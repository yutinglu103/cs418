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3.xml" ContentType="application/inkml+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5.xml" ContentType="application/inkml+xml"/>
  <Override PartName="/ppt/notesSlides/notesSlide10.xml" ContentType="application/vnd.openxmlformats-officedocument.presentationml.notesSlide+xml"/>
  <Override PartName="/ppt/ink/ink6.xml" ContentType="application/inkml+xml"/>
  <Override PartName="/ppt/notesSlides/notesSlide11.xml" ContentType="application/vnd.openxmlformats-officedocument.presentationml.notesSlide+xml"/>
  <Override PartName="/ppt/ink/ink7.xml" ContentType="application/inkml+xml"/>
  <Override PartName="/ppt/notesSlides/notesSlide12.xml" ContentType="application/vnd.openxmlformats-officedocument.presentationml.notesSlide+xml"/>
  <Override PartName="/ppt/ink/ink8.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9.xml" ContentType="application/inkml+xml"/>
  <Override PartName="/ppt/notesSlides/notesSlide18.xml" ContentType="application/vnd.openxmlformats-officedocument.presentationml.notesSlide+xml"/>
  <Override PartName="/ppt/ink/ink10.xml" ContentType="application/inkml+xml"/>
  <Override PartName="/ppt/notesSlides/notesSlide19.xml" ContentType="application/vnd.openxmlformats-officedocument.presentationml.notesSlide+xml"/>
  <Override PartName="/ppt/ink/ink11.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2.xml" ContentType="application/inkml+xml"/>
  <Override PartName="/ppt/notesSlides/notesSlide22.xml" ContentType="application/vnd.openxmlformats-officedocument.presentationml.notesSlide+xml"/>
  <Override PartName="/ppt/ink/ink13.xml" ContentType="application/inkml+xml"/>
  <Override PartName="/ppt/notesSlides/notesSlide23.xml" ContentType="application/vnd.openxmlformats-officedocument.presentationml.notesSlide+xml"/>
  <Override PartName="/ppt/ink/ink14.xml" ContentType="application/inkml+xml"/>
  <Override PartName="/ppt/notesSlides/notesSlide24.xml" ContentType="application/vnd.openxmlformats-officedocument.presentationml.notesSlide+xml"/>
  <Override PartName="/ppt/ink/ink15.xml" ContentType="application/inkml+xml"/>
  <Override PartName="/ppt/notesSlides/notesSlide25.xml" ContentType="application/vnd.openxmlformats-officedocument.presentationml.notesSlide+xml"/>
  <Override PartName="/ppt/ink/ink16.xml" ContentType="application/inkml+xml"/>
  <Override PartName="/ppt/notesSlides/notesSlide26.xml" ContentType="application/vnd.openxmlformats-officedocument.presentationml.notesSlide+xml"/>
  <Override PartName="/ppt/ink/ink17.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18.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19.xml" ContentType="application/inkml+xml"/>
  <Override PartName="/ppt/notesSlides/notesSlide32.xml" ContentType="application/vnd.openxmlformats-officedocument.presentationml.notesSlide+xml"/>
  <Override PartName="/ppt/ink/ink20.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21.xml" ContentType="application/inkml+xml"/>
  <Override PartName="/ppt/notesSlides/notesSlide35.xml" ContentType="application/vnd.openxmlformats-officedocument.presentationml.notesSlide+xml"/>
  <Override PartName="/ppt/ink/ink22.xml" ContentType="application/inkml+xml"/>
  <Override PartName="/ppt/notesSlides/notesSlide36.xml" ContentType="application/vnd.openxmlformats-officedocument.presentationml.notesSlide+xml"/>
  <Override PartName="/ppt/ink/ink23.xml" ContentType="application/inkml+xml"/>
  <Override PartName="/ppt/notesSlides/notesSlide37.xml" ContentType="application/vnd.openxmlformats-officedocument.presentationml.notesSlide+xml"/>
  <Override PartName="/ppt/ink/ink24.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ink/ink25.xml" ContentType="application/inkml+xml"/>
  <Override PartName="/ppt/notesSlides/notesSlide43.xml" ContentType="application/vnd.openxmlformats-officedocument.presentationml.notesSlide+xml"/>
  <Override PartName="/ppt/ink/ink26.xml" ContentType="application/inkml+xml"/>
  <Override PartName="/ppt/notesSlides/notesSlide44.xml" ContentType="application/vnd.openxmlformats-officedocument.presentationml.notesSlide+xml"/>
  <Override PartName="/ppt/ink/ink27.xml" ContentType="application/inkml+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ink/ink28.xml" ContentType="application/inkml+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ink/ink29.xml" ContentType="application/inkml+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ink/ink30.xml" ContentType="application/inkml+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ink/ink31.xml" ContentType="application/inkml+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0" r:id="rId1"/>
  </p:sldMasterIdLst>
  <p:notesMasterIdLst>
    <p:notesMasterId r:id="rId71"/>
  </p:notesMasterIdLst>
  <p:sldIdLst>
    <p:sldId id="256" r:id="rId2"/>
    <p:sldId id="411" r:id="rId3"/>
    <p:sldId id="277" r:id="rId4"/>
    <p:sldId id="279" r:id="rId5"/>
    <p:sldId id="280" r:id="rId6"/>
    <p:sldId id="284" r:id="rId7"/>
    <p:sldId id="285" r:id="rId8"/>
    <p:sldId id="281" r:id="rId9"/>
    <p:sldId id="282" r:id="rId10"/>
    <p:sldId id="283" r:id="rId11"/>
    <p:sldId id="398" r:id="rId12"/>
    <p:sldId id="286" r:id="rId13"/>
    <p:sldId id="287" r:id="rId14"/>
    <p:sldId id="288" r:id="rId15"/>
    <p:sldId id="289" r:id="rId16"/>
    <p:sldId id="291" r:id="rId17"/>
    <p:sldId id="392" r:id="rId18"/>
    <p:sldId id="393" r:id="rId19"/>
    <p:sldId id="294" r:id="rId20"/>
    <p:sldId id="295" r:id="rId21"/>
    <p:sldId id="296" r:id="rId22"/>
    <p:sldId id="297" r:id="rId23"/>
    <p:sldId id="298" r:id="rId24"/>
    <p:sldId id="299" r:id="rId25"/>
    <p:sldId id="300" r:id="rId26"/>
    <p:sldId id="394" r:id="rId27"/>
    <p:sldId id="303" r:id="rId28"/>
    <p:sldId id="304" r:id="rId29"/>
    <p:sldId id="305" r:id="rId30"/>
    <p:sldId id="306" r:id="rId31"/>
    <p:sldId id="307" r:id="rId32"/>
    <p:sldId id="308" r:id="rId33"/>
    <p:sldId id="309" r:id="rId34"/>
    <p:sldId id="310" r:id="rId35"/>
    <p:sldId id="311" r:id="rId36"/>
    <p:sldId id="312" r:id="rId37"/>
    <p:sldId id="313" r:id="rId38"/>
    <p:sldId id="322" r:id="rId39"/>
    <p:sldId id="323" r:id="rId40"/>
    <p:sldId id="324" r:id="rId41"/>
    <p:sldId id="325" r:id="rId42"/>
    <p:sldId id="326" r:id="rId43"/>
    <p:sldId id="314" r:id="rId44"/>
    <p:sldId id="327" r:id="rId45"/>
    <p:sldId id="328" r:id="rId46"/>
    <p:sldId id="329" r:id="rId47"/>
    <p:sldId id="330" r:id="rId48"/>
    <p:sldId id="331" r:id="rId49"/>
    <p:sldId id="332" r:id="rId50"/>
    <p:sldId id="336" r:id="rId51"/>
    <p:sldId id="337" r:id="rId52"/>
    <p:sldId id="338" r:id="rId53"/>
    <p:sldId id="339" r:id="rId54"/>
    <p:sldId id="340" r:id="rId55"/>
    <p:sldId id="341" r:id="rId56"/>
    <p:sldId id="342" r:id="rId57"/>
    <p:sldId id="343" r:id="rId58"/>
    <p:sldId id="344" r:id="rId59"/>
    <p:sldId id="345" r:id="rId60"/>
    <p:sldId id="346" r:id="rId61"/>
    <p:sldId id="347" r:id="rId62"/>
    <p:sldId id="348" r:id="rId63"/>
    <p:sldId id="349" r:id="rId64"/>
    <p:sldId id="350" r:id="rId65"/>
    <p:sldId id="351" r:id="rId66"/>
    <p:sldId id="352" r:id="rId67"/>
    <p:sldId id="353" r:id="rId68"/>
    <p:sldId id="354" r:id="rId69"/>
    <p:sldId id="355" r:id="rId70"/>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2" roundtripDataSignature="AMtx7mgjr6sOdHEeufIgXygRCCpSkdg5S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E43D9A-B9CC-D204-4563-8196A434CD32}" name="Ravi, Sathya" initials="" userId="S::sathya@uic.edu::617e2e82-06a6-4137-a700-b460764285c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9F83C-5B16-4E0F-93E5-201A7CBD518D}">
  <a:tblStyle styleId="{CA29F83C-5B16-4E0F-93E5-201A7CBD518D}" styleName="Table_0">
    <a:wholeTbl>
      <a:tcTxStyle b="off" i="off">
        <a:font>
          <a:latin typeface="Rockwell"/>
          <a:ea typeface="Rockwell"/>
          <a:cs typeface="Rockwel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7E8E7"/>
          </a:solidFill>
        </a:fill>
      </a:tcStyle>
    </a:wholeTbl>
    <a:band1H>
      <a:tcTxStyle b="off" i="off"/>
      <a:tcStyle>
        <a:tcBdr/>
        <a:fill>
          <a:solidFill>
            <a:srgbClr val="EFCECA"/>
          </a:solidFill>
        </a:fill>
      </a:tcStyle>
    </a:band1H>
    <a:band2H>
      <a:tcTxStyle b="off" i="off"/>
      <a:tcStyle>
        <a:tcBdr/>
      </a:tcStyle>
    </a:band2H>
    <a:band1V>
      <a:tcTxStyle b="off" i="off"/>
      <a:tcStyle>
        <a:tcBdr/>
        <a:fill>
          <a:solidFill>
            <a:srgbClr val="EFCECA"/>
          </a:solidFill>
        </a:fill>
      </a:tcStyle>
    </a:band1V>
    <a:band2V>
      <a:tcTxStyle b="off" i="off"/>
      <a:tcStyle>
        <a:tcBdr/>
      </a:tcStyle>
    </a:band2V>
    <a:lastCol>
      <a:tcTxStyle b="on" i="off">
        <a:font>
          <a:latin typeface="Rockwell"/>
          <a:ea typeface="Rockwell"/>
          <a:cs typeface="Rockwell"/>
        </a:font>
        <a:schemeClr val="lt1"/>
      </a:tcTxStyle>
      <a:tcStyle>
        <a:tcBdr/>
        <a:fill>
          <a:solidFill>
            <a:schemeClr val="accent1"/>
          </a:solidFill>
        </a:fill>
      </a:tcStyle>
    </a:lastCol>
    <a:firstCol>
      <a:tcTxStyle b="on" i="off">
        <a:font>
          <a:latin typeface="Rockwell"/>
          <a:ea typeface="Rockwell"/>
          <a:cs typeface="Rockwell"/>
        </a:font>
        <a:schemeClr val="lt1"/>
      </a:tcTxStyle>
      <a:tcStyle>
        <a:tcBdr/>
        <a:fill>
          <a:solidFill>
            <a:schemeClr val="accent1"/>
          </a:solidFill>
        </a:fill>
      </a:tcStyle>
    </a:firstCol>
    <a:lastRow>
      <a:tcTxStyle b="on" i="off">
        <a:font>
          <a:latin typeface="Rockwell"/>
          <a:ea typeface="Rockwell"/>
          <a:cs typeface="Rockwel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Rockwell"/>
          <a:ea typeface="Rockwell"/>
          <a:cs typeface="Rockwel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94"/>
    <p:restoredTop sz="83645"/>
  </p:normalViewPr>
  <p:slideViewPr>
    <p:cSldViewPr snapToGrid="0">
      <p:cViewPr varScale="1">
        <p:scale>
          <a:sx n="92" d="100"/>
          <a:sy n="92" d="100"/>
        </p:scale>
        <p:origin x="416" y="1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33"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13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13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37"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3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13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7.394"/>
    </inkml:context>
    <inkml:brush xml:id="br0">
      <inkml:brushProperty name="height" value="0.053" units="cm"/>
      <inkml:brushProperty name="color" value="#FF0000"/>
    </inkml:brush>
  </inkml:definitions>
  <inkml:trace contextRef="#ctx0" brushRef="#br0">9499 18672 8912,'-11'-10'0,"-1"4"0,8-3 0,-9-1 0,7-7 0,2 0 0,3 6 0,1-1 0,0-1 0,0-3 0,0-1 0,0 0 0,0 0 0,0 0 0,0-1 0,0 1 0,0 0 0,0 0 0,0 0 0,0-1 0,0 1 0,0 0 0,0 0 0,0 0 0,0 0 0,0-1 0,0 1 0,0 0 0,0 0 0,1 1 0,5 5 0,-4 3 0,8 18 0,-5 7 0,3 10 0,4 13 0,5 4 0,-2 7 0,6 1 0,0 0 0,4-3 0,-2-3 0,8-4 0,-3-7 0,5-5 0,1-7 0,2-2 0,3-15 0,3-2 0,2-2 0,2-10 0,5-4 0,1-9 0,-1-2 0,-5-7 0,0 3 0,2 0 0,-8-3 0,-3 7 0,-7 2 0,-3 2 0,2 2 0,1-1 0,-7 1 0,6 8 0,-6 3 0,-2 4 0,-2 2 0,6 0 0,3 0 0,-1 2 0,2 4 0,-6-2 0,6 7 0,-1-5 0,5 3 0,-3 1 0,-1-1 0,0-5 0,5 2 0,6-2 0,0 1 0,1-3 0,-7 4 0,0-4 0,1-2 0,-1 0 0,1 0 0,-1 0 0,0 0 0,1 0 0,-1 0 0,1-2 0,-1-4 0,1 4 0,-1-3 0,-2 3 0,-1 2 0,-4 0 0,-2 0 0,-2 0 0,-6 0 0,0 0 0,0 0 0,0 0 0,1 0 0,1 0 0,4 0 0,-2 0 0,7 0 0,-5 0 0,6 0 0,0-8 0,5-3 0,6 1 0,2-1 0,0-1 0,1 3 0,4-1 0,-1 4 0,-2 4 0,2-3 0,-8 3 0,2 2 0,-3 0 0,-3 0 0,1 6 0,-1 1 0,-1 3 0,-5 3 0,5-5 0,-5-2 0,5 1 0,1-1 0,3 0 0,3-6 0,-4 0 0,4 0 0,2-8 0,0-2 0,1-1 0,-1 0 0,3-3 0,-4-9 0,5 4 0,-6-4 0,0 4 0,-6 2 0,1 0 0,-1 0 0,1 5 0,-1 1 0,0-1 0,1 3 0,-1 1 0,1 8 0,1 0 0,4 0 0,-4 2 0,5 4 0,-5 1 0,-2 7 0,3-3 0,3 2 0,-4-5 0,4-2 0,-3-4 0,-3-2 0,0 0 0,1-2 0,-1-4 0,1-5 0,-1-7 0,1-5 0,7-1 0,3-5 0,-1-2 0,2 8 0,-7-5 0,1 5 0,-10 0 0,-1 6 0,-10 5 0,-2 1 0,-1 5 0,-11-5 0,1 7 0,-6-4 0,2 8 0,4 0 0,5 0 0,5 0 0,6 0 0,1 0 0,8-7 0,-4-3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7.311"/>
    </inkml:context>
    <inkml:brush xml:id="br0">
      <inkml:brushProperty name="height" value="0.053" units="cm"/>
      <inkml:brushProperty name="color" value="#FF0000"/>
    </inkml:brush>
  </inkml:definitions>
  <inkml:trace contextRef="#ctx0" brushRef="#br0">15866 8614 8912,'12'0'0,"-1"0"0,-7 0 0,6 0 0,-6-2 0,1-4 0,-1-5 0,-2 1 0,-2-1 0,0 5 0,0-6 0,0 7 0,0-7 0,0 8 0,-8-9 0,-3 7 0,-4 3 0,-3 8 0,1 7 0,-8 3 0,-3 2 0,-11 14 0,-3 5 0,0 8 0,0 9 0,0 9 0,2 12 0,4 4-293,-4 8 1,11 0 292,6 0 0,6-7 0,5-5 0,5-18 0,7-13 0,1-10 0,5-10 0,4-6 0,7-5 0,0 1 0,0-7 0,3-1 0,2-5 0,-1 0 0,8 0 0,0-2 0,5-5 0,1-8 0,-1-6 0,-7-10 0,-2 4 0</inkml:trace>
  <inkml:trace contextRef="#ctx0" brushRef="#br0" timeOffset="1">16297 8803 8912,'11'0'0,"1"0"0,1 0 0,-3 0 0,1 0 0,-7-2 0,2-4 0,-6 2 0,-6-7 0,4 7 0,-8-5 0,5 3 0,1 4 0,-6-6 0,3 1 0,-7 5 0,5-6 0,-9 8 0,-1 8 0,-4 3 0,4 5 0,-6 3 0,2 2 0,0 2 0,1 7 0,4-1 0,1-2 0,0 1 0,7 1 0,5 5 0,3 1 0,2-1 0,2-5 0,3-1 0,7 1 0,3-2 0,8 3 0,0-7 0,2 0 0,-2-6 0,-4-5 0,4-1 0,-4-1 0,-2 1 0,0-3 0,-1-6 0,-5 4 0,4-5 0,-15 7 0,0-8 0,-13 6 0,-10 0 0,-7 7 0,1-2 0,-4 3 0,-3-1 0,-2-1 0,-2 1 0,-1 0 0,7-1 0,7-5 0,4-7 0,4 0 0,2-7 0,0-3 0</inkml:trace>
  <inkml:trace contextRef="#ctx0" brushRef="#br0" timeOffset="2">16761 9061 8912,'-27'-12'0,"3"3"0,1-1 0,0 1 0,0 5 0,6-2 0,-6 2 0,-2 0 0,0-1 0,0 1 0,2 10 0,6 3 0,2 10 0,3 2 0,6 2 0,3 0 0,-3-6 0,4 6 0,-4 0 0,4 0 0,2-6 0,2 1 0,2-1 0,4-2 0,1-4 0,-3-3 0,5-8 0,1 0 0,5 0 0,2 0 0,4 0 0,-4-8 0,4-3 0,-4-4 0,-1-2 0,-1-1 0,0 1 0,0 0 0,0 0 0,1 0 0,-7 1 0,1 5 0,-7 3 0,7 8 0,-8 8 0,1 3 0,3-1 0,-2 1 0,7 1 0,-1 5 0,3-6 0,2 1 0,0-8 0,1 3 0,1-1 0,4 0 0,-4 0 0,4-6 0,-4 0 0,6-8 0,1-2 0</inkml:trace>
  <inkml:trace contextRef="#ctx0" brushRef="#br0" timeOffset="3">17054 9026 8912,'11'0'0,"1"0"0,1 0 0,-5 0 0,-1-7 0,-7 5 0,0-4 0,0 12 0,0 3 0,0 9 0,0-1 0,0 0 0,0 0 0,0 0 0,0 1 0,0-1 0,0 6 0,0 0 0,-7 0 0,5-6 0,-4 0 0,4-6 0,2 1 0,0-8 0,0 3 0,0-14 0,0-5 0,0-9 0,0-2 0,2-7 0,2 3 0,4 0 0,1 4 0,1-2 0,1 3 0,3-1 0,-9 5 0,9 7 0,-3-1 0,-1 9 0,1-3 0,1 4 0,3 4 0,-2 4 0,-1 5 0,-1 4 0,7 3 0,-1-1 0,-6 0 0,1 0 0,-7-5 0,7-1 0,-3-5 0,5 3 0,-3-1 0,1-2 0,5-6 0,0 0 0,-5-2 0,-1-4 0,1-3 0,5-9 0,-6 1 0,1 0 0,-1 0 0,-1 0 0,3 5 0,-7 1 0,2 5 0,-3-6 0,-3 9 0,13-5 0,-5 8 0,5 2 0,-3 4 0,-3-4 0,-3 3 0,4 3 0,7-2 0,0-1 0,0-5 0,1 0 0,-1 0 0,0-2 0,0-1 0,0-5 0,1-2 0,-7-1 0,1-6 0,-1 5 0,6 1 0,-5-1 0,-1-5 0,-7 6 0,2-1 0,-4 7 0,0-5 0,3 2 0,-3 3 0,6 5 0,-8 7 0,0 5 0,0 3 0,0 10 0,0 5 0,0 7 0,0 3 0,0 8 0,0-3 0,0-1 0,0 2 0,0 0 0,0 6 0,0-8 0,0-4 0,6-4 0,-1-2 0,-1 1 0,-2-1 0,-2-7 0,0-4 0,0-4 0,0-2 0,0 0 0,0-15 0,0-7 0,-8-16 0,-1-6 0</inkml:trace>
  <inkml:trace contextRef="#ctx0" brushRef="#br0" timeOffset="4">17863 8803 8912,'17'0'0,"-6"0"0,1 0 0,-8 0 0,11 0 0,-4 0 0,5 0 0,7 0 0,0 0 0,1 0 0,-1 0 0,2 0 0,4 0 0,-4 8 0,-8 3 0,-2 4 0,-1 2 0,-5 3 0,-1 2 0,-4 5 0,-10 8 0,-9-1 0,-8 0 0,-8-1 0,2-4 0,-1 3 0,1-3 0,-1-3 0,7-1 0,2-4 0,1-5 0,3-11 0,0 3 0,0-8 0</inkml:trace>
  <inkml:trace contextRef="#ctx0" brushRef="#br0" timeOffset="5">18327 8665 8912,'12'0'0,"-1"0"0,-7-7 0,4 5 0,-8-2 0,0 15 0,0 3 0,0 14 0,0 9 0,0 9 0,-6 5 0,0 6 0,0-3 0,6 3 0,0 3 0,0-3 0,0-8 0,0-8 0,2-7 0,4-5 0,-2-6 0,7-12 0,1 2 0,5-7 0,-5-2 0,-1-10 0,2-3 0,10-9 0,-4-4 0,4-3 0,-3 0 0,-3 0 0,0-6 0,0 3 0,-2-5 0,-3-1 0,-3-6 0,-3 0 0,-4 0 0,4 5 0,-4 3 0,-2 3 0,0 6 0,-8 12 0,-1 5 0,-9 12 0,7 11 0,-1 12 0,3 3 0,-3 2 0,5 1 0,7-1 0,0-1 0,0-5 0,0 3 0,0-8 0,2 0 0,3-6 0,5-2 0,7-3 0,2-5 0,4-7 0,4 0 0,5-2 0,-3-3 0,-6-7 0,4-11 0,0-3 0</inkml:trace>
  <inkml:trace contextRef="#ctx0" brushRef="#br0" timeOffset="6">18740 8356 8912,'-17'0'0,"0"0"0,0 0 0,7 9 0,4 7 0,4 5 0,12 15 0,7-2 0,8 18 0,9 0 0,-1 13 0,-4 3 0,1 14 0,-9 10 0,-5-2 0,-9-2 0,-7 0-278,-6 3 0,-7-8 278,-16 2 0,-7-2 0,11-40 0,-2 0 0,-2 0 0,-1 1-491,-1 3 0,-1-2 491,-1-4 0,-1-2 0,-3 6 0,0 0 0,-1-5 0,1-2 0,0 4 0,1 1 0,1 1 0,0 1 0</inkml:trace>
  <inkml:trace contextRef="#ctx0" brushRef="#br0" timeOffset="7">13715 16368 8912,'2'-29'0,"2"2"0,2 3 0,-2 1 0,-2 0 0,-2 0 0,1 0 0,3 4 0,2-2 0,-2-2 0,-2 0 0,-2 6 0,0 0 0,0-1 0,5-5 0,1-1 0,0-1 0,2 0 0,-5 0 0,7 2 0,0-4 0,-1 1 0,-3-5 0,5 8 0,-7 0 0,2 6 0,-2 2 0,1 3 0,-3 5 0,8 7 0,-4 0 0,3 17 0,8 12 0,3 20 0,2 20 0,-2 17 0,-9-35 0,1 1 0,0 0 0,0 1 0,1 4 0,-1 1 0,1 0 0,-1 0-218,1 2 0,-1-1 0,0-2 0,-1 0 218,-2 1 0,-1-1 0,1-4 0,-1-1 0,1 0 0,0-1 0,-2-1 0,1-2-4,3 32 1,-1-9 3,-4-26 0,-4-3 0,3-9 0,-1-6 0,2-10 0,-4 0 0,13-15 0,-5 4 0,7-12 0,-6-4 871,1-7-871,-8-15 0,-4-5 0,-10-14 0</inkml:trace>
  <inkml:trace contextRef="#ctx0" brushRef="#br0" timeOffset="8">13853 15972 8912,'-27'10'0,"-3"-4"0,7-12 0,7 2 0,11-7 0,5-3 0,5-1 0,13-8 0,10 0 0,12-7 0,6 1 0,12-9 0,5-2 0,13-8 0,10 2 0,-43 21 0,0 0 0,3 0 0,0 1 0,40-20 0,-6 9 0,-5 3 0,-12 9 0,-13 8 0,-16 9 0,-7 6 0,-10 6 0,-7 11 0,-4 12 0,1 3 0,-1 2 0,2 10 0,-3 8 0,7 9 0,3 6 0,2 9 0,1 5 0,4 10-212,-10-42 1,-1 0-1,4 3 1,-1 1 211,-2 4 0,-1 0 0,3-6 0,1 0 0,-3 2 0,-1 1 0,0-5 0,1-1 0,12 42 0,-10-8-65,3-2 0,-11-17 65,0-5 0,-12-13 0,-6-10 0,-9-1 0,-2 1 0,-7-9 0,1-3 0,-3-4 0,-3-3 0,1-3 0,-1-2 0,-5-5 417,0 6 1,-8-9-418,2 3 0,-5-4 35,-7-2 0,-1 0 1,-6-2-1,6-4-35,5-5 0,-1-2 0,9 1 0,11-3 0,7 3 0,9 3 0,7-3 0,5 1 0,7-6 0,15-8 0,4-2 0</inkml:trace>
  <inkml:trace contextRef="#ctx0" brushRef="#br0" timeOffset="9">16348 15319 8912,'8'10'0,"-6"-1"0,4-3 0,-5 3 0,1 11 0,2 3 0,2 5 0,2 12 0,-3 10 0,5 9 0,-1 10 0,9 11 0,-3 0 0,6 4 0,0 2 0,0 6 0,2 0 0,2-10 0,5-13 0,-3-12 0,-2-9 0,4-2 0,-6-12 0,0-3 0,-6-22 0,-2 3 0,-3-12 0,-12-4 0,-12-13 0,-5-8 0,-6-4 0,-4-3 0,-23-18 0,-3-4 0</inkml:trace>
  <inkml:trace contextRef="#ctx0" brushRef="#br0" timeOffset="10">16228 15388 8912,'0'-29'0,"0"1"0,2-1 0,2-4 0,3 3 0,3 1 0,1 8 0,6-2 0,16 2 0,7-2 0,17 2 0,12-7 0,15-3 0,-35 12 0,0 0 0,1-2 0,1 0 0,1-1 0,0 0 0,-4 0 0,-1 0-154,0-1 0,-2 0 0,33-13 154,-9 7 0,-8 14 0,-9-2 0,-8 11 0,-6 0 56,-7 4 1,-8 10-57,-12 3 0,4 12 0,-3 6 0,-3 3 0,3 3 0,-6 7 0,5 4 0,3 5 0,8 7 0,-2 3 0,3 8 0,-2 1 0,2 5 0,-2 13 0,-8-39 0,0 1 0,0 1 0,-1 1 0,-1-1 0,-1-1 0,15 40-69,-2-4 1,-2-2 68,-9-9 0,1-3 0,-7-9 0,-1-5 0,-7-11 0,-3-3 0,-7-2 0,-5-2 0,-6-5 0,2-8 0,-8-4 0,-7 1 0,-10-1 0,-13 2 0,-10-2 0,-11-4-187,32-7 1,-2-1-1,-2-1 1,-1-1 186,-7 0 0,0-1 0,4 0 0,1 0 0,2-2 0,2-1 0,-38 1 0,12-4 0,12-2 224,19 0 0,12-8-224,11-3 0,9-1 0,3-5 0,7 4 0,4-12 0,10 8 0</inkml:trace>
  <inkml:trace contextRef="#ctx0" brushRef="#br0" timeOffset="11">14817 16299 8912,'-18'-6'0,"1"-1"0,0-1 0,0 0 0,0 5 0,-1 1 0,1-4 0,0 0 0,0 2 0,0-3 0,-1-1 0,1-1 0,6 3 0,1-6 0,2-1 0,-3-4 0,5-4 0,2-2 0,-3-2 0,1 2 0,0 2 0,6-9 0,2-5 0,4-3 0,-2-10 0,7 2 0,3-5 0,9-7 0,-2-8 0,5-11 0,3-3 0,4-8 0,-3-2 0,-11 39 0,2-1 0,1 6 0,0 0-173,1-2 1,0-1 0,2 0 0,0 1 172,0-1 0,2 0 0,2 0 0,3 1 0,1-2 0,1 0 0,2 0 0,2 1 0,1 1 0,1 2 0,-4 5 0,0 2 0,2 4 0,-1 1 0,28-29 0,-2 6 0,-6 17-63,6 0 0,-5 17 63,5 6 0,-6 7 0,6 10 0,-5 10 0,3 7 0,-2 13 0,-3 14 0,5 4 0,2 15 0,-4-7-186,-1 1 0,1 2 186,-2-2 0,1-3 0,-9-6 0,-3-1 0,-6-4 0,-5-7 0,-7-8 0,-5-1 326,-11-4 1,-5-9-327,-7 3 0,0-10 65,0 5 0,-1-6-65,-5 5 0,-4-5 134,-7 5 1,-2-5 0,-4 3-135,-6-1 0,-3-2 0,-3-6 0</inkml:trace>
  <inkml:trace contextRef="#ctx0" brushRef="#br0" timeOffset="12">16090 14752 8912,'-9'7'0,"1"-3"0,8 8 0,13-7 0,4 7 0,14-3 0,4 3 0,7 1 0,9-5 0,3 1 0,3 5 0,4-7 0,8-1 0,2 2 0,3-2 0,-10-1 0,-1-5 0,-16-15 0,-4-4 0</inkml:trace>
  <inkml:trace contextRef="#ctx0" brushRef="#br0" timeOffset="13">17002 14373 8912,'0'-17'0,"0"8"0,-6 9 0,1 11 0,-7 12 0,6 6 0,-5 11 0,5 8 0,2 7 0,3 8 0,1 2 0,0-2 0,1 8 0,5-8-347,4 7 0,15-16 1,1 5-1</inkml:trace>
  <inkml:trace contextRef="#ctx0" brushRef="#br0" timeOffset="14">20203 15646 8912,'0'-33'0,"0"5"0,0 5 0,2 4 0,4 3 0,5 5 0,-1 3 0,-1 12 0,1 7 0,-1 12 0,-3 12 0,6 11 0,1 11 0,2 8 0,2 6 0,1 1 0,-1 5 0,0 1 0,0 2 0,2 6 0,2 0 0,2 0 0,0-15 0,-5-8 0,-1-10 0,0-7 0,0-8 0,0-7 0,-5-6 0,-1-8 0,-5-8 0,6-3 0,-7-4 0,5-4 0,-3-7 0,-3-14 0,6-4 0,-8-23 0,5 6 0</inkml:trace>
  <inkml:trace contextRef="#ctx0" brushRef="#br0" timeOffset="15">20306 15680 8912,'-17'-34'0,"2"-1"0,3 1 0,7 7 0,10 6 0,7 8 0,11-2 0,5 3 0,13-1 0,4 1 0,13-5 0,5 0 0,11 0-224,7-6 1,-33 10 0,1-1 223,3 0 0,0-1 0,-2 3 0,1 0 0,-2 0 0,-1 1 0,33-7 0,-9 7 0,-16 5 0,-14 4 0,-13 6 0,-7 8 0,-4 1 0,-7 16 0,4 7 0,-3 10 0,3 11 0,2 6 0,1 10 0,-1 1 0,0 8-296,0-1 1,0 10 295,-8-42 0,0 0 0,2 44 0,1-1 0,-9-6 0,3-6 0,-4-5 258,-2-5 0,-15-10-258,-8-9 0,-8-7 0,-3-9 0,-8-7 0,-4 1 0,-4-8 0,-1 2 0,-7-6 0,1-6 0,-10 3 0,-2-8 0,-7-1 0,-9-5 0,5 0 0,6 0 0,9 0 0,1 0 0,11-5 0,1-1 0,1 0 0,5 6 0,-4 0 0,-3 6 0,-1 0 0,2-3 0,5-1 0</inkml:trace>
  <inkml:trace contextRef="#ctx0" brushRef="#br0" timeOffset="16">18017 16626 8912,'-11'9'0,"0"-3"0,-1-2 0,1 0 0,-1 1 0,8 15 0,-1 1 0,5 9 0,5 12 0,9 8 0,14 7 0,9 6 0,14 12 0,9-5 0,-29-32 0,3-1 0,1-2 0,2-1 0,3-2 0,1-1 0,1-4 0,2-3-52,1-2 1,1-4 0,5-3 0,2-3 0,4-2 0,2-3 0,2-2-1,1-2 52,1-1 0,0-2 0,-3-4 0,0-2-208,-2-1 0,-1-3 1,1-2-1,1-3 208,3-4 0,2-2 0,2 0 0,0-2 0,0-2 0,0-1 0,-4 0 0,-2-2 0,-11 2 0,-2-1 0,-4 0 0,0 0 0,33-22 0,-15 10 0,-9 5 0,-16 2 0,-13 9 0,-4 2 0,-9 1 0,-10 5 0,-11 4 0,-7 3 140,-5 8 0,2 0-140,-7 0 0,1 0 240,-2 0 0,-3-8 1,5-1-1</inkml:trace>
  <inkml:trace contextRef="#ctx0" brushRef="#br0" timeOffset="17">19876 16488 8912,'2'-17'0,"4"0"0,3 7 0,8 5 0,10-3 0,8 2 0,7 2 0,11 10 0,5 7 0,5 8 0,-2 8 0,2 9 0,-2 4 0,-5 2 0,-3-4 0,-18 6 0,1 0 0,-15 4 0,-6-2 0,-7-3 0,-8-6 0,-6 1 0,-5-2 0,-12 2 0,2-4 0,-6 4 0,0-5 0,0-6 0,4 1 0,-5-7 0,-1 0 0,-5-6 0</inkml:trace>
  <inkml:trace contextRef="#ctx0" brushRef="#br0" timeOffset="18">20427 17159 8912,'28'-14'0,"-1"1"0,-2-2 0,-2 1 0,0 1 0,0 2 0,-2-1 0,-2 8 0,-2-1 0,0 3 0,-7 9 0,-4 5 0,-4 5 0,-2 4 0,0 4 0,0 1 0,-8 9 0,-4 5 0,3 2 0,-3-2 0,1 4 0,-6 8 0,-8 1 0,-4 3 0,-3 3 0,-3 2 0,-14 2 0,-11 6 0,-10-2 0,30-35 0,-1-1 0,-1-1 0,-2-1-173,-1-3 1,-2-1 0,0 1-1,-1-2 173,-3 0 0,-1-2 0,0 0 0,0-2 0,1-3 0,-1-2 0,1 0 0,-1-1 0,0-2 0,1-1 0,2 1 0,2 1 0,-45 10 0,4 5 0,2-5 0,-2-4 0,-4-5 0,42-6 0,-3-1 0,-4-1 0,0 0 0,-5-2 0,1 1 0,1 1 0,0 0 0,-3-4 0,1-1 0,5 2 0,0 0 0,-2 1 0,-1 0 0,0-1 0,0 0 0,-2 0 0,1-1 0,3-1 0,2-2 0,0 1 0,3 0 0,-39 0 0,41 0 0,-1 0 0,-5 0 0,-1 0 0,-6 0 0,0 0 0,0 0 0,0 0 0,1 0 0,1 0 0,0 0 0,-2 0 0,-4 0 0,-2-2 0,-7 0 0,0-1 0,3-1 0,0-2 0,-1-2 0,-1-1 0,2 0 0,-1 1 0,-2-1 0,-1 0 0,1 1 0,-1-1-279,-2 1 1,0-1-1,8 0 1,2-1 278,4-1 0,0-1 0,5 2 0,0-1 0,3-3 0,1-1 0,5 4 0,1-1-46,-41-16 1,27 7 45,14-2 0,12 4 0,11 2 0,9-1 0,7 1 0,2 6 301,-1-1 0,3 7-301,8-7 0,0 6 1183,0-5-1183,0 7 0,2-9 55,4 7 0,-2 0-55,7 6 0,8-2 0,10-3 0,-2 3 0,2-4 0,-1-11 0,7-2 0</inkml:trace>
  <inkml:trace contextRef="#ctx0" brushRef="#br0" timeOffset="19">15574 17485 8912,'-8'16'0,"-3"-3"0,-6-3 0,-6-3 0,3-1 0,-2-6 0,-7 2 0,-4 2 0,-7 3 0,-4 3 0,-4 7 0,-9 6 0,-6 8 0,-12-3 0,3 5-228,-9 1 1,9 2 227,-3 5 0,4-5 0,6 4 0,8-4 0,7-7 0,18 0 0,1 1-159,3 3 159,7 1 0,-4 2 0,7 4 0,3 6 0,4 4 0,3 5 0,8-3 0,10 3 0,7-9 0,10 4 0,13 1 0,6 1-151,11 0 1,-2-1 150,9 1 0,-7 5 0,6 0 0,2 6-919,10-5 919,-6-2 0</inkml:trace>
  <inkml:trace contextRef="#ctx0" brushRef="#br0" timeOffset="20">7658 16454 8912,'15'-19'0,"-3"-2"0,-7-2 0,-3 0 0,-2 0 0,0-2 0,0-2 0,-2 6 0,-3-2 0,-7 4 0,3 2 0,-3 0 0,1 0 0,-5 0 0,3 1 0,1 5 0,9-4 0,-7 13 0,4-4 0,-1 6 0,-5 6 0,-3 11 0,3 11 0,-1 7 0,2 5 0,-3-2 0,9 6 0,1 0 0,2 0 0,4-4 0,3 6 0,7-8 0,11 2 0,4-3 0,7-3 0,2 0 0,5 1 0,2-3 0,9-3 0,0 3 0,-1-3 0,-1 2 0,-4-3 0,-4 3 0,-8-8 0,-7 2 0,-6-4 0,-7 3 0,-9 3 0,-10-4 0,-7 6 0,-11-6 0,-5 5 0,-5-7 0,-1 2 0,-3-4 0,-3-1 0,2-1 0,-6-2 0,4-4 0,7-5 0,-1-4 0,5-2 0,4-8 0,-7-16 0,5-13 0</inkml:trace>
  <inkml:trace contextRef="#ctx0" brushRef="#br0" timeOffset="21">8346 16419 8912,'-7'33'0,"-5"-4"0,-3-5 0,-2 1 0,-1-4 0,1 6 0,0 2 0,0 3 0,7-1 0,4 9 0,5-4 0,1-1 0,1 1 0,5 4 0,4-11 0,7-1 0,8-7 0,3-4 0,1-7 0,6-4 0,-5-4 0,10-2 0,-3-8 0,-1-3 0,4-9 0,6-8 0,-4-3 0,-2-15 0,-3-7 0,-3-8 0</inkml:trace>
  <inkml:trace contextRef="#ctx0" brushRef="#br0" timeOffset="22">8759 16127 8912,'-17'6'0,"0"0"0,7 1 0,5-1 0,-3-2 0,2 7 0,0 1 0,6 7 0,0 4 0,0 5 0,0 5 0,0 1 0,2 6 0,4 1 0,-2 4 0,7-5 0,-5 6 0,6-6 0,1-3 0,2-7 0,-3 1 0,-1-8 0,-1 0 0,1-6 0,3-6 0,-9 1 0,3-8 0,-2 1 0,-4-5 0,3-5 0,3-5 0,-2-7 0,-1-2 0,3-4 0,-4-2 0,7-4 0,-5-3 0,6 3 0,-7 4 0,7 3 0,-6 2 0,5 3 0,-5 2 0,5 3 0,-5-1 0,5 7 0,1-5 0,5 5 0,0 2 0,1 2 0,-1 2 0,6 2 0,0 4 0,5-4 0,-5 4 0,6 1 0,-6-1 0,6 0 0,-6-6 0,5 0 0,-5-2 0,-2-2 0,-2-2 0,-3-7 0,-5 2 0,2 1 0,-7-1 0,0-1 0,-8-3 0,-4 3 0,-3 5 0,-8 7 0,-6 0 0,0 0 0,2 0 0,1 0 0,3 5 0,0 1 0,6 8 0,-1-3 0,8 6 0,-1 6 0,3-4 0,2 4 0,2-4 0,3-2 0,9 1 0,7-1 0,2-2 0,11-3 0,-1-5 0,12-7 0,-1 0 0,2 0 0,2-7 0,-8-5 0,0-9 0,-5-2 0,-8-7 0,-3 3 0,-6-8 0</inkml:trace>
  <inkml:trace contextRef="#ctx0" brushRef="#br0" timeOffset="23">9637 16248 8912,'9'0'0,"1"0"0,-4 0 0,-4 7 0,5-5 0,-5 13 0,4-3 0,-2-3 0,7 3 0,-5-1 0,5 6 0,-5 6 0,4 0 0,-1 0 0,1 2 0,-1-6 0,3 4 0,1 2 0,-7-2 0,5 0 0,-5-6 0,2-6 0,-2 1 0,-4-8 0,5 3 0,-9-7 0,-2-2 0,-3-3 0,-3-7 0,4-9 0,-5-2 0,5-7 0,-5 1 0,5-3 0,-5-3 0,7 7 0,-2-1 0,4 0 0,2 3 0,0 1 0,0 8 0,0-1 0,0 1 0,0 0 0,8 7 0,3 5 0,-1 3 0,1 4 0,3 5 0,1 10 0,8 1 0,0 5 0,0 1 0,-6-1 0,0 6 0,0-6 0,-5 0 0,-1-6 0,1 0 0,3 0 0,-1-1 0,-3-5 0,-7-3 0,11-8 0,-7-8 0,3-3 0,-1-6 0,-4-6 0,-3 2 0,7-6 0,-1 2 0,1 4 0,0 2 0,1 2 0,4 0 0,-3-1 0,3 9 0,2 1 0,1 8 0,-1 2 0,0 4 0,6 1 0,0 5 0,2 3 0,-2-3 0,-2-5 0,7-1 0,1-4 0,4-2 0,-3 0 0,-1 0 0,0-8 0,5-3 0,-7-4 0,-4-3 0,-6-5 0,-6 0 0,3-5 0,-9 5 0,1 0 0,-6 6 0,-7 0 0,-7-1 0,-5 3 0,-4 4 0,-6-3 0,6 9 0,-1-1 0,1 6 0,4 7 0,-4 5 0,3 3 0,3 2 0,6 6 0,-1 0 0,8 8 0,-1-3 0,-3 5 0,2 1 0,1-5 0,5-2 0,0-2 0,0-4 0,5-2 0,1-2 0,6-6 0,-7 1 0,9-8 0,-3 1 0,-1-5 0,1-3 0,3-7 0,1-5 0,-4-1 0,1-12 0,-1 5 0,6-6 0,-5 2 0,-1-1 0,-1-5 0,3 7 0,-3-1 0,-2 4 0,-3 4 0,3 2 0,-4 7 0,7 4 0,-5 6 0,5 6 0,3 5 0,1 5 0,-1 7 0,3 0 0,-4 7 0,10-1 0,-4-4 0,-2-2 0,3-4 0,1-2 0,2 0 0,-2 0 0,3-7 0,-1-4 0,0-5 0,-5-1 0,-1-15 0,0-4 0</inkml:trace>
  <inkml:trace contextRef="#ctx0" brushRef="#br0" timeOffset="24">11220 15715 8912,'-17'0'0,"0"0"0,5 0 0,1 0 0,7 0 0,-4 1 0,8 5 0,0-2 0,0 7 0,8-7 0,1 4 0</inkml:trace>
  <inkml:trace contextRef="#ctx0" brushRef="#br0" timeOffset="25">11409 16437 8912,'-25'26'0,"6"-7"0,-4-7 0,12-8 0,3 3 0,16-7 0,3 0 0,5 0 0,1 0 0</inkml:trace>
  <inkml:trace contextRef="#ctx0" brushRef="#br0" timeOffset="26">5524 13875 8912,'17'0'0,"0"0"0,-5 0 0,-1 0 0,-7 0 0,4 0 0,-10 0 0,-4 0 0,-3 0 0,-9 8 0,3-5 0,4 9 0,3-8 0,8 11 0,0-11 0,0 7 0,0-7 0,0 4 0,0-8 0,0 0 0,0 7 0,8-5 0,-5 13 0,9-3 0,-8-4 0,9 1 0,-7-3 0,7-4 0,-1 4 0,-3-5 0,3-1 0,-1 6 0,6 0 0,1-2 0,-1-2 0,0-2 0,0 0 0,2 0 0,4 0 0,-2 2 0,8 3 0,-8-3 0,2 4 0,-4-4 0,-2-2 0,6 0 0,0 0 0,0 0 0,-6 0 0,1 0 0,-1 0 0,-6 0 0,1 0 0,-8 0 0,3 0 0,-7 2 0,0 3 0,0 5 0,0 7 0,-15 0 0,-4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7.131"/>
    </inkml:context>
    <inkml:brush xml:id="br0">
      <inkml:brushProperty name="height" value="0.053" units="cm"/>
      <inkml:brushProperty name="color" value="#FF0000"/>
    </inkml:brush>
  </inkml:definitions>
  <inkml:trace contextRef="#ctx0" brushRef="#br0">18033 2336 8912,'25'-9'0,"0"-3"0,-4 6 0,-5-1 0,2 4 0,-6-3 0,-8-1 0,1 2 0,-10 10 0,-2-3 0,-6 14 0,3-2 0,-3-3 0,6 3 0,2-3 0,-4 3 0,0 2 0</inkml:trace>
  <inkml:trace contextRef="#ctx0" brushRef="#br0" timeOffset="1">17889 3072 8912,'10'0'0,"1"0"0,-7-2 0,1-3 0,-3 1 0,-2-6 0,-6 4 0,-1-3 0,-2 1 0,-3-1 0,3 5 0,-2-1 0,1 1 0,-6 1 0,0-3 0,0 3 0,0 1 0,0-3 0,-2-1 0,-2 3 0,-1 1 0,0 2 0,5 0 0,-6 0 0,1 0 0,-11 0 0,5 0 0,-12 7 0,7 4 0,-11-2 0,1 1 0,-5 1 0,-1 5 0,0 0 0,0 0 0,-5 0 0,-1 0 0,-4 5 0,4 1 0,-6-1 0,1-5 0,-3 0 0,-4 0 0,-2 0 0,-1 0 0,0 0 0,5 0 0,-1-2-108,1-3 0,0 3 108,0-3 0,6-2 0,-1 1 0,-2-4 0,-8 4 0,10-4 0,0 3 0,8-1 0,3 1 0,7-3 0,4 4 0,5-4 0,5 4 0,2-6 0,4 1 0,3-1 0,-4-1 0,5 3 0,1-1 216,0-5-216,7 0 0,2 0 0,7 0 0,1 0 0,5 0 0,-3 0 0,8 0 0,-6 0 0,6 0 0,0-7 0,5-2 0</inkml:trace>
  <inkml:trace contextRef="#ctx0" brushRef="#br0" timeOffset="2">12666 10505 8912,'9'-2'0,"-3"-4"0,-4-5 0,-2-4 0,0 3 0,0 1 0,0-3 0,-6 5 0,-2-1 0,-1 3 0,-5 3 0,5-4 0,-3 2 0,-1 3 0,-2 1 0,-2 2 0,-1 0 0,1 0 0,0 0 0,0 0 0,-1 0 0,1 0 0,0 0 0,0 0 0,0 0 0,-1-6 0,1 0 0,0 0 0,0 6 0,-6 0 0,0 0 0,-6-5 0,6-1 0,-7 0 0,1 6 0,-5 0 0,-7 0 0,-1-5 0,-3-1 0,-3 0 0,8 6 0,-8 0 0,2 0 0,-4 0 0,-1 0 0,-1 0 0,0 0 0,1 0 0,-1 0 0,-5 0 0,-1 0 0,1 0 0,5 0 0,6 0 0,1 0 0,-1 0 0,2 0 0,2 0 0,7 0 0,-1 0 0,-4 0 0,3 6 0,-3 0 0,-4 1 0,-2-1 0,2-4 0,-2 4 0,-5 1 0,-7-1 0,7 5 0,7-5 0,0 0 0,0 1 0,6-5 0,-2 4 0,1-4 0,-1-2 0,4 6 0,-4 0 0,-2-1 0,1-5 0,-6 2 0,1 4 0,-4-4 0,-2 4 0,-7 1 0,-4-1 0,4 7 0,1-3 0,5 1 0,1 1 0,-3-1 0,3 6 0,-3 1 0,9-1 0,2-6 0,-2 1 0,2-3 0,-2 3 0,-2 1 0,6-5 0,0-1 0,0 1 0,2 0 0,6-3 0,1-3 0,4 4 0,-1-4 0,5-2 0,0 0 0,0 0 0,-4 6 0,7-1 0,-3 1 0,2-6 0,-2 0 0,-4 0 0,-1 0 0,7 0 0,-6 0 0,6 0 0,2 0 0,2 0 0,-4 0 0,0 0 0,-2 0 0,2 0 0,4 0 0,-4 0 0,4 0 0,2 0 0,-6 0 0,0 0 0,-2 0 0,4 0 0,-2 0 0,2 0 0,0 0 0,-2 0 0,4 2 0,-4 4 0,4-4 0,2 7 0,-1-3 0,1-4 0,0 6 0,0-1 0,5-5 0,1 4 0,5 1 0,-5-1 0,5 6 0,-6-7 0,7 9 0,-7-3 0,7 4 0,-7 3 0,8-1 0,-2 0 0,-1 0 0,1 0 0,2 1 0,2-1 0,2 0 0,0 0 0,0 0 0,0 1 0,0-7 0,0 1 0,0-1 0,0 6 0,0 0 0,0 1 0,2-1 0,4 0 0,-2 0 0,7 0 0,1 1 0,-3-1 0,7-6 0,-5 1 0,4-3 0,3 3 0,1 1 0,4-7 0,-2 5 0,7-5 0,-5 0 0,6-4 0,2 1 0,1 3 0,3 0 0,-1-6 0,2 0 0,4 0 0,4 0 0,8 0 0,2-6 0,3 0 0,-4-1 0,5 1 0,-5 4 0,-1-5 0,0 1 0,-1 0 0,-7 0 0,-4 6 0,2 0 0,-1 0 0,4 0 0,-4 0 0,6 0 0,-1 0 0,4 0 0,2 0 0,-6 0 0,-1 0 0,1 0 0,-2 0 0,4 6 0,-8 0 0,0 0 0,-5-6 0,5 5 0,0 1 0,6 0 0,-6-6 0,8 0 0,-2 0 0,-2 0 0,2 0 0,0 0 0,5 0 0,1 0 0,0 0 0,-7 0 0,1 0 0,-2-6 0,2 0 0,-2 1 0,-4 5 0,-3 0 0,3 0 0,4-6 0,2 0 0,-2 0 0,2 6 0,-6 0 0,6 0 0,-2-2 0,1-1 0,-4-3 0,-5 2 0,-2 2 0,1 2 0,-1 0 0,1 0 0,-1-2 0,0-4 0,1 5 0,-1-5 0,6 4 0,1 2 0,1 0 0,-4 0 0,2 0 0,-2 0 0,4 0 0,-2 0 0,1 0 0,-7 0 0,0 2 0,1 4 0,5-5 0,0 5 0,-5-4 0,-7-2 0,-1 0 0,2 0 0,3 0 0,-3 0 0,2 0 0,-3 0 0,5 0 0,-5 0 0,5 0 0,1 0 0,-1-2 0,-4-4 0,3 5 0,-3-5 0,1 4 0,-1 2 0,3 0 0,-3 0 0,2 0 0,-3 0 0,5-6 0,-4 0 0,-3 1 0,3 5 0,0 0 0,5 0 0,-1-6 0,-3 0 0,-1 1 0,2-3 0,-1 6 0,-1-4 0,3 2 0,-3-1 0,2 3 0,-3-4 0,5-2 0,-5 3 0,3-3 0,-2 2 0,3 3 0,-5-7 0,2 0 0,-1 1 0,-5 3 0,6-5 0,-8-1 0,2-5 0,2 6 0,-2-1 0,0 1 0,-6-7 0,0 3 0,0 4 0,-5-5 0,-1 5 0,1-4 0,5-3 0,0 1 0,0 0 0,-5 0 0,-1 0 0,1-1 0,5 1 0,-6 0 0,1 0 0,-6-2 0,3-2 0,-1-2 0,-4 2 0,0 2 0,1 2 0,-3-1 0,4 1 0,-4 0 0,-2 0 0,0 0 0,0-1 0,-6 1 0,0 0 0,-1-2 0,1-4 0,2 4 0,-5-4 0,-1 4 0,0 2 0,5-1 0,-7 1 0,1 0 0,-6 0 0,-1-2 0,1-4 0,-2 6 0,-4-1 0,4 1 0,-4 6 0,-4-4 0,-1-3 0,-3 7 0,0 1 0,3 3 0,-3 3 0,-7 0 0,-2-2 0,-8 4 0,2-3 0,-4 3 0,-1 2 0,-3 0 0,-3 0 0,3 0 0,-3 0 0,3 0 0,3 0 0,5 0 0,0 0 0,8 0 0,-2 0 0,3 0 0,3 0 0,-1 0 0,1 0 0,5 0 0,1 0 0,7 0 0,-2 0 0,4 0 0,1 0 0,1 0 0,6 0 0,-1 0 0,6-6 0,-5 0 0,7 1 0,-4 5 0,8 0 0,0 0 0,8-8 0,2-2 0</inkml:trace>
  <inkml:trace contextRef="#ctx0" brushRef="#br0" timeOffset="3">16056 16144 8912,'-35'0'0,"1"0"0,-1-2 0,3-1 0,3-5 0,6-2 0,4-3 0,2-2 0,2-2 0,1-1 0,3 1 0,7 8 0,-4-1 0,10 6 0,4-1 0,5 1 0,7 2 0,5 2 0,3 0 0,9 0 0,7 0 0,4 0 0,3 0 0,3 0 0,7-2 0,4-4 0,6 2 0,6-7 0,11-2 0,-37 3 0,1-1 0,3-2 0,1 1 0,4-1 0,-1-1 0,0-1 0,-1-1-218,2-3 0,-1-2 0,-3 0 1,-1-2 217,1-2 0,1-1 0,-2-1 0,1 0 0,1-1 0,-1-1 0,-8-1 0,-2-1 0,0-3 0,-2-1 0,-5 1 0,-2-1 0,27-34 0,-9 1-119,-5-1 1,-19 8 118,-6 3 0,-12 7 0,-11 5 0,-15-6 0,-8 1 0,-10 7 0,-7-2 0,-8 8 0,-7 4 0,-8 7 0,-12 4 0,3 9-204,-9 3 0,1 7 204,-6-2 0,-4 5 0,-8 1 0,12 7 0,38-2 0,-1 2 0,-39 10 0,40-6 0,-2 1 0,1-2 0,-1 1 162,-5 3 0,1 0 0,-34 9 1,10 4-1,20 0-162,16 0 0,12 9 123,1 10 1,8 3-124,-2 3 0,6 1 0,5 5 0,3-1 0,3 12 0,4-10 0,-2 8 0,10-6 0,11-6 0,4 7 0,14 1 0,-5-2-752,10 2 752,-3 0 0,-9 0 0,1 0 0,2 2 0,1 2 0,3 2 0</inkml:trace>
  <inkml:trace contextRef="#ctx0" brushRef="#br0" timeOffset="4">17450 16798 8912,'-42'9'0,"-4"-3"0,-4-4 0,-4-2 0,-1 0 0,-2 0 0,-1-6 0,7 0 0,-3 3 0,-3 1 0,-4 9 0,-8 5 0,-2 5 0,-4 6 0,-3 9 0,-8 10 0,2 2 0,3 4 0,11 8 0,9 3 0,3 2 0,8 4 0,1 7 0,9 3 0,5 3 0,8 1 0,3 8 0,3 7 0,13-43 0,2 1 0,1 2 0,1-1-877,0-2 0,0-1 877,-2 46 0,14-10 0,3 0 0,12-15 0,8-8 0,7-10 164,8-7 1,4-10-165,1-7 0,3-10 0,3-2 0,12-7 0,11-10 0,14 0-173,-43 1 1,1-2 0,0-5-1,0-2 173,2 1 0,1-3 0,-3-6 0,-1-2 0,-2 1 0,-1-1 0,4-4 0,0-3 0,-2 0 0,-1-2 0,2-3 0,-1-1 0,-1-2 0,-2-1 0,-2-1 0,-2-1 0,-2 0 0,-2-2 0,0 1 0,-1-1 0,-3-4 0,-1-2 0,-4 3 0,-1-2 0,-2-4 0,-3-3 0,-1-2 0,-4-1 0,-3-4 0,-3-1 0,0-2 0,-3 0 0,-3-1 0,-2 0 0,-1 0 0,-3 1 0,-5 1 0,-5 2 0,-2 8 0,-5 2 0,-6 1 0,-4 1 0,-2 1 0,-3 2 0,-5 0 0,-2 3 0,-1 7 0,-3 3 0,-5 4 0,-3 4 0,-3 8 0,-1 3 0,-6 3 0,-1 3 0,-3 1 0,-2 2 0,-5 0 0,-1 2 0,5 3 0,0 2-214,-2 1 1,0 3-1,6 4 1,0 4 213,-1 4 0,2 2 0,7 4 0,3 2 0,1 0 0,4 3 0,-18 32 0,19-2 0,23 9 0,18-3 0,3 4 0</inkml:trace>
  <inkml:trace contextRef="#ctx0" brushRef="#br0" timeOffset="5">25107 14941 8912,'10'-2'0,"-6"-2"0,-8-2 0,0-1 0,-7 3 0,-3-2 0,-1 2 0,-2 2 0,0 2 0,-1-1 0,1-5 0,0 4 0,0-4 0,0 4 0,-1 0 0,1-3 0,0 3 0,0-4 0,-6 4 0,-2 2 0,-2 0 0,-3 0 0,-9 0 0,-1 0 0,-10 0 0,-1 0 0,-7 2 0,-7 4 0,2 5 0,-2 4 0,-3 3 0,-7-1 0,4 2-166,-3 4 0,-3-4 166,3 4 0,-9-4 0,3-2 0,4 0 0,1 1 0,10 5 0,2-1 0,7 1 0,-1-7 0,4-3 0,1-2 0,8-1 0,4 1 0,3 5 0,3-5 0,2-1 0,3 1 0,4 1 0,8 5 0,-2 0 0,-2 2 0,-2 2 0,2 2 0,2 8 166,1-3 0,-5 5-166,0 1 0,0 1 0,6-1 0,0 0 0,0 1 0,-6 5 0,0 0 0,-2 0 0,2-6 0,4 1 0,-6 1 0,2 2 0,0 3 0,0 1 0,6-2 0,0-4 0,0 4 0,0 4 0,-1 2 0,7-4 0,-1-2 0,7 2 0,-7-2 0,8 8 0,-3-4 0,1 2 0,0 0 0,0-6 0,6 6 0,-1-1 0,-5 7 0,4-6 0,-4 0 0,4-1 0,2 7 0,0-2 0,0-4 0,0-2 0,0-4 0,2-4 0,4 4 0,-4 2 0,4-2 0,1 0 0,1-5 0,1-1 0,5 0 0,-5 7 0,3-1 0,-3 0 0,3-6 0,3 1 0,-3-1 0,3-2 0,2-3 0,0-4 0,1 0 0,-1-6 0,0 4 0,0-4 0,0-2 0,1 0 0,-1 0 0,2-5 0,4-1 0,-4-1 0,6 3 0,-2-3 0,0-2 0,7 3 0,-1-5 0,9 5 0,2-5 0,2 2 0,-1-3 0,5-3 0,11 6 0,6-2 0,4-1 0,2 1 0,0-6 0,-6 0 0,0 0 0,0 0 0,6 0 0,-6 0 0,0 0 0,6 0 0,7-2 0,1-4 0,-1-5 0,5-4 0,-7-3 0,1 1-131,-7 0 0,1 0 131,0 0 0,0-1 0,0 1 0,0 0 0,-1 0 0,-6 5 0,-5 1 0,-11 5 0,-6-5 0,-4 5 0,-3-3 0,-4-1 0,-6 0 0,-4-1 0,-2-6 0,2-2 0,4-4 0,-2 2 0,6-8 0,-2-3 0,-4-7 0,5 1 0,3-8 0,-2 6 131,2-6 0,-3 6-131,3-6 0,3-7 0,-3-10 0,-4-4 0,0-2 0,-2-1 0,0-5 0,0-3 0,-6-8 0,0 2-193,0 3 0,-1-1 193,-5 8 0,4-10 0,-3-2 0,-3 6 0,3-6 0,-6 9 0,3-1 0,1 0 0,-1-1 0,-5 5 0,2-7 0,-4 9 0,-2-3 0,0 3 0,0-3 0,0 12 0,0 0 0,0 10 0,0 7 0,0-4 0,0 8 0,0 2 0,0 6 0,-2 5 0,-4 0 0,-3 3 0,-9 3 0,-1 4 0,-4-4 0,2 4 0,-7 1 0,-3 1 193,-1 0 0,-11 2-193,-2 3 0,-19 5 0,-4 7 0,-20 0-232,-4 0 0,42 3 0,0 3 232,-1 2 0,-1 1 0,-6 0 0,0 1 0,-2 4 0,-1 1 0,-4-2 0,0 1 0,4 1 0,2 0 0,5-1 0,2-1 0,-30 12 0,17 0-11,14-2 0,7 5 11,3 12 0,7 6 0,5 12 0,-3-5 0,-1 3 0,-7-5 0,0 5 0</inkml:trace>
  <inkml:trace contextRef="#ctx0" brushRef="#br0" timeOffset="6">3287 12345 8912,'11'0'0,"-1"-2"0,-2-4 0,-3 2 0,-5-7 0,2 1 0,2-3 0,4 3 0,1 3 0,-3-1 0,5 4 0,3-3 0,1-3 0,2 4 0,1-3 0,-1 1 0,-6 2 0,-1 4 0,-1-1 0,1-3 0,-6 0 0,3 6 0,-9 0 0,-3 0 0,-5 0 0,-7 0 0,0 0 0,0 8 0,5-6 0,1 3 0,7-3 0,-4-2 0,8-2 0,0-3 0,0 3 0,2-12 0,4 9 0,-4-3 0,5 4 0,1-2 0,-6-7 0,7 11 0,-5-5 0,2-1 0,0 6 0,-6-6 0,0 1 0,0 5 0,0-6 0,0 6 0,0-3 0,0 3 0,0-6 0,0 6 0,0-4 0,0 4 0,0-13 0,0 13 0,0-7 0,0 3 0,-8 4 0,4-6 0,-7 8 0,-1 0 0,-5 0 0,0 0 0,0 0 0,-6 2 0,0 4 0,-8-4 0,3 4 0,1 1 0,-2-1 0,6 6 0,-4-5 0,3 1 0,2-1 0,-2 1 0,1-2 0,0-2 0,6 7 0,-1-7 0,1 2 0,-2-3 0,-4 3 0,4-4 0,-6 11 0,8-7 0,0 0 0,-1-6 0,1 6 0,0-1 0,0 1 0,0-4 0,-1 2 0,1 2 0,0-1 0,0-5 0,0 2 0,-1 4 0,-5-4 0,0 4 0,-1-4 0,1-2 0,2 5 0,-8 1 0,0 0 0,-5-6 0,-1 2 0,1 3 0,0-3 0,-1 4 0,-5-2 0,0 2 0,5-5 0,7 5 0,-1-2 0,2 2 0,1-4 0,3 3 0,3-3 0,-2-2 0,2 0 0,3 6 0,0 0 0,0-1 0,0-5 0,-1 0 0,1 0 0,0 0 0,0 8 0,0-6 0,-1 6 0,1-8 0,8 0 0,-5 2 0,8 3 0,1-3 0,5 14 0,-2-7 0,-4 1 0,4 5 0,-4-4 0,4 5 0,2 1 0,0 0 0,0 0 0,0 6 0,0 0 0,6 2 0,0-2 0,2-2 0,-3 7 0,-3-6 0,4 0 0,2 3 0,-1-2 0,1 0 0,0 2 0,-1-6 0,-1 4 0,-2-4 0,7-2 0,-5 6 0,4 0 0,-1-4 0,1-5 0,-5 5 0,7-8 0,-8 8 0,3-7 0,-1 3 0,0 2 0,7 0 0,-3 1 0,7-1 0,-6-6 0,1 1 0,-6-3 0,5 3 0,-5-3 0,5-3 0,1 2 0,5 3 0,-5 2 0,-1-7 0,0 6 0,7-7 0,-1 3 0,0-2 0,0-2 0,2 5 0,2-1 0,2-4 0,2-1 0,-2 3 0,-4-4 0,6 4 0,-2-4 0,0-2 0,8 0 0,-3 0 0,5 5 0,1 1 0,1 0 0,-1-6 0,2 2 0,5 4 0,-3-5 0,8 5 0,-6-4 0,6-2 0,0 0 0,5 0 0,1 0 0,0 0 0,-1 0 0,1 0 0,1-6 0,3-1 0,3-1 0,2 0 0,-5-3 0,1 5 0,-2-7 0,-1 3 0,0 1 0,-5 3 0,-9-2 0,1 3 0,-3-3 0,2 2 0,-2 4 0,8-3 0,-2-3 0,2 2 0,6-5 0,-1 5 0,-5 0 0,6 6 0,-10-5 0,4-1 0,-6 0 0,4 6 0,-2 0 0,-4 0 0,0-2 0,3-3 0,-3 3 0,6-4 0,-2 4 0,-4 2 0,4 0 0,-2 0 0,8 0 0,-2 0 0,-4 0 0,-2 0 0,2 0 0,-2 0 0,2-6 0,-1 1 0,-5-1 0,4 6 0,-9 0 0,-3 0 0,5 0 0,5 0 0,-2 0 0,5 0 0,1-6 0,-2 0 0,6 1 0,-6 5 0,0 0 0,-6 0 0,-5 0 0,0 0 0,-1 0 0,7 0 0,-8 0 0,-4 0 0,1 0 0,-1 0 0,8 0 0,-2 0 0,-3 2 0,3 1 0,2 3 0,1-2 0,8-2 0,1-2 0,4 6 0,-2-1 0,0-1 0,5-2 0,2-2 0,2 0 0,-1 0 0,1 0 0,-2 0 0,-5 0 0,5 0 0,-4 0 0,-2 0 0,2 0 0,-6-2 0,6-4 0,-2 4 0,4-3 0,-2 3 0,1 2 0,-4 0 0,-3 0 0,2 0 0,-2 0 0,0 0 0,-6 0 0,-1 0 0,-4 0 0,1 0 0,-7 0 0,2 0 0,-2 0 0,-2 0 0,8 0 0,-1 0 0,7 0 0,-1 0 0,3 0 0,1 0 0,2 0 0,8 0 0,-2 0 0,-2 0 0,2 0 0,-6 2 0,6 3 0,-8-3 0,2 4 0,2-4 0,-2-2 0,0 0 0,-5 0 0,5 0 0,0 0 0,6-6 0,-4 1 0,0 1 0,4 2 0,4 2 0,-10 0 0,11 0 0,-10 0 0,-5 0 0,6 0 0,-2 0 0,0 0 0,-1 0 0,-11 0 0,5 0 0,-5 0 0,5 0 0,1 0 0,1 0 0,-1 0 0,-5 0 0,0 0 0,-1 0 0,7 0 0,-3 0 0,-3 0 0,3 0 0,-3 0 0,2 0 0,-3 0 0,3 0 0,-8 0 0,6 0 0,-7 0 0,7 0 0,-6 0 0,0 0 0,2 0 0,-4 0 0,8 0 0,-6 0 0,5 0 0,1 0 0,5 0 0,1 0 0,-1 0 0,1 0 0,-1 0 0,2 0 0,4 0 0,-3-6 0,3 0 0,-4 1 0,-1 5 0,-1 0 0,1 0 0,-1 0 0,0 0 0,1-2 0,-1-4 0,-1 4 0,-3-4 0,-1 2 0,2-1 0,-7 3 0,-1-4 0,2 4 0,0 2 0,2 0 0,3 0 0,-5 0 0,-2 0 0,2 0 0,-2 0 0,2 0 0,-2 0 0,-4 0 0,4 0 0,-4 0 0,-2 0 0,2 0 0,4 0 0,-9 0 0,3 0 0,-2 0 0,1 0 0,1 0 0,0 0 0,0 0 0,0 0 0,1 0 0,-1 0 0,0 0 0,0 2 0,0 4 0,1-4 0,-1 3 0,6-3 0,0-2 0,2 0 0,-3 0 0,-2 0 0,3 0 0,1 0 0,-1 0 0,6 0 0,-6 0 0,2 0 0,-4 0 0,4 0 0,2 0 0,-6 0 0,1 0 0,0 0 0,0 0 0,-1-5 0,8-1 0,-8 0 0,2 6 0,2 0 0,-2 0 0,2-2 0,-2-3 0,-4 3 0,4-4 0,-2 4 0,2 2 0,-4 0 0,4 0 0,-2-2 0,2-4 0,-4 4 0,4-3 0,-4 3 0,-2 2 0,0 0 0,1 0 0,-1 0 0,0 0 0,0-6 0,0 0 0,1 3 0,-7 1 0,1 2 0,-1 0 0,6-2 0,1-4 0,-1 4 0,8-13 0,-6 11 0,4-6 0,-4 1 0,-2-1 0,0 5 0,0-7 0,-5 8 0,-1-1 0,-5-3 0,4 0 0,-3-1 0,5-3 0,-6-5 0,-1 0 0,-5 0 0,0 0 0,-2-1 0,-1 1 0,-3 0 0,-6-2 0,7-4 0,-7 4 0,6-4 0,-5 2 0,3 0 0,-1-2 0,-5 2 0,5 2 0,-3 2 0,3-1 0,-3 1 0,-3 0 0,3 0 0,-5 0 0,-6-1 0,2 3 0,-7 4 0,5-5 0,-6 5 0,0-4 0,-5-3 0,-1 3 0,1 4 0,0-3 0,-1 9 0,1-9 0,-1 3 0,1 1 0,0-1 0,-1 5 0,1-3 0,-1-1 0,1 0 0,-2 7 0,-5-3 0,5-2 0,-4 2 0,-2 1 0,2 5 0,-6 0 0,6 0 0,-2-6 0,1 0 0,-1 1 0,-4 3 0,4-2 0,0-2 0,2-2 0,-11 3 0,3 3 0,-10-4 0,-3-2 0,0 3 0,-4 1 0,-4 2 0,12 2 0,-6 0 0,2 0 0,3 0 0,1 0 0,5 0 0,1 0 0,-1 0 0,0 0 0,1 0 0,-9 0 0,-3 0 0,-2 0 0,0 0 0,4 0 0,2 0 0,1 0 0,7 0 0,1 0 0,4 0 0,4 0 0,0 0 0,2 0 0,-12 0 0,10 0 0,-9 0 0,3 0 0,-4 0 0,-5 0 0,-1 0 0,1-2 0,5-4 0,1 4 0,-1-3 0,-7 3 0,-2 2 0,0 0 0,3 0 0,-1 2 0,2 3 0,-7-3 0,7 4 0,0-2 0,5 2 0,8-4 0,4 3 0,2 3 0,-2-2 0,3-1 0,-5-5 0,0 2 0,-4 4 0,-5-4 0,-7 4 0,5-4 0,-5-2 0,5 0 0,1 0 0,2 0 0,5 0 0,4 0 0,13 0 0,-5 0 0,5 0 0,-5 1 0,1 3 0,1 2 0,2-2 0,1-2 0,-7-2 0,-7 2 0,-4 1 0,-3 3 0,-3-2 0,0-2 0,1-2 0,-7 0 0,1 0 0,0 2 0,5 4 0,6-5 0,0 5 0,2-4 0,-2-2 0,-2 0 0,8 0 0,-2 0 0,4 0 0,-2 0 0,2 0 0,1 6 0,3 0 0,-6-1 0,0-5 0,-1 0 0,7 0 0,-2 0 0,-4 0 0,3 0 0,-3 0 0,-2 2 0,2 4 0,5-4 0,7 4 0,-3-4 0,-1-2 0,-3 0 0,1 0 0,5 0 0,0 0 0,3 0 0,-5 0 0,2 0 0,-1 0 0,-1-6 0,3 0 0,-5 0 0,4 6 0,-1 0 0,1 0 0,-2 0 0,9 0 0,-7 0 0,6 0 0,-6 0 0,6 0 0,0 0 0,-2 0 0,4 0 0,-7 0 0,5 0 0,-6 0 0,2 0 0,-3 0 0,1 0 0,-2 0 0,-1 0 0,-2 0 0,1 0 0,2 0 0,5 0 0,1 0 0,-6 0 0,3 0 0,3 0 0,2 0 0,4 0 0,1 0 0,-5 0 0,1 0 0,-1 0 0,5 0 0,-1 0 0,-2 0 0,-2 0 0,2 0 0,-4 0 0,2 0 0,0-5 0,6-1 0,-6 0 0,0 6 0,2 0 0,2 0 0,2 0 0,0 0 0,0 0 0,-1-2 0,1-2 0,0-1 0,0-1 0,0 6 0,-1-2 0,1-4 0,0 4 0,0-3 0,5 1 0,1-2 0,-1 4 0,-5-5 0,0 1 0,0 0 0,5-2 0,1 3 0,-1 3 0,-5-4 0,6-2 0,-1 3 0,1-3 0,-7 2 0,1 4 0,0-5 0,0-1 0,0 6 0,-1-4 0,1 3 0,0-3 0,0 4 0,0-4 0,-1 2 0,1-1 0,6 3 0,-1-4 0,1 4 0,-5 0 0,3-2 0,2-1 0,-1-1 0,-5 6 0,5-6 0,1 1 0,-2 1 0,-3 2 0,-1-6 0,0 6 0,0-3 0,1 1 0,3 0 0,1-2 0,-1 2 0,4 1 0,-3-3 0,6 4 0,-5-4 0,5 4 0,-3 0 0,1-3 0,-5 3 0,9-6 0,-8 8 0,8 0 0,-5 0 0,3 0 0,4 0 0,-7 0 0,3 0 0,4 0 0,-6 0 0,8 0 0,0 0 0,0 15 0,0 8 0,-15 8 0,-4 3 0</inkml:trace>
  <inkml:trace contextRef="#ctx0" brushRef="#br0" timeOffset="7">23266 12826 8912,'17'-2'0,"1"-4"0,-3-5 0,-2-4 0,-1-4 0,1-2 0,0-2 0,-1 2 0,-4 2 0,-6 1 0,1 1 0,3 0 0,-2 0 0,-2 7 0,-10 3 0,6 7 0,-5 0 0,5 0 0,-4 0 0,4 0 0,-6 0 0,6 0 0,-3 0 0,-7 0 0,-5 5 0,-6 1 0,-6 2 0,-11-3 0,2 5 0,-8 7 0,-5 0 0,-7 1 0,-7 4 0,2 1 0,-10 6 0,-1-6 0,-8 8 0,-1-3 0,-5 3 0,-3-3 0,1 5-242,9-4 1,3-5 241,3-1 0,5 2 0,-5-2 0,10 0-81,2-6 1,0 0 80,-6 1 0,2 4 0,4 1 0,6-2 0,3-1 0,10-3 0,4 0 0,0 0 0,6 0 0,-5-5 0,11-1 0,-3-1 237,2 1 1,-1 3-238,7-9 0,0 7 169,6-6-169,-1-1 0,1-5 0,8 0 0,1 0 0,16-7 0,-6 5 0,5-6 0,-14 8 0,-3 6 0,-7 0 0,-8 7 0,-2-4 0</inkml:trace>
  <inkml:trace contextRef="#ctx0" brushRef="#br0" timeOffset="8">21287 12895 8912,'0'-17'0,"0"-1"0,0 1 0,0 6 0,0-1 0,0 7 0,0-7 0,0 8 0,-2-3 0,-4 9 0,-5 3 0,-4 13 0,-2 10 0,-3 1 0,-3 5 0,2-1 0,-7 13 0,-3 3 0,-1 7 0,3-3 0,0 4 0,8-5 0,-2-6 0,10-4 0,1-8 0,9-7 0,-3-4 0,6-6 0,6-5 0,9 1 0,8-7 0,7-1 0,-1-5 0,6 0 0,5 0 0,-4 0 0,4 0 0,2-1 0,-2-5 0,1 4 0,-7-4 0,0-1 0,1 1 0,-1 0 0,-1 6 0,-3 0 0,-1 0 0,-2 0 0,1 0 0,-5 8 0,-11 3 0,-4 10 0,-8 2 0,-8 8 0,-2-5 0</inkml:trace>
  <inkml:trace contextRef="#ctx0" brushRef="#br0" timeOffset="9">5713 14081 8912,'10'0'0,"-3"0"0,-7 0 0,0-2 0,0-3 0,0 3 0,0-6 0,0 0 0,0 6 0,0-5 0,0 7 0,0 0 0,8 0 0,-4 0 0,7 0 0,-5 0 0,6 0 0,-1 0 0,6 0 0,1 0 0,-1-2 0,0-4 0,6 4 0,0-3 0,-2 3 0,-2 2 0,4 0 0,0 0 0,6 0 0,-6 0 0,7-6 0,-1 0 0,1-1 0,-1 1 0,4 4 0,-5-4 0,5 4 0,1 2 0,-5-6 0,0 1 0,-7-1 0,7 6 0,-6 0 0,6 0 0,-8 0 0,2 0 0,-2 0 0,0 0 0,2 0 0,-2 0 0,-2 0 0,-2 0 0,0 0 0,1 0 0,-1 0 0,0 0 0,0 0 0,0 0 0,1 0 0,-1 0 0,0 0 0,0 0 0,-5 0 0,-1 0 0,1 0 0,5 0 0,6 0 0,0 0 0,0 0 0,-6 0 0,0 0 0,2 0 0,2 0 0,2 0 0,0 0 0,-6 0 0,1 0 0,-1 0 0,6 0 0,0 0 0,0-6 0,-6 1 0,0-1 0,2 6 0,2 0 0,2 0 0,0 0 0,-6 0 0,0 0 0,1 0 0,5 0 0,0 0 0,0 0 0,-6-2 0,0-2 0,0-2 0,0 1 0,1 5 0,-1 0 0,0 0 0,0-2 0,0-4 0,6 4 0,0-4 0,0 4 0,-6 2 0,1 0 0,-1 0 0,0 0 0,0 0 0,2 0 0,4 0 0,-4 0 0,4 0 0,-3 0 0,-3 0 0,0 0 0,0 0 0,0 0 0,1 0 0,-1 0 0,0 0 0,0 0 0,0 0 0,3 0 0,2 0 0,-2 0 0,3 0 0,-4 0 0,-2 0 0,2 0 0,2 0 0,2 0 0,-2 0 0,-2-5 0,-2-1 0,2 0 0,4 6 0,-2-5 0,8-1 0,-8-2 0,4 4 0,-2-1 0,0 1 0,2-4 0,-2 2 0,-4-1 0,4 1 0,-10 4 0,-1-4 0,-1 4 0,6 2 0,1 0 0,-1 0 0,0 0 0,0 0 0,0 0 0,1 0 0,-1 0 0,0 0 0,0 0 0,0 0 0,1 0 0,-1 0 0,-6-1 0,1-5 0,-1 4 0,6-4 0,-5 4 0,-1 2 0,1 0 0,5 0 0,0-7 0,0 5 0,1-6 0,-7 8 0,1 0 0,1 0 0,-5 0 0,1 0 0,-3 0 0,-2 0 0,7 0 0,-7 0 0,11 0 0,-5 0 0,7 0 0,-5 0 0,-1 0 0,1 0 0,5 0 0,0 0 0,0 0 0,0 0 0,1 0 0,-7-2 0,1-4 0,-1 5 0,6-5 0,0 4 0,1 2 0,-1 0 0,0 0 0,0 0 0,0 0 0,1 0 0,-1 0 0,0 0 0,0 0 0,1 0 0,-1 0 0,0 0 0,0 0 0,0 0 0,1 0 0,6 0 0,-4 0 0,2 0 0,-2-2 0,-3-4 0,0 4 0,0-3 0,0 3 0,1 2 0,-1 0 0,0 0 0,0 0 0,0 0 0,1 0 0,-1 0 0,0 0 0,0 0 0,1 0 0,-1 0 0,0 0 0,0 0 0,6 5 0,0 1 0,0 0 0,-6-6 0,2 6 0,2-1 0,2-1 0,-2-2 0,-2 0 0,-1 4 0,-1-4 0,0 3 0,0-1 0,0 2 0,1-4 0,-1 4 0,0-5 0,0-1 0,-5 6 0,-1 0 0,3 0 0,1 1 0,2-5 0,0 4 0,1-4 0,-1-2 0,0 6 0,0-1 0,0 1 0,1-6 0,-1 0 0,0 0 0,0 0 0,0 0 0,1 0 0,-1 0 0,0 0 0,0 2 0,0 4 0,1-4 0,-1 3 0,0-3 0,0-2 0,6 0 0,0 2 0,-2 2 0,-2 2 0,4-1 0,0-5 0,0 2 0,-6 4 0,3-4 0,2 4 0,-2-4 0,3-2 0,-4 0 0,-2 0 0,0 0 0,0 0 0,2 0 0,4 0 0,-4 0 0,4 0 0,-3 0 0,-1 0 0,2 0 0,4 0 0,1 0 0,-5 0 0,10 0 0,-6 0 0,2 0 0,1 0 0,1 0 0,0 0 0,-6 0 0,5 0 0,-5 0 0,6 0 0,0 0 0,3 0 0,-1 0 0,-3 0 0,1 0 0,5 0 0,-5 0 0,0 0 0,-6 0 0,5 0 0,-5 0 0,6 0 0,-8 0 0,2 0 0,-4 0 0,-2 0 0,1 0 0,-1 0 0,0 0 0,0 0 0,0 0 0,1 0 0,-1 0 0,-6 0 0,1 0 0,-1 0 0,6 0 0,1 0 0,-7 0 0,1 0 0,-1 0 0,6 0 0,0 0 0,1 0 0,-7 0 0,1 0 0,-1 0 0,6 0 0,1 0 0,-7 0 0,0 0 0,3 0 0,1 0 0,2 0 0,1 0 0,-1 0 0,-6 0 0,1 0 0,-1 0 0,6 0 0,1 0 0,-1 0 0,0 0 0,0 0 0,0 0 0,1 0 0,-1 0 0,0 0 0,0 0 0,0 0 0,1 0 0,1 0 0,4 0 0,-4 0 0,4 0 0,2 0 0,-2 0 0,5 0 0,-3 0 0,0 0 0,2 0 0,0 0 0,1 0 0,5 0 0,-5 0 0,5 0 0,-4 0 0,1 0 0,-1 0 0,3 0 0,-3 0 0,2 2 0,-1 1 0,-3 3 0,-2-2 0,4-2 0,-6-2 0,-1 0 0,-4 0 0,5 0 0,0 0 0,-2 0 0,-2 0 0,4 0 0,0 0 0,5 0 0,-5 0 0,8 0 0,-2 0 0,1 0 0,1 0 0,-3 0 0,3 0 0,7 0 0,2 0 0,1 0 0,-7 0 0,-2 0 0,-3 0 0,9-2 0,-3-4 0,-3 4 0,-3-3 0,0 3 0,5 2 0,-1-2 0,-3-2 0,-1-2 0,1 2 0,3 2 0,1 2 0,3 0 0,3 0 0,-4 0 0,4 0 0,-3 0 0,-3 0 0,2 0 0,5 0 0,-5 0 0,4 0 0,-4 0 0,-1 0 0,-1 0 0,1 0 0,-3 0 0,-3 0 0,3 0 0,-3 0 0,2 0 0,-3 0 0,5 0 0,-5 0 0,3 0 0,-2 0 0,3 0 0,-3 0 0,3 0 0,3 0 0,-3 0 0,-3 0 0,7 0 0,-7 0 0,7 0 0,-7 0 0,-2 0 0,1 0 0,-1 0 0,2 0 0,2 0 0,-9 0 0,3 0 0,-2 0 0,-2 0 0,6 0 0,-2 0 0,-4 0 0,6 0 0,1 0 0,-1 0 0,2 0 0,-6 6 0,6 0 0,-3 0 0,3-6 0,2 2 0,-9 3 0,7-3 0,-6 4 0,6-4 0,-4-2 0,0 0 0,-1 0 0,1 0 0,-2 0 0,-2 0 0,8 0 0,-8 0 0,2 0 0,-2 0 0,2 0 0,-4 0 0,4 0 0,-4 0 0,-2 0 0,0 0 0,1 0 0,-1 0 0,0 0 0,0 0 0,0 0 0,1 0 0,-1 0 0,0-2 0,0-4 0,6 4 0,0-3 0,2 3 0,-2 2 0,4 0 0,7 0 0,-5-6 0,0 0 0,-3 0 0,5 6 0,-2 0 0,1 0 0,-5 0 0,-2 0 0,2 0 0,-2 0 0,-2 0 0,-2 0 0,0 0 0,4 0 0,-4 0 0,4 0 0,-4 0 0,-2 0 0,1 0 0,-1 0 0,0 0 0,0 0 0,2 0 0,4 0 0,-4 6 0,4 0 0,-3-2 0,-3-2 0,0 3 0,0 1 0,0 0 0,1-6 0,-5 6 0,4-1 0,-7 1 0,13-6 0,-8 6 0,8-1 0,-4 1 0,-2-6 0,0 2 0,1 4 0,-1-4 0,0 4 0,-5-5 0,-1-1 0,0 6 0,7 0 0,-1-2 0,0-2 0,-5-2 0,-1 0 0,1 0 0,5 0 0,-6 2 0,1 1 0,1 3 0,2 0 0,3-6 0,-7 0 0,1 0 0,1 0 0,2 0 0,2 0 0,1 0 0,-1 0 0,0 0 0,0 0 0,-5 0 0,-1 0 0,1 0 0,5 0 0,0 0 0,-5 0 0,-1 0 0,-5 0 0,5 0 0,3 0 0,1 0 0,2 0 0,-5 0 0,-1 0 0,1 0 0,5 0 0,-6 0 0,1 0 0,-7 0 0,7 0 0,1 0 0,3 0 0,1 0 0,0 0 0,0 0 0,0 0 0,1 0 0,-1 0 0,0 0 0,0 0 0,-5 0 0,-1 0 0,-7 0 0,11 0 0,-13 0 0,6 0 0,-8 0 0,0 0 0,-8 0 0,-3 6 0,-12-1 0,-12 9 0,-9-5 0</inkml:trace>
  <inkml:trace contextRef="#ctx0" brushRef="#br0" timeOffset="10">20255 13101 8912,'-8'10'0,"6"-3"0,-6-14 0,3 3 0,-1-8 0,-7 1 0,1-6 0,-3 7 0,-2 3 0,-1-1 0,1 6 0,0-4 0,-2 2 0,-4-1 0,2 3 0,-6-4 0,2 4 0,-5 2 0,1 0 0,-4 0 0,-7 0 0,0 0 0,-2 0 0,2 2 0,-6 2 0,-4 2 0,4 1 0,1-1 0,-1-2 0,-6 7 0,8-1 0,4 1 0,4 5 0,1-5 0,6-1 0,1 1 0,7 1 0,-2 5 0,4 0 0,1 2 0,1 2 0,0 2 0,6 8 0,-1-3 0,1 5 0,-7 1 0,1 0 0,0 1 0,2-1 0,3 1 0,-3-1 0,3 0 0,-3 7 0,-2-1 0,0 5 0,0-4 0,5-1 0,1-6 0,7 2 0,-2 1 0,4-1 0,2-4 0,0-1 0,0 3 0,8-5 0,3 0 0,3-8 0,-3 2 0,4-4 0,-3-2 0,9 6 0,2 0 0,6 0 0,-7-6 0,9 2 0,-2 4 0,9-4 0,2 4 0,8-4 0,-2-2 0,5-5 0,7-3 0,5-1 0,4-4 0,2 3 0,0-1 0,-1 0 0,1-6 0,-2 0 0,-4 0 0,2 0 0,-7 0 0,-1-2 0,-5-4 0,5 2 0,0-7 0,1 1 0,-7-1 0,1-4 0,0 3 0,5-1 0,0 1 0,-5-3 0,-6 4 0,-8-5 0,2-1 0,2 0 0,-2 0 0,-7 0 0,-10-1 0,-4 1 0,-2 0 0,-2 0 0,-3 0 0,1-8 0,-7-4 0,0-9 0,-6-4 0,0-2 0,0-4 0,-6 4 0,0-2 0,-5 1 0,5-7 0,-5 2 0,5 4 0,-2-3 0,4 3 0,-3-4 0,-3-1 0,-3-7 0,-10 1 0,2 5 0,-8 7 0,-5 6 0,-6-1 0,-16 0 0,-1 6 0,-8 1-113,-4 10 1,0 10 112,0-4 0,-5 11 0,-1 0 0,6 4 0,6 2 0,8 14 0,-3 3 0,1 12 0,3 1 0,5 7 0,-1 3 0,0 0 0,-5 0 0,-1 0 0,5-2 0,1-2 0,4-1 0</inkml:trace>
  <inkml:trace contextRef="#ctx0" brushRef="#br0" timeOffset="11">13560 10625 8912,'-9'-17'0,"-1"6"0,5-1 0,-7-1 0,3 3 0,-3-1 0,8 7 0,-3-4 0,7 8 0,0 0 0,7 0 0,5 0 0,9 0 0,2 0 0,13 0 0,-2 0 0,12 0 0,0 0 0,17-7 0,10-7 0,9-7 0,-36 7 0,2 0 0,7-2 0,3-1 0,1 0 0,2 0 0,6-3 0,0 0-65,2 0 1,0 0-1,-4-1 1,0 1-1,1 3 1,0 0-1,-4 0 1,0 0 64,-2-1 0,0 1 0,3 3 0,1 2 0,-1 0 0,0 1 0,-3 1 0,-2 1 0,-3 1 0,-1 0 0,-1 1 0,-1 1 0,0 0 0,0 0 0,4 4 0,1-1 0,3-3 0,0 0 0,-1 4 0,1 0-204,0-1 0,0 1 0,0 0 0,0 2 204,-2 0 0,-1 0 0,6 0 0,0 0 0,3 0 0,0 0 0,-2 0 0,-1 0 0,-3 0 0,0 0 0,-3 0 0,-1 2 0,-4 0 0,-1 1 0,2 3 0,-1 2 0,3 2 0,-1 1 0,-5-1 0,0 1-148,0 2 0,-1 2 0,36 16 148,-3 9 0,5 4 0,-41-18 0,1 0 0,0 0 0,0-1 0,1 1 0,0 0 0,-3 2 0,0 1 0,2 0 0,0-1 0,-3 1 0,0-2 0,35 21 0,-9-4 0,-10-2 0,-11-2-2,-2-6 1,-2 0 1,2 1 0,-10-1 224,-7 1 1,-2-1-225,1 0 0,5 12 0,-5 4 0,3 2 0,-2 3 0,3 6 0,-3-4 0,3 6 0,3-5 0,-6-3 0,-1-9 0,-5 2 408,6-8 0,-8 0-408,2-6 0,-4 1 0,-4-1 0,-1 0 255,-3 1 1,-1 3-256,1-4 0,4 10 0,-3-9 0,3 1 1,2 0 1,6 5-2,0-1 0,0 0 0,-6-6 0,1 1 0,-1-1 0,-6-2 0,1-3 0,-8 2 0,1-8 0,-3 5 0,-2-3 0,0 0 0,0 0 0,0-2 0,0-6 0,0 0 0,0 0 0,2-7 0,4-5 0,-4-3 0,5-2 0,-7 0 0,0 0 0,-7 0 0,-3 2 0,-7 4 0,-8 4 0,-2 7 0,-7 0 0</inkml:trace>
  <inkml:trace contextRef="#ctx0" brushRef="#br0" timeOffset="12">19205 12482 8912,'9'-2'0,"-1"-2"0,-2-3 0,0-3 0,1-1 0,-3-6 0,2-1 0,0 1 0,-6 8 0,0-7 0,1 22 0,5 0 0,-2 7 0,7 4 0,1 3 0,5 2 0,6 3 0,0 4 0,8 2 0,-3-9 0,-1 7 0,2-6 0,-1 0 0,5-6 0,-2 0 0,-3 1 0,-9-7 0,-1 0 0,-1-7 0,-6 2 0,-3-4 0,0-2 0,-10 0 0,-4 0 0,-6 2 0,-11 4 0,4-3 0,-4 7 0,4-2 0,2-5 0,0-1 0,0-2 0</inkml:trace>
  <inkml:trace contextRef="#ctx0" brushRef="#br0" timeOffset="13">19773 12276 8912,'0'17'0,"0"-5"0,0-1 0,0 0 0,-10 14 0,-9 6 0,-13 9 0,-12 12 0,-16 11 0,26-24 0,-1 2-376,-2 2 1,-2 2 0,-7 6-1,-2 1 1,1-1 0,-1 1-1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7.027"/>
    </inkml:context>
    <inkml:brush xml:id="br0">
      <inkml:brushProperty name="height" value="0.053" units="cm"/>
      <inkml:brushProperty name="color" value="#FF0000"/>
    </inkml:brush>
  </inkml:definitions>
  <inkml:trace contextRef="#ctx0" brushRef="#br0">19153 5966 8912,'0'17'0,"0"0"0,0-7 0,-2 3 0,-3-7 0,3-2 0,-4-10 0,4 2 0,2-7 0,0 7 0,0-4 0,0 6 0,0-3 0,2 1 0,4-8 0,3 7 0,8-7 0,8 1 0,4-6 0,13-6 0,10 0 0,11-10 0,17-1 0,8-2-250,-37 13 1,1 0-1,1 0 1,-1 0 249,3-3 0,-1 0 0,-1 0 0,0 1 0,2 0 0,1 0 0,-2 2 0,1 0 0,-1 3 0,0 0 0,-2-1 0,-2 0-57,-3 1 1,-2 0 0,25-11 56,-12 14 0,-20 2 0,-17 7 0,-6 1 0,-3-1 0,-8 2 0,3 6 0,-7 0 0,-2 0 980,-3 0-980,3 0 93,-14 0 1,7 6-94,-8 0 0,-3 1 0,-2-1 0,-5-4 0,-8 6 0,1-8 0</inkml:trace>
  <inkml:trace contextRef="#ctx0" brushRef="#br0" timeOffset="1">19463 5416 8912,'15'-17'0,"-1"-1"0,-5 1 0,-1 0 0,-2 6 0,-6-1 0,0-1 0,0 5 0,0 0 0,0 8 0,-8 8 0,-3 4 0,-7 5 0,-5 6 0,2 3 0,-7 9 0,5-7 0,-6 1 0,0 0 0,-5 5 0,1 6 0,3 0 0,1-1 0,-1-3 0,-3-2 0,-1 1 0,-7 5 0,1 0 0,4-2 0,5-2 0,1-1 0,7-1 0,0-1 0,6-5 0,7 3 0,4-8 0,4 2 0,2-2 0,4-4 0,8 4 0,1-6 0,16-6 0,7 5 0,10-5 0,4-1 0,1 1 0,1-7 0,0 2 0,-1-5 0,1-1 0,7 0 0,4 0 0,-3 0 0,-3 0 0,2 0 0,-1 0 0,-9 0 0,-9 0 0,-3 0 0,-3 0 0,-7 0 0,-4 0 0,-12 0 0,5-7 0,-7-3 0</inkml:trace>
  <inkml:trace contextRef="#ctx0" brushRef="#br0" timeOffset="2">21356 4866 8912,'2'-23'0,"2"0"0,1 2 0,-1 2 0,-2 2 0,-9 1 0,-5 9 0,-1 10 0,-1 17 0,3 10 0,5 8 0,-3 14 0,1 1 0,4 5 0,2 3 0,2 8 0,0-1 0,0 1 0,2 0 0,4 0 0,1-4 0,7-6 0,-3-10 0,3-5 0,-5-11 0,3-10 0,-7-12 0,7-5 0,-4-12 0,9-5 0,-4-14 0,10-9 0,4-3 0,0-10 0,1-5 0,1-3 0,-2-1 0,1 10 0,-3-1 0,-7 6 0,-1 7 0,0 5 0,-8 14 0,-3-2 0,-4 13 0,-2 4 0,2 8 0,4 9 0,-4 8 0,5 3 0,-1 5 0,0 1 0,5 1 0,-5-1 0,7-7 0,-1-4 0,3 0 0,2-6 0,1 2 0,-1-13 0,0 5 0,0-5 0,0-2 0,1-10 0,-1-4 0,0-7 0,-7-8 0,-3-1 0</inkml:trace>
  <inkml:trace contextRef="#ctx0" brushRef="#br0" timeOffset="3">21786 4814 8912,'-17'-17'0,"6"0"0,-1 0 0,8 5 0,-2 1 0,5-1 0,2 3 0,7 3 0,7 4 0,6 2 0,2 0 0,-5 0 0,6 8 0,3 1 0</inkml:trace>
  <inkml:trace contextRef="#ctx0" brushRef="#br0" timeOffset="4">22268 4952 8912,'-17'0'0,"0"2"0,-1 3 0,3-1 0,2 6 0,1-1 0,-1 1 0,3 7 0,-1 6 0,7 7 0,-2-1 0,4 5 0,2 7 0,2-5 0,4 4 0,0-4 0,9-1 0,4-3 0,0-3 0,8-4 0,2-8 0,3-8 0,3-3 0,1-6 0,4-6 0,2-5 0,4-12 0,2-4 0,-8-7 0,0-1 0,-5 1 0,-9-6 0,-3 2 0,-5 3 0,-7 5 0,-3 7 0,-8-6 0,-2 8 0,-4-2 0,-5 10 0,-12 1 0,2 9 0,-8-3 0,6 6 0,-6 6 0,8 5 0,-2 12 0,4-2 0,2 6 0,2 0 0,3-1 0,5-3 0,7 6 0,0-6 0,0 5 0,7-5 0,5 6 0,13-14 0,9 3 0,2-11 0,10 5 0,-2-9 0,2 3 0,4-12 0,-6-7 0,2-6 0,-1-4 0,-6-2 0,1 2 0,-11 2 0,-7-7 0,-4 5 0,-7-6 0,-3 0 0,-8-5 0</inkml:trace>
  <inkml:trace contextRef="#ctx0" brushRef="#br0" timeOffset="5">23025 4969 8912,'10'9'0,"-3"1"0,-7-4 0,0-4 0,0 13 0,0-4 0,0 5 0,0 1 0,0 0 0,-1 6 0,-5 0 0,4 5 0,-4-5 0,4 8 0,2-2 0,-2-5 0,-3-1 0,3-4 0,-4-1 0,4-1 0,2 0 0,0 0 0,0-15 0,0-8 0,8-15 0,3-9 0,4-6 0,3-5 0,-1-1 0,0 2 0,6 2 0,0-8 0,0 14 0,-6-3 0,0 7 0,0-1 0,-5 6 0,-1 12 0,1 3 0,3 10 0,-3 4 0,-3 11 0,-3 12 0,-4-3 0,4 3 0,-3 0 0,3 5 0,8-2 0,7-3 0,0-4 0,7-8 0,1-7 0,5-5 0,1-3 0,-1-9 0,1-3 0</inkml:trace>
  <inkml:trace contextRef="#ctx0" brushRef="#br0" timeOffset="6">23834 4848 8912,'8'-34'0,"-6"2"0,3 3 0,-5-2 0,-5 10 0,-7 6 0,-9 6 0,-2 9 0,-2 1 0,2 5 0,2 9 0,-7 8 0,7 8 0,-2-2 0,4 3 0,1 2 0,9 1 0,3-1 0,4-1 0,2-5 0,2 3 0,4-8 0,5 6 0,12-7 0,-2 1 0,8-5 0,-6-3 0,5-4 0,-6 5 0,0-5 0,1 4 0,-3 1 0,-7-3 0,-4-2 0,-3 1 0,-6 5 0,-2 0 0,-3 0 0,-7 1 0,-11-1 0,-2 0 0,-3 0 0,-5-1 0,4-5 0,5-3 0,1-8 0,4 0 0,1 0 0,1-2 0,2-6 0,3-9 0,7-10 0,3-5 0,-6-10 0,-2-2 0</inkml:trace>
  <inkml:trace contextRef="#ctx0" brushRef="#br0" timeOffset="7">24127 4934 8912,'-8'10'0,"-2"-2"0,1-1 0,1-5 0,8 13 0,2-13 0,4 4 0,7-4 0,8-2 0,0 0 0,8 0 0,-6-6 0,6 1 0,-3-9 0,3 3 0,2-5 0,-8-1 0,-1 0 0,-4 0 0,-3 0 0,-4-1 0,3 1 0,-8 0 0,-1-6 0,-7 0 0,-5 2 0,-10 2 0,-3 10 0,-8 3 0,-1 4 0,-5 4 0,-1 4 0,1 5 0,-1 10 0,1 2 0,0 13 0,-1-1 0,10 3 0,8-4 0,2 6 0,9 0 0,2 1 0,10-7 0,11-7 0,12-4 0,9-10 0,4-3 0,2-3 0,4-3 0,-4-2 0,2-2 0,-8-8 0,2-3 0,-3-4 0,5-10 0,2-2 0</inkml:trace>
  <inkml:trace contextRef="#ctx0" brushRef="#br0" timeOffset="8">25503 4333 8912,'-7'9'0,"-5"-3"0,-3-4 0,3 4 0,1 1 0,-1 3 0,3 3 0,-6 10 0,3 6 0,3 13 0,-1 9 0,2 10 0,4 6 0,3 2 0,1 0 0,0 2 0,0 3 0,1-9 0,3 2 0,4-6 0,2-6 0,-7 3 0,3-7 0,-4-3 0,-4-15 0,-4-5 0,-5-5 0,-12-4 0,-4-9 0,-7-3 0</inkml:trace>
  <inkml:trace contextRef="#ctx0" brushRef="#br0" timeOffset="9">25142 4694 8912,'0'-17'0,"0"-1"0,0 1 0,0 0 0,0 0 0,4 0 0,7-1 0,3 9 0,14 3 0,1 12 0,7 5 0,2 5 0,3 1 0,1 0 0,-2 0 0,-6 8 0,1 4 0,-3-3 0,-9 3 0,-8-8 0,-9 2 0,-4 4 0,-2 1 0,-8-3 0,-3-2 0,-14-4 0,-9-2 0,-3 1 0,-9-1 0,8-6 0,-2-1 0,4-3 0,1-3 0,-7-2 0,-2-2 0</inkml:trace>
  <inkml:trace contextRef="#ctx0" brushRef="#br0" timeOffset="10">25675 4247 8912,'10'-17'0,"-4"-1"0,3 1 0,-7 9 0,4 8 0,-4 16 0,-2 14 0,0 9 0,0 6 0,-6 7 0,0 5 0,1 2 0,5 5 0,0 2 0,0-4 0,0 1 0,0 0 0,7-10 0,5-1 0,-3-8 0,3-10 0,-1-9 0,6-8 0,1-9 0,-1-6 0,0-2 0</inkml:trace>
  <inkml:trace contextRef="#ctx0" brushRef="#br0" timeOffset="11">26054 4642 8912,'9'-17'0,"-3"0"0,-4 0 0,-4 7 0,-4 4 0,-5 4 0,-12 2 0,2 2 0,-8 4 0,8 4 0,-2 7 0,4 6 0,2 0 0,0 0 0,0 1 0,5-5 0,1 4 0,7-3 0,-2-3 0,4 0 0,2 0 0,0-5 0,0-1 0,8-7 0,3 2 0,5-5 0,1-1 0,0-7 0,0-5 0,6 3 0,0-3 0,0 1 0,-6-6 0,1 1 0,-1 5 0,0-4 0,0 11 0,0-8 0,-5 9 0,-1-3 0,-5 4 0,6 2 0,-1 0 0,6 6 0,0-1 0,1 3 0,-1-2 0,-6-4 0,1 3 0,-1 3 0,6-2 0,1-2 0,-1-2 0,0-2 0,0-8 0,0-2 0</inkml:trace>
  <inkml:trace contextRef="#ctx0" brushRef="#br0" timeOffset="12">26484 3954 8912,'-9'-7'0,"-7"5"0,7-6 0,-3 2 0,1 1 0,5 1 0,-4 12 0,3 9 0,-5 8 0,7 11 0,-1 6 0,-2 10 0,6 5 0,-3 6 0,3 8 0,2-8 0,5 7 0,3-9 0,2 1 0,3-5 0,2-6 0,3-7 0,-3-7 0,-4-7 0,5-11 0,-5-1 0,4-1 0,3-15 0,-1 3 0,0-8 0,2-5 0,2-4 0,2-7 0,2 0 0,-2-9 0,-4-1 0,4-5 0,-4-1 0,-2 1 0,-7-1 0,-4 1 0,-5 7 0,-1 4 0,0 4 0,0 2 0,-7 7 0,-5 5 0,-9 5 0,-4 5 0,1 9 0,-1 7 0,2 0 0,6 8 0,-1 3 0,3 6 0,4-3 0,5-3 0,4 4 0,2-7 0,10-4 0,7-2 0,10-6 0,13-6 0,-2 3 0,8-8 0,-2-1 0,2-5 0,0-2 0,-12-3 0,-3 1 0,-14-8 0,-2-1 0,-3-2 0,-9-8 0,-14 0 0,-8-15 0,-16 1 0</inkml:trace>
  <inkml:trace contextRef="#ctx0" brushRef="#br0" timeOffset="13">26364 4384 8912,'-35'17'0,"1"-7"0,-1-4 0,14-4 0,4-2 0,11 0 0,1 0 0,12 0 0,11 0 0,8-6 0,16-2 0,8-1 0,6-5 0,7 5 0,-6-3 0,6 1 0,-6-6 0,9-8 0,-5-2 0</inkml:trace>
  <inkml:trace contextRef="#ctx0" brushRef="#br0" timeOffset="14">27310 4230 8912,'-2'9'0,"-3"-3"0,3 3 0,-8-1 0,4 3 0,4 5 0,-3-5 0,3 4 0,2 3 0,-6-1 0,0 0 0,1 2 0,5 2 0,0 2 0,0-2 0,-2 4 0,-4-2 0,4 0 0,-4-6 0,2 0 0,-1 0 0,3-5 0,-4-1 0,2-7 0,-2 2 0,5-4 0,-7-4 0,8-4 0,0-7 0,0-8 0,0-4 0,0-4 0,2-3 0,4 3 0,-3-3 0,9-3 0,-3 7 0,3-1 0,3 8 0,-3-2 0,3 4 0,2 2 0,0 1 0,1 5 0,-1 3 0,0 8 0,0 0 0,0 6 0,1 0 0,-1 7 0,0-1 0,0 5 0,0 6 0,-1-10 0,-5 4 0,8-3 0,-7 3 0,13-6 0,-8 1 0,4-8 0,-4 1 0,0-3 0,1-2 0,-1 0 0,0 0 0,0 0 0,0 0 0,1-2 0,-1-3 0,0-7 0,0-3 0,0-2 0,-7-1 0,5 1 0,-13 0 0,6 8 0,-8 3 0,0 12 0,0 3 0,0 8 0,0 0 0,0 1 0,0-1 0,0 0 0,2 0 0,3 0 0,3-5 0,6-3 0,-3 1 0,2 0 0,3-7 0,1 3 0,0-4 0,0-2 0,1-8 0,-1-3 0,-6-4 0,1-3 0,-9-4 0,3-1 0,-4-2 0,-2 2 0,-8 4 0,-3-6 0,-4 2 0,-2 0 0,-1 6 0,1 5 0,-6 3 0,0-3 0,0 5 0,6 9 0,0 3 0,7 5 0,3 7 0,7 0 0,0 1 0,0-1 0</inkml:trace>
  <inkml:trace contextRef="#ctx0" brushRef="#br0" timeOffset="15">28721 4264 8912,'0'17'0,"0"0"0,0-7 0,0 5 0,0-3 0,-2-3 0,-1 5 0,-5 3 0,-2 4 0,1 7 0,-3-5 0,-3 14 0,4-3 0,1 12 0,-2 0 0,1 5 0,1 7 0,-12-5 0,2 6 0</inkml:trace>
  <inkml:trace contextRef="#ctx0" brushRef="#br0" timeOffset="16">27499 5295 8912,'-17'-7'0,"0"-5"0,0-3 0,0-2 0,1 0 0,3 0 0,1-1 0,9 1 0,-3 0 0,4 5 0,2 1 0,0 7 0,2 4 0,2 14 0,1 7 0,-1 7 0,4 7 0,-2 5 0,1 6 0,-1 11 0,-2-4 0,5 7 0,1-3 0,0 0 0,-5 1 0,7-7 0,-6-1 0,5-4 0,0-6 0,7-12 0,-7-5 0,1-11 0,1-6 0,2-5 0,4-4 0,4-9 0,-4-1 0,4-16 0,-5 0 0,-7-5 0,4 2 0,-3 3 0,-3-2 0,3 8 0,-8 1 0,11 4 0,-13 11 0,4 7 0,-4 9 0,-2 14 0,0-2 0,0 8 0,0-2 0,0 1 0,0-1 0,0-4 0,2-10 0,3 4 0,-1-11 0,8 0 0,-1-12 0,6-3 0</inkml:trace>
  <inkml:trace contextRef="#ctx0" brushRef="#br0" timeOffset="17">27740 5381 8912,'-11'0'0,"-1"0"0,9 0 0,-5 0 0,8 0 0,8 0 0,9 8 0,10 2 0</inkml:trace>
  <inkml:trace contextRef="#ctx0" brushRef="#br0" timeOffset="18">28033 5553 8912,'-17'0'0,"0"0"0,-1 0 0,1 2 0,0 4 0,2 7 0,3 8 0,-3 8 0,3 11 0,3 2 0,-3 4 0,8 6 0,1-3 0,6 5 0,9-5 0,5 1 0,6-10 0,-2-2 0,8-9 0,0-12 0,5-11 0,2-6 0,3-8 0,3-9 0,2-10 0,-4-13 0,6-6 0,-8 3 0,2-3 0,-9 8 0,-3-3 0,-14 5 0,-3 2 0,-7-1 0,-6 9 0,-4 3 0,-9 11 0,-10 6 0,-2 5 0,-3 1 0,3 3 0,-2 9 0,8-1 0,-2 12 0,-2 4 0,3 2 0,4 3 0,7 2 0,7-5 0,-2 0 0,4-2 0,2 1 0,4-3 0,8-10 0,11-3 0,7-7 0,7-3 0,3-2 0,4-7 0,7-5 0,-1-9 0,-4-2 0,4-7 0,-4 1 0,-6-3 0,-6-3 0,-1 3 0,-10 3 0,-2-3 0,-10 3 0,-1 4 0,-7 2 0,3 4 0,0 2 0,-14 7 0,1 5 0,-5 10 0,-1 5 0,7 7 0,-5 0 0,5 1 0,0-1 0,-2 0 0,7 2 0,-5 4 0,4-4 0,2 4 0,0-2 0,0 2 0,0-4 0,0 4 0,0-4 0,0-2 0,0 0 0,0 1 0,0-1 0,0-8 0,0-1 0,0-8 0,2-10 0,2-5 0,1-6 0,7-11 0,-5-1 0,3-5 0,3 0 0,-3 2 0,1 1 0,1 1 0,5-1 0,0 9 0,1 3 0,-1 5 0,0 7 0,0 1 0,0 5 0,-5 5 0,-1 0 0,-1 9 0,1 14 0,5-4 0,-7 6 0,3-2 0,-1 0 0,1 0 0,11-8 0,0-3 0,1-5 0,-1-7 0,-4 0 0,6-2 0,-2-3 0,0-7 0,6-11 0,-6-5 0,2 1 0,-2-2 0,-4-1 0,4-10 0,-10 3 0,-1-3 0,-9-2 0,3 2 0,-4 6 0,-2 5 0,-8 10 0,-3 2 0,1 1 0,-1 11 0,-1 7 0,-5 9 0,0 6 0,0 6 0,0 4 0,-1 7 0,1 1 0,0-1 0,0 0 0,-1 1 0,9-1 0,3 1 0,4-7 0,2 1 0,2-8 0,4 2 0,11 0 0,12-4 0,1-4 0,-1 0 0,4-5 0,-5 1 0,3-7 0,-2 2 0,-5 4 0,-6 1 0,-3-1 0,-4 1 0,-3 0 0,-8 7 0,-2-1 0,-4 0 0,-5 0 0,-12 0 0,4 1 0,-6-3 0,2-4 0,0-5 0,6-4 0,5-2 0,1-15 0,-6-4 0</inkml:trace>
  <inkml:trace contextRef="#ctx0" brushRef="#br0" timeOffset="19">29410 5622 8912,'0'10'0,"0"5"0,0-5 0,0-1 0,7-1 0,5-8 0,3-8 0,2-3 0,6-7 0,4-3 0,4-3 0,5-3 0,4-8 0,0-5 0,-3 0 0,3 6 0,-6-6 0,-5 0 0,-8 3 0,-8 7 0,-5-3 0,-8 5 0,0 3 0,0 2 0,-8 11 0,-5 7 0,-6 5 0,-4 5 0,-2 9 0,2 14 0,4 3 0,-4 15 0,6 0 0,5 5 0,-1 7 0,7-1 0,2-4 0,2-5 0,12 0 0,7-8 0,8 0 0,9-5 0,8-11 0,4-6 0,-2-9 0,2-9 0,0 0 0,6 0 0,-8-13 0,-4-4 0,-4-20 0,-1 1 0</inkml:trace>
  <inkml:trace contextRef="#ctx0" brushRef="#br0" timeOffset="20">30597 5227 8912,'0'26'0,"6"1"0,-1-4 0,9 13 0,-3 16 0,3 9 0,-1 16 0,-1 9 0,1 9 0,-6-44 0,-1 1 0,0 3 0,0-1-350,2-1 1,-1-1 0,-5 4 0,-2-1 0,4-3-1,0-1 1</inkml:trace>
  <inkml:trace contextRef="#ctx0" brushRef="#br0" timeOffset="21">27138 7084 8912,'0'-18'0,"0"1"0,6 0 0,0 0 0,-3 0 0,-1-1 0,-2 1 0,0-6 0,0 0 0,0 0 0,0-1 0,0 3 0,0-6 0,0 2 0,0 4 0,-2 4 0,-3 5 0,-5 5 0,-7 7 0,-6 15 0,0 8 0,-6 15 0,6 8 0,-7 6 0,1 5 0,-2 6 0,3 4 0,3 2 0,8-1 0,1 1 0,5 0 0,3-8 0,8-4 0,2-11 0,4-6 0,11-11 0,12-8 0,3-8 0,3-7 0,7-6 0,4-6 0,-2-5 0,2-12 0,-16 4 0,10-21 0,-13 3 0</inkml:trace>
  <inkml:trace contextRef="#ctx0" brushRef="#br0" timeOffset="22">27362 7170 8912,'17'26'0,"-7"-1"0,-3-15 0,-7-1 0,0-3 0,2-2 0,2 7 0,2 3 0,7 1 0,-1 2 0,-3 0 0,3 0 0,-7 6 0,7 0 0,-6 6 0,3-6 0,-1-2 0,-4-2 0,3-8 0,-1 1 0,0-6 0,-6 5 0,0-7 0,0 2 0,0-12 0,-2-6 0,-4-10 0,4 1 0,-4-8 0,4-2 0,2-1 0,0-3 0,0 1 0,6 0 0,0-1 0,9 7 0,2-1 0,1 6 0,5-6 0,1 10 0,1 0 0,2 8 0,4 3 0,-5 2 0,3 6 0,-2 0 0,2 0 0,3 0 0,-5 0 0</inkml:trace>
  <inkml:trace contextRef="#ctx0" brushRef="#br0" timeOffset="23">27930 7256 8912,'0'17'0,"-6"0"0,0 0 0,-7-7 0,11 5 0,-8-13 0,5 4 0,3-6 0,-4-6 0,4-6 0,2 3 0,0-3 0,2 1 0,4-6 0,1-6 0,5 0 0,1 0 0,-7 6 0,5 0 0,-5-1 0,-2 1 0,-2 0 0,6 0 0,-7 0 0,7-1 0,-16 9 0,-1 11 0,-8 15 0,-6 2 0,0 10 0,2 3 0,2 6 0,7-1 0,1 3 0,7-6 0,-2-5 0,8-4 0,10-8 0,1-2 0,16-3 0,5-7 0,6-10 0,8-5 0,-2-9 0,4-4 0,1-6 0,1-3 0,-1-2 0,-5 5 0,0 0 0,-8 2 0,3-1 0,-7-3 0,-5 8 0,-6 6 0,-14 8 0,-9 1 0,-15 2 0,-14 6 0,-3 8 0,-3 3 0,1 6 0,-1 6 0,3-2 0,3 8 0,-1 0 0,7 5 0,0 1 0,6-1 0,1 0 0,5 1 0,-3-3 0,9-3 0,1 1 0,10-7 0,3 0 0,8-6 0,3-7 0,2-4 0,5-6 0,8-6 0,-1-7 0,0-8 0,1-12 0,-1-7 0,-1-8 0,-5 2 0,3-3 0,-8-3 0,-2 1 0,-9-1 0,-3-2 0,-3-3 0,-4-2 0,3-2 0,-3 7 0,-2 7 0,-5 14 0,-1-1 0,-2 18 0,3 5 0,3 7 0,-6 8 0,8 7 0,0 10 0,0 20 0,-6 1 0,1 3 0,-1 11 0,6-5 0,0 1 0,0-4 0,6-1 0,-1-6 0,7-1 0,-7-6 0,9-1 0,-3-5 0,3-3 0,-3-8 0,4-7 0,-3-4 0,3-5 0,2-1 0,1-9 0,-1-6 0,0-8 0,0-4 0,-1-2 0,-5-5 0,2 1 0,-7 5 0,6-5 0,-7 5 0,3-3 0,-2 2 0,-4-1 0,3 7 0,-1 2 0,2 9 0,4 5 0,1 16 0,0 9 0,-5 1 0,6 9 0,-7-5 0,7 6 0,-6-6 0,3 4 0,1-3 0,-1-3 0,1-1 0,1-3 0,-1-6 0,-4 1 0,-4-9 0,5 5 0,-7-8 0</inkml:trace>
  <inkml:trace contextRef="#ctx0" brushRef="#br0" timeOffset="24">28911 6705 8912,'-10'-11'0,"4"-1"0,-1 7 0,1-7 0,0 8 0,-1-3 0,5-1 0,2 6 0,9-13 0,8 5 0</inkml:trace>
  <inkml:trace contextRef="#ctx0" brushRef="#br0" timeOffset="25">29272 6499 8912,'-12'0'0,"1"0"0,5 2 0,-5 4 0,7-3 0,-2 9 0,4 1 0,2 10 0,0 8 0,0 7 0,8 0 0,3 8 0,5 6 0,1 5 0,0 0 0,0-5 0,6-2 0,0-5 0,-2-5 0,-2-3 0,-7-7 0,-1-7 0,-7-7 0,11-9 0,-5 3 0</inkml:trace>
  <inkml:trace contextRef="#ctx0" brushRef="#br0" timeOffset="26">29186 6912 8912,'-17'9'0,"-1"5"0,1-9 0,6 1 0,-1-6 0,10 0 0,2 0 0,16-2 0,12-4 0,14-3 0,10-8 0,2-2 0,9-4 0,-8 4 0,3-4 0,-5 3 0,-1 3 0,-1-8 0,1-1 0</inkml:trace>
  <inkml:trace contextRef="#ctx0" brushRef="#br0" timeOffset="27">30064 6774 8912,'-12'-17'0,"1"0"0,-3 0 0,-1-1 0,0 1 0,3 0 0,-3 7 0,3 5 0,-3 3 0,-2 2 0,0 7 0,-1 5 0,1 13 0,0 9 0,0 2 0,0 10 0,1-2 0,5 2 0,-3 2 0,9-8 0,1 0 0,2 2 0,10-8 0,3 1 0,6-3 0,6-9 0,10-6 0,7-5 0,6-8 0,-6 1 0,8-5 0,-2-5 0,-2-11 0,0-8 0,-2-3 0,-4-4 0,-2-1 0,-1-3 0,-3 1 0,-3 0 0,-4-1 0,-8 1 0,-2-1 0,-3 1 0,-5 5 0,-7 1 0,-2 7 0,-3 0 0,-7 7 0,-3 7 0,-2 7 0,0 2 0,-1 3 0,1 5 0,0 7 0,0 0 0,-1 0 0,7 1 0,0-1 0,1 0 0,-2 0 0,5 0 0,-1 1 0,6-1 0,-3 0 0,3-6 0,2 1 0,0-8 0,2 3 0,3-7 0,11 0 0,7 0 0,5-7 0,-5-5 0,6-3 0,-4-2 0,0 0 0,-1-1 0,5 7 0,-6 0 0,0-1 0,-6-3 0,0 3 0,-5 5 0,-1 7 0,-5 0 0,6 0 0,-9 0 0,13 0 0,-5 0 0,4-6 0,3 0 0,-7-1 0,1 1 0,-1 2 0,6-7 0,0-1 0,1-5 0,-1 5 0,0 1 0,0 1 0,-1-3 0,-3 4 0,-2 1 0,1-4 0,5 7 0,0-1 0,1 6 0,-7-2 0,1-4 0,-1 4 0,6-3 0,2 3 0,4 2 0,-4-2 0,4-4 0,2 2 0,0-5 0,0 1 0,0 4 0,0-3 0,-2 1 0,-4-6 0,4 7 0,-6-3 0,-6 2 0,5 4 0,-13-11 0,9 7 0,-10-7 0,-2 1 0,-8-3 0,-9 4 0,0-1 0,0 8 0,-1-3 0,1 7 0,6 0 0,-1 0 0,3 2 0,-5 2 0,3 3 0,-3 3 0,7 1 0,1 6 0,4 1 0,2-1 0,-8 8 0,7-6 0,-5 4 0,6-4 0,6-2 0,-3-6 0,9 1 0,-1-8 0,6 1 0,1-3 0,-1-2 0,6-9 0,0-8 0,0-8 0,-6-10 0,0 1 0,0 0 0,1-8 0,-1-4 0,-6-4 0,1-2 0,-8-7 0,1-4 0,-3 6 0,-2 5 0,0 10 0,0 6 0,-2 9 0,-3 4 0,3 12 0,-8 11 0,4 11 0,4 12 0,-3 6 0,-3 9 0,2 2 0,1 8 0,5-2 0,0 3 0,0 3 0,5 0 0,1-1 0,7 1 0,-1-1 0,-3 1 0,3 0 0,-3 5 0,5 0 0,-3-1 0,-14-3 0,1-1 0</inkml:trace>
  <inkml:trace contextRef="#ctx0" brushRef="#br0" timeOffset="28">29238 8270 8912,'-27'0'0,"2"0"0,8 2 0,-1 4 0,1 5 0,2 4 0,2 4 0,1 4 0,-1 6 0,3 5 0,1 5 0,1 1 0,4-2 0,2-2 0,0-3 0,-1-5 0,-3-5 0,0-4 0,6-1 0,0-1 0,0-8 0,0-3 0,0-14 0,0-9 0,6-2 0,0-10 0,1 1 0,-1-7 0,2-5 0,3 0 0,4 0 0,-3 6 0,3-1 0,2 1 0,0 1 0,1 5 0,-1 3 0,0 8 0,0 7 0,1 4 0,-1 6 0,0 6 0,0 11 0,0 12 0,-5 3 0,-1 3 0,1 3 0,5-2 0,0-5 0,0-4 0,1-4 0,-1-6 0,0-2 0,0-3 0,0-5 0,1-7 0,-1-2 0,0-3 0,0-11 0,0-9 0,-1-1 0,-5-5 0,5-7 0,-5-2 0,-3 0 0,-3 5 0,3 1 0,-2 0 0,0 1 0,-6 4 0,0 5 0,0 18 0,0 12 0,0 11 0,0 17 0,0 1 0,0-1 0,0 6 0,0 0 0,7 0 0,5-5 0,3-3 0,2-3 0,0-4 0,1-8 0,6-2 0,5-3 0,-2-5 0,2-7 0,-3-7 0,3-5 0,2-9 0,-8-2 0,0-7 0,-4 1 0,0-4 0,-2-1 0,4-6 0,-10 0 0,-1 0 0,1 5 0,-7 1 0,2 0 0,-4 7 0,-2 4 0,0 11 0,0 5 0,0 9 0,0 3 0,0 7 0,2 9 0,4 2 0,-3 0 0,9-6 0,-6 0 0,5 0 0,-1 1 0,1-1 0,4-2 0,-3-4 0,-3 3 0,3-8 0,1-3 0,-3-1 0,1-2 0,-7 0 0,10-2 0,-9-3 0,7 1 0,-6-8 0,1-1 0,-3-8 0,4-2 0,1 2 0,-3 2 0,5 2 0,-7 5 0,2 1 0,4-1 0,-9-5 0,15 2 0,-7 2 0,3 3 0,-1 2 0,1-3 0,5 5 0,6-2 0,0 3 0,2 1 0,-2-8 0,-4 9 0,4-3 0,-4 4 0,-2 2 0,0 0 0,0 0 0,1-2 0,-1-4 0,-6 4 0,1-3 0,-1 1 0,6-2 0,1 2 0,-1-7 0,-6-1 0,1-5 0,-1 0 0,7 0 0,-3 0 0,-4-1 0,3-1 0,-9-4 0,7 2 0,-6-7 0,1 5 0,-1-6 0,-4 6 0,4-5 0,-4 7 0,-2-2 0,-2 5 0,-4 7 0,4 1 0,-6 7 0,1-3 0,5 2 0,-4 10 0,4 9 0,2 8 0,0 6 0,0-6 0,0 7 0,0-1 0,0-2 0,0 1 0,0-5 0,0 4 0,2-2 0,4-4 0,-4-2 0,3-2 0,-3 0 0,-2 0 0,8-7 0,2-2 0,7-10 0,0-4 0,0-4 0,0 1 0,1-6 0,-1 3 0,0-1 0,0 1 0,0-1 0,1 7 0,-1 0 0,0 6 0,0 0 0,0 0 0,-1 2 0,-5 4 0,3 4 0,-9 7 0,-1 6 0,-10 0 0,-5 5 0,-12-5 0,2 8 0,-8-3 0,1 3 0,-7-2 0,1 1 0,-1-7 0,3 0 0,1-8 0,5-3 0,1-6 0,9-4 0,1-18 0,6-3 0</inkml:trace>
  <inkml:trace contextRef="#ctx0" brushRef="#br0" timeOffset="29">5799 8511 8912,'-51'-18'0,"-1"1"0,2 0 0,4 0 0,8 0 0,8-1 0,7 3 0,4 4 0,7 1 0,1 4 0,7-3 0,-4-1 0,8 3 0,8 14 0,3 5 0,5 3 0,1-5 0,0 3 0,0-7 0,0-1 0,1-5 0,-1 0 0,-6-1 0,1-5 0,-8-4 0,1-7 0,-3-2 0,-2-4 0,-6 4 0,-1-6 0,-1 2 0,1 0 0,-5 0 0,6 6 0,-1 0 0,1 0 0,4 5 0,-4 1 0,4 7 0,6-2 0,8 12 0,7 17 0,15 11 0,8 18 0,4-1 0,4 13 0,2-1 0,-1 5 0,1 7 0,-1 1 0,1 4 0,-8-9-104,-4-8 0,-4-4 104,-1-1 0,-3-3 0,-5-15 0,-10-3 0,-9-7 0,-6-5 0,-2-8 0,0 0 0,-2 1 0,-4-1 0,-5-6 0,-12 1 0,4-9 0,-4 3 0,-2-4 104,2-2 0,-8-2-104,3-4 0,-5-3 0,-1-24 0,-1-3 0</inkml:trace>
  <inkml:trace contextRef="#ctx0" brushRef="#br0" timeOffset="30">5524 8442 8912,'-25'0'0,"0"0"0,-3 0 0,5-2 0,9-2 0,3-2 0,1 3 0,-1 8 0,-5 7 0,5 11 0,-4 5 0,-3 12 0,1 6 0,0 12 0,0-3 0,0 8 0,1 0 0,5 6 0,-3-2 0,9-4 0,-1-12 0,6-11 0,2-7 0,4-10 0,-4 0 0,5-14 0</inkml:trace>
  <inkml:trace contextRef="#ctx0" brushRef="#br0" timeOffset="31">5421 8442 8912,'11'-17'0,"1"-1"0,-1 3 0,6 4 0,2 3 0,4 8 0,4 0 0,10 0 0,5 0 0,9 0 0,8-2 0,10-4 0,2 5 0,4-5 0,3 4 0,8 2 0,0 0 0,0 0 0,0 2 0,0 4 0,-15-5 0,-4 7 0</inkml:trace>
  <inkml:trace contextRef="#ctx0" brushRef="#br0" timeOffset="32">6815 9491 8912,'-8'-18'0,"6"1"0,-6 0 0,3 0 0,-3 2 0,-2 3 0,7 4 0,-11 22 0,9 5 0,1 8 0,2 9 0,-4 0 0,0 8 0,3 0 0,1 0 0,-4-6 0,0 2 0,2-3 0,2-3 0,2-5 0,0-1 0,0-7 0,0 2 0,0-13 0,0-10 0,0-15 0,0-14 0,2-11 0,4-6 0,2-6 0,5-3 0,-1-2 0,1 1 0,0 5 0,-1 5 0,3 4 0,-3 7 0,3 3 0,2 3 0,2 6 0,4 12 0,-4 3 0,4 8 0,2 8 0,-2 3 0,6 12 0,-6 6 0,5 5 0,-5 6 0,6-3 0,-6 3 0,6-4 0,-5-1 0,3-1 0,4 0 0,-4-5 0,1 0 0,-7-10 0,2-2 0,4 0 0,0-7 0</inkml:trace>
  <inkml:trace contextRef="#ctx0" brushRef="#br0" timeOffset="33">7503 9422 8912,'-8'-10'0,"6"-5"0,-13 13 0,4-4 0,-5 4 0,-1 4 0,2 6 0,3 9 0,-3 2 0,4 10 0,-5 0 0,-1 5 0,8 0 0,1-1 0,2-3 0,0-1 0,1-6 0,5 6 0,2-8 0,3 2 0,5-12 0,7-3 0,0-8 0,-5-14 0,-1-3 0,1-10 0,5 4 0,-6-7 0,1 1 0,-3 4 0,3 2 0,1-1 0,-7 1 0,6 6 0,-7 5 0,3 3 0,-2-3 0,-3 4 0,7 10 0,-2 4 0,3 4 0,-3 9 0,-1 2 0,1 2 0,5 5 0,-1-5 0,5 2 0,6-2 0,-2-6 0,8 0 0,-8-1 0,2-11 0,4 1 0,-8-6 0,6 0 0</inkml:trace>
  <inkml:trace contextRef="#ctx0" brushRef="#br0" timeOffset="34">7899 9473 8912,'-17'0'0,"-1"0"0,1-7 0,0 5 0,7-6 0,3 8 0,7 8 0,0 3 0,2 7 0,3 4 0,-3 3 0,4 4 0,2 2 0,-3-9 0,7 7 0,-6-6 0,1 0 0,-3-6 0,2 0 0,-2 1 0,-2-1 0,-2 0 0,7-8 0,-5-9 0,4-11 0,-4-6 0,-2-6 0,6-4 0,-1-7 0,3-6 0,-2 0 0,1-4 0,5 9 0,-3-1 0,-3 13 0,-2-6 0,5 6 0,1 4 0,0 6 0,-5 5 0,7 8 0,-6 4 0,3 6 0,1 9 0,-1 6 0,-5 5 0,2 10 0,-2-3 0,1 3 0,-3-4 0,4-2 0,-4-1 0,-2-5 0,0 3 0,0-8 0,6-6 0,-1-5 0,1-9 0,-6 1 0,0-15 0,0-3 0,0-14 0,6-7 0,0-5 0,7-6 0,-4 4 0,3 0 0,-1 0 0,1 2 0,5 6 0,-5 1 0,-1 5 0,2 5 0,3 11 0,1 7 0,-2 7 0,-3 9 0,3 8 0,-4 15 0,3 1 0,-3-1 0,8 6 0,-7 0 0,13-1 0,-8-11 0,6 3 0,0-8 0,-4-2 0,6-10 0,-2-5 0,0-4 0,7-4 0,-1-4 0,-2-11 0,0-12 0,-1-3 0,1-2 0,-6-3 0,2-3 0,-10 4 0,-1-4 0,-8 3 0,2 3 0,-5 2 0,-1 3 0,0 4 0,0 8 0,-7 7 0,-5 5 0,1 5 0,-6 5 0,3 7 0,-9 11 0,4 3 0,2 9 0,0 1 0,0 2 0,1 4 0,5 2 0,3 0 0,8 2 0,0 4 0,0-4 0,8-4 0,3-2 0,6-4 0,6-3 0,6-5 0,4-5 0,1-6 0,0-5 0,1-6 0,-1-12 0,3-11 0,3-12 0,-4-4 0,4-1 0,-5-8 0,-7-4 0,5-5 0,-4-7 0,-3 5 0,3-4 0,-8 3 0,2 2 0,-4 1 0,-2-1 0,-1 10 0,-5 8 0,-3 7 0,-10 19 0,-4 8 0,4 10 0,-4 13 0,-1 6 0,1 9 0,4 2 0,6-2 0,0 6 0,7 2 0,6 0 0,6 5 0,0-9 0,-5 10 0,4-4 0,1 1 0,-2-1 0,-1-2 0,-11-8 0,-3 2 0,-4-3 0,-2-3 0,-14-2 0,-5-3 0,-6-6 0,-5-4 0,-1-2 0,3 1 0,-5-9 0,4-3 0,4-4 0,1-10 0,6-1 0</inkml:trace>
  <inkml:trace contextRef="#ctx0" brushRef="#br0" timeOffset="35">10308 9628 8912,'0'17'0,"0"1"0,0-1 0,-2 9 0,-4 9 0,-5 9 0,-4 5 0,3 11 0,3 5 0,1 5 0,4 5 0,10 7 0,5-2-661,5-3 1,8 7-1,3-6 1</inkml:trace>
  <inkml:trace contextRef="#ctx0" brushRef="#br0" timeOffset="36">11341 9645 8912,'11'0'0,"-1"-2"0,-3-3 0,-3-7 0,-2-3 0,-2-2 0,-6 0 0,0-1 0,1 9 0,5 3 0,2 14 0,3 9 0,5 2 0,7 10 0,6-1 0,0 7 0,2-1 0,-2 1 0,-2 1 0,6 2 0,-3 2 0,-2-2 0,-9-3 0,-2-7 0,-7 3 0,2-8 0,-4 0 0,-2-6 0,-2-7 0,-4-5 0,-5-3 0,-3-4 0,3-3 0,-3-7 0,9-11 0,-7 2 0,7-8 0,-7-5 0,6-6 0,1-6 0,5 6 0,2-6 0,3 6 0,3-6 0,7 6 0,0 2 0,5 2 0,3 3 0,0 4 0,-4 5 0,4 6 0,3 1 0,1 0 0</inkml:trace>
  <inkml:trace contextRef="#ctx0" brushRef="#br0" timeOffset="37">12080 9783 8912,'-9'-12'0,"3"1"0,4-2 0,2-3 0,2-1 0,4 0 0,-2-6 0,7 0 0,1 0 0,-3-2 0,-1 6 0,-8-4 0,0-3 0,0 6 0,-2-2 0,-4 10 0,-3 6 0,-9 12 0,-4 6 0,-1 10 0,-6 7 0,6 11 0,0-2 0,6 8 0,7-2 0,5 2 0,-3 2 0,2-8 0,8 0 0,10-6 0,5-1 0,6-4 0,5-5 0,13-6 0,-3-9 0,8-3 0,0-6 0,5-6 0,5-3 0,-5-9 0,5-6 0,-20-3 0,6-8 0</inkml:trace>
  <inkml:trace contextRef="#ctx0" brushRef="#br0" timeOffset="38">12545 9611 8912,'10'2'0,"-5"4"0,5-4 0,-8 5 0,6-7 0,-8 0 0,0 0 0,0 8 0,0 3 0,1 10 0,5 2 0,-2 6 0,7-6 0,-1 0 0,2-6 0,3 2 0,-4 4 0,-1-10 0,1 4 0,-5-11 0,6 0 0,-7-4 0,7-2 0,-3-2 0,3-4 0,1-3 0,-7-9 0,5-6 0,-5-5 0,0-2 0,-6 3 0,6-3 0,-1 8 0,3-5 0,-2 5 0,-4 0 0,3 6 0,3-1 0,-2 1 0,7 0 0,-3-8 0,7-2 0</inkml:trace>
  <inkml:trace contextRef="#ctx0" brushRef="#br0" timeOffset="39">13216 9422 8912,'10'17'0,"-3"-6"0,-7 1 0,8-8 0,-6 3 0,13 1 0,-13 2 0,14 7 0,-15 0 0,5 0 0,-2 0 0,2 1 0,-4-1 0,3 0 0,-3 6 0,-2 0 0,0 0 0,0-6 0,0 0 0,0 0 0</inkml:trace>
  <inkml:trace contextRef="#ctx0" brushRef="#br0" timeOffset="40">13371 9319 8912,'0'-18'0,"0"1"0,0 0 0,0 6 0,0-1 0,-2 6 0,-4-5 0,5 7 0,-5-5 0,12 3 0,-3 4 0,9-4 0,-1 4 0,7 2 0,6 8 0,3 2 0</inkml:trace>
  <inkml:trace contextRef="#ctx0" brushRef="#br0" timeOffset="41">13612 9439 8912,'0'11'0,"0"1"0,8-8 0,-6 3 0,13-7 0,-4-9 0,12-8 0,-2-2 0,8-10 0,-6 6 0,6-6 0,-8 8 0,2-2 0,-6-1 0,-6 1 0,3 0 0,-9 6 0,1-1 0,-6 1 0,-7 8 0,-5 3 0,-3 6 0,-2 6 0,-1 3 0,1 8 0,2 2 0,3 4 0,-1-2 0,7 8 0,-5-6 0,5 6 0,0-6 0,6 5 0,2-7 0,4 2 0,4 2 0,7-2 0,0-2 0,0-10 0,6 3 0,2-9 0,2-1 0,3-2 0,-3-4 0,2-3 0,-1-5 0,7-7 0</inkml:trace>
  <inkml:trace contextRef="#ctx0" brushRef="#br0" timeOffset="42">14180 9267 8912,'17'-17'0,"0"0"0,-7 0 0,-2-1 0,-8 1 0,0 8 0,0 1 0,0 23 0,0 2 0,0 12 0,0 2 0,0-8 0,0 5 0,0-5 0,0 6 0,0-6 0,0 0 0,0-6 0,1-6 0,5 1 0,-2-3 0,8 3 0,-1-5 0,8-8 0,4-5 0,-4-4 0,4-7 0,-4-6 0,-2 0 0,1-7 0,-1 1 0,0-4 0,0 1 0,-1 3 0,-5 6 0,2 2 0,-7-2 0,6 10 0,-7-4 0,1 11 0,-4-1 0,4 7 0,-4 1 0,3 7 0,-3 7 0,-2 6 0,2 4 0,4-2 0,-4-4 0,4 4 0,1-4 0,1-2 0,1 1 0,-3-3 0,6-4 0,-8-3 0,11-8 0,-4 0 0,-1 0 0,1 0 0,-5-8 0,6-3 0,-3-4 0,3-3 0,3-4 0,-6-3 0,3-2 0,-1-4 0,-5 5 0,6-3 0,-9 2 0,3-1 0,-4 3 0,-2 8 0,0-1 0,0 9 0,0 3 0,0 12 0,0 5 0,0 12 0,0 4 0,0 7 0,2-1 0,4-5 0,-2 5 0,7-4 0,-1-3 0,1 3 0,4-8 0,-3 2 0,9-6 0,2-5 0,2-5 0,-2-7 0,1-2 0,9-1 0,-2-7 0,-1-5 0,5 1 0,-13-9 0,1 2 0,-5-2 0,3-1 0,-4-5 0,2 2 0,-13 4 0,5 2 0,-5-7 0,0 7 0,-6-4 0,0 15 0,0 10 0,0 12 0,0 11 0,0 5 0,7 5 0,5 1 0,3 2 0,2 5 0,2-5 0,4 4 0,-4 2 0,4-2 0,-5 6 0,-7-6 0,2 0 0,-7-5 0,0-1 0,-8 0 0,-6 1 0,-9-1 0,-2-1 0,-10-5 0,-3-3 0,-3-8 0,-1-1 0,13-5 0,-5-3 0,5-8 0,0-8 0,5-2 0</inkml:trace>
  <inkml:trace contextRef="#ctx0" brushRef="#br0" timeOffset="43">15970 9405 8912,'11'28'0,"-1"1"0,-1 2 0,1 1 0,-6 20 0,1 11 0,-18 19 0,2-34 0,-1 1 0,-3 4 0,-1-1 0,0 1 0,-2-1 0,0-2 0,0 0-217,-3-3 0,2 1 0,3 2 0,1 0 217,-3-2 0,2 1 0,-6 43 0,5-6 0,6-8-43,5-9 1,-11-16-1,-10-3 1</inkml:trace>
  <inkml:trace contextRef="#ctx0" brushRef="#br0" timeOffset="44">20943 9525 8912,'-17'-17'0,"0"7"0,7 3 0,4 9 0,14 1 0,9 7 0,10 3 0,5 6 0,10 4 0,4-2 0,6 2 0,5-2 0,-1 4 0,5-2 0,0-2 0,0-2 0,4-2 0,10 1 0,-2-9 0,5-1 0,-3-3 0,-9 1 0,1 0 0,-9-6 0,-10 0 0,-14 0 0,-9 2 0,-14 4 0,-3-3 0,-8 9 0,-13-8 0,-5 1 0,-5 3 0,0-2 0,-11-8 0,-10-8 0</inkml:trace>
  <inkml:trace contextRef="#ctx0" brushRef="#br0" timeOffset="45">21390 9216 8912,'-2'-12'0,"-3"1"0,-5-3 0,1-1 0,-7 5 0,5 5 0,-4-3 0,-3 2 0,-1 4 0,-4 12 0,-5 9 0,-5 6 0,-9 4 0,-4 5 0,-4 6 0,-1 0 0,-1 6 0,1-6 0,5 6 0,0-6 0,8 8 0,-3-2 0,7 1 0,5-1 0,-1 4 0,7-4 0,0 2 0,6-3 0,1-3 0,5-9 0,5-4 0,4-7 0,2-2 0,0-3 0,14-8 0,3-3 0,11-4 0,1-2 0,11 0 0,6 0 0,12 0 0,5 0 0,9-6 0,3 1 0,5-3-146,-5 2 1,-1 4 145,-5-3 0,-6 8 0,-3 3 0,-7-2 0,-9-2 0,-6-2 0</inkml:trace>
  <inkml:trace contextRef="#ctx0" brushRef="#br0" timeOffset="46">23008 9817 8912,'0'-17'0,"0"6"0,0-1 0,0-1 0,0-2 0,0 5 0,0 6 0,0 16 0,0 12 0,0 13 0,8 3 0,1 10 0,3 3 0,-1 0 0,1 1 0,5-2 0,0 5 0,0 0 0,0-1 0,1-3 0,-9-3 0,-3-4 0,2 1 0,-3-7 0,1-1 0,-8-11 0,-4-5 0,-11-11 0,-10-5 0</inkml:trace>
  <inkml:trace contextRef="#ctx0" brushRef="#br0" timeOffset="47">22956 9989 8912,'0'-27'0,"0"-3"0,0 7 0,2-6 0,4 6 0,-4-1 0,4 1 0,3 4 0,3-4 0,13-2 0,9 0 0,10 0 0,6 0 0,7 2 0,0 6 0,1 8 0,-7 3 0,-9 8 0,-7 9 0,-10 8 0,-14 16 0,-3 1 0,-8 4 0,-10 4 0,-7 8 0,-8-1 0,-9 1 0,-3-1 0,-3 1 0,4-2 0,-4-4 0,-2 1 0,2-7 0,5-1 0,7-11 0,6-5 0,0-11 0,-5-12 0,0-10 0</inkml:trace>
  <inkml:trace contextRef="#ctx0" brushRef="#br0" timeOffset="48">23610 9938 8912,'27'-2'0,"-4"-2"0,-4-2 0,-2-5 0,1 5 0,-7 0 0,0 6 0,-1 2 0,2 4 0,3 3 0,-4 9 0,-3 5 0,-2-1 0,1 9 0,-1-2 0,0 3 0,-6 3 0,6-1 0,-1 0 0,1-1 0,-6-5 0,-6-3 0,1-8 0,-9 1 0,5-3 0,-7-5 0,5-10 0,1-10 0,5-13 0,3-4 0,-4-7 0,6-2 0,6-4 0,3 3 0,8-3 0,1 4 0,-1 1 0,6 3 0,0 3 0,7-1 0,-1 7 0,3 2 0,3 2 0,-1 3 0,1 5 0,-7 3 0,1 8 0,-8 0 0,2 0 0,-4 8 0,-2 3 0,-1-1 0,-5 1 0,4 1 0,-3 5 0,-4 6 0,-3 0 0,3 0 0,-2-6 0,-1 6 0,-3 0 0,2-2 0,2-2 0,0-2 0,-6 0 0,0 1 0,5-1 0,1 0 0,0-7 0,-6 5 0,0-13 0,0 3 0,0-10 0,0-7 0,0-11 0,0-3 0</inkml:trace>
  <inkml:trace contextRef="#ctx0" brushRef="#br0" timeOffset="49">24247 9628 8912,'-8'-34'0,"1"7"0,-5 4 0,5 4 0,7 8 0,0-1 0,0 8 0,0-1 0,2 10 0,3 7 0,5 3 0,7 2 0,6 0 0,0 1 0,-2-3 0,-2-4 0,-2 12 0,0-4 0</inkml:trace>
  <inkml:trace contextRef="#ctx0" brushRef="#br0" timeOffset="50">24712 9834 8912,'-25'10'0,"-2"-2"0,-2-1 0,1 5 0,7 5 0,-2 6 0,0 4 0,6 7 0,-4 0 0,9 1 0,4 7 0,3 2 0,5 0 0,5-4 0,5-4 0,7-2 0,8-5 0,4 0 0,3-10 0,3-2 0,-1-7 0,0-10 0,3 0 0,3 0 0,-4-10 0,4-7 0,-3-2 0,-3-10 0,1-1 0,-1-9 0,-2-1 0,-3 2 0,-6 2 0,-11 1 0,-3-1 0,-3-4 0,-4 6 0,4-1 0,-14 3 0,-9 9 0,-1 0 0,-4 6 0,-3 7 0,2 4 0,-6 8 0,6 10 0,-7 7 0,1 15 0,4 8 0,2 4 0,10-2 0,1 2 0,8 0 0,-1 5 0,7-1 0,9-4 0,8-4 0,17-10 0,5-3 0,4-6 0,7-6 0,5-5 0,-1-7 0,7-10 0,-8-11 0,3-7-313,-5-15 1,-1 10 0,0-15 0</inkml:trace>
  <inkml:trace contextRef="#ctx0" brushRef="#br0" timeOffset="51">25899 9920 8912,'17'18'0,"-7"-1"0,-4 0 0,-6 4 0,-6 8 0,-6 1 0,-11 18 0,-7 6 0,-8 7 0,1 5 0,-3 3 0,6 0-167,5 0 1,10 0 166,7-1 0,9-1 0,-3-4 0,2-9 82,-2-8-82,4-16 0,-21 10 0,4-13 0</inkml:trace>
  <inkml:trace contextRef="#ctx0" brushRef="#br0" timeOffset="52">24247 9491 8912,'-8'17'0,"-3"-2"0,-4-3 0,-1-3 0,5-3 0,5 7 0,4 8 0,2 0 0,0 6 0,0 0 0,0-1 0,8-5 0,3 2 0,7-3 0,4-3 0,3-8 0,4-3 0,4-6 0,-5-6 0,3-5 0,-1-12 0,-3-6 0,-2-3 0,-4-5 0,-9-3 0,-5 4 0,-7-4 0,-2 4 0,-3 1 0,-11 3 0,-7 3 0,-7 6 0,1 12 0,-4 5 0,-1 4 0,0 4 0,-1 4 0,1 11 0,-1 12 0,9 11 0,3 6 0,11-3 0,6 3 0,12-7 0,4 3 0</inkml:trace>
  <inkml:trace contextRef="#ctx0" brushRef="#br0" timeOffset="53">26759 9972 8912,'10'-17'0,"-2"0"0,-8-2 0,-2-2 0,-4-2 0,-7 2 0,-8 1 0,2 3 0,-6 0 0,0 0 0,-4 0 0,2 5 0,1 3 0,-1 1 0,0 4 0,6 10 0,-2 7 0,2 8 0,-2 8 0,8 11 0,-4 4 0,1 2 0,5 0 0,7-6 0,1 6 0,3-8 0,2 0 0,0-7 0,0-8 0,7-4 0,5-2 0,3-8 0,8-1 0,0-8 0,2-8 0,-4-5 0,2-6 0,-2-4 0,-2-7 0,-2 1 0,0-2 0,1 3 0,-1-5 0,0 4 0,-7-3 0,-5-2 0,3 7 0,-2 4 0,-1 4 0,-5 9 0,0 18 0,-1 19 0,-5 15 0,-6 15 0,3 16 0,-3 7 0,3 10-225,-3 1 0,5-41 0,1 0 225,3-1 0,0-1 0,-3 36 0,6-9 0,8-16 0,4-19 0,9-8 0,3-16 0,1-7 0,0-9 0,6-15 0,-3-14 0,7-11 0,5-6 0,-9-5 0,3-6 0,-17 3 0,0-3 0,-11 1 0,0-1 0,-4 4 0,-2-5 0,-2 5 0,-4 3 0,-3 4 0,-1 6 0,-3 6 337,7 5 1,0 4-338,6 8 0,0-8 0,8 6 0,1-6 0</inkml:trace>
  <inkml:trace contextRef="#ctx0" brushRef="#br0" timeOffset="54">27327 9903 8912,'10'0'0,"-2"0"0,-8 2 0,0 4 0,-2-2 0,-4 7 0,2 1 0,-7 5 0,5 8 0,-6 3 0,7 3 0,-7-2 0,8 3 0,-1-5 0,3 1 0,2 1 0,5-8 0,1 2 0,8-4 0,-3-2 0,4-7 0,3-4 0,1-6 0,4-6 0,-4-4 0,4-7 0,2-8 0,-2-3 0,-1-5 0,-4-1 0,-1-1 0,0 1 0,0 5 0,1 1 0,-1 7 0,0-2 0,-6 11 0,1 7 0,-6 10 0,5 7 0,-5 5 0,5 6 0,1-4 0,5 4 0,0-4 0,0-2 0,6-2 0,0-3 0,8-4 0,-2-8 0,3 0 0,2 0 0,1-2 0,-1-4 0,1-4 0,-1-7 0,-1 0 0,-5 0 0,-3-2 0,-8-4 0,-1 4 0,-5-4 0,-5 4 0,-4 1 0,-2 7 0,0 0 0,-10 7 0,-7-2 0,0 4 0,-6 2 0,4 2 0,2 4 0,-6-2 0,0 7 0,2 0 0,9 7 0,-3-1 0,7 0 0,-3 0 0,-5 0 0,15 1 0,-5-1 0,12 0 0,9-7 0,8-5 0,2-3 0,-2-2 0,3-6 0,9 1 0,-3-7 0,-3 7 0,3-9 0,-3 3 0,-2-5 0,2-1 0,-8 6 0,2-1 0,-4 7 0,-2-7 0,-6 6 0,1-5 0,-6 7 0,5-2 0,-5 4 0,5 2 0,-7 0 0,11 8 0,-13 2 0,8 5 0,-4-4 0,-5 5 0,5-5 0,-4-3 0,-2 7 0,0-13 0,0 6 0,8-8 0,-6-2 0,3-4 0,-3-6 0,4 3 0,0-3 0,7 1 0,-1-6 0,3 5 0,2 1 0,0 5 0,1-5 0,-1 5 0,0-5 0,0 7 0,0-2 0,1 4 0,-1 2 0,0 2 0,0 4 0,-1-2 0,-5 7 0,2-5 0,-7 5 0,8-1 0,-3 1 0,-3 4 0,7-5 0,-11 0 0,7-5 0,-7-3 0,11-17 0,-5-4 0</inkml:trace>
  <inkml:trace contextRef="#ctx0" brushRef="#br0" timeOffset="55">28979 9456 8912,'2'-17'0,"4"0"0,-4 0 0,6-1 0,-10 3 0,-4 4 0,2 7 0,-7 15 0,-1 5 0,-5 18 0,2 4 0,3 14 0,-1-1 0,7 1 0,0 5 0,6 1 0,0-1 0,0-6 0,2-5 0,4 0 0,4-10 0,7-1 0,-2-8 0,-3-10 0,3-2 0,-4-3 0,5-5 0,1-7 0,0-7 0,0-7 0,0-7 0,1-8 0,5 3 0,0-3 0,-1 0 0,-4-5 0,-3 5 0,-4 1 0,5 7 0,-5-2 0,-1 6 0,1 5 0,-7 5 0,6 8 0,-7 5 0,3 8 0,-2 7 0,-2 1 0,-2 13 0,0-5 0,0 11 0,0-5 0,0-2 0,0-5 0,0 0 0,0-3 0,0 3 0,6-4 0,-1-8 0,9-7 0,-3-5 0,5-3 0,1-9 0,0-3 0</inkml:trace>
  <inkml:trace contextRef="#ctx0" brushRef="#br0" timeOffset="56">29427 9473 8912,'-8'10'0,"6"-2"0,-13-8 0,13 0 0,-6 0 0,8 0 0,0 0 0,0 7 0,0 5 0,6 3 0,0 2 0,0 0 0,-6 1 0</inkml:trace>
  <inkml:trace contextRef="#ctx0" brushRef="#br0" timeOffset="57">28652 10006 8912,'-34'0'0,"2"0"0,3 0 0,6-7 0,11-5 0,5 3 0,7-3 0,9-1 0,9-8 0,12-2 0,14 2 0,4 0 0,15-2 0,6 4 0,5-4 0,3 10-200,-3 1 0,-3-7 0,6-8 0</inkml:trace>
  <inkml:trace contextRef="#ctx0" brushRef="#br0" timeOffset="58">29960 9456 8912,'-17'0'0,"0"-2"0,0-2 0,-1-1 0,7-7 0,0 7 0,-1-9 0,-5 12 0,2-2 0,1 10 0,3 11 0,-1 8 0,-5 10 0,6 7 0,-1 3 0,8 11 0,-1 1 0,-3 6 0,2-5 0,0-1 0,6-6 0,6-5 0,0 0 0,7-13 0,-1 1 0,-3-17 0,3 0 0,-1-11 0,6 2 0,1-10 0,-1-4 0,0-3 0,0-9 0,0 1 0,1 0 0,-3-6 0,-4 0 0,9-6 0,-9 7 0,6-1 0,-9 5 0,1 1 0,-5 0 0,2 0 0,4 7 0,-9 3 0,7-1 0,-8 8 0,0 0 0,0 2 0,0 9 0,0-5 0,0 6 0,0-1 0,0 6 0,0 0 0,0-5 0,0-1 0,2-5 0,4 6 0,-4-7 0,3 7 0,3-7 0,0 5 0,1-2 0,-5-3 0,11-5 0,-13 0 0,8 0 0,-4 0 0,-4 0 0,5-7 0,1-3 0,-6-1 0,3-1 0,-3 8 0,-2-5 0,0 3 0,0 4 0,0-7 0,0 3 0,0 4 0,0-6 0,0 8 0,0 0 0,8 0 0,-6 0 0,8 0 0,-5 0 0,-3-1 0,6-3 0,-1-2 0,-3-5 0,8 5 0,-7-2 0,5 2 0,0-3 0,-1-1 0,-3-5 0,5 4 0,-7 1 0,4-1 0,-1-3 0,-5 5 0,4-3 0,-4 8 0,-2-11 0,-2 13 0,-2-2 0,-3 8 0,-3 8 0,4 3 0,-5 2 0,1 8 0,-1 4 0,-3-3 0,9 3 0,-1-6 0,6 6 0,0-8 0,0 1 0,2 3 0,4-2 0,5-6 0,12-7 0,6-2 0,3-5 0,8-1 0,1-2 0,6-7 0,-1-5 0,4-5 0,2-6 0,-3-2 0,-3-3 0,-9-5 0,-9 5 0,-7-3 0,2 2 0,-9-7 0,-3 7 0,-7-5 0,2 11 0,-4 0 0,-4 8 0,-4 3 0,-6 7 0,3 3 0,-3 2 0,3 9 0,-3 8 0,3 3 0,3 8 0,4 1 0,-4 5 0,6 1 0,6-1 0,-2-5 0,7-1 0,-1-1 0,1 2 0,3 1 0,-8-7 0,5 0 0,-5-6 0,-2 1 0,-10-1 0,-11-2 0,-12-3 0,-13 3 0,-8-6 0,-7 1 0,-4-4 0,-1-4 0,-1-2 0,10 0 0,7 0 0,10-10 0,1-7 0,8-8 0,10-9 0,8-8 0,-7-10 0,7-9 0</inkml:trace>
  <inkml:trace contextRef="#ctx0" brushRef="#br0" timeOffset="59">30115 9336 8912,'-17'-19'0,"0"-4"0,5 6 0,3-2 0,1 5 0,2 10 0,6-3 0,2 7 0,4 0 0,5 0 0,12 0 0,-3 5 0,2 1 0,-2 0 0,4 2 0,3 1 0</inkml:trace>
  <inkml:trace contextRef="#ctx0" brushRef="#br0" timeOffset="60">29616 9731 8912,'-25'0'0,"6"0"0,-4 0 0,4 0 0,10 0 0,5 0 0,15 0 0,18-2 0,22-3 0,20-13 0,21-10 0,-41 12 0,3-1 0,9-1 0,2 0 0,5-2 0,2-2-313,6-3 0,2-2 0,6-1 0,1-3 1,-24 8-1,0 0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7.591"/>
    </inkml:context>
    <inkml:brush xml:id="br0">
      <inkml:brushProperty name="height" value="0.053" units="cm"/>
      <inkml:brushProperty name="color" value="#FF0000"/>
    </inkml:brush>
  </inkml:definitions>
  <inkml:trace contextRef="#ctx0" brushRef="#br0">10635 5983 8912,'10'0'0,"-18"0"0,4 0 0,-19 0 0,21 0 0,-5 0 0,7 0 0,0-2 0,0-3 0,0 1 0,1-8 0,3-1 0,2-2 0,9-4 0,3-4 0,6-6 0,11-11 0,7-14 0,4-14 0,-16 26 0,3 0-240,1-7 0,1 0 0,1-2 0,0-1 240,-1-2 0,-1-1 0,5 0 0,1-1 0,2-1 0,2 0 0,1-1 0,1 1 0,3 5 0,0 1 0,-5 2 0,-2 2 0,-5 9 0,-1 2 0,27-25 0,-12 11 0,-9 6 0,-13 15 0,-4 1 0,-15 26 0,-3-4 0,-7 12 0,0-4 0,0 13 0,0-5 480,0 7 0,-6-4-480,1 4 0,-7-1 0,6 12 0,-15 1 0,-2 5 0,-7 8 0,-5 2 0</inkml:trace>
  <inkml:trace contextRef="#ctx0" brushRef="#br0" timeOffset="1">10773 5295 8912,'0'-11'0,"0"0"0,0 5 0,0-6 0,0 9 0,-8 4 0,-3 17 0,-5 10 0,-3 18 0,-2 11 0,-2 8 0,-6 6 0,6 4 0,-5 5 0,5 10 0,4-1 0,5-5 0,7-5 0,7-10 0,2-14 0,3-7 0,7-12 0,3-15 0,8-10 0,0-11 0,13-1 0,-1-5 0,11-11 0,0-12 0,9-19 0,2-9 0,8-10-410,-32 31 1,-3-2 409,22-41 0,-21 39 0,-1-2 0,16-44 0,-24 40 0,-2-1 0,-1-3 0,0 0 0</inkml:trace>
  <inkml:trace contextRef="#ctx0" brushRef="#br0" timeOffset="2">12528 4058 8912,'0'-18'0,"0"1"0,-2 2 0,-2 2 0,-2 1 0,1-1 0,-3-3 0,4 1 0,-7 4 0,7 3 0,-4 10 0,8 6 0,0 9 0,0 10 0,6 5 0,0 4 0,-1 3 0,3 1 0,-6 5 0,4-4 0,-4 1 0,0-6 0,1 0 0,3-3 0,0-3 0,-6 5 0,0-9 0,0-3 0,0-4 0,0-1 0,-2-11 0,-4-7 0,2-17 0,-7-17 0,7-3 0,-4-10 0,3-7 0,-1-7 0,-5 0 0,5-2 0,0 7 0,6-1 0,0-2 0,0 2 0,0 7 0,0 10 0,2 3 0,4 3 0,1 13 0,7 6 0,-3 5 0,3 6 0,1 12 0,2 9 0,2 8 0,4 9 0,-2 3 0,8 3 0,-6 4 0,6 7 0,-8-5 0,3-2 0,-1-2 0,0-4 0,6-1 0,-6-3 0,2-1 0,-2-5 0,-6-3 0,0-8 0,-7 0 0,-10 1 0,-8-9 0,-1-1 0</inkml:trace>
  <inkml:trace contextRef="#ctx0" brushRef="#br0" timeOffset="3">12528 4247 8912,'-17'0'0,"5"0"0,1 0 0,-1 0 0,1-2 0,1-4 0,3-5 0,9-5 0,9-1 0,6-6 0,6 0 0,-2-5 0,8 5 0,1-8 0,11 2 0,-5 3 0,4-1 0,-4 0 0,-1 0 0,-8-1 0,5-7 0,-5 1 0</inkml:trace>
  <inkml:trace contextRef="#ctx0" brushRef="#br0" timeOffset="4">13027 3542 8912,'6'-12'0,"-1"1"0,1 7 0,-6-4 0,0 8 0,0 10 0,0 5 0,2 10 0,4 8 0,-4-3 0,3 10 0,3 4 0,-2 2 0,7 2 0,-1-2 0,1 1 0,-1-7 0,1 6 0,-7-6 0,7 1 0,-3-7 0</inkml:trace>
  <inkml:trace contextRef="#ctx0" brushRef="#br0" timeOffset="5">12924 4006 8912,'0'-17'0,"0"0"0,0-1 0,0 1 0,0 0 0,0 0 0,7 0 0,5-1 0,5-1 0,6-4 0,4 2 0,7-7 0,3-1 0,3-5 0,-4-8 0,6-2 0</inkml:trace>
  <inkml:trace contextRef="#ctx0" brushRef="#br0" timeOffset="6">13371 3335 8912,'-9'0'0,"1"2"0,8 4 0,0 0 0,0 11 0,2-4 0,4 12 0,5 0 0,4 4 0,10 3 0,4 3 0,1-1 0,-1 0 0,4 1 0,-7-1 0,3 1 0,0-1 0,-10-2 0,-2-3 0,-7 4 0,-18-14 0,-2 5 0</inkml:trace>
  <inkml:trace contextRef="#ctx0" brushRef="#br0" timeOffset="7">13354 3714 8912,'9'-12'0,"-3"1"0,-4-3 0,0 1 0,4 2 0,-4-5 0,5 5 0,1-4 0,2-3 0,7 1 0,2 0 0,4 0 0,4 0 0,7-1 0,2 1 0,5 0 0,-5 0 0,4 0 0,-4 7 0,-1 4 0,-9 4 0,-3 2 0,-3 0 0,-3 0 0,-6 8 0,1 4 0,-8 3 0,1 2 0,-3 0 0,-2 0 0,0 1 0,0-1 0,6 0 0,0 0 0,-1 0 0,-5 1 0,0-1 0,0 0 0,0-8 0,0-1 0,0-8 0,0 0 0,0-8 0,0-3 0,0-4 0,0-2 0,0-1 0,2 1 0,4 0 0,-4-6 0,6 0 0,-3 2 0,1 2 0,7 2 0,-1 0 0,-3 1 0,3 5 0,-1 1 0,7 7 0,-1-3 0,0 2 0,0 10 0,-1-2 0,-5 7 0,4 0 0,-3 7 0,-3-1 0,1 0 0,-1 0 0,1 0 0,-6 1 0,2-1 0,-4 0 0,-10 0 0,-2 0 0,-7 1 0</inkml:trace>
  <inkml:trace contextRef="#ctx0" brushRef="#br0" timeOffset="8">13750 3232 8912,'-29'-17'0,"2"0"0,2 2 0,4 3 0,8-1 0,2 7 0,7-7 0,-2 9 0,12-6 0,7 1 0,8-1 0,6 4 0,7-5 0,6 0 0,1-7 0,-1-6 0,-6-3 0</inkml:trace>
  <inkml:trace contextRef="#ctx0" brushRef="#br0" timeOffset="9">14025 3215 8912,'0'10'0,"2"5"0,2-4 0,2 5 0,1 3 0,-1 4 0,2-2 0,5 5 0,-3 1 0,-3 0 0,7-4 0,-3 6 0,-1-8 0,1 1 0,-5-2 0,5-3 0,-5 0 0,5 0 0,-7-7 0,12-3 0,-14-9 0,3-3 0,3-11 0,-2-6 0,7-1 0,-2 5 0,5-5 0,1 1 0,0-1 0,0 5 0,3 1 0,1 0 0,3 2 0,3 3 0,-6-1 0,2 7 0,-4 0 0,-2 6 0,1 0 0,-3 10 0,-4 7 0,-3 2 0,-8 10 0,-8-6 0,-3 6 0,0-7 0,-5 7 0,-3 0 0,0-2 0,0-3 0,2-6 0,-1-3 0,1-4 0,0-3 0,0-8 0</inkml:trace>
  <inkml:trace contextRef="#ctx0" brushRef="#br0" timeOffset="10">14576 3198 8912,'0'-10'0,"0"1"0,0 3 0,0 4 0,0-4 0,0 12 0,0 4 0,5 7 0,1 0 0,6-5 0,-7-1 0,9-5 0,-3 5 0,5-7 0,1 2 0,0-4 0,0-2 0,0 0 0,-5 0 0,-1 0 0,1-8 0,5-3 0,0-5 0,-5-1 0,-1 0 0,-7 0 0,2 0 0,-2 1 0,1 5 0,-1-4 0,8 3 0,-7 4 0,7 3 0,-6 3 0,5 2 0,-5 2 0,5 3 0,-7 5 0,9 7 0,-7 0 0,6-5 0,-7-1 0,7-5 0,-4 4 0,1-3 0,3-1 0,-3-14 0,-1-1 0,-8-8 0</inkml:trace>
  <inkml:trace contextRef="#ctx0" brushRef="#br0" timeOffset="11">14903 2476 8912,'5'-12'0,"1"1"0,-2-2 0,-2-3 0,-2 7 0,0 3 0,0 12 0,0 5 0,2 12 0,2 6 0,1 3 0,9 3 0,-3-1 0,5 6 0,1 0 0,2 6 0,2-4 0,2 0 0,-2 0 0,4-2 0,-2-5 0,5-9 0,-5-3 0,0 0 0,-6-6 0,1-3 0,-1-14 0,0 0 0,-2-8 0,-3-3 0,1-5 0,-7-1 0,5-8 0,-5-3 0,6 1 0,-7-2 0,7 3 0,-6-3 0,-1-2 0,-5 8 0,0-5 0,0 5 0,-2 6 0,-3 7 0,-7 2 0,-1 5 0,1 8 0,-1 11 0,7 7 0,-5 7 0,5 1 0,2 3 0,2 0 0,2 5 0,0-11 0,8-1 0,3 2 0,5-8 0,1 2 0,2-12 0,2-5 0,4-4 0,2-2 0,-6-2 0,2-4 0,2-3 0,-3-9 0,-4-5 0,-7 1 0,-7-7 0,2 6 0,-4 0 0,-10-9 0,-2-5 0</inkml:trace>
  <inkml:trace contextRef="#ctx0" brushRef="#br0" timeOffset="12">14937 2751 8912,'-6'11'0,"1"1"0,-1-8 0,6 3 0,8-9 0,5-5 0,10-9 0,11-5 0,3-9 0,9 1 0,7-11 0,8-4 0</inkml:trace>
  <inkml:trace contextRef="#ctx0" brushRef="#br0" timeOffset="13">15866 2441 8912,'-24'8'0,"3"-4"0,-8 7 0,15-5 0,3 6 0,7-7 0,4 7 0,0-7 0,0 7 0,6-1 0,2 7 0,1 1 0,4 4 0,-3-4 0,2 4 0,-9-4 0,3 0 0,-2 2 0,2 2 0,-4 0 0,3-6 0,-3 0 0,-2 0 0,-2-7 0,-3-4 0,3-5 0,-6-8 0,8-5 0,0-9 0,0-2 0,2-7 0,4 1 0,-3-3 0,9-3 0,1 1 0,3 0 0,3 5 0,4 0 0,-4 8 0,4-2 0,-2 10 0,2 2 0,-2 7 0,7-2 0,-5 6 0,6 6 0,-2 3 0,2 8 0,1 1 0,-7-1 0,6-2 0,-6-3 0,5-3 0,-3-5 0,0 2 0,0-3 0,-2-6 0,-6-3 0,0-7 0,0 1 0,-1-5 0,-5-6 0,-3 4 0,-8-4 0,-2-2 0,-4 2 0,-3 0 0,-9 6 0,-1 0 0,-4 0 0,4-1 0,-6 7 0,8 1 0,0 3 0,0 3 0,5 10 0,1 5 0,5 6 0,-5 6 0,1 4 0,-1 7 0,3 1 0,8-1 0,-6 1 0,1-1 0,-1-2 0,6-3 0,2-6 0,3-4 0,-1-4 0,8-3 0,-1-4 0,8-8 0,2-2 0,2-4 0,6-11 0,-6-12 0,6-5 0,-6-6 0,7 3 0,-1-3 0,-4-2 0,-2 2 0,1 2 0,-1 9 0,-5-1 0,-7 7 0,-7 5 0,2 7 0,3 7 0,-7-2 0,4 12 0,-2 4 0,1 7 0,-1-4 0,8 4 0,-7-9 0,7 9 0,-1-1 0,-1-1 0,3 2 0,-7 0 0,6-5 0,-7-1 0,7-5 0,-6 5 0,7-7 0,-4 4 0,1-6 0,-4 3 0,-2-3 0,1 4 0,-3-4 0,6-2 0,-8-2 0,0-4 0,0 3 0,0-9 0,0-1 0,-2-3 0,-4-1 0,4 0 0,-3 0 0,3-2 0,2-4 0,0 4 0,0-4 0,0 4 0,0 2 0,0-1 0,0 1 0,7 0 0,3 0 0,7 7 0,0 4 0,1 5 0,-1 1 0,0 7 0,0 8 0,0 8 0,-5 0 0,-1-5 0,-5-1 0,5 0 0,-7 0 0,2 0 0,-4 0 0,-2 1 0,6-7 0,-1 1 0,1-9 0,-6 5 0,0-17 0,0-9 0,0-1 0,0-9 0,0-1 0,0-5 0,0 5 0,0 0 0,0 6 0,0-5 0,0 7 0,0-2 0,8 4 0,1 9 0,9 2 0,-1 8 0,0 2 0,0 4 0,0 4 0,1 7 0,1 0 0,2-2 0,2-1 0,-2-3 0,0-5 0,2 5 0,-2-7 0,7 2 0,-1-6 0,2-6 0,-2-3 0,-4-9 0,-4 1 0,4 0 0,-6-6 0,-6 0 0,3-6 0,-9 7 0,1-7 0,-6 6 0,0 0 0,0 6 0,-2 0 0,-3-1 0,1 9 0,-8 3 0,7 4 0,-7 2 0,3 2 0,-3 4 0,-1 9 0,7 8 0,-6 8 0,7-3 0,-7 11 0,6 1 0,1-6 0,5-5 0,0-3 0,0 3 0,0-4 0,0-8 0,7-2 0,5-1 0,3-5 0,2-1 0,1-4 0,-1-10 0,6 0 0,0-9 0,-2-4 0,-2 0 0,-4-8 0,-3-2 0,1 3 0,-7-3 0,5 6 0,-5-6 0,0 7 0,-6-7 0,7 8 0,-5-4 0,6 8 0,-6 7 0,4 5 0,5 3 0,-1 9 0,1 5 0,1-3 0,5 3 0,0 1 0,0 2 0,0 3 0,1-1 0,-3 0 0,-4 0 0,3 0 0,-9 1 0,7-1 0,-6 0 0,-1 0 0,-5 0 0,-7 1 0,-5-1 0,-9 6 0,-2 0 0,-2 0 0,2-6 0,-1 6 0,-5 0 0,4-6 0,8-8 0,0-1 0,-1-2 0,1-6 0</inkml:trace>
  <inkml:trace contextRef="#ctx0" brushRef="#br0" timeOffset="14">18293 1169 8912,'0'-17'0,"0"0"0,0 0 0,0-1 0,0 18 0,0 16 0,0 22 0,0 23 0,2 21 0,1-34 0,-1 2 0,-1 5 0,0 2-343,2 6 0,0 0 0,-2 2 1,0 0 342,0 7 0,-2 0 0,-1-3 0,-2 1 0,1-2 0,1 0 0,-1-1 0,0-1 0,-1 1 0,0-2 0,3-10 0,0-3 37,-2-2 0,1-2 1,0 32-38,2-17 0,-6-12 0,0-10 0,0-13 0,6-5 0,0-11 0,0-5 0,8-22 0,2-4 0</inkml:trace>
  <inkml:trace contextRef="#ctx0" brushRef="#br0" timeOffset="15">18930 1599 8912,'-18'-6'0,"1"-1"0,2-3 0,1-3 0,3-1 0,-1 1 0,3 1 0,-6 9 0,3-1 0,-3 8 0,3 13 0,1 13 0,-1 9 0,3 6 0,-4 11 0,7 1 0,0 0 0,6-5 0,0 3 0,0-3 0,2 2 0,4-14 0,5-4 0,4-5 0,-3-12 0,-1-8 0,1-7 0,5 2 0,0-4 0,0-2 0,6-10 0,0-7 0,2-2 0,-4-10 0,2 0 0,-2 3 0,-2-7 0,-1 4 0,-7 3 0,1-3 0,-7 6 0,7-5 0,-8 12 0,1-1 0,-3 4 0,-2 3 0,0 6 0,0 14 0,0 7 0,0 12 0,0-1 0,8 5 0,3 1 0,-1-5 0,1 0 0,1-8 0,5 1 0,2-10 0,4-6 0,-4-4 0,4-2 0,2-10 0,-2-5 0,-4-8 0,-6-4 0,1 0 0,-8-1 0,-1-3 0,-5 8 0,-7-5 0,-5 5 0,-5 0 0,-6 5 0,-4 3 0,-7 4 0,-1-3 0,1 9 0,5-1 0,3 6 0,1 0 0,4 0 0,2 0 0,9 8 0,2-7 0,24 7 0,3-8 0</inkml:trace>
  <inkml:trace contextRef="#ctx0" brushRef="#br0" timeOffset="16">19515 1307 8912,'-8'-23'0,"-3"0"0,-5 2 0,-1 2 0,7 9 0,3 4 0,7 14 0,0 9 0,2 16 0,2 14 0,3 9 0,3 7 0,-5-2 0,7 2 0,-1-2 0,7 2 0,5 2 0,0-7 0,5-9 0,-5-9 0,8-5 0,-3-7 0,-1-5 0,0-11 0,-2-7 0,-4-3 0,-2-4 0,-2-3 0,-5-7 0,-1-11 0,-7-3 0,4-9 0</inkml:trace>
  <inkml:trace contextRef="#ctx0" brushRef="#br0" timeOffset="17">20323 1479 8912,'8'9'0,"4"-3"0,-5-6 0,-1-6 0,-4 4 0,-2-3 0,0 10 0,0 5 0,0 9 0,0 4 0,0 5 0,0 7 0,0 5 0,0-4 0,0 4 0,0-5 0,0-7 0,0 3 0,0-8 0,0-2 0,0-2 0,0-9 0,0-5 0,0-10 0,0-7 0,0-11 0,0-5 0,0-13 0,2 3 0,4-8 0,-3 2 0,9-1 0,-8 3 0,1 7 0,5-1 0,1-4 0,-1 11 0,1 0 0,3 8 0,1 4 0,2 8 0,1 3 0,-1 6 0,0 6 0,6 9 0,0 8 0,2 7 0,-2-1 0,-4-4 0,4-2 0,2-4 0,-2-2 0,7-2 0,-1-3 0,-2-4 0,-1-8 0,-1 0 0,-4 0 0,4-8 0,-2-4 0,0-3 0,-6-2 0,-2-2 0,-3-4 0,1 2 0,-7-8 0,0 8 0,-6-2 0,-8 4 0,-3 2 0,-5 2 0,-1 1 0,0 5 0,0 1 0,-6 2 0,0 6 0,0 0 0,6 0 0,-1 8 0,3 2 0,4 7 0,-3 0 0,9 0 0,-1 6 0,6 0 0,0-2 0,0-2 0,0-2 0,0 1 0,8-3 0,3-4 0,4 5 0,8-9 0,0 5 0,0-5 0,-6-7 0,1 0 0,-1 0 0,6-7 0,0-5 0,0-1 0,-6 1 0,2-3 0,4 4 0,-4-5 0,4-1 0,-4 0 0,-2 0 0,0 0 0,1-1 0,-1 1 0,0 0 0,0 0 0,1 0 0,-7 5 0,0 1 0,-5 5 0,6-5 0,-9 7 0,5-4 0,-8 8 0,0 0 0,0 8 0,0-6 0,0 7 0,0-3 0,2-2 0,4 7 0,-4-5 0,3 5 0,-3-5 0,-2 6 0,0-7 0,0 7 0,2-8 0,4 1 0,-4 5 0,6-8 0,-8 5 0,0-14 0,0-5 0,5-3 0,1-2 0,2 0 0,-3-1 0,-3 1 0,6 2 0,-2 2 0,-1 1 0,3 1 0,-2-6 0,-2 5 0,7 1 0,-5 7 0,5-2 0,-7 4 0,11 2 0,-5 0 0,7 2 0,0 4 0,1 5 0,-1-3 0,0-2 0,0 1 0,0-1 0,-5 0 0,-1-6 0,1 0 0,5 0 0,0 0 0,1 0 0,-7 0 0,0 0 0,3 0 0,1 0 0,2 0 0,1 0 0,-7-2 0,1-4 0,5-3 0,6-9 0,-6 1 0,-6 0 0,1-2 0,5-4 0,-2 4 0,-3-4 0,-3 4 0,-3 2 0,-4-1 0,4 1 0,-4 8 0,-8 9 0,0 11 0,-7 6 0,1 6 0,5-2 0,1 8 0,-2-6 0,3 5 0,-1-5 0,6 4 0,0-2 0,0-4 0,0-2 0,0-2 0,6 0 0,-1 1 0,9-9 0,-3-3 0,4-4 0,3-2 0,-1-2 0,0-4 0,2-9 0,4-8 0,-4-8 0,4 3 0,-4-12 0,0-4 0,1-2 0,-3 0 0,4 8 0,-10-2 0,5 0 0,1 5 0,-2-1 0,-3 13 0,1 6 0,-7 5 0,7 9 0,-1-1 0,3 8 0,-4 7 0,1 12 0,-7 4 0,7 7 0,-8 2 0,2 4 0,-6 2 0,-6 4 0,-6 10 0,-11-5 0,-5 5 0,-12-3 0,-8 3 0,-8 1 0,-11 6 0,-7-6 0,30-28 0,-2 0-150,0-3 0,0-1 0,-3 1 0,-1 0 1,-2 0-1,0-1 0</inkml:trace>
  <inkml:trace contextRef="#ctx0" brushRef="#br0" timeOffset="18">14455 15629 8912,'-7'-42'0,"-5"-6"0,-11-4 0,-2 6 0,-5 18 0,1 5 0,-2 4 0,-1 1 0,-4 1 0,-3 2 0,-1 4 0,-6-5 0,6 5 0,-8 1 0,3 1 0,-7 1 0,-5 4 0,-5 2 0,-6 2 0,-7 0-165,0 0 1,-1 0 164,1 0 0,5 0 0,-5 0 0,-1 2 0,-1 2 0,-1 4 0,-5 1 0,-6 8 0,-3 6 0,43-8 0,0-1 0,-43 9 0,14 8 0,9-3 0,12 10 0,0 2 0,5 3 0,6-3 0,-2 4 0,8 7 0,-8 8 0,2 4 0,-1 6 0,1 6 0,6 3 0,11 8 0,4 8 0,10 1 0,3 1 0,6-5 0,6-5 0,6-5 0,6 4 0,11 1 0,0-1 0,9 2 0,6-6 0,4-5 0,12 0 0,-23-37 0,1-3 0,35 27-280,2 0 1,2-8 279,3-3 0,1 1 0,-33-23 0,2-2 0,40 18 0,-36-23 0,1 0 0,4-3 0,1-2 0,6-1 0,1 0 0,1 1 0,0-2 0,5 1 0,2-1 0,1-2 0,1-1 0,2-4 0,0-1 0,1 0 0,1-1 0,2-3 0,1-2 0,1 1 0,0 0-329,5-3 1,-1 0 0,-4-1 0,1 0 328,3-2 0,0 0 0,-3 1 0,-1 0 0,-2-3 0,0-1 0,9-3 0,1-1-346,4-4 0,1-1 1,-4-1-1,0-1 346,3 0 0,2 0 0,0 0 0,1 0 0,-27 5 0,0 1 0,2-1 0,1 0 0,1-1 0,0 0 0,3-2 0,1 0 0,0-1 0,0 1 0,1 0 0,0-1 0,0-2 0,1-1 0,0-1 0,2 0 0,0 0 0,0-1 0,-3 0 0,1 0 0,-1 0 0,1-1 0,-1-1 0,1-1 0,-1 0 0,0 0 0,-1 0 0,-2-1 0,0 0 0,-1 0 0,-2 1 0,-1 0 0,-1-1 0,-5 0 0,-2-1 0,0-1 0,26-12 0,-2-2 0,-4-1 0,-1-2 0,1-2 0,-2 0 0,-8 6 0,-2 0 0,-6-1 0,-2 0 0,-5 3 0,-3-1-86,-2 2 0,-2 0 0,-4 0 0,0-1 86,1 4 0,-1 0 0,-4 0 0,-3-1 0,31-34 0,-36 32 0,-1-2 46,19-42 0,-3 3-46,-14-2 0,-14 7 0,-9-5 0,-13-2 0,-15-6 0,2 34 0,-5-1 0,-11-2 0,-6 1 0,-6-1 0,-4 1-18,-11-1 0,-5 1 0,-1 1 0,-2 1 18,-4 0 0,-3 1 0,19 15 0,-2 1 0,0 1 0,-5-1 0,-2 0 0,-1 2 0,-3-1 0,-1 2 0,-1 2 0,-2 2 0,0 2 0,-2 2 0,-1 1 0,-2 3 0,-1 2 0,-3 2 0,0 3 0,-1 2 0,0 1 0,-1 3 0,0 3-83,-4 2 1,-1 4-1,2 3 1,7 4-1,1 2 1,1 4 82,-2 2 0,2 4 0,0 4 0,3 2 0,1 4 0,1 2 0,0 4 0,0 1 0,1 2 0,2 0 0,2 2 0,-1 0 0,0 1 0,0 1 0,0 1 0,3 0 0,-1 1 0,1-1 0,1-2 0</inkml:trace>
  <inkml:trace contextRef="#ctx0" brushRef="#br0" timeOffset="19">3751 7324 8912,'0'-17'0,"0"0"0,2 2 0,4 3 0,-4 3 0,6 5 0,-1-2 0,5 2 0,3 2 0,2 2 0,2 0 0,2-2 0,2-3 0,8 3 0,-2-4 0,3 4 0,3 2 0,-1 0 0,0 0 0,1 0 0,1 0 0,2-2 0,3-4 0,1 3 0,-2-9 0,2 6 0,4-5 0,7 1 0,-7-1 0,8-4 0,-8 3 0,3 3 0,3-1 0,2 1 0,3-1 0,-2 6 0,8-2 0,-7-1 0,1 1 0,3-2 0,-5 5 0,-3-3 0,-5 2 0,1-4 0,10 3 0,1-7 0,4 7 0,4-7 0,-4 6 0,10-7 0,1 2 0,1-3 0,-6 1 0,-1 1 0,1-1 0,0 0 0,0 1 0,0-1 0,0 7 0,-8 0 0,-4 6 0,-3-2 0,-3-3 0,-1 3 0,-2-4 0,-2 4 0,2 2 0,3-2 0,6-4 0,5 5 0,7-5 0,1-2-161,5 2 0,-3-1 161,9 1 0,-16 4 0,0-4 0,-6 4-39,-2 2 0,5-5 39,1-1 0,-6 0 0,12 6 0,-10 0 0,4 0 0,-5 0 0,5 0 0,-8 0 0,3 2 0,-3 2 0,2 2 0,-1-1 0,7-5 0,0 2 0,6 4 0,0-4 0,0 4 0,1-2 0,5 1 0,-10-1 0,4 8 0,-4-7 0,5 5 0,5-1 0,5 1 0,6-6 0,6 2 0,-10 1-169,4-1 1,-11 5 168,0-5 0,-5 0 0,-1-6 0,0 6 0,0-1 0,0 7 0,-2-5 0,-4 1 0,-6 0 0,-3-1 0,-3-1 0,3-4 0,3 4 0,4-4 0,8-2 0,8 0-65,3 0 1,4 0 64,2 0 0,-13 0 0,-4 0 0,-4-2-55,-4-4 0,8 2 55,-1-7 0,-1-1 0,2-5 0,-2 0 0,-10 0 0,1-1 0,-7 1 0,-7-2 82,-3-4 0,-7 2 0,-5-7 0,-6-1-82,-4 2 0,-8-3 0,1 7 0,-8-8 0,1 2 0,-3-1 224,-2 1 0,0-3-224,0 3 0,0-3 100,0-3 0,-7 1-100,-5-1 0,-9 1 0,-6 0 0,-3-1 0,-7 1 0,-14 0 0,-1-1 0,-13 1 0,-4-1 0,-7 7-264,-10-1 0,0 8 264,0-2 0,5 0 0,1 6 0,5-2 0,-5 11 0,-2 1 0,-2-1 0,-10 2 0,-3 6 0,46-2 0,0-1-186,0 0 1,-1 0-1,-6 0 1,-1 0 185,-1 3 0,0 0 0,-1 0 0,0 0 0,3 0 0,1 0 0,-1-2 0,1-2 0,5 1 0,1 1 0,-3-2 0,1 2 0,-43 2 0,-1 2 0,48 1 0,0 0 0,-46-2 0,46 2 0,0 0 0,-4-1 0,1 0 0,3 1 0,0 0 0,-3-2 0,-1 0 0,5 1 0,-1 1 0,-9 1 0,-1 0 0,-4-1 0,0 0 0,-3 3 0,0 1 0,0-1 0,0 0 0,5-2 0,1 1 0,5 1 0,1 0 0,3-4 0,-1 1 0,2 3 0,1 0 0,-45 5 0,6-1 0,4 3-196,9-7 1,-3 5 195,-8-5 0,37 0 0,-1 0 0,-2-3 0,0-1 0,-1 2 0,-1 0 0,3-1 0,-1 0 0,-3-2 0,-1 1 0,-2 3 0,-1 0 0,-1 0 0,-2 0 0,-1 0 0,0-1 0,-2-1 0,0 0 0,4 2 0,1 1 0,-1-1 0,0 0-149,6 0 1,1 1-1,-3 2 1,1 0 148,4-2 0,1-1 0,1 0 0,1 0 0,-37 6 0,1-1 55,5 1 1,-2 4-56,7-3 0,-7 3 0,0 2 0,-8 2 0,42-7 0,-2-1 0,1-1 0,-1 1 0,1 3 0,1 1 0,-40 8 0,7 6 0,1-6 0,-6 5 0,2-1 0,3 2 0,7-5 0,11-6 0,4 5 167,7-1 1,8 7-1,4-4 1,3 2-168,3 3 0,-8 3 0,-4 1 0,0 0 0,-5 1 0,1 1 0,-13 4 0,0-2 83,-6 8 0,10-2-83,7 2 0,10-2 0,13-6 0,6 2 332,4-1 1,10-5-333,3-5 0,4 3 191,2-3 1,0 3-192,0 3 0,8-1 0,3 0 0,12 1 0,8-1 0,7 1 0,8-1 0,13 4 0,10-3 0,7 10 0,10-8 0</inkml:trace>
  <inkml:trace contextRef="#ctx0" brushRef="#br0" timeOffset="20">1015 8425 8912,'12'0'0,"-1"0"0,1 0 0,-1-2 0,1-4 0,-7 4 0,7-4 0,-8 3 0,1-3 0,-1 4 0,2-4 0,-4 4 0,11 0 0,-7-3 0,7 1 0,-1-8 0,3 1 0,2-6 0,1 5 0,-1 1 0,0-1 0,0-5 0,2 0 0,4 0 0,-4 5 0,4 1 0,4-1 0,2-5 0,3-6 0,3 0 0,1 0 0,2 6 0,6 0 0,6 0 0,-2-2 0,9-4 0,4 9 0,2-3 0,-1 4 0,1-4 0,-2 1 0,2 5 0,-4-4 0,-7 5 0,0-1 0,-1-1 0,1 1 0,-1-7 0,9 3 0,3 4 0,4-10 0,3 4 0,1-3 0,-2 1 0,4-4 0,-10 0 0,4-1-120,2 1 1,-1 4 119,1-4 0,-8 5 0,-3 7 0,-5-4 0,-1 3 0,-2 3 0,-4-1 0,-6 3 0,-4 3 0,-9 0 0,-4-2 0,-4 4 0,-2-3 0,0-3 0,0 2 0,-5-2 0,-1 3 0,1 3 119,5-4 1,0-2-120,1 3 0,-1-9 0,0 3 0,0 3 0,-7 1 0,-3 7 0,-7 0 0,0 0 0,8 0 0,-4-2 0,7-4 0,1-11 0,5-10 0</inkml:trace>
  <inkml:trace contextRef="#ctx0" brushRef="#br0" timeOffset="21">3872 7118 8912,'2'10'0,"4"-5"0,-4-3 0,13-2 0,-4 0 0,-1 0 0,1 0 0,5 0 0,5 0 0,0 6 0,7 0 0,1 7 0,5-2 0,1 5 0,-1 1 0,6 8 0,1 3 0,-3 1 0,-9 5 0,-5-1 0,-6 13 0,-9 2 0,-3 9 0,-21 6 0,-14 11 0,-15-3-180,14-33 0,-3-1 0,-5-1 0,-3-2 0,-6 1 0,-1-1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7.711"/>
    </inkml:context>
    <inkml:brush xml:id="br0">
      <inkml:brushProperty name="height" value="0.053" units="cm"/>
      <inkml:brushProperty name="color" value="#FF0000"/>
    </inkml:brush>
  </inkml:definitions>
  <inkml:trace contextRef="#ctx0" brushRef="#br0">5249 16196 8912,'0'-17'0,"5"0"0,1-1 0,-2 1 0,-2 0 0,-2 0 0,0 0 0,-2-1 0,-2 1 0,-2 0 0,-1 0 0,1 0 0,-5-1 0,1 1 0,-2 0 0,-1 0 0,-2 2 0,-2 1 0,-1 5 0,1 1 0,-13 2 0,-5 6 0,-13 2 0,-3 4 0,-12 5 0,-10 5 0,-5 8 0,-8 5 0,5 4-240,1 1 1,2-2 239,-3-3 0,5 4 0,7-5 0,-2-1 0,-1 2 0,-3 1 0,2 3 0,3-5 0,1 1 0,-2 0 0,-4 5 0,5 0 0,-5 1 0,-5 5 0,-6 0 0,39-19 0,0 0 0,-5-1 0,1 0 0,5 1 0,2 0 0,-42 25 0,11 2 0,3-6 0,5 0-110,4 0 0,7-2 110,-1-6 0,9 1 0,2-1 0,8 1 0,-2-1 0,11 0 0,6 1 0,6-1 0,5 1 0,-1 1 0,7 4 0,-5-2 117,5 8 0,0 0 0,6 7 0,0 5-117,0 5 0,0 2 0,0-2 0,6 2 0,0-8 0,13 6 0,-2-6 0,6 1 0,-2-7 0,4-1 0,2-4 0,3 3 0,10-3 0,-1 4 0,7 1 0,-2-1 0,1-4 0,5 4 0,-4-4 0,4-6 0,1-6 0,1-2 0,0-9 0,-1 0 0,1-5 0,1-3 0,5-4 0,3-1 0,8-4 0,7-3-82,5 9 0,1-8 82,-2 1 0,4-3 0,-3-2 0,12 0-181,-41 0 1,0 0 0,-1 0 0,1 0 180,2 1 0,1-2 0,-2-2 0,-1-1 0,0-1 0,1 0 0,1-1 0,1 1 0,2-1 0,1 0 0,0 1 0,0-1 0,0-3 0,-1 1 0,2 0 0,-1 0 0,-3 2 0,-1 1 0,-1-2 0,-1 0 0,0 5 0,-1-1 0,45-11 0,-42 8 0,1 1 0,-4 0 0,1 0 0,5-1 0,1 1 0,-4 2 0,1 0 0,2-3 0,1 1 0,-2 2 0,0 0 0,3-2 0,1 0 0,-1 1 0,0 1 0,2 1 0,1 0 0,1-2 0,0 0 0,0 1 0,0 1 0,-4-2 0,1 0 0,3 1 0,0 0 0,-4 2 0,0-2 0,4-2 0,1-1 0,-2 4 0,0 0 0,-4-1 0,-1 0 0,1 1 0,-2 0 0,-7 0 0,0-1 0,2 2 0,1 0 0,2-3 0,1 0-41,3 0 1,-1 1 0,-5 1-1,-1 0 1,-2-3 0,0 0 40,41-2 0,-1-1 0,-40 5 0,0 0 0,1 2 0,1-2-128,4-2 1,-1-1 0,0 4 0,-1 0 127,39-4 0,-43 3 0,0-1 0,42-2 0,-38 0 0,0 1 0,-2 1 0,1 2 0,1-2 0,1 0 0,-2 1 0,-1 0 0,1 2 0,-1 0 0,1-1 0,0-1 0,-2 1 0,1 2 0,47 0 0,-3 2 0,-3 3 0,-4-3 0,4 4 0,1-4 0,-1-2 0,-4 0 0,-2 0 0,2 0 0,10 0 0,-46 0 0,1 0 0,44 0 0,1 0 0,-12-2 0,2-2 0,4-1 0,3-1 0,-43 5 0,-1 2 0,0-1 0,0 0 0,46 0 0,-3 0 0,-8 0 0,12 0 0,-1 0 0,-44 0 0,-1 0 0,46 0 0,-3 6 0,1-1 0,-2-1 0,-5-2 0,7-2 0,2 0 0,-48 0 0,1 0 0,1 0 0,-1 0 0,-1-1 0,0 0 0,41-5 0,-1 4 0,-15-3 0,3 1 0,3-2 0,-1 2 0,12-7 0,-6 5 0,-6-5 0,-5-1 45,-5 3 0,5-7-45,-1 5 0,1-4 0,-6-2 0,5-1 0,1 1 0,-4 0 223,-6 0 0,-6-6 0,-9-2-223,-4-2 0,-4-1 0,-2-3 124,0-3 1,0 3-125,-5-9 0,5-4 0,2-4 0,2-7 0,4-8 0,-6-4 0,-2-2 0,-10 2 0,-1 4 0,-10 4 0,-2 7 0,-7 9 142,-10 2 1,0 5-1,-2 2 1,-4-1-143,-5 1 0,-6 0 144,-6-1 1,-6-5-145,-11 0 0,3-6 0,-3 6 0,-4-6 0,-2 4 0,-3-2 0,-3-4 0,1 6 0,-1 2 0,0 10 0,1 1 0,-11 0-248,-6-5 1,-17 7 247,38 15 0,-3 1 0,-4-1 0,-1-1 0,-2 2 0,-1 0 0,-5-2 0,-2 1 0,-3 1 0,-2 1 0,-3-2 0,-1 1 0,-2 0 0,-1 1 0,0 2 0,-1 2-329,1 1 1,0-1 0,-1 1 0,1-2 328,-1-1 0,1-1 0,1 3 0,1 1 0,3-1 0,0 0 0,0 2 0,1-1-57,5-1 0,0 0 0,-3-1 0,0-1 0,-1 2 0,-1 1 0,0-3 0,0 0 57,3 0 0,1-1 0,-2-2 0,0-1 0,3 1 0,0-1 0,-5 0 0,-1 1 0,-3 2 0,0 1 0,6 0 0,1-1 0,2 1 0,2 1 0,3 0 0,1 0 0,3 1 0,0 1 0,-1 0 0,1 0 0,-4 0 0,1-1 0,4-1 0,1 0 0,4 4 0,-1 1 0,0-1 0,1 0 0,-47 3 0,44-2 0,-1-2 0,-1 1 0,0 1 0,-2-1 0,1 2 0,-1 0 0,1 0 0,3 1 0,-1 0 0,-2 0 0,-1 0 0,0-1 0,-2 0-203,-6-2 1,0 0 0,4 2 0,0 0 202,-4-2 0,0 1 0,6 0 0,1 2 0,2 0 0,-1 0 0,1 0 0,-2 0 0,-4 0 0,0 0 0,2 0 0,1 0 0,-1 0 0,0 2 0,3 0 0,1 1-48,2 3 0,-1 0 0,1-2 0,-1 1 48,1 1 0,1 0 0,4-1 0,1 1 0,-3 3 0,1-1 0,-35 4 0,1-1 0,7 3 420,5 1 1,3 2-421,1 0 0,6-5 0,0-1 0,0-1 0,-6 1 0,7 3 111,5-9 1,-2 7 0,1-6 0,1-1-112,-2 3 0,-4-4 0,-12 7 0,-1-5 277,-5 5 1,-7-5-278,8 6 0,2-7 0,15 7 0,5-8 351,12 1 1,-1-3-352,6-2 0,-1 6 0,2 2 0,-6-1 149,-3 1 0,-14 3-149,-1-5 0,-4 8 0,10-3 0,-7 4 0,2 2 0,-4 6 0,-4 0 0,-3-2 0,-6-2 0,-5 4 0,-1 0 0,-5 6-229,-1-6 0,13 0 229,11-6 0,12-6 0,5 1 0,7-6 201,9 5 0,8-7-201,4 2 0,10-4 0,3-1 0,3 5 0,-7-4 0,13 6 0,-7-8 477,8 0-477,8 0 0,-7 0 0,9 0 0,-2 0 0,11 2 0,13 3 0,10-3 0,10 14 0,0-7 0</inkml:trace>
  <inkml:trace contextRef="#ctx0" brushRef="#br0" timeOffset="1">15040 14803 8912,'-17'0'0,"0"0"0,0-2 0,-2-3 0,-4-7 0,4-1 0,-4-1 0,4 5 0,1 1 0,1-5 0,0 3 0,-2-1 0,-4-1 0,4 1 0,-6-4 0,0 1 0,-4 3 0,-5-1 0,-6-5 0,-12 8 0,-13 3 0,-9 4 0,-13 2 0,38 6 0,-3 3 0,-4 2 0,-3 1 0,-4 4 0,-2 1-82,-3 3 1,-1 0 0,-5-1-1,-2 0 1,-1 3 0,0 0-1,3-1 1,2-2 81,4-2 0,1-1 0,-1 0 0,2 0-211,2-4 0,1-1 0,-1 0 0,0-1 211,7-4 0,0-1 0,0 0 0,3-2 0,-32-3 0,3 0-51,15 0 1,3 0 50,7 0 0,5 0 0,16 0 0,5 0 0,9 0 293,6 0 1,11 0-294,12 0 0,5 0 222,12 0 1,4 0-1,9 0 1,3 0-223,1 0 0,6 0 0,-6 0 0,0-8 0,2 14 0,2-4 0</inkml:trace>
  <inkml:trace contextRef="#ctx0" brushRef="#br0" timeOffset="2">12734 14459 8912,'18'0'0,"-7"-7"0,1-5 0,-3-3 0,5-4 0,-5-2 0,-1-2 0,3 0 0,-5 6 0,0 0 0,-6 0 0,0 7 0,-16 4 0,-7 12 0,-15 11 0,-8 14 0,-5 7 0,-7 8 0,3 5 0,-8 7 0,0-5-242,-6 4 0,6 3 242,0-3 0,1 2 0,-1-1 0,6-13 0,11 1 0,8-8 0,7-3 0,8-8 0,12-5 0,3-2 0,12-9 0,7 1 0,5-7 0,18 7 0,-1-8 0,13 1 0,3-1 0,7 2 0,-1-4 0,8 3 0,-7-1 0,1 2 0,-3-2 242,-3 7 0,1 1-242,0 5 0,-8 0 0,-2 0 0,-8 1 0</inkml:trace>
  <inkml:trace contextRef="#ctx0" brushRef="#br0" timeOffset="3">15849 15818 8912,'-7'-10'0,"3"-5"0,-6 3 0,1-1 0,1 0 0,-2 1 0,1-1 0,5 3 0,-2-1 0,4 7 0,2-4 0,6 16 0,2 3 0,1 5 0,5 1 0,-7 6 0,-1 0 0,2 2 0,-3-2 0,3-2 0,-4 5 0,2-1 0,-3-4 0,-1 4 0,-2-2 0,0 6 0,0-7 0,0 9 0,0-2 0,-2-4 0,-3-3 0,-5-2 0,-7-3 0,0 0 0</inkml:trace>
  <inkml:trace contextRef="#ctx0" brushRef="#br0" timeOffset="4">15522 15818 8912,'0'11'0,"0"1"0,0-10 0,0-2 0,0-2 0,0-10 0,8-1 0,3-8 0,7-2 0,4 2 0,11-4 0,7 2 0,8 0 0,-2 6 0,4 2 0,1 1 0,1 5 0,-1 1 0,-3 4 0,-8 10 0,1 4 0,-15 7 0</inkml:trace>
  <inkml:trace contextRef="#ctx0" brushRef="#br0" timeOffset="5">15712 16333 8912,'13'-9'0,"4"3"0,14-3 0,3-3 0,10-1 0,6 1 0,3-3 0,5 4 0,-5-10 0,5-4 0,-5-2 0,-1-4 0,-10-3 0,-8-6 0,-1 4 0,-10-4 0,3 3 0,-6 5 0,-5 3 0,0 6 0,-5 6 0,1 6 0,1-5 0,-3 7 0,-1-1 0,-8 2 0,0 10 0,-2 6 0,-4 9 0,2 8 0,-7 9 0,5 3 0,-5 3 0,7-2 0,-2 8 0,-1-2 0,1 2 0,2-6 0,2-4 0,2-7 0,0-1 0,0-7 0,0 2 0,2-5 0,4-7 0,-2-3 0,7-8 0,0-2 0,7-4 0,-1-5 0,2-12 0,2-8 0,2-7 0,8-4 0,-3-4 0,-3-2 0,-2 8 0,2-8 0,-2 3 0,6 8 0,-6 3 0,-2 11 0,-10 0 0,-1 10 0,-5 1 0,-3 16 0,4 2 0,-2 13 0,2 4 0,-3 5 0,9-5 0,-1 8 0,7-2 0,6-3 0,5 3 0,4-8 0,3 2 0,2-6 0,2-5 0,8-5 0,-2-7 0,4-7 0,9-18 0,2-12 0</inkml:trace>
  <inkml:trace contextRef="#ctx0" brushRef="#br0" timeOffset="6">17553 15732 8912,'-35'7'0,"1"-3"0,0 8 0,-1-7 0,1 7 0,-6-6 0,-1 5 0,1 2 0,6 10 0,7-4 0,4 4 0,12-4 0,5 1 0,6 1 0,6 2 0,11 5 0,12-5 0,5 6 0,6-6 0,-4 0 0,5-6 0,-5 0 0,-2 0 0,-7 0 0,-4 1 0,-10 4 0,-1 1 0,-8 0 0,0-4 0,-8 2 0,-8 2 0,-11 0 0,-5-6 0,-7 1 0,-5-1 0,2 0 0,-8 0 0,6-1 0,-2-3 0,5-4 0,11-1 0,7-4 0,7-10 0,4-11 0,8-10 0</inkml:trace>
  <inkml:trace contextRef="#ctx0" brushRef="#br0" timeOffset="7">17983 15783 8912,'12'0'0,"-1"0"0,0 0 0,-1 0 0,-2 2 0,-8 4 0,0 9 0,0 8 0,0 6 0,0-6 0,9 7 0,8-1 0,3 2 0,8-3 0,1 5 0,5-5 0,1-3 0,-1-2 0,1-6 0,-1-5 0,-1 1 0,-5-7 0,5 0 0,-14-6 0,-2-8 0,-9-2 0</inkml:trace>
  <inkml:trace contextRef="#ctx0" brushRef="#br0" timeOffset="8">18017 16024 8912,'-17'-25'0,"8"12"0,3-4 0,4 11 0,4-2 0,4 6 0,7-1 0,8-3 0,4 0 0,4 6 0,3 0 0,-3 0 0,-2-2 0,1-4 0,1-3 0,5-8 0</inkml:trace>
  <inkml:trace contextRef="#ctx0" brushRef="#br0" timeOffset="9">18035 15715 8912,'2'-18'0,"3"1"0,5 8 0,7 3 0,4-2 0,6 2 0,7 3 0,12-15 0,-2-1 0</inkml:trace>
  <inkml:trace contextRef="#ctx0" brushRef="#br0" timeOffset="10">18775 15732 8912,'-18'0'0,"1"7"0,0 5 0,6-3 0,-1 3 0,1 5 0,-7 8 0,1 0 0,0 0 0,2 7 0,3 2 0,-1 1 0,7 5 0,0-10 0,6-1 0,0-8 0,0 2 0,0-4 0,0-9 0,0-5 0,0-10 0,8-12 0,3-12 0,3-4 0,-3-1 0,5 0 0,-5-1 0,4 1 0,3 1 0,-1 3 0,0 1 0,0 2 0,0-1 0,3 3 0,3 8 0,-4 0 0,4-1 0,-4 3 0,-2 4 0,0 3 0,-7 16 0,-5 5 0,-5 6 0,-5 4 0,-5 8 0,-7-3 0,0-1 0,-1 2 0,3-6 0,4 5 0,-3-7 0,9 2 0,-7-4 0,6-2 0,3 1 0,1-1 0,9-2 0,5-3 0,7-3 0,10-3 0,1-4 0,16 3 0,-6-3 0,6-2 0,8-15 0,7-4 0</inkml:trace>
  <inkml:trace contextRef="#ctx0" brushRef="#br0" timeOffset="11">19618 15611 8912,'0'-17'0,"0"0"0,0 7 0,-2 3 0,-4 7 0,4 13 0,-3 8 0,1 8 0,-2 7 0,2 4 0,-7 0 0,5 4 0,-5 8 0,5-6 0,-6 0 0,7-6 0,-7 6 0,1-8 0,-7 2 0,-6-11 0,-3-5 0</inkml:trace>
  <inkml:trace contextRef="#ctx0" brushRef="#br0" timeOffset="12">19308 15835 8912,'-8'-35'0,"7"-5"0,-5 0 0,4 6 0,2 5 0,2 8 0,4-2 0,7 4 0,8 2 0,6 2 0,7 3 0,8 5 0,4 7 0,10 0 0,3 2 0,2 3 0,4 7 0,-6 3 0,8 2 0,-6 0 0</inkml:trace>
  <inkml:trace contextRef="#ctx0" brushRef="#br0" timeOffset="13">20478 15852 8912,'-15'-17'0,"4"0"0,3-1 0,8 1 0,0 0 0,0 6 0,0-1 0,2 8 0,5-1 0,11 3 0,8 2 0,9 0 0,5 0 0,6 0 0,11 0 0,12 0 0,9 0 0</inkml:trace>
  <inkml:trace contextRef="#ctx0" brushRef="#br0" timeOffset="14">22113 15938 8912,'40'-15'0,"0"-4"0,-1-2 0,-3 3 0,-9 13 0,-4-1 0,-12 4 0,5 4 0,-5 4 0,12 1 0,6 5 0,11 3 0,11-13 0,11 6 0</inkml:trace>
  <inkml:trace contextRef="#ctx0" brushRef="#br0" timeOffset="15">23868 16213 8912,'86'-17'0,"-1"0"0,-5 0 0,-11 7 0,-12 4 0,-13 4 0,-9 2 0,-16 8 0,-14 3 0,-3 12 0,-2 4 0</inkml:trace>
  <inkml:trace contextRef="#ctx0" brushRef="#br0" timeOffset="16">12580 15577 8912,'1'-11'0,"5"-1"0,-4 1 0,4-7 0,-12 9 0,4 3 0,-4 12 0,5-2 0,1 7 0,0-5 0,0 5 0,0 3 0,0 1 0,0 2 0,0 0 0,0 1 0,0-1 0,0 0 0,0 0 0,0 0 0,0-5 0,0-1 0,0 1 0,0-1 0,0 1 0,0-9 0,0 5 0,0-17 0,0-9 0,5-1 0,1-9 0,7-1 0,-1-5 0,1-1 0,-1 1 0,1 7 0,-7 4 0,5 4 0,-5 2 0,7 7 0,-3 3 0,5 20 0,-3 4 0,1 12 0,-7 0 0,7 3 0,-1 2 0,3 1 0,2-1 0,2-1 0,4-5 0,-2 3 0,8-8 0,0-2 0,-3-2 0,5-10 0,-8-3 0,6-4 0,-6-2 0,7-8 0,-3-1 0</inkml:trace>
  <inkml:trace contextRef="#ctx0" brushRef="#br0" timeOffset="17">13113 15594 8912,'-11'10'0,"-1"-5"0,3-1 0,-5 0 0,5 4 0,1 1 0,2-3 0,6 5 0,-7 1 0,5 5 0,-4 0 0,6 1 0,4-1 0,3 0 0,3 0 0,7-5 0,6-1 0,2-7 0,-2 2 0,-4-5 0,4-1 0,2 0 0,-2 0 0,-2-7 0,-10-5 0,3-3 0,-9-2 0,7-2 0,-6-2 0,-5-2 0,-4 2 0,-7-4 0,-7 2 0,0 0 0,-1 6 0,3 6 0,4-1 0,-5 1 0,14 1 0,2-5 0,10 5 0</inkml:trace>
  <inkml:trace contextRef="#ctx0" brushRef="#br0" timeOffset="18">13715 15629 8912,'10'0'0,"-2"0"0,-8 0 0,7 0 0,-5 0 0,6-8 0,-8-2 0</inkml:trace>
  <inkml:trace contextRef="#ctx0" brushRef="#br0" timeOffset="19">23817 16815 8912,'17'17'0,"0"0"0,0-7 0,1-4 0,1-5 0,4-1 0,-2-1 0,7-3 0,3-4 0,2-1 0,-1-1 0,-3-1 0,3-5 0,-3 5 0,1 1 0,1 1 0,-4 1 0,-2 4 0,3 0 0,-5-1 0,8 3 0,-2-4 0,5 4 0,6 2 0,6 0 0,11 0 0,5 0 0,6 0 0,7-6-224,0 1 1,9-3 223,2 2 0,0 4 0,6-3 0,-41 1 0,1 0-193,2 1 1,1 0 0,5-1 0,0 1 192,0-1 0,1 2 0,1 1 0,0 0 0,-4-3 0,1 0 0,3 1 0,2 1 0,4-1 0,2 0 0,1-3 0,1 0 0,2 4 0,1-1 0,2-4 0,-1 0-294,-1 2 0,-1-1 1,3-1-1,-1-1 294,2-1 0,-1 0 0,-2-1 0,-1-1 0,-5 3 0,0-1 0,-1-2 0,-2 1-140,-8 4 1,-2 1 0,-1-2-1,-1 0 140,-1 2 0,-2-1 0,40-8 83,-16 9 0,-8-7 1,-17 7-1,-4 1-83,-6 2 0,-4 2 325,-2 0 0,-5 0-325,0 0 0,-8 0 619,2 0 1,-4 0-620,-2 0 0,-5 0 727,-1 0-727,-7 0 0,4 0 0,-10 0 0,-4 0 0,-13 7 0,-18 7 0,-12 5 0,-12 4 0,-14 7 0,-3-3 0</inkml:trace>
  <inkml:trace contextRef="#ctx0" brushRef="#br0" timeOffset="20">17191 17640 8912,'-15'-17'0,"4"0"0,-3 0 0,7-1 0,-1 1 0,0 0 0,5 0 0,8 0 0,9 1 0,7 5 0,7-4 0,13 3 0,10-3 0,12-2 0,12 5 0,5 1 0,12-1 0,-42 4 0,1-1 0,6 0 0,1 1-276,7-1 1,2 1-1,0 2 1,2 2 275,2 1 0,1 0 0,1 0 0,1-1 0,1 1 0,1 0 0,4 0 0,1 0 0,5-1 0,0 1 0,-6 1 0,-1 0 0,1-3 0,0-2 0,-6 2 0,0-1 0,0-2 0,1-1 0,-1 0 0,1-1 0,-1-1 0,-1-1 0,-5-2 0,-2-1 0,-8-1 0,-1 0 0,-5-1 0,-1-1 0,1 1 0,-1 0 0,43-10 0,-10 4 0,-13 4 0,-12 2 0,-21 7 0,-9 5 0,-8 1 0,-4-2 0,-7 4 0,-3-6 1102,-14 8-1102,5 0 0,-8 0 0,5 0 0,3 0 0,-6 0 0,8 0 0,-2 0 0,-4 0 0,4 10 0,-3 7 0,-5 8 0,1 9 0,-9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7.802"/>
    </inkml:context>
    <inkml:brush xml:id="br0">
      <inkml:brushProperty name="height" value="0.053" units="cm"/>
      <inkml:brushProperty name="color" value="#FF0000"/>
    </inkml:brush>
  </inkml:definitions>
  <inkml:trace contextRef="#ctx0" brushRef="#br0">10136 14305 8912,'0'9'0,"2"-1"0,4-8 0,-3-2 0,9-4 0,-8 4 0,5-7 0,-3 3 0,-4 4 0,13-11 0,-3 7 0,3 0 0,2 4 0,0-3 0,1 3 0,-1-4 0,0 4 0,0 2 0,8 0 0,4 0 0,5 0 0,6 0 0,6-6 0,12 1 0,3-1 0,8 6 0,-1 0 0,1 0 0,6 0-134,-1 0 0,1 0 134,-6 0 0,0 8 0,1 1 0,3 3 0,2-1 0,11-5 0,-6 5 0,0-7 0,-11 2 0,-6-2 0,2-1-17,6 3 1,0 0 0,9-6 16,2 0 0,4 0 0,6 0 0,0 0-266,0 0 1,-1 0 265,-10 0 0,1-6 0,-2 0 0,8-1 0,-8 1 0,1 4 0,-12-4 0,-1 5-88,1 1 1,0 0 87,0 0 0,2 1 0,3 5 0,-3-4 0,6 4 0,-3-4 0,1-2 0,-3 0 0,-9 0 0,2 0 0,-3 0 0,1 0 0,2 0 0,5 0 0,-6 0 0,-1 0 0,6 0 0,-12 0 0,6 0 0,-8 0 0,-11 0 0,8 0 82,0 0 1,-6 0 0,5 0-83,-1 0 0,2 0 0,5-2 0,6-4 0,-4 4 0,-1-4 0,-5 5 23,-1 1 1,-1 0-24,1 0 0,-2-6 268,-4 0 1,5 0-269,1 6 0,1 0 0,11 0 0,-1 0 0,-2 0 0,4 0 0,-8 0 0,1 0 95,-7 0 1,-1 0-96,-4 0 0,3 0 0,-5 0 0,4 0 0,4 0 0,-10 0 0,10 0 0,1 0 0,4 0 0,1-5 0,-7-1 0,-1 0 0,-4 6 0,2-2 0,-6-2 0,2-1 0,4 1 0,-4 2 0,2 2 0,-1 0 0,7 0 0,7 0 0,4 0 0,2 0 0,-1 0 0,1-6 0,-8 0 0,0 1 0,-5 5 0,-2 0 0,-4 0 0,1-6 0,-7 0 0,6 1 0,-5 5 0,-1-2 0,-6-4 0,1 4 0,-1-4 0,-2 2 0,-3-1 0,2 3 0,-8-4 0,5 2 0,-5-1 0,2 3 0,-2-4 0,-2-2 0,8 2 0,-8-5 0,2 5 0,-2 1 0,0-1 0,2 0 0,0-7 0,-6 9 0,0-8 0,0 3 0,1-3 0,-1-1 0,0 7 0,2-7 0,0 2 0,2-5 0,0-1 0,-11 6 0,7-1 0,-4-1 0,5-10 0,-1 4 0,0-4 0,2 2 0,4-2 0,-4 4 0,6-4 0,-2 4 0,0 2 0,0-1 0,-6 1 0,0 0 0,1 0 0,-1 1 0,0 3 0,-2 2 0,-3-3 0,-3-1 0,-3-2 0,-2 0 0,7-1 0,-7-1 0,2-2 0,-2-4 0,1-1 0,-3-3 0,4-5 0,-4 1 0,-2 5 0,0-5 0,0 4 0,0-1 0,0 1 0,0-3 0,0 3 0,0 2 0,0-1 0,0 1 0,0-2 0,-8 2 0,-3 5 0,1 2 0,-1-4 0,-2 1 0,-3 0 0,-1-6 0,0 6 0,-8 0 0,-4 6 0,-3-6 0,-3 0 0,-1-5 0,-6 5 0,-8 0 0,-5-2 0,-16 6 0,2-4 0,2 4 0,4 2 0,8-1 0,-3 1 0,-1 2 0,4 2 0,1 1 0,1-1 0,5 3 0,-10-1 0,-1-1 0,2-5 0,-6 6 0,5-1 0,-5 1 0,2-8 0,-6-2 0,-9-2 0,-9 0 0,-6 5 0,41 11 0,-2-1 0,-3 1 0,-1 1 0,2 0 0,-1 0-149,3 0 1,-1-1-1,0 2 1,1 0 148,-40-6 0,1 7 0,5-2 0,-6 5 0,0 1 0,8 0 0,9 0 0,5-2-151,1-4 1,-8 4 150,-3-4 0,-4 4 0,-4 2 0,-4-2 0,44 0 0,-1-1 0,-2 2 0,0 0 0,0-2 0,-1 0 0,-4 1 0,-1 0-214,-3-1 1,0 0 0,0 3 0,-1-1 213,-2-2 0,0 0 0,5 2 0,1 0 0,2 1 0,1 0 0,2 0 0,-1 0 0,1 0 0,1 0 0,-1 0 0,1 0-37,-1 0 1,0 0 0,-41 0 0,5 0 36,5 0 0,3 2 0,-8 2 0,-4 1 0,-3 3 0,43-5 0,1 0 0,0-2 0,0 0 0,1 2 0,1 1 0,-1-1 0,0 0 0,-2 0 0,-1 0 0,4 3 0,1-1 10,-4-2 1,0 0 0,4 3 0,-1-1-11,0-1 0,0-2 0,-42 6 0,12-4 0,10 3 110,10 3 1,0-6-111,2 1 0,-5 3 0,-1-2 0,0 5 0,-11-3 0,3 1 0,2 5 0,-2-1 0,-3-1 0,3 3 216,-4-4 0,5 3 1,1-1-1,0-1-216,0 1 0,10 0 0,7-1 0,2 1 41,10-7 0,-2 7 0,4-1 0,-2 1-41,2-1 0,-4 1 271,1-7 0,3 7-271,9-2 0,-1-1 0,7 0 0,4-1 29,5 1 0,-1-6-29,4 1 0,1-1 0,-1 2 0,5-4 0,-4 5 0,1-1 0,-1 0 0,-1 7 0,-6-1 0,-1-1 0,1 6 0,0-1 0,-2 10 0,-2 1 0,-2 0 0,0 1 0,6 7 0,-2-1 0,-4 1 0,3-3 0,-2-1 0,2-3 0,3 3 0,6-4 0,-1 1 0,3-5 0,-3 6 0,3-6 0,3 5 0,2-5 0,-7 6 0,7-8 0,-4 4 0,2-2 0,1 0 0,-3 7 0,2-1 0,2-2 0,-7 1 0,5 1 0,-5 5 0,-1 1 0,3-1 0,-7-5 0,5-1 0,1-5 0,-1 6 0,1-2 0,-1 1 0,-2-3 0,5-8 0,0 1 0,1-1 0,-1 4 0,2-4 0,4 4 0,-3-9 0,3 3 0,-6 2 0,6 0 0,-4 0 0,-1-5 0,1-1 0,2 3 0,-5 1 0,5 2 0,-8 0 0,7-1 0,-7-5 0,6 4 0,-3-3 0,-1 3 0,1 2 0,3 1 0,-6-1 0,3 0 0,-3 0 0,-3 0 0,6 1 0,-3-3 0,1-4 0,5 3 0,-6-9 0,9 9 0,-5-10 0,8 7 0,0-7 0,0 3 0,0-7 0,0-1 0,0-5 0,0 4 0,0-6 0,0 6 0,0-3 0,0 1 0,0-8 0,0 9 0,-8-5 0,-3 10 0,-12 4 0,-4 3 0,-7 8 0</inkml:trace>
  <inkml:trace contextRef="#ctx0" brushRef="#br0" timeOffset="1">9207 9834 8912,'15'-17'0,"-4"0"0,-3 0 0,0 0 0,1 0 0,3-1 0,-1 1 0,-7 6 0,4-1 0,-1-1 0,-3-1 0,6 1 0,-3 2 0,-1 7 0,-6-4 0,0 8 0,0 0 0,0 8 0,0-4 0,0 7 0,2-7 0,4 2 0,-2 1 0,7-1 0,1 5 0,5-5 0,6 0 0,0-6 0,7 0 0,-1 0 0,11 0 0,6 0 0,6 0 0,5 0 0,14-8 0,15-3 0,0-6 0,7-4 0,-1-2 0,0 2 0,0 2-245,-6 1 1,-2 3 244,-4 4 0,-1-3 0,-5 9 0,-7-1 0,8 6 0,-22-6 0,5 0 0,-18 1 0,-6 5 0,-1 0 0,-10 0 0,-8 0 0,-7 0 0,-10 0 0,-4 0 0,-4 0 0,-7 0 0,-2-2 244,-4-4 1,-9-2-245,-9-3 0,-8 1 0,-3 5 0,-1 3 0,-11-4 0,-2 4 0,-3 2 0,-2 0 0,14 0 0,-8 0 0,2 0 0,-4 2 0,-2 4 0,-2 5 0,-4 4 0,5 3 0,-5-1 0,6 0 0,6 0 0,13-2 0,16-3 0,15 3 0,11-5 0,24 7 0,7 0 0,19-5 0,15-1 0,14-1 0,20 1 0,5-3 0,-45-8 0,-1 0 0,1 0 0,0 0 0,0 0 0,1 0 0,2-1 0,1 0-243,8-2 1,0 0-1,-1-1 1,0-1 242,4-3 0,0-2 0,0-1 0,0-2 0,3-2 0,0 1 0,5 0 0,1 1-270,0-2 1,-1 1 0,0 4 0,0-1 269,-8 0 0,-1 0 0,-4 1 0,-1 2 0,-5 2 0,-1 1 0,1-2 0,1 0 0,-2 4 0,1 1 0,-2 0 0,1 0-122,-1 1 1,-1 0-1,42 1 122,-8 0 0,-4 0 0,-13 0 0,2 0 0,-14 0 0,-2 0 0,-9 0 0,-6 6 410,-11-1 0,-10 1-410,-7-6 568,-16 0 0,0 0-568,-19 0 0,0-6 228,-11 1 0,-4-9-228,-14 3 0,-2-2 0,-3 1 0,-2-3 0,-4 3 0,-8 5 0,8 1 0,-14 4-214,8 2 0,-13 0 214,-4 0 0,-2 2 0,39 0 0,1 2 0,-36 7 0,-2 12 0,9 4 0,-3 7 0,15 1 0,4-1 0,11 0 0,10 1 0,13-5 0,10 5 0,7-10 0,10 9 0,10-5 0,7-1 0,17 5 0,18-5 0,7-3 0,10-2 0,13-4 0,6-3 0,-40-10 0,2-1 0,5-1 0,1-2 0,0-1 0,0 0-231,7-1 1,1 0 0,-3-4 0,0-2 230,-1-2 0,0-1 0,2 0 0,-1-1 0,2-4 0,0-1 0,-4 2 0,-1-1 0,2 1 0,0-2 0,-6-1 0,-1-1-24,-1 3 1,-1 0-1,-2 0 1,-2 1 23,39-16 0,-15 14 0,-8-2 0,-17 5 0,-12 1 0,-15-4 0,-24 7 0,-13-4 0,-12-3 456,-5 4 0,-9-3-456,-13 3 0,2-4 0,-8 3 0,-8 4-2,-9 3 1,-12 3 1,-6 2 0,45 0 0,-1 2-199,0 0 0,-1 1 0,-4 2 1,0 0 198,-2 3 0,1 1 0,0 0 0,0 1 0,-4 2 0,1-1 0,6-1 0,2 1 0,2 3 0,2 1 0,-27 6 0,24 2 0,22-4 0,19-2 0,28-2 0,19-3 0,20 3 0,26-3 0,8-5 0,-37-3 0,1-2 0,46 0-290,-1-2 0,-5 0 290,6 0 0,-7-6 0,-42 3 0,0 0 0,0 1 0,0-1 0</inkml:trace>
  <inkml:trace contextRef="#ctx0" brushRef="#br0" timeOffset="2">8157 9267 8912,'11'-8'0,"1"-3"0,-1-4 0,-1-2 0,-4-1 0,-4 1 0,-4 2 0,-4 1 0,-6 3 0,-3 1 0,-2-3 0,0 2 0,-1 7 0,1-2 0,0 2 0,0-1 0,0 3 0,-1-4 0,1 4 0,0 2 0,-2 0 0,-4 0 0,2 0 0,-8 0 0,-1 0 0,-3 0 0,-9 0 0,-4 0 0,-4 0 0,-1 0 0,-1 6 0,1-1 0,-7 3 0,1-4 0,1 2 0,3-3 0,1-1 0,1-2 0,-1 6 0,0 0 0,7 0 0,-1-6 0,7 5 0,-1 1 0,8 7 0,1-1 0,-1 3 0,1 2 0,6 1 0,-4-1 0,8 2 0,-1 4 0,2-2 0,3 7 0,2 1 0,3 5 0,-1-1 0,7-4 0,1 3 0,5-3 0,0 3 0,0 3 0,0 1 0,0 4 0,0-4 0,0 4 0,0 2 0,0-1 0,7 6 0,5-1 0,3-4 0,2-2 0,8-5 0,4-7 0,5 5 0,6-6 0,6-1 0,4-3 0,3-9 0,5-3 0,3-1 0,8 1 0,-2 2 0,-4-7 0,2 0 0,-8-6 0,6 6 0,-5-1 0,7 1 0,-2-6 0,4 0 0,3 0 0,3-2 0,2-4 0,-3 3 0,-9-9 0,-1 1 0,-5-6 0,2-1 0,4 1 0,-1-6 0,-5 0 0,-2-7 0,8 1 0,-3 2 0,-3-1 0,-11-3 0,-8-1 0,-11-3 0,-4 1 0,-4-6 0,-2 0 0,-7-8 0,-4 2 0,-5-4 0,-1-1 0,-7-7 0,-5 1 0,-5 2 0,-6 1 0,-11 5 0,-12 3 0,-11-2-242,-7 8 0,-12 2 242,-10 9 0,-8 6 0,43 16 0,-1 3 0,-2-1 0,-1 2 0,0 3 0,1 2 0,0 1 0,1 2 0,0 2 0,1 3 0,3 2 0,2 2 0,1 5 0,0 3 0,-38 22 0,10 7 0,16 8 0,24 4 0,7 4 0,10 2 0,2 0 0,3 0 0,4-1 0</inkml:trace>
  <inkml:trace contextRef="#ctx0" brushRef="#br0" timeOffset="3">11891 7703 8912,'15'-2'0,"-3"-4"0,1 2 0,-7-7 0,0 9 0,-6 2 0,0 7 0,0 11 0,0 4 0,0 3 0,0 0 0,0 0 0,0 4 0,0-6 0,0 5 0,0-5 0,0 2 0,0-2 0,0-4 0,7 6 0,-5-8 0,6-15 0,-8-8 0,2-15 0,4-7 0,-4-5 0,3-1 0,3-8 0,-2-4 0,1-2 0,-1 2 0,-2-3 0,5 5 0,1 0 0,0 4 0,-1 9 0,3 2 0,3 10 0,-4 2 0,5 7 0,1 10 0,0 4 0,0 8 0,1 7 0,-1 15 0,4 6 0,-4 0 0,4 8 0,-10-2 0,5-4 0,1-2 0,0-5 0,0-7 0,1 3 0,-1-8 0,0-2 0,0-10 0,0-3 0,1-8 0,-1 0 0,0 0 0,0-8 0,0-3 0,-1-10 0,-5-2 0,5-6 0,-7 4 0,3 0 0,-1 1 0,-7-5 0,2 6 0,-4 0 0,-2 6 0,0 0 0,0 0 0,0 7 0,0 2 0,0 10 0,0 6 0,0 9 0,0 8 0,0 9 0,0 1 0,0-1 0,1-5 0,5-1 0,-2-1 0,7 2 0,3-4 0,9-8 0,-2-8 0,8-3 0,-3-4 0,3-2 0,3-4 0,-5-5 0,2-10 0,0-6 0,-14 2 0,2-6 0,-11 0 0,0-5 0,-12 5 0,-6 1 0,-7 1 0,-9-2 0,-3 5 0,-15 6 0,6 1 0,-4 2 0,2 3 0,4 7 0,7 3 0,2 2 0,10 2 0,2 3 0,7 5 0,10 7 0,2 2 0,4 4 0,6-4 0,11 4 0,3-4 0,9-1 0,-1-1 0</inkml:trace>
  <inkml:trace contextRef="#ctx0" brushRef="#br0" timeOffset="4">13423 7737 8912,'11'0'0,"1"0"0,-8-8 0,3 6 0,-7-5 0,0 7 0,0 0 0,0 0 0</inkml:trace>
  <inkml:trace contextRef="#ctx0" brushRef="#br0" timeOffset="5">16778 8854 8912,'-17'0'0,"2"-1"0,3-5 0,-3 2 0,4-7 0,-5-3 0,7 5 0,3-3 0,6 10 0,4 2 0,4 12 0,1 9 0,-3 0 0,3 9 0,-1 5 0,-4 3 0,4 10 0,-3-2 0,1-3 0,-6 1 0,0-2 0,0-3 0,-2-3 0,-4-2 0,4-7 0,-5-2 0,7-16 0,0-9 0,-2-13 0,-2-8 0,-2-8 0,1-9 0,5-2 0,0-8 0,0 2 0,2-5 0,3-6 0,-1 1 0,8-7 0,-1 8 0,8-3 0,2 7 0,2 5 0,0 12 0,-6 11 0,2 11 0,4 6 0,-4 12 0,4 6 0,-3 16 0,-3 7 0,-8 12 0,-1 3 0,-2 6 0,-1-1 0,7-2 0,-6-1 0,7-8 0,-2-4 0,5-4 0,1-1 0,0-9 0,0-3 0,6-11 0,0-6 0,-2-4 0,6-10 0,0-2 0</inkml:trace>
  <inkml:trace contextRef="#ctx0" brushRef="#br0" timeOffset="6">17518 8786 8912,'-26'5'0,"3"1"0,-2 2 0,2-2 0,2 5 0,2 4 0,-6 2 0,-4 1 0,4 6 0,2 5 0,4 2 0,4-1 0,2-1 0,1 2 0,8-5 0,-1 3 0,3-8 0,2 2 0,7-4 0,3-10 0,7-3 0,0-4 0,1-4 0,1-5 0,4-11 0,-4-1 0,4-9 0,1 5 0,-1-6 0,2 0 0,-2-5 0,-4 5 0,4 1 0,-9 7 0,-3-2 0,3 4 0,1 1 0,-4 9 0,1 3 0,-8 4 0,9 6 0,-7 8 0,-1-1 0,-5 12 0,0 2 0,0-2 0,6 5 0,0-5 0,5 0 0,-3-6 0,2 1 0,1-1 0,1-8 0,-1-3 0,1-12 0,5-3 0</inkml:trace>
  <inkml:trace contextRef="#ctx0" brushRef="#br0" timeOffset="7">17777 8820 8912,'9'8'0,"-1"1"0,-8 3 0,0-1 0,0-5 0,0 5 0,0-5 0,0 6 0,0-1 0,0 6 0,0 0 0,0 1 0,0 5 0,0-1 0,0 1 0,0-3 0,2 1 0,3 1 0,-3 1 0,6-5 0,-8-1 0,0 0 0,0-8 0,0-1 0,0-8 0,0-9 0,0-9 0,0 1 0,0-6 0,0-2 0,0 1 0,0-3 0,0-4 0,2 5 0,4-3 0,-4 2 0,3-2 0,-1 7 0,2 10 0,-4-3 0,3 3 0,-1 5 0,2 1 0,-4 4 0,11 4 0,-7 4 0,2 3 0,-3 8 0,-1 1 0,6-1 0,-1 2 0,1 4 0,-4-4 0,5 4 0,-7-4 0,9-2 0,-7 0 0,0-5 0,-6-1 0,2-7 0,4 2 0,-5-4 0,15-4 0,-5-4 0,-1-5 0,1-10 0,3-4 0,1-2 0,2 0 0,0-1 0,1-3 0,-1 8 0,0 0 0,0 6 0,0 0 0,1 0 0,-7 7 0,1 4 0,1 5 0,0 8 0,-1 5 0,3 3 0,-3 2 0,-1 6 0,6 0 0,-3-6 0,9-5 0,-4-3 0,0 3 0,2-7 0,2-3 0,5-2 0,-5 0 0,6-7 0,-6-5 0,0-5 0,-6-6 0,0 4 0,-1-6 0,-3 2 0,-1 0 0,-9-5 0,3 5 0,-4 0 0,-2 6 0,-8 1 0,-3 5 0,-4 3 0,-3 8 0,1 0 0,0 0 0,-6 14 0,0 3 0,0 11 0,6 1 0,0 4 0,1 1 0,5 0 0,5 1 0,4-1 0,2 0 0,2-5 0,4 0 0,5-8 0,12 2 0,4-10 0,8-1 0,-1-9 0,0 3 0,1-6 0,-1-6 0,-7 4 0,5-20 0,-5 2 0</inkml:trace>
  <inkml:trace contextRef="#ctx0" brushRef="#br0" timeOffset="8">20513 8528 8912,'-12'-17'0,"1"-1"0,-3 1 0,1 0 0,0 0 0,1 0 0,-1-1 0,-3 1 0,-1 6 0,0 1 0,-2 3 0,-4 3 0,-2 11 0,-5 11 0,1 10 0,-2 10 0,5 6 0,-3 8 0,15 1 0,3 3 0,7 1 0,4-1 0,2 3 0,4-2 0,5-7 0,12-10 0,8-6 0,7-5 0,0-12 0,8-11 0,-2-4 0,2-2 0,2-15 0,-8-8 0,-2-12 0,-1-11 0,-3 0 0,0-13 0</inkml:trace>
  <inkml:trace contextRef="#ctx0" brushRef="#br0" timeOffset="9">20736 8270 8912,'8'9'0,"-6"7"0,4-5 0,-10 6 0,-2 6 0,-7 10 0,1 9 0,-3 2 0,-2 4 0,0 1 0,-1 3 0,1 5 0,0 0 0,6-1 0,1-8 0,2-5 0,4 0 0,3-5 0,1-10 0,0-3 0,0-15 0,0-5 0,0-10 0,5-12 0,1-12 0,7-4 0,-1-3 0,3-2 0,2-2 0,-5 0 0,-1 5 0,1 1 0,5 0 0,0 7 0,0 4 0,1 4 0,-1 2 0,-6 7 0,1 4 0,-1 4 0,6 2 0,1 14 0,-1 3 0,0 12 0,0-1 0,1 5 0,-1 1 0,6-5 0,2-2 0,-1-3 0,1-3 0,6-3 0,-2-7 0,-3 2 0,3-7 0,-2-2 0,3-10 0,-3-7 0,-2-8 0,-4 0 0,-10-8 0,3 6 0,-8-5 0,-1 5 0,-5-6 0,0 8 0,0-2 0,-2 4 0,-3 2 0,-7 1 0,-3 5 0,-2 3 0,0 8 0,-1 0 0,1 0 0,-6 8 0,0 3 0,0 10 0,8 4 0,2 2 0,1 4 0,3-5 0,-3 3 0,-1-2 0,7 1 0,0-1 0,6-4 0,0-4 0,0 4 0,2-11 0,4-7 0,3-3 0,9-2 0,1-7 0,2-7 0,2-7 0,-2-7 0,0-5 0,2-1 0,-6-1 0,0 1 0,0 1 0,-5 5 0,-3 1 0,3 4 0,-6 6 0,5 0 0,-7 0 0,4 15 0,-7-4 0,3 12 0,2 5 0,-2 4 0,0 3 0,1-1 0,-3 0 0,4 0 0,-2-2 0,2-3 0,-4-3 0,5-5 0,1 2 0,1 0 0,9-6 0</inkml:trace>
  <inkml:trace contextRef="#ctx0" brushRef="#br0" timeOffset="10">21476 8597 8912,'18'-8'0,"-9"4"0,-3-7 0,3 7 0,-7-6 0,4 5 0,-2 3 0,0-2 0,2 8 0,7 5 0,-2 8 0,5 6 0,1 0 0,0 2 0,0-2 0,1 6 0,-1 3 0,-2-3 0,-4-1 0,-1 1 0,-4 5 0,-4-7 0,3-4 0,-3-4 0,-2-2 0,-7-7 0,-5-4 0,-3-4 0,-2-2 0,0-4 0,-1-8 0,7-7 0,-1-15 0,9 3 0,-3-3 0,4 3 0,2-11 0,2 2 0,4 0 0,9-6 0,8 6 0,7 0 0,-1 6 0,9-1 0,2 1 0,3 7 0,-3 4 0,-4 10 0,4 1 0,4 1 0,0-6 0</inkml:trace>
  <inkml:trace contextRef="#ctx0" brushRef="#br0" timeOffset="11">22388 7943 8912,'-1'-23'0,"-5"0"0,-6 4 0,-3 6 0,-2 0 0,0 7 0,-6 4 0,0 13 0,-8 10 0,2 21 0,-1 12 0,1 13 0,-1 9 0,7 10 0,0 8-218,13-46 1,3 1 0,-3 47 217,7-48 0,0 1 0,1 45 0,4-3 0,4-12 0,5-12 0,7-16 0,5-11 0,3-7 0,9-10 0,1-8 0,4-15 0,-2-8 0,8-3 0,4-12 0,2-6 0,-4-3 0</inkml:trace>
  <inkml:trace contextRef="#ctx0" brushRef="#br0" timeOffset="12">22888 8253 8912,'0'-17'0,"-2"-1"0,-4 1 0,2 6 0,-7 3 0,-3 6 0,-1 8 0,-2 17 0,-1 7 0,1 9 0,2 4 0,2 11 0,3 3 0,2 6 0,3-3 0,5-1 0,0-4 0,0-3 0,9 1 0,8-13 0,1-7 0,6-12 0,-1-8 0,0-7 0,6-6 0,-6-6 0,0-5 0,-6-12 0,-5 2 0,-3-8 0,-1 1 0,-4 1 0,-4-4 0,-6 8 0,-6-5 0,-10 5 0,0 2 0,-4 7 0,-1 5 0,0 1 0,4 2 0,-5 6 0,7 0 0,-2 0 0,5 2 0,7 4 0,19 4 0,11 7 0</inkml:trace>
  <inkml:trace contextRef="#ctx0" brushRef="#br0" timeOffset="13">23404 8270 8912,'-35'0'0,"1"0"0,0 0 0,-1 2 0,1 4 0,1 5 0,3 12 0,3 6 0,2 3 0,4 8 0,9 0 0,7 6 0,10-6 0,7 4 0,13-8 0,7-5 0,7-4 0,6-12 0,-4-9 0,4 1 0,-4-3 0,-5-4 0,-5-4 0,-5-11 0,-3-2 0,-6-2 0,1-10 0,-3 2 0,-9-1 0,-1-5 0,-5 5 0,-9-5 0,-8-1 0,-8 1 0,-10 5 0,-7-3 0,-4 8 0,2 0 0,-1 6 0,4 2 0,-4 3 0,6-3 0,-3-2 0,8-10 0</inkml:trace>
  <inkml:trace contextRef="#ctx0" brushRef="#br0" timeOffset="14">23593 7634 8912,'17'-14'0,"1"-1"0,1 2 0,4 5 0,3 6 0,9 2 0,-1 19 0,1 16 0,-1 16 0,0 24 0,-7 13-102,-15-38 1,-1 3 0,1 6-1,-1 2 1,-1 7 0,-3 2-1,-1 3 1,-2 3 101,-2 3 0,0 0 0,-2-4 0,0-1-232,1 1 1,-2-1-1,-5-3 1,-2 0 231,1-2 0,-3-1 0,-4-2 0,-3 0 0,1-2 0,-2 0 0,-3-2 0,-2-2 0,-3-1 0,-1-1 0,1-6 0,0-1 0,2 1 0,0-1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7.911"/>
    </inkml:context>
    <inkml:brush xml:id="br0">
      <inkml:brushProperty name="height" value="0.053" units="cm"/>
      <inkml:brushProperty name="color" value="#FF0000"/>
    </inkml:brush>
  </inkml:definitions>
  <inkml:trace contextRef="#ctx0" brushRef="#br0">2857 2046 8912,'0'-17'0,"0"0"0,0-1 0,2 1 0,1 0 0,3 0 0,6 0 0,-7-1 0,7 1 0,-6 0 0,-1 6 0,-7 1 0,-3 2 0,1 3 0,-8 5 0,-1 0 0,-10 2 0,-6 3 0,-3 7 0,-5 11 0,-3 5 0,-2 5 0,-4 1 0,-1 6 0,6 0 0,7 6 0,7-6 0,2-1 0,4-3 0,10-2 0,5 1 0,12-1 0,5 0 0,7-5 0,4 0 0,11-8 0,7 2 0,8-4 0,-2-2 0,2 0 0,-2 0 0,1 1 0,-7-1 0,1 0 0,-7 0 0,4 6 0,-3 0 0,-10 0 0,-14-6 0,-7 0 0,2 1 0,-14 4 0,-9 3 0,-10 0 0,-6 0 0,-7-2 0,0-6 0,0-2 0,6-1 0,1-5 0,4-1 0,-1-2 0,7-6 0,0 0 0,6 0 0,7-8 0,3-7 0,7-8 0,0 0 0,7-10 0,3-3 0</inkml:trace>
  <inkml:trace contextRef="#ctx0" brushRef="#br0" timeOffset="1">3321 2338 8912,'-2'-11'0,"-3"-1"0,1 9 0,-8-3 0,1 6 0,-6 6 0,-1 3 0,1 10 0,0 4 0,0 6 0,2 3 0,3 3 0,4-1 0,8 0 0,0 1 0,0-1 0,0-1 0,0-5 0,8-3 0,4-8 0,3-1 0,2-5 0,2-5 0,4-4 0,-2-10 0,8-3 0,-2-5 0,1-1 0,3-6 0,-8 0 0,0-5 0,-6 3 0,0 0 0,0 0 0,-1 2 0,-5 6 0,-3 0 0,-8 0 0,2 7 0,3 4 0,-3 4 0,6 12 0,-8 7 0,0 2 0,0 10 0,2 0 0,4 5 0,1 0 0,5 1 0,3-7 0,-5-1 0,1-2 0,1-4 0,-1-2 0,6-2 0,0-7 0,1-4 0,-1-5 0,0-1 0,0-9 0,0-8 0,1-2 0,-1-10 0,4 6 0,-4-6 0,4 1 0,-9-7 0,1 7 0,-1-1 0,-3 6 0,-5-4 0,2 3 0,-3 3 0,-1 1 0,-2 11 0,0 3 0,0 12 0,0 5 0,0 12 0,2 4 0,4 7 0,-2 7 0,7-1 0,-1 2 0,1-2 0,5-4 0,-5 4 0,4-4 0,3-1 0,-3-6 0,-2-3 0,-1-3 0,1-8 0,-5 3 0,-1-16 0,-7-10 0,0-11 0</inkml:trace>
  <inkml:trace contextRef="#ctx0" brushRef="#br0" timeOffset="2">4027 2184 8912,'-19'-8'0,"-2"-5"0,0-7 0,5-3 0,7 6 0,9 6 0,0-3 0,0 7 0,0-1 0,2 8 0,3 0 0,7 0 0,9 0 0,2 0 0,7-7 0,-3-3 0</inkml:trace>
  <inkml:trace contextRef="#ctx0" brushRef="#br0" timeOffset="3">4423 1857 8912,'-10'-17'0,"-3"-1"0,7 1 0,-7 0 0,9 2 0,-8 3 0,8 22 0,-1 19 0,-3 11 0,0 13 0,-1 6 0,-5 10 0,5 0 0,-3 5 0,9 5-232,-3 1 1,4 4 231,2 2 0,6-4 0,-1-7 0,9-8 0,-3-16 0,5-7 0,1-4 0,0-17 0,0-6 0,-1-13 0,-5-4 0,4-8 0,-3-9 0,-5-2 0,-1-4 0,4-4 0,-1-7 0</inkml:trace>
  <inkml:trace contextRef="#ctx0" brushRef="#br0" timeOffset="4">4526 2493 8912,'0'-27'0,"0"4"0,0-1 0,0 1 0,0 2 0,0 9 0,0 4 0,0 24 0,2-3 0,4 16 0,-3-6 0,9 5 0,-6-5 0,5 4 0,2-2 0,3-4 0,3-8 0,4-1 0,-2-8 0,6 1 0,-1-3 0,1-2 0,-4-2 0,6-3 0,-8-5 0,2-7 0,-12-6 0,-5 0 0,-4-6 0,-2 6 0,-10-7 0,-7 1 0,-8 4 0,-9 2 0,-3 10 0,-3 2 0,4 7 0,-4-2 0,11 4 0,4 2 0,0 0 0,6 0 0,-6 8 0,8 1 0</inkml:trace>
  <inkml:trace contextRef="#ctx0" brushRef="#br0" timeOffset="5">5094 2201 8912,'11'0'0,"1"0"0,-1 5 0,6 1 0,1 8 0,1-3 0,2 6 0,2 6 0,2 4 0,-2 7 0,-4 3 0,4 1 0,-4 2 0,-2-2 0,-8-2 0,-3-1 0,-4-3 0,-2-3 0,0-10 0,0-8 0,-8-7 0,1 2 0,-5-12 0,3-9 0,3-8 0,4-9 0,-4-3 0,4-1 0,2-8 0,0 2 0,0 4 0,8 1 0,4 1 0,3-2 0,2-2 0,8 5 0,4 7 0,11 1 0,6-2 0,11-3 0,4 5 0,8-7 0</inkml:trace>
  <inkml:trace contextRef="#ctx0" brushRef="#br0" timeOffset="6">6247 1840 8912,'-8'-16'0,"-3"5"0,-7 3 0,-5 8 0,-5 0 0,-12 0 0,-4 14 0,-8 5 0,2 6 0,4 5 0,4 3 0,8 1 0,9-2 0,8-3 0,7 4 0,10-5 0,2-1 0,4 2 0,11-8 0,12 2 0,3 1 0,3-1 0,5 0 0,0-6 0,6 1 0,-4-1 0,-2 2 0,-3 4 0,-1-2 0,-15 6 0,-6-1 0,-7 1 0,-16 9 0,-9 10 0,-17 4 0,-18 2 0,-9-1 0,-12 1 0,-1-1 0,1 1 0,4-8 0,6-4-517,-4-11 0,-2-5 0,-9-6 0</inkml:trace>
  <inkml:trace contextRef="#ctx0" brushRef="#br0" timeOffset="7">2065 7617 8912,'0'-27'0,"-6"2"0,1 8 0,1 0 0,2 7 0,2 4 0,2 14 0,2 9 0,1 10 0,3 11 0,-2 2 0,-2 8 0,7-2 0,-5 3 0,5 3 0,-7-2 0,2-4 0,1 3 0,-1-5 0,0 2 0,2 0 0,-7-8 0,5 2 0,-4-11 0,-2-6 0,-8-19 0,-1-6 0</inkml:trace>
  <inkml:trace contextRef="#ctx0" brushRef="#br0" timeOffset="8">1945 7720 8912,'0'-35'0,"0"3"0,0 3 0,5-1 0,1 7 0,13-2 0,0 2 0,6-4 0,6 0 0,1 3 0,3 6 0,-1 3 0,1 4 0,-3-3 0,-3 9 0,1-1 0,-7 6 0,-2 7 0,-9 5 0,3 3 0,-3 2 0,-5 6 0,-1 0 0,-4 8 0,-2-2 0,-2 3 0,-4 2 0,2-1 0,-5-3 0,1-3 0,4-2 0,2 4 0,2-6 0,0-1 0,0-4 0,0-7 0,2 1 0,4 1 0,6 2 0,3-5 0,2-4 0,2-5 0,4-1 0,4 6 0,7 0 0,1 0 0,-1-6 0,-1 0 0,-5 0 0,-3 5 0,-8 1 0,-1 0 0,-5 1 0,-3 3 0,-8 7 0,-16-3 0,-6 3 0,-17-4 0,-7 10 0,-3 2 0,-3-2 0,8 0 0,4-6 0,4-2 0,1-3 0,8 1 0,4-7 0,6-2 0,6-10 0,3-9 0,8-8 0,2-6 0,4 6 0,3-7 0,16 3 0,2-8 0</inkml:trace>
  <inkml:trace contextRef="#ctx0" brushRef="#br0" timeOffset="9">2994 7703 8912,'16'-18'0,"-5"1"0,-5 0 0,-6 2 0,-6 3 0,-5 5 0,-12 7 0,4 1 0,-4 5 0,3 6 0,3 11 0,2-2 0,3 7 0,-1-1 0,7 2 0,1 3 0,5-5 0,0 2 0,0-1 0,2-7 0,3 2 0,5-6 0,7-5 0,2 1 0,4-7 0,-2-2 0,8-10 0,-6-4 0,5-7 0,-1-6 0,2 0 0,0-7 0,-12 1 0,2-3 0,-13-3 0,-3 3 0,-1 3 0,-11-1 0,-8 7 0,-2 5 0,-10 7 0,8 7 0,-2-2 0,4 5 0,2 1 0,7 0 0,4 0 0,12 0 0,4 0 0,7 0 0,8 0 0,1 0 0</inkml:trace>
  <inkml:trace contextRef="#ctx0" brushRef="#br0" timeOffset="10">3425 7513 8912,'-18'-9'0,"7"1"0,-1 8 0,1 0 0,-6 0 0,-1 2 0,1 4 0,-4 5 0,4 12 0,-4-2 0,10 8 0,1-2 0,-2 1 0,9 3 0,-3-8 0,4 0 0,2 2 0,2-12 0,4 4 0,-3-5 0,9-1 0,-1-3 0,7-8 0,-1 0 0,0 0 0,0-2 0,0-4 0,-1-5 0,-5-5 0,5-3 0,-5-4 0,-1 4 0,1-4 0,-1 2 0,1-2 0,2 4 0,-5-4 0,2 4 0,-5 4 0,7 3 0,-8 5 0,5 7 0,-3 0 0,-4 7 0,4 5 0,-4 9 0,-2 4 0,0 0 0,0-1 0,0 5 0,0-6 0,5 6 0,1-6 0,2 1 0,-3-1 0,3-9 0,4 3 0,3-6 0,-4 1 0,5-5 0,1-7 0,0-7 0,0-5 0,8-11 0,2-3 0</inkml:trace>
  <inkml:trace contextRef="#ctx0" brushRef="#br0" timeOffset="11">3803 7084 8912,'0'-18'0,"2"1"0,4 0 0,-4 7 0,5 3 0,-7 11 0,0 7 0,0 10 0,-2 19 0,-1 8 0,-3 7 0,0 5 0,6 3 0,0 3 0,0-2 0,2 2 0,4 3 0,3-8 0,9-3 0,-1-13 0,0-4 0,8-11 0,2-5 0,1-6 0,1-9 0,-6-14 0,6-8 0,-3-5 0,3-6 0,2-4 0,-8-7 0,-2 0 0,-10-1 0,2 1 0,-7 0 0,6-1 0,-7 1 0,-1-1 0,-2 1 0,-2 0 0,0-1 0,0 8 0,0 5 0,0 8 0,0 3 0,0 7 0,2-2 0,4 12 0,1 11 0,7 12 0,-3 3 0,3 3 0,1 5 0,2 0 0,0 6 0,1-6 0,-7 2 0,1-2 0,-7-6 0,5 3 0,-3-9 0,-3-3 0,-4 0 0,-5-2 0,-5-10 0,-7 4 0,0-11 0,-1 0 0,-5-4 0,0-2 0,-1 0 0,1 0 0,4-15 0,-6-5 0</inkml:trace>
  <inkml:trace contextRef="#ctx0" brushRef="#br0" timeOffset="12">3665 7548 8912,'-17'7'0,"10"-5"0,7 4 0,15-6 0,14-6 0,20-5 0,14-12 0,25-10 0,-37 14 0,2-2 0,6-2 0,2-1 0,-1 1 0,1 0 0,-1-2 0,0 0-820,-1 0 1,-1-1 819,-2 0 0,-1 0 0,-7 0 0,-1 0 0,0 1 0,0-1 0</inkml:trace>
  <inkml:trace contextRef="#ctx0" brushRef="#br0" timeOffset="13">2495 13325 8912,'10'-18'0,"-4"1"0,-5 0 0,-1 0 0,0 0 0,-5 9 0,-1 10 0,2 13 0,2 12 0,2 13 0,2 6 0,4 4 0,-2 7 0,7 0 0,-1 1 0,3-7 0,-1 1 0,1-1 0,-3-1 0,1-4 0,-7 2 0,2-10 0,-4-6 0,-2-7 0,0-6 0,0-2 0,-8-9 0,-4-8 0,-3-9 0,-2-14 0,2-4 0,3-8 0,-1-5 0,7 0 0,0-8 0,6 3 0,-5-11 0,-1-1 0,0 0 0,6 5 0,0 2 0,0 3 0,2 3 0,4 2 0,-2 1 0,7 7 0,0 7 0,7 4 0,5 1 0,0 4 0,0 5 0,-6 13 0,0 0 0,0 0 0,-2 8 0,-3 3 0,1 6 0,-7 6 0,0-2 0,-6 8 0,0-1 0,0 7 0,0-6 0,0-1 0,0 3 0,0 1 0,0 3 0,0-1 0,0-5 0,0-1 0,0-5 0,0 6 0,7-8 0,5 2 0,-3-6 0,3-6 0,1-1 0,10-4 0,-4-4 0,4 3 0,-2-10 0,2-7 0,-2-3 0,8-2 0,-10-6 0,-2 0 0,-1-6 0,-11 6 0,3-2 0,-2 3 0,-6 2 0,0-2 0,-2 2 0,-10 3 0,1 2 0,-6 3 0,-1 5 0,1 7 0,6 0 0,-1 0 0,1 2 0,1 3 0,-3 7 0,7 11 0,0-2 0,6 8 0,0-3 0,0 3 0,6 2 0,0-9 0,7 7 0,-1-6 0,9 0 0,2-6 0,2-2 0,-2-3 0,3-6 0,1-4 0,6-4 0,-5-4 0,-1-4 0,2-7 0,-8-8 0,2-3 0,-4 1 0,-2-2 0,-2 2 0,-3-1 0,-3-5 0,-3 5 0,-4 3 0,4 2 0,-4 4 0,-2 2 0,0 5 0,0 1 0,0 7 0,0-2 0,0 12 0,0 5 0,2 7 0,3 4 0,5-2 0,7 3 0,0-4 0,0-2 0,6 6 0,0 0 0,-2 0 0,-9-6 0,1 0 0,-7 2 0,-2 4 0,-12-4 0,-9 4 0,-8-4 0,-9-2 0,-1 1 0,1-3 0,-1-4 0,1-5 0,0-4 0,-1-2 0</inkml:trace>
  <inkml:trace contextRef="#ctx0" brushRef="#br0" timeOffset="14">3665 13514 8912,'-9'0'0,"1"0"0,8 0 0,2 0 0,4 0 0,3 0 0,9 0 0,1-6 0,2-2 0,4-1 0,1-4 0,-5-3 0,2-1 0,-3-6 0,-5 0 0,-4 2 0,-3 2 0,-8 2 0,-8 7 0,-3 5 0,-4 3 0,-3 2 0,-5 2 0,0 3 0,-5 5 0,5 7 0,0 2 0,6 4 0,1 4 0,5 7 0,-2-1 0,7-5 0,0 5 0,6-5 0,2 3 0,4-2 0,3-4 0,8-8 0,8-2 0,4-4 0,3-3 0,3-8 0,-3 0 0,-1-2 0,-2-4 0,-8-3 0,4-8 0</inkml:trace>
  <inkml:trace contextRef="#ctx0" brushRef="#br0" timeOffset="15">4182 13376 8912,'17'8'0,"-6"-6"0,1 4 0,-1 1 0,7 1 0,-1 1 0,0 5 0,-2 1 0,-3 2 0,1 0 0,-7 1 0,0-1 0,1 0 0,-5 0 0,4 0 0,-4 1 0,-2-1 0,0 0 0,-2-7 0,-4-5 0,4-12 0,-4-11 0,-1 1 0,1-6 0,0-3 0,6-3 0,0-4 0,0-1 0,6 0 0,0-1 0,5 7 0,-5-1 0,7 6 0,-1-6 0,-4 8 0,15-3 0,-4 6 0</inkml:trace>
  <inkml:trace contextRef="#ctx0" brushRef="#br0" timeOffset="16">4681 13273 8912,'0'-11'0,"0"-1"0,0-1 0,0-2 0,0-3 0,0 1 0,2 21 0,3 7 0,5 18 0,7 4 0,0 7 0,1 4 0,5-4 0,-1 6 0,1-8 0,-5 2 0,-7-4 0,1-3 0,-1-5 0,-1-5 0,5-4 0,-6-9 0,9-6 0,-1-16 0,0-9 0,-2-19 0,-1-6 0,-3-3 0,1-3 0,5 0 0,-8 1 0,-3-1 0,2 1 0,-2-1 0,-1 8 0,-5 4 0,0 11 0,0 7 0,-7 2 0,-3 3 0</inkml:trace>
  <inkml:trace contextRef="#ctx0" brushRef="#br0" timeOffset="17">5197 13307 8912,'-10'-11'0,"5"0"0,3 7 0,2-12 0,-2 13 0,-4-9 0,4 8 0,-3-3 0,10 7 0,-3 0 0,8-6 0,-5 0 0,5 1 0,0-3 0,-1 6 0,-5-6 0,2 1 0,-1 5 0,-5-6 0,0 6 0,0-4 0,0 5 0,0-7 0,0 8 0,0 0 0,0 8 0,0-5 0,0 9 0,0-8 0,8 11 0,2-5 0</inkml:trace>
  <inkml:trace contextRef="#ctx0" brushRef="#br0" timeOffset="18">5438 13256 8912,'0'9'0,"-8"-1"0,-1-8 0,-8 0 0,-1 0 0,1 0 0,0 0 0,0 0 0,-1 0 0,1 0 0,0 2 0,0 4 0,5-2 0,1 7 0,1 0 0,-1 7 0,-3 5 0,7 0 0,-1-2 0,1-2 0,1 4 0,6 0 0,0-1 0,0-4 0,6-7 0,-1 1 0,9-9 0,-5 5 0,8-8 0,1-6 0,-1 1 0,0-9 0,0 3 0,0-6 0,1-6 0,-7 3 0,1-2 0,-3 2 0,3 3 0,-3 0 0,-3 0 0,-4 0 0,4-1 0,-4 1 0,-2 8 0,0 1 0,-8 8 0,6 0 0,-6 0 0,8 0 0,0 0 0,-7 8 0,-3 1 0</inkml:trace>
  <inkml:trace contextRef="#ctx0" brushRef="#br0" timeOffset="19">5386 13204 8912,'-11'0'0,"-1"0"0,1-2 0,-6-1 0,-1-3 0,1 0 0,0 6 0,6 2 0,-1 4 0,1 3 0,-7 9 0,1 1 0,0 4 0,7 5 0,5 12 0,-3-1 0,2 6 0,1-1 0,5 2 0,7-4 0,5-7 0,5-3 0,6-3 0,0-6 0,9-12 0,7-5 0,3-4 0,-2-10 0,6-3 0,5-12 0,7-6 0,-7-5 0,-5-5 0,0-3 0,-2-2 0,-2 1 0,-7-3 0,-9-2 0,-3 8 0,-6 0 0,-5 5 0,-4 1 0,-8 1 0,-2 5 0,-4 5 0,-4 6 0,-7 5 0,0 5 0,0 7 0,1 2 0,5 3 0,1 7 0,5 11 0,3-2 0,-4 5 0,6 1 0,6 0 0,-2 0 0,7 1 0,1 3 0,5-8 0,0 5 0,0-5 0,0 6 0,1-6 0,-3 7 0,-2-3 0,-3 2 0,-3 0 0,-1-3 0,-6 3 0,-9 3 0,-9-3 0,-10 5 0,-18 7 0,-8 1 0,-15 5 0,1-1 0,-1 2 0,-6 2 0,1 1 0,-9 1 0,5-1 0</inkml:trace>
  <inkml:trace contextRef="#ctx0" brushRef="#br0" timeOffset="20">13027 14425 8912,'-8'10'0,"-1"-3"0,-8-7 0,7 0 0,2-7 0,8-5 0,2 3 0,4-1 0,5 2 0,-3-5 0,7 5 0,-3-3 0,-4-4 0,1 13 0,-3-4 0,-4 4 0,5-6 0,-7 7 0,0-7 0,-7 8 0,-5 0 0,3 0 0,-5 0 0,-3 0 0,-4 0 0,-4 0 0,2 0 0,-3 2 0,-9 4 0,3-5 0,1 5 0,2-2 0,-1 2 0,-1-4 0,2 3 0,-1-1 0,7 0 0,2 2 0,2-2 0,3-1 0,5 3 0,-4-4 0,13 6 0,-6-8 0,8 0 0,0 0 0,0 7 0,0 3 0,0 7 0,0 0 0,0 0 0,0 1 0,0 1 0,0 4 0,0-2 0,0 7 0,-2 1 0,-4 5 0,5 1 0,-5-1 0,-2 6 0,2 0 0,1 0 0,5-5 0,-2-1 0,-2 1 0,-2-1 0,2 0 0,2 1 0,2-1 0,0 1 0,0-3 0,0-1 0,0-3 0,6-1 0,0 2 0,0 1 0,-6-7 0,5 2 0,1-2 0,0-2 0,-6 8 0,2-8 0,4 2 0,-5-4 0,5-2 0,-4 0 0,0 0 0,4 0 0,-4 1 0,5-1 0,-7 0 0,8-7 0,-6 5 0,6-11 0,-8 7 0,0-5 0,0 5 0,7-7 0,-5 11 0,6-11 0,-8 8 0,2-8 0,3 1 0,-3 5 0,6-1 0,-6 3 0,4-1 0,-4-7 0,5 11 0,-1-11 0,0 8 0,-1-9 0,3 13 0,-4-12 0,7 7 0,-7-7 0,10 5 0,-7-5 0,3 2 0,-5 2 0,7-3 0,-8-3 0,11 6 0,-3-8 0,3 0 0,2 0 0,0 0 0,0 0 0,3 0 0,3 0 0,5 0 0,-1 0 0,2 0 0,1 0 0,10 0 0,-1-6 0,5-1 0,0-1 0,0 0 0,-6-3 0,2 5 0,-4-5 0,-1 3 0,-1 0 0,1 1 0,-3-5 0,-3 6 0,1-5 0,-7 5 0,0-1 0,-6 1 0,-7 4 0,-2-6 0,-8 8 0,0 0 0,-8 0 0,4 0 0,-7 0 0,7 0 0,-4 0 0,8 0 0,0 0 0,-7 0 0,-3 8 0,-7 7 0,0 8 0,-8 8 0,-2-5 0,-7 9 0</inkml:trace>
  <inkml:trace contextRef="#ctx0" brushRef="#br0" timeOffset="21">27035 18569 8912,'-10'0'0,"3"-8"0,7-2 0,0-7 0,0 0 0,-2 0 0,-4 0 0,2 1 0,-7 3 0,-3 2 0,-1 5 0,-2-6 0,-6 8 0,0-1 0,0 3 0,-2 2 0,6 0 0,-4 0 0,-2 7 0,2 5 0,0 3 0,6 2 0,2 3 0,3 2 0,-1-1 0,7 8 0,0-2 0,6 2 0,2-5 0,4-6 0,-2-1 0,7 0 0,1-2 0,5-3 0,0-5 0,0-7 0,1 0 0,-1 0 0,0-7 0,0-5 0,1-5 0,-1-6 0,-6 2 0,1-8 0,-3 1 0,3-7 0,-3-5 0,-5-2 0,2-2 0,-2-3 0,3-1 0,-1 0 0,-2 4 0,-2 2 0,-2 4 0,0 9 0,0 6 0,0 4 0,-2 10 0,-4 3 0,4 12 0,-4 5 0,5 12 0,1 6 0,1 5 0,5 6 0,-4-4 0,4 5 0,2 1 0,-3-2 0,9 0 0,-3-6 0,-1-5 0,1 0 0,-5-7 0,5 7 0,-5-8 0,6 2 0,-3-4 0,3-2 0,3-1 0,-4-5 0,5 4 0,1-13 0,0 6 0</inkml:trace>
  <inkml:trace contextRef="#ctx0" brushRef="#br0" timeOffset="22">27293 18328 8912,'-17'0'0,"0"2"0,-1 2 0,1 1 0,0 3 0,0-2 0,5 1 0,3 7 0,-1-3 0,1 3 0,5 3 0,-2 6 0,4-4 0,2 4 0,0-4 0,0-2 0,0 0 0,8 0 0,1 1 0,8-9 0,-5-1 0,-1-8 0,3 0 0,1-8 0,2-3 0,-5 1 0,-1-1 0,-1 5 0,3-4 0,-1 3 0,-7-1 0,7 2 0,-8 4 0,11-5 0,-5 7 0,1 0 0,1 0 0,-7 0 0,7 0 0,-1 0 0,6 0 0</inkml:trace>
  <inkml:trace contextRef="#ctx0" brushRef="#br0" timeOffset="23">27568 18276 8912,'0'18'0,"-2"-1"0,-3 0 0,3-6 0,-4 1 0,4-1 0,2 6 0,0 1 0,0-1 0,2 0 0,4 0 0,-2 0 0,7 1 0,1-7 0,5 1 0,0-3 0,0 3 0,0-5 0,1-7 0,-1 6 0,0 0 0,0-3 0,0-8 0,-5 1 0,-1-8 0,1 1 0,5-6 0,-2 0 0,-1-2 0,-5-2 0,-1-2 0,3-2 0,-5 2 0,2 4 0,-3-4 0,-3 9 0,4 3 0,-4 7 0,-2 6 0,0 15 0,0 8 0,0 9 0,0 8 0,0 4 0,2-2 0,2 2 0,2 2 0,-3 2 0,1-7 0,2-2 0,-4-5 0,4-2 0,-5-1 0,-1-5 0,0-3 0,-1-8 0,-5 1 0,-4-3 0,-7-4 0,6-3 0,-1-8 0,1 0 0,-7 0 0,1 0 0,0 0 0,0-2 0,0-4 0,-1-3 0,1-8 0,8-1 0,-7-6 0,7-3 0</inkml:trace>
  <inkml:trace contextRef="#ctx0" brushRef="#br0" timeOffset="24">28136 18311 8912,'23'-8'0,"0"-3"0,-2-5 0,-2-1 0,4 0 0,0 0 0,6 0 0,-4 1 0,1 3 0,5 1 0,-4 9 0,1-3 0,-7 6 0,2 6 0,-3 5 0,-11 10 0,-3 2 0,-4 8 0,-2-3 0,-8 7 0,-3 5 0,-10-4 0,-2 4 0,-2-4 0,2-1 0,2 1 0,-8 4 0,8-9 0,-2 3 0,4-5 0,2-1 0,0-3 0,-8 0 0,-2 2 0</inkml:trace>
  <inkml:trace contextRef="#ctx0" brushRef="#br0" timeOffset="25">28480 18947 8912,'-9'9'0,"1"-1"0,8-8 0,0 0 0,8-2 0,3-4 0,-1 3 0,1-9 0,-7 8 0,11-11 0,-15 13 0,0-4 0,-9 4 0,-1 2 0,-1 0 0,-3 2 0,-9 4 0,4-2 0,-4 7 0,4 1 0,2 5 0</inkml:trace>
  <inkml:trace contextRef="#ctx0" brushRef="#br0" timeOffset="26">29461 18036 8912,'-17'0'0,"0"0"0,5 0 0,3-2 0,1-4 0,2 6 0,6 0 0,2 8 0,4 9 0,6 0 0,3 0 0,2 0 0,0 1 0,2-1 0,2 0 0,2 0 0,-2 0 0,-1-1 0,-3-5 0,6 2 0,0-5 0,-2 0 0,-2-1 0,-2-1 0,0-6 0,0 0 0,1 0 0,-3-8 0,-4-3 0,-3-12 0,0-4 0,1-7 0</inkml:trace>
  <inkml:trace contextRef="#ctx0" brushRef="#br0" timeOffset="27">29874 17932 8912,'12'6'0,"-1"0"0,-5 5 0,5-5 0,-7 7 0,4-3 0,-8 7 0,0 0 0,-2 3 0,-4 1 0,-5 1 0,-5 9 0,-1-2 0,-6 3 0,0 3 0,0-1 0,6 0 0,0-1 0,0-5 0,0 3 0,-1-8 0,-5 0 0,0-6 0,-1-2 0,1-3 0,4-5 0,-6-7 0</inkml:trace>
  <inkml:trace contextRef="#ctx0" brushRef="#br0" timeOffset="28">29616 18311 8912,'17'0'0,"-5"0"0,-1 0 0,-7 0 0,9 2 0,-7 3 0,0 5 0,0 13 0,-1 0 0,7 5 0,-6-5 0,7 8 0,-1-4 0,3 1 0,2 1 0,0-6 0,0 6 0,1-3 0,-1 3 0,0-6 0,-2-10 0,-1-3 0,-3-3 0,1-1 0,5-6 0</inkml:trace>
  <inkml:trace contextRef="#ctx0" brushRef="#br0" timeOffset="29">30098 18465 8912,'0'10'0,"0"0"0,0-5 0,0-3 0,8 6 0,3-8 0,4 0 0,3 0 0,-1 0 0,0 0 0,0-8 0,0-3 0,1 1 0,-1-1 0,-2-1 0,-3-5 0,1 0 0,-7-2 0,-2-4 0,-4 0 0,-6 0 0,2 0 0,-7 12 0,-1 3 0,-5 2 0,0 4 0,-1 2 0,1 2 0,0 4 0,2 9 0,3 8 0,-1 8 0,7-3 0,0 5 0,6 1 0,0 1 0,0-1 0,8 0 0,4 1 0,3-3 0,2-3 0,8-6 0,4-12 0,3 3 0,2-11 0,3-4 0,3-9 0,2-13 0,4-6 0,7-5 0,-7-6 0,0 4 0,-11-4 0,-3-2 0,-3 1 0,-4 1 0,-8 6 0,-8 0 0,-3-1 0,-4 3 0,-2 3 0,-2 0 0,-2 10 0,-3 6 0,-3 3 0,4 6 0,-5 10 0,5 11 0,-3 12 0,1 4 0,4 1 0,2 8 0,2 4 0,-5 2 0,-1-3 0,0 5 0,6-4 0,-6-2 0,1 2 0,-3-2 0,2 1 0,2-2 0,-7-9 0,-1-5 0,-5-1 0,-8 1 0,-3 3 0,-7-1 0,-5-2 0,2-7 0,-8 7 0,-8-8 0,-5 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8.344"/>
    </inkml:context>
    <inkml:brush xml:id="br0">
      <inkml:brushProperty name="width" value="0.05292" units="cm"/>
      <inkml:brushProperty name="height" value="0.05292" units="cm"/>
      <inkml:brushProperty name="color" value="#3165BB"/>
    </inkml:brush>
  </inkml:definitions>
  <inkml:trace contextRef="#ctx0" brushRef="#br0">21356 4934 8912,'15'-17'0,"-3"0"0,-5 2 0,-1 1 0,0 3 0,-2-2 0,3-3 0,-1-1 0,-2 0 0,-2 0 0,-2 0 0,0-1 0,-2 1 0,-4 2 0,-5 3 0,-5-1 0,-3 7 0,-6 2 0,-9 3 0,-4 1 0,-14 1 0,-7 5 0,-6 6 0,-12 11 0,-3 5 0,-10 7-43,45-15 1,-2 0-1,-2-1 1,-1 0-1,1 3 1,0 2-1,-2 0 1,-1 0 42,-2 0 0,-1 1 0,2 2 0,-1 0 0,-3 1 0,-1 1 0,5-2 0,-1 1 0,-1 4 0,1 1 0,2 1 0,1 1 0,2 1 0,1 1 0,0 0 0,2 0-152,2-2 0,2-1 1,2-2-1,1-1 152,2 1 0,0-1 0,-30 28 0,10-1 0,9-3 0,19-15 0,-1 0 0,7-5 0,2-9 0,9-3 0,-3-6 0,5-3 0,1-3 319,1-7-319,8 4 628,0-8-628,0-8 0,0 4 0,0-7 0,0 5 0,0-5 0,0 5 0,-2-6 0,-4-1 0,4-2 0,-13-2 0,13 5 0,-4 1 0,-1 5 0,1-5 0,-7-1 0,3-5 0</inkml:trace>
  <inkml:trace contextRef="#ctx0" brushRef="#br0" timeOffset="1">19136 5450 8912,'-17'-17'0,"5"6"0,1-1 0,-1 8 0,-5 0 0,-2 10 0,-4 11 0,2 4 0,-8 14 0,1-5 0,-7 10 0,1-1 0,-1 1 0,1-2 0,0 8 0,7-2 0,4 2 0,4-4 0,4-8 0,3 0 0,6 1 0,4-8 0,2-5 0,10-2 0,7-3 0,16-2 0,13-3 0,11-5 0,6-7 0,12 0 0,5 0 0,-2-2-214,3-3 0,-1-20 0,6-12 1</inkml:trace>
  <inkml:trace contextRef="#ctx0" brushRef="#br0" timeOffset="2">22870 4333 8912,'2'9'0,"2"-5"0,2-8 0,0-5 0,-6-9 0,0 1 0,1 0 0,3 0 0,2 0 0,0-2 0,-6-4 0,0 4 0,0-4 0,0 4 0,0 1 0,-10 1 0,-5 2 0,-6 3 0,-4 9 0,2 14 0,-6 14 0,-3 11 0,-8 10 0,0 11 0,-3 6 0,7 10 0,2 1 0,7-1 0,12-4 0,3-6 0,8-6 0,-1-11 0,10-12 0,7-11 0,3-11 0,2-6 0,6-6 0,0-6 0,2-6 0,-2-11 0,-2-3 0,8-9 0,-8-7 0,2-4 0,-4-3 0,-2-3 0,-5 3 0,-1 3 0,-5-2 0,5 8 0,-7 2 0,2 9 0,-4 4 0,-2 8 0,0 9 0,0 8 0,0 8 0,0 9 0,2 8 0,3 4 0,-1 1 0,8-1 0,-1 3 0,6-3 0,1 2 0,-1-3 0,0 3 0,0-8 0,2-2 0,4-10 0,-4-3 0,4-8 0,-4 0 0,-1 0 0,5-2 0,0-4 0,-1-9 0,-4-8 0,-7-8 0,1 3 0,-3-5 0,3-1 0,-5-1 0,-7 1 0,0 0 0,0-1 0,0 3 0,0 3 0,-5 4 0,-1 8 0,-8 8 0,3 3 0,3 6 0,3 6 0,3 3 0,2 8 0,0 8 0,0 4 0,2 1 0,3-1 0,5 4 0,7-5 0,2-1 0,4 2 0,-4-8 0,6 3 0,-2-3 0,0-3 0,0 3 0,-6-10 0,6 2 0,0-1 0,2-4 0,-2-8 0,-2-2 0,8-4 0,-3-6 0,3-10 0,-4-5 0,0-8 0,2 1 0</inkml:trace>
  <inkml:trace contextRef="#ctx0" brushRef="#br0" timeOffset="3">23714 4247 8912,'-2'-17'0,"-4"-1"0,2 9 0,-7 3 0,-1-4 0,-5 9 0,0-5 0,-2 12 0,-4 5 0,9 4 0,-3 3 0,4 4 0,-5 1 0,7 6 0,1-6 0,3 0 0,3 2 0,2-6 0,2 4 0,2-6 0,2-4 0,3-3 0,3-3 0,-4-1 0,5-6 0,1 0 0,5 0 0,0 0 0,0 0 0,-5 0 0,-1 0 0,-5 0 0,5 0 0,-5 0 0,6 0 0,-7 10 0,5 5 0,0 8 0,-1 4 0,1 9 0,1 10 0,2 4 0,-5 1 0,0 3 0,-1 3 0,-1-4 0,-6 5 0,0-7 0,0-5 0,0-6 0,0-11 0,-7-2 0,-5-4 0,-3-12 0,-2 1 0,-1-9 0,1-3 0,4-2 0,-4-3 0,9-11 0,-9-7 0,3-7 0,-1 1 0,4-3 0,5-3 0,4-5 0,2 0 0,0 0 0,0 6 0,2-3 0,4-3 0,3 10 0,8-5 0,1 7 0,-1-1 0,2-3 0,4 3 0,-4-4 0,13-1 0,-5 0 0</inkml:trace>
  <inkml:trace contextRef="#ctx0" brushRef="#br0" timeOffset="4">24092 4384 8912,'-9'0'0,"1"0"0,8 0 0,0 0 0,0 8 0,6 1 0,-1 9 0,9-7 0,-3 1 0,5-1 0,3 6 0,4 0 0,-4-7 0,4-4 0,-4-4 0,-2-2 0,0 0 0,0 0 0,1-8 0,-1-3 0,0-7 0,0-5 0,-5 4 0,-1-4 0,-5 4 0,4 2 0,-3 0 0,-3 0 0,-2 5 0,-2 1 0,0 7 0,8-4 0,-7 10 0,5 4 0,-2-2 0,2 7 0,-2 1 0,7 5 0,-1-6 0,5-1 0,0-1 0,4 1 0,4-6 0,0 2 0,-2-5 0,8-1 0,0-1 0,5-5 0,-5-4 0,-1-7 0,-7 0 0,2 0 0,-4-1 0,-1 1 0,-3 0 0,-4 0 0,3 0 0,-8 0 0,-1 1 0,3 5 0,-6 1 0,4 4 0,-4 5 0,-2-5 0,0 12 0,0-3 0,0 9 0,0 1 0,0 3 0,0 1 0,0 0 0,0 0 0,0-5 0,0-1 0,0-5 0,0 5 0,0 3 0,7-7 0,-5 1 0,6-8 0,-8 0 0,0 0 0,0-8 0,0-3 0,0-5 0,2-1 0,1 0 0,3 0 0,6 0 0,-7 0 0,7-1 0,-6 1 0,1 6 0,-1-1 0,-4 6 0,4-5 0,3 7 0,1-3 0,7 7 0,-2 1 0,-3 5 0,-5-4 0,1 13 0,-6-5 0,8-1 0,-5-3 0,-3-4 0,6-2 0,-1 0 0,5 0 0,1-2 0,-1-4 0,3-1 0,-3-5 0,9-3 0,2 4 0,1-3 0,-3 1 0,4 1 0,2-1 0,-4 4 0,6-3 0,-3 6 0,3-3 0,-4 1 0,0 4 0,-6-3 0,4 1 0,-6-2 0,-5 3 0,3 3 0,-13-8 0,4 4 0,-5 4 0,-8-5 0,-5 7 0,-3 0 0,-2 0 0,0 0 0,-1 0 0,1 0 0,0 0 0,0 7 0,1 3 0,5 7 0,5 0 0,4 1 0,2-1 0,8 0 0,7-7 0,8-5 0,2-3 0,-2-2 0,2 0 0,4 0 0,3 0 0,-5-2 0,0-3 0,-4-7 0,-4-1 0,-2 1 0,0-3 0,0 3 0,-5 3 0,-1-3 0,-7 9 0,4-7 0,-8 4 0,0 4 0,0-3 0,0 10 0,0-1 0,0 8 0,0-1 0,-6 6 0,0 1 0,1-7 0,5 1 0,0-7 0,0 7 0,0-8 0,0 5 0,0-3 0,0-4 0,0 5 0,1-14 0,5-5 0,6-3 0,3-2 0,-4 0 0,1-1 0,-1 1 0,7 0 0,-1 0 0,0 2 0,-2 1 0,-3 3 0,3 7 0,-13-4 0,13 16 0,-13 1 0,4 9 0,3-1 0,1-8 0,7-1 0,0-8 0,1-2 0,-1-4 0,6-3 0,0-8 0,0-2 0,-4-4 0,2-6 0,2-4 0,0-7 0,-6 0 0,-7-8 0,-3 5 0,-1-3 0,0 0 0,-1 2 0,-5-2 0,-2 6 0,-3 11 0,1 6 0,-8 12 0,9-4 0,-5 13 0,8 2 0,0 13 0,0 6 0,0 4 0,0 8 0,0-3 0,8 5 0,3 1 0,4 1 0,3-1 0,-1-5 0,0-1 0,2-7 0,4 2 0,-4-6 0,4-5 0,-4 1 0,-2-7 0,1 0 0,-1-6 0,0-2 0,0-4 0,-1-4 0,-3-7 0,-2-2 0,3-4 0,-5 4 0,3-4 0,-3 2 0,3-2 0,-3 4 0,-3-4 0,-4 10 0,4 1 0,-2 7 0,1-7 0,-3 8 0,8-1 0,-6 12 0,1 11 0,1 1 0,-6 9 0,2-5 0,4 6 0,-4 0 0,3 5 0,3-5 0,-2-1 0,0 1 0,-6 5 0,0-5 0,0-2 0,0-3 0,0-2 0,0-3 0,0-2 0,0 0 0,-8-7 0,-2-5 0,-7-10 0,0-7 0,-8-11 0,-2-4 0</inkml:trace>
  <inkml:trace contextRef="#ctx0" brushRef="#br0" timeOffset="5">26192 3662 8912,'-35'-8'0,"1"-3"0,7-2 0,6-1 0,6 5 0,3 1 0,8 2 0,4 4 0,18-1 0,14-5 0,20-2 0,18-9 0,11-9 0,-35 12 0,1-1-304,4 0 0,2 0 0,2-1 1,3 0 303,4-2 0,2-1 0,1-1 0,2-1-172,5-5 0,-1-2 1,-8 0-1,-2-1 1,2-3-1,1-1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8.444"/>
    </inkml:context>
    <inkml:brush xml:id="br0">
      <inkml:brushProperty name="width" value="0.05292" units="cm"/>
      <inkml:brushProperty name="height" value="0.05292" units="cm"/>
      <inkml:brushProperty name="color" value="#3165BB"/>
    </inkml:brush>
  </inkml:definitions>
  <inkml:trace contextRef="#ctx0" brushRef="#br0">7675 4384 8912,'10'0'0,"-3"0"0,-7 0 0,2 8 0,2 5 0,2 8 0,7-2 0,-1 6 0,1 0 0,-2 4 0,5 1 0,-5-1 0,5 9 0,-1-3 0,-2 1 0,-1 0 0,-8-3 0,1-5 0,-1 5 0,0-7 0,2 1 0,-3-4 0,-1-11 0,-17 3 0,-4-6 0</inkml:trace>
  <inkml:trace contextRef="#ctx0" brushRef="#br0" timeOffset="1">7589 4763 8912,'-17'0'0,"7"0"0,3-2 0,7-4 0,9 2 0,8-7 0,10-1 0,13-5 0,4-8 0,8-4 0,0 3 0,-1-3 0,-1 0 0,-4 3 0,-2-1 0,-4 4 0,-6 4 0,1-4 0,-10 10 0,-14 1 0,-3 8 0,-10-3 0,-4 7 0,-4 0 0,-7 7 0,0 5 0,0 3 0,0 2 0,-1 8 0,1 4 0,0 3 0,0 3 0,0-1 0,-1 0 0,1 3 0,0 3 0,0-2 0,0 8 0,5-8 0,1 2 0,-1-4 0,-5-1 0,0-3 0,0-5 0,-1-10 0,1-9 0,-8-6 0,-2-2 0</inkml:trace>
  <inkml:trace contextRef="#ctx0" brushRef="#br0" timeOffset="2">7486 4573 8912,'17'0'0,"0"6"0,0 0 0,3 7 0,2-1 0,5 13 0,8 9 0,7 8 0,4 11 0,5 5 0,7 5 0,3-4 0,8-2 0,-1-7-159,1-10 0,0-7 0,0-16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8.522"/>
    </inkml:context>
    <inkml:brush xml:id="br0">
      <inkml:brushProperty name="width" value="0.05292" units="cm"/>
      <inkml:brushProperty name="height" value="0.05292" units="cm"/>
      <inkml:brushProperty name="color" value="#3165BB"/>
    </inkml:brush>
  </inkml:definitions>
  <inkml:trace contextRef="#ctx0" brushRef="#br0">19205 7599 8912,'-12'-9'0,"3"-6"0,1-6 0,4 0 0,2 1 0,2 9 0,0-1 0,0 9 0,8-5 0,-6 8 0,6 0 0,-8 0 0,0 0 0,0 8 0,5 1 0,1 8 0,2 6 0,-2 0 0,3 10 0,8 1 0,1 2 0,-1 10 0,8-2 0,3 2 0,12 2 0,6-8 0,6 0 0,5-6 0,-1-9 0,7-8 0,-8-7 0,3-12 0,-3-4 0,2-5 0,-5-12 0,0-6 0,-3-3 0,-8-3 0,-1 1 0,-6 0 0,-1-1 0,-5 1 0,-5 0 0,-11-1 0,-5-1 0,-7-4 0,-7 3 0,-7-5 0,-7 2 0,-7 0 0,-5-6 0,-1 6 0,-6 2 0,-1 9 0,-8 5 0,-3 6 0,-7 9 0,-10 3 0,-8 4-220,-3 2 0,-4 10 220,-2 7 0,4 2 0,7 10 0,10-1 0,19 7 0,8-3 0,7-3 0,9 3 0,10-3 0,4 3 0,8 3 0,8 7 0,4 4 0,3 1 0,2-1 0,0 12 0,0-5 0</inkml:trace>
  <inkml:trace contextRef="#ctx0" brushRef="#br0" timeOffset="1">19618 8115 8912,'-40'0'0,"0"0"0,1 0 0,5 0 0,3 0 0,3 0 0,-3 4 0,-1 7 0,-3 3 0,1 14 0,-1 5 0,1 5 0,1 0 0,3 8 0,3 2 0,2 2 0,4 1 0,8 1 0,3-1 0,3 1 0,1 0 0,6-1 0,9-7 0,7-4 0,9-2 0,7 2 0,1-11 0,12 0 0,1-10 0,8-8 0,5-5 0,10-4 0,0-6 0,5-7 0,3-3-231,-3-14 1,1-9 230,-6-8 0,-10-3 0,-7 2 0,-8-4 0,-10 4 0,-7-3 0,-4-3 0,-6 1 0,-6-1 0,-5 6 0,-12 0 0,-5 8 0,-12-2 0,-8 6 0,-7 5 0,0 6 0,-8 12 0,-6 3 0,-5 8 0,0 4 0,5 7 0,2 3 230,5 14 1,2 1-231,9 5 0,0 1 0,-1-1 0</inkml:trace>
  <inkml:trace contextRef="#ctx0" brushRef="#br0" timeOffset="2">19790 9319 8912,'-23'-16'0,"-2"3"0,-2 3 0,-3 3 0,-3 3 0,-3 2 0,-2 4 0,-4 4 0,-2 5 0,0 12 0,-4 6 0,6 3 0,6 3 0,-1 7 0,14 5 0,2 7 0,2 3 0,10 12 0,3-6 0,4 8 0,2-10 0,0 2 0,0 0 0,8-8 0,3 3 0,12-12 0,6-6 0,3-6 0,4-5 0,5-8 0,5-8 0,9-5 0,2-8 0,6-2 0,-5-4 0,5-5 0,-6-10 0,-3-6 0,-6-6 0,-1 3 0,-6-10 0,4-6 0,-4-4 0,-5-5 0,-5-1 0,-9 1 0,-10-2 0,-4-4 0,-8-8 0,-16 2 0,-7 4 0,-15-2 0,-8 8 0,-9 3-102,-3 14 1,-7 9 101,2 20 0,-4 3 0,-1 12 0,-3 8 0,-4 11 0,10 9 0,-4 8 0,10 4 0,-4 8 0,15 5 0,2 0 0,16 8 0,7-2 0,4-4 0,3 3 0,5-9 0,5-1 0,4-5 0</inkml:trace>
  <inkml:trace contextRef="#ctx0" brushRef="#br0" timeOffset="3">19910 11571 8912,'0'11'0,"0"1"0,-7-8 0,-3 3 0,-7-7 0,0 0 0,0 0 0,-6 0 0,-2 0 0,0 0 0,0 0 0,-6 2 0,3 4 0,-5 5 0,-1 5 0,-6 16 0,1 8 0,5 12 0,3 11 0,10 15 0,10-29 0,1 2 0,3 2 0,1 1 0,2 3 0,2 0 0,2 2 0,2 1 0,2 0 0,4 0 0,3-5 0,4-3 0,7-2 0,2-3 0,26 36 0,2-22 0,1-15 0,5-18 0,-3-11 0,4-13 0,-3-8 0,-7-7 0,5-20 0,3-9 0,3-9-216,-3-9 1,-3 3 215,3-8 0,-4-6 0,-1-5 0,-8-3 0,-4 3 0,-13 11 0,-10 0 0,-9 1 0,-16 7 0,-11 2-75,-13-1 1,-12 12 74,-14-10 0,-9 12 0,-7 0 0,-3 4 0,3 2 0,9 13 0,-4 3 0,11 15 0,1 3 0,2 22 0,-3 19 0,7 14 0,-3 8 0,6 4 0,4 7 0,-2 1 0,6-3 0,4-1 0</inkml:trace>
  <inkml:trace contextRef="#ctx0" brushRef="#br0" timeOffset="4">19756 12998 8912,'-41'-8'0,"1"-3"0,4-4 0,3-1 0,5 5 0,-3 5 0,-1 4 0,-3 2 0,1 10 0,-1 7 0,1 10 0,0 5 0,1 10 0,6 6 0,8 9 0,6 12 0,9 2 0,-2 9 0,6-2 0,6-5 0,11-6 0,12-18 0,3-3 0,3-6 0,9-11 0,7-6 0,7-12 0,9-5 0,0-4 0,3-2 0,3-8 0,-4-3 0,-6-12 0,-2-6 0,0-5 0,0-6 0,-1-4 0,-3-8 0,-1 1 0,-16-1 0,-8-7 0,-9-4 0,-11-4 0,-7-2 0,-26 6-189,-13 0 0,-22 8 189,-12-2 0,-7 11 0,-5 6 0,5 11 0,12 6 0,-4 12 0,4 7 0,-2 9 0,2 13 0,4 10 0,7 18 0,2 8 0,4 14 0,-3 1 0,3 4 0,18-34 0,-2 2 0,0 3 0,-1 0 0</inkml:trace>
  <inkml:trace contextRef="#ctx0" brushRef="#br0" timeOffset="5">26639 6499 8912,'11'0'0,"1"0"0,1 0 0,-5-2 0,-2-4 0,-4 4 0,-2-5 0,0 7 0,0 0 0,7 0 0,-3 0 0,8 0 0,-1 0 0,6 0 0,2 0 0,2 0 0,4-2 0,2-4 0,7 4 0,7-3 0,1-3 0,-2 2 0,-4-5 0,4 5 0,2-5 0,-1 5 0,-1-6 0,-6 7 0,-1-7 0,-3 6 0,-3 3 0,-2 1 0,0-4 0,-2 0 0,-10 0 0,4 6 0,-3 0 0,3-1 0,0-5 0,-7 4 0,-3-6 0,-7 8 0,0 0 0,-7 0 0,5 0 0,-8 0 0,4 0 0,4 0 0,-7 2 0,3 4 0,4 3 0,-13 9 0,5-1 0</inkml:trace>
  <inkml:trace contextRef="#ctx0" brushRef="#br0" timeOffset="6">29823 6447 8912,'0'12'0,"0"-1"0,0-7 0,0 4 0,-2-8 0,-2-2 0,-2-4 0,-1 4 0,3-5 0,-2-1 0,-2 4 0,3-7 0,3 7 0,-14-11 0,14 13 0,-5-6 0,7 0 0,0 6 0,-2-5 0,-4 7 0,4 0 0,-5-2 0,7-4 0,0 4 0,0-5 0,0 7 0,0 0 0,7 0 0,-5 0 0,13 0 0,-3 0 0,-3 0 0,3 0 0,-1 0 0,7 0 0,-1 0 0,0 0 0,0 0 0,0 0 0,1 0 0,-7-6 0,1 0 0,1 2 0,-3 2 0,1 2 0,-5 0 0,5 0 0,-5 0 0,5 0 0,1-1 0,7-3 0,4-2 0,-4 0 0,4 6 0,2 0 0,-2 0 0,6 0 0,-7 0 0,9 0 0,-2 0 0,-2 0 0,1 0 0,-1 0 0,2 0 0,3 0 0,-3 0 0,1 0 0,-1 0 0,4 0 0,-5 0 0,3 0 0,-2 0 0,1 0 0,-7 0 0,6-5 0,-6-1 0,0-2 0,-6 2 0,-6 5 0,1-5 0,-8-4 0,3 8 0,-7-5 0,0 7 0,-7 0 0,5 0 0,-8 0 0,4 0 0,5 0 0,-7 0 0,8 0 0,6 2 0,-1 3 0,9 5 0,-5 7 0</inkml:trace>
  <inkml:trace contextRef="#ctx0" brushRef="#br0" timeOffset="7">31285 6430 8912,'16'12'0,"-3"-3"0,-1-1 0,1-4 0,2-2 0,2-2 0,3 0 0,1-2 0,2-2 0,-2-2 0,3-5 0,-1 5 0,-2 0 0,-2-1 0,-1 5 0,-1-6 0,2 2 0,4 1 0,-4-7 0,4 6 0,2-1 0,-2 3 0,0-2 0,2 2 0,1-3 0,9 1 0,-1 2 0,1 2 0,7 2 0,4 0 0,3 0 0,5 0 0,1 0 0,3 0 0,-3 0 0,-9 0 0,4 0 0,-4 0 0,-4 0 0,-2 0 0,-4 0 0,-1 0 0,5 0 0,0 0 0,0 0 0,-6 0 0,-1 0 0,-4 0 0,1 0 0,-7 0 0,0 0 0,-6 0 0,-7-7 0,5 5 0,-15-6 0,0 8 0,0 0 0,-15 0 0,13-8 0,-13 7 0,11-7 0,-8 8 0,9-2 0,-3-4 0,4 4 0,0-5 0,-4 7 0,-3 7 0,-8 3 0</inkml:trace>
  <inkml:trace contextRef="#ctx0" brushRef="#br0" timeOffset="8">21459 4831 8912,'17'0'0,"-1"-2"0,-3-3 0,-1-7 0,-9-3 0,3-2 0,-4 0 0,-2-1 0,6-5 0,0 0 0,-3 1 0,-1-3 0,-4 6 0,-1-4 0,-5 5 0,-2 7 0,-1-2 0,-6 7 0,-1 2 0,1 2 0,-8 10 0,-3 3 0,1 6 0,0 6 0,0 4 0,1 0 0,-1 5 0,-2-3 0,2 2 0,4-3 0,10 5 0,-4-7 0,3 3 0,5 0 0,1-8 0,8 2 0,0-2 0,0 2 0,8-6 0,3 0 0,7-2 0,5-9 0,3 6 0,9-7 0,-7 7 0,1-5 0,0 1 0,-2 0 0,3 5 0,-7-2 0,6-1 0,-6 1 0,0 1 0,-8 5 0,-4 2 0,-5 2 0,-4 2 0,-10 2 0,-3-2 0,-6 4 0,-6 7 0,-2-1 0,-4-5 0,-1-3 0,7-8 0,-6-1 0,6-3 0,2-4 0,2-1 0,7-4 0,1-10 0,7-5 0,-2-12 0,5-4 0,1-7 0,0-16 0,0-4 0</inkml:trace>
  <inkml:trace contextRef="#ctx0" brushRef="#br0" timeOffset="9">21889 4573 8912,'10'0'0,"0"0"0,-5 0 0,-3 0 0,6 2 0,-8 4 0,0 5 0,2 7 0,4 5 0,-5 3 0,5 9 0,2 1 0,-1 2 0,1 4 0,0 2 0,3-4 0,-5 6 0,7-6 0,-1 6 0,-5-13 0,-1 1 0,-4-11 0,-2 0 0,0-4 0,0-2 0</inkml:trace>
  <inkml:trace contextRef="#ctx0" brushRef="#br0" timeOffset="10">21735 5003 8912,'9'2'0,"-3"4"0,-4-4 0,5 3 0,5-10 0,3-5 0,4-7 0,2 0 0,2 0 0,10-6 0,1 0 0,1-2 0,5 2 0,2 4 0,-2-4 0,-4 4 0,-5 2 0,0 0 0,-9-1 0,1 9 0,-5 3 0,-1-2 0,0 3 0,-6-1 0,1 6 0,-8 0 0,3 8 0,-8 3 0,-5 4 0,4-3 0,-4-1 0,2 1 0,-1 5 0,3 0 0,-4 0 0,4 0 0,2 1 0,2-1 0,4 0 0,-4 0 0,3 0 0,5 1 0,-2-1 0,3 0 0,2-6 0,-7 1 0,8-8 0,-3 1 0,4-3 0,2-2 0,-5-5 0,-1-1 0,1-13 0,5 2 0,-5-6 0,-1 0 0,-5-2 0,3-6 0,1 5 0,-1 1 0,-5 2 0,2 6 0,2 0 0,-3-1 0,1 9 0,-4 1 0,4 8 0,-4 2 0,3 6 0,-1 7 0,2 6 0,-2 10 0,7-3 0,-5-1 0,6 2 0,-1-6 0,6 5 0,0-7 0,1 2 0,5-10 0,0-1 0,7-8 0,-3 1 0,2-5 0,-1-5 0,-7-12 0,4-10 0</inkml:trace>
  <inkml:trace contextRef="#ctx0" brushRef="#br0" timeOffset="11">23008 4745 8912,'-17'0'0,"0"0"0,-3 8 0,-2 3 0,2 5 0,-3 1 0,2 2 0,-2 4 0,10-2 0,-2 8 0,3-1 0,3-1 0,5 4 0,-2-9 0,4 1 0,2-5 0,8-1 0,1-8 0,9-3 0,-7-4 0,1-2 0,1-10 0,8-7 0,2-10 0,-2-5 0,-2-2 0,-2-1 0,-5-1 0,-1-4 0,1 2 0,5-8 0,-7 0 0,-5-6 0,3 6 0,-2 1 0,-1 6 0,-5 1 0,0 8 0,0 7 0,0 11 0,0 5 0,-1 10 0,-5 9 0,4 7 0,-4 15 0,2 8 0,0 4 0,-1 2 0,1-2 0,2 4 0,2-5 0,2-3 0,4-1 0,1-5 0,5-2 0,9-5 0,-4-4 0,4-4 0,4-6 0,0-9 0,3-1 0,5-3 0,-4-2 0,-3-7 0,3-5 0,-8-9 0,0-2 0,-6 0 0,-3-1 0,-8 4 0,1-2 0,-3 2 0,-2 3 0,-7 0 0,-5 0 0,3 2 0,-3 3 0,1 5 0,-6 7 0,1 1 0,3 3 0,1 2 0,9 7 0,-3-1 0,4 3 0,2 2 0,2-5 0,4-1 0,9-1 0,8 1 0,5-3 0,-5-8 0,8 0 0,-2 0 0,-3-2 0,1-2 0,0-4 0,0-1 0,-6 3 0,2-5 0,-10 7 0,-1-2 0,-9 4 0,13 2 0,-14 2 0,3 4 0,-3 3 0,-2 9 0,0-1 0,-2 0 0,-3 0 0,3-5 0,-4-1 0,4-5 0,2 5 0,-2-7 0,-4 2 0,5-4 0,-7-10 0,8-3 0,0-5 0,0-1 0,6 0 0,-1 0 0,7 0 0,-6-1 0,1 1 0,-1 2 0,4 2 0,-1 1 0,6 8 0,-5-1 0,7 10 0,-5 5 0,-1 7 0,-1 2 0,3 4 0,-2 6 0,3 3 0,1-3 0,2 0 0,1-8 0,-1 1 0,0 1 0,0-5 0,6 1 0,0-14 0,0-1 0,-6-9 0,0-13 0,1-8 0</inkml:trace>
  <inkml:trace contextRef="#ctx0" brushRef="#br0" timeOffset="12">24041 4384 8912,'-18'0'0,"1"0"0,0 2 0,0 4 0,5 9 0,1 8 0,7 13 0,-2 1 0,4 5 0,2 5 0,8 5 0,3 5 0,12-5 0,6 0 0,4-7 0,1-5 0,0-9 0,-1 2 0,-3-7 0,-1-5 0,-8-9 0,2-7 0,-4-3 0,-2-2 0,-1-7 0,-5-5 0,5-9 0,-7-4 0,3-3 0,-1-9 0,-5 3 0,5-6 0,-7 2 0,2-2 0,1 3 0,-1-3 0,2 6 0,-2 5 0,-5 4 0,7 14 0,-8 11 0,0 13 0,0 27 0,0 4 0,0 8 0,2 0 0,4-1 0,-2 1 0,7-1 0,1 1 0,3-3 0,-2-3 0,-1-6 0,-8-3 0,1-3 0,-3-7 0,-2-4 0,-2-4 0,-3-2 0,-11-5 0,-9-3 0,-1-1 0,-5-4 0,-9-18 0,-4-5 0</inkml:trace>
  <inkml:trace contextRef="#ctx0" brushRef="#br0" timeOffset="13">23679 4866 8912,'12'0'0,"-1"0"0,10-10 0,14-7 0,31-12 0,-21 7 0,2-2 0,9-2 0,3-1 0,6-7 0,2-1 0,-1 1 0,0 1-1220,-2 2 0,-2-1 1220,-5 3 0,-3-1 0,-6 1 0,-2-1 0,-3-1 0,0 1 0</inkml:trace>
  <inkml:trace contextRef="#ctx0" brushRef="#br0" timeOffset="14">7555 7393 8912,'0'10'0,"0"-3"0,0-7 0,0 0 0,0-7 0,0 5 0,0-8 0,0 4 0,2 4 0,3-3 0,-3-5 0,13 8 0,-3-3 0,-3 3 0,3 2 0,-8 0 0,9-2 0,-5-2 0,1-2 0,-5 0 0,4 5 0,-8-5 0,8 4 0,-5-6 0,9 8 0,-8-7 0,3 5 0,1-6 0,-6 8 0,5 0 0,-7 0 0,0 0 0,0 0 0</inkml:trace>
  <inkml:trace contextRef="#ctx0" brushRef="#br0" timeOffset="15">7641 7496 8912,'11'0'0,"1"0"0,-9-2 0,3-3 0,-2 3 0,0-6 0,2 0 0,-1 5 0,-5-9 0,0 1 0,0-1 0,0 1 0,0-3 0,0 7 0,0-9 0,-7 9 0,-5-5 0,-3 7 0,-2 1 0,-1-2 0,-5 4 0,1-4 0,-3 4 0,2 2 0,2 6 0,-8 0 0,6 7 0,-6-1 0,8-3 0,-2 3 0,4 1 0,2 2 0,8-3 0,3-1 0,-2 1 0,2 5 0,3 0 0,6 0 0,5 1 0,2-1 0,7-2 0,6-3 0,7 3 0,-1-6 0,4 3 0,1-1 0,0-5 0,1 5 0,-7-5 0,1 6 0,-8-1 0,2 6 0,-6 1 0,-5-1 0,-5 0 0,-7 0 0,-1 0 0,-5 0 0,-9 1 0,-8-1 0,-8-2 0,2-3 0,3 1 0,-3-7 0,6 5 0,-4-5 0,2-2 0,4-2 0,2-2 0,4-2 0,1-2 0,5-4 0,1-1 0,3-3 0,5-5 0,0-2 0,0-4 0,0 4 0,0-6 0</inkml:trace>
  <inkml:trace contextRef="#ctx0" brushRef="#br0" timeOffset="16">7847 7427 8912,'10'0'0,"-1"0"0,-3 0 0,-4-1 0,4-5 0,-4 4 0,5-6 0,-5 16 0,4 3 0,-4 7 0,-2 4 0,2 3 0,3 4 0,-3 5 0,4-1 0,-4 5 0,-2 0 0,0-1 0,0-3 0,-8-7 0,-1-3 0</inkml:trace>
  <inkml:trace contextRef="#ctx0" brushRef="#br0" timeOffset="17">7744 7685 8912,'17'-7'0,"0"-1"0,1-3 0,-1-3 0,2 7 0,2-3 0,2-3 0,7 3 0,-1-1 0,2-1 0,-3-5 0,5 6 0,-4-1 0,3-7 0,2-8 0</inkml:trace>
  <inkml:trace contextRef="#ctx0" brushRef="#br0" timeOffset="18">8226 7445 8912,'17'0'0,"-7"0"0,-3 0 0,1 7 0,-6 5 0,3 11 0,-3-4 0,-2 4 0,0 2 0,0-3 0,0 1 0,0-5 0,0-1 0,0 0 0,2 0 0,4 0 0,-2-1 0,7-5 0,-5-3 0,6-8 0,1 0 0,2 0 0,-3-8 0,-7 3 0</inkml:trace>
  <inkml:trace contextRef="#ctx0" brushRef="#br0" timeOffset="19">8369 7701 8912,'10'-16'0,"1"-1"0,-3 5 0</inkml:trace>
  <inkml:trace contextRef="#ctx0" brushRef="#br0" timeOffset="20">8412 7632 8912,'5'-10'0,"5"-15"0,-5 15 0</inkml:trace>
  <inkml:trace contextRef="#ctx0" brushRef="#br0" timeOffset="21">8440 7563 8912,'2'-9'0,"4"-20"0,1 8 0,-1-2 0,0 4 0,-6 2 0,2 5 0,3 1 0,-3 9 0,4 2 0,-4 7 0,-2 11 0,0 5 0,2-1 0,2 1 0,1 2 0,9-6 0,-11-13 0</inkml:trace>
  <inkml:trace contextRef="#ctx0" brushRef="#br0" timeOffset="22">8862 7462 8912,'-17'0'0,"6"0"0,-1 0 0,1 0 0,-6 0 0,-1 0 0,1 7 0,2 7 0,2 5 0,1 4 0,3 7 0,6-22 0</inkml:trace>
  <inkml:trace contextRef="#ctx0" brushRef="#br0" timeOffset="23">8906 7563 8912,'8'-32'0,"4"-5"0,-1-3 0,-7 6 0,2-1 0,-3 1 0,3 5 0,-4 5 0,4 1 0,-4 4 0,-10 9 0,4 2 0,-7 8 0,7 8 0,-2 3 0,2 7 0,1 5 0,-3 5 0,2 5 0,2 1 0,2 0 0,0 1 0,0-1 0,0-5 0,0-2 0,1-16 0</inkml:trace>
  <inkml:trace contextRef="#ctx0" brushRef="#br0" timeOffset="24">9222 7563 8912,'2'-15'0,"-4"-2"0,-4-1 0,-1 7 0,-5-1 0,-3 9 0,3-3 0,-3 4 0,-2 2 0,2 2 0,3 4 0,-1 3 0,7 8 0,-2 1 0,4-1 0,0-2 0</inkml:trace>
  <inkml:trace contextRef="#ctx0" brushRef="#br0" timeOffset="25">9450 7563 8912,'13'-15'0,"-2"-2"0,-3 5 0,-8 1 0,0 7 0,0-4 0,0 8 0,0 8 0,0-4 0,0 7 0,0 3 0,0 1 0,-5 0 0</inkml:trace>
  <inkml:trace contextRef="#ctx0" brushRef="#br0" timeOffset="26">9489 7563 8912,'6'-13'0,"2"-1"0,0 3 0,5-1 0,-3-5 0,7 8 0,0 3 0,-6 4 0,1 2 0,-6 8 0,5 3 0,-7 4 0,4 3 0,-3-1 0,0-2 0</inkml:trace>
  <inkml:trace contextRef="#ctx0" brushRef="#br0" timeOffset="27">9912 7204 8912,'0'-17'0,"0"0"0,6-1 0,0 1 0,-1 8 0,-5 1 0,0 10 0,0 4 0,0 11 0,0 11 0,0 7 0,0 5 0,0 4 0,0 7 0,0-5 0,0 0 0,0-2 0,0 4 0,2-10 0</inkml:trace>
  <inkml:trace contextRef="#ctx0" brushRef="#br0" timeOffset="28">10221 7563 8912,'12'-32'0,"0"-3"0,-1 1 0,7-1 0,-9 7 0,-3-1 0,-4 8 0,0 0 0,3 8 0,-3 5 0,6 16 0,-8 3 0,0 12 0,0 6 0,6 3 0,-1 3 0,9-1 0,-3 0 0,5 1 0,-8-20 0</inkml:trace>
  <inkml:trace contextRef="#ctx0" brushRef="#br0" timeOffset="29">9861 7462 8912,'11'9'0,"12"-3"0,13-12 0,22-5 0,5-10 0,13-4 0,8-2 0,6-3 0,0-3 0,-10-1-547,-11 7 1,-9-5 0,-9 5 0</inkml:trace>
  <inkml:trace contextRef="#ctx0" brushRef="#br0" timeOffset="30">7572 6241 8912,'0'-11'0,"0"-1"0,0 8 0,0-1 0,0 12 0,0 9 0,0 5 0,0 11 0,0 1 0,0 7 0,0 4 0,0-4 0,0 6 0,0-8 0,0 2 0,0-4 0,0-1 0,0-3 0,0-3 0,0-6 0,0-4 0,0-10 0,-6-9 0,0-13 0,3-8 0,1-8 0,2-11 0,0-6 0,2-3 0,3-3 0,-3 0 0,4 1 0,-2-1 0,1 1 0,-3-1 0,4 1 0,2 7 0,-1 5 0,1 9 0,0 7 0,5 11 0,-1 7 0,3 5 0,2 5 0,0 13 0,0 10 0,8 10 0,4 3 0,-4 1 0,0-4 0,-2 2 0,0-2 0,0-2 0,-6-1 0,0-6 0,0-1 0,0-7 0,1 2 0,-1-6 0,0-5 0,8-5 0,2-7 0</inkml:trace>
  <inkml:trace contextRef="#ctx0" brushRef="#br0" timeOffset="31">8191 6241 8912,'0'-11'0,"0"-1"0,-7 8 0,-3-3 0,-7 7 0,5 0 0,1 0 0,-1 2 0,-5 3 0,0 9 0,0 7 0,2-2 0,3 4 0,-1 2 0,7-2 0,0 5 0,6-5 0,0 0 0,0-6 0,2-1 0,4-5 0,3-3 0,9-8 0,-1-2 0,0-4 0,0 2 0,0-7 0,1-1 0,-1-5 0,0 0 0,0 0 0,1 1 0,-1 3 0,0 2 0,0 7 0,0-2 0,-5 4 0,-1 2 0,1 0 0,5 6 0,-2 1 0,-1 1 0,-3 0 0,1 3 0,5-5 0,0 0 0,0-6 0,0 0 0,1 0 0,-1 0 0,0 0 0</inkml:trace>
  <inkml:trace contextRef="#ctx0" brushRef="#br0" timeOffset="32">8656 6258 8912,'-12'-9'0,"1"3"0,7 4 0,-5-4 0,3 1 0,4-1 0,-6 8 0,8 4 0,0 3 0,0 8 0,0 0 0,0 1 0,0-1 0,0 0 0,0 0 0,0 0 0,0-5 0,2-1 0,4 3 0,-4 1 0,6-5 0,-8-3 0,5-9 0,1-3 0,0-7 0,1-3 0,-3-4 0,8-4 0,-8 4 0,1-4 0,5-2 0,1 2 0,-1 0 0,1 6 0,-5 0 0,6 1 0,1 5 0,2 3 0,2 8 0,1 0 0,-3 8 0,-4 3 0,5 5 0,-7 1 0,3 0 0,-1 0 0,-1 0 0,1 1 0,3-7 0,-9 1 0,9-9 0,-3 3 0,5-4 0,1-2 0,0 0 0,2-2 0,2-4 0,2-5 0,2-2 0,-2 1 0,-4-3 0,4 3 0,-4-1 0,-2 2 0,0-3 0,1 8 0,-1 3 0,-8 1 0,7 2 0,-9-2 0,7-2 0,-3-2 0,1-1 0,5 1 0,-8 2 0,-3-7 0,2 5 0,-2-6 0,-1 7 0,-5-7 0,-2 8 0,-5-1 0,-10 3 0,-1 4 0,-5 3 0,-1-1 0,1 8 0,0-1 0,5 6 0,-3 6 0,4 0 0,-2 0 0,13-6 0,3 0 0,1 1 0,11-3 0,8-4 0,10 3 0,13-8 0,6-1 0,12-5 0,-5 0 0,4 0 0,1-7 0,-7-5 0,5-11 0,-12-4 0</inkml:trace>
  <inkml:trace contextRef="#ctx0" brushRef="#br0" timeOffset="33">10463 6207 8912,'0'17'0,"-2"-6"0,-4 1 0,2-3 0,-5 5 0,1-3 0,4 3 0,-5 3 0,-1 4 0,-1 2 0,-1-2 0,7 4 0,-7-1 0,1 3 0,1 4 0,-5-6 0,13 7 0,-6-5 0</inkml:trace>
  <inkml:trace contextRef="#ctx0" brushRef="#br0" timeOffset="34">11478 6241 8912,'-2'-32'0,"-3"1"0,-7 2 0,-3 10 0,-2 2 0,-3 9 0,-3 7 0,2 1 0,-7 1 0,-1 5 0,2 6 0,2 3 0,8 2 0,2 0 0,3 1 0,5-1 0,7 0 0,0-6 0,0 1 0,0 1 0,7-5 0,5-2 0,3-5 0,2-1 0,3 0 0,1 0 0,3-1 0,3-5 0,-6 2 0,2-7 0,4 7 0,-8-4 0,4 8 0,-4 0 0,-2 2 0,-1 6 0,-5 9 0,3 2 0,-9 10 0,1 5 0,-6 6 0,0 6 0,0-6 0,0 6 0,0-6 0,-2 6 0,-4-6 0,-7-2 0,-8-1 0,0-11 0,-8-3 0,6-6 0,-5-5 0,5 1 0,-6-7 0,8-8 0,0-9 0,6-7 0,3-5 0,8-5 0,-1-12 0,3 3 0,2-3 0,7 2 0,5-2 0,11 4 0,4-14 0,7 6 0</inkml:trace>
  <inkml:trace contextRef="#ctx0" brushRef="#br0" timeOffset="35">11994 6155 8912,'10'0'0,"3"2"0,-7 4 0,0 11 0,-6 12 0,2 5 0,4 6 0,-5-2 0,5 8 0,-4 4 0,-2 5 0,0-1 0,0 3 0,0-3 0,0-3 0,0-1 0,2-4 0,2-8 0,2-8 0,-1-5 0,-12-15 0,-3-3 0</inkml:trace>
  <inkml:trace contextRef="#ctx0" brushRef="#br0" timeOffset="36">11943 6069 8912,'17'-7'0,"-2"3"0,-3-8 0,3 8 0,-2-3 0,7 1 0,3 0 0,1 3 0,-1 8 0,4-1 0,8 8 0,-7-1 0,-1 6 0,0 2 0,0 4 0,-6-2 0,1 8 0,-10-2 0,-6 1 0,-4 5 0,-2-5 0,-8-1 0,-4 2 0,-9-2 0,-1 3 0,0-3 0,3-2 0,4-2 0,4-6 0,3-8 0,16-1 0,1-8 0</inkml:trace>
  <inkml:trace contextRef="#ctx0" brushRef="#br0" timeOffset="37">12631 6224 8912,'10'-8'0,"-3"-1"0,-7-8 0,6-1 0,0 1 0,0 8 0,-14 3 0,-4 12 0,-5 5 0,-4 10 0,-2 4 0,2 2 0,-4-1 0,2 3 0,2 2 0,10-8 0,-2-1 0,7-4 0,-8-1 0,14-2 0,0-3 0,14-7 0,9-10 0,7-5 0,-1-7 0,4-8 0,1-4 0,4 5 0,-3 1 0,3 3 0,-9 3 0,3 2 0,2 4 0,1 3 0,-1 8 0,1 15 0,-1 8 0,1 13 0,-1 5 0,0 6 0,1-3 0,-1 2 0,1 0 0,-1-8 0,8 4 0,2-7 0</inkml:trace>
  <inkml:trace contextRef="#ctx0" brushRef="#br0" timeOffset="38">7847 8906 8912,'-17'-2'0,"-2"-2"0,-2-3 0,-4-3 0,-2-3 0,-3-3 0,-1-1 0,0 2 0,3 4 0,-3 5 0,-1 4 0,-3 2 0,7 4 0,1 7 0,2 14 0,4 11 0,-2 8 0,4 8 0,5 1 0,5 5 0,3-5 0,6 4 0,2-5 0,2-6 0,5-8 0,7-7 0,-5-7 0,6-6 0,6-9 0,-5-3 0,3-8 0,-4-9 0,8-3 0,3-14 0,3-3 0,-1-9 0,-1-6 0,2-4 0,-4-3 0,1-4 0,-7-3 0,2-3 0,-6-6-122,-5 1 0,-4-1 122,-8-6 0,0 7 0,0 5 0,0 7 0,0 16 0,-2 10 0,-4 18 0,-6 6 0,3 16 0,-3 13 0,3 5 0,-3 18 0,-1 2 0,7 9 0,0-3 0,6 3 0,0 2 0,0-1 0,8 5 0,4-6 0,5 0 0,4-7 0,4-4 122,1-6 0,1 0-122,2-5 0,3-7 0,-3-16 0,2-7 0,-3-3 0,3-4 0,-8-3 0,6-5 0,-6-7 0,-2-6 0,-8-2 0,-3 0 0,-3 0 0,-1-3 0,-6 3 0,-2 0 0,-4 0 0,2-3 0,-7 5 0,-1 6 0,-5 5 0,6 8 0,-1-1 0,1 3 0,-1 9 0,3 5 0,1 5 0,4 6 0,2-4 0,2 4 0,0-4 0,0-2 0,2-5 0,4-1 0,4-7 0,7 2 0,2-4 0,4-2 0,4-2 0,7-4 0,1-9 0,-1-8 0,-5-6 0,-7 11 0</inkml:trace>
  <inkml:trace contextRef="#ctx0" brushRef="#br0" timeOffset="39">8260 8906 8912,'17'0'0,"0"-6"0</inkml:trace>
  <inkml:trace contextRef="#ctx0" brushRef="#br0" timeOffset="40">8346 8992 8912,'16'2'0,"-5"4"0,-3 3 0,-8 8 0,0 3 0,0 2 0,0 9 0,0 7 0,0 0 0,0 8 0,0 2 0,0 2 0,0 1 0,2-1 0,1-2 0,3-2 0,0-8 0,-6 2 0,0-6 0,0-5 0,0-4 0,-8-23 0,-1-4 0</inkml:trace>
  <inkml:trace contextRef="#ctx0" brushRef="#br0" timeOffset="41">8312 9009 8912,'7'-27'0,"-3"1"0,6 5 0,-1-2 0,1 2 0,1 2 0,7 3 0,1 3 0,4 2 0,2 7 0,3-2 0,3 4 0,-8 2 0,2 8 0,-6 3 0,0 4 0,-4 3 0,-9 1 0,0 4 0,-4-2 0,-2 7 0,-4 1 0,-8 5 0,1-1 0,-12-4 0,-2 3 0,2-3 0,0 1 0,6-1 0,0-4 0,-1-8 0,1 0 0,0 0 0,0 0 0</inkml:trace>
  <inkml:trace contextRef="#ctx0" brushRef="#br0" timeOffset="42">8759 8769 8912,'10'17'0,"-3"-4"0,-7 2 0,0 8 0,0 8 0,0 7 0,0 14 0,0 1 0,0 4 0,0-1 0,0 5 0,2-2 0,4-3 0,4-11 0,9-6 0,2-9 0,2-7 0,5-11 0,-5-7 0,0-10 0,-5-5 0</inkml:trace>
  <inkml:trace contextRef="#ctx0" brushRef="#br0" timeOffset="43">8811 9026 8912,'-17'0'0,"5"0"0,1 0 0,7-7 0,-4 5 0,10-6 0,4 8 0,11-6 0,14-1 0,7-3 0,8-3 0,9-2 0,3-3 0,7 1 0,-2 0-480,4 0 0,1-8 1,1-2-1</inkml:trace>
  <inkml:trace contextRef="#ctx0" brushRef="#br0" timeOffset="44">9448 8992 8912,'9'-15'0,"6"1"0,8 5 0,4 1 0,-4-3 0,6 5 0,1 2 0,3 2 0,-6 2 0,-4 0 0,-12 0 0,4 0 0,-5 0 0</inkml:trace>
  <inkml:trace contextRef="#ctx0" brushRef="#br0" timeOffset="45">9499 9284 8912,'-17'17'0,"7"-7"0,3-2 0,9-10 0,3-4 0,13-9 0,10-8 0,7 0 0,5-2 0,-2 4 0,8-8 0,0 3 0,6-3 0,-1-11 0,1 4 0</inkml:trace>
  <inkml:trace contextRef="#ctx0" brushRef="#br0" timeOffset="46">10583 8614 8912,'10'-2'0,"-4"-4"0,-4 4 0,-12-4 0,-7 12 0,-8 0 0,-10 9 0,1 4 0,0 0 0,-1 6 0,1-2 0,1 8 0,5-1 0,5 7 0,4 3 0,3-2 0,5-9 0,3 3 0,8-3 0,2-4 0,4-3 0,5-2 0,12-3 0,-2 0 0,8 0 0,-2-7 0,3-3 0,-1-1 0,2 0 0,1 0 0,2-6 0,1 5 0,-1 1 0,-7 5 0,-4-5 0,-6 8 0,-5-3 0,-7 4 0,-12 4 0,-10 4 0,-8-4 0,-10 4 0,1-4 0,-1-1 0,1-3 0,0-4 0,7-3 0,4-8 0,-4 0 0,0 0 0</inkml:trace>
  <inkml:trace contextRef="#ctx0" brushRef="#br0" timeOffset="47">10170 8751 8912,'-11'-9'0,"-1"3"0,9 4 0,-13 2 0,5 0 0,-5 0 0,-1 10 0,0 7 0,0 10 0,0 5 0,-2 4 0,-2 4 0,-1 6 0,7 4 0,0 7 0,9 1 0,2-5 0,2-5 0,16-8 0,3-11 0,19 1 0,4-9 0,8-5 0,4-9 0,0-9 0,-1-9 0,8-8 0,3-16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8.690"/>
    </inkml:context>
    <inkml:brush xml:id="br0">
      <inkml:brushProperty name="width" value="0.05292" units="cm"/>
      <inkml:brushProperty name="height" value="0.05292" units="cm"/>
      <inkml:brushProperty name="color" value="#3165BB"/>
    </inkml:brush>
  </inkml:definitions>
  <inkml:trace contextRef="#ctx0" brushRef="#br0">16417 10144 8912,'-17'-27'0,"2"2"0,3 8 0,4 2 0,1 3 0,5-3 0,-6 13 0,8-5 0,0 7 0,0 2 0,0 3 0,0-3 0,6 8 0,0-5 0,-1 5 0,1 1 0,0 1 0,7-1 0,-11 1 0,6-1 0,0 3 0,-7-7 0,9 9 0,-6-5 0,2 4 0,1-3 0,-3-1 0,2 3 0,7 1 0,-11 2 0,4 0 0,-2-1 0,1-5 0,-3 4 0,4-3 0,-4 3 0,-2 2 0,8 0 0,-7-7 0,7-2 0,-8-8 0,0 0 0,0 7 0,0-5 0,0 13 0,0-3 0,0 3 0,0 2 0,-2 8 0,-4 4 0,5 3 0,-5 3 0,4 5 0,2 2 0,0 2 0,0 4 0,0 1 0,-2 3 0,-2-1 0,-2 1 0,1 5 0,5 1 0,-2-1 0,-4-5 0,4-1 0,-4 1 0,-3 7 0,7-13 0,-4 0 0,-1-6 0,1-2 0,2 2 0,-4-2 0,3-7 0,-1-3 0,-2 3 0,6 2 0,-7-1 0,5-1 0,-2-3 0,0-7 0,5 12 0,-3-5 0,-2 5 0,0-4 0,6-1 0,-5-5 0,-1 6 0,0-6 0,6 3 0,0 1 0,0 0 0,-6-4 0,1 5 0,-1-7 0,6 10 0,-2-8 0,-4-2 0,4 0 0,-3 2 0,1-2 0,-2 8 0,4-8 0,-4 2 0,4 3 0,0-7 0,-1 6 0,-3-2 0,2 0 0,2-2 0,2 6 0,0-8 0,0 4 0,0-4 0,0-2 0,0 2 0,0 2 0,0 2 0,0 0 0,0-6 0,0 8 0,0-6 0,0 4 0,-2 2 0,-2 0 0,-1 2 0,-1-6 0,6 2 0,0-2 0,0 1 0,0-2 0,0 4 0,0-6 0,-6-1 0,1 0 0,1 0 0,2 0 0,2 1 0,0-1 0,0 0 0,0 0 0,0 0 0,0 1 0,0-1 0,0 0 0,0 6 0,0 0 0,0-2 0,0-2 0,0-2 0,0 0 0,0 0 0,0 1 0,0-1 0,0 0 0,0 0 0,0 0 0,0-5 0,0-1 0,0 1 0,0 5 0,0 0 0,0 0 0,0 1 0,0-1 0,0 0 0,0 0 0,0 0 0,0 1 0,0-1 0,0 0 0,0 0 0,0 0 0,0 1 0,0-1 0,0 0 0,0 0 0,0 0 0,0 0 0,0 1 0,0-1 0,0-6 0,0 1 0,0-1 0,0 6 0,0 1 0,0-1 0,0 0 0,0 0 0,0 0 0,0 1 0,0-1 0,0 0 0,0 0 0,0 0 0,0-7 0,0 7 0,0 0 0,0 1 0,0 6 0,0-6 0,0 1 0,0 4 0,0-4 0,0 4 0,0-4 0,0-2 0,0 2 0,0 4 0,-6-4 0,0 4 0,2-4 0,3-2 0,1 8 0,0-6 0,0 4 0,0-4 0,0-2 0,0 3 0,0 1 0,0 1 0,0 1 0,0-4 0,0 2 0,0 2 0,0 0 0,0-5 0,0 4 0,0 1 0,0 0 0,0-6 0,0 6 0,0 0 0,0 0 0,0-4 0,0 2 0,0 2 0,0 0 0,0-4 0,0 2 0,0 2 0,0 0 0,0 2 0,0 4 0,0-3 0,0 1 0,0-2 0,0 6 0,0-5 0,0 9 0,0-1 0,0 0 0,0 1 0,0 7 0,1-6 0,5 4 0,-4-3 0,4-3 0,-4 0 0,-2 1 0,0-1 0,0-5 0,0-2 0,0-1 0,0 1 0,0-4 0,0 6 0,0-6 0,0 5 0,0-5 0,0 6 0,0-6 0,0 5 0,0-7 0,0 4 0,0-2 0,0 0 0,0 0 0,0-6 0,0 0 0,0 1 0,0-1 0,0-8 0,0-1 0,0-8 0,0 0 0,0-8 0,0 6 0,0-13 0,0 13 0,0-5 0,0 7 0,0 0 0,0-8 0,0 6 0,0-21 0,0 4 0</inkml:trace>
  <inkml:trace contextRef="#ctx0" brushRef="#br0" timeOffset="1">5971 17038 8912,'0'-19'0,"2"-2"0,2-4 0,2 1 0,-2-1 0,-2 4 0,-2-4 0,0 0 0,0-2 0,0-1 0,0 1 0,0-4 0,0 8 0,-2 1 0,-4-3 0,2 8 0,-5-3 0,1 7 0,-5 3 0,3-3 0,0 2 0,-5 7 0,6-4 0,-1 1 0,-5 5 0,3-4 0,-3 4 0,-2 2 0,-2 0 0,-4 0 0,2 8 0,-10 3 0,-3 4 0,-7 4 0,-3 4 0,-1 6 0,-7 11 0,-7-4 0,5 16 0,-3-2 0,3 5 0,10 10 0,2-10 0,10 9 0,3 0 0,6-4 0,12-1 0,5-2 0,4 1 0,10 6 0,1-10 0,8 3 0,1-3 0,6-5 0,5-3 0,-2 0 0,2-11 0,-1-5 0,9-13 0,1 0 0,2 1 0,8-9 0,-2-3 0,-4-4 0,7-6 0,-3-6 0,4-7 0,0-11 0,-4-1 0,-4-5 0,-8-7 0,1-4 0,-1-13 0,-2-3 0,-3 0 0,2-6 0,-8 4 0,-8-4 0,-2-3 0,-7-5 0,-2-5-185,-2 3 0,-10-5 185,-3 8 0,-12-1 0,-6 8 0,-3 4 0,-3 14 0,1 14 0,-8 16 0,-8 15 0,-11 8 0,-6 15 0,-17 20 0,40-13 0,0 3 0,-4 5 0,0 3 0,2 7 0,0 3 0,1 1 0,1 2 0,-3 3 0,2 1 0,1 0 0,2 1 0,1-1 0,0 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8.786"/>
    </inkml:context>
    <inkml:brush xml:id="br0">
      <inkml:brushProperty name="width" value="0.05292" units="cm"/>
      <inkml:brushProperty name="height" value="0.05292" units="cm"/>
      <inkml:brushProperty name="color" value="#3165BB"/>
    </inkml:brush>
  </inkml:definitions>
  <inkml:trace contextRef="#ctx0" brushRef="#br0">31423 2063 8912,'-10'8'0,"5"-8"0,10-8 0,7-9 0,3 0 0,1 0 0,-3-1 0,-2 1 0,1 0 0,3 0 0,-1 2 0,-5 1 0,-1 3 0,3-1 0,-5-5 0,0 8 0,-6-7 0,-2 7 0,-4-9 0,-9 9 0,-8 3 0,-10 4 0,-1 2 0,-1 0 0,-14 6 0,3 2 0,-4 1 0,-7 1 0,-1 3 0,1-1 0,-2 1 0,5 2 0,-5-3 0,7-1 0,1 3 0,-1 1 0,-5-4 0,-3 1 0,-3 1 0,-7 2 0,1 3 0,-6-1 0,6 4 0,6-4 0,4 4 0,9-10 0,4 5 0,-3 1 0,-1-2 0,-7-1 0,1-3 0,3 1 0,1 5 0,-2 0 0,1-2 0,1-3 0,6 3 0,18-6 0,5 1 0,4 5 0,3-11 0,5 8 0,-4-1 0,13 6 0,-4 2 0,4 2 0,2 2 0,-2 8 0,-2-2 0,-1 3 0,-1 2 0,0 8 0,0 2 0,3 0 0,-5 6 0,2-4 0,0 0 0,6 5 0,0-3 0,0 11 0,-5 0 0,-1 4 0,2 4 0,2 10 0,0-5 0,-2 7 0,-1-1 0,-1-2 0,0 3 0,1-1 0,-1 2 0,4 1 0,-2-3 0,-2-2 0,1 6 0,5-5 0,0 3 0,0-5 0,0-5 0,0 5 0,0-1-1059,0 16 1059,0-10 0,0 14 0,0-8 0,0-8 0,0 4 0,0-7 0,0 1 0,0-1 0,0 1 0,0 8 0,0-2 0,0 1 0,0 4 0,0-14 0,0 7 0,0 2-84,0-33 0,0 2 0,-4-2 0,0 1 0,-1 7 0,-2 1 84,1 0 0,-3 0 0,-2 1 0,-1-1-184,1-1 0,-1 0 0,-2 4 0,0 1 184,2-5 0,1 0 0,-2 0 0,1-1 0,0-7 0,1-1 0,1 2 0,-1 0 0,-16 43 165,14-45 1,1 0 0,-9 42 0,10-1-166,5-6 0,4-1 0,2-8 0,0 1 0,0-7 0,0-6 0,2-1 0,4-4 0,-2-2 0,7 8 0,-1-5 0,3 3 0,-2-2 0,1 0 0,3-1 0,-1 3 0,-3 0 0,-1-2 0,1-7 0,-1 7 0,-5 4 166,-3 4 1,6-4 0,-6-2-167,4-2 0,-5 4 0,5-5 0,-2-3 0,0-7 281,2-2 0,5-8 0,-3 2-281,1-4 97,-5-1 1,4 5 0,-6 2-98,3 2 0,-3-4 0,4 6 0,-4 0 0,-2-1 0,0-1 0,0-2 0,6-2 0,-1-5 0,1-1 0,-6-1 0,2-3 0,4-1 0,-4-8 0,7 11 0,-3-3 0,-4-2 0,6 1 0,-1 3 0,-5 1 0,4 3 0,2-3 0,-3-1 0,1-4 0,2-2 0,-5-1 0,9-1 0,-8-4 0,11 6 0,-13-15 0,13 3 0,-3-7 0,-3 2 0,3-3 0,-6-3 0,5 4 0,-7-4 0,11-2 0,-3 0 0,3 0 0,4 6 0,4-1 0,8-1 0,7-2 0,6-2 0,7 0 0,3 0 0,3 0 0,3 0 0,3 0 0,4 0 0,-4 0 0,2 0 0,-2 0 0,-2-6 0,-4 1 0,1-9 0,9 5 0,3-3 0,1 1 0,0-1 0,-2-5 0,1 0 0,5 0 0,-12-1 0,4 1 0,-15 0 0,-1 0 0,3 0 0,-1-1 0,1 1 0,-4 0 0,-3 6 0,5-1 0,-6 6 0,0-5 0,-14 1 0,3-1 0,-12-4 0,0 3 0,-4 5 0,-4-9 0,-3 5 0,1-4 0,-7-3 0,-3-1 0,-1-4 0,-2 4 0,0-4 0,6-2 0,0 3 0,0-3 0,-6 2 0,0-2 0,0-4 0,5-5 0,3 1 0,0-7 0,-1-4 0,7-1 0,-3-7 0,10-7 0,2-4 0,8 3 0,-10-10 0,5 5 0,-1 0 0,-2-8-70,-5-7 1,-1-6-1,-2-4 70,-4-1 0,3-3 0,-6 2 0,-4 44 0,1-1 0,-2-2 0,0-1-171,3-3 1,-1 1-1,-2 1 1,0 1 170,3-3 0,-1 1 0,0 1 0,0 1 0,0 0 0,2 1 0,0 2 0,1 0 0,-2 0 0,-1 1 0,5-36 0,1-2 0,3 2 0,1 0 0,2-2 0,2 2 0,2 1 0,2 3 0,0 8 0,-6-16 0,3 0 0,-9 41 0,1-2 0,-5-2 0,-1-1 0,11-41 0,-3-1 0,-5 0 0,-2 46 0,-1-1 0,0-43 0,2 1-212,-2 5 0,-5 2 212,5 3 0,-4 1 0,-2 11 0,0 4 0,0 14 0,0-1 0,0 1 0,0-9 0,-2 5 0,-2-8 0,-1-2 0,-1-2 0,6 2 0,0 0 0,0 0 0,0-5 0,0 8 0,0-6 0,0-3-5,0-3 0,0 5 0,0 0 5,0 10 0,0 5 92,0 3 1,0-1-93,0 1 0,0 7 0,0-6 0,0 6 166,0 0 0,0-11 0,0 3 0,0-1-166,0-1 0,-8 2 0,6-7 0,-3-4 0,3 4 154,2 2 1,0-3 0,0 1-155,0-2 0,0-2 0,0-4 0,0 2 0,0 4 5,0 2 1,0 2 0,0 7-6,0 4 0,0 4 0,0 6 0,0-4 0,-2 3 0,-2-3 0,-2 4 0,1 2 0,5-1 0,-6-1 0,0-2 0,2-4 0,2-2 0,2 5 0,-2-3 0,-3 8 0,3-2 0,-4-4 0,2 5 0,-2 1 0,5 0 0,-5 5 0,-2-6 0,1-1 0,-1 0 0,0 3 0,1 5 0,3-3 0,-2 3 0,-2 5 0,3-6 0,3 8 0,-4-2 0,-2-2 0,3 2 0,1 2 0,2 2 0,2 2 0,-6 0 0,0 0 0,3-1 0,-1 3 0,-2 4 0,4-5 0,-6 7 0,1-8 0,-5 1 0,-3 5 0,-2-3 0,0 9 0,-1-9 0,-8 12 0,-9-3 0,-9 3 0,-21 2 0,-7 9 0,-24 10-124,43-4 0,-3 3 0,-11 7 0,-4 3 0,-11 8 0,-4 3 0,24-9 0,0 1 0,-1 2 124,-5 3 0,-1 1 0,1 0 0,2-1 0,0-1 0,-1 1 0,-4 6 0,-2 2 0,1-2 0,2-1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8.856"/>
    </inkml:context>
    <inkml:brush xml:id="br0">
      <inkml:brushProperty name="width" value="0.05292" units="cm"/>
      <inkml:brushProperty name="height" value="0.05292" units="cm"/>
      <inkml:brushProperty name="color" value="#3165BB"/>
    </inkml:brush>
  </inkml:definitions>
  <inkml:trace contextRef="#ctx0" brushRef="#br0">29823 7049 8912,'9'-7'0,"-3"-5"0,-4 3 0,-2-3 0,0 8 0,0-5 0,0 3 0,-8-4 0,6-1 0,-3-1 0,-3 7 0,2-7 0,-5 7 0,3-5 0,-2 2 0,-1-5 0,0 9 0,-1-5 0,-1 1 0,-3 2 0,-3 1 0,-4-1 0,-5 2 0,-5 2 0,-1 2 0,-1 0 0,1 0 0,-6 0 0,0 0 0,-8 0 0,10 0 0,-8 0 0,7 6 0,-1 0 0,4-3 0,-6 7 0,6-6 0,-5 7 0,5 3 0,-4 1 0,0 2 0,-8 0 0,12 0 0,-6 1 0,-1-1 0,7 8 0,-6-6 0,8 6 0,-1-1 0,3-4 0,3 2 0,-3-2 0,5 2 0,-8 1 0,3 8 0,-1-2 0,1 3 0,-4 4 0,-1 4 0,1-3 0,1 11 0,1-8 0,2 7 0,3-1 0,-2 2 0,8-2 0,2-4 0,8-8 0,1 1 0,9-1 0,-11-5 0,8-1 0,1-5 0,5 4 0,0-2 0,0 5 0,0-1 0,0 4 0,0 1 0,0-7 0,0 5 0,0-3 0,2 3 0,3 3 0,-1-7 0,8 1 0,1-6 0,8 6 0,2 1 0,8-5 0,-3-2 0,12-4 0,6-2 0,4 2 0,2 4 0,7-11 0,-6 11 0,13-21 0,-9 3 0,8 5 0,-6-8 0,4 3 0,4-3 0,-11-2 0,9 0 0,3 0 0,5 0 0,7 0 0,-5 0 0,0 2 0,-7 4 0,-3-2 0,2 5 0,4-1 0,0-4 0,2-2 0,1-2-1684,4 0 1684,16 7 0,-14-5 0,1 4 0,-14-4-596,-4-2 596,0 0 0,6 0 0,0 0 0,-1 0 0,1 0 0,0 0 0,0 0 0,0 0 0,0 0 0,-6 0 0,0 0 0,-6-2 0,8-2-88,6-2 1,-2-5 87,5 5 0,-3-7 0,0 3 0,0-5 0,-1 2 0,-5 1 0,-4-1 0,-3-2 0,-5-3 0,5 3 0,5 4 0,-4-10 0,-2 3 0,3-3 0,-3 4 0,0-6 0,-5 0 0,-2-5 0,-4 5 0,2-8 0,-8 3 0,6-5 0,-6-1 0,-2-1 766,-2 1 0,-1 0-766,-1-1 0,6-5 349,0 0 0,-5-2-349,-6 2 0,-8 2 0,1-8 0,-2 0 0,-11-8 0,-3-3 0,-4-6 0,-2-4 0,0-2 0,-8-3 56,-3 3 0,-7-2 1,-6 14-1,-11 2-56,-9 1 0,-15 3 0,-10-1 0,-7 8-251,-10 4 0,39 19 1,0 0 250,-1 1 0,-2 0-225,-7-1 1,-2 2 0,-2 5 0,-1 3 224,-6 2 0,-1 1 0,1-1 0,2 2 0,2 4 0,2 1 0,4 0 0,1 0 0,5 1 0,1 0-92,-41 1 1,14 6 91,14-1 0,9 9 0,-2-3 0,3 6 0,2 6 0,3-2 0,1 8 0,2 3 0,-2 7 0,-1 5 95,5 7-95,1-7 0,9-2 0,-8-7 0,-2-1 0</inkml:trace>
  <inkml:trace contextRef="#ctx0" brushRef="#br0" timeOffset="1">30132 8700 8912,'-15'-2'0,"2"-2"0,1-2 0,8-1 0,-1 1 0,3 2 0,2-7 0,0-1 0,0-5 0,-6 0 0,0 0 0,-1 5 0,1 1 0,2 5 0,-7-4 0,-5 3 0,-5 3 0,-5-4 0,-9 3 0,-1-1 0,-4 4 0,-6-2 0,-4-2 0,-2 1 0,1 5 0,-1 0 0,1 0 0,-1 0 0,0 0 0,6 5 0,0 1 0,8 0 0,-13 1 0,-1 5 0,0-3 0,-5 3 0,3 1 0,-3-3 0,0 1 0,-8 1 0,4 5 0,-1 0 0,5 0 0,3 6 0,3 0 0,-7 6 0,1-6 0,0 7 0,7-9 0,2 8 0,2 2 0,0-1 0,2-1 0,2 3 0,8-3 0,7-4 0,2 7 0,8-3 0,0 3 0,5 3 0,1-1 0,-2 1 0,3 5 0,0 0 0,3-2 0,1 0 0,6 2 0,0-3 0,0 5 0,0-8 0,0 0 0,2-5 0,4 0 0,3-3 0,9 3 0,-1 2 0,0-8 0,0 0 0,2-1 0,4 1 0,4 0 0,7-6 0,3 1 0,3-1 0,6 0 0,3 0 0,5 0 0,3 1 0,-1-9 0,7-3 0,0 2 0,6-3 0,2 7 0,1-7 0,3-1 0,7-2 0,-2-2 0,6 0 0,4 0 0,2 0 0,-2 0 0,-8 0-189,-2 0 1,-5 0 188,5 0 0,6 0 0,6 0 0,-2-6 0,-10 1 0,-3-1 0,-6 6 0,1-2 0,3-4 0,7 4 0,-6-5 0,7 7 0,-3 0 0,-2 0 0,3 0 0,-11 0 0,-6 0 0,-1 0 0,5 0 0,7 0 0,0 0 0,-1 0 0,-5 0 0,0 0 0,0 0 0,-8 0 0,-4 0 0,-3 0 0,-3 0 0,3 0 0,3 0 0,-5 0 0,0 0 0,-1 0 0,-5 0 0,4 0 0,1 0 0,-7 0 0,-2-6 0,-7 0 0,-1 3 0,1-1 0,-1-2 0,-7 2 188,-4-7 1,2 5-189,-2-5 0,2-1 0,-3-5 0,3 0 0,4-1 0,2-1 0,-8-4 0,7 2 0,-1-7 0,-4-1 0,-2-5 0,-4-1 0,-4 1 0,-2 0 0,-1-1 0,-1 1 0,1-6 0,-1 0 0,-5-1 0,4 7 0,-3 0 0,1-1 0,-2 1 0,-4-2 0,3-5 0,-3 9 0,-2-8 0,-2 7 0,-3-7 0,-5 4 0,-7 2 0,-2-3 0,-4-3 0,-2 10 0,-4-5 0,-9 5 0,4-5 0,-12 1 0,0 1 0,-4 5 0,-2 5 0,1-2 0,-1 2 0,1 0 0,-1 6 0,0 0 0,1 0 0,-3-1 0,-1 3 0,-5 2 0,-1 1 0,4 3 0,-6-3 0,7 5 0,-1 7 0,-4-6 0,-2 0 0,1 0 0,-1 6 0,-2 0-986,-9 0 986,-5 0 0,-7 0 0,0 0 0,0 0 0,8 0-171,3 0 0,-3 0 171,-2 0 0,-5 0 0,1 0 0,2 0 0,2 0 0,3 0 0,3 0 0,-1 2 0,12 4 0,-6-2 0,-5 7 0,-5-5 0,-9 6 0,-2 1 0,-1 2 0,5-3 0,5-1 0,3 1 0,-2 3 0,3-2 0,1-1 0,7-3 0,0 3 0,10-3 0,13-3 0,4-4 0,7 4 0,9-3 0,3 3 0,-2-4 0,2 4 0,-2-2 474,2 1 1,2 3-475,-8 4 0,3 1 0,-5-5 0,4 1 379,2 4-379,2 3 0,14-7 0,-7-9 0,7-9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8.949"/>
    </inkml:context>
    <inkml:brush xml:id="br0">
      <inkml:brushProperty name="width" value="0.05292" units="cm"/>
      <inkml:brushProperty name="height" value="0.05292" units="cm"/>
      <inkml:brushProperty name="color" value="#3165BB"/>
    </inkml:brush>
  </inkml:definitions>
  <inkml:trace contextRef="#ctx0" brushRef="#br0">24746 5588 8912,'-34'-8'0,"-1"-3"0,3-5 0,3-1 0,6 0 0,4 6 0,2-1 0,0-1 0,7 5 0,2 2 0,6 12 0,-1 7 0,-3 8 0,0 12 0,6 9 0,0 2 0,0 4 0,0 7 0,0 4 0,0 2 0,0 4 0,0-4 0,0 3 0,8-15 0,1 1 0,1-6 0,11-12 0,-4-11 0,2-7 0,8-7 0,0-11 0,7-7 0,1-12 0,5-15 0,0-10 0,-4-7 0,-5-8 0,1-4 0,-18 4 0,3 0 0,-11 7 0,-1-1 0,-18 0 0,-12 5 0,-11 8 0,-8 14 0,-15 7 0,-4 11 0,1 5 0,-1 7 0,15 9 0,3 8 0,6 10 0,13 7 0,5 5 0,7-1 0,8-6 0,4 3 0,16-16 0,5 4 0,6-4 0,4-10 0,5-3 0,0-12 0,16-11 0,4-9 0</inkml:trace>
  <inkml:trace contextRef="#ctx0" brushRef="#br0" timeOffset="1">25417 5089 8912,'0'-28'0,"2"-1"0,4-2 0,-4 12 0,4 2 0,-5 11 0,-8 6 0,3 25 0,-8 17 0,-1 14 0,-2 12 0,-1 9 0,5 9-107,-4 0 0,13 0 1,-4 1 106,4 5 0,2 4 0,0-45 0,0 1 0,0-1 0,0 1 0,0 0 0,0-1 0,0 45 0,0-3 0,0-9 0,0-3 0,0-13 0,6-10 0,0-12-50,-3-6 50,7 4 0,-8-16 0,6-3 0,-8-17 0</inkml:trace>
  <inkml:trace contextRef="#ctx0" brushRef="#br0" timeOffset="2">26054 5674 8912,'0'-25'0,"0"-2"0,-2 0 0,-4 4 0,-3 4 0,-8 10 0,-1 9 0,1 15 0,2 12 0,3 13 0,-1 13 0,7 7 0,2 1 0,2 2 0,2 6 0,0-1 0,8-1 0,6-2 0,5-4 0,4-1 0,1-3 0,-1-6 0,-4-1 0,4-6 0,-3-10 0,-3 1 0,-6-10 0,1 3 0,-8-3 0,1-8 0,-12-7 0,-9-4 0,-5-4 0,-9-10 0,3-2 0</inkml:trace>
  <inkml:trace contextRef="#ctx0" brushRef="#br0" timeOffset="3">25830 5932 8912,'-17'-44'0,"0"4"0,0 5 0,-1 7 0,1 3 0,8 13 0,3 1 0,4-1 0,4 1 0,4-1 0,5-1 0,12-2 0,4-4 0,9-2 0,4-2 0,6 2 0,4 2 0,3 1 0,5 1 0,-5 8 0,7 1 0,-9 8 0,-9 10 0,-7 7 0,-12 9 0,-10 9 0,-7 5 0,-20 4 0,-7 9 0,-19 5 0,-10 1 0,-7 4 0,0 4 0,5-6 0,1 0-160,-1-2 0,2-7 160,4-1 0,6-8 0,11-9 0,5-7 0,4-18 0,-2-3 0,-5-4 0</inkml:trace>
  <inkml:trace contextRef="#ctx0" brushRef="#br0" timeOffset="4">12545 5966 8912,'0'-17'0,"0"0"0,0-1 0,0 1 0,0 0 0,0 6 0,0-1 0,0 8 0,0-11 0,0 5 0,0-1 0,0 0 0,-2 1 0,-4-1 0,5-5 0,-5 5 0,4 3 0,0-5 0,-4 7 0,2 0 0,-7 6 0,-1 0 0,-5 0 0,-6 0 0,0 0 0,-7 2 0,-1 4 0,-7 5 0,-4 5 0,-6 1 0,2 0 0,0 2 0,-5 4 0,-5-2 0,5 8 0,-3-6 0,14 3 0,2-1 0,1 0 0,3-2 0,5 2 0,1 4 0,7 1 0,-2-7 0,2 2 0,1-2 0,3 5 0,-8-3 0,14-2 0,-14 2 0,8 0 0,-2 2 0,0 3 0,1 1 0,1-3 0,-8 5 0,6-1 0,-4 8 0,4-1 0,2 3 0,0-2 0,0 8 0,-1-3 0,1 5 0,0 2 0,7-3 0,5-3 0,-5 4 0,8-12 0,-4 6 0,4-2 0,10-2 0,4-5 0,3 5 0,2 0 0,8 13 0,4-1 0,3 5 0,3 0 0,-1 7 0,8 2 0,4 3 0,-4-4 0,-2-6 0,-4-7 0,-1-12 0,-1 0 0,1-11 0,-3-4 0,-1-8 0,-2 0 0,-1 0 0,7 0 0,7 1 0,-4-7 0,10 1 0,5 1 0,1 0 0,7 1 0,-2-5 0,-3-1 0,-3-2 0,-1-6 0,-2 0 0,-5 0 0,3 0 0,-8 0 0,2-8 0,-1-4 0,-5-3 0,19-4 0,-3-4 0,2-6 0,-1-3 0,-1-2 0,-1-8 0,-1 3 0,-4-6 0,-6-3 0,-5 4 0,-7-2 0,-3-7 0,-2-9 0,-2-6 0,-4-3 0,-3-6 0,-1-8 0,-5-1 0,-1 35 0,-1 0-127,-3 3 1,0-1 0,0-2 0,0-1 126,-3-2 0,0-1 0,0-4 0,0-1 0,-1-3 0,0-2-205,-2 0 1,0 1-1,-1 5 1,-2 1 204,-1 0 0,-3 1 0,-2 4 0,-3 1 0,0 3 0,-2 1 0,-1 1 0,-2 2 0,-6 2 0,-2 2-143,-24-33 1,-11 16 142,0 24 0,-11 9 0,-7 14 0,-1-3 0,4 12 0,9 10 0,0 9 0,16 18 0,-5 1 0,5 4 0,1 4 0,0 7 0,1 1 0,-1 0 0,2-3 0,5-3 0,10-6 0,12-11 0,16-12 0,12-11 0,16-4 0,19-10 0,12-3 0,2-20 0,9-9 0,0-4 0,6-8 0,-1-3 0</inkml:trace>
  <inkml:trace contextRef="#ctx0" brushRef="#br0" timeOffset="5">13165 6035 8912,'-52'15'0,"-2"-2"0,-1-3 0,-2 0 0,1-3 0,3 3 0,1-1 0,8 1 0,6 3 0,7-3 0,8-3 0,4-1 0,2-6 0,7 0 0,3 0 0,20-15 0,6-10 0,6-11 0,6-16 0,9-11 0,0-11-260,12-7 0,-27 39 1,1-2 259,8-1 0,1-1 0,-2-1 0,-1-2 0,6-8 0,1-2 0,-5-1 0,0-1 0,1 1 0,-1-2 0,1-3 0,1 0 0,2-1 0,0-2 0,5-2 0,1-1 0,2-4 0,3 1-225,5 1 1,1 1 0,-2 0 0,1 1 0,2 3-1,1 2 225,-2 0 0,1 0 0,3-3 0,0-1 0,2-4 0,1 0 0,-19 25 0,2 1 0,1 0 0,0 2 0,2 0 0,-1 1 0,1-1 0,-1 0 0,2 0 0,-1 1 0,1 0 0,1 0 0,1-3 0,1 0 0,2 0 0,1 2 0,1 0 0,1 1 0,0 1 0,2 1 0,-1 2 0,-2 2 0,1 1 0,0 0 0,0 0 0,1-1 0,-1 2 0,0 1 0,0 1 0,1 0 0,3-1 0,0 1 0,1-1-665,0 3 0,1 0 1,-1 0 664,-4 1 0,0 0 0,0 3 0,5 1 0,0 3 0,0 1 0,27-11 0,-2 1 0,2 3 0,0 3-256,-7 4 1,0 2 0,8-1 0,0 0 255,-2 6 0,0 0 0,-4 0 0,-2 2 0,-4 4 0,-1 1-3,1-1 0,1-1 0,1-3 0,2 1 0,2 1 0,0 1 1,-2 0-1,-1-1 3,-6 1 0,1-1 0,0 2 0,0 0 0,4-1 0,-1 1 36,1-1 0,-1 1 0,-3 0 0,-1 1 0,-6 2 0,1 2-36,4 0 0,-1 1 0,-3 3 0,0 0 0,3-1 0,1 0 0,-3 0 0,-1-1 0,2 0 0,0 0 0,4 0 0,1-2 0,3 0 0,2-1 0,1 0 0,2-1 0,8-1 0,1 1 0,-28 2 0,1 0 0,0 0-152,5 0 0,1 0 0,-1 1 152,-1 1 0,0 1 0,0 1 0,4-1 0,1 0 0,0 1 0,-4 1 0,-1 1 0,1 1 0,-4 3 0,1 1 0,-1 1 0,1 1 0,0 1 0,0 0 0,0 2 0,0 1 0,-1 1 0,-1 0 0,0 1 0,-2 0-216,28 6 1,-2 2 215,-3 3 0,0 0 0,-4-2 0,0 0-29,4 3 0,0 1 0,-5-3 0,0 0 0,-4 0 0,-1 0 29,-1 1 0,0 0 0,0 0 0,-1 1 0,3 1 0,-1 0 0,-6 0 0,-1 2 0,-3-1 0,-2 3 0,-4 0 0,-2 1 0,3 2 0,-1 3 0,-6 1 0,-2 2 0,-2 1 0,-2 0 0,-3 2 0,-3 0 0,-4 1 0,-1 0 0,-2 0 0,0 0 0,-3-2 0,1-1 0,1 0 0,0 0 0,3 1 0,1 0 0,5 1 0,-1 0 0,-5 1 0,-1 0 0,0 0 0,-2 0 0,-2 0 0,-3 0 0,-4-3 0,0 0 0,1 0 0,-1 0 0,26 41 0,-3-3 0,1-2 0,7-9 0,2 0 0,1 2 0,3-4 136,-8 9 1,-7-3-137,-10-2 0,-10-2 0,-1-2 0,0-4 1016,-2-2 1,-3-7-1017,-6-7 0,5-6 0,1 3 0,3-2 0,4 0 0,1 0 0,5 0 692,3 0 0,6 2 1,9-4-693,2 3 0,1 4 0,-7-4 0,-1 6 0,-4-1 0,-4 2 0,-9 0 0,-3-4 0,-1-2 0,-8 5 0,6-3 0,-6 6 0,2-4 0,0-4 0,-4-6 567,4 4 1,-4-3-568,4 3 0,2-2 0,-2 0 122,-2 2 1,-2 2-1,0-2 1,2 4-123,2 0 0,7 6 0,-9-12 0,8 8 0,2 2 0,5 1 0,-2 3 0,5-6 0,-11 0 0,-1-6 0,2 4 0,-1 0 0,-1 0 0,-2-6 0,-8 6 0,1-6 0,-1 2 0,0 0 0,0-5 0,-2-3 0,-3-3 0,3 1 0,-3-7 0,1-2 0,-1-2 0,-5-9 0,1-3 0,-6-7 0,5 0 0,-7 0 0,0 0 0,0-7 0,-7 5 0,5-6 0,-6 6 0,8-3 0,-7 3 0,5-6 0,-6 6 0,8-4 0,0-5 0,2-10 0,2-4 0,1-2 0,9 6 0,-12-15 0,3 7 0,5-15 0,0 8 0</inkml:trace>
  <inkml:trace contextRef="#ctx0" brushRef="#br0" timeOffset="6">27912 6482 8912,'-17'0'0,"0"0"0,0 0 0,0 0 0,-1-6 0,3-2 0,4-1 0,3 5 0,8-4 0,4 10 0,5 6 0,9 9 0,3 8 0,-2 9 0,4 1 0,5-1 0,5 8 0,-4-6 0,-1 3 0,3-9 0,-1 1 0,-1-8 0,4-2 0,-5-10 0,-3 3 0,0-9 0,-2-1 0,0-2 0,0-10 0,-14-3 0,-3-12 0,-4-4 0,-2-7 0</inkml:trace>
  <inkml:trace contextRef="#ctx0" brushRef="#br0" timeOffset="7">28515 6190 8912,'-17'7'0,"5"-3"0,1 7 0,5 5 0,-6 12 0,-1 13 0,-8 8 0,-4 10 0,-2 10 0,6 8 0,-4 16-279,16-44 0,1 0 1,-7 44 278,4-1 0,3-12 0,6-7 0,-4-8 0,-3-6 0,-9-7 0</inkml:trace>
  <inkml:trace contextRef="#ctx0" brushRef="#br0" timeOffset="8">7486 5571 8912,'11'5'0,"1"1"0,-8 0 0,3-6 0,-7-2 0,0-4 0,0 4 0,0-5 0,0 7 0,0-2 0,0-4 0,0 4 0,0-6 0,0 8 0,0-2 0,0-3 0,0 3 0,0-8 0,2 5 0,4-7 0,3-3 0,9-4 0,1-4 0,4-6 0,11-3 0,4-10 0,8-4 0,6-2 0,5 2 0,1-4 0,-7 5 0,1 3 0,-2 2 0,-3 3 0,-3 5 0,-2 3 0,-1-3 0,-7 11 0,0-8 0,8 8 0,4-2 0,4-2 0,2 2 0,7 0 0,4 4 0,4-2 0,2-4 0,0-1 0,-1-3 0,1-4-114,0 5 1,13-10 0,6 3 113,-41 17 0,0 0 0,1 2 0,0 1 0,0 1 0,1 0 0,0 0 0,0-1 0,-2-2 0,-1 0 0,3-1 0,0 1 0,-3 0 0,2 0 0,4 0 0,1 0 0,-2-1 0,1 1 0,7-1 0,1 0-698,0-2 0,0 0 698,-6 2 0,1-1 0,8-2 0,0-2 0,-6 3 0,1 0 0,4 2 0,2 0 0,0-2 0,0 0 0,0 2 0,-2 2 0,-2 0 0,-1 1 0,-3 0 0,1 1 0,1 3 0,0 1 0,-1 0 0,-1 1 0,3 3 0,1 1-478,-2-2 0,-2 0 478,-4 3 0,0 1 0,-1-2 0,1 0 0,-1 3 0,1 0-48,4 0 0,1-1 0,4-4 0,0 0 1,0 2-1,-1 1 48,-3-1 0,-1 0 0,-4-2 0,-1-1 0,0 2 0,1 0 0,2 2 0,1-1-82,8-1 0,0 0 0,-4 4 0,-1 1 82,2-2 0,0 0 0,-3 2 0,-1 0 0,4 1 0,1 0 0,2 0 0,2 0 0,4 1 0,1 0 0,2 0 0,0 2 0,-1 0 0,-1 1 0,0 1 0,0 0 0,6 0 0,1 1 0,-1 2 0,1 0 0,5-1 0,0-1-174,-3 0 1,-1-1 173,0 1 0,-1 0 0,-8 0 0,0-1 0,5 1 0,1 0 0,-2-1 0,-1 1 0,-1 3 0,0-1 0,-3 0 0,-1 0 0,-1-1 0,0-1-162,1 0 0,0 0 162,1-1 0,0 1 0,-2 3 0,0 1 0,-2 0 0,0 1 0,-2 0 0,-2 1 0,-1 3 0,-1 1 0,0-6 0,1 1 0,1 2 0,0 2-70,1 1 1,0-1 0,-1-2 0,-1 1 69,-4 0 0,-1 0 0,4 0 0,-1 1 0,-5 2 0,-1 2 40,1 1 1,1 0-1,-1-1 1,-1 1-1,-2 1 1,-2 2-41,39 19 0,-8-2 0,-1 2 0,3 2 0,4 0 0,-41-16 0,0 1 0,41 17 0,-43-18 0,-1 3 0,34 28 350,-3-5 1,-8 5 0,-2-9 0,-1-3-351,-5-1 0,4-8 0,-1 2 0,5 3 0,-6-3 0,-1 0 912,-10-6-912,-4 1 0,-2-1 0,0 0 0,-2 1 481,-2-1-481,-1 8 0,-3-6 0,1 5 0,1-5 0,-3-2 0,17-1 92,-8-5 1,8 5 0,-4-6 0,3-1-93,5-3 0,-10-4 0,10-1 0,-10 4 0,2 1 0,-2-2 0,6-2 276,-2-1 0,-2 1-276,1 4 0,3-4 73,10 4 0,-5-2 1,6 0-1,-1 2-73,-1-2 0,2 0 0,-1 2 0,-5-4 0,1 6 0,-8-8 0,2 0 0,1 0 0,9 0 0,-1 1 0,-2-1 0,-1-6 0,-2 1 0,1-1 0,3 4 0,1-3 0,6 3 0,-6-3 0,1 3 0,-7 2 0,1 0 0,0 0 0,-1 1 0,1-1 0,1 0 0,5 0 0,-3 0 0,5 1 0,-7-1 0,2 0 0,-9 0 0,4-5 0,0-1 0,-4 2 0,3 3 0,-3 1 0,4-2 0,2 1 0,-1 1 0,1-12 0,-2 22 0,-3-13 0,-1-1 0,-6 6 0,4 4 0,-1-2 0,-5-2 0,-10 6 0,3-6 0,-8 4 0,6-4 0,-6-2 0,0 0 0,-6 1 0,-8-9 0,-1-1 0,-8-8 0,0 0 0,-8 0 0,4 2 0,-7 3 0,5-3 0,-5 4 0,7-4 0,-4-2 0</inkml:trace>
  <inkml:trace contextRef="#ctx0" brushRef="#br0" timeOffset="9">22836 6551 8912,'11'-2'0,"1"-2"0,1-4 0,3-1 0,1 5 0,0-4 0,0 2 0,0 1 0,6-1 0,0 6 0,0 2 0,-6 4 0,1 5 0,-1 4 0,-2 10 0,-3 4 0,-5 3 0,-7 10 0,-4 4 0,-7 4 0,-2 7 0,-18 1 0,-3-1 0,-5 2 0,-8-5 0,-5 7 0,-11-6 0,-4 2-381,-10-7 0,-9-16 1,39-21-1,-1-1 1</inkml:trace>
  <inkml:trace contextRef="#ctx0" brushRef="#br0" timeOffset="10">7520 9164 8912,'23'-17'0,"0"1"0,0 1 0,0 0 0,0-4 0,0 2 0,2 3 0,-6-7 0,6 4 0,-2-2 0,0 0 0,5 0 0,-5-2 0,-2-2 0,-2 0 0,-1 6 0,-1-1 0,0 1 0,-2 0 0,-1 0 0,-3 0 0,1 0 0,-3-1 0,-1 1 0,-1 0 0,-5 7 0,6-5 0,-10 13 0,-4-4 0,4 5 0,-13 2 0,4 5 0,-5-2 0,-1 7 0,6-5 0,-1 6 0,1-7 0,-6 7 0,-1-3 0,3 5 0,2-5 0,1-1 0,6 3 0,-5-5 0,5 0 0,-5-6 0,5 6 0,-5-1 0,5 1 0,-6-6 0,7 0 0,-7 0 0,8-2 0,-1-4 0,-5-3 0,8-8 0,-13-8 0,5-2 0</inkml:trace>
  <inkml:trace contextRef="#ctx0" brushRef="#br0" timeOffset="11">8295 7995 8912,'17'9'0,"0"-3"0,0-6 0,0-6 0,-7-3 0,-4-8 0,-4 5 0,-2 1 0,0-1 0,0-5 0,-8 0 0,4 2 0,-7 3 0,7 3 0,-4 5 0,1-2 0,5-2 0,-6 5 0,0-3 0,-3 2 0,1 0 0,-1-2 0,-1 5 0,-5-5 0,0 4 0,0 2 0,-6-6 0,0 0 0,0 1 0,0 5 0,-2 0 0,-2 0 0,-1-8 0,-7 6 0,-1-4 0,-4 4 0,-6 2 0,-11 0 0,-5 0 0,1 0 0,-6 8 0,4 4 0,-4-3 0,-2 3 0,1-1 0,-1 6 0,6 0 0,-1 1 0,-2-1 0,-7 0 0,-5 0 0,5 0 0,6 1 0,6-1 0,3 0 0,9-2 0,3-1 0,6-3 0,5-1 0,7 1 0,-5 4 0,6-5 0,-7 7 0,-1 0 0,-1-5 0,-4-1 0,2 1 0,-8 7 0,0 2 0,2 2 0,2 0 0,7-6 0,1 0 0,0 0 0,1 0 0,3 1 0,3-1 0,2 0 0,-6 0 0,12 2 0,-4 2 0,4 2 0,2 0 0,0-6 0,-1 3 0,1 2 0,0-2 0,0 6 0,0-5 0,-1 2 0,3 2 0,4-2 0,-5-4 0,7 6 0,-1-2 0,5 0 0,-3 5 0,2-5 0,-5 6 0,5-6 0,0 6 0,6-6 0,-2 5 0,-3-5 0,3 8 0,-6-10 0,8 7 0,0-7 0,0 2 0,0-4 0,0-1 0,0-1 0,0 0 0,2-2 0,2-1 0,1-3 0,7 1 0,-6 5 0,7-8 0,-3 7 0,7-5 0,0 4 0,0 1 0,0-3 0,1-2 0,-1 1 0,2-1 0,2 1 0,4-1 0,0 1 0,0-1 0,5-1 0,-1 1 0,3 4 0,3-3 0,-1-3 0,1 3 0,1-6 0,4 5 0,-2-1 0,8 1 0,-6 3 0,6-9 0,0 9 0,4-12 0,-2 3 0,-2-3 0,-2 4 0,3 0 0,-1-3 0,2-1 0,-6-2 0,-2 0 0,-3 0 0,-3 0 0,0 0 0,7 0 0,1 0 0,2 0 0,3 0 0,3 0 0,2 0 0,-1 0 0,1 0 0,0 0 0,-1 0 0,1-2 0,0-1 0,-1-3 0,-7 0 0,0 0 0,-4 1 0,-3-3 0,5 4 0,0-1 0,2-1 0,0-2 0,5 6 0,-12-7 0,5 5 0,0-2 0,-6-5 0,4 5 0,-3-2 0,-3 3 0,0-5 0,1 0 0,-1-3 0,1 7 0,-1-7 0,1 2 0,1 1 0,4-1 0,-4 1 0,5-1 0,-5-5 0,-2 5 0,1 3 0,-1-7 0,1 3 0,-7 3 0,-1-3 0,-2-1 0,4 3 0,-7-1 0,3 0 0,-4-7 0,4-1 0,2-4 0,-6 4 0,12-8 0,-5 5 0,5-7 0,1 2 0,1-2 0,-5 1 0,1-7 0,1 1 0,-1 0 0,-6-1 0,3 1 0,-7-6 0,2 0 0,-4 0 0,-1 5 0,-7-1 0,-1-2 0,-3-4 0,-3-2 0,6 5 0,-8-4 0,3 4 0,-5-3 0,-5-2 0,1 4 0,-8-6 0,1 8 0,-6-2 0,3 2 0,-3-2 0,4 3 0,-12-3 0,0 4 0,4 7 0,-8 1 0,3-1 0,-3-5 0,-6 5 0,1 0 0,0 8 0,-7-2 0,-3 1 0,-1 2 0,-5 5 0,-4 4 0,-5-1 0,-10 6 0,-13 5 0,-10 1 0,-5 0-251,5 0 1,42 2-1,-1 1 251,-1 0 0,0 0 0,-2 3 0,-1 1 0,-2-1 0,0 0 0,1 1 0,1 1 0,4 1 0,0-1 0,2 0 0,1 0 0,-44 3 0,14 2 0,9-7 0,15 2 0,14-4 0,6 1 0,5-1 0,-7 4 0,7-2 0,-2-1 0,8-5 0,4 8 0,-11-6 0,7 4 0,-6-3 0,6 1 752,2 2-752,2 7 0,0-3 0,-4 7 0,4 6 0,-6 2 0,0 2 0,4 1 0,-8 7 0,1 12 0,-7 5 0,1-4 0,-8-6 0,-2-8 0</inkml:trace>
  <inkml:trace contextRef="#ctx0" brushRef="#br0" timeOffset="12">9465 8562 8912,'0'10'0,"0"-3"0,-8-7 0,6 0 0,-7 0 0,5-2 0,-2-3 0,0 1 0,6-8 0,0 7 0,0-7 0,0 1 0,0-6 0,0-1 0,0 1 0,0 0 0,4-2 0,6-2 0,9-6 0,6-5 0,3 1 0,14-20 0,6 1 0,8-6 0,9-3 0,-26 30 0,2 1 0,-1 1 0,2 0-57,6-1 0,2-1 0,0 2 0,1 1 1,1 0-1,-1 0 57,-3 0 0,0 0 0,0 1 0,0 1-101,-3 1 1,1 0 0,5-3 0,2 0 0,0 2-1,1-1 101,4-2 0,2-2-285,2-3 1,1-1 0,-3 2 0,0-1 284,0-5 0,0 0 0,9 0 0,2-1 0,6-4 0,1-2 0,-2 3 0,1-2 0,5-5 0,0-3 0,-2-1 0,-1-1 0,-24 17 0,0-1 0,1 1 0,5-2 0,0-1 0,1 1 0,-1 2 0,0-1 0,0 1 0,-1 1 0,-1 0 0,0 0-309,3 3 1,1 1 0,-2-1 0,22-19 0,0 1 308,-24 17 0,1 0 0,-1 1 0,-2 0 0,1 1 0,-1-1 0,2-1 0,1 0 0,-1 1 0,26-10 0,0 2 0,-24 13 0,0 0 0,1 1 0,27-11 0,-1 1 0,1 2 0,0 0 0,-26 8 0,1 1 0,0-1 0,5 0 0,0-1 0,0 0 0,-1-1 0,-1 0 0,1 0 0,2-1 0,1 1 0,0-1 0,-1-1 0,1-1 0,0 0 0,4 1 0,0 0 0,1 0 0,0 2 0,1 1 0,-1-2 0,0 0 0,-1-2 0,0 2 0,-1 1 0,-1 1 0,0-1 0,-5 2 0,-1-1 0,0 0 0,0 1 0,-2 0 0,0 0 0,-4-2 0,-1 0 0,1 2 0,1 2 0,0 1 0,-1-1 0,23-13 0,-1 0 0,-2 4 0,0 2-163,-3 2 1,-1 1-1,-6 4 1,-2 0 162,-3 1 0,0 1 0,-3 2 0,0-1-5,0-2 1,0 1 0,4 1-1,2 1 1,2-2 0,1-1-1,0-1 1,0 0 4,0-1 0,1 0 0,4 0 0,1 1 0,4-1 0,0 2 0,0-1 0,1 2 0,-1 2 0,0 0-344,-2-3 1,1 0 343,1 4 0,0 0 0,5-5 0,0 0 0,-3 3 0,-1 2 0,-2 1 0,-2 1 84,-7 3 1,0 0 0,4 0 0,1-1-85,3-2 0,0 0 0,-1 0 0,-1-1 0,-4 1 0,-1 0 48,-1 0 0,0 0 1,-1-3-1,1 0 0,4-1 1,1 1-1,-2 1 0,-1-2-48,-2 0 0,0 0 0,-3 3 0,1 0 0,-1-3 0,0 0 0,0 3 0,-1 2-318,1-2 1,0 1 317,-4 4 0,0-1 0,6-1 0,0 0 0,-3 3 0,1 3 0,1 1 0,0 1 0,-1-2 0,0 2 182,-4 4 0,1 1 0,3-2 0,0 2 0,-1 1 1,0 2-183,2-1 0,1 0 0,0 0 0,0 0 0,-4 0 0,0 0 0,-1 0 0,0 0 60,3 0 1,1 0-1,5 0 1,-1 0-1,1 0 1,0 0-61,-7 0 0,-1 0 0,1 0 0,-2 0 0,-4 0 0,0 2 0,4 1 0,0-1 0,-1-1 0,-2 0 0,1 2 0,-1 0 0,-1-1 0,0 0 0,-6 0 0,-1 2 0,1 1 0,1 1 0,1 1 0,0 1 0,3 1 0,-1 0 0,-1-1 0,-2 1 0,-3-1 0,-1 1 0,-2 0 0,0-1 0,-2-2 0,-1 0 0,1-1 0,0 1 0,2 0 0,1 0 0,2 1 0,-1 1 0,-2-1 0,0-1 0,40 6 0,-8 1 0,-7 2 0,0 3 0,3 1 0,-1 4 0,6-4 0,-5 11 0,7-7 0,-2 6 105,-4-6 1,-3 2-106,-8-3 0,-1-1 0,1 8 0,13-8 0,5 4 0,0 0 0,-4-4 0,-5 6 0,-1-1 0,-5 1 0,-1-6 0,-2 13 0,0-1 0,-1 5 0,1 10 0,-2-4 0,-4 7 0,-3 3 0,-9 3 0,-5-3 0,0 5 0,2-2 0,2 2 0,1 3 0,8 1 0,5 5 0,-31-29 0,0-1 0,34 33 0,-34-34 0,-1 0 0,31 34 0,-15-3 0,10-4 0,-16-5 0,-4-6 0,2 1 0,-11-12 0,5 2 0,6 3 0,-3 3 0,7 2 0,-6-1 0,2 1 0,0-8 0,0 5 0,1-3 0,-1 4 347,-6 2 0,1-7 1,-3 1-1,-1 2-347,-3 2 0,-1 1 0,2 3 0,-6 3 0,3-3 0,-6 10 0,3-6 0,-4-3 0,5-1 0,-4-10 0,3-4 0,-2-4 292,2-2 1,-6-7-293,0-4 0,0-4 431,-5-2 1,-3-5-432,3-1 399,-9-7-399,5 4 0,-8-8 0,0 0 0,0-8 0,0 6 0,0-5 0,0 7 0,0 0 0,-8 0 0,-3 0 0,-4-8 0,-2-9 0,-1-10 0</inkml:trace>
  <inkml:trace contextRef="#ctx0" brushRef="#br0" timeOffset="13">29943 6396 8912,'-9'-2'0,"3"-4"0,4-3 0,4-7 0,4 5 0,5 5 0,4 4 0,3-3 0,-1-1 0,0 2 0,0 2 0,8 2 0,-4 0 0,8 0 0,1 2 0,3 4 0,-1-2 0,-1 5 0,-2-1 0,-3 3 0,3-5 0,-4 5 0,-8-5 0,0 2 0,1-3 0,-7-3 0,0 4 0,-7-4 0,4 0 0,-6 2 0,4 2 0,-5-1 0,7-5 0,-8 0 0,8 0 0,1 0 0</inkml:trace>
  <inkml:trace contextRef="#ctx0" brushRef="#br0" timeOffset="14">30459 5966 8912,'0'34'0,"0"-13"0,0-3 0,0-3 0,0 8 0,-5 4 0,-5 9 0,-3 2 0,-6 2 0,-10 8 0,2-2 0,0 3 0,-5 3 0,-1 3 0,-7 1 0,2-1 0,2-3 0,-1 9 0,-3-2 0,-4-9 0,-7-8 0</inkml:trace>
  <inkml:trace contextRef="#ctx0" brushRef="#br0" timeOffset="15">14094 8734 8912,'6'12'0,"-1"-1"0,-7-7 0,-1 4 0,-9-8 0,-1 0 0,3 0 0,-1 0 0,7 0 0,-6 0 0,5 0 0,3-8 0,-6 6 0,8-6 0,0 8 0,0 0 0,0-7 0,0 5 0,2-6 0,4 8 0,-4-8 0,7 7 0,-3-5 0,-2-2 0,7 2 0,-5-1 0,5 1 0,3-5 0,1 1 0,2 1 0,2-1 0,4 0 0,4-1 0,8-6 0,-1 0 0,6-1 0,0 1 0,6 0 0,-6 0 0,2 0 0,-1-1 0,-7 3 0,2 2 0,-5 1 0,-10 1 0,4-4 0,-4 1 0,-4 3 0,4 7 0,-11-11 0,5 5 0,-4-7 0,5 5 0,-7 1 0,1-2 0,5-3 0,-3-1 0,11 0 0,-2-6 0,7-2 0,3-2 0,3-3 0,6-3 0,12-9 0,3 4 0,9-8 0,1-1-116,2 4 0,7-12 0,3 5 116,1 3 0,-5-5 0,5 8 0,-2-7 0,-33 25 0,1 0 0,36-26 0,-38 27 0,0-1 0,36-26 0,-5 1 0,-2-1 0,3 2 0,1 3 0,-2 1 0,5 0 0,6-2 0,-38 24 0,0-1 0,-1-2 0,0 0 0,-1 0 0,0-1 0,-4-1 0,0 0 0,1 0 0,0-1 0,3 0 0,0-1 0,7-3 0,1-1 0,7-1 0,1 0 0,1 1 0,0 1 0,-1 1 0,-1 1-148,-2 4 1,-1 0 0,-1-5 0,1 0-1,2 1 1,2 1 147,5-3 0,0 1-263,-3 2 0,0 1 1,7-4-1,-2 1 263,-6 1 0,-1 1 0,1-2 0,0 1 0,2 0 0,0 1 0,6-2 0,2 1 0,1 3 0,-1 0 0,-2 1 0,-2-1 0,-1-1 0,0 1 0,2 2 0,2 0 0,4-2 0,1-1 0,1 1 0,1-1 0,-3 0 0,-1-1 0,1 0 0,-1 1 0,-1 1 0,0 0 0,1 0 0,1-1 0,3 1 0,1 1 0,-3 1 0,1 0 0,-3 3 0,-1 1 0,-3 2 0,0 2 0,1 0 0,1 1 0,-1-2 0,0 0 0,2-1 0,1 0 0,0-1 0,-1 0 0,-6 3 0,0 0 0,7-2 0,0 0 0,-6 3 0,0 2 0,0-2 0,1 1 0,3 0 0,0 0 0,-3-3 0,0 0 0,5-1 0,1 1 0,2 1 0,1 0 0,-5 1 0,1 0 0,4 1 0,1 0 0,0-1 0,1 1 0,3 0 0,0 0 0,-3 3 0,1 1 0,5-2 0,0 0 0,-7 3 0,-1 1 0,0 0 0,1 1 0,7 0 0,0 0 0,-4 2 0,1-1 0,3 1 0,0-1 0,-4 1 0,0-1 0,-1 0 0,1 1 0,4 0 0,0 0 0,0 1 0,0 1 0,2 0 0,-2 1 0,-4 2 0,-1 2 0,3-2 0,0 0 0,-5 2 0,-1 0 0,-5 1 0,0 0 0,0 0 0,-1 0 0,-4 0 0,0 0 0,2 1 0,-1 0 0,-2 1 0,-2 2 0,-5 0 0,-1 1 0,-2 3 0,-1 2 0,-2-2 0,-1 1 0,3-1 0,-1 1 0,-1-1 0,-1 1 0,3 0 0,-1-1 0,-4 1 0,-2 1 0,42 11 0,-8 2 0,-2 8-151,-11-2 0,4-3 151,-10 3 0,0 2 0,6 9 0,-10-4 0,8 6 0,-4-2 0,-2 0 0,-3 0 0,5-5 0,0-1 0,6 0 0,5 1 0,3-1 0,1 1 0,-5-7 0,1 1 0,-11-2 0,-5 1 0,-5 3 0,-1-8 0,0 7 0,-7-3 0,1 8 67,2-1 0,4 2 1,3 2-1,3 3-67,-3-3 0,-1-2 0,-10-2 0,-4 1 0,-6-3 0,-5-1 388,-6-2 1,-4-8-389,-2 1 383,0 5 1,-7-8-1,-4 4-383,-5-4 194,7-9 1,-6 5-195,4-3 0,-4-3 0,-2 3 0,0-1 0,0-1 0,0-3 0,7 1 0,-5-6 0,6 5 0,-10-1 0,-4 0 0,4 0 0,-13-6 0,13 0 0,-6-8 0,1-2 0,-3-7 0</inkml:trace>
  <inkml:trace contextRef="#ctx0" brushRef="#br0" timeOffset="16">29513 5450 8912,'-10'-2'0,"5"-3"0,3 3 0,2-14 0,7 14 0,3-3 0,7 10 0,0 7 0,0 5 0,1 6 0,-9 4 0,7 13 0,-5 0 0,2 8 0,-1-2 0,-6 3 0,-6 5 0,-8 3 0,-9 4 0,-10 0 0,-13 6 0,-12-8-214,-11 5 1,27-31-1,-2-2 214,-2-1 0,-1-2 0,-4-2 0,-2-3 0,0-2 0,-1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9.026"/>
    </inkml:context>
    <inkml:brush xml:id="br0">
      <inkml:brushProperty name="width" value="0.05292" units="cm"/>
      <inkml:brushProperty name="height" value="0.05292" units="cm"/>
      <inkml:brushProperty name="color" value="#3165BB"/>
    </inkml:brush>
  </inkml:definitions>
  <inkml:trace contextRef="#ctx0" brushRef="#br0">8828 5020 8912,'10'-2'0,"-5"-3"0,-3-5 0,-2-7 0,0 0 0,0 0 0,-2-1 0,-3 1 0,3 0 0,-6 0 0,2-2 0,-1-2 0,-3-2 0,6 0 0,-11 6 0,4 0 0,-7-3 0,-5-3 0,-3 10 0,-11-4 0,-3 2 0,-12 7 0,-16 0 0,-13 10 0,-5 6 0,-5 9 0,42-8 0,0 1 0,-6 5 0,-1 1 0,-3 2 0,-2 0-264,-7-1 1,0 0 0,2 4-1,0 0 264,0-3 0,0-1 0,3 0 0,2 0 0,0 0 0,1 1 0,-1-1 0,0 0 0,-2 0 0,0 0 0,2 0 0,1-1 0,-1-2 0,2 1 0,5 0 0,3 2 0,3-2 0,2 1-19,-1 2 1,0 2 0,0 1 0,1 2 0,-4 2 0,2 1 0,2 1 0,2 0 18,2 1 0,2 1 0,1 1 0,1 1 0,-28 34-176,2 4 0,13-12 176,11 6 0,11-7 0,8-5 0,8 1 0,5 1 0,8 3 0,2 3 0,4 2 0,3 2 0,16 2 375,4 4 0,5-10-375,6 10 0,0-12 0,10 0 0,4-3 0,14 1 0,5-3 0,7-8 0,8-6 0,-39-24 0,0-1 0,-1 2 0,1 0-171,5-2 0,1-3 0,2-1 0,1-2 171,5-3 0,0-3 0,3-3 0,0-3-192,6-3 1,0-1 0,-2-3 0,1-1 191,4-4 0,-1-1 0,-5 1 0,0 0 0,1 0 0,0 0 0,-2 0 0,-1-1 0,0-1 0,-2-2-51,-4 1 0,-1 0 0,3-4 1,0 0-1,0 1 0,0 0 1,0-2-1,-2-1 51,1-3 0,-1 0 0,-4 3 0,-1-1 0,0-6 0,-2-3-111,-1 2 1,-2-1 0,-3 1 0,-1-2 110,0-4 0,-2-1 0,-4 3 0,-2-2 0,0 1 0,-3-2 0,-5 0 0,-3 0 0,18-34 0,-13-1 157,-22 1 0,-3 1 0,-10-10-157,-4-4 0,-11-2 0,-12 6 0,-13 6 0,-9 9 0,-11 8 0,-10 11 0,-5 6 0,-1 10 0,5 7 0,-9 18 0,5 3 0,-1 4 0,5 2 0,6 8 0,18 3 267,12 4 0,13 8 0,16 2 0,14 2-267,15 3 0,25-5 0,9-2 0,20-11 0,-1 1 0,12-7 0,4-1 0</inkml:trace>
  <inkml:trace contextRef="#ctx0" brushRef="#br0" timeOffset="1">9671 5020 8912,'-7'10'0,"-3"-2"0,-1-16 0,-1-4 0,8-3 0,-1-2 0,5-6 0,7-2 0,12-3 0,14-9 0,9 3 0,10-6 0,7 4 0,10 1 0,9 3 0,0 3 0,7-2 0,-7 8 0,-2 2 0,-7 2 0,-15 2 0,-20 0 0,-9-8 0,-8-2 0</inkml:trace>
  <inkml:trace contextRef="#ctx0" brushRef="#br0" timeOffset="2">10463 4281 8912,'8'-9'0,"-5"-1"0,9 4 0,5 4 0,10-3 0,5 3 0,7 4 0,12 5 0,1 10 0,7 8 0,-5 17 0,3 4 0,-3 4 0,-11 3 0,-4 5 0,-11 3 0,-10 0 0,-1 6 0,-17-14 0,-2 3 0,-13-9 0,-3 3 0,-14-14 0,5 3 0,0-9 0,-5-5 0,13-15 0,-6-3 0</inkml:trace>
  <inkml:trace contextRef="#ctx0" brushRef="#br0" timeOffset="3">11891 4040 8912,'6'-32'0,"0"1"0,-3 5 0,-1 1 0,-2 9 0,-2 20 0,-1 17 0,-3 12 0,-6 18 0,7 1 0,1 1 0,2 7 0,4-1 0,4 0 0,5 0 0,12-1 0,6-1 0,11 0 0,6-1-104,3-3 1,3-5 103,0-8 0,-8 0 0,5-28 0,-5 3 0</inkml:trace>
  <inkml:trace contextRef="#ctx0" brushRef="#br0" timeOffset="4">12683 4230 8912,'0'-20'0,"0"-1"0,0-2 0,0 6 0,0 6 0,0 7 0,0 4 0,0 13 0,0 8 0,0-2 0,0 18 0,0-7 0,0 1 0,0 7 0,6-2 0,-1 5 0,-1-5 0,-2-8 0,-2-1 0,0 0 0,0 0 0,0-6 0,0 4 0,2-10 0,4-4 0,-4-3 0,5-8 0,-7-2 0,0-4 0,0-11 0,0-12 0,8-5 0,3-4 0,5-4 0,1-2 0,0-4 0,0 6 0,0-6 0,1 8 0,-1 2 0,0 9 0,0 6 0,1 4 0,-1 10 0,-2 3 0,-4 14 0,-5 9 0,4 0 0,-6 16 0,5-5 0,-1 5 0,5 1 0,-5-7 0,5-2 0,-1 0 0,-1-6 0,6 4 0,1-6 0,-1-6 0,0 4 0,6-13 0,0 4 0,-2-4 0,-2-10 0,4-1 0,0-8 0,0-2 0,-6-2 0,0-4 0,1 0 0,-1 0 0,-8-6 0,7 10 0,-7-7 0,1-3 0,5 6 0,-13 1 0,4 6 0,-4 7 0,-2-1 0,7 9 0,-5-3 0,4 12 0,-4 5 0,-2 4 0,0 3 0,6 4 0,1 1 0,3-2 0,-5 4 0,7-2 0,-8-8 0,11 1 0,-3-5 0,-3-1 0,3-1 0,1-1 0,2-2 0,2-6 0,1 0 0,-1 0 0,0 0 0,0-6 0,0 0 0,-5-7 0,-1 1 0,1-3 0,5-2 0,-5-2 0,-1-2 0,1-2 0,-3 2 0,-1 2 0,-3 7 0,1 1 0,0 7 0,2-4 0,-1 10 0,5 4 0,3 4 0,-4 7 0,5 0 0,1-6 0,0-1 0,0-2 0,1-3 0,-1-5 0,0 0 0,6 0 0,0 0 0,0 0 0,-6 0 0,0 0 0,0-5 0,1-3 0,-1-2 0,0-3 0,0-2 0,-5-1 0,-1 3 0,3 2 0,-7-1 0,3-5 0,-4 0 0,-4 0 0,7 1 0,-5 3 0,2 1 0,-1 9 0,-5-5 0,0 10 0,0 4 0,0 3 0,0 10 0,0 2 0,0 2 0,2 2 0,2-2 0,2 4 0,-2-1 0,-2-1 0,-2-2 0,0 0 0,0-2 0,0-2 0,0-2 0,0 1 0,0-7 0,0 1 0,0-9 0,0-3 0,0-11 0,0-4 0,0-3 0,1-6 0,5-5 0,2-3 0,5-5 0,-1-1 0,1-2 0,2 2 0,3 1 0,-1 9 0,0 1 0,0 2 0,-7 2 0,3 12 0,-5 1 0,1 3 0,3 1 0,3 8 0,-1 3 0,-3 7 0,-7 3 0,9 2 0,-5 3 0,1 2 0,-5-2 0,4-1 0,-6-8 0,4 2 0,-5-3 0,5 2 0,-4 1 0,-2-5 0,8-1 0,-6-7 0,5-2 0,-5-3 0,4-7 0,-2-9 0,5-2 0,1 2 0,-1 2 0,3 2 0,-1 2 0,-1 1 0,-2 3 0,5-1 0,-9 3 0,7 3 0,3 4 0,-5 2 0,3 0 0,1 0 0,2 0 0,3 0 0,-1 0 0,0 0 0,0 6 0,0-1 0,1 1 0,-1-6 0,0 6 0,0 0 0,1-1 0,-1-5 0,0-1 0,-2-5 0,-1-6 0,-3-3 0,1-2 0,5-8 0,0-4 0,0-3 0,0-10 0,6 4 0,0-8 0,0 0 0,-6-6 0,-1 3 0,-3-1 0,-1-2 0,-1 12 0,-1-2 0,-5 19 0,-3 4 0,-2 10 0,0-3 0,0 12 0,0 6 0,0 17 0,0 7 0,0 9 0,0 5 0,0 7 0,-2-1 0,-3-4 0,3 11 0,-6-11 0,8 11 0,-6-9 0,1-2 0,-3-6 0,4 4 0,-2-2 0,3-4 0,1-9 0,2-6 0,0-4 0,0-10 0,0-3 0,0-12 0,0-5 0,2-10 0,3-4 0,7-2 0,3-3 0,4-3 0,4-1 0,-4 7 0,12-3 0,-8 7 0,5 0 0,-5 7 0,-2 5 0,4-2 0,-2 7 0,0 0 0,-6 8 0,1 4 0,-1 3 0,0 8 0,-2 1 0,-3-1 0,-3 0 0,-3 0 0,-4 6 0,4 0 0,-6 0 0,-4-4 0,-4 2 0,-3 2 0,-8-2 0,1-2 0,-12-2 0,5 1 0,-2-1 0,6 0 0,-4-6 0,8 1 0,8-8 0,1 1 0,8-10 0,0-5 0,0-7 0</inkml:trace>
  <inkml:trace contextRef="#ctx0" brushRef="#br0" timeOffset="5">15746 3611 8912,'17'9'0,"0"-1"0,-5-8 0,-1 0 0,-7 0 0,6 2 0,-5 3 0,-3-3 0,14 12 0,-3-9 0,8-1 0,0 4 0,8-2 0,1-3 0,3-1 0,1-2 0,1-2 0,-1-3 0,-7-5 0,2-7 0,-10 0 0,-4 0 0,-7-1 0,1 1 0,-1-2 0,-4-4 0,-18 4 0,3-6 0,-12 8 0,-4 2 0,-2 3 0,-3 3 0,-3 3 0,1 6 0,0-2 0,-1 8 0,3 5 0,3 8 0,-3-1 0,12 8 0,-1-3 0,8 6 0,-2 3 0,13 3 0,-2-1 0,8 1 0,13-1 0,12 0 0,3 1 0,5-3 0,3-3 0,4-4 0,7-8 0,-5-2 0,0-3 0,-2-5 0,2-7 0,-4-15 0,-8-4 0,1-16 0</inkml:trace>
  <inkml:trace contextRef="#ctx0" brushRef="#br0" timeOffset="6">16641 3164 8912,'6'-18'0,"1"1"0,3 2 0,3 3 0,2-3 0,5 13 0,2-4 0,0 8 0,6 10 0,1 13 0,0 11 0,-1 10 0,-7 4 0,4 7 0,-10 2 0,-3 2 0,-4-4 0,-8 7 0,0-17 0,0-1 0,-2-10 0,-4-7 0,-4-6 0,1-4 0,1-9 0,0-3 0,7-9 0,-5-3 0,4-13 0,2-10 0,0-5 0,13-9 0,6-4 0,8-5 0,10-6 0,-3 3 0,21-13 0,1 2-1296,9-7 1296,-30 33 0,3-1 0,5-1 0,1 0 0,2-1 0,0-2 0,3-2 0,0-1 0,1-3 0</inkml:trace>
  <inkml:trace contextRef="#ctx0" brushRef="#br0" timeOffset="7">4302 17142 8912,'-17'-16'0,"2"-5"0,3-4 0,6 1 0,6 1 0,6 0 0,6 2 0,3 2 0,2 7 0,0 3 0,1 1 0,-7-3 0,1 5 0,1 2 0,2 2 0,2-4 0,3 1 0,2 1 0,0 2 0,6 2 0,3 0 0,9 0 0,10 0 0,9 0 0,10 0 0,3 8 0,11-7 0,5 5 0,5-4 0,-42-2 0,2-2-213,0 0 1,3-2-1,4 0 1,2-3 212,-2-4 0,0-1 0,6 3 0,0-1 0,-3-3 0,-1 1 0,1 4 0,0 1 0,-3 1 0,0 0 0,-3 3 0,-1 1 0,-2 0 0,1 2 0,3 0 0,1 0 0,-2 0 0,0 0 0,0 0 0,-1 0 0,1 0 0,1 0 0,2-1 0,0 0 0,0-2 0,1 0 0,1 1 0,2 0 0,4-2 0,0-1 0,-1 0 0,0 0 0,-1 0 0,2 1 0,1-2 0,1 0 0,-5 1 0,0 1 0,3 0 0,0 2 0,-2 1 0,0 0 0,-2 1 0,0 0 0,-7 0 0,-1 0 0,-1 1 0,1 0 0,-1 1 0,1 2 0,-4 0 0,1 1 0,1 3 0,1 1 0,-3 0 0,-1 0-26,-2-1 1,-1 1-1,48 8 1,-4 0-1,-43-8 1,1-1 25,3 1 0,1-1 0,2 1 0,1 0 0,0-1 0,1 1 0,0-1 0,1-1-254,1-1 0,2 0 1,5 1-1,2-1 254,5-3 0,1 0 0,3 0 0,1-1-979,-2-1 0,0-2 979,3 1 0,-1 0 0,-2 1 0,-1-2 0,4 1 0,1-1 0,-2-2 0,0 0 0,-4-1 0,0 0 24,-3-1 0,-1-1 0,-1-2 0,0 0 0,-2 3 1,-1-1-1,0-1 0,0-1-24,0-1 0,-2 0 0,-5 3 0,1 1 0,1-1 0,2 1 0,-1-1 0,0 0 0,2-1 0,0-1 0,-2 1 0,0 0 0,-1 1 0,-1 1 0,-1 3 0,0 0 0,0-1 0,0 0 0,1 2 0,-1 1 0,0-1 0,0 2 0,-3-1 0,-1 0 0,3 0 0,-1 0 0,-3 0 0,-1 0 0,-1 0 0,1 0 0,-1 0 0,-1 0 0,0 0 0,-1 0 0,0 0 0,0 0 0,46 0 0,-11-6-45,-11 0 0,-4-7 45,-3 1 0,3 3 0,0-3 0,-2 1 392,-8 1 1,-15-3-393,-12 7 2235,-7 0-2235,-17 6 545,-3 0-545,-7 0 102,-7 0 1,-3 10 0,-5 9-103,3 13 0,-3 3 0,5 7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9.117"/>
    </inkml:context>
    <inkml:brush xml:id="br0">
      <inkml:brushProperty name="width" value="0.05292" units="cm"/>
      <inkml:brushProperty name="height" value="0.05292" units="cm"/>
      <inkml:brushProperty name="color" value="#3165BB"/>
    </inkml:brush>
  </inkml:definitions>
  <inkml:trace contextRef="#ctx0" brushRef="#br0">7606 4522 8912,'10'0'0,"5"-8"0,-5-3 0,1-3 0,1 3 0,-3 1 0,5 6 0,-3-1 0,0-3 0,7 4 0,-1-1 0,-6-1 0,-1 4 0,-2-4 0,5 4 0,-3-5 0,-1-1 0,-1 6 0,-1-7 0,5 5 0,3-2 0,-3 0 0,-1 6 0,-7 0 0,11-5 0,-3-1 0,-5 0 0,9 0 0,-5 1 0,-3-3 0,-1 4 0,1-2 0,-6-7 0,6 11 0,-8-7 0,0 3 0,7 4 0,-5-8 0,4 5 0,2 1 0,-3-8 0,7 7 0,-5-7 0,3-1 0,-6 5 0,5-1 0,-3 3 0,-2 2 0,7-7 0,-7 5 0,2-6 0,4 1 0,-1-6 0,1 0 0,-3 1 0,1 5 0,-6 3 0,5 1 0,-7 5 0,0-8 0,0 4 0,-1 4 0,-5-3 0,-4 5 0,-7 5 0,0 7 0,0 3 0,-2 2 0,-4 2 0,-6 4 0,-4 6 0,-3 9 0,-2 6 0,-2 6 0,-8 1 0,2 18 0,-11 4-409,25-31 0,1 2 409,1 2 0,0 1 0,1-4 0,1 0 0,4 1 0,2 0 0,-18 38-109,4-9 1,9-6 108,4-16 0,4-7 0,1-9 0,9-9 0,1-3 0,3-4 0,-1-1 0,0-9 0,6-1 800,0-8-800,0 0 58,0-8 1,0-9 0,0-10 0</inkml:trace>
  <inkml:trace contextRef="#ctx0" brushRef="#br0" timeOffset="1">7348 4642 8912,'-11'-15'0,"-1"3"0,6-1 0,-3 5 0,1-1 0,-5 5 0,3 0 0,1 8 0,-7 6 0,7 16 0,-8 9 0,-1 9 0,3 7 0,2 7 0,3 5 0,3 3 0,-7 3 0,12 6-160,-3-1 1,3 6 159,2-5 0,2 3 0,1-9 0,3-8 0,7-5 0,-9-14 0,8-8 0,1-9 0,-3-8 0,1-6 0,3-5 0,1-6 0,2-6 0,2 1 0,4-12 0,4-4 0,7-14 0,6 1 0,1-1 0,10-5 0,-5 0 0,8-2 0,-8 2 0,1 9 106,-1-3 0,-4 13 1,-9 2-107,-4 6 0,1 9 0,-7-2 0,0 12 0,-6 5 0,-5-1 0,-1 1 0,-7-7 0,4 4 0</inkml:trace>
  <inkml:trace contextRef="#ctx0" brushRef="#br0" timeOffset="2">11960 3370 8912,'0'-12'0,"-2"3"0,-4 1 0,3 2 0,-9 6 0,-1 2 0,-3 4 0,-1-2 0,0 7 0,0 3 0,0 1 0,-1 2 0,1 0 0,-2 3 0,-2 2 0,-2 7 0,-8 4 0,3 3 0,-7 6 0,-5 9 0,-11 9 0,20-23 0,-2 2 0,-3 3 0,-2 0-52,-2 6 0,0 0 0,-2-3 0,1 1 0,1 5 1,0 2-1,2-3 0,2 1 52,0-1 0,1 1-208,0 0 1,1 1 0,3 2-1,1-1 208,0-1 0,2-1 0,6-5 0,0-2 0,-12 25 0,1-8 0,11-11 0,0-4 0,3-4 0,2-10 0,2-3 0,3-6 0,-1-4 0,7-2 0,2 0 190,3-7 0,1-1-190,0-3 865,0-4-865,0 6 0,0-8 0,0 0 0,-8 0 0,-2-8 0,-7-2 0</inkml:trace>
  <inkml:trace contextRef="#ctx0" brushRef="#br0" timeOffset="3">10773 4298 8912,'-18'0'0,"1"0"0,0 0 0,0 0 0,0 8 0,-3 3 0,-1 5 0,-2 1 0,-1 8 0,3 5 0,-2 8 0,2 8 0,-2 12 0,4 5 0,3 4 0,5 1 0,-1 1 0,-1 0 0,7-2 0,2-4 0,2-6 0,2-5 0,0-7 0,0-2 0,0-9 0,0-2 0,0-3 0,2-6 0,4-12 0,6-5 0,3-4 0,4-2 0,4 0 0,6-2 0,11-4 0,-2-3 0,6-8 0,-2-1 0,6 1 0,-12 0 0,4 0 0,-3 0 0,-5 1 0,-3 5 0,-4-4 0,-8 13 0,0-14 0,-9 15 0,-8-5 0,0 4 0,-16 10 0,7-1 0,-8 5 0,0 3 0,-1-5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9.335"/>
    </inkml:context>
    <inkml:brush xml:id="br0">
      <inkml:brushProperty name="width" value="0.05292" units="cm"/>
      <inkml:brushProperty name="height" value="0.05292" units="cm"/>
      <inkml:brushProperty name="color" value="#3165BB"/>
    </inkml:brush>
  </inkml:definitions>
  <inkml:trace contextRef="#ctx0" brushRef="#br0">12012 2871 8912,'-18'-11'0,"1"1"0,0 3 0,0 1 0,0 6 0,-1 0 0,3 13 0,2 6 0,3 6 0,3 6 0,-5 9 0,6 6 0,2 3 0,3 3 0,-7 0 0,6 5 0,-4 0 0,4-1 0,2-3 0,0-3 0,0-4 0,0-6 0,0-6 0,0-5 0,0-6 0,0-12 0,0-3 0,0-29 0,0-10 0,0-9 0,0-6 0,0-13 0,2-6 0,4-8 0,-4 1 0,4-8 0,-4-3 0,-2-1 0,0-2 0,5 2 0,1 4-335,-2 6 335,5 11 0,-5 9 0,6 12 0,-3 6 0,7 13 0,-3 19 0,5 8 0,1 7 0,0 12 0,2 12 0,2 10 0,2 5 0,8 7 0,-3 1 0,5 5 0,1-6 0,1 0 0,-1 3 0,1-7 0,-1 6 0,0-7 0,-1-2 0,-4-3 0,-6-3 0,-4-2 0,-2-3 0,-8-3 0,-1-4 111,-8-3 1,-2-6 0,-4-12-112,-5-5 0,-12-4 0,-4-2 0</inkml:trace>
  <inkml:trace contextRef="#ctx0" brushRef="#br0" timeOffset="1">11943 3164 8912,'0'-12'0,"0"1"0,0-1 0,0-5 0,0 7 0,15-5 0,8 4 0,8-5 0,11-1 0,7 0 0,11 0 0,1 0 0,-6 7 0,10-5 0,-7 3 0,-3-3 0,-9-2 0,-4 0 0</inkml:trace>
  <inkml:trace contextRef="#ctx0" brushRef="#br0" timeOffset="2">12717 2871 8912,'-27'0'0,"3"0"0,1 0 0,0 0 0,-8 0 0,12 8 0,-4 3 0,4 5 0,9 1 0,5 0 0,3 0 0,2 8 0,0-6 0,2 4 0,3-4 0,7-2 0,9-5 0,2-1 0,5-7 0,-5 2 0,6-4 0,-6-2 0,6-6 0,-6 0 0,0-7 0,-6 1 0,0-5 0,0-6 0,-1 4 0,-3-4 0,-2 4 0,1 2 0,3 0 0,-1 2 0,-3 3 0,1-3 0,-1 13 0,0-4 0,3 4 0,-1 12 0,-1 7 0,1 12 0,-7 17 0,7-1 0,-11 28 0,4-2 0,-4 5-70,5-3 1,-5 9 0,4-8 69,-4-1 0,-4-10 0,-4-6 0,2-5 0,-7-6 0,0-4 0,-7-17 0,1-8 0,0-10 0,-6-5 0,0-2 0,2-2 0,2-3 0,2-13 0,1-8 0,5-9 0,5 1 104,4-8 0,2 4-104,0-8 0,2 6 0,4-6 0,9 0 0,8-6 0,8 1 0,-3-1 0,11-5 0,3-2 0,2-2-84,9-2 1,1 0 0,1 3 83,-7 7 0,2-3 0,-20 20 0,5-4 0,-14 11 0,-4 6 0,-7 4 0,-18 10 0,-2 3 0,-7 12 0,0 3 0,0 7 0,0-5 125,7 4 0,-5-5-125,3 7 0,-3 2 0,-2 4 0,5-10 0,1 5 0,1-5 0,-1 4 0,1 0 0,4 1 0,4-1 0,-5 0 0,7 0 0,7-7 0,-3-3 0,10-5 0,5 4 0,-2-4 0,8 6 0,0-1 0,-4 1 0,7 3 0,-5 10 0,4-2 0,-2 6 0,6 4 0,-7 5 0,5 1 0,-6-1 0,4 8 0,-8-4 0,4 8 0,-10-8 0,-1 3 0,-8-5 0,1-4 0,-3-3 0,-9 3 0,3-18 0,-8 3 0,-5-11 0,-6-1 0,-6-3 0,7-2 0,-7-7 0,6-5 0,-6-3 0,6-4 0,2-4 0,2 4 0,4-14 0,3 5 0,7-5 0,3-1 0,2-6 0,2-2 0,3-2 0,13 6 0,3-12 0,9 6 0,5-2 0,3 0 0,10 2 0,-2-2 0,3 3 0,3 2 0,-2 5 0,-5-4 0,-4 6 0,-13 5 0,-3-2 0,-8 8 0,-1 1 0,-5 4 0,-3 1 0,-8 8 0,-2 1 0,-4 10 0,-5 4 0,3-4 0,-5 13 0,5-4 0,-2 5 0,7 8 0,-5-5 0,8 4 0,0-3 0,0 4 0,0-5 0,2 6 0,4 0 0,-3-6 0,9 4 0,1-4 0,3-2 0,1 1 0,0-1 0,0 0 0,0 0 0,1 0 0,-1 1 0,0-1 0,0-6 0,0 1 0,6-8 0,0 1 0,-2-3 0,6-9 0,-6-3 0,8-9 0,1-2 0,3-2 0,1-10 0,1-1 0,-1 0 0,1-6 0,-3 1 0,-3-1 0,-4 4 0,-8-4 0,-8 5 0,-3 5 0,-4 1 0,-10 16 0,-1-8 0,-8 15 0,-2 0 0,-4 6 0,2 2 0,-6 4 0,2 5 0,-4 5 0,8 1 0,4 2 0,4 4 0,1-4 0,3 12 0,3-8 0,4-2 0,2 3 0,0-1 0,0 0 0,15-6 0,8 1 0,10-9 0,7-3 0,6-4 0,11-2 0,-1-10 0,5-7 0,-2-10 0,4-5 0,-5-2 0,-3-1 0,-1 1 0,-11-1 0,-8 1 0,-12 0 0,-4-1 0,-9 1 0,-3 7 0,-7 4 0,-7 4 0,-5 2 0,-3 7 0,-2 5 0,-1 3 0,-5 2 0,0 2 0,1 3 0,-3 7 0,6 3 0,-6 8 0,7 2 0,1 2 0,0-6 0,7 5 0,5-3 0,3-7 0,2 6 0,0-12 0,0 7 0,0-2 0,13-7 0,6-2 0,6-4 0,6-2 0,1 0 0,3-8 0,-1-3 0,1-5 0,-1-1 0,-5 0 0,-1 0 0,-5 0 0,6-1 0,-8 9 0,2 3 0,-4 4 0,-7 4 0,-1 4 0,0 7 0,-1 8 0,5 6 0,-5 13 0,5 2 0,-3 2 0,3 10 0,-5-3 0,7 3 0,0-7 0,0-1 0,-5 0 0,-3-2 0,-1-2 0,-2-2 0,-6-5 0,-2-3 0,-4-3 0,-4 3 0,-13-15 0,-1 2 0,-3-5 0,-2-3 0,-7-1 0,-4-4 0,9-5 0,-3-1 0,5-9 0,0-8 0,6-10 0,4-13 0,2-4 0</inkml:trace>
  <inkml:trace contextRef="#ctx0" brushRef="#br0" timeOffset="3">15798 2355 8912,'-18'2'0,"1"2"0,0 2 0,-6 7 0,-2-1 0,0 5 0,0 6 0,-3 2 0,5 3 0,0 5 0,6-5 0,-1-3 0,9 2 0,3-6 0,4 2 0,2 0 0,0-12 0,0 1 0,8-8 0,3 1 0,-3-3 0,7-4 0,-3-3 0,-3 1 0,3-8 0,-3 7 0,5-5 0,-3 2 0,-7 3 0,11 5 0,-3 0 0,3 0 0,2 0 0,1 0 0,-1 0 0,0 5 0,0 1 0,0 6 0,1-5 0,1 1 0,2 0 0,2-5 0,0 7 0,-6-8 0,0 4 0,0-4 0,8-2 0,-6 0 0,4 0 0,4-16 0,0-3 0</inkml:trace>
  <inkml:trace contextRef="#ctx0" brushRef="#br0" timeOffset="4">16142 2012 8912,'-17'0'0,"7"-8"0,-5 6 0,5-6 0,1 10 0,3 4 0,4 11 0,2 12 0,0 5 0,0 4 0,0 3 0,0 6 0,0-3 0,2 6 0,4-4 0,3 3 0,8-12 0,1 3 0,-1-4 0,0-9 0,0-4 0,-2-10 0,-3-1 0,3-8 0,-5-1 0,-1-6 0,-1-7 0,-2-9 0,-1-2 0,-1-2 0,4-8 0,-2 3 0,5 1 0,-5-2 0,7 1 0,-9 1 0,8 4 0,-7 6 0,7 5 0,-6-1 0,5 7 0,-5 0 0,5 6 0,-5 2 0,5 4 0,3 6 0,-5 9 0,3 3 0,-1 3 0,-1 4 0,5 1 0,-5 1 0,7-3 0,0-1 0,-7 0 0,5-3 0,-5-3 0,-1-4 0,6-1 0,-5-9 0,7-1 0,0-16 0,1-1 0</inkml:trace>
  <inkml:trace contextRef="#ctx0" brushRef="#br0" timeOffset="5">16538 1943 8912,'-18'-21'0,"3"2"0,4 3 0,3 11 0,0-11 0,6 15 0,-3-7 0,8 10 0,3 4 0,8 3 0,-7 3 0,7-1 0,-3 2 0,-7 3 0,4 3 0,-8 4 0,-8-4 0,-2 6 0</inkml:trace>
  <inkml:trace contextRef="#ctx0" brushRef="#br0" timeOffset="6">15832 2407 8912,'-17'-8'0,"5"5"0,1-9 0,7 8 0,-2-11 0,14 4 0,11-5 0,14-1 0,11-6 0,13 0 0,6 2 0,4-6 0,2 8-134,0-4 1,-1 4 133,1 2-119,0 0 1,0 0 0,0 0 0</inkml:trace>
  <inkml:trace contextRef="#ctx0" brushRef="#br0" timeOffset="7">16882 2149 8912,'-25'2'0,"-2"4"0,0 5 0,-5-3 0,7 13 0,-4-4 0,6 2 0,12 8 0,-3-6 0,9 6 0,3-1 0,6 1 0,7-6 0,10 2 0,2-4 0,8-9 0,-1 3 0,7-7 0,-5-2 0,-9-2 0,2-2 0,-8-2 0,0-4 0,1-4 0,-9-1 0,-3 0 0,-4-3 0,5-1 0,-5-10 0,4-4 0,-12 5 0,2 1 0,-5 9 0,1 3 0,-5-1 0,11-5 0,-4 0 0,4 0 0,2 0 0,0-1 0,0 1 0</inkml:trace>
  <inkml:trace contextRef="#ctx0" brushRef="#br0" timeOffset="8">17140 2201 8912,'0'17'0,"0"0"0,0 0 0,0 0 0,2-1 0,3-5 0,-3 5 0,4-5 0,-4 4 0,-2 2 0,6-5 0,0-1 0,-1 1 0,-3 5 0,4 0 0,-4 0 0,5-5 0,-7-1 0,0 3 0,0 1 0,0-4 0,0 1 0,-7-8 0,5-4 0,-11-12 0,7-11 0,0-3 0,6-9 0,0-1 0,0-2 0,0-2 0,0-8 0,8 6 0,3-4 0,4 4 0,3 8 0,-1 1 0,2 4 0,4 7 0,4 2 0,1 11 0,1 3 0,2 4 0,1 17 0,3-1 0,-1 15 0,-5 5 0,-1 6 0,-5 0 0,4-5 0,-2-1 0,6 0 0,-12-1 0,4-5 0,3-10 0,1-11 0</inkml:trace>
  <inkml:trace contextRef="#ctx0" brushRef="#br0" timeOffset="9">18912 1685 8912,'0'-17'0,"0"5"0,-2 1 0,-3-3 0,3-1 0,-4-2 0,2 6 0,-2-1 0,5 8 0,-7-3 0,8 7 0,0 0 0,2 7 0,2 5 0,1 3 0,3 4 0,-4 2 0,4 2 0,1-2 0,-5 4 0,2-2 0,1 0 0,-1-6 0,7 0 0,-1 0 0,3-7 0,2-3 0,1-7 0,-1 0 0,0-9 0,0-8 0,0-2 0,1-8 0,-1 2 0,-6 0 0,1 2 0,-1 4 0,-1-6 0,-3 10 0,1 4 0,-6 3 0,6 8 0,-8 8 0,0 3 0,0 6 0,0 6 0,0-4 0,0 6 0,-2-8 0,-4 1 0,4-1 0,-6 0 0,8 0 0,0-7 0,0-5 0,0-10 0,2-5 0,2-9 0,4-4 0,1-6 0,1-3 0,1-2 0,5 1 0,-5 4 0,5-1 0,1 7 0,0 0 0,0 6 0,0 2 0,1 3 0,-1 6 0,8 12 0,-6 6 0,4 10 0,-4-1 0,-2 10 0,0 3 0,0 5 0,-1 1 0,-5-6 0,-3-5 0,-8-1 0,-2-7 0,-4 2 0,-19-4 0,-11-1 0</inkml:trace>
  <inkml:trace contextRef="#ctx0" brushRef="#br0" timeOffset="10">18878 1307 8912,'-17'0'0,"-1"-8"0,1-2 0,8-1 0,3 0 0,6 7 0,6-2 0,5 2 0,14 0 0,9-1 0,9-1 0,10 6 0,3 0 0,1 0 0,8 0-86,-12 0 0,22 0 0,-4 0 0</inkml:trace>
  <inkml:trace contextRef="#ctx0" brushRef="#br0" timeOffset="11">20616 1066 8912,'-34'0'0,"-1"0"0,1 0 0,-3 2 0,-1 4 0,-4 7 0,-2 8 0,-2-2 0,-3 14 0,3-5 0,11-1 0,14 0 0,8-1 0,9-1 0,8 0 0,5-2 0,16-8 0,4-3 0,3 3 0,3-3 0,5 1 0,0-2 0,0 5 0,-5-5 0,-1 4 0,1 3 0,-1-1 0,0 0 0,-7 0 0,-2 0 0,0 1 0,-12-1 0,4 0 0,-5 6 0,-1 0 0,-5-2 0,-12 0 0,-5 2 0,-4-4 0,-3 4 0,-5-4 0,1-2 0,-1-7 0,5-5 0,1-3 0,0-4 0,0-3 0,7-20 0,3-11 0</inkml:trace>
  <inkml:trace contextRef="#ctx0" brushRef="#br0" timeOffset="12">20874 1066 8912,'10'0'0,"-3"2"0,-7 4 0,0-4 0,0 13 0,0-4 0,0 6 0,0 4 0,0 4 0,0 2 0,0 2 0,0 5 0,0 2 0,0 5 0,6-11 0,0 4 0,7-5 0,-1 0 0,5-2 0,6-5 0,-4-8 0,4 3 0,2-11 0,-2-1 0,7-3 0,-1-4 0,3-3 0,-5 3 0,4-13 0,-8 3 0,-2-3 0,-2-10 0,-2 6 0,0-6 0</inkml:trace>
  <inkml:trace contextRef="#ctx0" brushRef="#br0" timeOffset="13">20891 1393 8912,'-17'0'0,"0"0"0,7 0 0,3-8 0,22 4 0,8-7 0,9-3 0,9-1 0,3-2 0,7 0 0,-5-1 0,0 1 0,-8 0 0,0 2 0,-7 3 0,-6-3 0,-8-2 0,0-10 0</inkml:trace>
  <inkml:trace contextRef="#ctx0" brushRef="#br0" timeOffset="14">20891 1014 8912,'16'-2'0,"-3"-3"0,-2-7 0,7-3 0,5-2 0,7 0 0,-3-1 0,9 3 0,4 4 0,3-5 0,4 7 0,-3-3 0,-2 1 0,-1-1 0,-7-5 0</inkml:trace>
  <inkml:trace contextRef="#ctx0" brushRef="#br0" timeOffset="15">21580 928 8912,'0'10'0,"0"5"0,0-3 0,0 3 0,0 10 0,0 3 0,0 5 0,0 3 0,0 2 0,0 5 0,0 0 0,7 3 0,3-2 0,7-4 0,0-3 0,1-3 0,4-3 0,1-8 0,8-2 0,-2-16 0,3 1 0,3-6 0,1-8 0,4-3 0,-4-10 0,5-4 0,-5-2 0,-2-9 0,1 0 0,-1-6 0</inkml:trace>
  <inkml:trace contextRef="#ctx0" brushRef="#br0" timeOffset="16">22320 860 8912,'-10'-2'0,"4"-4"0,3 4 0,-3-4 0,4 4 0,-6 10 0,8 9 0,0 12 0,0 3 0,0 10 0,0 2 0,0 0 0,0 6 0,0-4 0,8 2 0,3-3 0,5 3 0,1-8 0,8-7 0,3-10 0,5-4 0,1-10 0,1-1 0,-1-8 0,6-8 0,0-3 0,6-6 0,-4-6 0,2-6 0,-11-1 0,1-1 0,-3 4 0,-4 2 0,-10-5 0,-2 3 0,-5-7 0</inkml:trace>
  <inkml:trace contextRef="#ctx0" brushRef="#br0" timeOffset="17">22475 1169 8912,'-18'0'0,"1"0"0,8 0 0,1 0 0,10 0 0,4 0 0,9 0 0,10-2 0,11-4 0,6-5 0,-4-4 0,10 3 0,-8 3 0,-1 1 0,-3-5 0,-7 3 0,-1-7 0,-7-8 0,4-2 0</inkml:trace>
  <inkml:trace contextRef="#ctx0" brushRef="#br0" timeOffset="18">22320 877 8912,'-18'0'0,"9"0"0,9-8 0,25 4 0,17-7 0,11-2 0,16-3 0,10-1 0,7 0-265,0 0 0,0-8 0,0-2 0</inkml:trace>
  <inkml:trace contextRef="#ctx0" brushRef="#br0" timeOffset="19">23645 619 8912,'-17'0'0,"-8"0"0,4 0 0,-8 0 0,-2 0 0,-1 0 0,-3 8 0,1 5 0,0 8 0,-1 8 0,1 5 0,1 6 0,5 6 0,10 4 0,11 3 0,7 3 0,0 1 0,7-2 0,7-11 0,7-9 0,7-9 0,13-8 0,1-3 0,4-4 0,3-5 0,-3-12 0,2-9 0,-2-8 0,11-8 0,-11-3 0,13-10 0</inkml:trace>
  <inkml:trace contextRef="#ctx0" brushRef="#br0" timeOffset="20">24712 481 8912,'-18'-9'0,"1"3"0,4 4 0,-4 2 0,9 2 0,-9 4 0,1 5 0,7 12 0,-1 8 0,3 7 0,1-2 0,6 14 0,0-4 0,0 3 0,8 3 0,3-2 0,4-2 0,3-3 0,-1-6 0,0 1 0,0-12 0,-1-3 0,-5-8 0,-3-7 0,-8-2 0</inkml:trace>
  <inkml:trace contextRef="#ctx0" brushRef="#br0" timeOffset="21">24161 481 8912,'-44'-5'0,"4"-3"0,4-2 0,16 7 0,7-7 0,23 6 0,13-1 0,13-9 0,21 3 0,12-10 0,11-2 0,-34 8 0,2-1-97,3 2 1,1 0 0,2-2 0,1 1-1,3 0 1,-1 1 96,-2 2 0,-1 1 0,-3 2 0,-1-1 0,42-7 0,-6 2-257,-23 3 257,-7-3 0,-30-10 0,-1-11 0</inkml:trace>
  <inkml:trace contextRef="#ctx0" brushRef="#br0" timeOffset="22">3373 11846 8912,'9'0'0,"-1"0"0,-8 0 0,2 0 0,2-2 0,2-4 0,-1 5 0,-3-7 0,4 8 0,-4-2 0,4-4 0,-4 4 0,-2-5 0,0 7 0,0 0 0,0-8 0,0 6 0,0-6 0,0 8 0,0-1 0,0-5 0,0 4 0,0-6 0,0 8 0,0 0 0,0-7 0,0 5 0,0-6 0,0 8 0,0 0 0,7 0 0,-3 6 0,7 0 0,1-1 0,3-3 0,-1 2 0,-3 2 0,1-1 0,-1 1 0,1 0 0,1-2 0,2 3 0,2-1 0,1 2 0,-1-2 0,0-5 0,0 5 0,0-4 0,1-2 0,-1 8 0,0-6 0,0 3 0,0-3 0,1-2 0,1 0 0,2 0 0,2 0 0,0 0 0,0 6 0,0 0 0,-2-2 0,5 5 0,-5-5 0,8 5 0,2 1 0,-1 0 0,-1 3 0,4-3 0,-5 1 0,12-7 0,-3 9 0,3-7 0,-4-2 0,-1-2 0,-1-2 0,0 0 0,1 0 0,-6 0 0,-3 0 0,1 0 0,0 0 0,2 0 0,-1 0 0,-1 0 0,-2 0 0,5 0 0,-5 0 0,6 0 0,-2 0 0,-1 0 0,7 0 0,-1 0 0,0 0 0,1 0 0,-1 0 0,1 0 0,-1 0 0,1 0 0,-1 0 0,0 0 0,1 0 0,-1 0 0,1 0 0,-1 0 0,0 0 0,1 0 0,5-2 0,2-2 0,2-2 0,-6 0 0,12 6 0,-4-1 0,4-3 0,1-2 0,-7 0 0,-2 4 0,0-3 0,-5 3 0,11-6 0,-6 8 0,2 0 0,-6 0 0,10 0 0,-4 0 0,1 0 0,3 0 0,6 0 0,-8 0 0,3 0 0,-3 0 0,0 0 0,0 0 0,-2 0 0,-4 0 0,-3 0 0,-3 0 0,0 0 0,1 0 0,-7 0 0,1 0 0,0 0 0,5 0 0,1 0 0,-1 0 0,1 0 0,-1 0 0,0 0 0,1 2 0,-1 4 0,1-4 0,-1 11 0,0-7 0,1-2 0,-1 3 0,-1 1 0,-3-1 0,-1 1 0,-8-2 0,12 0 0,-7-1 0,1-1 0,6-2 0,-12 4 0,5-1 0,-1-1 0,6-2 0,-4 0 0,5 2 0,-3 2 0,3-1 0,-5-5 0,8 0 0,-1 0 0,-7 0 0,5 2 0,-5 2 0,0 2 0,5 0 0,-5-6 0,0 0 0,-4 0 0,4 0 0,-8 0 0,5 0 0,1 0 0,-6 0 0,6 0 0,-7 1 0,-1 5 0,8-4 0,-6 6 0,6-8 0,-1 0 0,3 0 0,2 0 0,0 0 0,1 0 0,1 0 0,-1 2 0,-1 2 0,2 1 0,1 1 0,-3-6 0,-2 0 0,-3 0 0,-1 0 0,0 0 0,0 0 0,-2 0 0,-2 0 0,-7 0 0,-1 0 0,1 0 0,5 0 0,0 0 0,0 0 0,1 0 0,-1 0 0,0 0 0,0 0 0,1 0 0,-1 2 0,0 2 0,0 1 0,8 1 0,-6-6 0,4 0 0,2 0 0,-2 0 0,6 0 0,-5 0 0,3 0 0,-6 0 0,10 0 0,-6 0 0,1 0 0,1-6 0,4 1 0,-4 1 0,-3 2 0,-1 2 0,0 0 0,0 0 0,-2 0 0,-2-8 0,-1 6 0,-1-3 0,0 3 0,0 2 0,0 0 0,1-2 0,-1-4 0,0 4 0,0-5 0,0 7 0,1 0 0,-1-2 0,0-4 0,0 4 0,1-4 0,-1 4 0,0 2 0,0 0 0,0-5 0,1-1 0,-1 2 0,0 2 0,0 2 0,2 0 0,4 0 0,-4-6 0,4 1 0,-4-1 0,-1 6 0,-1-2 0,0-4 0,6 4 0,0-3 0,-2 3 0,-2-4 0,-2 0 0,1 3 0,-1 1 0,0 0 0,0-2 0,0-2 0,2 0 0,3 6 0,0 0 0,0 0 0,-3-7 0,-2 5 0,2-4 0,4 4 0,-2 2 0,8 0 0,-6-5 0,5-1 0,1 0 0,3 6 0,-3 0 0,4 0 0,-5 0 0,5-6 0,1 1 0,1 1 0,-1 2 0,0 2 0,1 0 0,-1 0 0,1-8 0,-3 6 0,-1-3 0,-3 3 0,-1 0 0,4-2 0,-2-2 0,1 2 0,3 2 0,-5 1 0,3-3 0,5-2 0,-1 0 0,12 1 0,-4-1 0,1 2 0,-6-6 0,10 9 0,-6-7 0,2 0 0,-6 6 0,4-11 0,-8 5 0,1-1 0,-1 5 0,1-9 0,-3 5 0,-3-2 0,3-1 0,-11-1 0,6 1 0,-2-2 0,0 3 0,-4-1 0,4-1 0,1 3 0,3-7 0,0 12 0,-1-5 0,3 1 0,-6-5 0,7 9 0,-5-7 0,0-3 0,4 5 0,-7-3 0,1-1 0,0-2 0,6-3 0,-12 1 0,4 0 0,-4 0 0,-2 0 0,0-1 0,1 1 0,-1 0 0,-8 0 0,1 0 0,-6-1 0,1 1 0,9-8 0,-12 4 0,3-5 0,-3 1 0,-2 2 0,0-2 0,0-2 0,0 1 0,0-7 0,0 6 0,0-1 0,0-1 0,-7 0 0,3-3 0,-6 1 0,3 3 0,-7-1 0,10 0 0,-7 1 0,-6 5 0,-8-4 0,-2 2 0,-2 2 0,-9 4 0,-6-2 0,-7-2 0,-5 0 0,3 6 0,-3 2 0,-1 3 0,-8-3 0,11 8 0,-3-5 0,5-3 0,6 5 0,4-1 0,2 1 0,0 3 0,0-5 0,5 6 0,1-7 0,-10 3 0,-8-7 0,-1 2 0,-12 2 0,-4 1 0,-5 1 0,-5 1 0,-5-3 0,-2 7 0,-2 0-187,13 6 0,-1 0 187,1 0 0,-1 0 0,-4 0 0,3 0 0,8 0 0,0 0 0,1 0 0,-1 0 0,-2 6 0,-4 0 0,-5-2 0,-10 3 0,-2-1 0,3 0 0,1 1 0,9-5 0,-3 12 0,4-7 0,-6 3 0,9-6 0,-15 5 0,15-5 0,3 2 0,1 7 0,2-11 0,2 6 0,4-1 0,-4-3 0,4 6 0,-4-3 0,-2-3 0,-5 4 0,-1-3 0,1 1-647,5-6 647,0 8 0,0-6 0,0 3 0,1-3 0,-1 0 0,0 2 0,0 2 0,0-2 0,8-2 0,8-2 0,7 0 0,-2 0 0,4 5 0,-2 1 175,8 0 0,-6-6-175,4 0 0,1 0 0,-7 0 0,-5 0 0,-7 0 0,-1 0 0,4 0 167,-3 0 1,-7 0 0,4 0 0,0 0-168,4 0 0,3 0 0,2 0 0,-1 0 0,-4 0 0,1 0 0,-7 0 0,8 0 0,-3 0 0,5 0 0,-5 0 0,-1 0 0,-2 0 0,5 0 0,-3 0 0,-2 0 0,-8 0 0,8 0 0,-14 0 0,12 0 0,-4 0 0,-2 0 0,1 0 0,8 0 0,9 0 0,-1 0 0,8 0 0,-7 0 0,-1 0 0,0 0 0,-1 0 0,-3 0 0,-1 0 0,-2 0 0,1 0 0,12 2 0,0 3 0,3-3 0,2 4 0,1-4 0,6 4 0,1-1 0,5-1 0,-5-2 0,8-2 0,-7 0 0,-3 0 0,5 0 0,-10 0 0,3 0 0,3 0 0,-1 0 0,1 0 0,0 0 0,-1 0 0,1 0 0,-1 0 0,-5 0 0,0 0 0,6 0 0,5 0 0,0 0 0,-5 0 0,-1 0 0,1 0 0,0 0 0,-7 0 0,1 0 0,2 0 0,-6 0 0,8 2 0,-4 2 0,3 2 0,3-1 0,3 1 0,1 0 0,-1-2 0,0 3 0,10-1 0,-2-2 0,2-2 0,-3-2 0,1 0 0,0 0 0,5 0 0,1 7 0,0-5 0,0 4 0,0-4 0,-1 0 0,1 4 0,0-5 0,0 9 0,0-4 0,-1-4 0,1 5 0,0 1 0,0-4 0,0 5 0,-1-1 0,1 3 0,0-5 0,7 0 0,-5 0 0,6 1 0,-1 3 0,-5-6 0,5 11 0,-7-6 0,0 9 0,1-7 0,5 1 0,-2-1 0,7 6 0,-6 0 0,5 1 0,-1-1 0,0 0 0,3 0 0,5 0 0,0 1 0,0-1 0,-2 2 0,-2 2 0,-2 2 0,0 0 0,6 0 0,0 0 0,0 1 0,0-3 0,0 4 0,0 0 0,0 0 0,0-2 0,0-6 0,0 0 0,0 0 0,0 1 0,0-1 0,0 0 0,6 0 0,2-1 0,-1-3 0,1-2 0,-4 3 0,5 1 0,-1-4 0,4 1 0,3-1 0,-4 5 0,5-5 0,1 4 0,0-3 0,0-4 0,6 5 0,2-5 0,2 1 0,-4-5 0,5 4 0,3-3 0,2 1 0,1 0 0,-7-4 0,-4 1 0,-4 3 0,4 0 0,0-6 0,0 6 0,-6-1 0,0 1 0,-5-4 0,-1 4 0,1-4 0,5 5 0,0 1 0,-8-6 0,7 11 0,-5-7 0,5 0 0,1-1 0,0 1 0,6 6 0,0-7 0,0 1 0,-6 0 0,0 0 0,2 5 0,2-5 0,2-2 0,0-3 0,0 5 0,0 0 0,-2-2 0,-2-2 0,-1-2 0,-1 0 0,0 0 0,0 0 0,-7 0 0,-1 0 0,-3 0 0,5 0 0,-3 0 0,7 5 0,-3 1 0,-4 0 0,7-4 0,-4 4 0,5 3 0,1 6 0,0 1 0,0 1 0,-1 4 0,-5 13 0,-3 1 0,-8-1 0</inkml:trace>
  <inkml:trace contextRef="#ctx0" brushRef="#br0" timeOffset="23">10446 5983 8912,'9'10'0,"7"-3"0,-15-7 0,7 2 0,-8 4 0,2-4 0,4 4 0,-4 3 0,15-7 0,-2 4 0,6-4 0,10-2 0,-1 0 0,9 0 0,5 0 0,7 0 0,3 0 0,3 0 0,-3-2 0,3-4 0,-3 2 0,-3-7 0,1 5 0,-1-5 0,1-3 0,-8 7 0,4-3 0,-8 4 0,6 3 0,-4-7 0,2 2 0,-6-5 0,-2 11 0,-9-6 0,-2 1 0,-2 5 0,-11-6 0,-3 6 0,-1-3 0,-3 3 0,-6-6 0,-5 8 0,4 0 0,-13 0 0,5 0 0,-7 0 0,0 0 0,5-6 0,1 1 0,5-7 0,-6 6 0,9-7 0,-7 9 0,4-7 0,3 5 0,-9-5 0,8-1 0,-11-13 0,5-1 0</inkml:trace>
  <inkml:trace contextRef="#ctx0" brushRef="#br0" timeOffset="24">10669 5038 8912,'-19'-6'0,"-2"-2"0,-4 1 0,-1-3 0,-5 2 0,0 1 0,1 3 0,1 2 0,6 4 0,-4 4 0,3 5 0,3 4 0,1 10 0,5-4 0,2 6 0,1-2 0,8 3 0,-1-3 0,3 0 0,2 0 0,0-2 0,0-6 0,0 0 0,7-7 0,-3-3 0,8-7 0,-1-7 0,6-7 0,1-7 0,-1-5 0,6-9 0,0 1 0,-2 0 0,0 5 0,-2 2 0,0 2 0,-4 4 0,-1 2 0,3 8 0,0-1 0,-5 8 0,-1-1 0,1 10 0,5 7 0,-6 9 0,1 2 0,-1 7 0,8-3 0,4 0 0,-4 5 0,14-13 0,-4 3 0,3-9 0,2-7 0,-3-4 0,3-2 0,-9-8 0,10-4 0,-12-5 0,0-6 0,-4-5 0,-2-5 0,-7 5 0,-5-1 0,-3 0 0,-2-5 0,-2 5 0,-3 2 0,-7 3 0,-3 3 0,-2 9 0,-1 6 0,1 4 0,0 2 0,2 2 0,3 4 0,-3 4 0,7 7 0,-3 0 0,-3 0 0,9 0 0,-1 1 0,6-1 0,0 0 0,0 0 0,0-5 0,2-1 0,4 3 0,-5 1 0,15-4 0,-7 1 0,1 1 0,5 2 0,-5 8 0,7 2 0,0 2 0,-7 2 0,3 7 0,-7 2 0,-2 2 0,-2 8 0,-8-4 0,-2 6 0,-1-5 0,-3-5 0,-5-11 0,0-6 0,0-4 0,-1-2 0,7-7 0,-1-4 0,9-12 0,-5-9 0,8-10 0,0-2 0,2-2 0,4-5 0,3 0 0,8-1 0,1 1 0,-1 1 0,2 5 0,4 5 0,-4-2 0,6 2 0,-2 0 0,0-2 0,7 6 0,-3-6 0,7 6 0,1-4 0,-1 4 0,1-6 0,-1 8 0,-7 0 0,-4 0 0,-4 0 0,-2-1 0,0 1 0,-7 0 0,-6 2 0,-8 1 0,-8 3 0,-11 7 0,-3-4 0,-9 8 0,1 0 0,-8 8 0,5 7 0,-3 8 0,4 14 0,2-3 0,1 12 0,4 0 0,6 3 0,6 9 0,6 1 0,5 0 0,4 0 0,10 6 0,11-7 0,15 1 0,10-8-102,14-11 0,5-3 1,13-10 101,10-3 0,8-8 0,-43-12 0,1-1 0,0-2 0,-1-2 0,1 1 0,0 0 0,-1 0 0,1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9.484"/>
    </inkml:context>
    <inkml:brush xml:id="br0">
      <inkml:brushProperty name="width" value="0.05292" units="cm"/>
      <inkml:brushProperty name="height" value="0.05292" units="cm"/>
      <inkml:brushProperty name="color" value="#3165BB"/>
    </inkml:brush>
  </inkml:definitions>
  <inkml:trace contextRef="#ctx0" brushRef="#br0">7950 12327 8912,'-2'12'0,"-3"-1"0,3-7 0,-6 4 0,8-6 0,2 2 0,4 1 0,5-1 0,5-2 0,1-2 0,6 0 0,0 0 0,2 6 0,-2 0 0,5-3 0,5-1 0,3 0 0,4 4 0,6-2 0,11 7 0,12-5 0,12 5 0,5-1 0,3 1 0,5-3 0,2 0-100,1-6 1,-45 2 0,0-1-1,-1-2 1,1-2 99,-1 2 0,1-2 0,0-1 0,-1-2 0,1 2 0,0-1 0,43-9 0,-3 7 0,-4-7 0,0 6 0,6 1 0,-43 1 0,1 0 0,0 3 0,1 0 0,4-2 0,1 0 0,-5 2 0,1 0-188,0 1 0,1 0 0,1 0 1,1 0 187,0 0 0,0 0 0,0 4 0,-1 0 0,1 1 0,-1 2 0,-2-1 0,-1 1 0,43 4 0,-3 5-257,-12-5 0,5 3 257,5-3 0,-3-3 0,-2-8 0,-3 0 0,-7 0 0,1 0 0,-1 0 0,1 0 0,-3 0 0,-1 0-463,7 0 463,0-8 0,-3 6 0,-6-4 0,-8 3 223,-4-3 0,6 4 1,-2-6-224,4 1 0,2 5 0,0-4 105,0-4 0,-1 7 0,1-7 1,-2 2-1,-2 5-105,-2 1 0,0-6 0,8 6 0,4-4 0,1 4 0,4 2 0,-5 0 0,-4 0 0,-2 0 0,-1 0 0,-1 0 0,-4 0 257,-5 0 0,3 0 1,2-1-1,4-3-257,2-2 0,0 0 0,0 6 0,-8 0 0,-4 0 0,2 0 0,-1 0 0,-1 0 0,2 0 0,-5 0 0,13 0 0,-4 0 0,-4 0 0,-1 0 0,-1 0 0,-4 0 0,-3 0 0,-2 0 0,-4 0 0,-2-2 0,-8-3 0,1 3 0,-1-4 0,1 4 0,-7 2 0,-1-2 0,0-2 0,-2-1 0,0 1 0,-2 2 0,-6 2 0,-8-8 0,-1 6 0,-8-5 0,0 7 0,0 0 0,-8 0 0,6 0 0,-7-6 0,3 0 0,4 0 0,-11 5 0,5-3 0,-1-2 0,-3 0 0,3 4 0,3-3 0,-4 3 0,3-8 0,-5 4 0,-3 5 0,5-7 0,-7 8 0,2-2 0,3-4 0,-3 4 0,5-5 0,-7 7 0,0 0 0,0 0 0,0 0 0,-1 0 0,1 0 0,0 0 0,6 0 0,-1 0 0,-1 0 0,-3 0 0,-1 0 0,0 0 0,0 0 0,0 0 0,-1 0 0,1 0 0,6 0 0,-1 0 0,1 0 0,-6 0 0,-1 7 0,1 5 0,-8 3 0,-2 2 0</inkml:trace>
  <inkml:trace contextRef="#ctx0" brushRef="#br0" timeOffset="1">30666 2923 8912,'2'-19'0,"2"-2"0,1-2 0,-1 2 0,-2 2 0,-2 1 0,0 1 0,0 8 0,0 1 0,0 23 0,0-3 0,0 11 0,2-4 0,4-2 0,-2 0 0,7 0 0,-7 8 0,5 2 0,-5 7 0,2 3 0,0 3 0,1 6 0,-5 11 0,4 6 0,-4 4 0,-2 17 0,0 6 0,0 3 0,0-42 0,0 0 0,0 44 0,0-44 0,0 1 0,-1 1 0,0-1 0,-1 1 0,0-1 0,0 0 0,-2 0 0,1-3 0,-1-1-865,-2 32 865,-4 4 0,-7-5 0,0 5 0,0-4 0,0 4 0,-2-4 0,-4 10 0,9-43 0,1 1 0,0 3 0,-1 0 0,-1-4 0,-1-1 0,4 5 0,2 0-118,-2-4 1,2 1 0,3 1 0,1 0 117,-5 42 0,8-42 0,2 0 0,-5 42 0,4-41 0,0 0 0,-1-2 0,0 1 0,3 5 0,-1 1-169,-2 2 1,0 1 0,2 0 0,0 0 168,1 0 0,0-1 0,1-1 0,0-1 0,1-4 0,0-1 0,0-1 0,1-1 0,9 48 0,-4-14 0,1-9 0,-5-14 0,9 10 0,-7-1 0,-2 11 0,-2-3 0,0 8 0,2-4 0,1 2 0,1 1-131,2-3 1,-6-8 130,3 3 0,-3-4 0,4-3 0,0 1 0,-3 0 0,-1-6 0,-2 0 0,2-6 0,2 6 245,2 2 0,0 2 0,-4 0-245,3-4 0,-3 4 0,4-4 0,-4-2 0,-2 2 153,0 0 0,0-2 0,0-3-153,0-5 0,0 6 0,0 2 0,0 3 0,0-1 0,0 0 0,0 5 0,0 3 0,0 4 0,0-10 0,0 3 0,0-10 0,0-1 249,0-4 1,0 5-1,0-1-249,0-2 0,0 1 0,0 1 0,0-1 0,0 7 0,0-2 0,0 2 0,0-6 0,0-3 0,0-11 0,0 11 0,0-6 163,0 0 0,0-6-163,0 3 0,2-5 0,3 6 0,-3-2 0,4 2 0,-4 2 0,-2-8 0,2 0 0,2-7 0,1-3 0,-1-1 0,-2-8 0,-2 4 0,0-8 0,0 0 0,0-5 0,0-1 0,0-7 0,0 11 0,0-11 0,0 7 0,2-7 0,2 4 0,2-1 0,-1-5 0,-5 6 0,0-8 0,0 0 0,6-2 0,2-4 0,1-5 0,-5-4 0,2-3 0,-4-6 0,-2-5 0,0-4 0,0-1 0</inkml:trace>
  <inkml:trace contextRef="#ctx0" brushRef="#br0" timeOffset="2">30373 10952 8912,'-2'-11'0,"-3"-1"0,3 8 0,-6-11 0,8 4 0,-2 3 0,-4 2 0,5-3 0,-7 5 0,8-8 0,0 10 0,0 2 0,0 2 0,0 10 0,8 7 0,-1 8 0,7 9 0,-3 2 0,2 4 0,3 2 0,3 2 0,4 6 0,-4-1 0,4 1 0,-4-1 0,-8-5 0,1-2 0,1-2 0,-3-4 0,1-9 0,-7-4 0,2-8 0,-4 0 0,-2 0 0,7-7 0,-5-2 0,6-8 0,-8 0 0,2 0 0,4 0 0,-4 1 0,3 5 0,5-4 0,-1 6 0,9-8 0,-1-2 0,-2-4 0,-3-5 0,9-7 0,-4-4 0,2-7 0,0-4 0,-2-1 0,2-8 0,4-4 0,-3-2 0,2 3 0,-2-11 0,-3 5 0,0-3 0,0 1 0,0 1 0,1 2 0,-1 4 0,0-1 0,0 9 0,0 3 0,1 5 0,-7 16 0,1 3 0,-9 7 0,5 4 0,-8 8 0,0 1 0,0 8 0,0 0 0,0 1 0,0-1 0,0 0 0,0-5 0,0-1 0,0-7 0,0 3 0,0-7 0,8 0 0,-6-7 0,3-5 0,-3-3 0,-2-10 0,0-2 0</inkml:trace>
  <inkml:trace contextRef="#ctx0" brushRef="#br0" timeOffset="3">26088 4419 8912,'0'-18'0,"0"1"0,0 0 0,0 0 0,0 0 0,0-1 0,0 1 0,0 0 0,0 0 0,0 5 0,0 1 0,0-2 0,-7 5 0,5-2 0,-6 7 0,0-3 0,5-2 0,-9 2 0,6 5 0,-5-5 0,-2 4 0,3-4 0,-1 0 0,-3 3 0,-1 1 0,-2 2 0,-1 0 0,-1 0 0,-4 0 0,2 0 0,-7 0 0,5 0 0,-6 0 0,0 0 0,-5 5 0,0 3 0,-1 2 0,-1-5 0,-4 7 0,3-8 0,-12 9 0,3-7 0,-4-2 0,-2 3 0,1-1 0,-1 2 0,0-3 0,3-3 0,3 4 0,-2-4 0,8-2 0,0 0 0,5 0 0,3 0 0,3 0 0,-1 0 0,7 0 0,0 0 0,-2 0 0,-4 0 0,-3-2 0,-3-2 0,1-2 0,-1 1 0,-5 5 0,0 0 0,-2 0 0,2 0 0,-6 0 0,2 0 0,-2 0 0,2 2 0,-2 3 0,-3-3 0,1 4 0,-8-4 0,1 4 0,-8-1 0,7 1 0,-1-6 0,-2 6 0,1 0 0,-5-1 0,6-5 0,5 6 0,6 0 0,-1-2 0,-5-1 0,-5 3 0,3-4 0,-5 6 0,5-8 0,-3 0 0,3 7 0,-3-5 0,11 4 0,4-4 0,8-2 0,-1 0 0,1 0 0,-1 0 0,7 2 0,1 2 0,2 1 0,-6 1 0,3-6 0,-11 0 0,-1 0 0,-2 0 0,2 0 0,-4 2 0,-6 2 0,5 2 0,1-1 0,3-5 0,3 0 0,-8 0 0,2 2 0,-2 4 0,2-2 0,4 7 0,2-7 0,-8 2 0,8 1 0,-2-1 0,5 0 0,7-6 0,3 6 0,8-1 0,-6 1 0,0-6 0,7 0 0,7 0 0,3 0 0,4 8 0,-13 1 0,5 7 0,-7-1 0,0 2 0,7-4 0,-5 14 0,4-4 0,-5-2 0,-1 8 0,0-3 0,0 3 0,-1 4 0,1-5 0,6 7 0,1 3 0,3 2 0,-5 2 0,6-2 0,1-2 0,5 8 0,0 0 0,0 6 0,0-1 0,0 6 0,0 3 0,0 1 0,0 9 0,2-5 0,1 4 0,3-2 0,6 0 0,-7 2 0,9 3-143,-3-3 1,-1 9 142,1-9 0,-1 4 0,1-4 0,4 3 0,-3-3 0,3-8 0,2-6 0,8-3 0,-4-6 0,8 0 0,-2-10 0,1-2 0,5 1 0,-4-8 0,3-1 0,3 7 0,-1-5 0,0-3 0,1-2 0,1 2 0,2 0 0,3 0 0,-3-1 0,6-1 142,2-5 1,3 1-143,3 4 0,13-6 0,4 0 0,11 0 0,-9-7 0,5 5 0,1-3 0,-6 3 0,3-11 0,-9 5 0,-2-1 0,2 3-937,10-5 937,3 7 0,3-11 0,-3 6 0,-2 0 0,7-7-155,-3 5 1,-4-4 154,-1-2 0,9 0 0,2 0 0,4 0 0,4 0 0,-14 2 0,0 4 0,-7-4 0,-4 5 0,0-7 0,0 0 0,-1 0 0,1 0 0,0 0 0,0 0 0,-2 0-4,-4 0 1,-4 0 3,-7 0 0,1 0 0,3 0 0,5-2 0,6-3 0,-10 3 0,18-12 0,-12 9 0,4-7 0,2 6 0,0 3 0,-14-5 0,-3 2 0,-6 1 0,-1 5 0,5 0 0,-4 0 0,4 0 226,1 0 1,1-2-1,0-2 1,-1-2-227,1 2 0,-1 2 0,1 2 0,0 0 0,-6 0 0,0-2 169,1-3 1,3 3-170,2-4 0,1 4 0,5 2 0,-1-6 0,12 1 0,-6-3 0,6 2 0,-2 4 0,-10-3 0,6-3 0,-6 0 2,-1-1 1,3 3 0,-1-3-3,-3 1 0,6 2 0,-2 0 0,5 1 0,-7 1 0,-5 2 0,-7 2 0,5-2 0,-4-4 0,-4 4 0,2-5 0,-6 7 0,2 0 0,8 0 0,2 0 0,7 0 0,-1 0 0,3-6 0,0 0 0,3 3 0,3 1 0,-6 2 0,-2 0 0,-9-2 0,-2-4 0,0 4 0,5-4 0,-5 4 0,0 2 0,-6-1 0,6-5 0,-2 4 0,2-4 0,-2 4 0,-4 2 0,-3-6 0,3 1 0,0-1 0,-4 4 0,-3-2 0,-1-1 0,-7-1 0,8 0 0,-5 0 0,5 3 0,1-5 0,1 2 0,5-5 0,0 5 0,6 0 0,-4 4 0,0-1 0,0-3 0,-2 0 0,0 6 0,0 0 0,-1 0 0,-3 0 0,-7 0 0,-1 0 0,1 0 0,4 0 0,-3 0 0,-1 0 0,1 0 0,3 0 0,3 0 0,2 0 0,3 0 0,5 0 0,-6 0 0,6-2 0,-6-4 0,4 5 0,-10-5 0,4 4 0,-19 2 0,4 0 0,-3 0 0,-3 0 0,0 0 0,-7 0 0,-3 0 0,-7-2 0,0-4 0,0 4 0,0-5 0,0 7 0,0 0 0,8 0 0,3 0 0,5 0 0,1 0 0,8 0 0,-1-6 0,9 0 0,1 2 0,-3-5 0,13 5 0,-4-7 0,-2 7 0,6-4 0,-2 0 0,0 5 0,-1-9 0,-5 6 0,4-5 0,-4 7 0,-1-5 0,1 5 0,4-2 0,4 2 0,0 2 0,6-5 0,-12 5 0,6-4 0,-2 4 0,-2-4 0,-5 1 0,-1-1 0,-1 6 0,-5 0 0,-5 0 0,-3-6 0,-3 0 0,-6 1 0,1 5 0,-8-2 0,1-4 0,-3 2 0,-2-7 0,0 7 0,0-11 0,-7 5 0,5-1 0,-4-1 0,4 8 0,2-11 0,2 6 0,4-1 0,-3-5 0,9 3 0,1-5 0,10-6 0,-4-2 0,6-7 0,0-1 0,4-3 0,3-10 0,-3 0 0,-2-11 0,-2-6 0,5-4 0,-5-2 0,4 1 0,-6-1 0,-4 2 0,-2 2 0,0 2 0,0-2 0,-7 6 0,3 0 0,-5 7 0,2 0 0,-7 1 0,3-1 0,2 8 0,-3 4 0,1 12 0,-6 5 0,0 2 0,0-2 0,0 11 0,0-11 0,0 12 0,0-4 0,-7-3 0,-3 1 0,-7 0 0,-6-6 0,0 0 0,0 2 0,-2 2 0,6 2 0,-12 0 0,8-1 0,2 1 0,0 6 0,-2-1 0,4 9 0,-6-11 0,8 8 0,-8-5 0,-1 3 0,-1-1 0,-13 5 0,9-9 0,-17 7 0,-5 2 0,-6-4 0,-10 3 0,-2-7 0,0 5 0,2-3 0,-3 4 0,9-5 0,3 7 0,3-2 0,3 2 0,3-1 0,-3 3 0,-3-4 0,-2-2 0,-4 3 0,3-1 0,1-2 0,2 6 0,-10-5 0,-4-1 0,-9 6 0,-1-11-298,-10 7 1,1-5 297,41 8 0,0 0 0,-31-9 0,5 7 0,14-7 0,15 7 0,-4-7 0,7 6 0,-1 3 0,0-5 0,5 2 0,-3 0 0,-2-1 0,0 5 0,-2-4 0,-1-2 0,6 3 0,-6-1 0,3 0 0,-8 1 0,0 1 0,1-4 0,-1 2 0,1-1 0,-1 3 198,0-2 0,3-1 1,3 3-199,6-2 0,-4-7 0,5 9 0,-5-6 0,2 3 0,2-7 0,4 10 0,-4-7 0,1 5 0,-7-5 0,1 1 0,-7-1 0,0 5 0,-7-2 0,-4 1 0,-2-1 0,2 0 0,11-5 0,4 11 0,10-5 0,6-1 0,-3 6 0,10-11 0,-5 5 0,1-2 0,0 7 0,-5-11 0,0 8 0,-3 1 0,-3-3 0,-4 6 0,-7-5 0,-1-1 0,-7 6 0,11-8 0,-4 7 0,3-3 0,6 0 0,1 0 0,8 1 0,7-3 0,4 2 0,-2 4 0,1-5 0,-3-1 0,-2 6 0,0-7 0,1 5 0,-3-2 0,-1 0 0,-5 1 0,-1-1 0,-2 2 0,-6 2 0,6 2 0,-6-6 0,6 1 0,2 1 0,1 2 0,5 2 0,3 0 0,-3 0 0,7 0 0,-6 0 0,2 0 0,8 0 0,-11 0 0,3 0 0,-3 0 0,-3 0 0,-1 0 0,-2 0 0,-4 0 0,-2 0 0,0 0 0,-4 0 0,2 0 0,8 0 0,-2 0 0,3 6 0,3-1 0,-1 1 0,7-6 0,-1 0 0,8 0 0,-2 0 0,-2 0 0,2 0 0,2 0 0,2 8 0,8-6 0,-1 3 0,8 5 0,-1 3 0,3 8 0,2 8 0,0 19 0,7-2 0,3 13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9.570"/>
    </inkml:context>
    <inkml:brush xml:id="br0">
      <inkml:brushProperty name="width" value="0.05292" units="cm"/>
      <inkml:brushProperty name="height" value="0.05292" units="cm"/>
      <inkml:brushProperty name="color" value="#3165BB"/>
    </inkml:brush>
  </inkml:definitions>
  <inkml:trace contextRef="#ctx0" brushRef="#br0">11581 602 8912,'0'-27'0,"0"2"0,0 2 0,0 0 0,0 0 0,0 0 0,0 1 0,-1-7 0,-5 6 0,-6 4 0,-3 6 0,-2 5 0,-2 8 0,-4 0 0,-4 2 0,-7 4 0,-3 7 0,-3 8 0,4-2 0,-4 6 0,3 0 0,9 1 0,1 7 0,2-4 0,2 3 0,6-3 0,7-3 0,5 3 0,3-6 0,2 6 0,2-6 0,3 3 0,9 1 0,7 0 0,5-4 0,9 5 0,1-1 0,4 2 0,4 1 0,8-7 0,0 8 0,-1-3 0,-7-3 0,-4-2 0,-5-4 0,-7-1 0,-7 1 0,-7 4 0,-7-4 0,-16 6 0,-8-6 0,-10 4 0,-21-4 0,2 13 0,-11-5 0,3 0 0,3-3 0,7-12 0,4-1 0,3 3 0,10-7 0,5-1 0,8-12 0,5-5 0,1-4 0,4-3 0,4-6 0,6-5 0,-4-4 0,13-9 0,-5-1 0</inkml:trace>
  <inkml:trace contextRef="#ctx0" brushRef="#br0" timeOffset="1">11788 774 8912,'-10'0'0,"3"2"0,7 3 0,0 5 0,0 7 0,0 2 0,0 2 0,0 4 0,0 2 0,7 0 0,5 1 0,-3 5 0,3-5 0,7-3 0,0 0 0,4-8 0,-4-5 0,0-3 0,4-1 0,-4-2 0,2-8 0,-5-4 0,-5-6 0,1-9 0,5-1 0,-8-9 0,-3 2 0,2-1 0,-2 1 0,-1-1 0,-5 7 0,2 0 0,4 5 0,-4 1 0,5 6 0,-7-1 0,2 9 0,4-3 0,2 12 0,7 7 0,0 6 0,5 4 0,1 2 0,-4-2 0,0-4 0,6 6 0,2-8 0,2 0 0,-6 0 0,3-5 0,-4-3 0,2-1 0,-2-2 0,3-6 0,-4 0 0,-8-8 0,1-4 0,1-3 0,-3-2 0,-1 0 0,-1-2 0,-4-4 0,-1 4 0,3-4 0,-4-2 0,4 2 0,-4 0 0,-2 6 0,0 7 0,-2-3 0,-4 7 0,4 0 0,-6 8 0,8 4 0,0 9 0,0 10 0,0 0 0,0 0 0,0 5 0,2-3 0,2 6 0,2-5 0,5 3 0,-5-8 0,2 0 0,-2-6 0,-5 0 0,5 0 0,-4-7 0,-2 5 0,0-15 0,0 0 0,0-7 0,2-11 0,2-1 0,2-4 0,-1-3 0,-5-9 0,6 7 0,0-1 0,1 0 0,-1-5 0,-2 7 0,7 4 0,-7 4 0,2 2 0,-2 2 0,2 3 0,-4 4 0,11 10 0,-5 4 0,-1 8 0,1 7 0,3 5 0,-5 9 0,6-1 0,-7 0 0,3 1 0,-2-1 0,-3-1 0,9-5 0,-8 3 0,2-8 0,-3 0 0,3-6 0,-4-6 0,4 1 0,-2-8 0,-1 0 0,3-8 0,0-6 0,-6-7 0,6-8 0,-1-4 0,7-3 0,-6-2 0,7-1 0,-2 1 0,-1 5 0,1 1 0,-7 6 0,10-2 0,-7 8 0,3 5 0,3 5 0,3 4 0,1 2 0,0 0 0,-6 8 0,1 1 0,1 1 0,3 5 0,1-3 0,0 3 0,0 2 0,0-5 0,1-3 0,-1 1 0,0-1 0,0-5 0,0 2 0,1-4 0,-1-2 0,6-8 0,0-3 0,-2-6 0,-8-4 0,-3-2 0,-3 2 0,-1-6 0,0 8 0,0-4 0,-3 4 0,-1 1 0,-2 1 0,0 0 0,0 0 0,0 7 0,0 5 0,0 10 0,0 5 0,0 7 0,0 6 0,0 0 0,6 0 0,0-6 0,0 6 0,-5 0 0,5-2 0,-4-2 0,4-2 0,-4 0 0,-2 1 0,0-1 0,0-6 0,0 1 0,0-8 0,0 3 0,0-9 0,0-3 0,0-7 0,0-3 0,0-2 0,0-2 0,0-4 0,0 2 0,0-8 0,2 6 0,3-6 0,-3 3 0,6-3 0,0 4 0,1 2 0,1 0 0,5 0 0,-5 8 0,7 4 0,0 3 0,0 8 0,0 8 0,-1 1 0,-5 8 0,4 6 0,-3 2 0,3 2 0,2 3 0,-5-3 0,-1 0 0,3-2 0,-7-2 0,9-6 0,-5 0 0,4 0 0,3-7 0,-1-3 0,-2-8 0,-1-5 0,-3-6 0,1-3 0,5-2 0,0 0 0,0-1 0,0 1 0,1 0 0,-1 2 0,0 3 0,8-3 0,-4 13 0,6-4 0,-3 4 0,1 2 0,-4 0 0,4 0 0,2 0 0,-6 0 0,4 6 0,-8 0 0,0 0 0,1-6 0,-1 5 0,0 1 0,0-2 0,0-10 0,-7-3 0,-2-9 0,-8 1 0,0 0 0,0 0 0,0 0 0,0 0 0,-2-1 0,-4 1 0,-6 0 0,5 0 0,-8 7 0,3 4 0,-3 5 0,3 2 0,1 5 0,5 4 0,-5 7 0,5 0 0,-4 2 0,3 4 0,1-4 0,6 4 0,0-4 0,-6-2 0,0 1 0,1-7 0,5 1 0,2-7 0,3 7 0,-1-8 0,8 1 0,1-3 0,2-2 0,3 0 0,-1-2 0,0-3 0,0 1 0,0-8 0,1-1 0,-1-2 0,0-3 0,-2 7 0,-3 0 0,3 7 0,-3-2 0,-3 4 0,3 2 0,1 0 0,2 0 0,-3 0 0,-1 0 0,1 2 0,5 4 0,0-2 0,0 5 0,0 1 0,1-1 0,-1-5 0,0 2 0,6-4 0,0-2 0,0 0 0,-6 0 0,0 0 0,1 0 0,-3-8 0,-4-3 0,-5-5 0,-4-1 0,-2 0 0,0 0 0,-8 0 0,-1 7 0,-1-5 0,3 13 0,7 2 0,0 9 0,0 9 0,5-7 0,1 0 0,7-5 0,-1 6 0,-3-7 0,3 7 0,-2-6 0,1 5 0,4-5 0,-3 3 0,3-1 0,2-4 0,0-2 0,1-2 0,-1 0 0,-4 0 0,4 0 0,-3-2 0,9-4 0,-2-4 0,2-7 0,-2 6 0,7-1 0,-5 1 0,4-6 0,0 1 0,0 3 0,3 2 0,-5 7 0,0-10 0,-8 9 0,0 1 0,1-6 0,-7 8 0,1-3 0,-9 3 0,5 2 0,-8 2 0,0 3 0,0 7 0,0 3 0,0 2 0,0 1 0,0-1 0,2 6 0,4 0 0,-4 7 0,3-1 0,-3 3 0,-2 5 0,0 3 0,0-4 0,0 8 0,-2-8 0,-1 1 0,-3-5 0,-6-3 0,7-1 0,-7-3 0,6-8 0,-1-1 0,1-5 0,4 4 0,-6-13 0,8-2 0,0-11 0,0-4 0,0-10 0,16-10 0,3-9 0</inkml:trace>
  <inkml:trace contextRef="#ctx0" brushRef="#br0" timeOffset="2">15643 464 8912,'9'0'0,"-1"0"0,-6 0 0,4 0 0,-5 0 0,15 0 0,-7 0 0</inkml:trace>
  <inkml:trace contextRef="#ctx0" brushRef="#br0" timeOffset="3">15935 739 8912,'-11'0'0,"-1"0"0,1 0 0,-6 0 0,7 0 0,2 0 0,8 0 0,0-7 0,0 5 0,0-6 0</inkml:trace>
  <inkml:trace contextRef="#ctx0" brushRef="#br0" timeOffset="4">10979 1977 8912,'-17'10'0,"2"5"0,3-3 0,12 1 0,15 0 0,14-3 0,19-3 0,17-3 0,23-2 0,-33-2 0,3-2 0,9 0 0,3-1 0,10-2 0,3-2 0,-18 0 0,3-1 0,2 0 0,4-1 0,2-1 0,1 0 0,4 0 0,2-1 0,0 0-1418,3 0 1,1-1 0,2 1 1417,3-1 0,0 1 0,3-1 0,-19 4 0,1-1 0,0 0 0,1 1 0,1-1 0,0 1 0,1-1 0,-1 0 0,1 1 0,0-1 0,0 1 0,-1-1 0,-1 1 0,0-1 0,-1 0 0,0 1 0,-1-1 0,-1 1 0,0-1 0,-1 0-74,1 1 0,0-1 1,-1 0-1,1 1 1,22-2-1,0 1 0,-1-1 1,-5 1-1,-2 0 1,-1 1 73,-3-1 0,-1 1 0,-1 0 0,-3 0 0,-1 0 0,-2 1 0,-10 1 0,-2 0 0,0 1-77,28-4 0,-3 0 0,-9 2 0,-3-1 0,-12 1 0,-2 1 77,-7-1 0,-1 2 0,39 1-124,-32-1 124,-19 3 0,-21 2 0,-25 2 2311,-13 3-2311,-25 13 0,-21 3 0,-20 7 0,5-1 634,1 2-634,12-12 0,0 2 0,12-8 0,3 1 0</inkml:trace>
  <inkml:trace contextRef="#ctx0" brushRef="#br0" timeOffset="5">20014 1186 8912,'-2'-21'0,"-2"4"0,-4 2 0,-1 0 0,5 7 0,-2 8 0,4 11 0,2 10 0,0 8 0,6 11 0,2 6 0,-1 2 0,1-2 0,5 5 0,-3-3 0,1 4 0,1-3 0,-1-7 0,7 4 0,-7-10 0,0 1 0,3-7 0,1-11 0,2-1 0,1-11 0,-1-13 0,-6-11 0,1-11 0,-3-7 0,5-5 0,-3-6 0,-5 4 0,5 2 0,-7 4 0,2 1 0,-4 7 0,0 3 0,2 4 0,1 6 0,1 9 0,-6-2 0,0 10 0,0 4 0,6 5 0,-1 12 0,9-4 0,-6 12 0,5-8 0,-2-2 0,1-2 0,-1-2 0,1 0 0,-1-7 0,6-2 0,1-1 0,-1-7 0,0 0 0,-2-7 0,-1-13 0,-3-2 0,-7 2 0,4-12 0,-8 3 0,0-3 0,0-3 0,0 7 0,0-1 0,0 2 0,0-1 0,-2-3 0,-4 8 0,2 6 0,-7 6 0,7 9 0,-2 2 0,4 7 0,2 11 0</inkml:trace>
  <inkml:trace contextRef="#ctx0" brushRef="#br0" timeOffset="6">20754 1393 8912,'0'-10'0,"0"-5"0,0 3 0,0 5 0,0-1 0,0 8 0,2 2 0,1 4 0,5 3 0,2 1 0,1 11 0,6-4 0,-5 6 0,-1 0 0,1-4 0,-1 8 0,1-4 0,-7-4 0,5 4 0,-2-4 0,-3-2 0,-5 0 0,2-2 0,4-3 0,-4-3 0,4-3 0,-4-4 0,-2-2 0,-2-6 0,-4-11 0,4 2 0,-4-14 0,4-1 0,2-3 0,0-1 0,0-1 0,8 7 0,3-1 0,5 8 0,1-2 0,2 4 0,4 4 0,6 3 0,3-1 0,3 7 0,-1 2 0,2 2 0,5 2 0,-11 2 0,5 4 0,-5-2 0,3 5 0,-5-1 0,-1 0 0,-4-2 0,-4-5 0,8 7 0,-4-8 0,-10 0 0,4 0 0,-1 0 0,-1 0 0,2 0 0,0 0 0,-5 6 0,-2 1 0,-3 3 0,-3 3 0,-2 3 0,-2 1 0,-2 2 0,-4 4 0,4-2 0,-3 8 0,-3-7 0,2 7 0,-1 0 0,3 3 0,-4-3 0,-1-6 0,-3-4 0,-5-2 0</inkml:trace>
  <inkml:trace contextRef="#ctx0" brushRef="#br0" timeOffset="7">21494 1341 8912,'0'-42'0,"0"6"0,-2-4 0,-4 3 0,4 3 0,-6 7 0,8 4 0,0 4 0,0 2 0,0 0 0,8 7 0,4 3 0,3-1 0,10 6 0,1-6 0,9 8 0,-6 0 0,-3 0 0,-1 0 0,6 0 0,-4 0 0,7 0 0</inkml:trace>
  <inkml:trace contextRef="#ctx0" brushRef="#br0" timeOffset="8">22010 860 8912,'-8'-18'0,"6"1"0,-5 6 0,7-1 0,-8 9 0,6 4 0,-4 17 0,-3 6 0,7 20 0,-4 8 0,2 0 0,-1 5 0,3-4 0,-4 1 0,4 3 0,4-9 0,4 3 0,3-10 0,8-1 0,-5-6 0,-1-5 0,3-8 0,1-8 0,8-5 0,0-8 0,0-8 0,-6-3 0,0-12 0,1-6 0,-1-11 0,0-4 0,0-8 0,0 1 0,-7-1 0,5-1 0,-5-3 0,-1-1 0,-3 2 0,2 3 0,-3 8 0,-1 10 0,-2 7 0,-2 16 0,0-1 0,0 8 0,0 4 0,-2 12 0,-2 13 0,-1 9 0,-3 2 0,4 10 0,-1 2 0,-1-6 0,6 0 0,0-2 0,0 0 0,0-7 0,2-3 0,3-7 0,-1 0 0,8-6 0,-1-1 0,6-5 0,8-3 0,-6-10 0,4-4 0,-2-5 0,2-5 0,-4-3 0,4-2 0,-3-2 0,-3 0 0,-6 6 0,1 0 0,-8 0 0,1 0 0,-3 5 0,-2 1 0,-2 1 0,-3-1 0,-5 5 0,-7 12 0,7-3 0,3 9 0,-1 1 0,6 3 0,-6 1 0,8 0 0,8 0 0,-2-7 0,9-3 0,4 1 0,4-6 0,0 4 0,6-6 0,3-6 0,3 4 0,-1-19 0,0 4 0,-5-2 0,0 7 0,-8-3 0,2 3 0,-4-3 0,-4 4 0,-3-1 0,3 8 0,-13-3 0,6 7 0,-10 0 0,-4 0 0,4 0 0,-6 0 0,8 0 0,0 0 0,2-8 0,4-3 0,-2 1 0,7-1 0,1 5 0,5-6 0,0 3 0,0-3 0,1 7 0,-1 3 0,6 2 0,2 0 0,1 0 0,-3 2 0,4 3 0,-2 7 0,-4 3 0,-2 2 0,0 2 0,4 4 0,-9-3 0,3 2 0,-6-2 0,1-3 0,-7 0 0,-3 0 0,-5-5 0,-9-1 0,-15 1 0,-17 5 0</inkml:trace>
  <inkml:trace contextRef="#ctx0" brushRef="#br0" timeOffset="9">21735 1444 8912,'-33'-6'0,"4"-1"0,6-3 0,12 6 0,7-5 0,16 3 0,14-7 0,16-8 0,16-8 0,7-11 0,17-4 0,-38 18 0,2-1 0,3-2 0,1-2-2119,5-2 0,1-2 2119,2-3 0,1-1 0,5-7 0,0-1 0,1-1 0,0 0 0</inkml:trace>
  <inkml:trace contextRef="#ctx0" brushRef="#br0" timeOffset="10">11065 17675 8912,'-17'-18'0,"0"1"0,0-2 0,-1-2 0,1-2 0,0 2 0,0 2 0,0 2 0,-1 0 0,1-1 0,0 3 0,0 4 0,-1-5 0,1 5 0,2 1 0,3-1 0,5 7 0,7-4 0,7 1 0,3 5 0,0-13 0,-3 5 0</inkml:trace>
  <inkml:trace contextRef="#ctx0" brushRef="#br0" timeOffset="11">10583 17434 8912,'8'-10'0,"-6"-5"0,4 4 0,-4-5 0,-1 1 0,3 2 0,2 1 0,2 10 0,-3 2 0,-3 10 0,4 13 0,-4 5 0,-2 12 0,0 8 0,0 8 0,0-1 0,0 8 0,0 0 0,0 6 0,-2-8 0,-2-4 0,-2-3 0,3-3 0,-7-7 0,8-4 0,-4-11 0,5-6 0,1 4 0,0-8 0,0 4 0,0-4 0,0-10 0,0-1 0,0-23 0,-8-12 0,-2-17 0</inkml:trace>
  <inkml:trace contextRef="#ctx0" brushRef="#br0" timeOffset="12">10463 17726 8912,'0'-34'0,"0"-1"0,-6 1 0,0 1 0,3 5 0,3-3 0,5 6 0,7-1 0,11 3 0,5-6 0,5 8 0,1-4 0,1 8 0,5 0 0,0 0 0,-2 1 0,-1 5 0,-3 3 0,0 8 0,1 0 0,-8 0 0,-4 2 0,-12 4 0,-5 5 0,3 12 0,-7-4 0,4 4 0,-6-4 0,-6-1 0,-3 6 0,-8 3 0</inkml:trace>
  <inkml:trace contextRef="#ctx0" brushRef="#br0" timeOffset="13">10687 17795 8912,'-18'17'0,"1"-2"0,0-3 0,7 3 0,-5-13 0,13 13 0,2-13 0,12 4 0,5-4 0,6-2 0,5-2 0,5-4 0,-6 4 0,5-5 0,-3 5 0,3-4 0,3 4 0,-8-6 0,-4 8 0,1 0 0,-1 0 0,0-5 0,-5-1 0,-7 0 0,0 6 0,-7 0 0,4 0 0,-8 8 0,0 3 0,0 5 0,0 1 0,0 0 0,0 2 0,0 4 0,0-4 0,0 12 0,0-8 0,0 5 0,0-3 0,0 2 0,0-4 0,0 5 0,-2-1 0,-2 2 0,-2-6 0,-7-12 0,4-3 0</inkml:trace>
  <inkml:trace contextRef="#ctx0" brushRef="#br0" timeOffset="14">10996 17829 8912,'-5'-17'0,"-3"0"0,-2 0 0,7 5 0,-3 1 0,4 7 0,4-4 0,4 8 0,5 0 0,4 0 0,10 0 0,2 0 0</inkml:trace>
  <inkml:trace contextRef="#ctx0" brushRef="#br0" timeOffset="15">11272 17864 8912,'0'9'0,"0"7"0,0-7 0,0 3 0,0-1 0,5 0 0,1 7 0,2-1 0,-2 0 0,-3 0 0,9 0 0,-8 3 0,1 2 0,-3-2 0,-2 4 0,0-1 0,0 0 0,0 0 0,0-6 0,0 1 0,-5-7 0,-1 0 0,-8-7 0,5 4 0,-1-16 0,5-3 0,3-4 0,2-8 0,0 0 0,7-6 0,5 6 0,3-6 0,4 5 0,2-1 0,2 0 0,8 2 0,-12 6 0,21 0 0,-4-1 0</inkml:trace>
  <inkml:trace contextRef="#ctx0" brushRef="#br0" timeOffset="16">11719 17967 8912,'-17'0'0,"0"-8"0,5 6 0,3-5 0,1-1 0,-5 6 0,9-6 0,-8 8 0,1 0 0,-6 0 0,1 8 0,5 4 0,-3-1 0,9 6 0,-7-3 0,7 10 0,1-1 0,2 0 0,2-2 0,0-2 0,0-1 0,7-1 0,5 0 0,3 0 0,8-2 0,0-1 0,-2-3 0,6 1 0,-8-1 0,4-1 0,-4-3 0,-2 7 0,-1-3 0,-3 5 0,-2 1 0,-7 8 0,2-4 0,-12 7 0,-5 3 0,-6 1 0,-6 3 0,2-7 0,-8 1 0,0 0 0,1 3 0,1-3 0,2-6 0,8-6 0,5-6 0,-1-5 0,13-19 0,2-6 0</inkml:trace>
  <inkml:trace contextRef="#ctx0" brushRef="#br0" timeOffset="17">11857 17898 8912,'0'17'0,"2"0"0,2 3 0,1 2 0,9 5 0,-5 8 0,3 1 0,-1 4 0,-1 4 0,1 8 0,-3 5 0,-8 0 0,0-1 0,-8-3 0,-1-1 0,-9-1 0</inkml:trace>
  <inkml:trace contextRef="#ctx0" brushRef="#br0" timeOffset="18">11788 18242 8912,'0'-17'0,"0"0"0,2-1 0,2 1 0,1 0 0,9 2 0,-3 3 0,12-1 0,6 5 0,3-1 0,3 5 0,-1-2 0,1 4 0,7-5 0,2-3 0,7-7 0</inkml:trace>
  <inkml:trace contextRef="#ctx0" brushRef="#br0" timeOffset="19">12872 18018 8912,'-29'10'0,"3"-2"0,-1-3 0,0 1 0,4 2 0,-6-3 0,1-1 0,-5 6 0,5-3 0,1 7 0,6-3 0,-2 5 0,2 1 0,9 0 0,5-6 0,7 1 0,0-1 0,0 7 0,2-1 0,3 0 0,5 0 0,7-4 0,2 1 0,4-1 0,-4 6 0,4-7 0,-2 3 0,2 2 0,-4 6 0,4 0 0,-4 0 0,-1-6 0,-9 8 0,6-6 0,-5 6 0,0 0 0,-3-6 0,-7 4 0,0-2 0,0 2 0,0-4 0,-7 6 0,-5-8 0,-3 0 0,-2 0 0,-6-1 0,0-5 0,-6 2 0,6-5 0,2 2 0,-4-7 0,2 3 0,0-4 0,6-17 0,0-4 0</inkml:trace>
  <inkml:trace contextRef="#ctx0" brushRef="#br0" timeOffset="20">13320 17915 8912,'9'-19'0,"-3"-2"0,-4-2 0,-2 0 0,0 16 0,0 7 0,-2 9 0,-4 14 0,-5 6 0,1 9 0,-1 2 0,-1 8 0,3-2 0,3 11 0,2-3 0,0 3 0,-2-2 0,3 1 0,1 1 0,7-2 0,1-9 0,8 4 0,-5-20 0,10 3 0,4-6 0,-4-4 0,14-14 0,-5-3 0,5-4 0,1-4 0,1-4 0,-1-9 0,1-8 0,-3-6 0,-3 6 0,-4-5 0,-10 5 0,-4 2 0,-3-4 0,-8 2 0,0 2 0,-8 9 0,-1-7 0,-8 8 0,-1 3 0,1-3 0,-6 9 0,0-4 0,2 4 0,2 4 0,2 4 0,0 7 0,0 8 0,7-2 0,2 12 0,8-6 0,0 2 0,0-6 0,2 9 0,4-7 0,6-2 0,10-2 0,5-2 0,10-1 0,3-5 0,-2-3 0,6-8 0,0 0 0,0 0 0,-6-8 0,2-1 0,-9-11 0,-2-2 0,-8 2 0,3-4 0,-8 6 0,-5 1 0,3 0 0,-9 0 0,-1 0 0,-2 7 0,-2 2 0,0 8 0,0 14 0,0 3 0,0 4 0,0 2 0,0 2 0,0 2 0,0 1 0,0 1 0,0-1 0,0 3 0,0-6 0,0-2 0,0-4 0,0-2 0,0 0 0,0 0 0,0-7 0,0-2 0,0-22 0,0-5 0,0-6 0,0-3 0,0-7 0,6-1 0,0-4 0,1 4 0,-1-4 0,-2-3 0,7 3 0,1 0 0,5 6 0,0-1 0,0 1 0,1 4 0,-1 5 0,0 9 0,0 7 0,0 3 0,1 6 0,-1 0 0,-2 4 0,-2 5 0,-1 9 0,-6 5 0,5 0 0,-7-4 0,4 11 0,-10-5 0,-4 2 0,-4-4 0,-7 5 0,-6-7 0,-2 2 0,-1-4 0,-3-1 0,-5-1 0,3 0 0,-3 0 0,9 0 0,-12-1 0,-1-5 0,4-3 0,-8-8 0,0 0 0,-2 0 0</inkml:trace>
  <inkml:trace contextRef="#ctx0" brushRef="#br0" timeOffset="21">13182 18276 8912,'-8'18'0,"6"-9"0,-5 6 0,22-13 0,8 4 0,7-10 0,7-3 0,3-3 0,6-3 0,5-3 0,7-1 0,5-2 0,12-4-347,3-4 1,0-15 0,-1-2 0</inkml:trace>
  <inkml:trace contextRef="#ctx0" brushRef="#br0" timeOffset="22">24798 17864 8912,'2'-10'0,"1"2"0,5 1 0,2-5 0,3-3 0,-3 4 0,-1-1 0,-1-1 0,5-2 0,-1-5 0,1-1 0,-1-2 0,3-1 0,-6 3 0,1-2 0,3-6 0,-7 6 0,0 2 0,1 2 0,-5 2 0,4 0 0,-4 5 0,-4 3 0,-4 1 0,-5 10 0,-12 13 0,-6 12 0,-3 9 0,-5 18 0,-1 1 0,-2 2 0,0 8 0,5-4 0,3 8 0,3 0 0,4-2 0,8-4 0,2 2 0,3-8 0,5 4 0,7-9 0,4-8 0,7-6 0,1-4 0,22-5 0,0-2 0,10-2 0,6-10 0,2-2 0,-3-7 0,-3-2 0,4-10 0,-6-3 0</inkml:trace>
  <inkml:trace contextRef="#ctx0" brushRef="#br0" timeOffset="23">25297 17984 8912,'-23'-23'0,"0"0"0,2 4 0,2 6 0,1 5 0,1 8 0,0 0 0,0 8 0,2 3 0,1 6 0,3 4 0,-3 2 0,7 8 0,-7-12 0,9 6 0,1 0 0,2-6 0,2 4 0,0-4 0,0-2 0,2 0 0,3-2 0,7-3 0,3 3 0,2-13 0,1 4 0,-1-4 0,0-10 0,0-3 0,6-1 0,0-5 0,0 4 0,-6-10 0,-1 4 0,-5 1 0,4 9 0,-7-6 0,5 3 0,-1-3 0,-8 5 0,5 1 0,-3 3 0,-4 4 0,7-6 0,-3 8 0,4 0 0,7 0 0,0 0 0,0 0 0,6 0 0,2 0 0,0 0 0,0 0 0,6 0 0,-3 0 0,-1-1 0,2-5 0,-8 4 0,4-8 0,-8 6 0,0-1 0,0-9 0,-7 12 0,-3-7 0,-9 5 0,-3-2 0,-7 3 0,-3 1 0,-2 2 0,0 0 0,-1 0 0,1 0 0,0 0 0,7 0 0,3 0 0,12 7 0,1 5 0,8 3 0,-3 2 0,6 2 0,6 4 0,-4 6 0,4 11 0,-4-2 0,-1 8 0,-1 0 0,-2 11 0,-3 4 0,-7 6 0,-3-9 0,-9 16 0,-5-15 0,-3-3 0,-2-1 0,-1-15 0,1-5 0,0-11 0,0-8 0,7-16 0,3-8 0,7-15 0,1-13 0,5-6 0,4-4 0,7-6 0,2 1 0,4-1 0,-4 6 0,6 1 0,0-3 0,4-2 0,3 4 0,2 0 0,1 6 0,-1-6 0,8 8 0,-5-2 0,3 10 0,-4 1 0,-1 8 0,-7-4 0,-1 8 0,-2 0 0,-10 5 0,-9 1 0,-4-3 0,-2 7 0,-8-3 0,-3 4 0,-5 5 0,-7-7 0,1 10 0,1 4 0,-4 1 0,2 5 0,6 3 0,5-4 0,2 5 0,-1 1 0,5 0 0,4 0 0,2 0 0,0 1 0,8-3 0,3-4 0,11 3 0,0-9 0,9 1 0,-10-4 0,6 2 0,-2 2 0,0 1 0,-4-3 0,2 4 0,-2 1 0,-2 3 0,-8 13 0,-1 3 0,-3 5 0,-1 9 0,-6 4 0,0 9 0,0 2 0,-8 1 0,-1-7 0,-8-1 0,-1-4 0,7-10 0,0-9 0,-3-4 0,-1-8 0,5 2 0,-5-15 0,13-2 0,-6-11 0,8-10 0,0-2 0,8-16 0,4 11 0,9-14 0,2 0 0,1 0 0,-3-6 0,4 4 0,2 2 0,-6-4 0,2 6 0,2-8 0,-2 2 0,6 4 0,-7 2 0,1 10 0,-5 1 0,-1 0 0,0 3 0,-2 3 0,-3 4 0,-3 7 0,-5 1 0,2-3 0,0 7 0,-8-1 0,-4 8 0,4 0 0,-13 0 0,5 2 0,1 4 0,-5 3 0,9 8 0,-7 1 0,6-1 0,1 2 0,5 4 0,0-4 0,2 4 0,3-4 0,-1-2 0,8 0 0,-1 1 0,6-1 0,0 0 0,1 0 0,-1 0 0,0 1 0,2-1 0,4 0 0,-2-2 0,8-3 0,-6-3 0,5-3 0,-5-4 0,6 4 0,0-6 0,5-6 0,-7-4 0,4-9 0,-7-2 0,3-2 0,0-5 0,2 5 0,-5-6 0,-6 6 0,-3 0 0,-4 6 0,-5 0 0,-4 0 0,-2 7 0,-4 1 0,-5 5 0,-8-2 0,-5 0 0,3 12 0,-2 2 0,-2 1 0,0 3 0,1 5 0,0 0 0,7 0 0,0 6 0,9 0 0,2-2 0,2-2 0,2-2 0,2 6 0,6-2 0,9-5 0,8 1 0,9-10 0,1 5 0,-1-6 0,6-6 0,3-4 0,-1-6 0,0-5 0,-2 2 0,-6-10 0,1-2 0,-1 2 0,-7-6 0,-4 6 0,-10 0 0,-1 6 0,-9 0 0,3 0 0,-10 0 0,-1-1 0,-9 9 0,3 3 0,-5 4 0,-1 2 0,0 0 0,0 0 0,0 0 0,-1 8 0,3 1 0,4 9 0,3-9 0,8 1 0,0-5 0,0-3 0,0 6 0,8-8 0,3 0 0,4 0 0,3 0 0,-1 0 0,-6 0 0,1 0 0,-1 0 0,6 2 0,1 4 0,-1 5 0,0 6 0,0 6 0,1 4 0,-1 7 0,0 8 0,0 4 0,-2 4 0,-1 1 0,-3 1 0,-7-2 0,2-3 0,-4-1 0,-2-7 0,-8-3 0,-3-9 0,-5-3 0,5-3 0,-1-9 0,-1-6 0,-2-4 0,-2-2 0,5-2 0,1-4 0,1-4 0,-1-7 0,-3-6 0,8 0 0,1-5 0,5 5 0,0-8 0,0 2 0,2-3 0,3-2 0,9-1 0,7 1 0,0 1 0,7 5 0,3-9 0,9 9 0,4-9 0,8 9 0,-1-5 0,1-1 0,-2 1 0,-4 5 0,-6 5 0,-4 4 0,-3-4 0,-5 0 0,3 0 0,-8 6 0,-8 7 0,-7-5 0,-16 7 0,-3-3 0,-7 5 0,-4 4 0,2 10 0,-12 1 0,5 11 0,0 2 0,-5-2 0,13 6 0,-4-5 0,4 2 0,3 6 0,3-6 0,3-2 0,3-2 0,-1-2 0,2 0 0,4 1 0,-5-1 0,14-8 0,5-3 0,5-6 0,2-6 0,0-5 0,-3-4 0,-3-3 0,4 1 0,1 0 0,-1 0 0,-6 5 0,1 1 0,-9 5 0,3-5 0,4 7 0,-6-4 0,7 8 0,-7 2 0,2 4 0,-4 5 0,-2 5 0,7 1 0,-5 6 0,6 0 0,-1-2 0,3-2 0,1-2 0,1-2 0,1-3 0,-1 1 0,3-7 0,4-2 0,0-2 0,0-10 0,-1-4 0,-1-11 0,0-3 0,0-9 0,0 1 0,-5 5 0,-2 1 0,-3-3 0,-1-7 0,-6-2 0,0 2 0,0-6 0,0 7 0,0-3 0,0 4 0,-2 9 0,-4 4 0,4 12 0,-5 1 0,5 6 0,-2 1 0,-2 4 0,-5 9 0,5 13 0,-5 4 0,5 7 0,-8 8 0,13-6 0,-7 6 0,0 0 0,6-5 0,-5 11 0,7-8 0,0-2 0,0-2 0,5-7 0,3-2 0,2-3 0,-7-1 0,13-7 0,-5-5 0,4-5 0,3-4 0,-1-2 0,0-2 0,0-4 0,1-3 0,-1-9 0,0 1 0,0 0 0,-5-6 0,-3 0 0,1 2 0,-1 2 0,-5 2 0,10 5 0,-9 1 0,1 7 0,-6-6 0,0 5 0,0 3 0,2-6 0,2 10 0,1 4 0,1-2 0,-6 7 0,8-7 0,-4 5 0,7-3 0,1-4 0,5 6 0,0-8 0,0 0 0,-5 0 0,-1 0 0,1 0 0,5 0 0,0 0 0,0 0 0,0 0 0,-7 0 0,5 0 0,-3 0 0,1-2 0,1-2 0,-3-2 0,-5 1 0,5 5 0,-7 0 0,11 0 0,-13 0 0,14 0 0,-5 0 0,-1 0 0,1 0 0,1 7 0,5 3 0,0-1 0,-6 5 0,-1-7 0,-2 3 0,5-6 0,-3 3 0,1-7 0,1 0 0,-9 0 0,13-2 0,-7-3 0,1-7 0,5-3 0,-3-2 0,3 0 0,2-1 0,0 1 0,0 0 0,1 0 0,-1 0 0,-6 5 0,1 1 0,-1 7 0,7-4 0,-1 8 0,0 0 0,-7 8 0,5 3 0,-6 10 0,1 2 0,-1 2 0,-3-2 0,-4-2 0,4 8 0,-4-8 0,-2 4 0,0-8 0,0 0 0,0 0 0</inkml:trace>
  <inkml:trace contextRef="#ctx0" brushRef="#br0" timeOffset="24">28997 17726 8912,'-18'-27'0,"1"-5"0,2 13 0,3-6 0,7 0 0,3 6 0,2-4 0,2 12 0,3 5 0,-1 4 0,8 2 0,-7 0 0,7 0 0,-8 13 0,1 5 0,-18 3 0,-6-4 0</inkml:trace>
  <inkml:trace contextRef="#ctx0" brushRef="#br0" timeOffset="25">28257 18139 8912,'-19'0'0,"-4"0"0,15-6 0,8 0 0,15-7 0,27 1 0,6-9 0,8-1 0,5-9 0,8 2 0,1-3 0,5-3 0,-4 1 0,3 0 0,-3 1 0,-2 5 0,0 3 0,-1-8 0,1-3 0</inkml:trace>
  <inkml:trace contextRef="#ctx0" brushRef="#br0" timeOffset="26">29461 16987 8912,'42'-50'0,"4"6"0,6 12 0,5 13 0,2 11 0,5 14 0,-7 13 0,-13 15 0,-10 14 0,-9 13 0,-6 10 0,-9 19 0,-7-42 0,-2 1-1435,-2 5 0,-2 1 1435,-8 3 0,-3 0 0,-3 6 0,-4 0 0,-7 3 0,-2 0 0,-1 3 0,-1 2 0,-4 7 0,0 2 0,-1 5 0,1 2 0,2 2 0,1 1 0,13-28 0,0 1 0,1 0 0,-2 4 0,1 0 0,0 1 0,0 3 0,1 1 0,0 1 0,12-44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9.721"/>
    </inkml:context>
    <inkml:brush xml:id="br0">
      <inkml:brushProperty name="width" value="0.05292" units="cm"/>
      <inkml:brushProperty name="height" value="0.05292" units="cm"/>
      <inkml:brushProperty name="color" value="#3165BB"/>
    </inkml:brush>
  </inkml:definitions>
  <inkml:trace contextRef="#ctx0" brushRef="#br0">2685 4608 8912,'-12'0'0,"3"-2"0,1-4 0,2 2 0,6-7 0,0 7 0,2-4 0,4 8 0,3 2 0,9 2 0,1 2 0,4-2 0,-2 3 0,9-1 0,5-2 0,3-2 0,10-2 0,3-8 0,14-3 0,8-5 0,13-8 0,-37 10 0,1 1 0,4 0 0,0-1 0,-3-1 0,1-1-118,0 5 1,-1 0 0,-3-1 0,0 1 117,38-7 0,-8 9 0,-3 3 0,-12 4 0,-4 2 0,0 2 0,2 4-37,1 5 0,3-1 37,-8 1 0,6-5 0,-5 6 0,7-9 0,-4 5 0,11-8 0,9 0 0,7 0-176,-37 0 0,1 0 0,0 0 0,-1 0 176,1 0 0,-1 0 0,-2-2 0,0-2 0,0 1 0,-1 1 0,2-1 0,0 0 0,0-1 0,1 0 0,3 3 0,1 0 0,0-1 0,-1-1 0,-3-2 0,0 0 0,-1 4 0,-1 0 0,43-5 0,-42 4 0,1 1 0,-1-1 0,-1 0-6,2-1 0,0 0 1,2 0-1,-1 0 0,38 3 1,-4 0 5,-4 0 0,6 0 0,0 0 0,4 0-50,-4 0 1,4 0 49,-1 0 0,-1-2 0,-10-3 0,-3 3 0,-2-6 0,-1 8 0,-1 0 0,5 0 0,-9 0 0,0 0 0,-10 0 22,-5-8 1,-3 7 0,-3-5-23,-8 4 0,0 2 0,-11 0 0,2 0 699,-3 0-699,5 0 0,-14 0 37,4 0-37,-4 0 0,-7 0 576,-1 0-576,-7 0 0,3 0 0,-8 0 0,-5 0 0,4 0 0,-13 0 0,3 0 0,-18-8 0,-7-1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9.784"/>
    </inkml:context>
    <inkml:brush xml:id="br0">
      <inkml:brushProperty name="width" value="0.05292" units="cm"/>
      <inkml:brushProperty name="height" value="0.05292" units="cm"/>
      <inkml:brushProperty name="color" value="#3165BB"/>
    </inkml:brush>
  </inkml:definitions>
  <inkml:trace contextRef="#ctx0" brushRef="#br0">17105 16196 8912,'-11'6'0,"1"1"0,1 1 0,-1 0 0,-3-5 0,3-1 0,-1-2 0,7-2 0,-2-3 0,4 1 0,2-8 0,0 7 0,0-7 0,-5 1 0,-1-6 0,2-1 0,2 1 0,2 8 0,0-7 0,0 5 0,0-4 0,0-3 0,0 1 0,0 0 0,2 0 0,4 0 0,-4 5 0,5 3 0,1-1 0,3 1 0,3 3 0,-3-6 0,7 8 0,-1-1 0,0 3 0,6 2 0,2-6 0,-2 0 0,7 1 0,-1 5 0,4 0 0,1 0 0,0-6 0,1 0 0,1 2 0,4 2 0,-3-3 0,3-1 0,2-2 0,-2 3 0,6 3 0,-6-4 0,0 4 0,-5 2 0,-1 0 0,0 0 0,1 6 0,-1 0 0,3 5 0,1-3 0,2 1 0,-2 5 0,-1-5 0,-3 3 0,0-3 0,1 3 0,-1 1 0,1-7 0,-7 1 0,1-1 0,-8-4 0,6 6 0,-6-8 0,2 0 0,0 0 0,-4 2 0,2 1 0,2 3 0,5 0 0,-5-6 0,2 6 0,-2-1 0,2 3 0,4-2 0,3-3 0,-3 9 0,-2-6 0,1 5 0,1-1 0,4 3 0,-3-3 0,-1-3 0,-2 5 0,1-7 0,5 9 0,-5-3 0,3-3 0,-2-2 0,3 3 0,-11-5 0,6 6 0,-2-3 0,4 1 0,-5-4 0,1 1 0,0-1 0,6-2 0,-10-2 0,7 0 0,-1 6 0,4 0 0,-2-3 0,-1-1 0,7-2 0,-7 0 0,1 0 0,0 0 0,-3 0 0,7 0 0,-4 0 0,3 0 0,3 0 0,-1 0 0,0 0 0,1 0 0,-1 0 0,-5 0 0,0 0 0,-1-2 0,7-3 0,1 3 0,2-4 0,2 4 0,-1 2 0,3 0 0,-2 0 0,8-2 0,-2-4 0,-4 5 0,-2-5 0,2 4 0,-2 2 0,8 0 0,-2 0 0,-4 0 0,-2 0 0,-2 6 0,0 1 0,4 1 0,2 0 0,-3 3 0,4-5 0,-6 7 0,9-9 0,-6 7 0,2 3 0,-4-7 0,6-1 0,-14 2 0,3-2 0,-5-1 0,5-5 0,-1 0 0,0 0 0,-5 0 0,0 0 0,-1 0 0,7 0 0,-3 0 0,-3 0 0,9 2 0,-3 4 0,5-2 0,-2 5 0,2-1 0,-2-4 0,-1 3 0,-3-1 0,1 2 0,-1-2 0,-1-5 0,-5 5 0,-1-4 0,-4-2 0,2 0 0,3 0 0,-3 6 0,-7 0 0,-1-3 0,0-1 0,0-2 0,0 0 0,3 0 0,2 0 0,-2-2 0,3-3 0,1 3 0,-1-4 0,6 4 0,-6 2 0,6-6 0,-6 1 0,5-1 0,-5 6 0,0 0 0,-6 0 0,1 0 0,-1 0 0,0 0 0,-7 0 0,-3 0 0,-7 2 0,0 4 0,0-5 0,0 7 0,0-8 0,0 0 0,-7 0 0,5 0 0,-12 2 0,9 4 0,-17 3 0,7 18 0,-21 11 0,-12 18 0,13-16 0,-3 4 0,-6 8 0,0 1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9.865"/>
    </inkml:context>
    <inkml:brush xml:id="br0">
      <inkml:brushProperty name="width" value="0.05292" units="cm"/>
      <inkml:brushProperty name="height" value="0.05292" units="cm"/>
      <inkml:brushProperty name="color" value="#3165BB"/>
    </inkml:brush>
  </inkml:definitions>
  <inkml:trace contextRef="#ctx0" brushRef="#br0">22991 2184 8912,'9'-25'0,"1"6"0,-6-4 0,1 4 0,-1 1 0,-2 1 0,-2 0 0,0 0 0,0 0 0,0-1 0,0 1 0,0 0 0,0 7 0,-2 5 0,-2 14 0,-1 14 0,1 15 0,2 10 0,0 17 0,-2 6 0,-1 5-95,-1 4 1,6 1-1,0-1 95,0 2 0,0-6 0,7-7 0,5-11 0,3-5 0,10-15 0,4-7 0,3-10 0,3-12 0,-1-5 0,1-13 0,-1-9 0,0-6 0,1-11 0,-8-5 0,-3-2 0,1-2 0,-13-2 0,9 2 0,-16 4 0,7-2 0,-6 2 0,-1 6 0,-5 7 284,0 2-284,0 10 0,0 15 0,0 17 0,0 12 0,0 3 0,0 3 0,0 1 0,0 2 0,0 2 0,8 0 0,2-5 0,5-3 0,-4-3 0,5-4 0,-7-8 0,8 0 0,1-7 0,-3-5 0,-4-10 0,-3-20 0,-8-12 0</inkml:trace>
  <inkml:trace contextRef="#ctx0" brushRef="#br0" timeOffset="1">23593 1994 8912,'-17'18'0,"-6"-1"0,-2 0 0,0 2 0,0 4 0,2 4 0,6 5 0,2-3 0,3-4 0,7 0 0,5-6 0,5 4 0,5-12 0,9-3 0,2-8 0,2 0 0,0-8 0,-8-3 0,-1-7 0,-3-5 0,-7 4 0,4-11 0,-8 7 0,0-2 0,0 2 0,-6 4 0,0-4 0,-9 6 0,-2 5 0,-1-1 0,-6 7 0,-1 3 0,-2 1 0,-7 2 0,-1 0 0,-15 7 0,-3 3 0</inkml:trace>
  <inkml:trace contextRef="#ctx0" brushRef="#br0" timeOffset="2">22836 2510 8912,'-10'-7'0,"5"-5"0,3-5 0,2-6 0,7 4 0,12-14 0,16 5 0,9-5 0,6-1 0,15 1 0,3 5 0,3 5 0,8 4 0,-9 9 0,5 3 0,-6 1 0,-6 0 0,-8 0 0,-15 6 0,1 0 0,-22 0 0,6 0 0</inkml:trace>
  <inkml:trace contextRef="#ctx0" brushRef="#br0" timeOffset="3">23868 2252 8912,'0'12'0,"0"-1"0,0-7 0,0 11 0,0-5 0,0 7 0,0 8 0,0 5 0,0 9 0,0 5 0,0 7 0,0 1 0,0 7 0,0 4 0,0 8 0,0-3 0,6 5 0,0-10 0,2-4 0,-3-1 0,-3-5 0,4-1 0,-12-16 0,-5-7 0,-12-8 0,-4-4 0</inkml:trace>
  <inkml:trace contextRef="#ctx0" brushRef="#br0" timeOffset="4">23714 2304 8912,'0'-35'0,"0"1"0,1 2 0,3 1 0,2 2 0,7 8 0,-3-3 0,7 8 0,0 3 0,1 3 0,-1 3 0,2 1 0,4 6 0,-4 8 0,4 3 0,2-1 0,-2 1 0,0 1 0,-6 5 0,0 0 0,0 0 0,-7 0 0,-4 1 0,-4 6 0,-2 5 0,0 3 0,-4 3 0,-6 1 0,-7 4 0,-4-3 0,4 3 0,-1 0 0,1-6 0,6 3 0,1-15 0,3-1 0,-7-1 0,5-3 0</inkml:trace>
  <inkml:trace contextRef="#ctx0" brushRef="#br0" timeOffset="5">24505 2063 8912,'0'-23'0,"0"0"0,0 2 0,-2 2 0,-3 4 0,-7 3 0,-3 5 0,-4 7 0,-2 2 0,-2 3 0,-8 13 0,6 3 0,-3 5 0,5-1 0,3-2 0,9 0 0,1 0 0,3-2 0,1 4 0,6 0 0,2 0 0,4-1 0,-4-1 0,13 0 0,-4 0 0,5 2 0,1-2 0,2-2 0,2 6 0,2-2 0,0 5 0,-12-9 0,1 8 0,-3-6 0,3 5 0,-3-5 0,-5 6 0,0 1 0,-6 3 0,-7 1 0,-14 1 0,-6 5 0,-11 0 0,2 0 0,-8-6 0,-2 1 0,-2-1 0,-1-1 0,-1-5 0,-7-10 0,-3-11 0</inkml:trace>
  <inkml:trace contextRef="#ctx0" brushRef="#br0" timeOffset="6">27912 14924 8912,'-11'0'0,"0"0"0,-3 0 0,-1 0 0,-2 0 0,-1 0 0,1 0 0,8 0 0,-1 0 0,4 0 0,4 0 0,-13-8 0,13 6 0,-5-7 0,5 5 0,-4-2 0,2 0 0,-7 6 0,-3 0 0,7 0 0,-9 0 0,5 0 0,-4 0 0,-3 0 0,1 2 0,-2 2 0,-4 2 0,4 7 0,-8-9 0,6 7 0,-2 3 0,0 1 0,6 2 0,0-1 0,0-5 0,5 4 0,1-3 0,5 3 0,-6 2 0,9 8 0,-5-6 0,8 6 0,0-2 0,0 0 0,2 0 0,4-6 0,-3 6 0,7 2 0,-2 1 0,-3-5 0,1 10 0,0-8 0,5 6 0,-5-6 0,-2-2 0,5 3 0,1-1 0,0-2 0,5-2 0,-4-1 0,5-1 0,1 0 0,0 0 0,0-5 0,1-1 0,4-7 0,1 2 0,0 3 0,0-7 0,0 4 0,6-4 0,-4-2 0,0 0 0,-1 0 0,-2 0 0,4 0 0,-5-2 0,6-2 0,-2-2 0,-2 1 0,-6 5 0,6 0 0,0 0 0,0 0 0,-6-8 0,6 6 0,0-4 0,0 4 0,0 0 0,2-1 0,2-3 0,-6 0 0,5 0 0,-3 1 0,-4-3 0,4 2 0,-2 3 0,0-7 0,2 2 0,0-5 0,-5 3 0,-1-7 0,0 6 0,-2-1 0,-1-1 0,-3-2 0,-1-3 0,1 1 0,4 0 0,-7-2 0,5-2 0,-3-2 0,-2 2 0,-5 2 0,7-6 0,-8 6 0,4-4 0,-4 4 0,-2-6 0,0 6 0,0-4 0,-2 4 0,-4 2 0,2-2 0,-7-4 0,-1 4 0,1-6 0,1 8 0,1-1 0,-1 1 0,-1 0 0,-5 0 0,3 0 0,1-1 0,1 1 0,-12 2 0,-2 2 0,-2 1 0,-1 8 0,-9-9 0,-1 7 0,-2 2 0,-8 2 0,6 4 0,-6 2 0,2 2 0,8 7 0,-4-3 0,4 1 0,3 1 0,-3-1 0,19 1 0,-4-1 0,4 1 0,9 5 0,3-6 0,7 1 0,0 1 0,0 2 0,0 3 0,0-1 0</inkml:trace>
  <inkml:trace contextRef="#ctx0" brushRef="#br0" timeOffset="7">5197 4178 8912,'10'0'0,"-3"-8"0,-7 4 0,0-7 0,0 5 0,0-5 0,0 5 0,0-5 0,-7 7 0,-5-2 0,-3 4 0,-2 4 0,-1 4 0,1 5 0,6-1 0,-1 1 0,-1 3 0,-2 1 0,-3 10 0,3-6 0,4 4 0,1 2 0,6-1 0,-2 3 0,3 4 0,3 1 0,5 3 0,5-7 0,7 1 0,2-2 0,4 3 0,6-1 0,-4-8 0,0 2 0,-2-4 0,-1-2 0,0 0 0,-11 1 0,-3-7 0,-8 0 0,0 1 0,-8-1 0,-5 1 0,-8 1 0,0 3 0,-8 1 0,0-2 0,-5-4 0,-1-1 0,3-6 0,3 2 0,6-3 0,4-1 0,10-9 0,3-5 0,4-11 0,4 2 0,4-7 0,11-9 0,10-7 0</inkml:trace>
  <inkml:trace contextRef="#ctx0" brushRef="#br0" timeOffset="8">5404 4350 8912,'0'21'0,"0"-4"0,0-4 0,0 5 0,0-1 0,0 0 0,0 0 0,0 0 0,0-5 0,0-1 0,7-7 0,3 4 0,7-8 0,2 0 0,2-2 0,2-4 0,0-3 0,-6-9 0,0 1 0,1 0 0,-3 0 0,-4 0 0,-5-1 0,-4 1 0,-2 0 0,-8 2 0,-3 3 0,-4 3 0,-3 3 0,-5 4 0,1-4 0,-7 12 0,6 6 0,-8 3 0,12 4 0,-4 2 0,4 2 0,4 7 0,3-1 0,-1 4 0,7 1 0,2 0 0,2 1 0,10-1 0,2-7 0,9-4 0,4-4 0,-4-10 0,13 5 0,-3-8 0,4-3 0,1-8 0,0-5 0</inkml:trace>
  <inkml:trace contextRef="#ctx0" brushRef="#br0" timeOffset="9">5748 4264 8912,'9'8'0,"1"-5"0,-4 9 0,1-1 0,7 6 0,-3 3 0,2 3 0,3-4 0,3 13 0,2-5 0,2 1 0,0 1 0,2 2 0,-6-1 0,4-1 0,-4-6 0,-2-4 0,-7-2 0,5-7 0,-6-3 0</inkml:trace>
  <inkml:trace contextRef="#ctx0" brushRef="#br0" timeOffset="10">6109 4212 8912,'0'12'0,"0"-1"0,0 3 0,-2 1 0,-4 4 0,-5 4 0,-12 4 0,-6 7 0,-1 14 0,-1 3 0,4 5 0,3 1 0,2 0 0,11 1 0,5-7 0,4-12 0,2-5 0,2-11 0,4 0 0,4-12 0,7-5 0,8-12 0,1-3 0</inkml:trace>
  <inkml:trace contextRef="#ctx0" brushRef="#br0" timeOffset="11">7245 4195 8912,'-8'-11'0,"-3"-1"0,-5-1 0,-1 5 0,0 2 0,0 5 0,-2 1 0,-4 0 0,-4 9 0,-7 6 0,-1 8 0,3 4 0,3 4 0,4 1 0,10 2 0,3-1 0,7-4 0,3 3 0,2-3 0,9-4 0,8-2 0,8 3 0,8-10 0,-3 3 0,-1-4 0,-2 4 0,3-9 0,-3 1 0,-2 0 0,6 1 0,-12-1 0,2 1 0,-8 1 0,2-5 0,-11 7 0,8-3 0,-10 3 0,-2 2 0,-16 0 0,-10 1 0,-7-1 0,4 0 0,-3-6 0,3 1 0,-1-1 0,1-1 0,-2 3 0,8-7 0,1 0 0,12-6 0,-5-16 0,5-3 0</inkml:trace>
  <inkml:trace contextRef="#ctx0" brushRef="#br0" timeOffset="12">7400 4401 8912,'0'12'0,"0"-1"0,0 3 0,0 1 0,0 2 0,0 0 0,0 6 0,0 2 0,0 2 0,0-6 0,0 4 0,0-2 0,0 0 0,0 0 0,0-6 0,0 0 0,0 0 0,0-7 0,0-10 0,0-12 0,0-3 0,0-2 0,5-8 0,3-4 0,2-3 0,1 5 0,1-5 0,-1 5 0,2 0 0,-5 2 0,7 8 0,-3 2 0,3 3 0,2 5 0,-1 9 0,-3 3 0,-3 9 0,-1 5 0,1 4 0,-6 7 0,9-5 0,-7 4 0,-2-6 0,5-4 0,-5 2 0,5-2 0,-1-4 0,6-1 0,-5-5 0,8-1 0,0-8 0,1-2 0,-1-4 0,0-5 0,0-7 0,1-4 0,-1 2 0,-6-6 0,1 5 0,-1-2 0,1 0 0,-1-2 0,-7 14 0,5-11 0,-5 15 0,2-3 0,0 6 0,-6-3 0,0 14 0,0 3 0,0 7 0,0 0 0,0 1 0,0-1 0,0 0 0,0 0 0,0 0 0,0 1 0,0-1 0,7 0 0,5 0 0,3-2 0,2-3 0,1 3 0,-1-13 0,0 4 0,0-4 0,0-2 0,1 0 0,-1-6 0,0 0 0,0-5 0,0 5 0,1-7 0,-3 9 0,-4-8 0,5 7 0,-5-7 0,-1 6 0,1-5 0,-7 5 0,2-5 0,-4-1 0,-2 1 0,-2 1 0,-4 3 0,4-7 0,-4 3 0,-3 3 0,-1-7 0,-7 13 0,0-4 0,0 4 0,-1 2 0,1 0 0,0 2 0,0 4 0,0 4 0,-1-1 0,9 6 0,1-5 0,16 7 0,1 0 0</inkml:trace>
  <inkml:trace contextRef="#ctx0" brushRef="#br0" timeOffset="13">8346 4092 8912,'0'-17'0,"0"7"0,0-1 0,0 11 0,6 5 0,0 18 0,-1 10 0,-5 9 0,0 2 0,6-4 0,0 6 0,0 2 0,-1-1 0,1-1 0,0-4 0,0-2 0,1-1 0,3-7 0,-1 0 0,5-10 0,-3-7 0,3-8 0,1-12 0,2-5 0</inkml:trace>
  <inkml:trace contextRef="#ctx0" brushRef="#br0" timeOffset="14">8622 4350 8912,'-8'-17'0,"4"1"0,-7 5 0,7 1 0,-4 7 0,0-3 0,7 2 0,-5 10 0,-2 3 0,2 8 0,-7 1 0,4 1 0,-1 2 0,4 2 0,-3 7 0,7-11 0,-4 6 0,4 0 0,2-6 0,0 4 0,0-4 0,0-2 0,8 1 0,-4-9 0,7-3 0,2 1 0,10-1 0,-4 0 0,6-8 0,0-4 0,-4-3 0,6-8 0,0-1 0,0 1 0,-6 0 0,3-2 0,-6-4 0,-1 4 0,-2-4 0,-3 4 0,3 2 0,-13-1 0,4 1 0,-5 6 0,-1-1 0,0 9 0,0 3 0,0 9 0,0 8 0,0 0 0,0 1 0,0-1 0,8 0 0,-4 0 0,7 0 0,-5-1 0,6-5 0,-1 4 0,6-5 0,1 0 0,-9 5 0,1-13 0,-5 3 0,-3-3 0,8-2 0,-6-2 0,3-1 0,3-3 0,-6-7 0,9 9 0,-7-8 0,-2-1 0,3-2 0,-1-3 0,0 9 0,1-14 0,3 4 0</inkml:trace>
  <inkml:trace contextRef="#ctx0" brushRef="#br0" timeOffset="15">9000 4436 8912,'8'17'0,"-6"-7"0,5-3 0,-5-7 0,4 0 0,5 0 0,-1-7 0,1-5 0,1-3 0,-2-2 0,-3 5 0,-7 1 0,0-3 0,0 5 0,0-3 0,-2 9 0,-3-3 0,-7 4 0,-3 2 0,-2 0 0,-1 0 0,1 0 0,0 8 0,2 3 0,1 6 0,3 4 0,-3 2 0,7 0 0,-7 2 0,9 2 0,1-1 0,2-1 0,2-2 0,0 0 0,8-6 0,3-5 0,10-8 0,2 1 0,-2-3 0,6-9 0,0-11 0,7-8 0</inkml:trace>
  <inkml:trace contextRef="#ctx0" brushRef="#br0" timeOffset="16">9224 4298 8912,'11'12'0,"1"-1"0,-6-5 0,5 5 0,-7-7 0,5 6 0,-3-4 0,4 3 0,5 8 0,-4 0 0,-3 1 0,0-1 0,-1 0 0,5 0 0,-3-1 0,-3-5 0,-4 4 0,4-3 0,-4-5 0,-2 1 0,0-8 0,0-13 0,-2-5 0,-2-3 0,-2-3 0,1 3 0,5-8 0,0 0 0,0 3 0,7-7 0,-3 8 0,6-3 0,-3 5 0,7-4 0,-5 8 0,16-14 0,2 7 0</inkml:trace>
  <inkml:trace contextRef="#ctx0" brushRef="#br0" timeOffset="17">11444 3662 8912,'11'0'0,"1"0"0,-8 0 0,3 2 0,-7 4 0,-2 5 0,-2 5 0,-1 1 0,-7 8 0,7 5 0,1 8 0,-4 1 0,2 4 0,2-1 0,3-3 0,1-3 0,0-2 0,-2-1 0,-2-4 0,-2-7 0,0-2 0,6-3 0,0-8 0,-2-11 0,-1-15 0,-3-10 0,2-5 0,-6-2 0,9-7 0,-5-1 0,4-2 0,2-1 0,0-9 0,0 1 0,0 1 0,0-3 0,2 11 0,2 0 0,1 4 0,1-4 0,2 15 0,3 0 0,-1 16 0,1 7 0,3 4 0,1 2 0,8 8 0,0 4 0,0 12 0,-4 11 0,4 9 0,-4 0 0,2 1 0,-6 3 0,-3 2 0,-1-6 0,5 6 0,-3-7 0,-2 1 0,-7-2 0,10-13 0,-9-2 0,-1-2 0,-2-2 0,-2-14 0,0-1 0,0-8 0</inkml:trace>
  <inkml:trace contextRef="#ctx0" brushRef="#br0" timeOffset="18">11513 3868 8912,'-18'0'0,"1"0"0,0-1 0,0-5 0,0 4 0,1-8 0,5 5 0,3 3 0,8-8 0,4 6 0,7-1 0,9-3 0,16 2 0,4-5 0,6-5 0,4-1 0,-1 0 0,-3 0 0,4 0 0,-4 0 0,-4-1 0,8-14 0,-6-4 0</inkml:trace>
  <inkml:trace contextRef="#ctx0" brushRef="#br0" timeOffset="19">12149 3525 8912,'-15'2'0,"4"3"0,-5-3 0,5 4 0,-5-4 0,7-2 0,-6 2 0,3 2 0,-3 1 0,3 7 0,3-5 0,-1 3 0,1 3 0,5 3 0,-4-3 0,8 4 0,0 4 0,8 6 0,3-4 0,5-4 0,1-2 0,0 0 0,0-1 0,0-3 0,1-3 0,-1-1 0,0 1 0,-7 1 0,3 1 0,-7-1 0,0-5 0,-6 5 0,0 1 0,-6 5 0,0 0 0,-7-2 0,-1-1 0,-7-3 0,8-5 0,-4 3 0,1-1 0,1-2 0,6-6 0,1-8 0,16-9 0,1-10 0</inkml:trace>
  <inkml:trace contextRef="#ctx0" brushRef="#br0" timeOffset="20">12717 3404 8912,'10'-17'0,"-4"0"0,-5 0 0,7-1 0,-6 9 0,6 1 0,-8 16 0,0 5 0,0 8 0,0 8 0,0 3 0,0 3 0,0 1 0,0 4 0,0-3 0,0 5 0,0-8 0,2-5 0,3-1 0,-3 1 0,4 3 0,-4-3 0,-2 2 0,0-8 0,-15-1 0,-5-4 0</inkml:trace>
  <inkml:trace contextRef="#ctx0" brushRef="#br0" timeOffset="21">12666 3421 8912,'5'-17'0,"3"0"0,2 0 0,-5 0 0,7 1 0,-1 3 0,-1 2 0,5 7 0,-3-4 0,9 8 0,2 0 0,7 0 0,-9 0 0,6 2 0,-2 4 0,3 3 0,-7 8 0,-5 1 0,-7-1 0,-9 2 0,0 4 0,-2-4 0,-3 4 0,-7-4 0,-11-2 0,4 0 0,-4 1 0,10-1 0,1 0 0,1-7 0,1 5 0,3-6 0</inkml:trace>
  <inkml:trace contextRef="#ctx0" brushRef="#br0" timeOffset="22">13285 3318 8912,'-17'-9'0,"2"3"0,3 12 0,-3 3 0,3 8 0,5 6 0,1 2 0,4 2 0,-4 2 0,1 5 0,1 0 0,8-5 0,1 0 0,9-8 0,-3 2 0,4-4 0,3-4 0,1-4 0,4-5 0,-4-4 0,8-2 0,-4 0 0,-2-13 0,7-4 0,-5-12 0,6 0 0,-2-3 0,1-3 0,-3 1 0,-6-2 0,4-4 0,-9 1 0,3-5 0,-4 2 0,-3 4 0,-3 2 0,-7 3 0,0 5 0,0 3 0,0 8 0,0 7 0,-7 10 0,5 12 0,-4 11 0,4 5 0,-3 5 0,-1 3 0,2 4 0,2 6 0,2-4 0,0 2 0,2-6 0,4 2 0,-4 0 0,11-5 0,-5-3 0,1-3 0,-5 3 0,11-18 0,-3 3 0,3-2 0,-3-7 0,-1-2 0,2-6 0,3-6 0,1-4 0,8-15 0,2-1 0</inkml:trace>
  <inkml:trace contextRef="#ctx0" brushRef="#br0" timeOffset="23">13646 3404 8912,'-17'12'0,"0"-3"0,0-1 0,0-4 0,7 5 0,2-7 0,8 6 0,16-8 0,7 0 0,7 0 0,12 0 0,6-2 0,6-4 0,3-5 0,0-5 0,-5-1 0,0 0 0,-1 0 0</inkml:trace>
  <inkml:trace contextRef="#ctx0" brushRef="#br0" timeOffset="24">9826 14924 8912,'-17'-2'0,"-2"-4"0,-2-4 0,-2 1 0,2 1 0,2 3 0,1-1 0,3-2 0,2 4 0,1-1 0,9-1 0,-5 6 0,16 0 0,3 0 0,4 0 0,2 0 0,1 0 0,-1 0 0,0 0 0,0 6 0,2-1 0,4-1 0,-2-2 0,8-2 0,6 0 0,5 0 0,7 0 0,-1 0 0,6 0 0,5 0 0,5 0 0,8 0 0,5 0 0,5 0-107,12-8 0,4 1 0,-45 0 0,1 0 107,-1 1 0,1 1 0,-1 0 0,-1 0 0,-1 0 0,0-1 0,2-2 0,-1 1 0,-1 1 0,0 0 0,44-3 0,-1-3 0,4 8 0,-47 1 0,-1 1 0,46-2 0,-4 0 0,-6-2 0,-4 2 0,-7 3 0,17 1 0,-4 0 0,2 0 0,-8 7 0,-3-5 0,-9 4 0,1-4 0,0-2 0,-8 0 0,-3 0 0,-5 0 0,7 0 0,-7 0 0,4 0 0,-5 0 0,-6 0 0,-4 0 0,-9 0 0,-3 0 0,-1 0 0,-14 0 0,2 0 0,-1 0 0,-9 0 0,1 0 214,-8 0 0,-2 0-214,-4 0 0,-3 0 0,-9 0 0,1 0 0,-8 0 0,4 0 0,-7 0 0,-3 0 0,-9 0 0,0 0 0,-10 2 0,-5 1 0,-5 3 0,-3 2 0,-6-4 0,1 1 0,-9 9 0,-3-10-27,-12 7 1,44-6 0,-2 1-1,-3 3 1,-2 0 0,-3-1 0,1-1-1,-2 0 1,-1-1 26,0 0 0,0 0-218,-4 0 0,0-1 1,3 1-1,1 0 218,0 0 0,0-1 0,3-3 0,1 0 0,4 1 0,1 0 0,-47-1 0,4-2-152,7 0 0,6 0 152,18 0 0,-4-8 0,6 4 0,-8-7 0,2 5 0,6-4 0,8 1 0,5-1 0,9 7 0,1-5 0,8 0 209,12 6-209,11-5 861,7 7-861,15 0 0,0 0 0,18 0 171,3 0 0,12 2-171,4 3 0,7-3 0,17 6 0,5-8 0,-3 2 0,2 2-968,3 1 968,1 1 0,11-6 0,-44 0 0,2 0 0,2 0 0,2 0 0,6 0 0,1 0 0,0 0 0,2 0 0,4-1 0,1 0 0,2-1 0,1 0 0,4 0 0,-1-1 0,0-1 0,-1 0 0,-2 2 0,-1 0 0,0-1 0,0 0 0,-5 1 0,0-1 0,1 0 0,-1 0 0,-4 0 0,-2 0 0,2 0 0,-1 0 0,-11 3 0,-1 0 0,43-1 0,-8-3 0,-6-2 0,-23 0 0,6 6 0,-23 0 0,-7 0 0,-10 0 0,-4 0 0,-2 0 0,-7 0 0,-3 0 0,-8 0 968,-5 0-968,-4 0 0,-9 0 0,-4 0 0,-5 0 0,-13 0 0,-5 0 0,-11 0 0,-6 0 0,-12 0 0,-5 0 0,-12 0 0,43 0 0,-1 0 0,-3 0 0,-1 0 0,-3 0 0,-1 0 0,3 3 0,-1 0-619,2 0 1,-1 0 618,2 0 0,1-1 0,0 0 0,1-2 0,-1 2 0,1 0 0,-1 1 0,0 0 0,-41 8 0,8-5 0,15-2-351,10-2 351,7 6 0,3-5 0,4 9 0,4-8 0,8 1 0,5-3 0,2-2 0,3 0 0,1 0 594,13 0 0,6 0-594,16 0 0,14 0 0,22 0 0,8 0 0,13 0 0,13-2 0,8-3 2,-2 3 0,-39-5 0,1 0 0,44 2-2,1 1 0,-3 2 0,6 2 0,-14-6 0,0 0 0,-6 3 0,-3 1 0,-8 2 0,-4 0 0,-12 0 0,-12 2 0,-16 3 0,-8 7 0,-15 11 0,-6-2 0,0 7 0,1 1 0</inkml:trace>
  <inkml:trace contextRef="#ctx0" brushRef="#br0" timeOffset="25">7882 7531 8912,'-10'0'0,"-5"-2"0,3-2 0,-3-4 0,-2 1 0,0-1 0,-1 4 0,1 2 0,0 2 0,-2 0 0,-4 0 0,2 8 0,-6 3 0,0 7 0,0 4 0,6 5 0,-1 8 0,2 1 0,3 4 0,6-4 0,1 6 0,3-2 0,3 1 0,2-9 0,2-9 0,2-4 0,3-2 0,5-7 0,7-4 0,0-6 0,1-6 0,6-6 0,5-11 0,-2-3 0,2-9 0,-8 1 0,3-2 0,-6-3 0,-1-1 0,-2-2 0,-3 2 0,1-2 0,-7-4 0,0-3 0,-6 3 0,-8-4 0,4 6 0,-7 4 0,5 11 0,-4 6 0,3 4 0,-1 10 0,2 3 0,4 12 0,-3 11 0,8 14 0,3 7 0,0-2 0,0 14 0,1-4 0,1 3 0,0 3 0,5-3 0,-2-3 0,5-6 0,1-3 0,0-5 0,0-3 0,8 1 0,4-7 0,-2-7 0,1-11 0,1-3 0,5-2 0</inkml:trace>
  <inkml:trace contextRef="#ctx0" brushRef="#br0" timeOffset="26">8122 7582 8912,'-17'6'0,"0"2"0,0-1 0,0 1 0,-1 7 0,1 2 0,0 2 0,0 8 0,0-2 0,5 0 0,3-4 0,1 2 0,2 5 0,6-5 0,0-7 0,2-1 0,4-4 0,-2-3 0,7-2 0,1-4 0,5-2 0,0 0 0,0 0 0,-5-6 0,-1-2 0,1-1 0,-3-5 0,7 7 0,-7-9 0,8 9 0,0-5 0,-5 5 0,-1 7 0,1 0 0,5 0 0,0 0 0,-7 2 0,-4 3 0,1-1 0,-1 8 0,0-9 0,-4 5 0,3-8 0,-1 0 0,6-2 0,-3-4 0,-1 5 0,2-15 0,3 5 0,-1-3 0,-1 1 0,-1 2 0,-4-3 0,5 7 0,-7-1 0,6 8 0,-8 2 0,0 4 0,0 5 0,0 4 0,0 2 0,0 1 0,0-1 0,2 0 0,4 0 0,3-1 0,8-5 0,1-3 0,-5-8 0,4 0 0,-3 0 0,9 0 0,-4-2 0,-2-4 0,0-2 0,-2-5 0,-1 2 0,-5-3 0,-1-1 0,5-2 0,-11-1 0,6 9 0,-8 1 0,0 10 0,0 4 0,0 5 0,0 5 0,0 7 0,0 0 0,6 5 0,-1-3 0,-1 2 0,-2-4 0,-2 3 0,0-1 0,0-4 0,0 6 0,0-8 0,0 6 0,0-8 0,-8-2 0,-5-3 0,-6-6 0,-4-4 0,0-10 0,6-2 0,0-7 0</inkml:trace>
  <inkml:trace contextRef="#ctx0" brushRef="#br0" timeOffset="27">8794 7685 8912,'0'-9'0,"0"-6"0,0 11 0,0-8 0,2 6 0,3-3 0,7 1 0,3 3 0,2-3 0,0-2 0</inkml:trace>
  <inkml:trace contextRef="#ctx0" brushRef="#br0" timeOffset="28">8897 7978 8912,'-17'9'0,"7"-1"0,2-8 0,8 0 0,2-2 0,6-4 0,9-5 0,0-5 0,14-1 0,-8 0 0,0 0 0,2 0 0,-6-8 0,6-2 0</inkml:trace>
  <inkml:trace contextRef="#ctx0" brushRef="#br0" timeOffset="29">9293 7066 8912,'0'-11'0,"0"-1"0,0 9 0,0-1 0,0 13 0,0 9 0,0 16 0,0 0 0,0 12 0,0-10 0,0 5 0,7 1 0,5-2 0,3-4 0,2-5 0,1-8 0,6-4 0,3-2 0</inkml:trace>
  <inkml:trace contextRef="#ctx0" brushRef="#br0" timeOffset="30">9826 7221 8912,'-19'0'0,"-2"0"0,-4 0 0,-2 0 0,-3 0 0,3 2 0,0 6 0,2 7 0,4 6 0,4 4 0,6-2 0,-3-2 0,9 7 0,1-5 0,8 4 0,3 0 0,3 0 0,1-5 0,6 7 0,3-8 0,3 2 0,-4 4 0,5-8 0,-6 4 0,-1-4 0,0-2 0,0 0 0,1 1 0,-1-1 0,0 0 0,-6 0 0,1 0 0,-8 0 0,1 1 0,-5-1 0,-5 0 0,-9 0 0,-7 0 0,2 1 0,-11-1 0,5 0 0,-2 0 0,0-5 0,-1-1 0,3-7 0,7 2 0,7-4 0,-1-2 0,9-8 0,-5-9 0,8-10 0</inkml:trace>
  <inkml:trace contextRef="#ctx0" brushRef="#br0" timeOffset="31">9826 7582 8912,'0'-17'0,"0"0"0,8 0 0,-6-1 0,3 1 0,-3 8 0,6-7 0,-6 14 0,6 2 0,-8 10 0,0 7 0,0 2 0,0 4 0,0 6 0,0-2 0,0 1 0,0-1 0,0 2 0,1 1 0,5-7 0,2 0 0,3-6 0,5-1 0,-5-5 0,4 2 0,3-7 0,-1-2 0,0-2 0,0-10 0,0-3 0,1-12 0,-1 2 0,0-8 0,0-1 0,-7-1 0,-4 2 0,1-3 0,-1 3 0,0 3 0,-6-3 0,0 8 0,0-2 0,0 11 0,0 5 0,0 9 0,0 3 0,0 5 0,0 7 0,0 0 0,0 1 0,0-1 0,0-6 0,0 1 0,7-3 0,5 5 0,3-3 0,2-7 0,2 4 0,4-8 0,-3-2 0,2-4 0,-2-6 0,-3-5 0,0-6 0,0 2 0,0-7 0,-1 5 0,-5-6 0,3 8 0,-9-2 0,9 4 0,-12 9 0,5 5 0,-7 10 0,-2 5 0,-3 7 0,3 0 0,-4 1 0,2 5 0,-2-1 0,4 1 0,-3-5 0,3-1 0,2 0 0,0 0 0,0-5 0,-2-3 0,-4-1 0,4 5 0,-5-3 0,7-1 0,0-9 0,7-9 0,-3-8 0,6-1 0,-3 1 0,5 0 0,-6 0 0,5 0 0,-5-1 0,5 7 0,-3 1 0,1 3 0,-3 1 0,6 6 0,-9 0 0,11 2 0,-8 4 0,5 3 0,-5 8 0,-1 1 0,-5-1 0,6 0 0,0 0 0,2-2 0,-5-1 0,3-3 0,2-1 0,-2 1 0,-3 3 0,9-9 0,-1 1 0,7-6 0</inkml:trace>
  <inkml:trace contextRef="#ctx0" brushRef="#br0" timeOffset="32">10738 6929 8912,'0'-17'0,"0"-1"0,0 1 0,0 8 0,0 1 0,0 8 0,2 10 0,2 7 0,4 10 0,-1 5 0,3 2 0,-1 1 0,-5-1 0,4 6 0,-8 0 0,6 6 0,-1-4 0,-1 2 0,-2-6 0,-2 3 0,8-5 0,1-2 0</inkml:trace>
  <inkml:trace contextRef="#ctx0" brushRef="#br0" timeOffset="33">11306 7496 8912,'-11'0'0,"-1"0"0,-1 0 0,-3 0 0,-1 2 0,0 2 0,2 4 0,3 1 0,-1 3 0,7 5 0,2 0 0,2 0 0,2 0 0,2 1 0,4-1 0,9-6 0,8 1 0,2-8 0,-2 1 0,6-3 0,-4-4 0,-2-2 0,-4-1 0,-2-9 0,0 5 0,-2-8 0,-3-1 0,-6 1 0,-12 2 0,-6 2 0,-3 1 0,-10 1 0,4 1 0,-7 2 0,-3 1 0,6 5 0,-5-6 0,7 8 0,2 0 0,-6-7 0,0-3 0</inkml:trace>
  <inkml:trace contextRef="#ctx0" brushRef="#br0" timeOffset="34">11530 7393 8912,'11'6'0,"1"0"0,-1 1 0,6-3 0,1 2 0,1 7 0,4-1 0,-4 3 0,4 4 0,-4 2 0,-2 2 0,0 7 0,-7-9 0,-4 8 0,1-8 0,-1 2 0,-2 2 0,-10-2 0,-3 0 0,-3-14 0,1-3 0,7-6 0,-2-8 0,4-7 0,2-6 0,0-17 0,8 7 0,5-15 0,8-1 0,-2-3 0,14 4 0,-5 0 0,5-1 0,1 5 0,-1 3 0,-2 9 0,-3 7 0,1 11 0,-2-3 0,-10 13 0,-10 2 0,-7 10 0</inkml:trace>
  <inkml:trace contextRef="#ctx0" brushRef="#br0" timeOffset="35">10566 8270 8912,'-17'-8'0,"-2"-3"0,-2-3 0,-2 3 0,0 1 0,4 7 0,-4-3 0,-6 2 0,4 4 0,2 6 0,-2 9 0,1 10 0,-3 2 0,6 1 0,-2 7 0,6-7 0,5 1 0,-1-2 0,7 1 0,-5 3 0,5-8 0,2-2 0,10-10 0,3-3 0,9-21 0,-1-5 0,6-10 0,0-1 0,5-5 0,-5-6 0,2 3 0,-2-3 0,-4-2 0,4 2 0,-4 2 0,-7 2 0,-3 3 0,-1 4 0,-4 6 0,-2 4 0,-2 2 0,0 8 0,-2 9 0,-4 11 0,4 12 0,-4 6 0,4 3 0,2 3 0,0-1 0,2-5 0,2-1 0,4 1 0,1-2 0,3-3 0,5-6 0,0-3 0,0-4 0,1 3 0,-1-8 0,0-1 0,0-5 0,6-2 0,0-1 0,-4-5 0,-5-2 0,1-1 0,-7-6 0,3-1 0,-5 1 0,3 8 0,-7-7 0,6 7 0,-8-3 0,0 1 0,0 7 0,-8-3 0,6 8 0,-3 5 0,5-4 0,5 4 0,-1 1 0,8-1 0,-1 0 0,6-6 0,1 0 0,-1 0 0,0 0 0,0 0 0,0 0 0,-5 0 0,-1 0 0,-7 0 0,12 0 0,-7 0 0,1 0 0,-1 0 0,-3 0 0,-4 0 0,13 0 0,-13 0 0,6 0 0,-6 2 0,3 4 0,-3-3 0,4 9 0,-4 1 0,-2 2 0,0-5 0,0 5 0,0-3 0,0-3 0,0 3 0,2-6 0,4 5 0,-5 0 0,7 7 0</inkml:trace>
  <inkml:trace contextRef="#ctx0" brushRef="#br0" timeOffset="36">11117 8098 8912,'2'-10'0,"3"5"0,-1 1 0,8-2 0,-8 4 0,13-5 0,-2 5 0,6-4 0,2 4 0,-6-6 0</inkml:trace>
  <inkml:trace contextRef="#ctx0" brushRef="#br0" timeOffset="37">11237 8304 8912,'-7'27'0,"-3"-4"0,-7-12 0,0 3 0,-1-8 0,9 7 0,1-11 0,8 5 0,0-14 0,2 3 0,6-6 0,9 3 0,2-7 0,10 1 0,1-6 0,3-4 0,-4 0 0,-1 6 0,1-8 0,5-2 0,1-7 0</inkml:trace>
  <inkml:trace contextRef="#ctx0" brushRef="#br0" timeOffset="38">11633 7720 8912,'0'9'0,"0"-1"0,0 0 0,0 1 0,0 3 0,0-1 0,2 2 0,4 3 0,-2 1 0,7 0 0,2 0 0,-3 0 0,1 1 0,1-1 0,5 4 0,0-4 0,8 4 0,2-11 0</inkml:trace>
  <inkml:trace contextRef="#ctx0" brushRef="#br0" timeOffset="39">12235 7823 8912,'2'-12'0,"2"1"0,2-2 0,0-3 0,-6 5 0,-2 1 0,-4 3 0,-4-5 0,-7 6 0,-6 1 0,0 5 0,-7 7 0,3 5 0,0 1 0,4-1 0,4 9 0,2-4 0,0 2 0,7 0 0,2 4 0,8 0 0,0-2 0,0-2 0,10 0 0,5 2 0,6 2 0,10 0 0,-4-6 0,5 0 0,-3 1 0,3-1 0,-5 0 0,0 0 0,-4 0 0,-4-7 0,-2 5 0,-2-3 0,-3 3 0,-4 2 0,-10-5 0,-4-1 0,-6 1 0,-10 5 0,-3 0 0,-6-2 0,2-3 0,8 1 0,-2-5 0,4 1 0,10-5 0,1-4 0,8-10 0</inkml:trace>
  <inkml:trace contextRef="#ctx0" brushRef="#br0" timeOffset="40">12545 7960 8912,'-11'-1'0,"-1"-3"0,-1-2 0,-3 2 0,-1 2 0,0 2 0,0 0 0,0 0 0,-1 8 0,1 3 0,0 5 0,2 1 0,1 0 0,5 0 0,1 0 0,2-7 0,6 5 0,-2-3 0,-3 3 0,3-5 0,-4 5 0,12-4 0,-2-3 0,7-2 0,1 1 0,5-1 0,0-2 0,0-2 0,0-2 0,1 0 0,-1 0 0,-8 0 0,7 0 0,-5 0 0,4 0 0,-3 0 0,-1 0 0,1 2 0,5 3 0,-7-3 0,-1 6 0,-3-8 0,-4 0 0,13 0 0,-3 0 0,-5-8 0,9-1 0,-9-10 0,7-2 0,-3-2 0,-5-2 0,5 4 0,1-4 0,-3-2 0,-1-1 0,-2-1 0,-1 2 0,-1 2 0,-2 2 0,-2 6 0,0 0 0,0 8 0,0 1 0,-6 27 0,1 6 0,1 3 0,2 3 0,2 5 0,0 4 0,0-3 0,0 3 0,8-4 0,1-1 0,1-1 0,5 0 0,-7 1 0,5-3 0,-1-3 0,-1-4 0,6-8 0</inkml:trace>
  <inkml:trace contextRef="#ctx0" brushRef="#br0" timeOffset="41">12614 8115 8912,'-17'-11'0,"0"-1"0,-1-1 0,9 5 0,1-7 0,8 13 0,10-6 0,7 6 0,10-3 0,7 3 0,6-6 0,6 2 0,4 1 0,-6-9 0,6-3 0,-6-10 0</inkml:trace>
  <inkml:trace contextRef="#ctx0" brushRef="#br0" timeOffset="42">13233 7445 8912,'-17'0'0,"8"0"0,-5 9 0,9 8 0,-1 10 0,6 13 0,0 6 0,-2 13 0,-2 8 0,-2 6 0,1 1 0,5-1-495,0-4 1,0 3 0,0-11 0</inkml:trace>
  <inkml:trace contextRef="#ctx0" brushRef="#br0" timeOffset="43">8071 11571 8912,'9'2'0,"-1"2"0,0 1 0,-1-1 0,7-8 0,-3-1 0,-7-3 0,2 2 0,-2 3 0,1-9 0,-3 1 0,4-7 0,-4 7 0,-2-1 0,0 7 0,0-7 0,0 1 0,0-1 0,0 1 0,0-2 0,0 3 0,-2 0 0,-2 1 0,-2-1 0,-7 7 0,9-5 0,-7 8 0,-3 0 0,-9 0 0,2 2 0,-7 4 0,-1 5 0,-3 10 0,3 2 0,-4 7 0,8 3 0,-3 7 0,3 0 0,4 0 0,4 0 0,-4 1 0,19-9 0,-4-1 0,4-3 0,2-7 0,2-2 0,4-9 0,5-2 0,5-3 0,1-7 0,2-3 0,4-7 0,-4-3 0,13-10 0,-5-4 0,0-3 0,4-1 0,-8 3 0,-2 1 0,-2-1 0,-2-3 0,0-1 0,0-1 0,-1 9 0,-5 3 0,-3 4 0,-8 1 0,0 9 0,0 1 0,-2 10 0,-2 6 0,-2 9 0,2 8 0,2 2 0,2 5 0,0-5 0,0 7 0,0 1 0,0-1 0,2-2 0,4-1 0,6-2 0,3-8 0,4 5 0,2-6 0,2-3 0,6-4 0,-6-13 0,-2 0 0,5-15 0,1-4 0</inkml:trace>
  <inkml:trace contextRef="#ctx0" brushRef="#br0" timeOffset="44">8587 11382 8912,'-17'0'0,"0"-2"0,0-2 0,-1-2 0,1 1 0,-2 5 0,-2 0 0,-2 2 0,2 3 0,-4 5 0,2 9 0,2 4 0,10-4 0,-3 13 0,9-3 0,-1-2 0,8 0 0,5-1 0,11-1 0,8 0 0,7-2 0,1-6 0,1 0 0,-1 1 0,1-1 0,-3-6 0,-1-1 0,-3-3 0,-7 7 0,4-10 0,-8 7 0,1-5 0,-1 5 0,-15 1 0,-4-1 0,-17-1 0,-4-3 0,-4 7 0,-7-7 0,-1 5 0,6 1 0,1-7 0,7 5 0,-2-5 0,4 0 0,1-6 0,3-2 0,4-4 0,3-11 0,8-10 0</inkml:trace>
  <inkml:trace contextRef="#ctx0" brushRef="#br0" timeOffset="45">9017 11313 8912,'10'-17'0,"-4"0"0,-4 0 0,-2-1 0,-8 9 0,-5 5 0,-9 8 0,1 5 0,-7 10 0,-3 6 0,-1 10 0,-3 7 0,5 7 0,5-1 0,8-2 0,11 0 0,0 5 0,4 1 0,12-2 0,7-5 0,10-3 0,11-9 0,2-4 0,10-5 0,0-8 0,5-5 0,0-5 0,-1-4 0,-2-2 0,-1-15 0,1-5 0</inkml:trace>
  <inkml:trace contextRef="#ctx0" brushRef="#br0" timeOffset="46">7933 8854 8912,'-9'0'0,"1"0"0,8-7 0,0 3 0,0-7 0,2-1 0,4-5 0,-4 5 0,3 1 0,-3 7 0,-4-9 0,-3 7 0,3 0 0,-14 1 0,5-1 0,-4 0 0,3 6 0,1 0 0,-3 0 0,5 2 0,-3 4 0,1-2 0,-6 7 0,5 1 0,2 5 0,1 0 0,-1 0 0,7 8 0,-5-4 0,8 8 0,6-6 0,-1 5 0,14-5 0,-1 6 0,10-6 0,1 5 0,2-5 0,-1 4 0,-1-2 0,-2-2 0,1-6 0,-3 0 0,-8 0 0,-1 1 0,-5-1 0,-3 0 0,-8 0 0,-14-5 0,-7-1 0,-9 2 0,-8-5 0,-8 7 0,0-3 0,8-5 0,-3-1 0,1 2 0,6-2 0,1-1 0,10-5 0,10 0 0,-2-2 0,5-3 0,4 1 0,6-8 0,0-1 0,0-2 0,8-3 0,9-6 0,10-3 0,7-7 0</inkml:trace>
  <inkml:trace contextRef="#ctx0" brushRef="#br0" timeOffset="47">8174 9009 8912,'0'17'0,"0"1"0,0-1 0,0 0 0,0-6 0,0 1 0,0-6 0,0 5 0,8-7 0,3 2 0,5-4 0,1-2 0,2 0 0,4 0 0,5 0 0,-1-8 0,0-2 0,-2 1 0,2-6 0,-10 3 0,4-1 0,-12-1 0,1 3 0,-2-1 0,-10-5 0,-4 0 0,-4 0 0,-9 5 0,-4 1 0,2 5 0,-7-5 0,5 7 0,-4-2 0,2 4 0,4 2 0,2 0 0,2 0 0,1 8 0,5 3 0,-2 7 0,7 3 0,2 1 0,2 9 0,4-6 0,6 5 0,9-1 0,0-2 0,6 1 0,4 5 0,0-14 0,7 4 0,2-10 0,4-1 0,-3-8 0,3 1 0,4-3 0,-8-9 0,6-3 0</inkml:trace>
  <inkml:trace contextRef="#ctx0" brushRef="#br0" timeOffset="48">8725 8872 8912,'0'-12'0,"0"1"0,0 7 0,0-4 0,2 10 0,3 6 0,7 9 0,1 8 0,1 9 0,-3 1 0,1-1 0,5 0 0,0 1 0,0-5 0,0 5 0,1-10 0,-1 7 0,-2-3 0,-1-4 0,-3-1 0,-5-1 0,5-6 0,-7-7 0,4-2 0,-1-8 0,3 0 0</inkml:trace>
  <inkml:trace contextRef="#ctx0" brushRef="#br0" timeOffset="49">9103 8837 8912,'10'-7'0,"-2"5"0,-10-6 0,-4 8 0,-4 0 0,-9 10 0,-6 9 0,-9 15 0,-10 14 0,-6 7 0,-9 18 0,0-10 0,27-26 0,1 0-832,-27 34 832,12-10 0,6-2 0,12-7 0,10-10 50,13-8 0,10-14 1,5-13-1</inkml:trace>
  <inkml:trace contextRef="#ctx0" brushRef="#br0" timeOffset="50">9499 9216 8912,'-7'9'0,"-3"8"0,-7-1 0,-2 8 0,-4 7 0,-6 5 0,-5 12 0,-5 4 0,-3 7 0,-2 2 0,6-2 0,-4-7 0</inkml:trace>
  <inkml:trace contextRef="#ctx0" brushRef="#br0" timeOffset="51">10084 9216 8912,'0'-12'0,"0"1"0,0-3 0,0-1 0,0-2 0,0 0 0,0-1 0,0 1 0,0 6 0,0-1 0,0-1 0,0-2 0,-5 3 0,-3 3 0,-2 1 0,-3 4 0,-8 2 0,-2 2 0,-8 8 0,12 3 0,-4 12 0,2-2 0,0 6 0,-2-2 0,6 3 0,6-5 0,7 6 0,-2-6 0,4 0 0,2-6 0,0 0 0,0 0 0,8 1 0,1-3 0,10-2 0,4-1 0,-2-3 0,8 3 0,-6 1 0,6-7 0,-8 2 0,2-3 0,-6-1 0,-6 8 0,5-9 0,-14 13 0,0-5 0,-12 3 0,-13-3 0,-8 4 0,-3 1 0,0 6 0,-1-1 0,1-3 0,-1-7 0,7 3 0,-1-9 0,8-7 0,-4-7 0</inkml:trace>
  <inkml:trace contextRef="#ctx0" brushRef="#br0" timeOffset="52">10325 9181 8912,'0'-11'0,"0"-1"0,0 8 0,0-3 0,0 20 0,0 4 0,0 2 0,-7 8 0,3-6 0,-6 8 0,3 1 0,1 3 0,0-4 0,0-3 0,2-1 0,1-2 0,-1-6 0,-2 0 0,2 1 0,-5-1 0,7-8 0,-6-1 0,8-16 0,0-3 0,0-4 0,0-3 0,8-6 0,-1-1 0,7-6 0,-3 3 0,1 1 0,5-4 0,0 4 0,0 3 0,1 1 0,-1 6 0,0-1 0,0 7 0,0-1 0,-5 9 0,-1-3 0,3 4 0,-1 4 0,-1 4 0,1 3 0,-5 8 0,-1 1 0,1-1 0,-2 0 0,-6 0 0,7 0 0,-3-1 0,8-5 0,-7-3 0,7-8 0,-1 7 0,7-5 0,-1 4 0,0-4 0,0-8 0,0-1 0,1-3 0,-1 0 0,0-1 0,-6-4 0,1 3 0,-1-3 0,7-2 0,-7 7 0,1 4 0,-9-3 0,7 7 0,-4-4 0,-4 12 0,5-2 0,-7 7 0,6-5 0,0 5 0,7-1 0,-1 1 0,-3 3 0,3-8 0,-1 5 0,6-3 0,1-1 0,-1 1 0,0-2 0,-6-6 0,1 0 0,1 0 0,-5 0 0,7 0 0,-3 0 0,3-8 0,-4 6 0,1-4 0,-8 3 0,1-3 0,5 4 0,-8-6 0,6 6 0,-8-3 0,0 3 0,0-6 0,0 6 0,-2-2 0,-4-1 0,4-9 0,-6 12 0,1-13 0,-5 4 0,5 1 0,-1 1 0,0 1 0,6 2 0,-5 4 0,7-4 0,0 5 0,-8-15 0,-1 7 0</inkml:trace>
  <inkml:trace contextRef="#ctx0" brushRef="#br0" timeOffset="53">11444 8803 8912,'9'-8'0,"-3"-3"0,-4-4 0,-2-3 0,0 9 0,0 5 0,0 15 0,0 3 0,0 14 0,-8 1 0,-1 5 0,-3 1 0,1-1 0,7 3 0,-2 3 0,-1-10 0,1 5 0,0-12 0,6 7 0,0-7 0,0-2 0,0-2 0,8-9 0,3-5 0,6-3 0,6-2 0,-2-2 0,8-3 0,-6-7 0,6-9 0,-1-4 0,-1-1 0,-2 5 0,-8-4 0,-1 8 0,-5-1 0,4 1 0,-13 0 0,4 7 0,-12 5 0,-5 5 0,-5 5 0,-1 5 0,0 7 0,0 0 0,2 1 0,3-1 0,-1 6 0,5 0 0,-2-2 0,7-2 0,-3-2 0,4 0 0,2 0 0,8-7 0,3-4 0,4-4 0,5-2 0,3 0 0,-2-2 0,7-4 0,-5-4 0,6-7 0,-8 0 0,2 0 0,-4 0 0,-2-1 0,0 1 0,1 0 0,-1-8 0,0-2 0</inkml:trace>
  <inkml:trace contextRef="#ctx0" brushRef="#br0" timeOffset="54">11977 8992 8912,'17'-10'0,"1"-3"0,-1 7 0,6-7 0,0 2 0,0 3 0,-4-5 0,4 7 0,-2-2 0,7 4 0,3-1 0,0-1 0,-3 6 0,3 7 0,-8 5 0,6 9 0,-6 2 0,-6 2 0,-6-2 0,-7 1 0,2 5 0,-6 4 0,-6-5 0,-5-1 0,-12 2 0,3-8 0,-2 0 0,2-6 0,3-4 0,0-7 0,7 0 0,5-15 0,3-1 0,9-26 0,7 0 0,7-10 0,6 0 0,15-21 0,4 3 0,3-7 0,5 0 0,1 8 0,3 4 0,-3 2 0,6-6 0,0 4 0</inkml:trace>
  <inkml:trace contextRef="#ctx0" brushRef="#br0" timeOffset="55">24780 16866 8912,'-11'10'0,"0"-4"0,-1-6 0,3-6 0,-5-4 0,8-7 0,-5 0 0,3 2 0,-1 3 0,-5 7 0,5-3 0,-3 2 0,1-5 0,-8 5 0,-4 2 0,-6 2 0,-5 2 0,-6 0 0,-4 0 0,-8 0 0,-15 8 0,-8 3 0,-9 5 0,-8 1 0,-3 0 0,43-8 0,1 1 0,0 0 0,0 1-553,2 1 0,1-1 553,-46 4 0,10 1 0,4-5 0,5 4 0,1-3 0,5-1 0,-4-5 0,10 4 0,-2-3 0,2-3 0,0-2 0,11-2 0,-1 0 0,12 0 0,3 0 0,9 0 0,-1 0 0,7 0 0,0 0 0,6 0 1106,0 0-1106,7 0 0,2 0 0,8-2 0,0-4 0,0 4 0,0-5 0,0 7 0,0 0 0,0 7 0,8-5 0,2 6 0</inkml:trace>
  <inkml:trace contextRef="#ctx0" brushRef="#br0" timeOffset="56">14765 16179 8912,'12'0'0,"-1"0"0,-7 0 0,3 0 0,-7 0 0,2 0 0,4 0 0,6 0 0,3 5 0,2 1 0,0-2 0,1-2 0,-1 4 0,0-1 0,2 1 0,4 2 0,-2-4 0,8 7 0,-1-7 0,7 4 0,1-3 0,4 1 0,-3 5 0,3-5 0,4 0 0,2-6 0,-2 2 0,1 4 0,-4-5 0,3 5 0,0-4 0,0-2 0,1 0 0,9-2 0,1-2 0,3-1 0,1-3 0,-2 2 0,-1 4 0,7-3 0,-8 3 0,3 2 0,-5 0 0,-1 0 0,0 0 0,5 0 0,0 0 0,-1 0 0,5 2 0,0 1 0,4 3 0,4-2 0,-12-2 0,10-2 0,-15 0 0,0 0 0,-1 0 0,5 0 0,-3 0 0,-3 0 0,0 0 0,7 0 0,-4 0 0,12 0 0,-7 0 0,-3 0 0,-1 0 0,-3 0 0,1 0 0,4 0 0,-3 0 0,-3 0 0,-2 0 0,3 0 0,3 0 0,3 0 0,-3 0 0,3 0 0,-3 0 0,-3 0 0,1 0 0,-2 0 0,-5 0 0,-1 0 0,-3 0 0,-5 0 0,6 0 0,0 0 0,-4 0 0,8 0 0,-6 0 0,6 0 0,-6 0 0,6 0 0,-8 0 0,3 0 0,-5 0 0,-2 0 0,3 2 0,3 4 0,-11-5 0,11 7 0,-12-8 0,5 0 0,1 6 0,1 0 0,-3-1 0,-3-5 0,3 0 0,-5 0 0,8 0 0,-1 0 0,0 0 0,1 0 0,-1 0 0,1 0 0,-1 0 0,1 0 0,-1 0 0,0 0 0,1 0 0,-1 0 0,1-2 0,-1-3 0,0 1 0,1-8 0,-6 7 0,-1-7 0,-5 8 0,4-1 0,-2 3 0,-4 2 0,-2-8 0,-2 6 0,0-4 0,-7 5 0,-1 1 0,-3 0 0,-4 0 0,6 0 0,-8 0 0,0 0 0,0 7 0,0-5 0,0 6 0,0-8 0,0 0 0,-8 0 0,4 0 0,-7 0 0,-1 0 0,-5 0 0,0 7 0,-8 3 0,-9 7 0,-10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9.935"/>
    </inkml:context>
    <inkml:brush xml:id="br0">
      <inkml:brushProperty name="width" value="0.05292" units="cm"/>
      <inkml:brushProperty name="height" value="0.05292" units="cm"/>
      <inkml:brushProperty name="color" value="#3165BB"/>
    </inkml:brush>
  </inkml:definitions>
  <inkml:trace contextRef="#ctx0" brushRef="#br0">11685 6396 8912,'11'-8'0,"-1"-3"0,-1-3 0,1 1 0,1 2 0,1-3 0,-1-1 0,3 0 0,1 3 0,2-3 0,0 5 0,1 1 0,-1 1 0,0 6 0,0-4 0,0 5 0,1-5 0,1 4 0,4 2 0,-4 0 0,6 2 0,0 4 0,-3-5 0,13 5 0,-5 2 0,13-1 0,-1 1 0,3 0 0,7 3 0,5-5 0,-3 7 0,13-11 0,-4 4 0,14-4 0,10-2-38,-36 0 0,0 0 1,0 0-1,1 0 0,3 0 1,1 0-1,-1 0 0,1 0 38,1 0 0,1 0-97,1-4 1,0 0 0,3 2 0,0 0 0,0-2 0,-1-1 96,-2 1 0,0 0 0,-4 1 0,-1 0 0,-1 3 0,-2 0 0,40 0 0,-5 0 0,-3 0 0,-3 0 0,2 2 0,2 4 0,10-4 0,-14 11 0,1-7 0,-9 0-44,-3-6 1,8 0 0,3 0 43,4 0 0,2 0 0,0 0 0,-2 0 0,-3 0 0,3 0 0,-19 0 0,4 0 0,-10 0 0,4 0 0,-6 0 0,6 0 0,-1 0 0,1 0 0,4 0 0,-6 0 0,0 0 0,10 0 0,-4-2 0,1-2 0,5-2 0,7 1 0,1-1-49,10 0 0,-10-1 49,-1 1 0,-7 2 0,-6-6 0,-2 3 0,-4 1 281,-2-2 1,-1 7-282,-7-5 0,1 4 0,-3 0 0,-3-2 136,-5-2-136,-5 1 0,-7 5 0,-1 0 0,-5 0 0,4-2 0,0-2 0,-2-2 0,-1 2 136,7 3 0,-10 1 0,8-2-136,1-4 0,-5 4 0,0-6 0,-8 8 0,0 0 0,-5 0 0,-1 0 0,-7 0 0,12 0 0,-15 0 0,7 0 0,-8 0 0,0 0 0,-13 8 0,-5 3 0,-18 12 0,0 12 0,-16 9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10.288"/>
    </inkml:context>
    <inkml:brush xml:id="br0">
      <inkml:brushProperty name="width" value="0.05292" units="cm"/>
      <inkml:brushProperty name="height" value="0.05292" units="cm"/>
      <inkml:brushProperty name="color" value="#3165BB"/>
    </inkml:brush>
  </inkml:definitions>
  <inkml:trace contextRef="#ctx0" brushRef="#br0">26656 11227 8912,'-6'-11'0,"1"-1"0,1-1 0,2-2 0,2 3 0,0 1 0,0 5 0,0-6 0,0 9 0,0-5 0,0 8 0,0 8 0,0 1 0,-2 8 0,-4 1 0,3 4 0,-7 1 0,2-2 0,-5 6 0,1 2 0,-3 3 0,-2 5 0,0 3 0,-2 4 0,-4 7 0,2 1 0,-8-1 0,0 11 0,-5 6 0,1 1 0,3 7 0,1 1 0,8-6-134,-2 3 0,4-3 134,2-2 0,0-1 0,1-5 0,5 0 0,-3-5 0,9 5 0,-7-4 0,7-2 0,-7 1 0,4-14 0,1-1 0,-1-2 0,-3-7 0,5-5 0,-6-5 0,7-6 0,1-1 0,-6-8 0,8-1 268,-5-8-268,7 0 0,0 0 0,0-8 0,-8 6 0,-1-5 0,-3 1 0,1-2 0,-3-1 0,-1-3 0,-10-5 0,-2 0 0</inkml:trace>
  <inkml:trace contextRef="#ctx0" brushRef="#br0" timeOffset="1">25865 12362 8912,'0'9'0,"0"-1"0,0-8 0,-8 0 0,6 2 0,-4 4 0,4 5 0,2 4 0,0 3 0,0 6 0,0 5 0,0 6 0,2 5 0,4 5 0,6 5 0,-3 2 0,3-1 0,-1 1 0,6-1 0,0-7 0,6-3 0,0-13 0,-2-5 0,6-11 0,-4-5 0,10-9 0,3-3 0,10-15 0,0-14 0,3-8 0,3-2 0,0-9 0,-1 7 0,-5-8 0,0 8 0,-8 4 0,2 2 0,-5 4 0,-6 2 0,-12-8 0,-10-2 0</inkml:trace>
  <inkml:trace contextRef="#ctx0" brushRef="#br0" timeOffset="2">27035 9834 8912,'-15'-1'0,"1"-3"0,3-2 0,7 2 0,-2 10 0,4 5 0,4 12 0,2 6 0,4 3 0,1 3 0,-3 1 0,5 2 0,3 4 0,-1 0 0,-1 0 0,3-1 0,-4-7 0,-1-2 0,-1-1 0,-1-4 0,-4-2 0,-2-8 0,-2-6 0,0-7 0,0 4 0</inkml:trace>
  <inkml:trace contextRef="#ctx0" brushRef="#br0" timeOffset="3">26880 9559 8912,'-33'23'0,"3"0"0,3-2 0,2-4 0,4-5 0,10 3 0,5-3 0,4-5 0,10 1 0,3-8 0,6-4 0,6-7 0,-4-1 0,4-11 0,-3 2 0,-3-2 0,-6 4 0,1-4 0,-8-2 0,1 3 0,-3 4 0,-2 7 0,0-1 0,-2 3 0,-3 3 0,1 4 0,-8 4 0,-1 6 0,-2 9 0,3 8 0,1 9 0,7 8 0,-2 4 0,4 4 0,2 1 0</inkml:trace>
  <inkml:trace contextRef="#ctx0" brushRef="#br0" timeOffset="4">27259 10024 8912,'9'-12'0,"-3"1"0,-4 7 0,0-10 0,3 9 0,-3-1 0,6 8 0,-6 4 0,4 5 0,-4 10 0,3 2 0,3 6 0,-2-6 0,1 5 0,-1-5 0,-4 0 0,4-6 0,-3 1 0,3-1 0,-4-8 0,8-1 0,-5-8 0,-3-8 0,4-3 0,-4-12 0,-2-6 0,0 2 0,0-1 0,0-1 0,0-3 0,0 1 0,0 2 0,0 8 0,0-3 0,2 6 0,4 3 0,5 4 0,4 3 0,3 8 0,-1 8 0,0 3 0,0 4 0,0 3 0,6-3 0,0-4 0,0 5 0,-5-5 0,6-3 0,-5-1 0,4-7 0,-3 0 0,-3 0 0,0 0 0</inkml:trace>
  <inkml:trace contextRef="#ctx0" brushRef="#br0" timeOffset="5">27775 9766 8912,'-17'0'0,"-1"5"0,1 1 0,6 8 0,-1-3 0,8 4 0,-1 2 0,3 8 0,2-6 0,0 6 0,0 0 0,5-4 0,1 8 0,8-8 0,-3 2 0,4-4 0,3-2 0,-7 0 0,1 0 0,-1-7 0,6-2 0,0-8 0,-7-14 0,-4-3 0,-2-6 0,1 0 0,-3-4 0,4-7 0,-4 0 0,-2-1 0,6 1 0,-1-1 0,3 3 0,-2 3 0,-2-1 0,7 7 0,-5 0 0,5 6 0,-5 7 0,5 4 0,3 5 0,1 8 0,2 5 0,-5 3 0,-1 2 0,1 0 0,5 1 0,0-9 0,0 4 0,2-7 0,4-2 0,-3-2 0,2-2 0,3-2 0,-2-4 0,6-3 0,-6-8 0,0-6 0,-6-2 0,-2-2 0,-3-4 0,-3 1 0,-3 1 0,-4-3 0,4 13 0,-12-4 0,-5 4 0,-5 9 0,-1 2 0,0 8 0,-2 2 0,-4 4 0,4 6 0,-4 10 0,4 7 0,3 4 0,5 1 0,-3 0 0,9 1 0,-3-1 0,2 1 0,4-7 0,-3 1 0,5-8 0,5 2 0,5-6 0,7-6 0,0-5 0,1-4 0,6-2 0,-3-9 0,8-7 0,2-5 0,-4-9 0,1 1 0,1-11 0,-2 4 0,-4-5 0,-4 7 0,-2 5 0,-6-1 0,-1 5 0,-2 0 0,-5 0 0,-1 8 0,-2 6 0,0 7 0,6-2 0,0 12 0,1 3 0,-1 9 0,-2-1 0,8 0 0,-1 0 0,6-2 0,0-1 0,1-3 0,1 1 0,4 5 0,-4-6 0,4-1 0,-2-2 0,2-5 0,-4-1 0,4-2 0,-4 0 0,-2 0 0,8-15 0,2-4 0</inkml:trace>
  <inkml:trace contextRef="#ctx0" brushRef="#br0" timeOffset="6">28979 9198 8912,'10'-2'0,"-4"-3"0,-4 3 0,-2-6 0,2 8 0,3 0 0,5 2 0,7 4 0,0 3 0,8 16 0,4 4 0,3 3 0,3 3 0,-1-1 0,1 6 0,-1 2 0,-2 2 0,-3 4 0,-6-4 0,-11 2 0,-5-8 0,-7 4 0,-2-10 0,-3-3 0,-7 0 0,-11-12 0,-4 2 0,-7-13 0,-8-1 0,-2-5 0,-8 0 0</inkml:trace>
  <inkml:trace contextRef="#ctx0" brushRef="#br0" timeOffset="7">28652 9078 8912,'-26'-27'0,"3"-3"0,11 7 0,5 0 0,7 6 0,0-1 0,2 3 0,3 4 0,12-3 0,12 9 0,4-1 0,1 6 0,2-2 0,5-4 0,-5 4 0,6-5 0</inkml:trace>
  <inkml:trace contextRef="#ctx0" brushRef="#br0" timeOffset="8">29444 8975 8912,'-8'9'0,"5"7"0,-9-5 0,8 6 0,-1 4 0,3 4 0,2 2 0,0-4 0,0 5 0,0-5 0,0 6 0,7-8 0,5 2 0,5-4 0,6-2 0,2-1 0,3-5 0,5-3 0,-4-8 0,3 0 0,-3-2 0,-1-4 0,3-5 0,-8-5 0,-6-1 0,-1-6 0,-11 0 0,1-2 0,-6 2 0,-2 4 0,-4-4 0,-5 4 0,-4 2 0,-5 2 0,-2 3 0,2-1 0,-3 7 0,-1 1 0,1 5 0,0 0 0,6 0 0,-1 0 0,1 7 0,8 3 0,1 7 0,10-7 0,4-5 0,5-3 0,10-2 0,4-2 0,2-3 0,-4-5 0,5-7 0,1 0 0,5-1 0,-1-1 0,-4-4 0,3 4 0,-3-4 0,3 4 0,1 2 0,-5 2 0,-5 3 0,-3 5 0,-3 7 0,0 0 0,-2 2 0,-1 5 0,-3 10 0,-5 1 0,5 5 0,-7 3 0,6-5 0,-7 6 0,3-2 0,0-2 0,-6-6 0,0 0 0,0 0 0,0 1 0,0-9 0,-8 6 0,-1-5 0</inkml:trace>
  <inkml:trace contextRef="#ctx0" brushRef="#br0" timeOffset="9">29788 8597 8912,'-17'-16'0,"0"3"0,0 1 0,-1-1 0,9-2 0,1-2 0,8-1 0,4 7 0,7-1 0,5 9 0,18-3 0,-1 4 0,13 2 0,-1 0 0,7 0 0,0 0 0</inkml:trace>
  <inkml:trace contextRef="#ctx0" brushRef="#br0" timeOffset="10">30201 8751 8912,'-2'12'0,"-3"-1"0,3-5 0,-4 5 0,4-5 0,2 6 0,0-7 0,0 7 0,0-6 0,0 5 0,0-5 0,0 5 0,0-7 0,0 11 0,0-3 0,0-5 0,0 1 0,0-8 0,0 0 0,0-8 0,2-3 0,2-4 0,1-3 0,1-4 0,-6-1 0,2-2 0,4 2 0,-2 4 0,7-4 0,-5 6 0,5 5 0,-7-3 0,11 11 0,-3-5 0,3 1 0,2 2 0,1 6 0,1 2 0,4 4 0,-2-2 0,7 7 0,1 1 0,6 5 0,-1-2 0,0-4 0,8-3 0,2-8 0</inkml:trace>
  <inkml:trace contextRef="#ctx0" brushRef="#br0" timeOffset="11">5834 12327 8912,'-6'23'0,"-2"0"0,1-2 0,-3-2 0,2-1 0,-1-1 0,-1 0 0,5-6 0,-7-1 0,-1-2 0,-3-4 0,-1 3 0,0-1 0,0-2 0,0-2 0,-1-2 0,1 0 0,-2 0 0,-2 0 0,-2 0 0,0 0 0,6 0 0,0 0 0,0 0 0,-1 0 0,9 0 0,-6 0 0,13 0 0,2 5 0,11 3 0,2 2 0,3 1 0,1-1 0,-9 3 0,9-7 0,-4 7 0,4-2 0,1 5 0,-7-5 0,1 1 0,1 1 0,-5 2 0,1-3 0,-5-1 0,2 3 0,-2 1 0,-3-4 0,-1 1 0,0-6 0,0 5 0,0-5 0,0 5 0,0-7 0,0 4 0,0-8 0,0 0 0,0 0 0</inkml:trace>
  <inkml:trace contextRef="#ctx0" brushRef="#br0" timeOffset="12">10704 12259 8912,'11'0'0,"-1"2"0,-1 1 0,1 3 0,-6 0 0,3-8 0,-7-4 0,0 2 0,0-7 0,0 7 0,-1-9 0,-3 5 0,-2-1 0,-6 3 0,7-6 0,-9 9 0,5-5 0,-8 6 0,-1-4 0,-6 4 0,4-5 0,-4 9 0,-1 3 0,6 5 0,-4 7 0,2 0 0,-2 1 0,9 4 0,-3 1 0,11 8 0,-7-10 0,7 8 0,0-8 0,6 2 0,8-4 0,4-2 0,9-8 0,3-3 0,3-4 0,2-2 0,5-2 0,1-4 0,-1-5 0,1-12 0,-3 2 0,-3-8 0,1 6 0,-7-5 0,0 5 0,-6-4 0,1 2 0,-7-3 0,-1 5 0,-3 2 0,-1 9 0,-6 5 0,-8 7 0,5 7 0,-7 5 0,2 5 0,5 6 0,1-2 0,2 7 0,0 1 0,7 4 0,5-5 0,3 3 0,2-8 0,6 5 0,2-5 0,2-2 0,2-2 0,3-7 0,-1-3 0,-5-1 0,-1-4 0,-2-10 0,2-11 0,2-10 0</inkml:trace>
  <inkml:trace contextRef="#ctx0" brushRef="#br0" timeOffset="13">11427 12104 8912,'-6'-13'0,"0"7"0,0 10 0,6 19 0,0-2 0,0 5 0,2 1 0,4 0 0,-4-4 0,4 5 0,-4 3 0,-2-4 0,0-1 0,0-1 0,0-4 0,0-2 0,0-1 0</inkml:trace>
  <inkml:trace contextRef="#ctx0" brushRef="#br0" timeOffset="14">11323 11898 8912,'0'-23'0,"-2"0"0,-1 2 0,-3 2 0,2 9 0,10 4 0,3 4 0,9 2 0,-1 0 0</inkml:trace>
  <inkml:trace contextRef="#ctx0" brushRef="#br0" timeOffset="15">11891 11640 8912,'-17'-8'0,"6"6"0,-1 0 0,1 10 0,1 9 0,-5 18 0,5 1 0,1 6 0,-5 4 0,8 7 0,3 3 0,1 1 0,2 8 0,0-2 0,0 4 0,7-12 0,3-5 0,1-6 0,1-6 0,-1-17 0,14 2 0,2-14 0</inkml:trace>
  <inkml:trace contextRef="#ctx0" brushRef="#br0" timeOffset="16">12029 12190 8912,'-12'0'0,"1"0"0,-1 8 0,-3 1 0,4 8 0,-5 1 0,14-1 0,-3 0 0,3 0 0,4-2 0,3-3 0,5 3 0,7-5 0,2 1 0,4 1 0,4-9 0,6 5 0,-3-8 0,-1 0 0,-8-8 0,2 5 0,-10-9 0,-1-1 0,-8-3 0,1-1 0,-5 0 0,-5 0 0,-5 7 0,-7-5 0,0 4 0,-1 1 0,-1 1 0,-4 1 0,4 2 0,-6 4 0,8-4 0,0 5 0,0-7 0</inkml:trace>
  <inkml:trace contextRef="#ctx0" brushRef="#br0" timeOffset="17">12545 12156 8912,'17'7'0,"1"3"0,-1-1 0,0-1 0,-6-2 0,1 1 0,-1 3 0,1 3 0,-1 3 0,-5-1 0,6-4 0,-9 10 0,3-4 0,-4 4 0,-2-3 0,-2-1 0,-4 0 0,-3 0 0,-8-1 0,-1-5 0,1 4 0,6-13 0,-1 4 0,-1-4 0,5-10 0,-1 4 0,3-7 0,4-1 0,-4-7 0,4-2 0,2-2 0,0 2 0,8-5 0,2 7 0,9-4 0,4 4 0,3 1 0,5-5 0,3 0 0,-3 1 0,19 4 0,-6 1 0</inkml:trace>
  <inkml:trace contextRef="#ctx0" brushRef="#br0" timeOffset="18">13457 11932 8912,'15'-2'0,"-3"-4"0,-4 3 0,-8-9 0,0 8 0,-14-5 0,-5 5 0,-6-2 0,-3 0 0,-7 6 0,1 8 0,-1 4 0,7-3 0,1 3 0,2 1 0,2 2 0,8 2 0,3 1 0,5-1 0,7 0 0,0 0 0,2 2 0,3 4 0,7-4 0,11 6 0,5 0 0,-1-6 0,4 6 0,5 0 0,-3-6 0,3 4 0,-5-4 0,-10-2 0,7 0 0,-11 0 0,-7 1 0,-8 1 0,-8 4 0,-19 5 0,-17 11 0,-13 3 0,-14 2 0,-8 1 0,31-16 0,-1 2-255,-1 0 0,-2 1 0,-7 1 1,-2-1 254,-4-1 0,-1 1 0,-2 1 0,-1 0 0,-2-1 0,0 0 0,0 1 0,0 0 0</inkml:trace>
  <inkml:trace contextRef="#ctx0" brushRef="#br0" timeOffset="19">3734 12551 8912,'-11'6'0,"-1"-1"0,-1-1 0,-2-2 0,5-2 0,1 0 0,3 0 0,4 0 0,-4 0 0,12 0 0,-2-2 0,7-3 0,1 3 0,-1-8 0,1 6 0,1-3 0,2-3 0,4-1 0,4-7 0,-2 1 0,8 0 0,-8 0 0,2 0 0,-4-1 0,-2 1 0,1-4 0,-3 2 0,-4 4 0,-5 0 0,-4-1 0,-2 7 0,-13-5 0,-5 9 0,-8-1 0,3 6 0,-8 2 0,2 4 0,-3-3 0,-1 11 0,3 3 0,3 6 0,2 4 0,2 1 0,8 7 0,3-1 0,7 0 0,3 1 0,2-3 0,4-1 0,7-3 0,3-8 0,14-1 0,3-8 0,1-3 0,10-2 0,0-8 0,4-4 0,4-9 0,-4-8 0,6-8 0,1 2 0,-1-3 0,-5-2 0,-12-1 0,-1 1 0,1-1 0,-8 7 0,-6 1 0,-8 2 0,-7 4 0,-4 2 0,-2 2 0,-8 0 0,-2 7 0,-1 8 0,-1 8 0,9 9 0,-3 1 0,4 5 0,2 9 0,0 1 0,0 7 0,2-2 0,4 4 0,3-5 0,8-5 0,1-1 0,-1 0 0,2-3 0,4-3 0,-2-6 0,8-5 0,-6-4 0,5-8 0,-5 0 0,4-2 0,0-6 0,-2-7 0,-1-6 0,7-10 0,-12 6 0,4-3 0,-4-5 0,-2 5 0,1-5 0,-7 1 0,1 3 0,-9-4 0,5 9 0,-8-5 0,0 6 0,0 4 0,-2 2 0,-4 0 0,-3 7 0,-8 2 0,-1 8 0,9 8 0,-5 2 0,9 7 0,1 0 0,2 0 0,2 2 0,2 2 0,4 2 0,3 0 0,8 0 0,1 0 0,-1-2 0,0 6 0,0-8 0,0 6 0,1-1 0,-1-4 0,-6 4 0,1-6 0,-6-1 0,3 0 0,-1 0 0,-4 0 0,-3-7 0,-8 3 0,-5-7 0,-3 0 0,4-6 0,-1 0 0,6 0 0,-5 0 0,7-8 0,-2-5 0,4-8 0,2 2 0,8-14 0,4 4 0,5-3 0,4-2 0,4-3 0,1-1 0,5-2 0,-6 0 0,7 5 0,-3 1 0,-4 2 0,-2 3 0,-6 4 0,-4 8 0,-1 0 0,-8 0 0,1 7 0,-10 4 0,-12 4 0,-10 4 0,-2 4 0,0 5 0,-1 5 0,-3 9 0,5-6 0,-1 4 0,8 1 0,-2-1 0,11 0 0,7-4 0,3 4 0,2-4 0,0 6 0,0-8 0,15-1 0,8-5 0,8-5 0,5-4 0,4-2 0,4 0 0,2-2 0,0-4 0,-6-3 0,6-9 0,-2-4 0,2-1 0,-6 2 0,-4-6 0,-1 8 0,-1-6 0,1 0 0,-9 12 0,-3-4 0,-4 1 0,-1 1 0,-1 5 0,-6 1 0,1 3 0,-8 4 0,3-4 0,-5 10 0,4 2 0,-4 7 0,7-3 0,-5 7 0,2 0 0,7 1 0,-3-1 0,7 0 0,0 0 0,2 0 0,2 0 0,4-1 0,2-5 0,2 5 0,-1-15 0,1 5 0,-6-2 0,6 2 0,-8-4 0,4-2 0,-8-10 0</inkml:trace>
  <inkml:trace contextRef="#ctx0" brushRef="#br0" timeOffset="20">9688 14288 8912,'-1'-12'0,"-5"1"0,4 7 0,-13-12 0,5 15 0,-7-7 0,0 8 0,-1 0 0,1 0 0,0 0 0,-8 8 0,-2-1 0,-7 8 0,0 3 0,-7-5 0,1 10 0,-13 4 0,3 1 0,0 7 0,2 5 0,3-4 0,-5 20 0,4-5 0,8 3 0,7-1 0,6-1 0,10 1 0,4 5 0,3-13 0,8 1 0,15-13 0,8-5 0,8-7 0,13 10 0,7-8 0,9-6 0,8-5 0,3-7 0,4 5 0,5-3 0,-3-1 0,-3-6 0,-5 0 0,-6 0 0,4-7 0,-8-3 0,6-7 0,-2 0 0,-15 7 0,8-5 0,-14 1 0,2-7 0,-6 2 0,0-6 0,-5 2 0,-5 1 0,-7-9 0,10 6 0,-8-5 0,-4 1 0,-6-2 0,1-3 0,-8-4 0,-3-2 0,-3-6 0,-5 6 0,-11 0 0,-7 5 0,-7 1 0,-5 1 0,-11 5 0,-3 5 0,-11 9 0,-3 3 0,-4 5 0,-1-5 0,-1 7 0,0-2 0,6 4 0,0 2 0,7 0 0,-1 0 0,13 2 0,10 4 0,7-2 0,10 7 0,-1 3 0,1 1 0,8 2 0,1 2 0,8 4 0,0-4 0,0 6 0,0-8 0</inkml:trace>
  <inkml:trace contextRef="#ctx0" brushRef="#br0" timeOffset="21">10205 16144 8912,'0'-17'0,"0"0"0,0 0 0,0 0 0,0-1 0,2 1 0,3 0 0,-3 0 0,4 0 0,-4 7 0,-4 1 0,-4 3 0,4 4 0,-7-6 0,3 6 0,-5-3 0,-5 1 0,-1-8 0,0 8 0,4-5 0,-3 3 0,-3-5 0,-4 1 0,0-1 0,-4 7 0,-7-6 0,0 5 0,-8 3 0,-4-4 0,-4 4 0,-2 2 0,1 0 0,-1 8 0,0 3 0,-5 6 0,0 6 0,-1 4 0,7 7 0,-1 3 0,-1 3 0,-1 6 0,2 3 0,-3-5 0,19 4 0,-5-8 0,11 2 0,5-4 0,6 3 0,0-7 0,13-5 0,-5-1 0,5 7 0,0-3 0,6-3 0,0-6 0,0 2 0,2-3 0,4-1 0,3 6 0,7-8 0,-1 6 0,2 0 0,-2-4 0,14 8 0,-6-8 0,6 2 0,1-4 0,9-2 0,3 0 0,2 0 0,-6 0 0,10-1 0,-6-3 0,2-1 0,-6-9 0,15 5 0,-5-8 0,0 0 0,-6 0 0,4 0 0,-6 0 0,6 0 0,-2-2 0,4-4 0,-4-3 0,-2-1 0,6-5 0,-4 5 0,2-7 0,-1 0 0,-6 0 0,1 0 0,-4-6 0,-1 0 0,-3-6 0,-3 6 0,-2-2 0,-6 4 0,2-3 0,-2-3 0,-2 0 0,-2-2 0,0-3 0,-5 7 0,-1-5 0,2 1 0,-5 0 0,0-5 0,-6-1 0,3 1 0,-3 0 0,6-6 0,-8-1 0,0 1 0,-2 0 0,-4 0 0,-3-8 0,-9 2 0,-1 3 0,-4-3 0,-3 7 0,-9 5 0,1 2 0,-1 3 0,1 12 0,-6-6 0,0 11 0,-8 5 0,2 1 0,-4 4 0,-1 2 0,5 8 0,0 3 0,-2 4 0,0 3 0,2-1 0,4 0 0,8 0 0,-1 0 0,9 6 0,1 2 0,0 2 0,6 2 0,-6 5 0,8 0 0,0 1 0,-8 7 0,-2 2 0</inkml:trace>
  <inkml:trace contextRef="#ctx0" brushRef="#br0" timeOffset="22">3235 13462 8912,'10'0'0,"5"-7"0,-5-3 0</inkml:trace>
  <inkml:trace contextRef="#ctx0" brushRef="#br0" timeOffset="23">21236 13944 8912,'0'-44'0,"0"4"0,0 5 0,0 7 0,0 5 0,0 4 0,0 1 0,0 1 0,0 0 0,0 0 0,-8 0 0,-4-1 0,-3 3 0,-2 2 0,0 3 0,-1 3 0,1-5 0,0 6 0,-6-7 0,0 1 0,-7 3 0,-1-1 0,-5 1 0,-5-1 0,-1 6 0,2-1 0,-4 3 0,-7 2 0,-9 0 0,7 6 0,-5 1 0,5 3 0,-4 1 0,-1 6 0,-13 6 0,3 0 0,-5 6-134,4-6 1,6 7 133,0-1 0,8 2 0,-1-1 0,8 1 0,8 5 0,4-2 0,1 18 0,1 0 0,1-7-4,5 7 0,3-2 4,8 7 0,5-2 0,1 8 0,1-7 0,-1 3 0,5 0 0,-4 4 0,-1 12 0,-4 9 0,-3 8 0,1-1 0,0-5 0,2 0 0,3 0 0,-3 8 0,7-14 0,-5 0 0,1-7 0,9 3 0,-11-5 0,8 2 0,3-9 0,1-4 0,-4-9 0,0 3 0,2 3 0,3 4 0,1 2 0,0-2 0,0-1 0,0 3 0,1-4 0,3 0 0,2 0 0,7-7 133,-1-6 1,5-2-134,6 2 0,4 1 4,7-7 0,1 1-4,-1-7 0,-3-5 0,3-1 0,-3-7 0,9 2 0,-4-11 0,-1 1 0,1-5 0,4 1 0,-2-5 0,6 2 0,0-4 0,0-2 0,4-2 0,9-4 0,-1 2 0,7-7 0,-8-1 0,10-11 0,-5-2 0,1-1 0,-4 3 0,6-6 0,-7 1 0,1-7 0,-1 1 0,1-1 0,-2 1 0,8 0 0,-7-1 0,3 1 0,-7-2 0,-1-5 0,-7 5 0,-3-4 0,-13 4 0,-7 1 0,-5-1 0,-5-4 0,-7-2 0,2-4 0,-4-11 0,-2 11 0,1-13 0,3 1 0,4-1 0,1-2 0,-5 6 0,10-12 0,-7 2 0,3-4 0,1-4 0,-1 1 0,5 5 0,-13-9 0,4 7 0,2 0 0,-3 0 0,-1 0 0,6 1 0,-3-7 0,7-3 0,-3-4 0,1-6 0,-3 0 0,5 6 0,-9 2 0,1 7 0,-6-2 0,-2 12 0,-4 6 0,-5 6 0,-12 5 0,4 4 0,-19 7 0,1 3 0,-5 3 0,-4 4 0,-7 8 0,-3 2 0,-1 3 0,0 5 0,15 7 0,7 0 0,10 0 0,12 2 0,1 3 0,11 5 0,1 7 0,7 8 0,10 4 0,16 3 0,3 2 0,16 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10.355"/>
    </inkml:context>
    <inkml:brush xml:id="br0">
      <inkml:brushProperty name="width" value="0.05292" units="cm"/>
      <inkml:brushProperty name="height" value="0.05292" units="cm"/>
      <inkml:brushProperty name="color" value="#3165BB"/>
    </inkml:brush>
  </inkml:definitions>
  <inkml:trace contextRef="#ctx0" brushRef="#br0">4457 5210 8912,'0'9'0,"0"-1"0,0-8 0,0-2 0,0-4 0,0 2 0,0-7 0,2 1 0,2-3 0,2 1 0,-1 9 0,1-7 0,0 4 0,-1-3 0,-3-1 0,4 4 0,-4 3 0,4-3 0,-4 4 0,-2-8 0,0 5 0,0 3 0,5-8 0,1 5 0,0 3 0,-6-6 0,0 8 0,0-2 0,0-4 0,0 4 0,0-5 0,0 7 0,0 0 0,8 0 0,-7 0 0,7 0 0,0 7 0,1-5 0,9 6 0,-1-2 0,0-1 0,0-1 0,-7-2 0,5 0 0,-4 4 0,-1-4 0,1 3 0,3-3 0,1-2 0,2 6 0,1 0 0,-1 0 0,0-6 0,0 0 0,0 0 0,1 0 0,-1 0 0,0 0 0,0 0 0,0 0 0,3 0 0,3 0 0,-4 0 0,4 0 0,-4 0 0,-2 0 0,0 0 0,0 0 0,1 0 0,-1 0 0,0 0 0,0 0 0,0 0 0,1 0 0,-1 0 0,0 0 0,0 0 0,-7 0 0,5 0 0,-3 0 0,3 0 0,2 0 0,0 0 0,0 0 0,8 0 0,-6 0 0,4 0 0,-3 0 0,4 0 0,-4 0 0,2 0 0,-2 0 0,-3 0 0,0 0 0,0 0 0,0 0 0,-5-2 0,-1-4 0,1 4 0,5-4 0,-5 4 0,-1 2 0,2 0 0,3 0 0,1 0 0,0 0 0,0-2 0,0-3 0,1 3 0,5-6 0,0 8 0,-2 0 0,-2 0 0,-2 0 0,0-6 0,0 1 0,1-1 0,-1 6 0,0 0 0,0 0 0,0 0 0,-7 0 0,5 0 0,-11 0 0,8 0 0,-9-2 0,3-4 0,-2 4 0,2-3 0,-4 3 0,13 2 0,-13 0 0,5 0 0,-7 0 0,0 0 0,-7 0 0,5 0 0,-13 0 0,13 0 0,-14 0 0,7 0 0,-8 0 0,-1 0 0,7 0 0,-1 0 0,1 0 0,-6 0 0,0 0 0,-1 0 0,-6 0 0,4 0 0,-3 0 0,4 0 0,0 0 0,-4 0 0,4 0 0,-4 0 0,4 0 0,2 0 0,0 0 0,-1 2 0,1 2 0,0 1 0,0 1 0,0-6 0,5 0 0,1 0 0,-1 0 0,-5 0 0,0 0 0,5 0 0,1 0 0,-1 0 0,-5 0 0,6 0 0,-1 0 0,-1 0 0,-2 0 0,-3 0 0,1 0 0,0 0 0,5 0 0,1 0 0,-2 0 0,-3 0 0,-1 0 0,0 0 0,0 0 0,-1 0 0,1 0 0,0 0 0,0 0 0,0 0 0,-1 0 0,1 0 0,0 0 0,0 0 0,0 0 0,-1 0 0,1 0 0,0 0 0,0 0 0,-2 0 0,-2 0 0,-2 0 0,4 0 0,1 0 0,11 0 0,-12 0 0,-3 0 0,5 0 0,-6 0 0,8 0 0,-2 0 0,3 0 0,-8 0 0,2 0 0,3 0 0,0 2 0,0 2 0,0 1 0,-1-1 0,1-2 0,0-2 0,0 0 0,0 0 0,1 2 0,5 4 0,-5-4 0,5 3 0,-4-3 0,3-2 0,1 0 0,-1 0 0,1 0 0,-1 0 0,8 0 0,-5 0 0,3 0 0,4 0 0,-5 0 0,7 0 0,0 0 0,7 0 0,-5 0 0,6 0 0,-8 0 0,0 0 0,7 0 0,-5 0 0,6 0 0,-6 0 0,4 0 0,3 0 0,3 0 0,-1 0 0,1 0 0,5 0 0,6 0 0,0 0 0,0 0 0,-6 0 0,6 0 0,2 0 0,1 0 0,5 0 0,2 0 0,1 0 0,-1-5 0,-5-1 0,5-2 0,-5 3 0,5 3 0,-1-4 0,-1 2 0,-2-2 0,-8 4 0,9-5 0,-7 7 0,-6-2 0,-5-4 0,-1 4 0,7-3 0,-1 3 0,0 2 0,-6 0 0,1 0 0,-1 0 0,7 0 0,-7 0 0,1 0 0,-1 0 0,6 0 0,0 0 0,1 0 0,-1 0 0,0 0 0,8 0 0,-6 0 0,4 0 0,-4 0 0,-2 0 0,1 0 0,-1 0 0,0 0 0,0 0 0,-5 0 0,-1 0 0,3 0 0,1 0 0,-4-2 0,1-2 0,1-2 0,2 0 0,3 6 0,-7 0 0,1 0 0,-1 0 0,6 0 0,-7 0 0,-3 0 0,1 0 0,-6 0 0,6 0 0,-10 0 0,-4 0 0,4 0 0,-7 0 0,3 0 0,2 0 0,-7 0 0,-1 0 0,-5 0 0,0 0 0,-1 0 0,-5 0 0,1 0 0,-15 0 0,3 2 0,-4 2 0,-4 2 0,-2 0 0,-2-4 0,2 1 0,2 3 0,-4 6 0,6-7 0,1 1 0,11-6 0,-5 6 0,4-1 0,5 3 0,1-4 0,4 2 0,1-3 0,-7-1 0,6-2 0,-4 0 0,4 8 0,2-6 0,0 4 0,5-4 0,1-2 0,5 0 0,-5 0 0,7 0 0,-11 0 0,13 0 0,-6 0 0,8 0 0,0 0 0,8 0 0,-6 0 0,5 0 0,-5 0 0,4 0 0,3 0 0,9 0 0,-1 0 0,0 0 0,0 0 0,0 0 0,6-2 0,0-4 0,8 4 0,-2-4 0,-3 2 0,3 1 0,2-3 0,-1-6 0,1 7 0,-2 1 0,-1-6 0,-1 8 0,-4-5 0,-4-1 0,-2 6 0,0-3 0,1 3 0,-7 0 0,1-4 0,-9 4 0,5-6 0,-8 8 0,-2 0 0,-4 0 0,5 0 0,-7 0 0,8 0 0,0 0 0,-8 0 0,6 0 0,-5 0 0,7 0 0,0 0 0,0 8 0,0-6 0,0 8 0,0-5 0,0 5 0,-8-1 0,-2-1 0</inkml:trace>
  <inkml:trace contextRef="#ctx0" brushRef="#br0" timeOffset="1">6436 5210 8912,'-17'9'0,"0"-3"0,-1-4 0,9-10 0,3-3 0,4 3 0,2-7 0,0 11 0,0-8 0,0 9 0,2-5 0,4 8 0,3 0 0,9 0 0,-1-6 0,0 0 0,0 1 0,0 5 0,1 0 0,1-6 0,4 0 0,-4 1 0,4 5 0,-2-2 0,2-4 0,-2 4 0,7-4 0,-1 4 0,2 2 0,3 0 0,-3 0 0,4 0 0,1 0 0,0 0 0,1 0 0,-1 0 0,1 0 0,5 0 0,0 0 0,6 0 0,-4 0 0,2 0 0,0-2 0,2-3 0,-4 3 0,-8-4 0,1 4 0,-1 2 0,1 0 0,-1 0 0,0 0 0,-1 0 0,-4 0 0,5 0 0,0 0 0,-5 0 0,6 0 0,-7 0 0,3 0 0,-3 0 0,1 0 0,6-2 0,-1-3 0,0 3 0,1-4 0,-1 2 0,1 0 0,-1-3 0,0-3 0,-5 6 0,0-1 0,-6 1 0,5-2 0,-6 4 0,0-4 0,-2 4 0,-3 2 0,-6 0 0,1 0 0,-8 0 0,3 0 0,-7 0 0,0 0 0,-7 0 0,-3 0 0,-1 0 0,-1 0 0,1 0 0,-7 0 0,1 0 0,0 0 0,0 0 0,-8 0 0,-4 0 0,2 2 0,-1 2 0,-5 2 0,-3-2 0,-4-2 0,-8-2 0,2 5 0,-11 1 0,1 2 0,-7-3 0,-2-1 0,-9 8 0,5-7 0,0 7 0,2-6 0,10 3 0,-1 1 0,1-3 0,0 1 0,-1 3 0,7-5 0,-1 0 0,-2 0 0,1-1 0,1-1 0,-3-2 0,13 4 0,-4 0 0,4-1 0,7-5 0,3 0 0,3 0 0,6 0 0,4 0 0,10 0 0,1 0 0,8 0 0,2 0 0,4 0 0,-5 0 0,7 0 0,-6 0 0,4 0 0,-4 0 0,7 0 0,-3 0 0,4 0 0,7-5 0,0-1 0,2 0 0,4 6 0,4-6 0,7 1 0,1 1 0,-1-6 0,8 6 0,6-5 0,5-1 0,5 1 0,13 3 0,-3-3 0,3 1 0,0-5 0,-2 9 0,1-8 0,5-1 0,-4 5 0,-2-5 0,-12 7 0,-4-2 0,-1 3 0,4 3 0,-3-4 0,-3 4 0,-10 2 0,2-6 0,-8 1 0,-1 1 0,-4 2 0,-3 2 0,-3 0 0,-4 0 0,4-2 0,-9-2 0,-3-1 0,-7-1 0,4 6 0,-8 0 0,0 0 0,-8 0 0,4 0 0,-7 0 0,-1 0 0,-5 0 0,0 0 0,0 0 0,-1 0 0,-8 0 0,-7 0 0,-5 0 0,-17 0 0,1 0 0,-15 2 0,-2 2 0,-3 1 0,-5 9 0,-7-3 0,0 4 0,8-5 0,-4 5 0,9-3 0,6 3 0,6-5 0,19 3 0,7-7 0,9 5 0,9-5 0,7 0 0,4-6 0,12 0 0,5 0 0,5 0 0,1 0 0,2 0 0,4 0 0,-4 0 0,14 0 0,-5 0 0,5 0 0,1 0 0,1-6 0,-1 0 0,0 2 0,1-3 0,-1 1 0,1 2 0,-1 2 0,8-5 0,-4 5 0,8-4 0,2 4 0,-6-6 0,8 6 0,-4-3 0,4 3 0,7 2 0,0 0 0,-1-2 0,-8-2 0,-3-2 0,-4 1 0,3 5 0,-2 0 0,-10 0 0,-1 0 0,-8 0 0,5 0 0,-5 0 0,0 0 0,-6 0 0,1 0 0,-1 0 0,-8 0 0,-1 0 0,-8 0 0,-2 0 0,-4 0 0,4 0 0,-7 0 0,3 0 0,-3 0 0,-9 0 0,1 0 0,6 0 0,-1 0 0,-1 0 0,-10 0 0,2 0 0,-8 0 0,-1 0 0,-3 0 0,-1 0 0,-3 0 0,-3 0 0,-4 7 0,-5-5 0,1 4 0,2-4 0,0 5 0,-8-5 0,-1 6 0,-2 0 0,5-6 0,8 5 0,0-1 0,0 0 0,6-1 0,1-3 0,11 2 0,1 2 0,10 0 0,-1-6 0,16 0 0,0 0 0,0 0 0,10 0 0,-4 0 0,-3 0 0,9 0 0,-6 0 0,5 0 0,2 0 0,-3 0 0,1 0 0,-7 0 0,12 0 0,-5 0 0,4 0 0,10 0 0,0 0 0,4 0 0,9-2 0,-4-2 0,5-2 0,3 2 0,4 2 0,3 2 0,-3-2 0,0-1 0,2-3 0,-6 0 0,4 0 0,-10 1 0,-3 1 0,-10 2 0,0 2 0,-6-2 0,-6-4 0,-3 4 0,-8-5 0,0 7 0,-2 0 0,-4 0 0,2 0 0,-7 0 0,7 0 0,-5 0 0,3 0 0,4 0 0,-6 0 0,1 2 0,-5 2 0,-3 5 0,-2 6 0,-1-1 0,-6 18 0,4 3 0,-4 9 0</inkml:trace>
  <inkml:trace contextRef="#ctx0" brushRef="#br0" timeOffset="2">9293 5192 8912,'-12'10'0,"1"-4"0,7-4 0,-4-2 0,8-2 0,0-4 0,0-6 0,8 5 0,-6-3 0,4 4 0,-5 5 0,7-7 0,2 8 0,1 0 0,1 0 0,1 0 0,2-8 0,-1 6 0,3-3 0,-2 3 0,14 2 0,0-2 0,5-2 0,2-2 0,4 2 0,4-3 0,10-1 0,3-1 0,-3 5 0,13-10 0,-4 7 0,4-3 0,-6 6 0,2-9 0,-9 7 0,-5 3 0,-8-7 0,-1 8 0,-10-4 0,-1 4 0,0-5 0,-3 5 0,-3-4 0,-4 4 0,6 2 0,-6 0 0,4 0 0,-4 0 0,-1 0 0,-1-6 0,0 1 0,0-1 0,-7 6 0,-2 0 0,-8 0 0,0 0 0,-8 0 0,4 0 0,-7 0 0,7 0 0,-12-6 0,5 1 0,-4 1 0,5 2 0,-11 2 0,4 0 0,-2 0 0,0 0 0,-6-6 0,-4 0 0,-3 3 0,-3 1 0,-7 2 0,-4 0 0,-3 0 0,-11 0 0,-1 0 0,-8 0 0,6 0 0,0 0 0,10 0 0,1 0 0,0 0 0,6 0 0,4 0 0,4 0 0,7 0 0,5 5 0,5 1 0,-2-2 0,2-2 0,-4-2 0,2 0 0,0 6 0,6-1 0,0 1 0,-6-6 0,0 0 0,0 2 0,5 2 0,1 1 0,0-1 0,0-2 0,7-2 0,-5 0 0,4 0 0,3 0 0,0 0 0,8 0 0,0 0 0,8 0 0,-6 0 0,5 0 0,1 0 0,-4 0 0,7 0 0,3 0 0,1 0 0,2 0 0,0 0 0,1 0 0,5 0 0,0 0 0,7 0 0,-1 0 0,3 0 0,3 0 0,1 0 0,2 0 0,2 0 0,3-2 0,-3-3 0,4 3 0,7-6 0,-1 2 0,-4 1 0,4-1 0,-4 0 0,7-2 0,-1-1 0,3 5 0,-19-5 0,5 5 0,-5-2 0,-2-7 0,-1 11 0,-3-4 0,-3 2 0,-2-2 0,-2 4 0,-6-3 0,-5 3 0,-1 2 0,-5 0 0,5 0 0,-5 0 0,6 0 0,-7 0 0,7 0 0,-6 0 0,5 0 0,-7 0 0,3 0 0,-7 0 0,0 0 0,-7 0 0,5 0 0,-13 0 0,5 0 0,-7 0 0,0 0 0,-1 0 0,1 0 0,-8 6 0,-3-1 0,-5-1 0,-3 4 0,-4-2 0,-6-3 0,-4 5 0,-2-2 0,-5 1 0,0-1 0,-1-4 0,7 4 0,-1 1 0,1-1 0,-1-2 0,2 0 0,4 1 0,6-3 0,10 4 0,1-4 0,8-2 0,-4 2 0,0 4 0,14-4 0,-12 5 0,11-7 0,5 0 0,-1 0 0,10 0 0,4 0 0,-5 0 0,7 0 0,-8 0 0,8 0 0,-6 0 0,5 0 0,-5 0 0,4 0 0,-4 0 0,7 0 0,-3 0 0,4 0 0,7 0 0,0 0 0,6 0 0,0 0 0,0 0 0,2 0 0,-6 0 0,8 0 0,-4 0 0,-2 0 0,7 0 0,-1 0 0,2 0 0,-6 0 0,2 0 0,-2 0 0,-2 0 0,-2 0 0,-10 0 0,7 0 0,-5 0 0,-3-7 0,-1 5 0,-7-6 0,0 8 0,0 0 0,-7 0 0,5 0 0,-6 0 0,1 0 0,5 2 0,-4 4 0,2-3 0,-2 9 0,-3 1 0,-5 5 0,-3 4 0,-4-2 0,-13 12 0,-1-5 0</inkml:trace>
  <inkml:trace contextRef="#ctx0" brushRef="#br0" timeOffset="3">12666 5588 8912,'9'-8'0,"1"4"0,-5-7 0,-3-1 0,4-5 0,-4 8 0,-2-7 0,0 14 0,0-7 0,-2 5 0,-4-2 0,-5 3 0,-4 1 0,-3 4 0,-1 1 0,-4 3 0,4 0 0,-13 1 0,3 5 0,-9-3 0,-2 3 0,-8-1 0,0 7 0,-6-3 0,-3-4 0,-12 5 0,6-5 0,-8 2 0,10 1 0,0-3 0,-6-7 0,10 9 0,-1-7 0,3 2 0,15-4 0,2 1 0,1-1 0,5-2 0,3-2 0,6 0 0,12 0 0,1 0 0,4 0 0,4 0 0,-5 0 0,14 0 0,-5 0 0,6 2 0,-8 4 0,0 3 0,-8 9 0,-3-1 0,-4 0 0,-3 0 0</inkml:trace>
  <inkml:trace contextRef="#ctx0" brushRef="#br0" timeOffset="4">11581 5519 8912,'-26'0'0,"1"0"0,2 0 0,0 0 0,-8 8 0,3 3 0,-11 12 0,-3 6 0,0 3 0,0 3 0,-6 7 0,10-4 0,-4 6 0,6-2 0,-2-2 0,20-6 0,1-1 0,9-3 0,7-3 0,1-2 0,7-2 0,5-8 0,11-3 0,5 3 0,12-4 0,4 5 0,8 1 0,2-2 0,3-3 0,-4-5 0,7-7 0</inkml:trace>
  <inkml:trace contextRef="#ctx0" brushRef="#br0" timeOffset="5">10807 6654 8912,'-8'-17'0,"6"-6"0,-1 0 0,6 2 0,1 2 0,10 1 0,5 1 0,6 0 0,1 0 0,7 0 0,-4 1 0,3 5 0,3 5 0,-1-1 0,-2 1 0,-1 4 0,-2 6 0,-8 5 0,4 8 0,-8 3 0,-2 1 0,-3 1 0,-5 11 0,-9-1 0,-3 7 0,-7 8 0,-11-1 0,-5 4 0,-5 1 0,-1 1 0,-7 0 0,-1-3 0,-2-3 0,-1-4 0,-7-7 0,0-1 0,1-2 0,1-3 0,4-6 0,12-12 0,9-3 0,8-8 0,1-2 0,5-4 0,3-3 0,14-8 0,2 0 0,1-1 0,3 1 0,10 0 0,1 0 0,8 0 0,-2-1 0,3 1 0,3 0 0,-7 0 0,1 0 0,-2 1 0,3 3 0,-1 1 0,-2 9 0,1-5 0,-3 2 0,0 1 0,-6-1 0,8 12 0,-8 1 0,-2 3 0,4 9 0,-11 0 0,7 6 0,0 0 0,1-6 0,-9 11 0,-1-7 0,-1-2 0,3-2 0,7-1 0</inkml:trace>
  <inkml:trace contextRef="#ctx0" brushRef="#br0" timeOffset="6">11771 6551 8912,'0'-20'0,"0"-1"0,0-1 0,7 6 0,-3 11 0,8 10 0,-8 5 0,1 7 0,-3 0 0,-2 8 0,0 2 0,0 7 0,0 1 0,0 1 0,0 2 0,0 4 0,0 2 0,0-6 0,-6 10 0,1-8 0,-9 0 0,5-5 0,-8-1 0</inkml:trace>
  <inkml:trace contextRef="#ctx0" brushRef="#br0" timeOffset="7">11495 6963 8912,'-9'-13'0,"3"-6"0,4-4 0,2-2 0,4-4 0,7 6 0,9 0 0,14 6 0,2 0 0,5 0 0,4 0 0,5 1 0,2 3 0,-1 2 0,1 7 0,0-2 0,-1 4 0,1 2 0,-1 0 0,-1 0 0,-4 0 0,-6 0 0,4 0 0,-15 0 0,11 0 0,-13 0 0</inkml:trace>
  <inkml:trace contextRef="#ctx0" brushRef="#br0" timeOffset="8">12270 6688 8912,'-17'10'0,"-1"-3"0,1-7 0,0 0 0,0 0 0,0 0 0,-1 0 0,1 8 0,0 2 0,0 7 0,-1 0 0,3 0 0,4 0 0,3 8 0,2-4 0,1 8 0,-1-8 0,6 2 0,6-4 0,1-4 0,3-3 0,1 3 0,6-13 0,3 4 0,3-5 0,-4-8 0,13 3 0,-5-8 0,0-1 0,3-8 0,-5-4 0,0 0 0,0 1 0,-2 1 0,-6 5 0,0 1 0,0 0 0,-7 0 0,5 2 0,-3 3 0,-5 5 0,1 7 0,-8 7 0,0 5 0,2 9 0,4 2 0,-2 1 0,5-3 0,1 2 0,-1-2 0,3-2 0,-1 4 0,1 0 0,-1 0 0,6-6 0,1 1 0,-1-1 0,0 0 0</inkml:trace>
  <inkml:trace contextRef="#ctx0" brushRef="#br0" timeOffset="9">12666 6430 8912,'17'0'0,"-2"-2"0,-2-1 0,-1-3 0,-8 0 0,11 6 0,-3 0 0,-5 10 0,-1 5 0,-4 6 0,-2 11 0,0 1 0,0 5 0,0 0 0,-2 4 0,-4-2 0,4 8 0,-11-12 0,5 5 0,-1-5 0,3-9 0,-6-4 0,9-4 0,-5-8 0,8 1 0,0-9 0,2 3 0,6-12 0,7-3 0,8-3 0,4 1 0,1-1 0,7-5 0,-1 0 0,1 2 0,-3 1 0,-1 5 0,-3 1 0,-7 2 0,2 6 0,-4 0 0,-9 2 0,-4 4 0,-8 7 0,-10 7 0,-11 3 0,-7 7 0,-7-9 0,-1 6 0,-4 0 0,-2-1 0,-4 5 0,-1-6 0,5 0 0,3-8 0,5 0 0,7 0 0,1 0 0,7-5 0,-2-1 0,11-9 0,7-2 0,10-7 0,5-18 0,7-2 0</inkml:trace>
  <inkml:trace contextRef="#ctx0" brushRef="#br0" timeOffset="10">13165 6482 8912,'0'17'0,"0"0"0,2 0 0,3 1 0,-1-3 0,6 0 0,-3 2 0,7-3 0,-3 9 0,4-4 0,3 6 0,-7-6 0,1 6 0,1-1 0,2-5 0,1 6 0,-3-4 0,-2-4 0,1 5 0,5-19 0,0 9 0,1-8 0,-1 1 0,0-3 0,8-9 0,-6-3 0,4-7 0,2-2 0,-2-2 0,-2-2 0,-2-2 0,-2 2 0,-5 4 0,-1-4 0,-7 4 0,2 2 0,-5 0 0,-1-1 0,-1 9 0,-5 3 0,2 4 0,-7 2 0,-3 0 0,-1 10 0,-2 7 0,-1 2 0,1 10 0,6-6 0,-1 5 0,8-7 0,-3 12 0,7-5 0,0-3 0,0-2 0,2-4 0,5-2 0,11 1 0,1-1 0,7-2 0,-1-3 0,6-5 0,-2-7 0,3 0 0,3-7 0,-1 3 0,0-10 0,1-5 0,-7 2 0,1-6 0,-8-4 0,2 8 0,-11-4 0,3 2 0,-4-2 0,-3 4 0,-2-4 0,1 10 0,-1 2 0,2 1 0,-2-1 0,3 3 0,1 10 0,-3 4 0,1 5 0,-6 4 0,4 3 0,-5-1 0,-1 0 0,0 8 0,0-6 0,0 4 0,-13 4 0,-8 1 0,-10 5 0,-9 1 0,-17 0 0,2-1 0,-9-3 0,-1-1 0,-2 0 0,-1 5 0,-7-1 0,2-3 0,6 1 0,8 5 0,6 6 0,1 10 0,8 5-249,4 0 0,11-7 0,4-8 0</inkml:trace>
  <inkml:trace contextRef="#ctx0" brushRef="#br0" timeOffset="11">8742 6980 8912,'-2'-15'0,"-2"2"0,-3 1 0,-3-1 0,-1-2 0,1-3 0,-3 7 0,5 0 0,-2-3 0,-1 7 0,-6-9 0,0 7 0,-1-9 0,7 7 0,-1 0 0,7-1 0,-7-5 0,8 5 0,-3 1 0,-1-2 0,6 3 0,-5-1 0,-1-3 0,6 5 0,-4-3 0,4 8 0,2-11 0,0 13 0,0-5 0,0 14 0,8 5 0,3 11 0,5 5 0,1 12 0,0 6 0,6 12 0,0 5-124,8 11 0,-5 6 1,-9-33-1,1 2 124,-1 4 0,0 3 0,3 3 0,0 2 0,1 7 0,-1 0 0,-1-3 0,2 0 0,0-4 0,0-2 0,-3-6 0,0-1 0,0-4 0,0-2 0,11 36 0,2-8 0,-6-7 0,-1-21 0,-6-2 0,-1-2 0,-2-2 0,-3-6 0,1-7 0,-7-4 0,-1-4 0,-5-2 0,0 1 0,0-9 495,0 6-495,0-13 0,-1 6 0,-5-8 0,-6 0 0,-11-8 0,4-16 0,-6-13 0</inkml:trace>
  <inkml:trace contextRef="#ctx0" brushRef="#br0" timeOffset="12">8862 6808 8912,'-32'-40'0,"3"0"0,4 2 0,8 9 0,-2 12 0,-4 11 0,2 5 0,-6 4 0,1 7 0,-1 7 0,-2 12 0,-5-1 0,-1 11 0,1 1 0,7 8 0,-3-6 0,7 5 0,2-1 0,-4-6 0,4 6 0,3 0 0,5-2 0,2-2 0,-7-23 0,1 4 0,0-13 0</inkml:trace>
  <inkml:trace contextRef="#ctx0" brushRef="#br0" timeOffset="13">8501 6843 8912,'0'-35'0,"8"1"0,1 2 0,9 3 0,-1 6 0,0 6 0,0 5 0,8 5 0,-4 9 0,8 3 0,1 7 0,9 13 0,3 7 0,0 8 0,0 4 0,6 2 0,-4 6 0,9 1 0,4 4-90,-3-3 0,5 7 0,-7-2 90,-1 10-353,1 0 1,-26-24 0,0 2 0,0-4 0,-1 1 0</inkml:trace>
  <inkml:trace contextRef="#ctx0" brushRef="#br0" timeOffset="14">8363 9594 8912,'0'-17'0,"0"5"0,2 3 0,4 1 0,6 4 0,-1 4 0,4 8 0,4 9 0,2 2 0,-3 10 0,-1 1 0,-8 10 0,5-1 0,-8 5 0,-3-1 0,-1 1 0,-9 2 0,-7 6 0,-7-1 0,-6-7 0,-7 4 0,-2-8 0,-3-2 0,-1-1 0,0-5 0,6-5 0,-1-10 0,1 0 0,7-15 0,4 4 0,12-12 0,3-11 0,8-10 0,0 1 0,0-15 0,8 19 0,5-13 0,6 3 0,4-1 0,6 6 0,-4 5 0,1 2 0,-4 5 0,0 4 0,5-3 0,2 9 0,3-1 0,-3 8 0,0 3 0,-6 5 0,5 7 0,1 0 0,4 1 0,-3-1 0,-1 0 0,-6-2 0,4-1 0,-3-3 0,7 1 0,-12-3 0,4-3 0,-4-4 0,-2-2 0</inkml:trace>
  <inkml:trace contextRef="#ctx0" brushRef="#br0" timeOffset="15">8845 9508 8912,'0'-17'0,"0"7"0,0 12 0,0 15 0,0 0 0,0 18 0,0-3 0,0 6 0,0 1 0,0-3 0,0-2 0,0 1 0,0-1 0,0-1 0,0-5 0,0 3 0,0-8 0,0-6 0,0-6 0,0-7 0,0 4 0,6-23 0,0-8 0,7-8 0,-3-5 0,-1-4 0,7-4 0,-7-2 0,8 0 0,1-2 0,-1 4 0,0 0 0,0 4 0,0 8 0,-7 5 0,5 16 0,-3 1 0,3 2 0,2 3 0,0 14 0,1 8 0,1 2 0,4 10 0,2 0 0,5 3 0,-1-3 0,-1-4 0,7-10 0,-1-3 0,8 3 0,2-6 0</inkml:trace>
  <inkml:trace contextRef="#ctx0" brushRef="#br0" timeOffset="16">9534 9422 8912,'-18'0'0,"-5"-2"0,1-4 0,-1 4 0,5-3 0,1 3 0,-6 2 0,0 2 0,2 3 0,2 7 0,4 9 0,1 4 0,3 1 0,7-5 0,-4 12 0,8-6 0,0-1 0,0-1 0,0-8 0,2 1 0,4-1 0,-2-8 0,7-3 0,3-4 0,1-2 0,2-4 0,1-7 0,4-3 0,1-14 0,0-9 0,-5-1 0,-1-6 0,0 2 0,-7-6 0,3 10 0,-5-8 0,1-1 0,-5-5 0,2-3 0,-4-3 0,-2 3 0,0 1 0,0 9 0,0 3 0,0 5 0,0 7 0,-8 20 0,6 4 0,-4 12 0,4 17 0,2 15 0,0 10 0,6 7 0,2 14 0,-1 0 0,1 0 0,5-1 0,-5-4 0,5-3 0,-1-2 0,-1 6 0,9-10 0,3 8 0,-2-13 0,7 2 0,-5-20 0,6-3 0,7-16 0,8-5 0</inkml:trace>
  <inkml:trace contextRef="#ctx0" brushRef="#br0" timeOffset="17">10205 9353 8912,'-17'-32'0,"-1"3"0,1 6 0,-8 4 0,4 9 0,-7 7 0,-3 6 0,-2 7 0,-1 9 0,0 4 0,7 2 0,4 5 0,4-1 0,9 0 0,3 3 0,7-1 0,0-3 0,7-7 0,9 10 0,8-6 0,3 2 0,0-6 0,4 1 0,-3-2 0,3-3 0,1 8 0,1-6 0,-3 4 0,-1-4 0,-8-8 0,2 1 0,-4 1 0,-2 2 0,-7 2 0,-2-5 0,-8-1 0,0 3 0,0 1 0,-10 2 0,-7 0 0,-10 1 0,-5-1 0,-3 0 0,1 0 0,-6 0 0,-1 1 0,3-3 0,8-4 0,1-5 0,8-4 0,-12-10 0,7-1 0</inkml:trace>
  <inkml:trace contextRef="#ctx0" brushRef="#br0" timeOffset="18">10480 8992 8912,'17'-25'0,"-7"6"0,-3-6 0,-5 10 0,4 3 0,-4 7 0,4 10 0,-4 13 0,-2 12 0,0 8 0,0 8 0,0 12 0,0 3 0,0 6 0,0-4 0,7 4 0,-3-14 0,8 4 0,-1 3 0,6-3 0,6-7 0,2-10 0,2-4 0,-6-2 0,11-9 0,-5-8 0,0-9 0,5-6 0,-3-4 0,4-6 0,1-9 0,-7 0 0,-2-14 0,-8 7 0,0-3 0,-7 6 0,3-12 0,-7 7 0,-2-1 0,-10-4 0,-6 8 0,-3 2 0,-2 4 0,0 6 0,0 3 0,-1 8 0,1 0 0,0 0 0,0 10 0,1 5 0,5 6 0,-4 9 0,11-1 0,-6 7 0,3 1 0,3-5 0,4-1 0,5 1 0,7-3 0,3 3 0,8-14 0,2 1 0,2-6 0,-6-9 0,11 3 0,-3-7 0,4-9 0,1-8 0,0-2 0,1-8 0,-1 2 0,1-6 0,-9 5 0,-3-9 0,-4 1 0,-1 0 0,-3-1 0,-4 1 0,-3 5 0,-8 0 0,0 14 0,0-2 0,0 4 0,0 3 0,0 6 0,0 14 0,0 7 0,6 14 0,1 1 0,3 6 0,0 10 0,3-2 0,-2 4 0,1 1 0,-1-5 0,-1-2 0,-2-2 0,-3-2 0,1-11 0,0-3 0,-2-1 0,-2-9 0,-2-9 0,0-9 0,0-3 0,0-7 0,-8-3 0,4-10 0,-7-4 0,7 3 0,-2-3 0,4-5 0,2-7 0,0 1 0,0-2 0,0-2 0,2-5 0,4 3 0,3-4 0,9 12 0,-1-8 0,6 10 0,0 1 0,7 11 0,-1 12 0,3 6 0,3 4 0,-3 4 0,-3 4 0,-6 6 0,-12 11 0,-3-2 0,-8 7 0,0 3 0,-8 1 0,-5 3 0,-16-1 0,1 0 0,-12 1 0,1-1 0,-1-1 0,-6-5 0,-3 5 0,-3-5 0,0 5 0,1-6 0,-1-4 0,6-1 0,0-4 0,0 3 0,-5-12 0</inkml:trace>
  <inkml:trace contextRef="#ctx0" brushRef="#br0" timeOffset="19">10549 9387 8912,'-2'-17'0,"-4"0"0,6 2 0,0 3 0,4 5 0,13 5 0,8-2 0,6-2 0,11 0 0,8 1 0,9-1 0,2 2 0,4 2 0,6 2 0,-2 0 0,-4-7 0,-14-3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10.440"/>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FF0000"/>
    </inkml:brush>
  </inkml:definitions>
  <inkml:trace contextRef="#ctx0" brushRef="#br0">10652 8046 8912,'-17'0'0,"7"0"0,3 0 0,5 0 0,-4 0 0,4 0 0,-4 0 0,12 0 0,-4 0 0,6 0 0,-8 0 0,2 0 0,3 0 0,-3 0 0,6 0 0,-8 0 0,0 0 0,8 0 0,-6 0 0,7 0 0,-3 0 0,3 0 0,9 0 0,-1 0 0,0 8 0,6-6 0,0 6 0,-2-1 0,0-5 0,0 6 0,2-2 0,-2-1 0,4 7 0,-2-7 0,-6 3 0,-6-2 0,1 1 0,5 5 0,0 3 0,1-7 0,-3 5 0,-4-1 0,5-1 0,-5 6 0,-3 1 0,-1-1 0,-1 0 0,0 0 0,2 0 0,-3 0 0,-3 1 0,6-1 0,-8 0 0,6 0 0,-1 0 0,-1 1 0,-2-1 0,-2 0 0,0 0 0,0 0 0,0-5 0,0-1 0,0-5 0,0 6 0,0-7 0,0 7 0,0 1 0,0-5 0,0 1 0,0-3 0,0-4 0,0 7 0,0-3 0,-2-2 0,-4 7 0,3-5 0,-9 6 0,1-3 0,-5 5 0,3-5 0,1-1 0,1 5 0,-6-3 0,0 5 0,-1-4 0,-5 5 0,0-5 0,-1 3 0,3-1 0,-4-2 0,-2 3 0,4 1 0,-6 2 0,1 0 0,-13 1 0,1-1 0,-2 2 0,2 4 0,4-4 0,-4 4 0,3-4 0,11-2 0,-5 0 0,6 1 0,-2-1 0,6 0 0,-2 0 0,-3-7 0,5 5 0,-6-4 0,0 5 0,0 1 0,-3 0 0,-3 0 0,-1-5 0,-1-1 0,-5 1 0,0 5 0,-6-6 0,6 1 0,2-1 0,-1 1 0,-1-1 0,4-5 0,-4 5 0,-2-5 0,2 6 0,-1-9 0,-1 7 0,-4-4 0,-3 5 0,-11-3 0,-1 7 0,-8-3 0,1 3 0,-1 2 0,2-6 0,4 1 0,9-2 0,10 3 0,2-4 0,4-1 0,0 5 0,-1-3 0,-1 0 0,-7 3 0,1-7 0,-19 7 0,5-3 0,-12 7 0,-1 0 0,0 0 0,5 0 0,-1 1 0,8-1 0,3 0 0,7-6 0,3 1 0,2 1 0,2 1 0,-2-3 0,-6 2 0,3-5 0,-9 2 0,-3 3 0,-2 2 0,0 2 0,0 1 0,-2-1 0,-2 8 0,-2-6 0,0 4 0,0-4 0,6-2 0,0 0 0,8 6 0,-5 0 0,3-2 0,0-2 0,-1 6 0,5-4 0,-5 8 0,-5 1 0,-5 1 0,-7-3 0,4 5 0,2-6 0,12 5 0,3-3 0,16-4 0,4-8 0,11 0 0,0 0 0,4 0 0,2 1 0,7-1 0,-5 2 0,3 2 0,-3 2 0,-8 7 0,0-1 0,-6 4 0,5 1 0,-1 0 0,0 1 0,-6-9 0,6 11 0,-3-9 0,5 9 0,9-11 0,3 1 0,7 6 0,-2-5 0,4-3 0,2-2 0,2-4 0,4-2 0,-4 8 0,13-6 0,-3 4 0,3-4 0,2-1 0,0 1 0,3 2 0,3 2 0,-2 1 0,7-1 0,1-4 0,5 4 0,1-4 0,-1-1 0,1-1 0,-3 0 0,-3 0 0,9-1 0,-4-3 0,3-2 0,5-7 0,-2 2 0,8-4 0,-2-2 0,-2 0 0,0 0 0,-2 0 0,-4 0 0,-9 0 0,-5 0 0,-6 0 0,-1 0 0,-2-2 0,-3-4 0,-5 4 0,-7-5 0,0 7 0,-7 0 0,5 0 0,-8 0 0,4 0 0,5 0 0,-7 0 0,8 0 0,0 0 0,0-8 0,8-2 0,1-7 0</inkml:trace>
  <inkml:trace contextRef="#ctx0" brushRef="#br0" timeOffset="1">6625 11141 8912,'-9'-7'0,"1"5"0,8-6 0,0 0 0,0 6 0,2-5 0,4 7 0,3 0 0,3 7 0,-1 5 0,3 3 0,-1 2 0,-1 1 0,3 6 0,-11 3 0,5 8 0,-1-1 0,-2 0 0,-6 1 0,0-1 0,0 0 0,0 1 0,0-1 0,-8-5 0,-4 0 0,-3-3 0,-2 3 0,-8 3 0,-2-5 0</inkml:trace>
  <inkml:trace contextRef="#ctx0" brushRef="#br0" timeOffset="2">5817 11279 8912,'-2'-17'0,"-2"-1"0,-2 1 0,0 0 0,1 0 0,-3 1 0,-2 5 0,7 3 0,-13 3 0,5-1 0,-5 2 0,7 10 0,-6 5 0,3 10 0,-3 2 0,-2 15 0,1-7 0,3 13 0,1-2 0,3 8 0,-3 1 0,-1 1 0,7 5 0,3-2 0,1 3 0,2 3 0,0 8 0,0-1 0,7-4 0,5-3 0,3-2 0,10-2 0,-4-9 0,8-8 0,5-2 0,6-15 0,8-6 0,-2-5 0,5-8 0,5-1 0,1-6 0,8-7 0,0-7 0,6 0 0,4 0 0,-8-1 0,-10 1 0,-11 2 0,-6 3 0,-11-1 0,-6 7 0,-4 1 0,-10 5 0,-1 0 0,-23 0 0,11 0 0,-19 7 0,13-5 0,-7 4 0,0-20 0,0-5 0</inkml:trace>
  <inkml:trace contextRef="#ctx0" brushRef="#br0" timeOffset="3">6608 11863 8912,'0'-9'0,"2"1"0,4 8 0,-2 0 0,7 2 0,2 4 0,3 5 0,1 4 0,0 3 0,0-1 0,1 2 0,-1 4 0,0-4 0,0 6 0,-1 0 0,-5 3 0,-1-1 0,-5 2 0,-5 5 0,0 6 0,-9 2 0,-14-2 0,-4 4 0,-7 8 0,-8-8 0,-2 5 0,-8-5 0</inkml:trace>
  <inkml:trace contextRef="#ctx0" brushRef="#br0" timeOffset="4">5937 12242 8912,'-19'-10'0,"-2"-5"0,-2-4 0,2 3 0,9 7 0,3 9 0,3 0 0,-3 2 0,-9 3 0,3 7 0,2 5 0,1 6 0,1 4 0,-7 9 0,3 4 0,2 6 0,1 4 0,3 3 0,-5 4 0,3 6 0,5 4 0,-5 2 0,7 8-774,-2 3 774,-3-4 0,7 1 0,-4-7 0,4 5 0,10-5 0,1 11 0,10-14-319,4-12 319,12-9 0,3-14 0,10-3 0,3-8-12,5-8 1,3-5 11,-2-8 0,-1-2 0,9-4 0,6-5 0,-10-4 0,10-3 0,-20 1 0,3 6 0,-14-1 0,-2-1 0,-9 5 0,-10-1 746,-8 3-746,-7 4 0,4-7 344,-8 3-344,0 4 26,0-6-26,0 8 0,-8-7 0,6-3 0,-5-7 0,-1 0 0,-1-1 0,-9 1 0</inkml:trace>
  <inkml:trace contextRef="#ctx0" brushRef="#br0" timeOffset="5">6470 12981 8912,'-9'0'0,"3"0"0,12 0 0,5 0 0,5 0 0,1 0 0,2 0 0,4 0 0,2 2 0,5 3 0,-3 9 0,-2 7 0,6 6 0,-12 9 0,4 6 0,-6 9 0,-6 11 0,-5 4 0,-12 3 0,-5 0 0,-6 6 0,-6-1 0,-4-1-164,-7-10 1,-3 4 163,-3-4 0,2 3 0,-8 3 0,6 0 0,-6 0 0,-6-2 0,-9-4 0,-10-4 0,28-33 0,0-1 0</inkml:trace>
  <inkml:trace contextRef="#ctx0" brushRef="#br0" timeOffset="6">14214 11623 8912,'-2'9'0,"-1"-1"0,-3-1 0,0-5 0,6 6 0,0-8 0,0 0 0,6-2 0,0-4 0,5 2 0,-5-7 0,7 7 0,-3-11 0,7 3 0,0-3 0,-2-2 0,-3 0 0,3 0 0,-3-1 0,5 1 0,6 0 0,-2-2 0,6-2 0,-2-2 0,5-8 0,-9 10 0,8-7 0,1-3 0,1 4 0,0-1 0,-3-3 0,3-1 0,-6-3 0,5-1 0,-9-2 0,-5-2 0,1 0 0,-8 5 0,7 1 0,-5-1 0,3 1 0,-7 2 0,3 1 0,3 2 0,3 1 0,3-1 0,4 0 0,3 6 0,9-5 0,1 5 0,2-6 0,2-1 0,6-1 0,-5 1 0,-3 3 0,-2 2 0,-1-6 0,-9 12 0,-3-4 0,-4 4 0,-1 2 0,-7-2 0,0-4 0,-1 4 0,3-4 0,-1 4 0,-8 2 0,11 1 0,-3 5 0,-3-4 0,3 3 0,-1 3 0,6-3 0,0 3 0,-1-5 0,-3 5 0,-1 1 0,-9 2 0,7 6 0,-4 0 0,-4 0 0,5 0 0,-7 0 0,0 0 0,-7 0 0,3 0 0,-8 0 0,8 8 0,-9-4 0,5 7 0,-1 3 0,-3-7 0,-5 9 0,0-7 0</inkml:trace>
  <inkml:trace contextRef="#ctx0" brushRef="#br0" timeOffset="7">15299 9972 8912,'-16'-2'0,"5"-4"0,5-5 0,4 1 0,4-1 0,4-2 0,3 5 0,9 2 0,6 4 0,3 2 0,2 0 0,-1 0 0,1 2 0,6 4 0,-1 5 0,0 5 0,1 1 0,-6 8 0,-3 3 0,-1 5 0,-4 1 0,-2 1 0,-3 1 0,-5 4 0,-5 6 0,-4-4 0,-4 8 0,-4-5 0,-5 5 0,-12 2 0,-4-8 0,-8-2 0</inkml:trace>
  <inkml:trace contextRef="#ctx0" brushRef="#br0" timeOffset="8">15522 10075 8912,'0'-25'0,"0"-3"0,2-3 0,4 2 0,3 7 0,3 2 0,-1 5 0,3 4 0,-5-3 0,3 9 0,-8 1 0,1 10 0,-3 5 0,-9 10 0,-5 4 0,-5 3 0,-4 7 0,-2 3 0,-2 2 0,4-5 0,-2 1 0,2 4 0,-6-4 0,2 12 0,-5-6 0,1 2 0,-1 4 0,-5 1 0,-3 3 0,-2 0 0,0-1 0,5-5 0,1-2 0,-1-2 0,9-2 0,8-13 0,15-6 0,6-8 0,22-5 0,15-8 0,8 0 0,4 0 0,-1 0 0,5 0 0,-3 0 0,-3 0 0,-4 2 0,0 4 0,-12 3 0,-11 8 0,-4 8 0,-9 2 0,-4 9 0,-4 4 0,-4 4 0,-4 8 0,-5-1 0,-12 1 0,-6 0 0,2-1 0,-2 1 0,1-1 0,-7 1 0,1-3 0,1-3 0,5-6 0,3-11 0,8 2 0,-1-8 0,9 0 0,1-6 0,10-8 0,4-3 0,5-2 0,5 2 0,1-5 0,0 15 0,0-5 0,-5 12 0,-1 6 0,-1 5 0,1 6 0,-3 6 0,-8 11 0,0 10 0,0 10 0,0 1 0,0-3 0,0 5 0,0-6 0,0 3 0,0-7 0,0-8 0,8-15 0,3-7 0,4-3 0,8-7 0,2-5 0,2-8 0,2-11 0,5 2 0,2-8 0,3 0 0,1 0 0,0 0 0,-6 0 0,1 0 0,-1 0 0</inkml:trace>
  <inkml:trace contextRef="#ctx0" brushRef="#br0" timeOffset="9">9706 15336 8912,'-2'-17'0,"-2"-2"0,-4-2 0,1-2 0,-1 2 0,2 2 0,-1 2 0,3 5 0,-6 1 0,3-3 0,-5 5 0,6-3 0,-7 1 0,3 0 0,-7 1 0,0 2 0,0 4 0,-2-3 0,-4 1 0,2 2 0,-8 10 0,-2 5 0,-1 5 0,-8 3 0,0 4 0,-8 2 0,2 3 0,4 9 0,2-7 0,5 1 0,7 1 0,3-1 0,8-3 0,1 5 0,5-4 0,5-3 0,12 3 0,13-6 0,15 6 0,8-7 0,10 7 0,13-8 0,4 2 0,5-2 0,-1 0 0,2 2 0,-3-2 0,-7-2 0,-2-2 0,-7 6 0,1 0 0,-5 2 0,-6-2 0,-12-2 0,-11 8 0,-11-1 0,-7 7 0,-12-1 0,-11 0 0,-6 1 0,-17-1 0,-1 1 0,-2-1 0,0-2 0,-3-3 0,3-4 0,2 0 0,1-6 0,7 4 0,-4-4 0,3-2 0,-3-5 0,9-1 0,-3-7 0,5 3 0,4-7 0,8-1 0,9-5 0,12-6 0,7-11 0,12-11 0,2-10 0</inkml:trace>
  <inkml:trace contextRef="#ctx0" brushRef="#br0" timeOffset="10">10446 15439 8912,'-10'-9'0,"10"3"0,12 12 0,11 3 0,5 11 0,5 2 0,9-2 0,4 4 0,3 1 0,3 0 0,0 4 0,5 3 0,0-3 0,-1 1 0,-3-1 0,-1 2 0,0-8 0,-8 7 0,1-11 0,-8 4 0,-5-4 0,-3 4 0,0 0 0,-6-2 0,-4-2 0,-10-9 0,-1 5 0,-8-5 0</inkml:trace>
  <inkml:trace contextRef="#ctx0" brushRef="#br0" timeOffset="11">11306 15250 8912,'-34'0'0,"-3"0"0,-3 0 0,4 10 0,-4 9 0,3 13 0,3 12 0,-6 14 0,0 5 0,0 2 0,5-2 0,1 2 0,-1-6 0,1-2 0,-1-3 0,9-1 0,3-13 0,4 8 0,7-10 0,1 8 0,7-8 0,-2 2 0,6-5 0,6-5 0,5-1 0,5-8 0,1 4 0</inkml:trace>
  <inkml:trace contextRef="#ctx0" brushRef="#br0" timeOffset="12">12184 15044 8912,'0'-8'0,"0"8"0,0 8 0,0 19 0,0 5 0,0 8 0,0 4 0,0 4 0,2 9 0,1 4 0,5 3 0,2-1 0,-5 0 0,7 5 0,-8-1 0,1-4 0,3 4 0,-2-4 0,0-2 0,-6 2 0,0 0 0,0-1 0,0-3 0,0-8 0,0-14 0,0 3 0,0-14 0</inkml:trace>
  <inkml:trace contextRef="#ctx0" brushRef="#br0" timeOffset="13">12184 15096 8912,'0'-35'0,"2"1"0,5-1 0,11 1 0,8 0 0,7-1 0,3 3 0,4 1 0,6 3 0,4 1 0,1-2 0,-7 6 0,-3 12 0,-7 3 0,-3 8 0,-5 0 0,-1 0 0,-4 8 0,-9 3 0,-5 12 0,-7 4 0,-1 7 0,-5 1 0,-11 7 0,-10 7 0,-8 9 0,-7 5 0,-4-4 0,-3 2 0,3 0 0,0 2 0,0-4 0,-6-7 0,1 2 0,-1 3 0,8-11 0,-2 1 0,12-18 0,7-8 0,6-6 0,4-3 0,7-10 0,5-2 0,3 0 0,9-14 0,5 7 0,3-3 0,2 6 0,8-3 0,4 7 0,9 0 0,4 0 0,2 0 0,4 2 0,2 3 0,1-3 0,3 19 0,1-3 0,3 3 0,-3 3 0,4-3 0,-1 8 0,-1-8 0,-3 4 0,3 0 0,-11-6 0,4 6 0,-16-8 0,0 0 0,-7 0 0,-4 0 0,-11 1 0,-5 6 0,-7 5 0,-2 4 0,-3 1 0,-7 0 0,-11 1 0,-4-1 0</inkml:trace>
  <inkml:trace contextRef="#ctx0" brushRef="#br0" timeOffset="14">16985 9817 8912,'-21'0'0,"4"0"0,3-2 0,3-1 0,-1-3 0,9-2 0,-3 2 0,2-1 0,-2-5 0,4 3 0,-3 3 0,-5 4 0,6-5 0,-7 7 0,-1 0 0,-5 0 0,0 0 0,0 0 0,-1 0 0,1 0 0,-2 0 0,-2 1 0,-2 5 0,-7-4 0,1 4 0,-4-4 0,-1-2 0,0 0 0,-3 5 0,-1 1 0,-2-2 0,7-2 0,1 0 0,3 2 0,-3 1 0,-3 1 0,3-4 0,1 2 0,2 2 0,6 1 0,-5-3 0,-1 4 0,2 1 0,-5-5 0,7 6 0,-6-7 0,3 3 0,-1 8 0,0-11 0,3 7 0,-1-1 0,0 1 0,4-6 0,-6 2 0,8 3 0,-3-5 0,6 5 0,1-1 0,8-2 0,-5-4 0,8 3 0,1-3 0,-1 14 0,0-5 0,-5 4 0,3 3 0,-1-1 0,3-2 0,-6-3 0,7 3 0,-7-4 0,6 10 0,-5 2 0,5 0 0,-5-6 0,5 6 0,-6 0 0,7 2 0,-5-2 0,3 6 0,-7-5 0,12 9 0,-3-6 0,3 1 0,2 1 0,0 2 0,0-7 0,0 1 0,0-8 0,0 1 0,0-1 0,0 0 0,0 0 0,0 0 0,2-1 0,3-5 0,-1 4 0,8-3 0,-7-5 0,7 1 0,1 0 0,2-6 0,-3 5 0,-1-5 0,3 4 0,1-4 0,10 6 0,4-8 0,3 0 0,4 0 0,5 0 0,4 0 0,11 0 0,1 0 0,8-2 0,-2-4 0,4 2 0,2-7 0,0 1 0,0-3 0,0 1-139,-8 8 0,8-5 139,0 3 0,-1 4 0,7-4 0,-6-1 0,-6 1 0,-4 2 0,0 2 0,-5 2 0,3 0 0,-3 0 0,5 8 0,2-6 0,8 4 0,0 1 0,0-1 0,0-2 0,-2 0 0,-2-1 0,-2 3 0,-2 0 0,4-4 0,-2 4 0,-8-5 0,14 7 0,-4-8 0,2 0 0,-2 0 0,-7 0 0,-1 0 0,-2 0 0,-1 0 0,-2 0 0,-1 0 0,1 0 0,-1 0 0,9 0 0,1 0 139,0 0 0,-2 0-139,-7 0 0,0 0 0,-1 0 0,1 0 0,-8 0 0,-4 0 0,-4 0 0,-1 0 0,1 0 0,2 0 0,2 0 0,8 0 0,-10 0 0,8 0 0,2 0 0,2 0 0,2-2 0,-1-2 0,1-1 0,-8-1 0,5 0 0,-5 0 0,0 1 0,-3-3 0,1 6 0,-2-4 0,2 3 0,-2-3 0,-2 4 0,8-4 0,-8 4 0,3 2 0,-5 0 0,-2 0 0,1 0 0,-3 0 0,-1 0 0,-3 0 0,3 0 0,2 0 0,-5 0 0,1 0 0,-2 0 0,1 0 0,7-5 0,-3-1 0,7 2 0,1-4 0,-6 1 0,2-1 0,5 1 0,-5-5 0,4 6 0,-9-1 0,-3 1 0,-7 4 0,6-6 0,-8 6 0,-2-3 0,5 1 0,-11-8 0,-3 9 0,-1-7 0,-5 4 0,4-5 0,-4-4 0,7-3 0,-5 1 0,2 0 0,2-2 0,-3-2 0,7-4 0,3-2 0,-5-1 0,5-7 0,-5-1 0,-1-4 0,6 4 0,-11-12 0,8 8 0,-8-6 0,1 6 0,-3-6 0,-2 2 0,0-6 0,0 3 0,0-7 0,0 8 0,0-2 0,0 1 0,0 1 0,-6-2 0,1 8 0,-9 0 0,5 11 0,-8 2 0,-1 3 0,1 1 0,0 5 0,0 1 0,0 0 0,-1 8 0,1-5 0,0 7 0,-2-1 0,-4 0 0,2 1 0,-8 1 0,-1 4 0,-11-4 0,-5 4 0,-11 2 0,-6 2 0,-12 4 0,-3 4 0,-8 7 0,0 0 0,0 0 0,-6 0 0,-3 0 0,46-7 0,0 0 0,-1 1 0,1 1 0,-43 7-283,11 4 0,-1-4 283,-10-2 0,-3 0 0,43-8 0,-1-1 0,-2 0 0,1 1 0,1 4 0,1-1 0,-4-2 0,1-1 0,3 3 0,0-1 0,1-1 0,-1-1 0,-43 9 0,7-1 0,11 0 0,6-2 0,10-3 0,8 1 0,9-7 0,9-2 0,8 5 0,16-5 0,0 7 0,-1-7 0,-5 4 0</inkml:trace>
  <inkml:trace contextRef="#ctx0" brushRef="#br0" timeOffset="15">15780 10299 8912,'0'-27'0,"0"4"0,0 4 0,2 2 0,4 0 0,5 1 0,5 5 0,-1-4 0,-2 3 0,-1-1 0,1 1 0,-5-3 0,-2 3 0,-4-3 0,-2-2 0,0 0 0,0 0 0,0-1 0,0 1 0,-6-6 0,-2-2 0,-1 1 0,-5-1 0,-7-6 0,-2 3 0,-5-5 0,3-1 0,-4-3 0,-5-3 0,-5-6 0,-1-3 0,-2-3 0,-4 1 0,-3-1 0,-3 0 0,-2 1 0,-3-1 0,-6 1 0,-4-1 0,0 6 0,2 2 0,2 2 0,2-4 0,-4 6 0,6 2 0,5 2 0,-1 1 0,11 1 0,-10 0 0,-3-1 0,-12 1 0,4 1 0,-4 5 0,2-3 0,-4 6 0,-1 1 0,3-1 0,2 4 0,-4-6 0,10 8-120,-8-4 1,4-2 119,-4 2 0,12-2 0,-6 2 0,5 4 0,3-4 0,-2 4 0,1 4 0,3 4 0,-7-5 0,3 12 0,-12-5 0,-7 1 0,-14 3 0,2 5 0,-4 0 0,4 1 0,4 3 0,2 4 0,3 0 0,3-1 0,9-1 0,8-6 0,7 0 0,0 0 0,1 0 0,1-6 0,2 0 0,2 3 0,8-1 0,-4 0 0,2-2 0,0 2 0,0-5 0,5 5 0,1-7 0,5 7 119,0-2 1,7-2-120,-7 3 0,12-7 0,-6 6 0,7-5 0,-5 3 0,6 1 0,4-1 0,1 0 0,-1 3 0,-3 1 0,8-8 0,-7 9 0,9-11 0,-7 9 0,7-1 0,-4 6 0,12-2 0,8-4 0,7 0 0,15-11 0,8-4 0,2-21 0,8-2 0</inkml:trace>
  <inkml:trace contextRef="#ctx0" brushRef="#br0" timeOffset="16">11943 7565 8912,'-17'-23'0,"-1"0"0,1 8 0,0 7 0,0 10 0,0 4 0,-1 3 0,-6 9 0,-5-1 0,-6 6 0,-5 0 0,2 9 0,-8 1 0,-2 5 0,1 8 0,-1-4 0,2 0 0,-2 0 0,6-2 0,2-2 0,11-2 0,6-3 0,4-10 0,9 7 0,5-7 0,3 6 0,2-6 0,2 0 0,5-4 0,11 4 0,1-4 0,11 6 0,7-2 0,7 0 0,13 7 0,6-9-213,12 8 1,3-1 212,8 7 0,-7-1 0,1 6 0,-4 0 0,5-1 0,-1-3 0</inkml:trace>
  <inkml:trace contextRef="#ctx0" brushRef="#br0" timeOffset="17">15832 9336 8912,'-11'-8'0,"-1"-1"0,1-3 0,-1 1 0,1-3 0,-3-1 0,5 4 0,-3-1 0,6 6 0,-5-5 0,7 7 0,-3-3 0,7 7 0,0 7 0,0 5 0,1 3 0,5 2 0,6 0 0,3 0 0,2 1 0,0 1 0,1 4 0,-1-4 0,0 11 0,0-7 0,0 8 0,1-4 0,-1 3 0,-2 3 0,-3 3 0,-5 2 0,-9-2 0,-5 5 0,-11 4 0,-14 5 0,-20 7-269,-11 1 0,-11-1 269,-7-5 0,-3-7 0,0-1 0,4-2 0,5-1 0,12-7 0,6 2 0,3 4 0,3-3 0,-5 5 0,5-8 0,7 0 0,5 1 0</inkml:trace>
  <inkml:trace contextRef="#ctx0" brushRef="#br1" timeOffset="18">14094 10729 8912,'0'-37'0,"0"-1"0,0-2 0,0 2 0,0 3 0,2 7 0,4 5 0,5 4 0,2-4 0,1 0 0,-3 2 0,6 7 0,6 5 0,0-1 0,0 3 0,0-1 0,6 4 0,-4 10 0,2 5 0,-4 14 0,3 10 0,-1 9 0,-10 7 0,-9 6 0,-4 8 0,-2 8 0,-8 5 0,-9 3 0,-10-1-1123,1 2 1123,-14 2 0,9 2 0,-13-2 0,2-4 0,2-5 0,7-12 0,5-8-145,5-7 145,3-6 0,11-15 0,3-4 0,4-4 0,6-8 0,8 1 0,-1-9 0,16 5 0,-4-8 0,5 0 0,11 0 276,1 0 0,6 6 0,-6 0 0,-2-1-276,-2 3 54,-1 9 1,-8 6 0,-4 11-55,-4 8 0,-10 6 0,-3 11 0,-10 4 0,-2 4 0,-13 4 0,2 2 0,-2 3 0,0 2 0,2-5 0,1 15 0,3-8 0,2-4 0,7 5 0,-4-11 0,10 5 0,4-4 0,3-5 0,7-1 0,-3-2 0,-2 2 0,-7-5 0,4 5 0,-10-8 0,-4-2 0,-11-3 0,-12-6 0,-3-10 0,-3-7 0,1-1 0,0-1 0,-1-6 0,3-6 0,3-3 0,-2-8 0,8 1 0,2-3 0,2-2 0,8 0 0,-1 0 0,-1 0 0,5 0 0,1 0 0,7 0 0,0-23 0,0-5 0</inkml:trace>
  <inkml:trace contextRef="#ctx0" brushRef="#br1" timeOffset="19">14696 12964 8912,'-15'-8'0,"2"-3"0,1-5 0,8 7 0,-3 1 0,8 10 0,5 4 0,-4 3 0,8 10 0,-5 4 0,3-4 0,5 4 0,-1-2 0,1 2 0,3 4 0,1 2 0,0-1 0,0-5 0,0 6 0,3 0 0,3 5 0,5 0 0,1 6 0,3 1 0,7-1 0,3 2 0,4 2 0,7 5 0,3-1 0,1-2 0,0-8 0,-3 10 0,-1-6 0,1 0 0,-4 0 0,-3 6 0,5-4 0,0 0 0,7 13 0,2-13 0,10 9-288,3-5 1,-1-2 287,7 6 0,-7-1 0,4 1 0,-9-1 0,1-7 0,2-2 0,4 0-81,5 4 0,-4-2 1,-1 0 80,-4-2 0,-2-2 0,-1 0 0,1 0 0,0-1 0,2-3 0,5-4 0,10-3 0,8-2 0,-43-15 0,1-1 0,44 2 0,-4 4 0,-4-2 0,5-7-179,-44-5 0,0 0 1,4 1-1,1 0 179,0-2 0,1 1 0,-3 0 0,-1 0 0,45-3 0,-1 2 0,1 4 0,-41-5 0,1 0 0,4 1 0,0 1 0,-1-1 0,-1-2 0,-3 0 0,-1 0 0,-4 0 0,-1 0 0,49 0 0,-3 0-242,3 0 0,-4 0 242,-8 0 0,-2-2 0,-2-3 148,-2-7 0,-13-3 0,2-4-148,-2-4 0,6-4 0,1-7 0,12-1-902,-5 1 902,7-1 0,-18-5 0,5-2 0,-4-2 0,-3-3 0,1-3 110,0-2 1,0 7-111,0-1 0,0 6 0,-4-4 184,-8 2 0,-2 1-184,-14 7 0,-1 0 0,-6-6 10,1-1 1,-1-1 0,0 4 0,1-2-11,-1 2 0,1-4 0,-1 2 0,1 2 0,7 1 0,-4-3 0,6 0 0,-2 2 0,-2 9 0,-7-1 0,-3 5 304,-1-2 0,-8 4 1,2-4-1,-4 1-304,-2-1 166,-7 6 1,5-10 0,-4 6-167,5-1 41,1-3 1,-6 2 0,-1 4-42,-2 4 0,-3 2 0,-5 0 0,8 0 0,-6-1 0,4 1 0,-4 8 0,-2-7 0,1 7 0,5-1 0,-2-7 0,8 0 0,-1-6 0,6-6 0,0-3 0,6 5 0,2-7 0,2-1 0,-6 1 0,4 5 0,-8 3 0,-2 1 0,-3 4 0,3 2 0,-13 1 0,6 9 0,-8 1 0,0 8 0,0 0 0,-8 0 0,6 0 0,-6 0 0,8 0 0,0 0 0,8 0 0,2 0 0,7 0 0,0 0 0,2 0 0,4 0 0,-4 0 0,14-7 0,1-3 0,10-7 0</inkml:trace>
  <inkml:trace contextRef="#ctx0" brushRef="#br1" timeOffset="20">22268 12689 8912,'-11'-23'0,"-3"0"0,1 2 0,-3 2 0,9 9 0,1-3 0,10 5 0,2-2 0,5 5 0,-3-5 0,1 1 0,5-1 0,1-1 0,2-5 0,2 3 0,4 1 0,6-1 0,3 4 0,3-1 0,-1 2 0,1 3 0,1 8 0,2 9 0,2 11 0,1 9 0,-9 8 0,-1 6 0,-3 4 0,-7 7 0,2 1 0,-5-3 0,-7-9 0,-1 2 0,-5-8 0,-3 4 0,4-10 0,-12 4 0,2-19 0,-5 4 0,1-4 0,-5 4 0,1-2 0,-3-5 0,-2-9 0,0-5 0,-1-2 0</inkml:trace>
  <inkml:trace contextRef="#ctx0" brushRef="#br1" timeOffset="21">21545 12431 8912,'0'11'0,"0"1"0,0 1 0,0 2 0,2 4 0,4 2 0,7 4 0,8 2 0,6-4 0,8 5 0,1 1 0,4-2 0,4 3 0,8-9 0,-1-5 0,7-1 0,1-9 0,2-2 0,2-10 0,6-8 0,0-7 0,13-5 0,4-11 0,2-3-103,-40 22 1,0 0 0,38-24-1,4 8 103,-2-1 0,-12 8 0,8 6 0,-4 8 0,-1 7 0,-7 12 0,3 11 0,-10 14 0,-2 7 0,-7 6 0,1 8 0,-7-1 0,1 1 0,-3-8 0,9-4 0,-1-4 0,-1-3 0,3-5 0,5-3 0,-6-10 0,-1-3 0,-3-5 0,-3-7 0,-2-1 0,-2-5 0,-6-4 0,4-7 0,0 0 0,0 0 0,2-8 0,11 6 0,0-4 0,-1 4 0,-3 2 0,-3 1 0,-2 3 0,-2 1 0,0 9 0,5-3 0,1 6 0,-1 6 0,9 3 0,9 3 0,11-3 0,4-1 19,2 5 1,2-11-1,2 6-19,2-1 0,-1-5 0,-5 4 0,1-4 0,-1-2 0,7-8 0,1 1 0,2-7 0,-10 3 0,0-1 0,-16 1 0,9-1 0,3-1 0,-9 5 0,9 3 0,-6 3 0,-1 2 0,-1 0 0,-5 0 0,-7 2 0,-5 3 0,-4-3 0,-1 12 0,2-7 0,3 3 0,-9-6 0,1 1 0,-5-3 0,-5-2 0,-9 0 0,-1 0 0,-8 0 0,2 0 0,-4-7 0,-4-7 0,-1-5 0,-3-4 0,-7 0 0,9 0 0,-7 0 352,-2 2-352,-2 2 0,-2 2 0,0 0 0,0 7 0,0 10 0,-8 10 0,-1 7 0,-9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10.875"/>
    </inkml:context>
    <inkml:brush xml:id="br0">
      <inkml:brushProperty name="width" value="0.05292" units="cm"/>
      <inkml:brushProperty name="height" value="0.05292" units="cm"/>
      <inkml:brushProperty name="color" value="#FF0000"/>
    </inkml:brush>
  </inkml:definitions>
  <inkml:trace contextRef="#ctx0" brushRef="#br0">10342 9628 8912,'-11'-6'0,"-1"-1"0,1-3 0,0-1 0,1-1 0,2 1 0,3 5 0,5-5 0,0-1 0,1-3 0,5 3 0,-2-1 0,8 7 0,-9-7 0,7 11 0,-4-4 0,-4 4 0,5 2 0,-7 0 0,0 0 0,-7 0 0,-3-7 0,-7 5 0,0-4 0,-1 4 0,-1 2 0,-4 0 0,-2 0 0,-3 0 0,-10 0 0,3 0 0,-5 2 0,0 4 0,2-2 0,-8 7 0,6-1 0,-6 1 0,0 4 0,0-3 0,2 9 0,2 2 0,2 0 0,5-4 0,3 2 0,3 2 0,4 0 0,2 2 0,0 1 0,2 1 0,2 6 0,2-5 0,5-1 0,1 2 0,1-3 0,-3 5 0,3-2 0,3 1 0,1-3 0,6 2 0,0-7 0,0 7 0,0-2 0,0 2 0,0-5 0,0-6 0,2 4 0,4 1 0,-2 0 0,7-6 0,-7 1 0,9-1 0,-5 0 0,1 0 0,-3-1 0,6-5 0,-1 4 0,1-7 0,-1 3 0,2 5 0,9-7 0,0 1 0,1 5 0,-3-5 0,1 1 0,1 1 0,9-9 0,-6 11 0,6-9 0,-3-1 0,7-2 0,5-2 0,8 0 0,-4 0 0,7-2 0,1-3 0,5-5 0,1-7 0,5 0 0,-6-1 0,-2-1 0,-9-4 0,-4 2 0,-7-7 0,-1 5 0,-1-4 0,-3 0 0,-1 1 0,-8 5 0,12-12 0,-5 4 0,-3-1 0,-2-1 0,-4 3 0,-2 7 0,1-12 0,-1 4 0,0-3 0,-7-8 0,-5-2 0,-3 0 0,-2 0 0,0-6 0,-4 6 0,-7-4 0,-2-2 0,-16 8 0,-2 2 0,-1 4 0,-5 3 0,-3 2 0,4 8 0,-4-1 0,-2 8 0,2 5 0,1 1 0,3 4 0,2 2 0,-1 4 0,1 4 0,7 5 0,4 12 0,4-2 0,2 8 0,-1 0 0,1 5 0,8 8 0,3 4 0,12 11 0,5 4 0,12 8 0,4 0 0,7 0 0</inkml:trace>
  <inkml:trace contextRef="#ctx0" brushRef="#br0" timeOffset="1">7417 17382 8912,'15'-2'0,"-3"-3"0,-7-7 0,-3 3 0,-2-3 0,0-1 0,0 3 0,0-1 0,-2 1 0,-1-3 0,-3 1 0,0 9 0,-2-13 0,5 9 0,-9-5 0,8 5 0,-11-1 0,6 6 0,-9-8 0,1 5 0,4 3 0,-4-4 0,7 4 0,-13 2 0,6 0 0,-10 0 0,0 0 0,0 0 0,-1 0 0,-7 0 0,-1 0 0,-4 0 0,2 0 0,-8 0 0,8 2 0,-3 4 0,-1-4 0,2 3 0,8 5 0,-5-8 0,7 6 0,-1-1 0,6-5 0,-3 4 0,5 1 0,-6-1 0,6 6 0,-6-7 0,6 3 0,-5-2 0,-1-2 0,-5 5 0,-1 1 0,1-1 0,-1-5 0,-1 11 0,-4-3 0,-2-3 0,-4 3 0,2-1 0,6 6 0,-2 1 0,-1-7 0,7 1 0,7-1 0,4 6 0,-2 0 0,1 1 0,-1-1 0,0 0 0,0 0 0,2 0 0,4 1 0,-4-1 0,4 6 0,2 0 0,-4 1 0,3-1 0,-3-4 0,12 14 0,-6-6 0,3-1 0,-1 7 0,7-6 0,2 1 0,2 1 0,2 0 0,0 5 0,8 0 0,3 1 0,5-7 0,1 1 0,0-6 0,0 6 0,0-3 0,3 3 0,1-4 0,2 0 0,5-6 0,-5 4 0,6-2 0,-6 2 0,7-4 0,-5 6 0,6-10 0,-2-4 0,1 5 0,8-7 0,4 3 0,2-1 0,2-7 0,6 9 0,1-5 0,5 2 0,-5-7 0,14 7 0,-4-4 0,2-4 0,-2 3 0,2-3 0,-5 0 0,1 4 0,8-4 0,5 3 0,-1-3 0,-2-2 0,0 0 0,3 0 0,-5 0 0,0 0 0,-8 0 0,-9 0 0,-3 0 0,-3 0 0,12 0 0,-18 0 0,11 0 0,-3 0 0,4 0 0,-1 0 0,1 0 0,0 0 0,-6 0 0,-1 0 0,-4 6 0,4 0 0,1 0 0,0-6 0,0 0 0,2 0 0,7 0 0,3 0 0,5 0 0,-6 0 0,1 0 0,-13 0 0,-1 0 0,-2 0 0,-1 0 0,-7 0 0,0 0 0,1 0 0,-1-8 0,1 4 0,-1-5 0,1 1 0,-9-5 0,7 3 0,-4-7 0,3 0 0,8-1 0,0 1 0,-7-8 0,5 4 0,-4-7 0,5-3 0,-5-9 0,1 4 0,-3-4 0,-3 3 0,-6 3 0,-2 0 0,2-1 0,-10 3 0,2 1 0,-5 2 0,3 1 0,-11-7 0,4 1 0,-4 0 0,-2-1 0,0 3 0,-2 1 0,-4 3 0,-3-1 0,-9-5 0,1 5 0,0 0 0,0 6 0,0-5 0,-3-1 0,-2 2 0,2-5 0,-12 11 0,1-8 0,-7-1 0,2 5 0,-8 0 0,4 8 0,-6-1 0,4 1 0,-12 0 0,8 0 0,-7 5 0,9 3 0,0 1 0,-6-3 0,4 5 0,2-2 0,-2 5 0,-2-3 0,-1 2 0,-11 2 0,-6 2 0,-11 0 0,-1 0 0,-10 0 0,-2 8 0,41-3 0,-2 1-702,-1 2 0,-1 0 702,2-4 0,-1 1 0,-7 2 0,-1 1 0,4-1 0,0 0 0,-1 3 0,1 1 0,0-4 0,1 1 0,5 1 0,1 1 0,-45 7-989,8-3 989,11-1 0,1 2 0,9-1-361,2-3 361,15-7 0,-2 9 0,16-5 0,-1 2 0,8-7 0,-3 7 594,7-4 1,0-4-595,6 3 1094,7-3-1094,-5-2 471,13 0-471,-6 0 0,8 0 0,0 0 0,-7 0 0,3 0 0,-8 0 0,1 8 0,1-6 0,-5 13 0,5-5 0</inkml:trace>
  <inkml:trace contextRef="#ctx0" brushRef="#br0" timeOffset="2">7434 15439 8912,'-17'-1'0,"0"-5"0,1-6 0,5-3 0,-4-2 0,5 0 0,1-1 0,-7 7 0,5 0 0,-5-1 0,-1 3 0,0-7 0,0 7 0,0-1 0,-1-3 0,1 7 0,0 2 0,-2 2 0,-4 2 0,-4 0 0,0 0 0,-11 0 0,4 0 0,-14 0 0,-4 0 0,-1 6 0,-8 2 0,-1 1 0,1 5 0,4-5 0,-6 3 0,2-7 0,-3 7 0,5-6 0,8 5 0,-9-5 0,-3 5 0,4 1 0,3 5 0,7 2 0,3 4 0,8-4 0,-3 4 0,7-4 0,5-2 0,6 0 0,12 1 0,-2 5 0,7-1 0,0 1 0,6 0 0,0 2 0,0 2 0,0 3 0,0 1 0,0 0 0,0-3 0,0 1 0,8 5 0,3-1 0,5-5 0,6 5 0,1-4 0,8 3 0,-2 2 0,11 7 0,6-1 0,3 0 0,3 2 0,2-6 0,3 4 0,2-5 0,4-7 0,4-3 0,-6-10 0,6-1 0,-4-3 0,4-7 0,-3 2 0,2-4 0,3-2 0,8 0 0,3-2 0,10-2-222,2-2 0,-43 0 0,1 1 222,-1 2 0,0 0 0,2-3 0,1-1 0,2 1 0,1 0 0,3-1 0,1-1 0,1-1 0,0 1 0,-1 2 0,-1 0 0,-6 0 0,-1 1 0,39-5 0,-4-3 0,-6 3-118,-7 3 1,1-5 117,-11 6 0,2-7 0,-1 2 0,1-7 0,-8-5 0,0 4 0,-5-7 0,0 5-2,-1-2 1,5-6 1,-5 6 0,3 0 0,-14 6 0,-4 0 0,-5 0 0,1-1 0,-7 7 0,4 0 325,-6-3 0,-4 5-325,-2-3 0,0 1 125,1-7 1,-7 1-126,1 0 0,-7 0 0,5 0 1,-3-1 0,5 1 0,-6 0-1,-3 0 0,-1-6 0,-2 0 0,-2-6 0,-3 6 0,-5-7 0,-7 1 0,0-3 0,0-3 0,-8 1 0,-4 0 0,-5 1 0,-7 5 0,-4 1 0,-13 4 0,-16 6 0,-12-1-101,37 9 0,0 1 0,0 7 0,-1 0 0,-8-2 1,-1 1 100,-6 0 0,-2 2 0,-5 0 0,-1 0 0,-6 0 0,-1 0 0,0 0 0,-1 2 0,2 0 0,0 1 0,-1 1 0,1 2-268,-2 2 1,1 1 0,12-3-1,3 0 268,0 0 0,3-1 0,-33 1 0,14 5 0,15-1 0,2 1 0,15 3 0,-3-9 0,14 7 0,3-6 0,3-1 0,9-5 0,2 0 0,4 2 269,5 4 1,3-4-270,3 4 378,4-5 1,-6 7 0,8 4-379,0 3 0,-7 10 0,-5 5 0,-5 8 0,-6 8 0,-4-4 0,-7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11.021"/>
    </inkml:context>
    <inkml:brush xml:id="br0">
      <inkml:brushProperty name="width" value="0.05292" units="cm"/>
      <inkml:brushProperty name="height" value="0.05292" units="cm"/>
      <inkml:brushProperty name="color" value="#FF0000"/>
    </inkml:brush>
  </inkml:definitions>
  <inkml:trace contextRef="#ctx0" brushRef="#br0">20926 15543 8912,'-17'-16'0,"-1"3"0,3-14 0,2 2 0,3 4 0,2 2 0,3 2 0,5 0 0,0 7 0,2-3 0,5 5 0,9 1 0,5-1 0,9-5 0,-1 3 0,9-7 0,4-2 0,2-4 0,4 4 0,9-4 0,-1-2 0,7 0 0,2-2 0,9 5 0,7-5 0,5 0 0,6 0 0,-44 16 0,1-1-197,5-2 1,1 0-1,0 0 1,1 1 196,1-1 0,1-1 0,1 2 0,0 0 0,-1 1 0,-1 1 0,2 1 0,1 1 0,0-3 0,0 1 0,1 1 0,0 0 0,-3 1 0,-1 1 0,1 3 0,-1 1 0,-8 0 0,-1 2 0,7 1 0,1 0 0,2 1 0,1 0 0,0 0 0,0 0 0,-2 0 0,-1 0 0,-1 1 0,-1 0 0,0 2 0,1 0 0,6-2 0,1 2 0,6 2 0,1 1 0,-7 0 0,-1 1 0,-1 4 0,0 1 0,-5-2 0,-1 1 0,-2 3 0,-1 1 0,2-2 0,1 1 0,4 0 0,-1 0 0,-3 2 0,-1-1 0,4-3 0,1-1 0,-4 0 0,-1 1 0,-1 0 0,-1 1 0,45 6 0,-43-4 0,1 0 0,-2-2 0,-1-1 0,2 2 0,-1-1 0,0-2 0,0 1 0,-3 2 0,1 0 0,0 2 0,-1-1-19,4 1 0,0 1 0,-4 0 0,-1 0 0,3 0 0,-1 0 0,-1 0 0,-2 1 19,43 16 0,-8-1 0,-2-5 0,-15 5 0,8-14 0,-16 4 0,-1-4 0,3-8 0,-1 1 0,-3 1 0,-1 2 0,-10-3 0,-4-1 0,-6-1 386,-5 1 1,-4 3-387,-8-9 0,-6 7 165,1-6-165,-8-1 0,3-5 0,-7 0 0,0 0 0,-7 0 0,-3 8 0,-7 2 0</inkml:trace>
  <inkml:trace contextRef="#ctx0" brushRef="#br0" timeOffset="1">27155 15268 8912,'-9'-25'0,"1"0"0,8-4 0,2 6 0,4 12 0,3 5 0,7 12 0,-5 5 0,4 5 0,-3 1 0,9 8 0,2 3 0,0 12 0,-6 4 0,-2 8 0,-3-1 0,1-5 0,-7 0 0,0 0 0,-6 6 0,0-3 0,0-3 0,-18 4 0,-10-4 0,-14 3 0,-18 5 0,-10 1 0,28-27 0,-1 1 0,-2 7 0,-3 1 0,-10 1 0,-3 0-391,-1 8 1,-2 0 0,-6 1-1,-1-2 1,-3-2 0,0 0 0</inkml:trace>
  <inkml:trace contextRef="#ctx0" brushRef="#br0" timeOffset="2">17656 14580 8912,'-15'-14'0,"3"-5"0,7-4 0,3-1 0,2 1 0,0-2 0,0 6 0,0-4 0,5 9 0,1 3 0,6 11 0,-7 6 0,1 15 0,-6 25 0,0 7 0,0 16 0,0 7 0,0 3 0,0 5 0,0-4 0,0-8 0,0-7 0,2 0 0,4-7 0,-2-3 0,7-9 0,-7-4 0,9-10 0,-7-3 0,0 4 0,1-7 0,3 9 0</inkml:trace>
  <inkml:trace contextRef="#ctx0" brushRef="#br0" timeOffset="3">17415 14769 8912,'-44'-52'0,"4"8"0,11 4 0,5 12 0,8 9 0,5 7 0,5 6 0,14-5 0,9-3 0,15-1 0,18-2 0,11 0 0,2 0 0,16-6-199,-5 0 1,-9 2 198,4 9 0,-13 5 0,-5 7 0,-7 15 0,-13 10 49,-8 11 0,-12 10-49,-22 11 0,-10 4 0,-19 10 0,-4 2 0,0 1 0,2 8 0,1-11 0,-1 5-1251,-2 1 1251,6 1 0,-4-7 0,8-10 0,-1-11 0,8-8 0,10-14 0,12-1 0,6-4 0,11-8 0,7-5 262,15-10-262,8-8 0,2-1 0,8-9 0,0-6 0,-1-5 0,1-4 0,7-1 0,-7 7 0,0 4 0,-3-1 0,-11 1 322,-5 2 0,-1 2 0,-10 1 0,-7 1-322,-8 0 0,-5 0 0,-4 0 0,-3-1 0,-7 1 0,-3 0 0,-2 2 0,0 3 0,-1-3 0,1 13 0,0-6 0,7 16 0,8 2 0,8 7 0,-2 0 0,6 8 0,-9-4 0,5 6 0,-4-3 0,0 1 0,2-4 0,2 2 0,-3-2 0,-1-2 0,4-7 0,0-1 0,1-1 0,-1 1 0,-4-3 0,13-10 0,-5-4 0,1-7 0,1-6 0,1-4 0,-5-8 0,7 5 0,-5-7 0,-1 4 0,7-3 0,-9 11 0,5-8 0,3 8 0,-5-2 0,1 6 0,1 6 0,-1 3 0,6 10 0,0 4 0,1 3 0,1 8 0,2 1 0,2-1 0,-2 0 0,4 0 0,0 0 0,1 1 0,3-1 0,0-8 0,-1-1 0,3 0 0,-6-7 0,-2 5 0,-4-6 0,-2-6 0,-5-1 0,-3-7 0,-1 1 0,-4-6 0,-3 2 0,-2-8 0,-3 8 0,-2 0 0,-7 7 0,9-3 0,-8 7 0,7-6 0,-7 7 0,8-1 0,-3 14 0,7 1 0,0 10 0,0 2 0,0 2 0,0 8 0,0-10 0,0 7 0,0-1 0,0 2 0,0-6 0,0-4 0,2-2 0,1 0 0,3 0 0,0-7 0,-6 0 0,0-5 0,0-5 0,0 0 0,0-7 0,0-11 0,0-1 0,2-2 0,2-3 0,1-3 0,1-2 0,-4 0 0,2 3 0,2 1 0,7 2 0,-9 0 0,7 0 0,-5 6 0,5 5 0,-5 9 0,6-3 0,1 4 0,8 4 0,4 4 0,2 5 0,3 4 0,3 3 0,3 5 0,2-1 0,2-1 0,8-1 0,-6-5 0,4-4 0,8 3 0,-8-9 0,7-1 0,-9-10 0,0-5 0,-2-4 0,-7-2 0,-5-3 0,-5-1 0,-8-1 0,-11-7 0,-2 4 0,-8-2 0,-13 6 0,-10-2 0,-9 10 0,-4 1 0,-4 9 0,-2-5 0,2 8 0,2 0 0,9 8 0,1 3 0,3 12 0,6-4 0,4 6 0,6 0 0,9-4 0,-2 8 0,6-3 0,8 5 0,9-4 0,10-3 0,7-1 0,6-5 0,4-9 0,8-3 0,-1-4 0,1-2 0,-2-8 0,-4-3 0,1-10 0,-6-2 0,-7-8 0,-5 2 0,-8-3 0,-2-2 0,-10 1 0,-1 4 0,-2-1 0,-6 7 0,-8 0 0,-1 6 0,-1 0 0,-5-1 0,5 9 0,1 1 0,1 16 0,10 5 0,4 6 0,5 4 0,12 8 0,6-2 0,11 3 0,11 2 0,13 1 0,2-1 0,5-5 0,4-2 0,5-3 0,-3-1 0,-1-5 0</inkml:trace>
  <inkml:trace contextRef="#ctx0" brushRef="#br0" timeOffset="4">16761 16729 8912,'-17'0'0,"-2"0"0,-2 0 0,-2 0 0,2 0 0,2 0 0,3 13 0,3 6 0,4 8 0,1 9 0,0 8 0,4 12 0,-1 3 0,1 2 0,10-4 0,5 5 0,4-3 0,3-4 0,-1-1 0,-6-8 0,1-3 0,-1 0 0,-1-5 0,3 4 0,-7-2 0,0-8 0,-6-7 0</inkml:trace>
  <inkml:trace contextRef="#ctx0" brushRef="#br0" timeOffset="5">16520 16970 8912,'10'-40'0,"7"-1"0,2-4 0,12 4 0,5 3 0,-1 2 0,14 2 0,-5 1 0,2 4 0,-2 6 0,-2 4 0,-9 10 0,-10 3 0,-12 6 0,-5 6 0,-4 3 0,-2 9 0,-8 8 0,-3 9 0,-12 7 0,-2 4 0,-4-1 0,-7 1 0,5 4 0,1-4 0,1 2 0,0-8 0,3 0 0,4-6 0,0 1 0,4-9 0,9-3 0,1-4 0,10-9 0,15-10 0,10-10 0</inkml:trace>
  <inkml:trace contextRef="#ctx0" brushRef="#br0" timeOffset="6">17174 16729 8912,'-2'25'0,"-3"-8"0,-5-2 0,-7-9 0,0 5 0,-1-5 0,1 8 0,0-5 0,6 1 0,1-3 0,2 1 0,3-6 0,5 7 0,1-5 0,5 2 0,6 0 0,9-6 0,2 0 0,0 0 0,0 0 0,0 0 0,-2 0 0,-2 0 0,0 0 0,4 0 0,-4 0 0,6 0 0,-8 0 0,-8 0 0,-1-2 0,-8-4 0,0-4 0,-6-12 0,1-1 0,-1 0 0,6 6 0,0-1 0,0 1 0,2 0 0,2 0 0,1 0 0,9-1 0,-10 1 0,7 0 0,2 0 0,-5 7 0,7-3 0,-3 7 0,3 2 0,2 2 0,1 2 0,-3 2 0,-4 4 0,5 5 0,-5 11 0,4 2 0,3 3 0,-1-6 0,-6 10 0,-1-7 0,-2 3 0,5-6 0,-11 4 0,4-8 0,-5 0 0,-1 1 0,0-9 0,0-3 0,0-12 0,0-3 0,0-14 0,0-2 0,0-2 0,0-1 0,2-9 0,4 1 0,6 2 0,3-5 0,2 11 0,-4-3 0,3 2 0,3 7 0,-4 2 0,-3 5 0,1 4 0,10 3 0,-4 8 0,4 0 0,-4 0 0,-2 8 0,1 1 0,-1 8 0,0 1 0,0 6 0,0-4 0,1 2 0,-1-2 0,2-9 0,4 1 0,-4-3 0,6 3 0,0-7 0,0-10 0,5-9 0,-1-7 0,0 2 0,-3-12 0,-3 7 0,-4-3 0,-9-2 0,-4-5 0,-4-1 0,-2 1 0,-8-8 0,-7 4 0,-8-8 0,2-2 0,2 6 0,1 2 0,3 6 0,4 5 0,1 4 0,4 8 0,4 9 0,-3 8 0,10 16 0,7 12 0,3 12 0,2 6 0,-1 10 0,-5 1 0,4 8 0,-3-4 0,3 2 0,2 0 0,1-7 0,-1 1 0,-2-2 0,-3 3 0,3-11 0,-6 1 0,1-10 0,-4-11 0,-4-14 0,-2-5 0</inkml:trace>
  <inkml:trace contextRef="#ctx0" brushRef="#br0" timeOffset="7">17863 16660 8912,'-25'-9'0,"6"-7"0,1 14 0,15-7 0,14 3 0,20 2 0,26-7 0,18-4 0,13-6 0,7 1 0,-43 5 0,-1-2-371,1 3 0,0-1 1,3-7-1,1-3 1,0-2-1,0 0 1</inkml:trace>
  <inkml:trace contextRef="#ctx0" brushRef="#br0" timeOffset="8">19618 16333 8912,'-17'-17'0,"-1"8"0,-1 3 0,-4 6 0,-5 8 0,-5 9 0,-1 15 0,1 14 0,3 6 0,3 3 0,4 2 0,8 1 0,7 1 0,6-7 0,4 1 0,4-5 0,3-18 0,10-3 0,4-12 0,6-9 0,4-6 0,3-6 0,4-5 0,-4-12 0,6-8 0,-3-5 0,-5-4 0,2-2 0,-13 2 0,0 4 0,-13-6 0,-6 7 0,-10 3 0,-13 1 0,-14 2 0,-16 16 0,-14 2 0,-4 7 0,-2 6 0,2 5 0,4 11 0,4 6 0,9 17 0,4-1 0,11 0 0,11-6 0</inkml:trace>
  <inkml:trace contextRef="#ctx0" brushRef="#br0" timeOffset="9">20478 16076 8912,'-26'-44'0,"-1"4"0,4 11 0,2 6 0,-8 11 0,-1 7 0,-3 3 0,4 9 0,1 5 0,1 11 0,-2 7 0,6 9 0,4 6 0,10 13 0,-5-5 0,8 7 0,3-1 0,6-4 0,3 8 0,9-7 0,3 1 0,-1-4 0,6 1 0,-4 1 0,-2 3 0,-7 7-140,-3-12 0,-7 6 1,0-7-1</inkml:trace>
  <inkml:trace contextRef="#ctx0" brushRef="#br0" timeOffset="10">19842 16901 8912,'-18'-14'0,"3"-5"0,4-4 0,5-1 0,14-5 0,9 6 0,17-6 0,18 6 0,9-13 0,15 2 0,9-1 0,4 5 0,3 5 0,-13 10 0,-7 3 0,-7 7 0,-21 3 0,-19-6 0,-17-2 0</inkml:trace>
  <inkml:trace contextRef="#ctx0" brushRef="#br0" timeOffset="11">16572 18104 8912,'-8'10'0,"-3"-4"0,-4-3 0,-1 5 0,3 7 0,3 10 0,3 8 0,3 9 0,2 6 0,2 3 0,0 1 0,2-1 0,2 1 0,3-3 0,3-3 0,-6-4 0,1-9 0,-3-5 0,-2-10 0,-15-11 0,-4-7 0</inkml:trace>
  <inkml:trace contextRef="#ctx0" brushRef="#br0" timeOffset="12">16365 18586 8912,'0'-19'0,"0"-2"0,0-2 0,0 2 0,2 2 0,4 1 0,4 1 0,9-2 0,6-2 0,9-2 0,2-2 0,10 2 0,0-1 0,6-5 0,5-4 0,1 5 0,-5-5 0,-5-1 0,-2 7 0,-12 4 0,1-2 0,-18 3 0,-4 6 0,-13 9 0,-2 7 0,-3 0 0,-7 0 0,-3 0 0,-2 7 0,-1 5 0,1 9 0,0 2 0,0 7 0,5-1 0,3 9 0,1 2 0,-5 8 0,11-10 0,-4 6 0,4-2 0,2-6 0,0-5 0,0 1 0,0-3 0,0-4 0,2 0 0,4-8 0,3-7 0,9-5 0,-1-10 0,0-7 0,0-11 0,0-6 0,-1-1 0,-3-1 0,-2 3 0,1-1 0,3-3 0,-3 3 0,3-4 0,-5 14 0,7-4 0,0 4 0,0 2 0,0 8 0,1 3 0,-1 4 0,6-4 0,2 0 0,1 3 0,5 1 0,2 2 0,1-2 0,0-4 0,1-3 0,-1-9 0,-1 1 0,-5 0 0,-3 5 0,-8 1 0,-7 0 0,-4-7 0,-6 3 0,-8 2 0,-9 1 0,0 8 0,-10-3 0,6 9 0,-2 3 0,0 5 0,6 7 0,0 2 0,-1 4 0,7-2 0,1 6 0,3 0 0,3-1 0,8-3 0,1 6 0,11-6 0,1 6 0,8-8 0,9 2 0,1-10 0,-1-2 0,6-7 0,0 0 0,-1-8 0,-3-13 0,-2-10 0</inkml:trace>
  <inkml:trace contextRef="#ctx0" brushRef="#br0" timeOffset="13">17725 18190 8912,'-6'-17'0,"0"0"0,-5 5 0,5 1 0,1 0 0,5-1 0,0 1 0,1 5 0,5-6 0,4 9 0,9-5 0,2 8 0,2 0 0,6 0 0,-5 2 0,1 4 0,0 5 0,-2 4 0,-6 3 0,-1-1 0,-5 0 0,2 0 0,-7 0 0,0 1 0,-6-1 0,0 0 0,0 0 0,-8 0 0,6-7 0,-13-2 0,13-8 0,-6-2 0,10-4 0,4-6 0,4-9 0,7-2 0,0 2 0,6-5 0,2-1 0,2 0 0,9-13 0,8 4 0</inkml:trace>
  <inkml:trace contextRef="#ctx0" brushRef="#br0" timeOffset="14">18293 18053 8912,'-15'-12'0,"3"1"0,4 7 0,1-11 0,7 11 0,0-8 0,7 1 0,11 0 0,-1-1 0,0-1 0,6-3 0,0-1 0,0 0 0,2 0 0,-6 0 0,6 5 0,-10 1 0,-4-3 0,5 7 0,-14-9 0,-2 15 0,-12-5 0,-3 12 0,-2 5 0,-6 10 0,-2 2 0,0-2 0,0-2 0,2 4 0,6 0 0,7 6 0,5-7 0,3 1 0,2-5 0,0-1 0,7 0 0,9-7 0,9-5 0,1-3 0,5-2 0,7-2 0,2-3 0,-1-7 0,-3-3 0,0-8 0,1-2 0,-3-2 0,4-1 0,-13-7 0,2 1 0,-10-1 0,-2 1 0,-9 0 0,0-6 0,-6-1 0,-8 1 0,4 8 0,-7 1 0,-2 3 0,-3 1 0,-1-2 0,2 4 0,3 8 0,3 8 0,3 3 0,4 12 0,-6 11 0,8 12 0,0 5 0,0 6 0,0 6 0,8 4 0,4 1 0,3 1 0,4-6 0,2-3 0,2 0 0,8-5 0,-1-10 0,6-5 0,5-4 0,6-9 0,-8-2 0,3-10 0,-6-4 0,2-4 0,-9-7 0,-6-8 0,-6-3 0,-2 1 0,-9-2 0,0 1 0,-6-7 0,-2 7 0,-4 1 0,-3 2 0,-1 4 0,-5 2 0,5 4 0,-7 1 0,0 3 0,0 7 0,-1-2 0,7 6 0,-1 6 0,7-2 0,-7 7 0,8 1 0,-1 5 0,3 0 0,2 0 0,0 1 0,2-7 0,3-1 0,7-3 0,3-1 0,2-6 0,1 0 0,1-2 0,2-2 0,2-2 0,2-5 0,-2 5 0,-4 1 0,6 3 0,-8-2 0,0-2 0,0 0 0,0 6 0,-1 2 0,-5 4 0,4-2 0,-3 7 0,1 1 0,-1 5 0,1-6 0,-7 1 0,7-3 0,-1 3 0,3-5 0,-5-7 0,13 0 0,-4 0 0</inkml:trace>
  <inkml:trace contextRef="#ctx0" brushRef="#br0" timeOffset="15">19670 17434 8912,'-18'-25'0,"1"6"0,6-4 0,-1 12 0,8 3 0,-3 8 0,9 4 0,3 7 0,5 1 0,1 20 0,1-1 0,1 7 0,-3 4 0,1 6 0,1-2 0,-3 1 0,7-5 0,-15 2 0,5-6 0,-4 3 0,-2-1 0,0-8 0,0-3 0,0-6 0,-6-4 0,1-2 0,-9-7 0,3-5 0,-4-3 0,-1-4 0,3-3 0,1-7 0,9-11 0,-3-5 0,4 1 0,2-2 0,0 0 0,8-5 0,3 0 0,4-1 0,3 7 0,-1-1 0,2 2 0,4-1 0,-4-3 0,6 8 0,-2 4 0,0 6 0,0 3 0,-6 4 0,0 4 0,0-3 0,0 12 0,1 11 0,-9-1 0,-3 6 0,2 3 0,-3 3 0,1-4 0,-6-2 0,0 2 0,0-2 0,0-2 0,0-2 0,0-10 0,0-1 0,0-10 0,0-4 0,-2-3 0,-4-8 0,5-6 0,-5 0 0,4-8 0,2 2 0,0-1 0,0 1 0,2-1 0,4 7 0,5 2 0,4 2 0,10 9 0,-6-3 0,4 5 0,-4-1 0,-9 5 0,5-4 0,-11 8 0,7 0 0,-7 0 0,4 0 0,-8 2 0,0 4 0,2 3 0,4 8 0,5 1 0,4-1 0,-3-6 0,-1 1 0,3 1 0,1-3 0,2 1 0,0-7 0,1 2 0,-1-4 0,0-2 0,0 0 0,-5 0 0,-3-2 0,-1-4 0,-10 2 0,-9-7 0,-5 1 0,-1-1 0,0 1 0,0 4 0,-1 4 0,1-3 0,2 1 0,3-2 0,-3 4 0,15-5 0,0 7 0,10 0 0,11 0 0,2 0 0,13 0 0,-2 0 0,5 0 0,-5 0 0,0-2 0,1-4 0,-3 2 0,-3-7 0,-4 5 0,-8-5 0,-7-1 0,-5-5 0,-3 7 0,-2-5 0,-7 13 0,5-6 0,-12 10 0,9 4 0,-1 6 0,6 10 0,0-2 0,0 4 0,0-1 0,0 0 0,0 0 0,-2-6 0,-4 1 0,4-1 0,-5 0 0,7-7 0,0-3 0,0-9 0,2-3 0,1-7 0,3-3 0,-2-2 0,4-6 0,-3 0 0,7 0 0,-6 6 0,7-6 0,-2 0 0,-1 2 0,2 9 0,-1-3 0,6 5 0,0-5 0,1 2 0,-1 3 0,0 3 0,2-1 0,4 2 0,-4 4 0,14-5 0,-5 5 0,5-4 0,1 2 0,1-7 0,-1 1 0,1-1 0,-3-5 0,-3 5 0,1-6 0,-7-4 0,-2-2 0,-2 0 0,-3 4 0,-5-4 0,-3 4 0,-8-4 0,0 4 0,0 2 0,-8 1 0,-3 5 0,-5-3 0,-1 9 0,6-1 0,-1 6 0,-1 0 0,5 0 0,1 8 0,7 3 0,0 4 0,0 3 0,2 6 0,1 3 0,3 0 0,7 7 0,-1 1 0,3-1 0,2 6 0,-1 4 0,-5 4 0,-5 5 0,-4 5 0,-10 7 0,-9 5 0,-15 16 0,11-38 0,-2 0 0,-4 3 0,-2 1-297,-6 3 1,-4-1 0,-7 2-1,-2 1 1,-5 3 0,1 0 0</inkml:trace>
  <inkml:trace contextRef="#ctx0" brushRef="#br0" timeOffset="16">24557 16471 8912,'44'-31'0,"0"1"0,32-26 0,-15 11 0,-15 10 0,-9 10 0,-9 6 0,-5 4 0,-4 4 0,-7 3 0,-1 8 0,1 0 0,-1 0 0,1 0 0,1 0 0,2-2 0,3-4 0,-1-7 0,0-8 0,2-13 0,4-12 0,10-12 0,9-3 0,2-2 0,3 0 0,11 0 0,-25 25 0,3-2-88,4-3 0,0 0 1,-1 0-1,-2 0 1,1-4-1,-1 0 88,-1 1 0,-1-1 0,-5 0 0,-1 0 0,-2-2 0,-2 1 0,-3 1 0,0 2 0,12-35 0,-7 5 0,-4 12 0,-10 12 0,-1 10 0,-9 13 0,5 11 0,-16 9 0,-3 8 0,-6 4 0,-6 7 0,-6 20 0,-11 26 0,-6 21 0,18-27 0,-1 2-139,-1 1 1,-1 2 0,-6 8 0,-1 0 0,0 1 0,-1 0 138,0 0 0,0 0 0,2 4 0,1 0-187,-2-1 0,2 1 0,4 0 0,3 0 187,1 2 0,4 1 0,4-6 0,4 0 0,3-3 0,3 0 0,4-5 0,2-1-85,3-2 0,2-1 1,13 28 84,9-14 0,9-18 0,2-14 0,10-11-23,6-13 1,9-14 22,5-15 0,8-14 0,3-26 0,-40 23 0,-1-3 47,-2-5 0,-1-2 0,-4-1 0,-1-2-47,1-1 0,-2-1 0,-2-2 0,-2 1 0,-3 2 0,-2 0 0,2-4 0,-1-1 0,0-2 0,0 1 0,-3 6 0,-1 1 0,10-45 0,-12 12 303,-5 11 0,-4 17 0,-4 14 0,-4 17-303,-5 14 99,-12 20 1,2 16-1,-10 24-99,-5 14 0,1 17 0,16-36 0,-2 1 0,0 4 0,0 1-186,1 0 1,0 1 0,2 3 0,2 1 185,0-2 0,3 0 0,3-1 0,1-1 0,0 0 0,1-1 0,2-5 0,2 0 213,4 42 1,10-18-214,7-10 0,15-19 0,14-16 0,12-12 0,5-22 0,8-15 0,7-17 0,-35 12 0,0-2 0,1-3 0,0-3 0,-1 2 0,0-2 0,-2-6 0,-2-1 0,-2 2 0,-3-2-578,-1-2 1,-3 0 577,18-35 0,-6-4 0,-19 7 0,-4 2 0,-2 10 0,-7 6 0,-4 13 0,-5 10 0,-8 15 364,-5 13 1,-7 8-365,-9 9 0,-11 33 0,-18 31 0,26-27 0,-1 3-52,-5 8 0,-1 2 0,0 5 0,0 0 1,-3 4-1,1 0 0,3-3 0,2-1 52,1-1 0,3 0 0,5-2 0,4-1 0,5-5 0,5 0 0,7-4 0,6-3 0,28 31 0,23-24 411,28-34 0,4-12-411,2-5 0,-9-6 0,-8-6 0,-16-11 0,-13-12 0,-3-3 0,-14-8 0,-1 0 0,1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11.478"/>
    </inkml:context>
    <inkml:brush xml:id="br0">
      <inkml:brushProperty name="width" value="0.05292" units="cm"/>
      <inkml:brushProperty name="height" value="0.05292" units="cm"/>
      <inkml:brushProperty name="color" value="#FF0000"/>
    </inkml:brush>
  </inkml:definitions>
  <inkml:trace contextRef="#ctx0" brushRef="#br0">3528 17262 8912,'-35'0'0,"1"-2"0,1-4 0,5-5 0,5-4 0,11-3 0,5 9 0,9 1 0,3 6 0,7-3 0,-3 3 0,3-4 0,1 4 0,3 2 0,1 0 0,0 0 0,0 0 0,0 0 0,1 0 0,-1 0 0,-8 0 0,7-2 0,-5-4 0,4 4 0,3-3 0,-1 3 0,0 2 0,0 0 0,0 0 0,1 0 0,7 0 0,3 0 0,5-6 0,1 0 0,14-7 0,4 1 0,11 3 0,0-3-150,4 1 0,9-6 150,4 0 0,-3 5 0,-2 1 0,3 1 0,2-3 0,4 1 0,-35 7 0,0-1 0,1-2 0,-1 1 0,1 0 0,0 0 0,0 1 0,1 1 0,0-1 0,-1 0 0,4-2 0,-1-1 0,4 0 0,1 1-242,5-1 0,0 1 0,1 2 0,0 0 242,3 0 0,-2 1 0,-5 3 0,-1 0 0,1-1 0,0 0 0,-2-1 0,-1 1-146,1 0 0,-1 0 0,-4 0 1,-1 0 145,46 3 0,-16 0 0,10 0 0,-14 0 0,0 0 0,1 0 0,-3 2 0,10 2 0,10 2 0,-45-3 0,-1-1 0,46-2 0,-4 0 0,3-7 0,-45 2 0,0 0 0,3 0 0,1 1 0,4-3 0,0 0 0,3 4 0,-1 0 0,-4-2 0,-1-1 0,-6 3 0,-1 0 0,42-2 0,2 5 0,2 0 0,-5 0 0,-3 0-143,-3 0 0,-11 0 143,3 0 0,1 0 0,-1 0 0,1 0 0,-1 0 0,9 0 0,8 0 0,-43 0 0,1 0-102,48 0 1,-3-2 101,-46-1 0,0 0 0,43 1 0,-43-1 0,1 0 0,1 2 0,0 0 0,0 2 0,-1-2 0,42-6 0,-16 5 0,-9-4 364,-4 4 1,8 2-365,-8 0 0,10 0 0,-4 0 0,7 0 0,12 0 0,0 0 0,-2 0 0,-2 0 0,-9 0 0,7 0 0,8 0 0,3 0 0,5 0 0,-1 0 65,-10 0 1,2 0-66,-8 0 0,-3 0 0,2 0 0,-5 0 0,5 0 0,1 0 0,3 0 0,-4 0 0,-5 0 0,1 0 0,1 0 0,1 0 0,4 0 0,2 0 0,2 0 0,0 0 0,-5 0 0,-1 0 0,2 0 0,0 0 0,1 0 0,-3 0 0,2 0 0,-5 2 0,-3 4 0,-5-4 154,-6 3 0,-9-3-154,-8-2 0,-1 8 0,13-6 0,-1 4 257,-1-4 1,-1-2-258,2 0 0,5 0 0,10 0 0,-1 0 34,-4 0 0,-2 0 0,2 0 1,0 0-35,2 0 0,-4 0 0,9 0 0,-3-6 0,-2 0 0,-6 0 0,0 6 0,-8-5 0,3-1 0,-5-2 0,-1 2 0,7 5 0,4-5 0,4 4 0,2 0 0,2-2 0,3-2 0,-3 1 0,4 5 0,-8 0 0,-10 0 0,0 0 260,-11 0 0,4 0-260,2 0 0,-6 5 0,-1 1 0,-4 0 0,4-6 0,-6 0 0,1 0 0,-6 0 0,-5 0 0,2 0 0,-8 0 0,1-2 0,-1-4 0,-4 4 0,4-3 0,-3 3 0,-3 2 0,-6-6 0,1 0 0,-9 1 0,5 5 0,-8 0 0,0 0 0,8 0 0,-6 0 0,13-8 0,-5 6 0,1-6 0,0 8 0,-7 0 0,10-2 0,-9-3 0,3 3 0,-2-4 0,-4 4 0,5 2 0,-7 0 0,0-2 0,0-3 0,0 3 0,0-14 0,-7 14 0,-7-3 0,-7 3 0,-21-14 0,-11-3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02:33:06.867"/>
    </inkml:context>
    <inkml:brush xml:id="br0">
      <inkml:brushProperty name="width" value="0.05292" units="cm"/>
      <inkml:brushProperty name="height" value="0.05292" units="cm"/>
      <inkml:brushProperty name="color" value="#FF0000"/>
    </inkml:brush>
  </inkml:definitions>
  <inkml:trace contextRef="#ctx0" brushRef="#br0">8639 16196 8912,'-17'-12'0,"-1"3"0,1 1 0,0 3 0,0-3 0,5 6 0,1-4 0,7 4 0,-4 2 0,8-7 0,0 5 0,0-8 0,0 5 0,0 3 0,0-6 0,0 6 0,0-4 0,8 4 0,3-3 0,5 3 0,1 2 0,6 2 0,2 5 0,1 11 0,3-1 0,6 17 0,-3-1 0,-3 5 0,1 10 0,-5-3 0,0 5 0,0 2 0,-10-3 0,-9-3 0,-4 2 0,-2-8 0,-2-2 0,-4-9 0,-3-12 0,-9-11 0,1-4 0,0-6 0,0-8 0,2-10 0,3-9 0,4-3 0,8-10 0,0-6 0,0-5 0,2-1 0,4 3 0,0-5 0,11 1 0,-2 0 0,14 5 0,-6 10 0,6 8 0,-1 7 0,7 10 0,7 7 0,-6 5 0,4 12 0,-3 10 0,-3 10 0,0 6 0,8 1 0,-11 0 0,4 1 0,-3-1 0,1-5 0,1-1 0,-2-7 0,-3 2 0,2-5 0,-8-7 0,-6 2 0,-6-7 0,-7-8 0,4-7 0,-8-9 0,-8 7 0,-3 0 0,-7 7 0,-3-2 0,-3 4 0,-3 2 0,-2 8 0,-3 1 0,1 8 0,4 1 0,1 1 0,-1 4 0,6 3 0,-2 1 0,9-2 0,3 0 0,7-6 0,-2 4 0,4-4 0,4-4 0,6-1 0,9-3 0,2-7 0,10 2 0,0-12 0,-1 0 0,-1-9 0,-2-4 0,6-2 0,-12 2 0,2-2 0,-8-2 0,1 0 0,-9 6 0,-1-1 0,6 1 0,-8 8 0,7 9 0,-3 11 0,-4 6 0,5 4 0,-1 4 0,0 2 0,7 2 0,3 3 0,6-3 0,0-6 0,2 0 0,1-4 0,2-4 0,2-4 0,3 1 0,-1-8 0,-3-8 0,-6-21 0,2-11 0</inkml:trace>
  <inkml:trace contextRef="#ctx0" brushRef="#br0" timeOffset="1">9929 16007 8912,'-17'0'0,"6"2"0,-1 3 0,3 7 0,-5 11 0,3 7 0,-1 11 0,3 10 0,1 6 0,8 6 0,0 4 0,0-4 0,2-5 0,4-7 0,5-3 0,10-14 0,4-5 0,2-2 0,0-16 0,1 1 0,5-8 0,-4-4 0,-5 0 0,-1 0 0,-4-8 0,-1-4 0,-7-3 0,1-2 0,-9 0 0,3 0 0,-4-1 0,-2 1 0,0 0 0,0 7 0,0-5 0,0 13 0,2-3 0,4 10 0,-4-1 0,5 8 0,1 1 0,3 2 0,-3 2 0,7-5 0,-5-1 0,0 3 0,5-5 0,-4 3 0,5-8 0,1 1 0,0-3 0,0-2 0,0 0 0,1-7 0,-1-3 0</inkml:trace>
  <inkml:trace contextRef="#ctx0" brushRef="#br0" timeOffset="2">10274 15955 8912,'-35'27'0,"1"-2"0,-1-8 0,9 6 0,3 0 0,3-2 0,3-2 0,0-2 0,8 0 0,9-7 0,11-4 0,4-6 0,2-6 0,-1-4 0,-3-9 0,-3-2 0,-3-2 0,5-5 0,-6 5 0,-3 2 0,-1 2 0,-2 1 0,-7 1 0,-3 8 0,-5 3 0,1 12 0,5 5 0,1 4 0,-5 3 0,3 6 0,-7 3 0</inkml:trace>
  <inkml:trace contextRef="#ctx0" brushRef="#br0" timeOffset="3">9688 16505 8912,'-17'8'0,"0"-6"0,0 4 0,7-4 0,5-10 0,10-3 0,13-12 0,24-2 0,15-4 0,18-3 0,11 3 0,0-4-372,-41 17 1,1-2 0,2-2-1,0-2 1,0 0 0,0 0-1</inkml:trace>
  <inkml:trace contextRef="#ctx0" brushRef="#br0" timeOffset="4">10738 16282 8912,'-17'6'0,"0"1"0,0 3 0,-1 3 0,7 1 0,-1-3 0,9 12 0,-11-12 0,8 12 0,3-4 0,1-1 0,2-1 0,0 0 0,7-7 0,5-5 0,3-3 0,2-2 0,1 0 0,-1-2 0,0-3 0,0-7 0,0-11 0,-1 4 0,-5-4 0,4 4 0,-3 2 0,-2 0 0,1-1 0,0 1 0,-1 0 0,5 0 0,-3 0 0,3 1 0,2 5 0,2-4 0,4 3 0,4 3 0,8-3 0,-1 1 0,0-6 0,7 1 0,-1 5 0,7-4 0,-8 5 0,7-7 0,-10-6 0,0 0 0,-5 2 0,-12 2 0,-2 2 0,-9-1 0,-6 1 0,-2 0 0,-8 2 0,-3 1 0,-5 3 0,-7 7 0,0-2 0,2 4 0,-3 2 0,1 0 0,0 2 0,5 4 0,1-2 0,0 7 0,0 1 0,0 5 0,7-5 0,4-1 0,4 0 0,4 7 0,4-1 0,6 0 0,3 0 0,2 8 0,8 2 0,4 9 0,3 4 0,10 12 0,4 11 0,6 13-207,-24-33 1,1 0 0,-2 1 0,0 0 206,2 4 0,-1 2 0,-5-3 0,-2 1 0,-3 0 0,-2 1 0,-2 0 0,-3 0-82,1 37 0,-9-8 82,-14-21 0,-4-3 0,-20-20 0,5 1 0,-10-16 0,3-6 0,3-3 0,-1-5 0,7-8 0,-1-9 0,10-7 0,0-17 0,5-4 0,11-8 202,-3-15 1,4-2 0,2-13 0,2-1-203,4 1 0,11 5 0,2-5 0,4 7 0,-4 3 0,6 3 0,-4 11 0,8 1 0,1 1 0,3 4 0</inkml:trace>
  <inkml:trace contextRef="#ctx0" brushRef="#br0" timeOffset="5">13044 16333 8912,'0'-11'0,"0"0"0,0-3 0,0-1 0,-2-2 0,-2 0 0,-3-1 0,-3 1 0,1 6 0,-7 1 0,1 2 0,-4 5 0,-2 1 0,-4 2 0,4 2 0,-6 5 0,2 10 0,-3 8 0,5 12 0,2 3 0,2 6 0,1 3 0,1 10 0,0 5 0,7-5 0,5 0 0,3 0 0,9-5 0,5 3 0,11-7 0,6-8 0,3-10 0,4-7 0,5-10 0,3-5 0,1-10 0,-1-4 0,-2-7 0,6-1 0,-10-22 0,6 1 0,-1-5 0,-11-2 0,-7 6 0,-8 1 0,0 4 0,-7-3 0,3 7 0,-7-4 0,0 5 0,-8 8 0,-4 5 0,-3 3 0,-3 8 0,2 2 0,3 4 0,-5 3 0,7 10 0,1 3 0,2 0 0,2 1 0,0-5 0,0-1 0,0 0 0,0-8 0,8 5 0,5-8 0,8-3 0,0-1 0,6-4 0,0-3 0,-1-7 0,3-11 0,3 2 0,-3-5 0,-6 1 0,-6 2 0,-5 6 0,-5-1 0,-22 7 0,-8 1 0,-7 3 0,-12 1 0,-4 6 0,-4 0 0,6 8 0,4 1 0,3 1 0,11 5 0,3-4 0,11 5 0,5 1 0</inkml:trace>
  <inkml:trace contextRef="#ctx0" brushRef="#br0" timeOffset="6">13819 16488 8912,'-18'-17'0,"1"0"0,0 7 0,5 3 0,1 7 0,7 7 0,-2 5 0,12 3 0,6 2 0,3 0 0,2 1 0,8-3 0,4-4 0,-3 5 0,3-5 0,-6-1 0,6 1 0,-8-7 0,4 5 0,-8-5 0,0 2 0,-5 0 0,-1-6 0,-7 0 0,11 0 0,-13 0 0,6 0 0,-8 2 0,0 3 0,0-3 0,2 6 0,3-8 0,7 0 0,-3 6 0,3-1 0,-1 1 0,7-6 0,-1 0 0,0 0 0,0-7 0,0-5 0,2-3 0,4-2 0,-3-8 0,2-4 0,-2-3 0,-5-5 0,-4-3 0,-5-6 0,-4-5 0,-2-7 0,0-5 0,0-3 0,-8 4 0,1 11 0,-7 11 0,3 3 0,-1 11 0,-5 8 0,0 13 0,0 10 0,5 15 0,1 16 0,-3 14 0,1 9 0,2 10 0,3-3 0,8-1 0,0-2 0,2-1 0,4 1 0,7-6 0,14-11 0,9-8 0,10-7 0,13-9 0,2-10 0,16-4 0,-10-12 0,-4-8-1096,4-7 1096,-21-23 0,7 2 0,-7-12 0,8-3 0</inkml:trace>
  <inkml:trace contextRef="#ctx0" brushRef="#br0" timeOffset="7">14851 16265 8912,'-17'0'0,"0"0"0,-1 2 0,1 3 0,0 5 0,6 9 0,-1 4 0,-1 6 0,5 3 0,-5 2 0,7 1 0,2-1 0,2 1 0,10-3 0,3-3 0,5-6 0,1-12 0,0-5 0,6-4 0,2-2 0,2-2 0,3-4 0,-5-9 0,0-10 0,0-2 0,-6-1 0,4-7 0,-6-5 0,-5 0 0,-5-2 0,-7 2 0,0-6 0,0-2 0,0 2 0,-7-3 0,-3 7 0,-7-6 0,0 2 0,-1 8 0,3 0 0,2 7 0,1 8 0,6 10 0,-5 1 0,7 9 0,-3 3 0,7 11 0,0 12 0,0 6 0,0 3 0,1 4 0,5 4 0,-2 4 0,7 6 0,3-4 0,1 4 0,2-5 0,2-3 0,2-1 0,2-5 0,8-2 0,-2-5 0,11-4 0,4-4 0,2-8 0,0-3 0,-8-5 0,12-12 0,-6-3 0</inkml:trace>
  <inkml:trace contextRef="#ctx0" brushRef="#br0" timeOffset="8">15763 15869 8912,'10'10'0,"-3"5"0,-9-5 0,-3 7 0,-5 0 0,-7 6 0,0 0 0,5 7 0,1 1 0,-3 7 0,7-1 0,1 3 0,4 4 0,2-8 0,0 4 0,0-9 0,0-3 0,0-1 0,2 2 0,4-6 0,-4-4 0,5-4 0,-1-2 0,0-1 0,0-8 0,-5 3 0,5-7 0,-4 0 0,6-7 0,-6-3 0,3 0 0,5-12 0,7 10 0,2-11 0,4 4 0,-4 2 0,14 0 0,-4 1 0,3 5 0,2 1 0,1 5 0,-3 3 0,-3-4 0,-4 12 0,-8 5 0,-5 6 0,-3 6 0,-3 6 0,-8 3 0,-13 3 0,-18 1 0,-7 4 0,-6-3 0,4 3 0,-2-4 0,8-9 0,1-4 0,7-4 0,5-2 0,11-8 0,-1-5 0,19-15 0,11-16 0,10-17 0</inkml:trace>
  <inkml:trace contextRef="#ctx0" brushRef="#br0" timeOffset="9">16245 16316 8912,'0'10'0,"0"5"0,0-3 0,0-5 0,0 9 0,8-15 0,3 5 0,6-6 0,8-6 0,10-5 0,1-4 0,10-3 0,5-6 0,7-5 0,-1-3 0,-5-3 0,-2 1 0,-5-1 0,-10 9 0,-12-5 0,-12 8 0,-3 0 0,-23 14 0,-8 5 0,-8 8 0,-11-2 0,4 19 0,-6-2 0,2 6 0,2-3 0,5 7 0,6 2 0,1 9 0,7-2 0,0 8 0,7 2 0,7 1 0,7 3 0,3-6 0,9-2 0,11-2 0,15-4 0,8-9 0,11-5 0,5-14 0,6-4 0,7-6 0,0-6 0,-7-13-303,-5-16 0,-7-7 0,3-9 0</inkml:trace>
  <inkml:trace contextRef="#ctx0" brushRef="#br0" timeOffset="10">17949 16144 8912,'-6'-11'0,"0"-1"0,-1 9 0,1-3 0,4 6 0,-4 6 0,4 7 0,2 8 0,0-2 0,-6 14 0,1-3 0,1 8 0,-4 1 0,3 6 0,-1-6 0,6 1 0,-6-4 0,0-3 0,3-5 0,1-5 0,2-11 0,0 3 0,0-15 0,0 0 0,0-10 0,7-7 0,5-8 0,3-7 0,2-6 0,0-8 0,1 6 0,-1-8 0,0 2 0,0 2 0,0-2 0,1 8 0,-1-2 0,-8 11 0,1 4 0,-4 8 0,-2 2 0,7 3 0,-1 12 0,3 14 0,-3 7 0,-3 7 0,7 5 0,-7 1 0,7 1 0,-3-1 0,1 1 0,5-3 0,0-3 0,0-6 0,0-4 0,1-2 0,-1-2 0,0-3 0,0-5 0,0-7 0,1 0 0,-1 0 0,0-7 0,0-5 0,-1-5 0,-5-6 0,4 2 0,-3-8 0,3 1 0,0-5 0,-3 3 0,-6 1 0,3 8 0,-7-6 0,4 4 0,-4 4 0,-2-4 0,0 12 0,0 3 0,0 23 0,0-1 0,0 13 0,0-3 0,0-3 0,0-1 0,0-3 0,0 0 0,5 0 0,1 0 0,8 1 0,-3-1 0,-1-8 0,1-3 0,1-4 0,5-4 0,0-4 0,0-5 0,0-4 0,6-3 0,0-1 0,-2-4 0,4 2 0,-2-7 0,-2 7 0,-9-2 0,3-2 0,-4 2 0,-3 6 0,-2 5 0,-4 7 0,-2-7 0,0 16 0,0-2 0,0 15 0,0 2 0,0 2 0,0 2 0,0 6 0,0-6 0,5 5 0,3-3 0,2 0 0,3 0 0,2-2 0,3-8 0,-1-2 0,0-1 0,8-8 0,0 3 0,3-7 0,5 0 0,-6-15 0,7-4 0</inkml:trace>
  <inkml:trace contextRef="#ctx0" brushRef="#br0" timeOffset="11">19274 15543 8912,'0'24'0,"-8"5"0,-3 11 0,1 8 0,-1 13 0,-3 8 0,7 5 0,1 1 0,4-4 0,2 3 0,2-5 0,4-8 0,5-9 0,4-9 0,3-8 0,1-8 0,4-4 0,-4-12 0,6-5 0,-3-6 0,1-6 0,8-4 0,-2-7 0,5-8 0,6-3 0,-3-7 0,3-5 0,-4-4 0,-1-13 0,-1-2 0,0-2 0,-1-2 0,-4-6 0,1-9-245,-7-8 0,-2 5 245,-9-5 0,-5 4 0,-7-2 0,0 4 0,-2 7 0,-3 18 0,-7 15 0,-3 19 0,-2 15 0,-8 19 0,-2 22 0,-9 26 0,-5 15 0,20-30 0,0 2 0,-2 6 0,1 1 0,-1 3 0,2 0-70,0 0 0,1-1 0,5 1 0,2 1 0,-2-1 0,1 0 70,2 0 0,3-1 0,4-4 0,2 1 0,2 1 0,2 0 0,3 2 0,2-3 0,9 36 0,-3-41 0,1-2 0,16 21 0,3 7 0,3-6 0,7-1 0,-6 9 0,4-8 0,-3-1 0,-3 1 0</inkml:trace>
  <inkml:trace contextRef="#ctx0" brushRef="#br0" timeOffset="12">10188 6671 8912,'-18'0'0,"1"0"0,0-2 0,0-4 0,7 4 0,2-1 0,8 12 0,0 10 0,0 6 0,2 9 0,2 8 0,4 4 0,1 8 0,-5 5 0,2 10 0,4-8 0,-1-4 0,3-5 0,-1-6 0,2-6 0,3-6 0,1-5 0,0-12 0,0-4 0,1-7 0,-1-2 0,2-2 0,4-2 0,-4 0 0,12-8 0,-8-3 0,-2-5 0,-2-8 0,-2-3 0,0-7 0</inkml:trace>
  <inkml:trace contextRef="#ctx0" brushRef="#br0" timeOffset="13">10153 6998 8912,'-27'-8'0,"4"-3"0,12 3 0,5-2 0,12 5 0,19 1 0,15-8 0,15 1 0,8-6 0,12-8 0,11 6 0,-38 7 0,2 1-167,0 1 1,1 1-1,3-3 1,-1-1 166,-1-1 0,-1-1 0,3-4 0,-1-2 0,-5-1 0,0 0 0</inkml:trace>
  <inkml:trace contextRef="#ctx0" brushRef="#br0" timeOffset="14">19928 3662 8912,'0'-23'0,"0"0"0,0 2 0,0 2 0,-2 2 0,-2 0 0,-4 0 0,-1-1 0,3 7 0,-6-1 0,-1-1 0,-2 5 0,-2 3 0,-1 3 0,-1 2 0,-4 0 0,2 2 0,-5 5 0,1 11 0,-4 8 0,4 14 0,-2 6 0,-1 4 0,1 2 0,2-1 0,8 1 0,5-1 0,3-1 0,1-4 0,4-6 0,2-11 0,12-7 0,7-10 0,10-6 0,7-8 0,7-10 0,3-14 0,7-20 0,1-4 0,-1-2 0,-1-5 0,-4 0 0,-10-2 0,-9 3 0,-2-5 0,-4-6 0,-10 2 0,-3-13-82,-8 3 0,-8 3 1,-3-8 81,-4-3 0,-3 17 0,1 8 0,2 14 0,2 18 0,1 8 0,8 9 0,-3 17 0,7 3 0,-2 20 0,-4 9 0,2 19 0,-7 15 0,7 7 0,-2 14-229,4-1 1,2-45-1,0 1 229,0 48 0,0-11 0,0-1 0,14-4 0,3 4 0,19-5 0,4-1 0,10-17 0,9-6 0,10-13 0,6-7 0,9-7 0,2-7 0,4-8 0</inkml:trace>
  <inkml:trace contextRef="#ctx0" brushRef="#br0" timeOffset="15">5145 8545 8912,'-11'0'0,"-1"0"0,-1 0 0,-2 0 0,3 0 0,3-2 0,1-4 0,2 4 0,6-5 0,0 7 0,0 0 0,8 0 0,2 0 0,9 0 0,4 0 0,5 0 0,12-8 0,6-3 0,21-5 0,14-1 0,12-2 0,-39 8 0,1-1 0,2-1 0,1-1-655,1 1 0,1 0 655,0-4 0,0 1 0,-1 6 0,1 1 0,-2-3 0,-2 1 0,40 0 0,-16 5 0,-15-2 0,-9 3 0,-9 1 0,-10 2 0,-10 4 0,-3 4 0,-8-5 0,-1 7 0,-13-8 1310,6 0-1310,-8 0 0,0 0 0,-8 0 0,6 8 0,-11-4 0,5 7 0,-2 2 0,7-5 0,-13 7 0,7-5 0</inkml:trace>
  <inkml:trace contextRef="#ctx0" brushRef="#br0" timeOffset="16">6522 7926 8912,'-23'0'0,"-2"-2"0,-1-4 0,4-1 0,1-7 0,8 3 0,5 7 0,8-5 0,2 5 0,4-2 0,13 0 0,14 8 0,5 4 0,10 3 0,-4 11 0,5 1 0,-3 2 0,-4 7 0,-7 3 0,-1 7 0,-7 7 0,-4-1 0,-12 12 0,-9 5 0,-11 3 0,-14 9 0,-23 1 0,-10 1 0,-3-1-185,26-38 1,-1-1 0,-19 24 184,-5-4 0,12-3 0,-1-5 0,10-7 0,11-13 0,8-12 0</inkml:trace>
  <inkml:trace contextRef="#ctx0" brushRef="#br0" timeOffset="17">2134 8253 8912,'-6'-14'0,"0"-1"0,1-4 0,-1 0 0,0 0 0,2 2 0,2-1 0,2 9 0,8 16 0,4 16 0,3 8 0,2 5 0,0 4 0,1 6 0,-1-2 0,2 0 0,4-2 0,-8-2 0,4-5 0,-4-1 0,5 0 0,-13-7 0,5-4 0,3-6 0,-3-7 0,3-10 0,2-15 0,0-14 0,0-11 0,1-4 0,-1-8 0,-2 1 0,-3-1 0,-3 0 0,-5 1 0,2 1 0,-2 6 0,-3 10 0,-1 7 0,0 10 0,0 7 0,0 3 0,8 14 0,9 11 0,10 8 0</inkml:trace>
  <inkml:trace contextRef="#ctx0" brushRef="#br0" timeOffset="18">2874 8304 8912,'-17'0'0,"-6"0"0,0 0 0,0-7 0,4 5 0,-2-4 0,-2 4 0,-8 2 0,4 2 0,-7 4 0,0 5 0,7 4 0,2 5 0,4 1 0,4 2 0,-4-1 0,19-4 0,-4-1 0,6-2 0,6-3 0,5 1 0,10-7 0,2-2 0,8-3 0,-4-8 0,5-5 0,-3-3 0,3-2 0,-5-2 0,2-2 0,-1-2 0,-7-8 0,4 12 0,-8-4 0,1 4 0,-1 2 0,0 0 0,0 0 0,-5 9 0,-1 8 0,-7 9 0,2 14 0,1 4 0,-1 7 0,-2 1 0,4-1 0,-1-1 0,3-3 0,3-1 0,3-8 0,1 4 0,0-8 0,0-2 0,0-3 0,1-5 0,-1-7 0,0-15 0,0-4 0</inkml:trace>
  <inkml:trace contextRef="#ctx0" brushRef="#br0" timeOffset="19">3184 7892 8912,'-16'-2'0,"3"-2"0,1-2 0,-1 2 0,5 2 0,1 4 0,7 4 0,0 11 0,2 14 0,2 7 0,1 8 0,9 4 0,-5 1 0,8 1 0,1-1 0,-1 1 0,6-1 0,0 1 0,5-10 0,-5-8 0,6-7 0,-6-10 0,6-7 0,-5-4 0,1-6 0,0-8 0,-4-9 0,-2-8 0,-1-9 0,-3-1 0,-4 1 0,-3-1 0,-2 1 0,-1 0 0,-1-1 0,-2 1 0,-2 1 0,0 5 0,0 5 0,0 4 0,-7 2 0,5 7 0,-6 4 0,8 12 0,0 5 0,0 12 0,0-2 0,0 6 0,0-2 0,0-2 0,2-6 0,2 0 0,1 1 0,9-1 0,-3-2 0,5-4 0,-7-3 0,6-8 0,-3 0 0,-2 0 0,1 0 0,0-6 0,7 1 0,-7-13 0,1 7 0,-3-8 0,3 7 0,1-3 0,-7-2 0,-1 2 0,3 3 0,-6 5 0,6 7 0,-8 0 0,5 1 0,1 5 0,8 4 0,-5 1 0,8 1 0,1-3 0,1 5 0,4-5 0,5-1 0,5-4 0,9-2 0,-4-4 0,8-4 0,-2-4 0,2-7 0,-4-2 0,-8-4 0,1 2 0,-1-8 0,-13 8 0,-6-3 0,-5-1 0,-6 8 0,-10-3 0,-5 7 0,-5 0 0,-8 5 0,-3 0 0,-8 8 0,7 2 0,-1 4 0,2 6 0,-1 9 0,5 1 0,3 9 0,5-4 0,4 7 0,5 1 0,4-7 0,6-1 0,7-2 0,18-2 0,23-6 0,11-8 0,15-3 0,8-4-386,-37-4 0,0-4 0,39-18 1,-42 5-1,1 1 0</inkml:trace>
  <inkml:trace contextRef="#ctx0" brushRef="#br0" timeOffset="20">2134 9920 8912,'-17'-34'0,"-1"2"0,3 3 0,4 6 0,5 4 0,4 11 0,4 10 0,2 13 0,2 12 0,7 13 0,-2 6 0,3-2 0,-1 2 0,-1 2 0,-7 1 0,5 1 0,-1-2 0,1-2 0,-6-6 0,2 6 0,1-8 0,-1 0 0,-2-7 0,-2-8 0,-2-4 0,0-10 0,2-1 0,1-12 0,3-7 0,0-10 0,-6-20 0,0-3 0,0-7 0,0-1 0,6 3 0,-1 1 0,-1 2 0,6 0 0,-1-3 0,3 3 0,-1 6 0,1 11 0,5 0 0,0 12 0,0-2 0,1 13 0,-3 4 0,-2 12 0,-1 7 0,-1 12 0,5 3 0,-3 8 0,-2-2 0,-5-1 0,4-5 0,-1-1 0,1-3 0,1-6 0,6 4 0,1-3 0,-1-9 0,0 3 0,0-6 0,1 1 0,-1-5 0,0-7 0,0 0 0,0-15 0,1-4 0</inkml:trace>
  <inkml:trace contextRef="#ctx0" brushRef="#br0" timeOffset="21">2822 9972 8912,'0'-17'0,"-2"5"0,-3 3 0,-7 1 0,-3 4 0,3 6 0,1 8 0,-3 7 0,5 12 0,-1-1 0,3 7 0,3 5 0,2-4 0,2 4 0,2-3 0,4-5 0,5-3 0,4-5 0,3-8 0,-1-5 0,0-5 0,0-4 0,2-4 0,2-6 0,0-9 0,-3-10 0,-5-5 0,-3-2 0,1-1 0,-3 1 0,-10 5 0,-2 0 0,-2-1 0,-13 7 0,0 4 0,-4 7 0,-2 5 0,-5 1 0,10 6 0,-2 0 0,2 0 0,3 0 0,8 8 0,1 1 0,8 8 0</inkml:trace>
  <inkml:trace contextRef="#ctx0" brushRef="#br0" timeOffset="22">3373 9525 8912,'-8'-25'0,"6"-2"0,-13 1 0,5 3 0,1 4 0,1 9 0,1 2 0,-3 10 0,-1 6 0,-1 9 0,-3 18 0,-6 18 0,0 14 0,13 9 0,-7 5 0,15-1 0,0-8 0,2 5 0,5-5 0,11-3 0,12-6 0,10-17 0,2-4 0,-1-8 0,1-3 0,4-8 0,-4-2 0,-8-15 0,0-2 0,-7-18 0,-2-13 0,-8-17 0</inkml:trace>
  <inkml:trace contextRef="#ctx0" brushRef="#br0" timeOffset="23">3166 9989 8912,'-17'0'0,"0"-7"0,0-3 0,7 0 0,20-5 0,18 4 0,15-5 0,16-3 0,8-2 0,7-4 0,5-1 0,-7-3 0,9 0 0,-13-1-159,-6-6 1,-7-14-1,-3-11 1</inkml:trace>
  <inkml:trace contextRef="#ctx0" brushRef="#br0" timeOffset="24">4061 9336 8912,'-19'15'0,"-2"-1"0,-2-3 0,-6-5 0,7 5 0,-9 8 0,6 4 0,-4 12 0,6 7 0,4 13 0,10 6 0,3 8 0,4 0 0,2-1 0,10-4 0,7-5 0,10-4 0,5-5 0,4-12 0,5-4 0,5-9 0,3-6 0,1-9 0,-4-4 0,-4-12 0,-8-4 0</inkml:trace>
  <inkml:trace contextRef="#ctx0" brushRef="#br0" timeOffset="25">4337 9645 8912,'-10'-17'0,"4"0"0,4 7 0,2 3 0,0 22 0,0 8 0,2 9 0,4 9 0,5 4 0,5-1 0,-1 0 0,-2-2 0,-1-3 0,-1-3 0,10-2 0,-3 1 0,7-9 0,-14-3 0,8-11 0,-7-7 0,1-5 0,-2-5 0,5-7 0,-5-11 0,-1-9 0,1-8 0,-5-8 0,4 2 0,-3-4 0,1 5 0,-4 1 0,3 2 0,3 3 0,-6-4 0,11 6 0,-5-12 0,7 5 0</inkml:trace>
  <inkml:trace contextRef="#ctx0" brushRef="#br0" timeOffset="26">4922 9697 8912,'-33'0'0,"3"0"0,1 0 0,6 8 0,-4 5 0,2 6 0,4 4 0,2 8 0,10-7 0,3 7 0,4-2 0,2-1 0,2-1 0,4-4 0,3-4 0,8-2 0,1-7 0,-1-5 0,2-3 0,2-2 0,2 0 0,-4-7 0,-2-5 0,-7-5 0,13-6 0,-14 2 0,9-7 0,-7 7 0,0-2 0,5 2 0,-5-2 0,3 4 0,-3-4 0,-1 11 0,-5 6 0,-1-1 0,8 1 0,-9 10 0,5 11 0,-2 8 0,0 4 0,-1 1 0,-3 7 0,4-1 0,-2-5 0,7 0 0,-5-7 0,6 3 0,1-6 0,-5 2 0,7-13 0,-4 4 0,5-5 0,1-7 0</inkml:trace>
  <inkml:trace contextRef="#ctx0" brushRef="#br0" timeOffset="27">5231 9491 8912,'-17'-18'0,"8"1"0,-5 6 0,9-1 0,-1 8 0,6 4 0,0 12 0,2 9 0,3 6 0,5 3 0,1 8 0,1 5 0,-1-5 0,7 9 0,-1-5 0,0 2 0,0-5 0,0 3 0,1-8 0,-1 0 0,-8-7 0,5-2 0,-8-8 0,1-2 0,-1-3 0,-4-6 0,6-12 0,-3-7 0,1-8 0,2-2 0,-3-12 0,5 5 0,1-12 0,1 7 0,-6 1 0,5 0 0,-7 1 0,2 4 0,-3 6 0,3 4 0,-4 10 0,6 1 0,-8 8 0,0 8 0,0 3 0,0 5 0,0 3 0,0 2 0,0 2 0,2 0 0,2-6 0,1 0 0,9-8 0,-11 1 0,9-6 0,1 2 0,-5-1 0,7-7 0,-3-1 0,3-3 0,2-8 0,0 5 0,1-8 0,-1 0 0,0 1 0,-2 3 0,-1 3 0,-3 3 0,-7 1 0,6 6 0,-5 0 0,-3 2 0,4 4 0,-4 3 0,6 8 0,-5 1 0,9-1 0,-6-6 0,5 1 0,1-9 0,5 3 0,0-4 0,0-2 0,0-2 0,1-4 0,-1-3 0,-2-8 0,-2 0 0,-1-1 0,-8 1 0,9 0 0,-7 0 0,0 0 0,-8 1 0,-4 5 0,-4 3 0,-5 10 0,2 6 0,1 9 0,1 0 0,-5 16 0,3-5 0,2 5 0,7 1 0,-4 0 0,8 1 0,0-1 0,0 1 0,2-7 0,4 1 0,3-8 0,10 2 0,4-6 0,6-5 0,4-7 0,-7-3 0,7-9 0,-14-11 0,6-8 0</inkml:trace>
  <inkml:trace contextRef="#ctx0" brushRef="#br0" timeOffset="28">5817 8940 8912,'19'21'0,"6"8"0,11 15 0,14 15 0,3 16 0,-21-28 0,-1 3 0,2 5 0,-1 1 0,3 4 0,-3 2-268,-4 3 1,-2 0 0,1 3-1,-3 0 1,-7-3 0,-5 0 267,-3-5 0,-3 0 0,-3-3 0,-2-1 0,-3-3 0,-2 1 0,-1 2 0,-1 2 0,-1 5 0,-1 0 0,-4 0 0,-1 1 0,0 0 0,-1 0 0,-4-3 0,-2 0 0,-2 2 0,-2 0 0,-3 2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p>
        </p:txBody>
      </p:sp>
      <p:sp>
        <p:nvSpPr>
          <p:cNvPr id="432" name="Google Shape;432;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43" name="Google Shape;743;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9" name="Google Shape;759;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000"/>
              <a:buFont typeface="Times New Roman"/>
              <a:buNone/>
            </a:pPr>
            <a:fld id="{00000000-1234-1234-1234-123412341234}" type="slidenum">
              <a:rPr lang="en-US" sz="1000" b="0" i="0" u="none" strike="noStrike" cap="none">
                <a:solidFill>
                  <a:srgbClr val="000000"/>
                </a:solidFill>
                <a:latin typeface="Times New Roman"/>
                <a:ea typeface="Times New Roman"/>
                <a:cs typeface="Times New Roman"/>
                <a:sym typeface="Times New Roman"/>
              </a:rPr>
              <a:t>5</a:t>
            </a:fld>
            <a:endParaRPr sz="1000" b="0" i="0" u="none" strike="noStrike" cap="none">
              <a:solidFill>
                <a:srgbClr val="000000"/>
              </a:solidFill>
              <a:latin typeface="Times New Roman"/>
              <a:ea typeface="Times New Roman"/>
              <a:cs typeface="Times New Roman"/>
              <a:sym typeface="Times New Roman"/>
            </a:endParaRPr>
          </a:p>
        </p:txBody>
      </p:sp>
      <p:sp>
        <p:nvSpPr>
          <p:cNvPr id="770" name="Google Shape;77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1" name="Google Shape;77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Basic command present in DDL are CREATE, DROP, RENAME, ALTER etc.</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In our course, we’ll almost always interact with a DBMS using Pandas.</a:t>
            </a:r>
            <a:endParaRPr/>
          </a:p>
          <a:p>
            <a:pPr marL="0" marR="0" lvl="0" indent="0" algn="l" rtl="0">
              <a:lnSpc>
                <a:spcPct val="100000"/>
              </a:lnSpc>
              <a:spcBef>
                <a:spcPts val="0"/>
              </a:spcBef>
              <a:spcAft>
                <a:spcPts val="0"/>
              </a:spcAft>
              <a:buClr>
                <a:schemeClr val="dk1"/>
              </a:buClr>
              <a:buSzPts val="1200"/>
              <a:buFont typeface="Calibri"/>
              <a:buNone/>
            </a:pPr>
            <a:r>
              <a:rPr lang="en-US"/>
              <a:t>Let’s try out a quick demo.</a:t>
            </a:r>
            <a:endParaRPr/>
          </a:p>
          <a:p>
            <a:pPr marL="0" lvl="0" indent="0" algn="l" rtl="0">
              <a:lnSpc>
                <a:spcPct val="100000"/>
              </a:lnSpc>
              <a:spcBef>
                <a:spcPts val="0"/>
              </a:spcBef>
              <a:spcAft>
                <a:spcPts val="0"/>
              </a:spcAft>
              <a:buSzPts val="1400"/>
              <a:buNone/>
            </a:pPr>
            <a:endParaRPr/>
          </a:p>
        </p:txBody>
      </p:sp>
      <p:sp>
        <p:nvSpPr>
          <p:cNvPr id="811" name="Google Shape;811;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669941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8" name="Google Shape;81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284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5" name="Google Shape;78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DML</a:t>
            </a:r>
            <a:br>
              <a:rPr lang="en-US" dirty="0"/>
            </a:br>
            <a:br>
              <a:rPr lang="en-US" dirty="0"/>
            </a:br>
            <a:r>
              <a:rPr lang="en-US" dirty="0"/>
              <a:t>INSERT INTO students </a:t>
            </a:r>
            <a:endParaRPr dirty="0"/>
          </a:p>
          <a:p>
            <a:pPr marL="0" lvl="0" indent="0" algn="l" rtl="0">
              <a:lnSpc>
                <a:spcPct val="100000"/>
              </a:lnSpc>
              <a:spcBef>
                <a:spcPts val="0"/>
              </a:spcBef>
              <a:spcAft>
                <a:spcPts val="0"/>
              </a:spcAft>
              <a:buClr>
                <a:schemeClr val="dk1"/>
              </a:buClr>
              <a:buSzPts val="1100"/>
              <a:buFont typeface="Arial"/>
              <a:buNone/>
            </a:pPr>
            <a:r>
              <a:rPr lang="en-US" dirty="0"/>
              <a:t>VALUES  </a:t>
            </a:r>
            <a:endParaRPr dirty="0"/>
          </a:p>
          <a:p>
            <a:pPr marL="0" lvl="0" indent="0" algn="l" rtl="0">
              <a:lnSpc>
                <a:spcPct val="100000"/>
              </a:lnSpc>
              <a:spcBef>
                <a:spcPts val="0"/>
              </a:spcBef>
              <a:spcAft>
                <a:spcPts val="0"/>
              </a:spcAft>
              <a:buClr>
                <a:schemeClr val="dk1"/>
              </a:buClr>
              <a:buSzPts val="1100"/>
              <a:buFont typeface="Arial"/>
              <a:buNone/>
            </a:pPr>
            <a:r>
              <a:rPr lang="en-US" dirty="0"/>
              <a:t> ('Sergey Brin', 2.8, 45, 'CS', 'M'),</a:t>
            </a:r>
            <a:endParaRPr dirty="0"/>
          </a:p>
          <a:p>
            <a:pPr marL="0" lvl="0" indent="0" algn="l" rtl="0">
              <a:lnSpc>
                <a:spcPct val="100000"/>
              </a:lnSpc>
              <a:spcBef>
                <a:spcPts val="0"/>
              </a:spcBef>
              <a:spcAft>
                <a:spcPts val="0"/>
              </a:spcAft>
              <a:buClr>
                <a:schemeClr val="dk1"/>
              </a:buClr>
              <a:buSzPts val="1100"/>
              <a:buFont typeface="Arial"/>
              <a:buNone/>
            </a:pPr>
            <a:r>
              <a:rPr lang="en-US" dirty="0"/>
              <a:t>  ('Danah Boyd', 3.9, 40, 'CS', 'F'),</a:t>
            </a:r>
            <a:endParaRPr dirty="0"/>
          </a:p>
          <a:p>
            <a:pPr marL="0" lvl="0" indent="0" algn="l" rtl="0">
              <a:lnSpc>
                <a:spcPct val="100000"/>
              </a:lnSpc>
              <a:spcBef>
                <a:spcPts val="0"/>
              </a:spcBef>
              <a:spcAft>
                <a:spcPts val="0"/>
              </a:spcAft>
              <a:buClr>
                <a:schemeClr val="dk1"/>
              </a:buClr>
              <a:buSzPts val="1100"/>
              <a:buFont typeface="Arial"/>
              <a:buNone/>
            </a:pPr>
            <a:r>
              <a:rPr lang="en-US" dirty="0"/>
              <a:t>  ('Bill Gates', 1.0, 63, 'CS', 'M'),</a:t>
            </a:r>
            <a:endParaRPr dirty="0"/>
          </a:p>
          <a:p>
            <a:pPr marL="0" lvl="0" indent="0" algn="l" rtl="0">
              <a:lnSpc>
                <a:spcPct val="100000"/>
              </a:lnSpc>
              <a:spcBef>
                <a:spcPts val="0"/>
              </a:spcBef>
              <a:spcAft>
                <a:spcPts val="0"/>
              </a:spcAft>
              <a:buClr>
                <a:schemeClr val="dk1"/>
              </a:buClr>
              <a:buSzPts val="1100"/>
              <a:buFont typeface="Arial"/>
              <a:buNone/>
            </a:pPr>
            <a:r>
              <a:rPr lang="en-US" dirty="0"/>
              <a:t>  ('Hillary Mason', 4.0, 39, 'DATASCI', 'F'),</a:t>
            </a:r>
            <a:endParaRPr dirty="0"/>
          </a:p>
          <a:p>
            <a:pPr marL="0" lvl="0" indent="0" algn="l" rtl="0">
              <a:lnSpc>
                <a:spcPct val="100000"/>
              </a:lnSpc>
              <a:spcBef>
                <a:spcPts val="0"/>
              </a:spcBef>
              <a:spcAft>
                <a:spcPts val="0"/>
              </a:spcAft>
              <a:buClr>
                <a:schemeClr val="dk1"/>
              </a:buClr>
              <a:buSzPts val="1100"/>
              <a:buFont typeface="Arial"/>
              <a:buNone/>
            </a:pPr>
            <a:r>
              <a:rPr lang="en-US" dirty="0"/>
              <a:t>  ('Mike Olson', 3.7, 53, 'CS', 'M'),</a:t>
            </a:r>
            <a:endParaRPr dirty="0"/>
          </a:p>
          <a:p>
            <a:pPr marL="0" lvl="0" indent="0" algn="l" rtl="0">
              <a:lnSpc>
                <a:spcPct val="100000"/>
              </a:lnSpc>
              <a:spcBef>
                <a:spcPts val="0"/>
              </a:spcBef>
              <a:spcAft>
                <a:spcPts val="0"/>
              </a:spcAft>
              <a:buClr>
                <a:schemeClr val="dk1"/>
              </a:buClr>
              <a:buSzPts val="1100"/>
              <a:buFont typeface="Arial"/>
              <a:buNone/>
            </a:pPr>
            <a:r>
              <a:rPr lang="en-US" dirty="0"/>
              <a:t>  ('Mark Zuckerberg', 3.8, 34, 'CS', 'M'),</a:t>
            </a:r>
            <a:endParaRPr dirty="0"/>
          </a:p>
          <a:p>
            <a:pPr marL="0" lvl="0" indent="0" algn="l" rtl="0">
              <a:lnSpc>
                <a:spcPct val="100000"/>
              </a:lnSpc>
              <a:spcBef>
                <a:spcPts val="0"/>
              </a:spcBef>
              <a:spcAft>
                <a:spcPts val="0"/>
              </a:spcAft>
              <a:buClr>
                <a:schemeClr val="dk1"/>
              </a:buClr>
              <a:buSzPts val="1100"/>
              <a:buFont typeface="Arial"/>
              <a:buNone/>
            </a:pPr>
            <a:r>
              <a:rPr lang="en-US" dirty="0"/>
              <a:t>  ('Cheryl Sandberg', 3.6, 49, 'BUSINESS', 'F'),</a:t>
            </a:r>
            <a:endParaRPr dirty="0"/>
          </a:p>
          <a:p>
            <a:pPr marL="0" lvl="0" indent="0" algn="l" rtl="0">
              <a:lnSpc>
                <a:spcPct val="100000"/>
              </a:lnSpc>
              <a:spcBef>
                <a:spcPts val="0"/>
              </a:spcBef>
              <a:spcAft>
                <a:spcPts val="0"/>
              </a:spcAft>
              <a:buClr>
                <a:schemeClr val="dk1"/>
              </a:buClr>
              <a:buSzPts val="1100"/>
              <a:buFont typeface="Arial"/>
              <a:buNone/>
            </a:pPr>
            <a:r>
              <a:rPr lang="en-US" dirty="0"/>
              <a:t>  ('Susan Wojcicki', 3.8, 50, 'BUSINESS', 'F'),</a:t>
            </a:r>
            <a:endParaRPr dirty="0"/>
          </a:p>
          <a:p>
            <a:pPr marL="0" lvl="0" indent="0" algn="l" rtl="0">
              <a:lnSpc>
                <a:spcPct val="100000"/>
              </a:lnSpc>
              <a:spcBef>
                <a:spcPts val="0"/>
              </a:spcBef>
              <a:spcAft>
                <a:spcPts val="0"/>
              </a:spcAft>
              <a:buClr>
                <a:schemeClr val="dk1"/>
              </a:buClr>
              <a:buSzPts val="1100"/>
              <a:buFont typeface="Arial"/>
              <a:buNone/>
            </a:pPr>
            <a:r>
              <a:rPr lang="en-US" dirty="0"/>
              <a:t>  ('Marissa Meyer', 2.6, 43, 'BUSINESS', 'F’)</a:t>
            </a:r>
            <a:endParaRPr dirty="0"/>
          </a:p>
          <a:p>
            <a:pPr marL="0" lvl="0" indent="0" algn="l" rtl="0">
              <a:lnSpc>
                <a:spcPct val="100000"/>
              </a:lnSpc>
              <a:spcBef>
                <a:spcPts val="0"/>
              </a:spcBef>
              <a:spcAft>
                <a:spcPts val="0"/>
              </a:spcAft>
              <a:buClr>
                <a:schemeClr val="dk1"/>
              </a:buClr>
              <a:buSzPts val="1100"/>
              <a:buFont typeface="Arial"/>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p:txBody>
      </p:sp>
      <p:sp>
        <p:nvSpPr>
          <p:cNvPr id="798" name="Google Shape;798;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Helvetica Neue"/>
              <a:buNone/>
            </a:pPr>
            <a:fld id="{00000000-1234-1234-1234-123412341234}" type="slidenum">
              <a:rPr lang="en-US" sz="1200" b="0" i="0" u="none" strike="noStrike" cap="none">
                <a:solidFill>
                  <a:srgbClr val="000000"/>
                </a:solidFill>
                <a:latin typeface="Helvetica Neue"/>
                <a:ea typeface="Helvetica Neue"/>
                <a:cs typeface="Helvetica Neue"/>
                <a:sym typeface="Helvetica Neue"/>
              </a:rPr>
              <a:t>10</a:t>
            </a:fld>
            <a:endParaRPr sz="1200" b="0" i="0" u="none" strike="noStrike" cap="none">
              <a:solidFill>
                <a:srgbClr val="000000"/>
              </a:solidFill>
              <a:latin typeface="Helvetica Neue"/>
              <a:ea typeface="Helvetica Neue"/>
              <a:cs typeface="Helvetica Neue"/>
              <a:sym typeface="Helvetica Neue"/>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8" name="Google Shape;81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02905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000"/>
              <a:buFont typeface="Times New Roman"/>
              <a:buNone/>
            </a:pPr>
            <a:fld id="{00000000-1234-1234-1234-123412341234}" type="slidenum">
              <a:rPr lang="en-US" sz="1000" b="0" i="0" u="none" strike="noStrike" cap="none">
                <a:solidFill>
                  <a:srgbClr val="000000"/>
                </a:solidFill>
                <a:latin typeface="Times New Roman"/>
                <a:ea typeface="Times New Roman"/>
                <a:cs typeface="Times New Roman"/>
                <a:sym typeface="Times New Roman"/>
              </a:rPr>
              <a:t>12</a:t>
            </a:fld>
            <a:endParaRPr sz="1000" b="0" i="0" u="none" strike="noStrike" cap="none">
              <a:solidFill>
                <a:srgbClr val="000000"/>
              </a:solidFill>
              <a:latin typeface="Times New Roman"/>
              <a:ea typeface="Times New Roman"/>
              <a:cs typeface="Times New Roman"/>
              <a:sym typeface="Times New Roman"/>
            </a:endParaRPr>
          </a:p>
        </p:txBody>
      </p:sp>
      <p:sp>
        <p:nvSpPr>
          <p:cNvPr id="824" name="Google Shape;82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5" name="Google Shape;82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CREATE TABLE Sailors (</a:t>
            </a:r>
          </a:p>
          <a:p>
            <a:pPr marL="0" lvl="0" indent="0" algn="l" rtl="0">
              <a:lnSpc>
                <a:spcPct val="100000"/>
              </a:lnSpc>
              <a:spcBef>
                <a:spcPts val="0"/>
              </a:spcBef>
              <a:spcAft>
                <a:spcPts val="0"/>
              </a:spcAft>
              <a:buSzPts val="1400"/>
              <a:buNone/>
            </a:pPr>
            <a:r>
              <a:rPr lang="en-US" dirty="0"/>
              <a:t>   </a:t>
            </a:r>
            <a:r>
              <a:rPr lang="en-US" dirty="0" err="1"/>
              <a:t>sid</a:t>
            </a:r>
            <a:r>
              <a:rPr lang="en-US" dirty="0"/>
              <a:t> INTEGER,   </a:t>
            </a:r>
          </a:p>
          <a:p>
            <a:pPr marL="0" lvl="0" indent="0" algn="l" rtl="0">
              <a:lnSpc>
                <a:spcPct val="100000"/>
              </a:lnSpc>
              <a:spcBef>
                <a:spcPts val="0"/>
              </a:spcBef>
              <a:spcAft>
                <a:spcPts val="0"/>
              </a:spcAft>
              <a:buSzPts val="1400"/>
              <a:buNone/>
            </a:pPr>
            <a:r>
              <a:rPr lang="en-US" dirty="0"/>
              <a:t>   </a:t>
            </a:r>
            <a:r>
              <a:rPr lang="en-US" dirty="0" err="1"/>
              <a:t>sname</a:t>
            </a:r>
            <a:r>
              <a:rPr lang="en-US" dirty="0"/>
              <a:t> CHAR(20), </a:t>
            </a:r>
          </a:p>
          <a:p>
            <a:pPr marL="0" lvl="0" indent="0" algn="l" rtl="0">
              <a:lnSpc>
                <a:spcPct val="100000"/>
              </a:lnSpc>
              <a:spcBef>
                <a:spcPts val="0"/>
              </a:spcBef>
              <a:spcAft>
                <a:spcPts val="0"/>
              </a:spcAft>
              <a:buSzPts val="1400"/>
              <a:buNone/>
            </a:pPr>
            <a:r>
              <a:rPr lang="en-US" dirty="0"/>
              <a:t>   rating INTEGER, </a:t>
            </a:r>
          </a:p>
          <a:p>
            <a:pPr marL="0" lvl="0" indent="0" algn="l" rtl="0">
              <a:lnSpc>
                <a:spcPct val="100000"/>
              </a:lnSpc>
              <a:spcBef>
                <a:spcPts val="0"/>
              </a:spcBef>
              <a:spcAft>
                <a:spcPts val="0"/>
              </a:spcAft>
              <a:buSzPts val="1400"/>
              <a:buNone/>
            </a:pPr>
            <a:r>
              <a:rPr lang="en-US" dirty="0"/>
              <a:t>   age REAL,</a:t>
            </a:r>
          </a:p>
          <a:p>
            <a:pPr marL="0" lvl="0" indent="0" algn="l" rtl="0">
              <a:lnSpc>
                <a:spcPct val="100000"/>
              </a:lnSpc>
              <a:spcBef>
                <a:spcPts val="0"/>
              </a:spcBef>
              <a:spcAft>
                <a:spcPts val="0"/>
              </a:spcAft>
              <a:buSzPts val="1400"/>
              <a:buNone/>
            </a:pPr>
            <a:r>
              <a:rPr lang="en-US" dirty="0"/>
              <a:t>   PRIMARY KEY (</a:t>
            </a:r>
            <a:r>
              <a:rPr lang="en-US" dirty="0" err="1"/>
              <a:t>sid</a:t>
            </a:r>
            <a:r>
              <a:rPr lang="en-US" dirty="0"/>
              <a:t>));</a:t>
            </a:r>
          </a:p>
          <a:p>
            <a:pPr marL="0" lvl="0" indent="0" algn="l" rtl="0">
              <a:lnSpc>
                <a:spcPct val="100000"/>
              </a:lnSpc>
              <a:spcBef>
                <a:spcPts val="0"/>
              </a:spcBef>
              <a:spcAft>
                <a:spcPts val="0"/>
              </a:spcAft>
              <a:buSzPts val="1400"/>
              <a:buNone/>
            </a:pPr>
            <a:r>
              <a:rPr lang="en-US" dirty="0"/>
              <a:t>CREATE TABLE Boats (</a:t>
            </a:r>
          </a:p>
          <a:p>
            <a:pPr marL="0" lvl="0" indent="0" algn="l" rtl="0">
              <a:lnSpc>
                <a:spcPct val="100000"/>
              </a:lnSpc>
              <a:spcBef>
                <a:spcPts val="0"/>
              </a:spcBef>
              <a:spcAft>
                <a:spcPts val="0"/>
              </a:spcAft>
              <a:buSzPts val="1400"/>
              <a:buNone/>
            </a:pPr>
            <a:r>
              <a:rPr lang="en-US" dirty="0"/>
              <a:t>   bid INTEGER,     	</a:t>
            </a:r>
          </a:p>
          <a:p>
            <a:pPr marL="0" lvl="0" indent="0" algn="l" rtl="0">
              <a:lnSpc>
                <a:spcPct val="100000"/>
              </a:lnSpc>
              <a:spcBef>
                <a:spcPts val="0"/>
              </a:spcBef>
              <a:spcAft>
                <a:spcPts val="0"/>
              </a:spcAft>
              <a:buSzPts val="1400"/>
              <a:buNone/>
            </a:pPr>
            <a:r>
              <a:rPr lang="en-US" dirty="0"/>
              <a:t>   </a:t>
            </a:r>
            <a:r>
              <a:rPr lang="en-US" dirty="0" err="1"/>
              <a:t>bname</a:t>
            </a:r>
            <a:r>
              <a:rPr lang="en-US" dirty="0"/>
              <a:t> CHAR (20), </a:t>
            </a:r>
          </a:p>
          <a:p>
            <a:pPr marL="0" lvl="0" indent="0" algn="l" rtl="0">
              <a:lnSpc>
                <a:spcPct val="100000"/>
              </a:lnSpc>
              <a:spcBef>
                <a:spcPts val="0"/>
              </a:spcBef>
              <a:spcAft>
                <a:spcPts val="0"/>
              </a:spcAft>
              <a:buSzPts val="1400"/>
              <a:buNone/>
            </a:pPr>
            <a:r>
              <a:rPr lang="en-US" dirty="0"/>
              <a:t>   color CHAR(10), </a:t>
            </a:r>
          </a:p>
          <a:p>
            <a:pPr marL="0" lvl="0" indent="0" algn="l" rtl="0">
              <a:lnSpc>
                <a:spcPct val="100000"/>
              </a:lnSpc>
              <a:spcBef>
                <a:spcPts val="0"/>
              </a:spcBef>
              <a:spcAft>
                <a:spcPts val="0"/>
              </a:spcAft>
              <a:buSzPts val="1400"/>
              <a:buNone/>
            </a:pPr>
            <a:r>
              <a:rPr lang="en-US" dirty="0"/>
              <a:t>   PRIMARY KEY (bid));</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CREATE TABLE Reserves (</a:t>
            </a:r>
          </a:p>
          <a:p>
            <a:pPr marL="0" lvl="0" indent="0" algn="l" rtl="0">
              <a:lnSpc>
                <a:spcPct val="100000"/>
              </a:lnSpc>
              <a:spcBef>
                <a:spcPts val="0"/>
              </a:spcBef>
              <a:spcAft>
                <a:spcPts val="0"/>
              </a:spcAft>
              <a:buSzPts val="1400"/>
              <a:buNone/>
            </a:pPr>
            <a:r>
              <a:rPr lang="en-US" dirty="0"/>
              <a:t>   </a:t>
            </a:r>
            <a:r>
              <a:rPr lang="en-US" dirty="0" err="1"/>
              <a:t>sid</a:t>
            </a:r>
            <a:r>
              <a:rPr lang="en-US" dirty="0"/>
              <a:t> INTEGER,      </a:t>
            </a:r>
          </a:p>
          <a:p>
            <a:pPr marL="0" lvl="0" indent="0" algn="l" rtl="0">
              <a:lnSpc>
                <a:spcPct val="100000"/>
              </a:lnSpc>
              <a:spcBef>
                <a:spcPts val="0"/>
              </a:spcBef>
              <a:spcAft>
                <a:spcPts val="0"/>
              </a:spcAft>
              <a:buSzPts val="1400"/>
              <a:buNone/>
            </a:pPr>
            <a:r>
              <a:rPr lang="en-US" dirty="0"/>
              <a:t>   bid INTEGER, </a:t>
            </a:r>
          </a:p>
          <a:p>
            <a:pPr marL="0" lvl="0" indent="0" algn="l" rtl="0">
              <a:lnSpc>
                <a:spcPct val="100000"/>
              </a:lnSpc>
              <a:spcBef>
                <a:spcPts val="0"/>
              </a:spcBef>
              <a:spcAft>
                <a:spcPts val="0"/>
              </a:spcAft>
              <a:buSzPts val="1400"/>
              <a:buNone/>
            </a:pPr>
            <a:r>
              <a:rPr lang="en-US" dirty="0"/>
              <a:t>   day DATE, </a:t>
            </a:r>
          </a:p>
          <a:p>
            <a:pPr marL="0" lvl="0" indent="0" algn="l" rtl="0">
              <a:lnSpc>
                <a:spcPct val="100000"/>
              </a:lnSpc>
              <a:spcBef>
                <a:spcPts val="0"/>
              </a:spcBef>
              <a:spcAft>
                <a:spcPts val="0"/>
              </a:spcAft>
              <a:buSzPts val="1400"/>
              <a:buNone/>
            </a:pPr>
            <a:r>
              <a:rPr lang="en-US" dirty="0"/>
              <a:t>   PRIMARY KEY (</a:t>
            </a:r>
            <a:r>
              <a:rPr lang="en-US" dirty="0" err="1"/>
              <a:t>sid</a:t>
            </a:r>
            <a:r>
              <a:rPr lang="en-US" dirty="0"/>
              <a:t>, bid, day), </a:t>
            </a:r>
          </a:p>
          <a:p>
            <a:pPr marL="0" lvl="0" indent="0" algn="l" rtl="0">
              <a:lnSpc>
                <a:spcPct val="100000"/>
              </a:lnSpc>
              <a:spcBef>
                <a:spcPts val="0"/>
              </a:spcBef>
              <a:spcAft>
                <a:spcPts val="0"/>
              </a:spcAft>
              <a:buSzPts val="1400"/>
              <a:buNone/>
            </a:pPr>
            <a:r>
              <a:rPr lang="en-US" dirty="0"/>
              <a:t>   FOREIGN KEY (</a:t>
            </a:r>
            <a:r>
              <a:rPr lang="en-US" dirty="0" err="1"/>
              <a:t>sid</a:t>
            </a:r>
            <a:r>
              <a:rPr lang="en-US" dirty="0"/>
              <a:t>) REFERENCES Sailors (</a:t>
            </a:r>
            <a:r>
              <a:rPr lang="en-US" dirty="0" err="1"/>
              <a:t>sid</a:t>
            </a:r>
            <a:r>
              <a:rPr lang="en-US" dirty="0"/>
              <a:t>), </a:t>
            </a:r>
          </a:p>
          <a:p>
            <a:pPr marL="0" lvl="0" indent="0" algn="l" rtl="0">
              <a:lnSpc>
                <a:spcPct val="100000"/>
              </a:lnSpc>
              <a:spcBef>
                <a:spcPts val="0"/>
              </a:spcBef>
              <a:spcAft>
                <a:spcPts val="0"/>
              </a:spcAft>
              <a:buSzPts val="1400"/>
              <a:buNone/>
            </a:pPr>
            <a:r>
              <a:rPr lang="en-US" dirty="0"/>
              <a:t>   FOREIGN KEY (bid) REFERENCES Boats (bid));</a:t>
            </a:r>
          </a:p>
          <a:p>
            <a:pPr marL="0" lvl="0" indent="0" algn="l" rtl="0">
              <a:lnSpc>
                <a:spcPct val="100000"/>
              </a:lnSpc>
              <a:spcBef>
                <a:spcPts val="0"/>
              </a:spcBef>
              <a:spcAft>
                <a:spcPts val="0"/>
              </a:spcAft>
              <a:buSzPts val="1400"/>
              <a:buNone/>
            </a:pPr>
            <a:r>
              <a:rPr lang="en-US" dirty="0"/>
              <a:t>   </a:t>
            </a:r>
          </a:p>
          <a:p>
            <a:pPr marL="0" lvl="0" indent="0" algn="l" rtl="0">
              <a:lnSpc>
                <a:spcPct val="100000"/>
              </a:lnSpc>
              <a:spcBef>
                <a:spcPts val="0"/>
              </a:spcBef>
              <a:spcAft>
                <a:spcPts val="0"/>
              </a:spcAft>
              <a:buSzPts val="1400"/>
              <a:buNone/>
            </a:pPr>
            <a:r>
              <a:rPr lang="en-US" dirty="0"/>
              <a:t>insert into sailors values </a:t>
            </a:r>
          </a:p>
          <a:p>
            <a:pPr marL="0" lvl="0" indent="0" algn="l" rtl="0">
              <a:lnSpc>
                <a:spcPct val="100000"/>
              </a:lnSpc>
              <a:spcBef>
                <a:spcPts val="0"/>
              </a:spcBef>
              <a:spcAft>
                <a:spcPts val="0"/>
              </a:spcAft>
              <a:buSzPts val="1400"/>
              <a:buNone/>
            </a:pPr>
            <a:r>
              <a:rPr lang="en-US" dirty="0"/>
              <a:t> (1,'Fred', 7.0, 22),</a:t>
            </a:r>
          </a:p>
          <a:p>
            <a:pPr marL="0" lvl="0" indent="0" algn="l" rtl="0">
              <a:lnSpc>
                <a:spcPct val="100000"/>
              </a:lnSpc>
              <a:spcBef>
                <a:spcPts val="0"/>
              </a:spcBef>
              <a:spcAft>
                <a:spcPts val="0"/>
              </a:spcAft>
              <a:buSzPts val="1400"/>
              <a:buNone/>
            </a:pPr>
            <a:r>
              <a:rPr lang="en-US" dirty="0"/>
              <a:t> (2,'Jim', 2.0, 39),</a:t>
            </a:r>
          </a:p>
          <a:p>
            <a:pPr marL="0" lvl="0" indent="0" algn="l" rtl="0">
              <a:lnSpc>
                <a:spcPct val="100000"/>
              </a:lnSpc>
              <a:spcBef>
                <a:spcPts val="0"/>
              </a:spcBef>
              <a:spcAft>
                <a:spcPts val="0"/>
              </a:spcAft>
              <a:buSzPts val="1400"/>
              <a:buNone/>
            </a:pPr>
            <a:r>
              <a:rPr lang="en-US" dirty="0"/>
              <a:t> (3,'Fred', 7.0, 22)</a:t>
            </a:r>
          </a:p>
          <a:p>
            <a:pPr marL="0" lvl="0" indent="0" algn="l" rtl="0">
              <a:lnSpc>
                <a:spcPct val="100000"/>
              </a:lnSpc>
              <a:spcBef>
                <a:spcPts val="0"/>
              </a:spcBef>
              <a:spcAft>
                <a:spcPts val="0"/>
              </a:spcAft>
              <a:buSzPts val="1400"/>
              <a:buNone/>
            </a:pPr>
            <a:r>
              <a:rPr lang="en-US" dirty="0"/>
              <a:t> ;</a:t>
            </a:r>
          </a:p>
          <a:p>
            <a:pPr marL="0" lvl="0" indent="0" algn="l" rtl="0">
              <a:lnSpc>
                <a:spcPct val="100000"/>
              </a:lnSpc>
              <a:spcBef>
                <a:spcPts val="0"/>
              </a:spcBef>
              <a:spcAft>
                <a:spcPts val="0"/>
              </a:spcAft>
              <a:buSzPts val="1400"/>
              <a:buNone/>
            </a:pPr>
            <a:r>
              <a:rPr lang="en-US" dirty="0"/>
              <a:t> </a:t>
            </a:r>
          </a:p>
          <a:p>
            <a:pPr marL="0" lvl="0" indent="0" algn="l" rtl="0">
              <a:lnSpc>
                <a:spcPct val="100000"/>
              </a:lnSpc>
              <a:spcBef>
                <a:spcPts val="0"/>
              </a:spcBef>
              <a:spcAft>
                <a:spcPts val="0"/>
              </a:spcAft>
              <a:buSzPts val="1400"/>
              <a:buNone/>
            </a:pPr>
            <a:r>
              <a:rPr lang="en-US" dirty="0"/>
              <a:t> insert into boats values </a:t>
            </a:r>
          </a:p>
          <a:p>
            <a:pPr marL="0" lvl="0" indent="0" algn="l" rtl="0">
              <a:lnSpc>
                <a:spcPct val="100000"/>
              </a:lnSpc>
              <a:spcBef>
                <a:spcPts val="0"/>
              </a:spcBef>
              <a:spcAft>
                <a:spcPts val="0"/>
              </a:spcAft>
              <a:buSzPts val="1400"/>
              <a:buNone/>
            </a:pPr>
            <a:r>
              <a:rPr lang="en-US" dirty="0"/>
              <a:t> (101,'Nina', 'Red'),</a:t>
            </a:r>
          </a:p>
          <a:p>
            <a:pPr marL="0" lvl="0" indent="0" algn="l" rtl="0">
              <a:lnSpc>
                <a:spcPct val="100000"/>
              </a:lnSpc>
              <a:spcBef>
                <a:spcPts val="0"/>
              </a:spcBef>
              <a:spcAft>
                <a:spcPts val="0"/>
              </a:spcAft>
              <a:buSzPts val="1400"/>
              <a:buNone/>
            </a:pPr>
            <a:r>
              <a:rPr lang="en-US" dirty="0"/>
              <a:t> (102,'Pinta', 'Red'),</a:t>
            </a:r>
          </a:p>
          <a:p>
            <a:pPr marL="0" lvl="0" indent="0" algn="l" rtl="0">
              <a:lnSpc>
                <a:spcPct val="100000"/>
              </a:lnSpc>
              <a:spcBef>
                <a:spcPts val="0"/>
              </a:spcBef>
              <a:spcAft>
                <a:spcPts val="0"/>
              </a:spcAft>
              <a:buSzPts val="1400"/>
              <a:buNone/>
            </a:pPr>
            <a:r>
              <a:rPr lang="en-US" dirty="0"/>
              <a:t> (103,'Santa Maria', 'Red')</a:t>
            </a:r>
          </a:p>
          <a:p>
            <a:pPr marL="0" lvl="0" indent="0" algn="l" rtl="0">
              <a:lnSpc>
                <a:spcPct val="100000"/>
              </a:lnSpc>
              <a:spcBef>
                <a:spcPts val="0"/>
              </a:spcBef>
              <a:spcAft>
                <a:spcPts val="0"/>
              </a:spcAft>
              <a:buSzPts val="1400"/>
              <a:buNone/>
            </a:pPr>
            <a:r>
              <a:rPr lang="en-US" dirty="0"/>
              <a:t> ;</a:t>
            </a:r>
          </a:p>
          <a:p>
            <a:pPr marL="0" lvl="0" indent="0" algn="l" rtl="0">
              <a:lnSpc>
                <a:spcPct val="100000"/>
              </a:lnSpc>
              <a:spcBef>
                <a:spcPts val="0"/>
              </a:spcBef>
              <a:spcAft>
                <a:spcPts val="0"/>
              </a:spcAft>
              <a:buSzPts val="1400"/>
              <a:buNone/>
            </a:pPr>
            <a:r>
              <a:rPr lang="en-US" dirty="0"/>
              <a:t> insert into reserves values </a:t>
            </a:r>
          </a:p>
          <a:p>
            <a:pPr marL="0" lvl="0" indent="0" algn="l" rtl="0">
              <a:lnSpc>
                <a:spcPct val="100000"/>
              </a:lnSpc>
              <a:spcBef>
                <a:spcPts val="0"/>
              </a:spcBef>
              <a:spcAft>
                <a:spcPts val="0"/>
              </a:spcAft>
              <a:buSzPts val="1400"/>
              <a:buNone/>
            </a:pPr>
            <a:r>
              <a:rPr lang="en-US" dirty="0"/>
              <a:t> (1,102, '2012-01-01'),</a:t>
            </a:r>
          </a:p>
          <a:p>
            <a:pPr marL="0" lvl="0" indent="0" algn="l" rtl="0">
              <a:lnSpc>
                <a:spcPct val="100000"/>
              </a:lnSpc>
              <a:spcBef>
                <a:spcPts val="0"/>
              </a:spcBef>
              <a:spcAft>
                <a:spcPts val="0"/>
              </a:spcAft>
              <a:buSzPts val="1400"/>
              <a:buNone/>
            </a:pPr>
            <a:r>
              <a:rPr lang="en-US" dirty="0"/>
              <a:t> (2,102, '2012-01-02'),</a:t>
            </a:r>
          </a:p>
          <a:p>
            <a:pPr marL="0" lvl="0" indent="0" algn="l" rtl="0">
              <a:lnSpc>
                <a:spcPct val="100000"/>
              </a:lnSpc>
              <a:spcBef>
                <a:spcPts val="0"/>
              </a:spcBef>
              <a:spcAft>
                <a:spcPts val="0"/>
              </a:spcAft>
              <a:buSzPts val="1400"/>
              <a:buNone/>
            </a:pPr>
            <a:r>
              <a:rPr lang="en-US" dirty="0"/>
              <a:t> (1,103, '2012-01-01')</a:t>
            </a:r>
          </a:p>
          <a:p>
            <a:pPr marL="0" lvl="0" indent="0" algn="l" rtl="0">
              <a:lnSpc>
                <a:spcPct val="100000"/>
              </a:lnSpc>
              <a:spcBef>
                <a:spcPts val="0"/>
              </a:spcBef>
              <a:spcAft>
                <a:spcPts val="0"/>
              </a:spcAft>
              <a:buSzPts val="1400"/>
              <a:buNone/>
            </a:pPr>
            <a:r>
              <a:rPr lang="en-US" dirty="0"/>
              <a:t> ;</a:t>
            </a:r>
          </a:p>
          <a:p>
            <a:pPr marL="0" lvl="0" indent="0" algn="l" rtl="0">
              <a:lnSpc>
                <a:spcPct val="100000"/>
              </a:lnSpc>
              <a:spcBef>
                <a:spcPts val="0"/>
              </a:spcBef>
              <a:spcAft>
                <a:spcPts val="0"/>
              </a:spcAft>
              <a:buSzPts val="1400"/>
              <a:buNone/>
            </a:pPr>
            <a:r>
              <a:rPr lang="en-US" dirty="0"/>
              <a:t>SELECT * FROM sailors;</a:t>
            </a:r>
          </a:p>
          <a:p>
            <a:pPr marL="0" lvl="0" indent="0" algn="l" rtl="0">
              <a:lnSpc>
                <a:spcPct val="100000"/>
              </a:lnSpc>
              <a:spcBef>
                <a:spcPts val="0"/>
              </a:spcBef>
              <a:spcAft>
                <a:spcPts val="0"/>
              </a:spcAft>
              <a:buSzPts val="1400"/>
              <a:buNone/>
            </a:pPr>
            <a:r>
              <a:rPr lang="en-US" dirty="0"/>
              <a:t>SELECT * FROM boats;</a:t>
            </a:r>
          </a:p>
          <a:p>
            <a:pPr marL="0" lvl="0" indent="0" algn="l" rtl="0">
              <a:lnSpc>
                <a:spcPct val="100000"/>
              </a:lnSpc>
              <a:spcBef>
                <a:spcPts val="0"/>
              </a:spcBef>
              <a:spcAft>
                <a:spcPts val="0"/>
              </a:spcAft>
              <a:buSzPts val="1400"/>
              <a:buNone/>
            </a:pPr>
            <a:r>
              <a:rPr lang="en-US" dirty="0"/>
              <a:t>SELECT * FROM reserves;</a:t>
            </a:r>
            <a:endParaRPr dirty="0"/>
          </a:p>
        </p:txBody>
      </p:sp>
    </p:spTree>
    <p:extLst>
      <p:ext uri="{BB962C8B-B14F-4D97-AF65-F5344CB8AC3E}">
        <p14:creationId xmlns:p14="http://schemas.microsoft.com/office/powerpoint/2010/main" val="3044822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6" name="Google Shape;93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75" name="Google Shape;975;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Helvetica Neue"/>
              <a:buNone/>
            </a:pPr>
            <a:fld id="{00000000-1234-1234-1234-123412341234}" type="slidenum">
              <a:rPr lang="en-US" sz="1200" b="0" i="0" u="none" strike="noStrike" cap="none">
                <a:solidFill>
                  <a:srgbClr val="000000"/>
                </a:solidFill>
                <a:latin typeface="Helvetica Neue"/>
                <a:ea typeface="Helvetica Neue"/>
                <a:cs typeface="Helvetica Neue"/>
                <a:sym typeface="Helvetica Neue"/>
              </a:rPr>
              <a:t>26</a:t>
            </a:fld>
            <a:endParaRPr sz="1200" b="0" i="0" u="none" strike="noStrike" cap="none">
              <a:solidFill>
                <a:srgbClr val="000000"/>
              </a:solidFill>
              <a:latin typeface="Helvetica Neue"/>
              <a:ea typeface="Helvetica Neue"/>
              <a:cs typeface="Helvetica Neue"/>
              <a:sym typeface="Helvetica Neue"/>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000"/>
              <a:buFont typeface="Times New Roman"/>
              <a:buNone/>
            </a:pPr>
            <a:fld id="{00000000-1234-1234-1234-123412341234}" type="slidenum">
              <a:rPr lang="en-US" sz="1000" b="0" i="0" u="none" strike="noStrike" cap="none">
                <a:solidFill>
                  <a:srgbClr val="000000"/>
                </a:solidFill>
                <a:latin typeface="Times New Roman"/>
                <a:ea typeface="Times New Roman"/>
                <a:cs typeface="Times New Roman"/>
                <a:sym typeface="Times New Roman"/>
              </a:rPr>
              <a:t>32</a:t>
            </a:fld>
            <a:endParaRPr sz="1000" b="0" i="0" u="none" strike="noStrike" cap="none">
              <a:solidFill>
                <a:srgbClr val="000000"/>
              </a:solidFill>
              <a:latin typeface="Times New Roman"/>
              <a:ea typeface="Times New Roman"/>
              <a:cs typeface="Times New Roman"/>
              <a:sym typeface="Times New Roman"/>
            </a:endParaRPr>
          </a:p>
        </p:txBody>
      </p:sp>
      <p:sp>
        <p:nvSpPr>
          <p:cNvPr id="1019" name="Google Shape;101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0" name="Google Shape;1020;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3" name="Google Shape;1053;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Helvetica Neue"/>
              <a:buNone/>
            </a:pPr>
            <a:fld id="{00000000-1234-1234-1234-123412341234}" type="slidenum">
              <a:rPr lang="en-US" sz="1200" b="0" i="0" u="none" strike="noStrike" cap="none">
                <a:solidFill>
                  <a:srgbClr val="000000"/>
                </a:solidFill>
                <a:latin typeface="Helvetica Neue"/>
                <a:ea typeface="Helvetica Neue"/>
                <a:cs typeface="Helvetica Neue"/>
                <a:sym typeface="Helvetica Neue"/>
              </a:rPr>
              <a:t>34</a:t>
            </a:fld>
            <a:endParaRPr sz="1200" b="0" i="0" u="none" strike="noStrike" cap="none">
              <a:solidFill>
                <a:srgbClr val="000000"/>
              </a:solidFill>
              <a:latin typeface="Helvetica Neue"/>
              <a:ea typeface="Helvetica Neue"/>
              <a:cs typeface="Helvetica Neue"/>
              <a:sym typeface="Helvetica Neue"/>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Helvetica Neue"/>
              <a:buNone/>
            </a:pPr>
            <a:fld id="{00000000-1234-1234-1234-123412341234}" type="slidenum">
              <a:rPr lang="en-US" sz="1200" b="0" i="0" u="none" strike="noStrike" cap="none">
                <a:solidFill>
                  <a:srgbClr val="000000"/>
                </a:solidFill>
                <a:latin typeface="Helvetica Neue"/>
                <a:ea typeface="Helvetica Neue"/>
                <a:cs typeface="Helvetica Neue"/>
                <a:sym typeface="Helvetica Neue"/>
              </a:rPr>
              <a:t>35</a:t>
            </a:fld>
            <a:endParaRPr sz="1200" b="0" i="0" u="none" strike="noStrike" cap="none">
              <a:solidFill>
                <a:srgbClr val="000000"/>
              </a:solidFill>
              <a:latin typeface="Helvetica Neue"/>
              <a:ea typeface="Helvetica Neue"/>
              <a:cs typeface="Helvetica Neue"/>
              <a:sym typeface="Helvetica Neue"/>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4" name="Google Shape;1094;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5" name="Google Shape;1095;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Helvetica Neue"/>
              <a:buNone/>
            </a:pPr>
            <a:fld id="{00000000-1234-1234-1234-123412341234}" type="slidenum">
              <a:rPr lang="en-US" sz="1200" b="0" i="0" u="none" strike="noStrike" cap="none">
                <a:solidFill>
                  <a:srgbClr val="000000"/>
                </a:solidFill>
                <a:latin typeface="Helvetica Neue"/>
                <a:ea typeface="Helvetica Neue"/>
                <a:cs typeface="Helvetica Neue"/>
                <a:sym typeface="Helvetica Neue"/>
              </a:rPr>
              <a:t>36</a:t>
            </a:fld>
            <a:endParaRPr sz="1200" b="0" i="0" u="none" strike="noStrike" cap="none">
              <a:solidFill>
                <a:srgbClr val="000000"/>
              </a:solidFill>
              <a:latin typeface="Helvetica Neue"/>
              <a:ea typeface="Helvetica Neue"/>
              <a:cs typeface="Helvetica Neue"/>
              <a:sym typeface="Helvetica Neue"/>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4" name="Google Shape;1104;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Helvetica Neue"/>
              <a:buNone/>
            </a:pPr>
            <a:fld id="{00000000-1234-1234-1234-123412341234}" type="slidenum">
              <a:rPr lang="en-US" sz="1200" b="0" i="0" u="none" strike="noStrike" cap="none">
                <a:solidFill>
                  <a:srgbClr val="000000"/>
                </a:solidFill>
                <a:latin typeface="Helvetica Neue"/>
                <a:ea typeface="Helvetica Neue"/>
                <a:cs typeface="Helvetica Neue"/>
                <a:sym typeface="Helvetica Neue"/>
              </a:rPr>
              <a:t>37</a:t>
            </a:fld>
            <a:endParaRPr sz="1200" b="0" i="0" u="none" strike="noStrike" cap="none">
              <a:solidFill>
                <a:srgbClr val="000000"/>
              </a:solidFill>
              <a:latin typeface="Helvetica Neue"/>
              <a:ea typeface="Helvetica Neue"/>
              <a:cs typeface="Helvetica Neue"/>
              <a:sym typeface="Helvetica Neue"/>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5"/>
        <p:cNvGrpSpPr/>
        <p:nvPr/>
      </p:nvGrpSpPr>
      <p:grpSpPr>
        <a:xfrm>
          <a:off x="0" y="0"/>
          <a:ext cx="0" cy="0"/>
          <a:chOff x="0" y="0"/>
          <a:chExt cx="0" cy="0"/>
        </a:xfrm>
      </p:grpSpPr>
      <p:sp>
        <p:nvSpPr>
          <p:cNvPr id="1256" name="Google Shape;1256;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7" name="Google Shape;1257;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1"/>
        <p:cNvGrpSpPr/>
        <p:nvPr/>
      </p:nvGrpSpPr>
      <p:grpSpPr>
        <a:xfrm>
          <a:off x="0" y="0"/>
          <a:ext cx="0" cy="0"/>
          <a:chOff x="0" y="0"/>
          <a:chExt cx="0" cy="0"/>
        </a:xfrm>
      </p:grpSpPr>
      <p:sp>
        <p:nvSpPr>
          <p:cNvPr id="1262" name="Google Shape;1262;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3" name="Google Shape;1263;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050" dirty="0"/>
          </a:p>
        </p:txBody>
      </p:sp>
      <p:sp>
        <p:nvSpPr>
          <p:cNvPr id="1264" name="Google Shape;1264;p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7"/>
        <p:cNvGrpSpPr/>
        <p:nvPr/>
      </p:nvGrpSpPr>
      <p:grpSpPr>
        <a:xfrm>
          <a:off x="0" y="0"/>
          <a:ext cx="0" cy="0"/>
          <a:chOff x="0" y="0"/>
          <a:chExt cx="0" cy="0"/>
        </a:xfrm>
      </p:grpSpPr>
      <p:sp>
        <p:nvSpPr>
          <p:cNvPr id="1278" name="Google Shape;1278;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9" name="Google Shape;1279;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5"/>
        <p:cNvGrpSpPr/>
        <p:nvPr/>
      </p:nvGrpSpPr>
      <p:grpSpPr>
        <a:xfrm>
          <a:off x="0" y="0"/>
          <a:ext cx="0" cy="0"/>
          <a:chOff x="0" y="0"/>
          <a:chExt cx="0" cy="0"/>
        </a:xfrm>
      </p:grpSpPr>
      <p:sp>
        <p:nvSpPr>
          <p:cNvPr id="1296" name="Google Shape;1296;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7" name="Google Shape;1297;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3" name="Google Shape;1303;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4" name="Google Shape;1304;p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43</a:t>
            </a:fld>
            <a:endParaRPr sz="1000">
              <a:solidFill>
                <a:schemeClr val="dk1"/>
              </a:solidFill>
              <a:latin typeface="Times New Roman"/>
              <a:ea typeface="Times New Roman"/>
              <a:cs typeface="Times New Roman"/>
              <a:sym typeface="Times New Roman"/>
            </a:endParaRPr>
          </a:p>
        </p:txBody>
      </p:sp>
      <p:sp>
        <p:nvSpPr>
          <p:cNvPr id="1111" name="Google Shape;1111;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2" name="Google Shape;1112;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0803540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p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rgbClr val="CF0E30"/>
                </a:solidFill>
                <a:latin typeface="Book Antiqua"/>
                <a:ea typeface="Book Antiqua"/>
                <a:cs typeface="Book Antiqua"/>
                <a:sym typeface="Book Antiqua"/>
              </a:rPr>
              <a:t>44</a:t>
            </a:fld>
            <a:endParaRPr sz="1200">
              <a:solidFill>
                <a:srgbClr val="CF0E30"/>
              </a:solidFill>
              <a:latin typeface="Book Antiqua"/>
              <a:ea typeface="Book Antiqua"/>
              <a:cs typeface="Book Antiqua"/>
              <a:sym typeface="Book Antiqua"/>
            </a:endParaRPr>
          </a:p>
        </p:txBody>
      </p:sp>
      <p:sp>
        <p:nvSpPr>
          <p:cNvPr id="1318" name="Google Shape;1318;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19" name="Google Shape;1319;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9"/>
        <p:cNvGrpSpPr/>
        <p:nvPr/>
      </p:nvGrpSpPr>
      <p:grpSpPr>
        <a:xfrm>
          <a:off x="0" y="0"/>
          <a:ext cx="0" cy="0"/>
          <a:chOff x="0" y="0"/>
          <a:chExt cx="0" cy="0"/>
        </a:xfrm>
      </p:grpSpPr>
      <p:sp>
        <p:nvSpPr>
          <p:cNvPr id="1350" name="Google Shape;1350;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1" name="Google Shape;1351;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2" name="Google Shape;1352;p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2"/>
        <p:cNvGrpSpPr/>
        <p:nvPr/>
      </p:nvGrpSpPr>
      <p:grpSpPr>
        <a:xfrm>
          <a:off x="0" y="0"/>
          <a:ext cx="0" cy="0"/>
          <a:chOff x="0" y="0"/>
          <a:chExt cx="0" cy="0"/>
        </a:xfrm>
      </p:grpSpPr>
      <p:sp>
        <p:nvSpPr>
          <p:cNvPr id="1363" name="Google Shape;1363;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4" name="Google Shape;1364;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5" name="Google Shape;1365;p7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5" name="Google Shape;1385;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6" name="Google Shape;1386;p7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p:cNvGrpSpPr/>
        <p:nvPr/>
      </p:nvGrpSpPr>
      <p:grpSpPr>
        <a:xfrm>
          <a:off x="0" y="0"/>
          <a:ext cx="0" cy="0"/>
          <a:chOff x="0" y="0"/>
          <a:chExt cx="0" cy="0"/>
        </a:xfrm>
      </p:grpSpPr>
      <p:sp>
        <p:nvSpPr>
          <p:cNvPr id="1401" name="Google Shape;1401;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2" name="Google Shape;1402;p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3" name="Google Shape;1403;p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1"/>
        <p:cNvGrpSpPr/>
        <p:nvPr/>
      </p:nvGrpSpPr>
      <p:grpSpPr>
        <a:xfrm>
          <a:off x="0" y="0"/>
          <a:ext cx="0" cy="0"/>
          <a:chOff x="0" y="0"/>
          <a:chExt cx="0" cy="0"/>
        </a:xfrm>
      </p:grpSpPr>
      <p:sp>
        <p:nvSpPr>
          <p:cNvPr id="1422" name="Google Shape;1422;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3" name="Google Shape;1423;p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4" name="Google Shape;1424;p7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8"/>
        <p:cNvGrpSpPr/>
        <p:nvPr/>
      </p:nvGrpSpPr>
      <p:grpSpPr>
        <a:xfrm>
          <a:off x="0" y="0"/>
          <a:ext cx="0" cy="0"/>
          <a:chOff x="0" y="0"/>
          <a:chExt cx="0" cy="0"/>
        </a:xfrm>
      </p:grpSpPr>
      <p:sp>
        <p:nvSpPr>
          <p:cNvPr id="1599" name="Google Shape;1599;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0" name="Google Shape;1600;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1" name="Google Shape;1601;p7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3"/>
        <p:cNvGrpSpPr/>
        <p:nvPr/>
      </p:nvGrpSpPr>
      <p:grpSpPr>
        <a:xfrm>
          <a:off x="0" y="0"/>
          <a:ext cx="0" cy="0"/>
          <a:chOff x="0" y="0"/>
          <a:chExt cx="0" cy="0"/>
        </a:xfrm>
      </p:grpSpPr>
      <p:sp>
        <p:nvSpPr>
          <p:cNvPr id="1614" name="Google Shape;1614;p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51</a:t>
            </a:fld>
            <a:endParaRPr sz="1000">
              <a:solidFill>
                <a:schemeClr val="dk1"/>
              </a:solidFill>
              <a:latin typeface="Times New Roman"/>
              <a:ea typeface="Times New Roman"/>
              <a:cs typeface="Times New Roman"/>
              <a:sym typeface="Times New Roman"/>
            </a:endParaRPr>
          </a:p>
        </p:txBody>
      </p:sp>
      <p:sp>
        <p:nvSpPr>
          <p:cNvPr id="1615" name="Google Shape;1615;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6" name="Google Shape;1616;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p8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52</a:t>
            </a:fld>
            <a:endParaRPr sz="1000">
              <a:solidFill>
                <a:schemeClr val="dk1"/>
              </a:solidFill>
              <a:latin typeface="Times New Roman"/>
              <a:ea typeface="Times New Roman"/>
              <a:cs typeface="Times New Roman"/>
              <a:sym typeface="Times New Roman"/>
            </a:endParaRPr>
          </a:p>
        </p:txBody>
      </p:sp>
      <p:sp>
        <p:nvSpPr>
          <p:cNvPr id="1627" name="Google Shape;1627;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8" name="Google Shape;1628;p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9"/>
        <p:cNvGrpSpPr/>
        <p:nvPr/>
      </p:nvGrpSpPr>
      <p:grpSpPr>
        <a:xfrm>
          <a:off x="0" y="0"/>
          <a:ext cx="0" cy="0"/>
          <a:chOff x="0" y="0"/>
          <a:chExt cx="0" cy="0"/>
        </a:xfrm>
      </p:grpSpPr>
      <p:sp>
        <p:nvSpPr>
          <p:cNvPr id="1650" name="Google Shape;1650;p8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53</a:t>
            </a:fld>
            <a:endParaRPr sz="1000">
              <a:solidFill>
                <a:schemeClr val="dk1"/>
              </a:solidFill>
              <a:latin typeface="Times New Roman"/>
              <a:ea typeface="Times New Roman"/>
              <a:cs typeface="Times New Roman"/>
              <a:sym typeface="Times New Roman"/>
            </a:endParaRPr>
          </a:p>
        </p:txBody>
      </p:sp>
      <p:sp>
        <p:nvSpPr>
          <p:cNvPr id="1651" name="Google Shape;1651;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52" name="Google Shape;1652;p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7"/>
        <p:cNvGrpSpPr/>
        <p:nvPr/>
      </p:nvGrpSpPr>
      <p:grpSpPr>
        <a:xfrm>
          <a:off x="0" y="0"/>
          <a:ext cx="0" cy="0"/>
          <a:chOff x="0" y="0"/>
          <a:chExt cx="0" cy="0"/>
        </a:xfrm>
      </p:grpSpPr>
      <p:sp>
        <p:nvSpPr>
          <p:cNvPr id="1658" name="Google Shape;1658;p8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54</a:t>
            </a:fld>
            <a:endParaRPr sz="1000">
              <a:solidFill>
                <a:schemeClr val="dk1"/>
              </a:solidFill>
              <a:latin typeface="Times New Roman"/>
              <a:ea typeface="Times New Roman"/>
              <a:cs typeface="Times New Roman"/>
              <a:sym typeface="Times New Roman"/>
            </a:endParaRPr>
          </a:p>
        </p:txBody>
      </p:sp>
      <p:sp>
        <p:nvSpPr>
          <p:cNvPr id="1659" name="Google Shape;1659;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60" name="Google Shape;1660;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9"/>
        <p:cNvGrpSpPr/>
        <p:nvPr/>
      </p:nvGrpSpPr>
      <p:grpSpPr>
        <a:xfrm>
          <a:off x="0" y="0"/>
          <a:ext cx="0" cy="0"/>
          <a:chOff x="0" y="0"/>
          <a:chExt cx="0" cy="0"/>
        </a:xfrm>
      </p:grpSpPr>
      <p:sp>
        <p:nvSpPr>
          <p:cNvPr id="1670" name="Google Shape;1670;p8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55</a:t>
            </a:fld>
            <a:endParaRPr sz="1000">
              <a:solidFill>
                <a:schemeClr val="dk1"/>
              </a:solidFill>
              <a:latin typeface="Times New Roman"/>
              <a:ea typeface="Times New Roman"/>
              <a:cs typeface="Times New Roman"/>
              <a:sym typeface="Times New Roman"/>
            </a:endParaRPr>
          </a:p>
        </p:txBody>
      </p:sp>
      <p:sp>
        <p:nvSpPr>
          <p:cNvPr id="1671" name="Google Shape;1671;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72" name="Google Shape;1672;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1"/>
        <p:cNvGrpSpPr/>
        <p:nvPr/>
      </p:nvGrpSpPr>
      <p:grpSpPr>
        <a:xfrm>
          <a:off x="0" y="0"/>
          <a:ext cx="0" cy="0"/>
          <a:chOff x="0" y="0"/>
          <a:chExt cx="0" cy="0"/>
        </a:xfrm>
      </p:grpSpPr>
      <p:sp>
        <p:nvSpPr>
          <p:cNvPr id="1682" name="Google Shape;1682;p8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56</a:t>
            </a:fld>
            <a:endParaRPr sz="1000">
              <a:solidFill>
                <a:schemeClr val="dk1"/>
              </a:solidFill>
              <a:latin typeface="Times New Roman"/>
              <a:ea typeface="Times New Roman"/>
              <a:cs typeface="Times New Roman"/>
              <a:sym typeface="Times New Roman"/>
            </a:endParaRPr>
          </a:p>
        </p:txBody>
      </p:sp>
      <p:sp>
        <p:nvSpPr>
          <p:cNvPr id="1683" name="Google Shape;1683;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4" name="Google Shape;1684;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4"/>
        <p:cNvGrpSpPr/>
        <p:nvPr/>
      </p:nvGrpSpPr>
      <p:grpSpPr>
        <a:xfrm>
          <a:off x="0" y="0"/>
          <a:ext cx="0" cy="0"/>
          <a:chOff x="0" y="0"/>
          <a:chExt cx="0" cy="0"/>
        </a:xfrm>
      </p:grpSpPr>
      <p:sp>
        <p:nvSpPr>
          <p:cNvPr id="1695" name="Google Shape;1695;p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57</a:t>
            </a:fld>
            <a:endParaRPr sz="1000">
              <a:solidFill>
                <a:schemeClr val="dk1"/>
              </a:solidFill>
              <a:latin typeface="Times New Roman"/>
              <a:ea typeface="Times New Roman"/>
              <a:cs typeface="Times New Roman"/>
              <a:sym typeface="Times New Roman"/>
            </a:endParaRPr>
          </a:p>
        </p:txBody>
      </p:sp>
      <p:sp>
        <p:nvSpPr>
          <p:cNvPr id="1696" name="Google Shape;1696;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97" name="Google Shape;1697;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7"/>
        <p:cNvGrpSpPr/>
        <p:nvPr/>
      </p:nvGrpSpPr>
      <p:grpSpPr>
        <a:xfrm>
          <a:off x="0" y="0"/>
          <a:ext cx="0" cy="0"/>
          <a:chOff x="0" y="0"/>
          <a:chExt cx="0" cy="0"/>
        </a:xfrm>
      </p:grpSpPr>
      <p:sp>
        <p:nvSpPr>
          <p:cNvPr id="1708" name="Google Shape;1708;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58</a:t>
            </a:fld>
            <a:endParaRPr sz="1000">
              <a:solidFill>
                <a:schemeClr val="dk1"/>
              </a:solidFill>
              <a:latin typeface="Times New Roman"/>
              <a:ea typeface="Times New Roman"/>
              <a:cs typeface="Times New Roman"/>
              <a:sym typeface="Times New Roman"/>
            </a:endParaRPr>
          </a:p>
        </p:txBody>
      </p:sp>
      <p:sp>
        <p:nvSpPr>
          <p:cNvPr id="1709" name="Google Shape;1709;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0" name="Google Shape;1710;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1"/>
        <p:cNvGrpSpPr/>
        <p:nvPr/>
      </p:nvGrpSpPr>
      <p:grpSpPr>
        <a:xfrm>
          <a:off x="0" y="0"/>
          <a:ext cx="0" cy="0"/>
          <a:chOff x="0" y="0"/>
          <a:chExt cx="0" cy="0"/>
        </a:xfrm>
      </p:grpSpPr>
      <p:sp>
        <p:nvSpPr>
          <p:cNvPr id="1722" name="Google Shape;1722;p8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59</a:t>
            </a:fld>
            <a:endParaRPr sz="1000">
              <a:solidFill>
                <a:schemeClr val="dk1"/>
              </a:solidFill>
              <a:latin typeface="Times New Roman"/>
              <a:ea typeface="Times New Roman"/>
              <a:cs typeface="Times New Roman"/>
              <a:sym typeface="Times New Roman"/>
            </a:endParaRPr>
          </a:p>
        </p:txBody>
      </p:sp>
      <p:sp>
        <p:nvSpPr>
          <p:cNvPr id="1723" name="Google Shape;1723;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24" name="Google Shape;1724;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p8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60</a:t>
            </a:fld>
            <a:endParaRPr sz="1000">
              <a:solidFill>
                <a:schemeClr val="dk1"/>
              </a:solidFill>
              <a:latin typeface="Times New Roman"/>
              <a:ea typeface="Times New Roman"/>
              <a:cs typeface="Times New Roman"/>
              <a:sym typeface="Times New Roman"/>
            </a:endParaRPr>
          </a:p>
        </p:txBody>
      </p:sp>
      <p:sp>
        <p:nvSpPr>
          <p:cNvPr id="1735" name="Google Shape;1735;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6" name="Google Shape;1736;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7"/>
        <p:cNvGrpSpPr/>
        <p:nvPr/>
      </p:nvGrpSpPr>
      <p:grpSpPr>
        <a:xfrm>
          <a:off x="0" y="0"/>
          <a:ext cx="0" cy="0"/>
          <a:chOff x="0" y="0"/>
          <a:chExt cx="0" cy="0"/>
        </a:xfrm>
      </p:grpSpPr>
      <p:sp>
        <p:nvSpPr>
          <p:cNvPr id="1748" name="Google Shape;1748;p9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00"/>
              <a:buNone/>
            </a:pPr>
            <a:fld id="{00000000-1234-1234-1234-123412341234}" type="slidenum">
              <a:rPr lang="en-US" sz="1000">
                <a:solidFill>
                  <a:schemeClr val="dk1"/>
                </a:solidFill>
                <a:latin typeface="Times New Roman"/>
                <a:ea typeface="Times New Roman"/>
                <a:cs typeface="Times New Roman"/>
                <a:sym typeface="Times New Roman"/>
              </a:rPr>
              <a:t>61</a:t>
            </a:fld>
            <a:endParaRPr sz="1000">
              <a:solidFill>
                <a:schemeClr val="dk1"/>
              </a:solidFill>
              <a:latin typeface="Times New Roman"/>
              <a:ea typeface="Times New Roman"/>
              <a:cs typeface="Times New Roman"/>
              <a:sym typeface="Times New Roman"/>
            </a:endParaRPr>
          </a:p>
        </p:txBody>
      </p:sp>
      <p:sp>
        <p:nvSpPr>
          <p:cNvPr id="1749" name="Google Shape;1749;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0" name="Google Shape;1750;p90:notes"/>
          <p:cNvSpPr txBox="1">
            <a:spLocks noGrp="1"/>
          </p:cNvSpPr>
          <p:nvPr>
            <p:ph type="body" idx="1"/>
          </p:nvPr>
        </p:nvSpPr>
        <p:spPr>
          <a:xfrm>
            <a:off x="685800" y="4400550"/>
            <a:ext cx="5486400" cy="3600450"/>
          </a:xfrm>
          <a:prstGeom prst="rect">
            <a:avLst/>
          </a:prstGeom>
          <a:noFill/>
          <a:ln>
            <a:noFill/>
          </a:ln>
        </p:spPr>
        <p:txBody>
          <a:bodyPr spcFirstLastPara="1" wrap="square" lIns="92275" tIns="45325" rIns="92275" bIns="453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4"/>
        <p:cNvGrpSpPr/>
        <p:nvPr/>
      </p:nvGrpSpPr>
      <p:grpSpPr>
        <a:xfrm>
          <a:off x="0" y="0"/>
          <a:ext cx="0" cy="0"/>
          <a:chOff x="0" y="0"/>
          <a:chExt cx="0" cy="0"/>
        </a:xfrm>
      </p:grpSpPr>
      <p:sp>
        <p:nvSpPr>
          <p:cNvPr id="1755" name="Google Shape;1755;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6" name="Google Shape;1756;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5" name="Google Shape;1765;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3"/>
        <p:cNvGrpSpPr/>
        <p:nvPr/>
      </p:nvGrpSpPr>
      <p:grpSpPr>
        <a:xfrm>
          <a:off x="0" y="0"/>
          <a:ext cx="0" cy="0"/>
          <a:chOff x="0" y="0"/>
          <a:chExt cx="0" cy="0"/>
        </a:xfrm>
      </p:grpSpPr>
      <p:sp>
        <p:nvSpPr>
          <p:cNvPr id="1774" name="Google Shape;1774;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5" name="Google Shape;1775;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2" name="Google Shape;1782;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3"/>
        <p:cNvGrpSpPr/>
        <p:nvPr/>
      </p:nvGrpSpPr>
      <p:grpSpPr>
        <a:xfrm>
          <a:off x="0" y="0"/>
          <a:ext cx="0" cy="0"/>
          <a:chOff x="0" y="0"/>
          <a:chExt cx="0" cy="0"/>
        </a:xfrm>
      </p:grpSpPr>
      <p:sp>
        <p:nvSpPr>
          <p:cNvPr id="1794" name="Google Shape;1794;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5" name="Google Shape;1795;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2"/>
        <p:cNvGrpSpPr/>
        <p:nvPr/>
      </p:nvGrpSpPr>
      <p:grpSpPr>
        <a:xfrm>
          <a:off x="0" y="0"/>
          <a:ext cx="0" cy="0"/>
          <a:chOff x="0" y="0"/>
          <a:chExt cx="0" cy="0"/>
        </a:xfrm>
      </p:grpSpPr>
      <p:sp>
        <p:nvSpPr>
          <p:cNvPr id="1803" name="Google Shape;1803;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4" name="Google Shape;1804;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0"/>
        <p:cNvGrpSpPr/>
        <p:nvPr/>
      </p:nvGrpSpPr>
      <p:grpSpPr>
        <a:xfrm>
          <a:off x="0" y="0"/>
          <a:ext cx="0" cy="0"/>
          <a:chOff x="0" y="0"/>
          <a:chExt cx="0" cy="0"/>
        </a:xfrm>
      </p:grpSpPr>
      <p:sp>
        <p:nvSpPr>
          <p:cNvPr id="1811" name="Google Shape;1811;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2" name="Google Shape;1812;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6"/>
        <p:cNvGrpSpPr/>
        <p:nvPr/>
      </p:nvGrpSpPr>
      <p:grpSpPr>
        <a:xfrm>
          <a:off x="0" y="0"/>
          <a:ext cx="0" cy="0"/>
          <a:chOff x="0" y="0"/>
          <a:chExt cx="0" cy="0"/>
        </a:xfrm>
      </p:grpSpPr>
      <p:sp>
        <p:nvSpPr>
          <p:cNvPr id="1817" name="Google Shape;1817;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8" name="Google Shape;1818;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3027680" y="1183257"/>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2421" y="3429000"/>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9" name="Slide Number Placeholder 28"/>
          <p:cNvSpPr>
            <a:spLocks noGrp="1"/>
          </p:cNvSpPr>
          <p:nvPr>
            <p:ph type="sldNum" sz="quarter" idx="12"/>
          </p:nvPr>
        </p:nvSpPr>
        <p:spPr bwMode="auto">
          <a:xfrm>
            <a:off x="1767392"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9769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endParaRPr lang="en-US"/>
          </a:p>
        </p:txBody>
      </p:sp>
      <p:sp>
        <p:nvSpPr>
          <p:cNvPr id="9" name="Slide Number Placeholder 8"/>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628539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01590" y="494193"/>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51616" y="3280744"/>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6" name="Slide Number Placeholder 5"/>
          <p:cNvSpPr>
            <a:spLocks noGrp="1"/>
          </p:cNvSpPr>
          <p:nvPr>
            <p:ph type="sldNum" sz="quarter" idx="12"/>
          </p:nvPr>
        </p:nvSpPr>
        <p:spPr bwMode="auto">
          <a:xfrm>
            <a:off x="1787488"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56050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792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4065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endParaRPr lang="en-US"/>
          </a:p>
        </p:txBody>
      </p:sp>
      <p:sp>
        <p:nvSpPr>
          <p:cNvPr id="7" name="Slide Number Placeholder 6"/>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3404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7638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endParaRPr lang="en-US"/>
          </a:p>
        </p:txBody>
      </p:sp>
      <p:sp>
        <p:nvSpPr>
          <p:cNvPr id="22" name="Slide Number Placeholder 21"/>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1962719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7" name="Date Placeholder 16"/>
          <p:cNvSpPr>
            <a:spLocks noGrp="1"/>
          </p:cNvSpPr>
          <p:nvPr>
            <p:ph type="dt" sz="half" idx="10"/>
          </p:nvPr>
        </p:nvSpPr>
        <p:spPr/>
        <p:txBody>
          <a:bodyPr rtlCol="0"/>
          <a:lstStyle/>
          <a:p>
            <a:endParaRPr lang="en-US"/>
          </a:p>
        </p:txBody>
      </p:sp>
      <p:sp>
        <p:nvSpPr>
          <p:cNvPr id="18" name="Slide Number Placeholder 17"/>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01374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478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44692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hart Placeholder 2"/>
          <p:cNvSpPr>
            <a:spLocks noGrp="1"/>
          </p:cNvSpPr>
          <p:nvPr>
            <p:ph type="chart" idx="1"/>
          </p:nvPr>
        </p:nvSpPr>
        <p:spPr>
          <a:xfrm>
            <a:off x="609600" y="1600201"/>
            <a:ext cx="10972800" cy="4525963"/>
          </a:xfrm>
        </p:spPr>
        <p:txBody>
          <a:bodyPr/>
          <a:lstStyle/>
          <a:p>
            <a:r>
              <a:rPr lang="en-US"/>
              <a:t>Click icon to add chart</a:t>
            </a:r>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469415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36"/>
        <p:cNvGrpSpPr/>
        <p:nvPr/>
      </p:nvGrpSpPr>
      <p:grpSpPr>
        <a:xfrm>
          <a:off x="0" y="0"/>
          <a:ext cx="0" cy="0"/>
          <a:chOff x="0" y="0"/>
          <a:chExt cx="0" cy="0"/>
        </a:xfrm>
      </p:grpSpPr>
      <p:sp>
        <p:nvSpPr>
          <p:cNvPr id="37" name="Google Shape;37;p116"/>
          <p:cNvSpPr txBox="1">
            <a:spLocks noGrp="1"/>
          </p:cNvSpPr>
          <p:nvPr>
            <p:ph type="dt" idx="10"/>
          </p:nvPr>
        </p:nvSpPr>
        <p:spPr>
          <a:xfrm>
            <a:off x="7964424" y="6272784"/>
            <a:ext cx="3273552"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16"/>
          <p:cNvSpPr txBox="1">
            <a:spLocks noGrp="1"/>
          </p:cNvSpPr>
          <p:nvPr>
            <p:ph type="ftr" idx="11"/>
          </p:nvPr>
        </p:nvSpPr>
        <p:spPr>
          <a:xfrm>
            <a:off x="1088136" y="6272784"/>
            <a:ext cx="632764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16"/>
          <p:cNvSpPr txBox="1">
            <a:spLocks noGrp="1"/>
          </p:cNvSpPr>
          <p:nvPr>
            <p:ph type="sldNum" idx="12"/>
          </p:nvPr>
        </p:nvSpPr>
        <p:spPr>
          <a:xfrm>
            <a:off x="11311128" y="6272784"/>
            <a:ext cx="64008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400"/>
              <a:buFont typeface="Arial"/>
              <a:buNone/>
              <a:defRPr sz="1400" b="1" i="0" u="none" strike="noStrike" cap="none">
                <a:solidFill>
                  <a:srgbClr val="FFFFFF"/>
                </a:solidFill>
                <a:latin typeface="Rockwell"/>
                <a:ea typeface="Rockwell"/>
                <a:cs typeface="Rockwell"/>
                <a:sym typeface="Rockwell"/>
              </a:defRPr>
            </a:lvl1pPr>
            <a:lvl2pPr marL="0" marR="0" lvl="1" indent="0" algn="ctr">
              <a:lnSpc>
                <a:spcPct val="100000"/>
              </a:lnSpc>
              <a:spcBef>
                <a:spcPts val="0"/>
              </a:spcBef>
              <a:spcAft>
                <a:spcPts val="0"/>
              </a:spcAft>
              <a:buClr>
                <a:srgbClr val="000000"/>
              </a:buClr>
              <a:buSzPts val="1400"/>
              <a:buFont typeface="Arial"/>
              <a:buNone/>
              <a:defRPr sz="1400" b="1" i="0" u="none" strike="noStrike" cap="none">
                <a:solidFill>
                  <a:srgbClr val="FFFFFF"/>
                </a:solidFill>
                <a:latin typeface="Rockwell"/>
                <a:ea typeface="Rockwell"/>
                <a:cs typeface="Rockwell"/>
                <a:sym typeface="Rockwell"/>
              </a:defRPr>
            </a:lvl2pPr>
            <a:lvl3pPr marL="0" marR="0" lvl="2" indent="0" algn="ctr">
              <a:lnSpc>
                <a:spcPct val="100000"/>
              </a:lnSpc>
              <a:spcBef>
                <a:spcPts val="0"/>
              </a:spcBef>
              <a:spcAft>
                <a:spcPts val="0"/>
              </a:spcAft>
              <a:buClr>
                <a:srgbClr val="000000"/>
              </a:buClr>
              <a:buSzPts val="1400"/>
              <a:buFont typeface="Arial"/>
              <a:buNone/>
              <a:defRPr sz="1400" b="1" i="0" u="none" strike="noStrike" cap="none">
                <a:solidFill>
                  <a:srgbClr val="FFFFFF"/>
                </a:solidFill>
                <a:latin typeface="Rockwell"/>
                <a:ea typeface="Rockwell"/>
                <a:cs typeface="Rockwell"/>
                <a:sym typeface="Rockwell"/>
              </a:defRPr>
            </a:lvl3pPr>
            <a:lvl4pPr marL="0" marR="0" lvl="3" indent="0" algn="ctr">
              <a:lnSpc>
                <a:spcPct val="100000"/>
              </a:lnSpc>
              <a:spcBef>
                <a:spcPts val="0"/>
              </a:spcBef>
              <a:spcAft>
                <a:spcPts val="0"/>
              </a:spcAft>
              <a:buClr>
                <a:srgbClr val="000000"/>
              </a:buClr>
              <a:buSzPts val="1400"/>
              <a:buFont typeface="Arial"/>
              <a:buNone/>
              <a:defRPr sz="1400" b="1" i="0" u="none" strike="noStrike" cap="none">
                <a:solidFill>
                  <a:srgbClr val="FFFFFF"/>
                </a:solidFill>
                <a:latin typeface="Rockwell"/>
                <a:ea typeface="Rockwell"/>
                <a:cs typeface="Rockwell"/>
                <a:sym typeface="Rockwell"/>
              </a:defRPr>
            </a:lvl4pPr>
            <a:lvl5pPr marL="0" marR="0" lvl="4" indent="0" algn="ctr">
              <a:lnSpc>
                <a:spcPct val="100000"/>
              </a:lnSpc>
              <a:spcBef>
                <a:spcPts val="0"/>
              </a:spcBef>
              <a:spcAft>
                <a:spcPts val="0"/>
              </a:spcAft>
              <a:buClr>
                <a:srgbClr val="000000"/>
              </a:buClr>
              <a:buSzPts val="1400"/>
              <a:buFont typeface="Arial"/>
              <a:buNone/>
              <a:defRPr sz="1400" b="1" i="0" u="none" strike="noStrike" cap="none">
                <a:solidFill>
                  <a:srgbClr val="FFFFFF"/>
                </a:solidFill>
                <a:latin typeface="Rockwell"/>
                <a:ea typeface="Rockwell"/>
                <a:cs typeface="Rockwell"/>
                <a:sym typeface="Rockwell"/>
              </a:defRPr>
            </a:lvl5pPr>
            <a:lvl6pPr marL="0" marR="0" lvl="5" indent="0" algn="ctr">
              <a:lnSpc>
                <a:spcPct val="100000"/>
              </a:lnSpc>
              <a:spcBef>
                <a:spcPts val="0"/>
              </a:spcBef>
              <a:spcAft>
                <a:spcPts val="0"/>
              </a:spcAft>
              <a:buClr>
                <a:srgbClr val="000000"/>
              </a:buClr>
              <a:buSzPts val="1400"/>
              <a:buFont typeface="Arial"/>
              <a:buNone/>
              <a:defRPr sz="1400" b="1" i="0" u="none" strike="noStrike" cap="none">
                <a:solidFill>
                  <a:srgbClr val="FFFFFF"/>
                </a:solidFill>
                <a:latin typeface="Rockwell"/>
                <a:ea typeface="Rockwell"/>
                <a:cs typeface="Rockwell"/>
                <a:sym typeface="Rockwell"/>
              </a:defRPr>
            </a:lvl6pPr>
            <a:lvl7pPr marL="0" marR="0" lvl="6" indent="0" algn="ctr">
              <a:lnSpc>
                <a:spcPct val="100000"/>
              </a:lnSpc>
              <a:spcBef>
                <a:spcPts val="0"/>
              </a:spcBef>
              <a:spcAft>
                <a:spcPts val="0"/>
              </a:spcAft>
              <a:buClr>
                <a:srgbClr val="000000"/>
              </a:buClr>
              <a:buSzPts val="1400"/>
              <a:buFont typeface="Arial"/>
              <a:buNone/>
              <a:defRPr sz="1400" b="1" i="0" u="none" strike="noStrike" cap="none">
                <a:solidFill>
                  <a:srgbClr val="FFFFFF"/>
                </a:solidFill>
                <a:latin typeface="Rockwell"/>
                <a:ea typeface="Rockwell"/>
                <a:cs typeface="Rockwell"/>
                <a:sym typeface="Rockwell"/>
              </a:defRPr>
            </a:lvl7pPr>
            <a:lvl8pPr marL="0" marR="0" lvl="7" indent="0" algn="ctr">
              <a:lnSpc>
                <a:spcPct val="100000"/>
              </a:lnSpc>
              <a:spcBef>
                <a:spcPts val="0"/>
              </a:spcBef>
              <a:spcAft>
                <a:spcPts val="0"/>
              </a:spcAft>
              <a:buClr>
                <a:srgbClr val="000000"/>
              </a:buClr>
              <a:buSzPts val="1400"/>
              <a:buFont typeface="Arial"/>
              <a:buNone/>
              <a:defRPr sz="1400" b="1" i="0" u="none" strike="noStrike" cap="none">
                <a:solidFill>
                  <a:srgbClr val="FFFFFF"/>
                </a:solidFill>
                <a:latin typeface="Rockwell"/>
                <a:ea typeface="Rockwell"/>
                <a:cs typeface="Rockwell"/>
                <a:sym typeface="Rockwell"/>
              </a:defRPr>
            </a:lvl8pPr>
            <a:lvl9pPr marL="0" marR="0" lvl="8" indent="0" algn="ctr">
              <a:lnSpc>
                <a:spcPct val="100000"/>
              </a:lnSpc>
              <a:spcBef>
                <a:spcPts val="0"/>
              </a:spcBef>
              <a:spcAft>
                <a:spcPts val="0"/>
              </a:spcAft>
              <a:buClr>
                <a:srgbClr val="000000"/>
              </a:buClr>
              <a:buSzPts val="1400"/>
              <a:buFont typeface="Arial"/>
              <a:buNone/>
              <a:defRPr sz="1400" b="1" i="0" u="none" strike="noStrike" cap="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
        <p:nvSpPr>
          <p:cNvPr id="40" name="Google Shape;40;p11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071361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7025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hf sldNum="0"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uic.zoom.us/j/87303073840?pwd=F6Xe1L0PHM3nFLEgohmhzHsoLcH1Ti.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hyperlink" Target="https://www.postgresql.org/docs/9.5/static/datatype.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customXml" Target="../ink/ink5.xml"/></Relationships>
</file>

<file path=ppt/slides/_rels/slide10.xml.rels><?xml version="1.0" encoding="UTF-8" standalone="yes"?>
<Relationships xmlns="http://schemas.openxmlformats.org/package/2006/relationships"><Relationship Id="rId3" Type="http://schemas.openxmlformats.org/officeDocument/2006/relationships/hyperlink" Target="http://sqlfiddle.com/#!9/120e17/1/0"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customXml" Target="../ink/ink6.xml"/></Relationships>
</file>

<file path=ppt/slides/_rels/slide11.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customXml" Target="../ink/ink11.xml"/><Relationship Id="rId5" Type="http://schemas.openxmlformats.org/officeDocument/2006/relationships/hyperlink" Target="http://sqlfiddle.com/#!9/c1f0e01/1" TargetMode="Externa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customXml" Target="../ink/ink1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customXml" Target="../ink/ink13.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customXml" Target="../ink/ink14.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customXml" Target="../ink/ink15.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customXml" Target="../ink/ink16.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customXml" Target="../ink/ink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customXml" Target="../ink/ink18.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customXml" Target="../ink/ink19.xml"/></Relationships>
</file>

<file path=ppt/slides/_rels/slide32.xml.rels><?xml version="1.0" encoding="UTF-8" standalone="yes"?>
<Relationships xmlns="http://schemas.openxmlformats.org/package/2006/relationships"><Relationship Id="rId3" Type="http://schemas.openxmlformats.org/officeDocument/2006/relationships/hyperlink" Target="http://sqlfiddle.com/#!17/67109/12"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customXml" Target="../ink/ink2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customXml" Target="../ink/ink21.xml"/></Relationships>
</file>

<file path=ppt/slides/_rels/slide35.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customXml" Target="../ink/ink23.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customXml" Target="../ink/ink2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hyperlink" Target="http://sqlfiddle.com/#!17/53815/1140/0"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customXml" Target="../ink/ink25.xml"/></Relationships>
</file>

<file path=ppt/slides/_rels/slide4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hyperlink" Target="http://sqlfiddle.com/#!17/4215a/10" TargetMode="External"/><Relationship Id="rId7" Type="http://schemas.openxmlformats.org/officeDocument/2006/relationships/customXml" Target="../ink/ink26.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customXml" Target="../ink/ink27.xml"/><Relationship Id="rId5" Type="http://schemas.openxmlformats.org/officeDocument/2006/relationships/image" Target="../media/image52.png"/><Relationship Id="rId4" Type="http://schemas.openxmlformats.org/officeDocument/2006/relationships/image" Target="../media/image51.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youtube.com/watch?v=tii7xcFilOA"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hyperlink" Target="https://www.youtube.com/watch?v=GkBf2dZAES0"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customXml" Target="../ink/ink28.xm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1.xml.rels><?xml version="1.0" encoding="UTF-8" standalone="yes"?>
<Relationships xmlns="http://schemas.openxmlformats.org/package/2006/relationships"><Relationship Id="rId3" Type="http://schemas.openxmlformats.org/officeDocument/2006/relationships/hyperlink" Target="http://sqlfiddle.com/#!17/53815/4"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customXml" Target="../ink/ink29.xml"/><Relationship Id="rId4" Type="http://schemas.openxmlformats.org/officeDocument/2006/relationships/hyperlink" Target="http://sqlfiddle.com/#!17/4215a/10" TargetMode="Externa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qlfiddle.com/#!17/54a88/2"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qlfiddle.com/#!17/a7b2f/1"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customXml" Target="../ink/ink30.xml"/><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3" Type="http://schemas.openxmlformats.org/officeDocument/2006/relationships/hyperlink" Target="http://sqlfiddle.com/#!17/e1f3a/3/0"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qlfiddle.com/#!17/36ca9/2"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qlfiddle.com/#!17/f35aa/6"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64.xml.rels><?xml version="1.0" encoding="UTF-8" standalone="yes"?>
<Relationships xmlns="http://schemas.openxmlformats.org/package/2006/relationships"><Relationship Id="rId3" Type="http://schemas.openxmlformats.org/officeDocument/2006/relationships/hyperlink" Target="http://sqlfiddle.com/#!17/f35aa/4"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qlfiddle.com/#!17/f35aa/2"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customXml" Target="../ink/ink31.xml"/></Relationships>
</file>

<file path=ppt/slides/_rels/slide66.xml.rels><?xml version="1.0" encoding="UTF-8" standalone="yes"?>
<Relationships xmlns="http://schemas.openxmlformats.org/package/2006/relationships"><Relationship Id="rId3" Type="http://schemas.openxmlformats.org/officeDocument/2006/relationships/hyperlink" Target="http://sqlfiddle.com/#!17/f35aa/7" TargetMode="External"/><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qlfiddle.com/#!17/f35aa/7" TargetMode="External"/><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ctrTitle"/>
          </p:nvPr>
        </p:nvSpPr>
        <p:spPr>
          <a:xfrm>
            <a:off x="3027680" y="1183257"/>
            <a:ext cx="8565230" cy="1894362"/>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6000"/>
              <a:buFont typeface="Rockwell"/>
              <a:buNone/>
            </a:pPr>
            <a:r>
              <a:rPr lang="en-US" sz="6000" dirty="0"/>
              <a:t>Databases with </a:t>
            </a:r>
            <a:r>
              <a:rPr lang="en-US" sz="6000" dirty="0" err="1"/>
              <a:t>sql</a:t>
            </a:r>
            <a:endParaRPr lang="en-US" dirty="0"/>
          </a:p>
        </p:txBody>
      </p:sp>
      <p:sp>
        <p:nvSpPr>
          <p:cNvPr id="110" name="Google Shape;110;p1"/>
          <p:cNvSpPr txBox="1">
            <a:spLocks noGrp="1"/>
          </p:cNvSpPr>
          <p:nvPr>
            <p:ph type="subTitle" idx="1"/>
          </p:nvPr>
        </p:nvSpPr>
        <p:spPr>
          <a:xfrm>
            <a:off x="3027680" y="3429000"/>
            <a:ext cx="7891272" cy="105621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SzPct val="85000"/>
              <a:buNone/>
            </a:pPr>
            <a:r>
              <a:rPr lang="en-US" dirty="0"/>
              <a:t>CS 418 Introduction to Data Science</a:t>
            </a:r>
            <a:endParaRPr dirty="0"/>
          </a:p>
          <a:p>
            <a:pPr marL="0" lvl="0" indent="0" algn="l" rtl="0">
              <a:lnSpc>
                <a:spcPct val="90000"/>
              </a:lnSpc>
              <a:spcBef>
                <a:spcPts val="1200"/>
              </a:spcBef>
              <a:spcAft>
                <a:spcPts val="0"/>
              </a:spcAft>
              <a:buSzPct val="85000"/>
              <a:buNone/>
            </a:pPr>
            <a:r>
              <a:rPr lang="en-US" dirty="0"/>
              <a:t>Prof. Sathya Ravi</a:t>
            </a:r>
            <a:endParaRPr dirty="0"/>
          </a:p>
          <a:p>
            <a:pPr marL="0" lvl="0" indent="0" algn="l" rtl="0">
              <a:lnSpc>
                <a:spcPct val="90000"/>
              </a:lnSpc>
              <a:spcBef>
                <a:spcPts val="1200"/>
              </a:spcBef>
              <a:spcAft>
                <a:spcPts val="0"/>
              </a:spcAft>
              <a:buSzPct val="85000"/>
              <a:buNone/>
            </a:pPr>
            <a:r>
              <a:rPr lang="en-US" dirty="0"/>
              <a:t>September 17, 2024</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7"/>
          <p:cNvSpPr txBox="1">
            <a:spLocks noGrp="1"/>
          </p:cNvSpPr>
          <p:nvPr>
            <p:ph type="title"/>
          </p:nvPr>
        </p:nvSpPr>
        <p:spPr>
          <a:xfrm>
            <a:off x="1069848" y="82847"/>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ANNOUNCEMENTS</a:t>
            </a:r>
            <a:endParaRPr dirty="0"/>
          </a:p>
        </p:txBody>
      </p:sp>
      <p:sp>
        <p:nvSpPr>
          <p:cNvPr id="435" name="Google Shape;435;p37"/>
          <p:cNvSpPr txBox="1">
            <a:spLocks noGrp="1"/>
          </p:cNvSpPr>
          <p:nvPr>
            <p:ph sz="quarter" idx="1"/>
          </p:nvPr>
        </p:nvSpPr>
        <p:spPr>
          <a:xfrm>
            <a:off x="625642" y="1491084"/>
            <a:ext cx="11114413" cy="4823219"/>
          </a:xfrm>
          <a:prstGeom prst="rect">
            <a:avLst/>
          </a:prstGeom>
          <a:noFill/>
          <a:ln>
            <a:noFill/>
          </a:ln>
        </p:spPr>
        <p:txBody>
          <a:bodyPr spcFirstLastPara="1" wrap="square" lIns="91425" tIns="45700" rIns="91425" bIns="45700" anchor="t" anchorCtr="0">
            <a:normAutofit/>
          </a:bodyPr>
          <a:lstStyle/>
          <a:p>
            <a:pPr lvl="1">
              <a:lnSpc>
                <a:spcPct val="90000"/>
              </a:lnSpc>
              <a:spcBef>
                <a:spcPts val="0"/>
              </a:spcBef>
              <a:buSzPts val="2100"/>
              <a:buFont typeface="Wingdings" pitchFamily="2" charset="2"/>
              <a:buChar char="q"/>
            </a:pPr>
            <a:r>
              <a:rPr lang="en-US" sz="3200" dirty="0"/>
              <a:t>Additional TA support (yay!): Aneesh </a:t>
            </a:r>
            <a:r>
              <a:rPr lang="en-US" sz="3200" dirty="0" err="1"/>
              <a:t>Potnis</a:t>
            </a:r>
            <a:r>
              <a:rPr lang="en-US" sz="3200" dirty="0"/>
              <a:t>, will hold office hours on W from 2 to 3 pm. Zoom link: </a:t>
            </a:r>
            <a:r>
              <a:rPr lang="en-US" sz="2400" b="0" i="0" u="sng" dirty="0">
                <a:solidFill>
                  <a:srgbClr val="0086F0"/>
                </a:solidFill>
                <a:effectLst/>
                <a:latin typeface="Aptos" panose="020B0004020202020204" pitchFamily="34" charset="0"/>
                <a:hlinkClick r:id="rId3" tooltip="https://uic.zoom.us/j/87303073840?pwd=F6Xe1L0PHM3nFLEgohmhzHsoLcH1Ti.1"/>
              </a:rPr>
              <a:t>https://uic.zoom.us/j/87303073840?pwd=F6Xe1L0PHM3nFLEgohmhzHsoLcH1Ti.1</a:t>
            </a:r>
            <a:r>
              <a:rPr lang="en-US" sz="3200" dirty="0"/>
              <a:t> </a:t>
            </a:r>
          </a:p>
          <a:p>
            <a:pPr lvl="1">
              <a:lnSpc>
                <a:spcPct val="90000"/>
              </a:lnSpc>
              <a:spcBef>
                <a:spcPts val="0"/>
              </a:spcBef>
              <a:buSzPts val="2100"/>
              <a:buFont typeface="Wingdings" pitchFamily="2" charset="2"/>
              <a:buChar char="q"/>
            </a:pPr>
            <a:r>
              <a:rPr lang="en-US" sz="3200" dirty="0"/>
              <a:t>Homework due this Thu – please do not use other packages. If in doubt, please ask me or TAs – Ellen, Aneesh</a:t>
            </a:r>
          </a:p>
          <a:p>
            <a:pPr lvl="1">
              <a:lnSpc>
                <a:spcPct val="90000"/>
              </a:lnSpc>
              <a:spcBef>
                <a:spcPts val="0"/>
              </a:spcBef>
              <a:buSzPts val="2100"/>
              <a:buFont typeface="Wingdings" pitchFamily="2" charset="2"/>
              <a:buChar char="q"/>
            </a:pPr>
            <a:r>
              <a:rPr lang="en-US" sz="2800" dirty="0"/>
              <a:t>First Quiz next Thu, so please plan to be here on time. Quiz will be half the lecture, and then we will resume lecture</a:t>
            </a:r>
          </a:p>
          <a:p>
            <a:pPr lvl="1">
              <a:lnSpc>
                <a:spcPct val="90000"/>
              </a:lnSpc>
              <a:spcBef>
                <a:spcPts val="0"/>
              </a:spcBef>
              <a:buSzPts val="2100"/>
              <a:buFont typeface="Wingdings" pitchFamily="2" charset="2"/>
              <a:buChar char="q"/>
            </a:pPr>
            <a:r>
              <a:rPr lang="en-US" sz="2800" dirty="0"/>
              <a:t>Everything covered until this Thu 09/19 will be covered in the quiz</a:t>
            </a:r>
          </a:p>
          <a:p>
            <a:pPr lvl="1">
              <a:lnSpc>
                <a:spcPct val="90000"/>
              </a:lnSpc>
              <a:spcBef>
                <a:spcPts val="0"/>
              </a:spcBef>
              <a:buSzPts val="2100"/>
              <a:buFont typeface="Wingdings" pitchFamily="2" charset="2"/>
              <a:buChar char="q"/>
            </a:pPr>
            <a:r>
              <a:rPr lang="en-US" sz="2800" dirty="0"/>
              <a:t>Expect project team assignment to be completed by this Thu or latest by weekend</a:t>
            </a:r>
          </a:p>
        </p:txBody>
      </p:sp>
      <p:pic>
        <p:nvPicPr>
          <p:cNvPr id="436" name="Google Shape;436;p37"/>
          <p:cNvPicPr preferRelativeResize="0"/>
          <p:nvPr/>
        </p:nvPicPr>
        <p:blipFill rotWithShape="1">
          <a:blip r:embed="rId4">
            <a:alphaModFix/>
          </a:blip>
          <a:srcRect/>
          <a:stretch/>
        </p:blipFill>
        <p:spPr>
          <a:xfrm>
            <a:off x="8881241" y="386237"/>
            <a:ext cx="1878565" cy="11048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20"/>
          <p:cNvSpPr txBox="1">
            <a:spLocks noGrp="1"/>
          </p:cNvSpPr>
          <p:nvPr>
            <p:ph type="title"/>
          </p:nvPr>
        </p:nvSpPr>
        <p:spPr>
          <a:xfrm>
            <a:off x="1069848" y="103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200"/>
              <a:buFont typeface="Rockwell"/>
              <a:buNone/>
            </a:pPr>
            <a:r>
              <a:rPr lang="en-US" sz="4200" dirty="0"/>
              <a:t>SQL IS A </a:t>
            </a:r>
            <a:r>
              <a:rPr lang="en-US" sz="4200" b="1" dirty="0"/>
              <a:t>DECLARATIVE</a:t>
            </a:r>
            <a:r>
              <a:rPr lang="en-US" sz="4200" dirty="0"/>
              <a:t> LANGUAGE (REVIEW) </a:t>
            </a:r>
            <a:endParaRPr dirty="0"/>
          </a:p>
        </p:txBody>
      </p:sp>
      <p:sp>
        <p:nvSpPr>
          <p:cNvPr id="746" name="Google Shape;746;p20"/>
          <p:cNvSpPr txBox="1">
            <a:spLocks noGrp="1"/>
          </p:cNvSpPr>
          <p:nvPr>
            <p:ph type="body" idx="1"/>
          </p:nvPr>
        </p:nvSpPr>
        <p:spPr>
          <a:xfrm>
            <a:off x="841248" y="1801540"/>
            <a:ext cx="10515600" cy="4954978"/>
          </a:xfrm>
          <a:prstGeom prst="rect">
            <a:avLst/>
          </a:prstGeom>
          <a:noFill/>
          <a:ln>
            <a:noFill/>
          </a:ln>
        </p:spPr>
        <p:txBody>
          <a:bodyPr spcFirstLastPara="1" wrap="square" lIns="91425" tIns="45700" rIns="91425" bIns="45700" anchor="t" anchorCtr="0">
            <a:normAutofit/>
          </a:bodyPr>
          <a:lstStyle/>
          <a:p>
            <a:pPr marL="357187" lvl="1" indent="-342900" algn="l" rtl="0">
              <a:lnSpc>
                <a:spcPct val="90000"/>
              </a:lnSpc>
              <a:spcBef>
                <a:spcPts val="0"/>
              </a:spcBef>
              <a:spcAft>
                <a:spcPts val="0"/>
              </a:spcAft>
              <a:buClr>
                <a:schemeClr val="dk1"/>
              </a:buClr>
              <a:buSzPts val="2400"/>
              <a:buFont typeface="Noto Sans Symbols"/>
              <a:buChar char="▪"/>
            </a:pPr>
            <a:r>
              <a:rPr lang="en-US" sz="2400" b="1" dirty="0"/>
              <a:t>Declarative: </a:t>
            </a:r>
            <a:r>
              <a:rPr lang="en-US" sz="2400" dirty="0"/>
              <a:t>“Say </a:t>
            </a:r>
            <a:r>
              <a:rPr lang="en-US" sz="2400" b="1" i="1" dirty="0"/>
              <a:t>what</a:t>
            </a:r>
            <a:r>
              <a:rPr lang="en-US" sz="2400" dirty="0"/>
              <a:t> you want, not </a:t>
            </a:r>
            <a:r>
              <a:rPr lang="en-US" sz="2400" b="1" i="1" dirty="0"/>
              <a:t>how</a:t>
            </a:r>
            <a:r>
              <a:rPr lang="en-US" sz="2400" i="1" dirty="0"/>
              <a:t> </a:t>
            </a:r>
            <a:r>
              <a:rPr lang="en-US" sz="2400" dirty="0"/>
              <a:t>to get it.”</a:t>
            </a:r>
            <a:endParaRPr dirty="0"/>
          </a:p>
          <a:p>
            <a:pPr marL="915988" lvl="2" indent="-468313" algn="l" rtl="0">
              <a:lnSpc>
                <a:spcPct val="90000"/>
              </a:lnSpc>
              <a:spcBef>
                <a:spcPts val="2400"/>
              </a:spcBef>
              <a:spcAft>
                <a:spcPts val="0"/>
              </a:spcAft>
              <a:buClr>
                <a:schemeClr val="dk1"/>
              </a:buClr>
              <a:buSzPts val="2000"/>
              <a:buChar char="▪"/>
            </a:pPr>
            <a:r>
              <a:rPr lang="en-US" sz="2000" b="1" dirty="0"/>
              <a:t>Declarative Example:</a:t>
            </a:r>
            <a:r>
              <a:rPr lang="en-US" sz="2000" dirty="0"/>
              <a:t> </a:t>
            </a:r>
            <a:r>
              <a:rPr lang="en-US" sz="2000" i="1" dirty="0"/>
              <a:t> I want a table with columns “x” and “y” constructed from tables “A” and ”B” where the values in “y” are greater than 100.00.</a:t>
            </a:r>
            <a:endParaRPr sz="2000" dirty="0"/>
          </a:p>
          <a:p>
            <a:pPr marL="915988" lvl="2" indent="-468313" algn="l" rtl="0">
              <a:lnSpc>
                <a:spcPct val="90000"/>
              </a:lnSpc>
              <a:spcBef>
                <a:spcPts val="2400"/>
              </a:spcBef>
              <a:spcAft>
                <a:spcPts val="0"/>
              </a:spcAft>
              <a:buClr>
                <a:schemeClr val="dk1"/>
              </a:buClr>
              <a:buSzPts val="2000"/>
              <a:buChar char="▪"/>
            </a:pPr>
            <a:r>
              <a:rPr lang="en-US" sz="2000" b="1" dirty="0"/>
              <a:t>Imperative Example:</a:t>
            </a:r>
            <a:r>
              <a:rPr lang="en-US" sz="2000" dirty="0"/>
              <a:t> For each record in  table “A” find the corresponding record in table “B” then drop the records where “y” is less than or equal to 100 then return the ”x” and “y” values.</a:t>
            </a:r>
            <a:endParaRPr sz="2200" dirty="0"/>
          </a:p>
          <a:p>
            <a:pPr marL="182880" lvl="0" indent="-182880" algn="l" rtl="0">
              <a:lnSpc>
                <a:spcPct val="90000"/>
              </a:lnSpc>
              <a:spcBef>
                <a:spcPts val="1400"/>
              </a:spcBef>
              <a:spcAft>
                <a:spcPts val="0"/>
              </a:spcAft>
              <a:buSzPts val="2040"/>
              <a:buChar char="▪"/>
            </a:pPr>
            <a:r>
              <a:rPr lang="en-US" sz="2400" b="1" dirty="0"/>
              <a:t>Advantages</a:t>
            </a:r>
            <a:r>
              <a:rPr lang="en-US" sz="2400" dirty="0"/>
              <a:t> of declarative programming</a:t>
            </a:r>
            <a:endParaRPr dirty="0"/>
          </a:p>
          <a:p>
            <a:pPr marL="457200" lvl="1" indent="-182880" algn="l" rtl="0">
              <a:lnSpc>
                <a:spcPct val="90000"/>
              </a:lnSpc>
              <a:spcBef>
                <a:spcPts val="400"/>
              </a:spcBef>
              <a:spcAft>
                <a:spcPts val="0"/>
              </a:spcAft>
              <a:buSzPts val="1700"/>
              <a:buChar char="▪"/>
            </a:pPr>
            <a:r>
              <a:rPr lang="en-US" sz="2000" dirty="0"/>
              <a:t>Enable the system to find the best way to achieve the result.</a:t>
            </a:r>
            <a:endParaRPr dirty="0"/>
          </a:p>
          <a:p>
            <a:pPr marL="457200" lvl="1" indent="-182880" algn="l" rtl="0">
              <a:lnSpc>
                <a:spcPct val="90000"/>
              </a:lnSpc>
              <a:spcBef>
                <a:spcPts val="600"/>
              </a:spcBef>
              <a:spcAft>
                <a:spcPts val="0"/>
              </a:spcAft>
              <a:buSzPts val="1700"/>
              <a:buChar char="▪"/>
            </a:pPr>
            <a:r>
              <a:rPr lang="en-US" sz="2000" dirty="0"/>
              <a:t>Often more compact and easier to learn for non-programmers</a:t>
            </a:r>
            <a:endParaRPr dirty="0"/>
          </a:p>
          <a:p>
            <a:pPr marL="182880" lvl="0" indent="-182880" algn="l" rtl="0">
              <a:lnSpc>
                <a:spcPct val="90000"/>
              </a:lnSpc>
              <a:spcBef>
                <a:spcPts val="1400"/>
              </a:spcBef>
              <a:spcAft>
                <a:spcPts val="0"/>
              </a:spcAft>
              <a:buSzPts val="2040"/>
              <a:buChar char="▪"/>
            </a:pPr>
            <a:r>
              <a:rPr lang="en-US" sz="2400" b="1" dirty="0"/>
              <a:t>Challenges</a:t>
            </a:r>
            <a:r>
              <a:rPr lang="en-US" sz="2400" dirty="0"/>
              <a:t> of declarative programming</a:t>
            </a:r>
            <a:endParaRPr dirty="0"/>
          </a:p>
          <a:p>
            <a:pPr marL="457200" lvl="1" indent="-182880" algn="l" rtl="0">
              <a:lnSpc>
                <a:spcPct val="90000"/>
              </a:lnSpc>
              <a:spcBef>
                <a:spcPts val="400"/>
              </a:spcBef>
              <a:spcAft>
                <a:spcPts val="0"/>
              </a:spcAft>
              <a:buSzPts val="1700"/>
              <a:buChar char="▪"/>
            </a:pPr>
            <a:r>
              <a:rPr lang="en-US" sz="2000" dirty="0"/>
              <a:t>System performance depends heavily on automatic optimization</a:t>
            </a:r>
            <a:endParaRPr dirty="0"/>
          </a:p>
          <a:p>
            <a:pPr marL="457200" lvl="1" indent="-182880" algn="l" rtl="0">
              <a:lnSpc>
                <a:spcPct val="90000"/>
              </a:lnSpc>
              <a:spcBef>
                <a:spcPts val="600"/>
              </a:spcBef>
              <a:spcAft>
                <a:spcPts val="0"/>
              </a:spcAft>
              <a:buSzPts val="1700"/>
              <a:buChar char="▪"/>
            </a:pPr>
            <a:r>
              <a:rPr lang="en-US" sz="2000" dirty="0"/>
              <a:t>Limited language (not Turing complete)</a:t>
            </a: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3DE71DD-4DE2-1E6F-043E-19CC29726594}"/>
                  </a:ext>
                </a:extLst>
              </p14:cNvPr>
              <p14:cNvContentPartPr/>
              <p14:nvPr/>
            </p14:nvContentPartPr>
            <p14:xfrm>
              <a:off x="3401280" y="6474240"/>
              <a:ext cx="1877400" cy="272880"/>
            </p14:xfrm>
          </p:contentPart>
        </mc:Choice>
        <mc:Fallback xmlns="">
          <p:pic>
            <p:nvPicPr>
              <p:cNvPr id="2" name="Ink 1">
                <a:extLst>
                  <a:ext uri="{FF2B5EF4-FFF2-40B4-BE49-F238E27FC236}">
                    <a16:creationId xmlns:a16="http://schemas.microsoft.com/office/drawing/2014/main" id="{43DE71DD-4DE2-1E6F-043E-19CC29726594}"/>
                  </a:ext>
                </a:extLst>
              </p:cNvPr>
              <p:cNvPicPr/>
              <p:nvPr/>
            </p:nvPicPr>
            <p:blipFill>
              <a:blip r:embed="rId4"/>
              <a:stretch>
                <a:fillRect/>
              </a:stretch>
            </p:blipFill>
            <p:spPr>
              <a:xfrm>
                <a:off x="3391920" y="6464880"/>
                <a:ext cx="1896120" cy="2916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6">
                                            <p:txEl>
                                              <p:pRg st="0" end="0"/>
                                            </p:txEl>
                                          </p:spTgt>
                                        </p:tgtEl>
                                        <p:attrNameLst>
                                          <p:attrName>style.visibility</p:attrName>
                                        </p:attrNameLst>
                                      </p:cBhvr>
                                      <p:to>
                                        <p:strVal val="visible"/>
                                      </p:to>
                                    </p:set>
                                    <p:animEffect transition="in" filter="fade">
                                      <p:cBhvr>
                                        <p:cTn id="7" dur="500"/>
                                        <p:tgtEl>
                                          <p:spTgt spid="7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6">
                                            <p:txEl>
                                              <p:pRg st="1" end="1"/>
                                            </p:txEl>
                                          </p:spTgt>
                                        </p:tgtEl>
                                        <p:attrNameLst>
                                          <p:attrName>style.visibility</p:attrName>
                                        </p:attrNameLst>
                                      </p:cBhvr>
                                      <p:to>
                                        <p:strVal val="visible"/>
                                      </p:to>
                                    </p:set>
                                    <p:animEffect transition="in" filter="fade">
                                      <p:cBhvr>
                                        <p:cTn id="12" dur="500"/>
                                        <p:tgtEl>
                                          <p:spTgt spid="7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46">
                                            <p:txEl>
                                              <p:pRg st="2" end="2"/>
                                            </p:txEl>
                                          </p:spTgt>
                                        </p:tgtEl>
                                        <p:attrNameLst>
                                          <p:attrName>style.visibility</p:attrName>
                                        </p:attrNameLst>
                                      </p:cBhvr>
                                      <p:to>
                                        <p:strVal val="visible"/>
                                      </p:to>
                                    </p:set>
                                    <p:animEffect transition="in" filter="fade">
                                      <p:cBhvr>
                                        <p:cTn id="17" dur="500"/>
                                        <p:tgtEl>
                                          <p:spTgt spid="7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46">
                                            <p:txEl>
                                              <p:pRg st="3" end="3"/>
                                            </p:txEl>
                                          </p:spTgt>
                                        </p:tgtEl>
                                        <p:attrNameLst>
                                          <p:attrName>style.visibility</p:attrName>
                                        </p:attrNameLst>
                                      </p:cBhvr>
                                      <p:to>
                                        <p:strVal val="visible"/>
                                      </p:to>
                                    </p:set>
                                    <p:animEffect transition="in" filter="fade">
                                      <p:cBhvr>
                                        <p:cTn id="22" dur="500"/>
                                        <p:tgtEl>
                                          <p:spTgt spid="74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46">
                                            <p:txEl>
                                              <p:pRg st="4" end="4"/>
                                            </p:txEl>
                                          </p:spTgt>
                                        </p:tgtEl>
                                        <p:attrNameLst>
                                          <p:attrName>style.visibility</p:attrName>
                                        </p:attrNameLst>
                                      </p:cBhvr>
                                      <p:to>
                                        <p:strVal val="visible"/>
                                      </p:to>
                                    </p:set>
                                    <p:animEffect transition="in" filter="fade">
                                      <p:cBhvr>
                                        <p:cTn id="27" dur="500"/>
                                        <p:tgtEl>
                                          <p:spTgt spid="74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46">
                                            <p:txEl>
                                              <p:pRg st="5" end="5"/>
                                            </p:txEl>
                                          </p:spTgt>
                                        </p:tgtEl>
                                        <p:attrNameLst>
                                          <p:attrName>style.visibility</p:attrName>
                                        </p:attrNameLst>
                                      </p:cBhvr>
                                      <p:to>
                                        <p:strVal val="visible"/>
                                      </p:to>
                                    </p:set>
                                    <p:animEffect transition="in" filter="fade">
                                      <p:cBhvr>
                                        <p:cTn id="32" dur="500"/>
                                        <p:tgtEl>
                                          <p:spTgt spid="74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46">
                                            <p:txEl>
                                              <p:pRg st="6" end="6"/>
                                            </p:txEl>
                                          </p:spTgt>
                                        </p:tgtEl>
                                        <p:attrNameLst>
                                          <p:attrName>style.visibility</p:attrName>
                                        </p:attrNameLst>
                                      </p:cBhvr>
                                      <p:to>
                                        <p:strVal val="visible"/>
                                      </p:to>
                                    </p:set>
                                    <p:animEffect transition="in" filter="fade">
                                      <p:cBhvr>
                                        <p:cTn id="37" dur="500"/>
                                        <p:tgtEl>
                                          <p:spTgt spid="74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46">
                                            <p:txEl>
                                              <p:pRg st="7" end="7"/>
                                            </p:txEl>
                                          </p:spTgt>
                                        </p:tgtEl>
                                        <p:attrNameLst>
                                          <p:attrName>style.visibility</p:attrName>
                                        </p:attrNameLst>
                                      </p:cBhvr>
                                      <p:to>
                                        <p:strVal val="visible"/>
                                      </p:to>
                                    </p:set>
                                    <p:animEffect transition="in" filter="fade">
                                      <p:cBhvr>
                                        <p:cTn id="42" dur="500"/>
                                        <p:tgtEl>
                                          <p:spTgt spid="74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46">
                                            <p:txEl>
                                              <p:pRg st="8" end="8"/>
                                            </p:txEl>
                                          </p:spTgt>
                                        </p:tgtEl>
                                        <p:attrNameLst>
                                          <p:attrName>style.visibility</p:attrName>
                                        </p:attrNameLst>
                                      </p:cBhvr>
                                      <p:to>
                                        <p:strVal val="visible"/>
                                      </p:to>
                                    </p:set>
                                    <p:animEffect transition="in" filter="fade">
                                      <p:cBhvr>
                                        <p:cTn id="47" dur="500"/>
                                        <p:tgtEl>
                                          <p:spTgt spid="74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2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RELATIONAL TERMINOLOGY</a:t>
            </a:r>
            <a:endParaRPr/>
          </a:p>
        </p:txBody>
      </p:sp>
      <p:sp>
        <p:nvSpPr>
          <p:cNvPr id="762" name="Google Shape;762;p22"/>
          <p:cNvSpPr txBox="1">
            <a:spLocks noGrp="1"/>
          </p:cNvSpPr>
          <p:nvPr>
            <p:ph type="body" idx="1"/>
          </p:nvPr>
        </p:nvSpPr>
        <p:spPr>
          <a:xfrm>
            <a:off x="1069848" y="1852921"/>
            <a:ext cx="10515600" cy="4705804"/>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i="1" dirty="0">
                <a:solidFill>
                  <a:srgbClr val="FF0000"/>
                </a:solidFill>
              </a:rPr>
              <a:t>Database</a:t>
            </a:r>
            <a:r>
              <a:rPr lang="en-US" dirty="0"/>
              <a:t>: Set of Relations (i.e., one or more tables)</a:t>
            </a:r>
            <a:endParaRPr dirty="0"/>
          </a:p>
          <a:p>
            <a:pPr marL="182880" lvl="0" indent="-182880" algn="l" rtl="0">
              <a:lnSpc>
                <a:spcPct val="90000"/>
              </a:lnSpc>
              <a:spcBef>
                <a:spcPts val="1200"/>
              </a:spcBef>
              <a:spcAft>
                <a:spcPts val="0"/>
              </a:spcAft>
              <a:buSzPts val="1700"/>
              <a:buChar char="▪"/>
            </a:pPr>
            <a:r>
              <a:rPr lang="en-US" i="1" dirty="0">
                <a:solidFill>
                  <a:srgbClr val="FF0000"/>
                </a:solidFill>
              </a:rPr>
              <a:t>Relation</a:t>
            </a:r>
            <a:r>
              <a:rPr lang="en-US" i="1" dirty="0"/>
              <a:t> </a:t>
            </a:r>
            <a:r>
              <a:rPr lang="en-US" dirty="0"/>
              <a:t>(</a:t>
            </a:r>
            <a:r>
              <a:rPr lang="en-US" i="1" dirty="0">
                <a:solidFill>
                  <a:srgbClr val="FF0000"/>
                </a:solidFill>
              </a:rPr>
              <a:t>Table</a:t>
            </a:r>
            <a:r>
              <a:rPr lang="en-US" dirty="0"/>
              <a:t>):</a:t>
            </a:r>
            <a:endParaRPr dirty="0"/>
          </a:p>
          <a:p>
            <a:pPr marL="457200" lvl="1" indent="-182880" algn="l" rtl="0">
              <a:lnSpc>
                <a:spcPct val="90000"/>
              </a:lnSpc>
              <a:spcBef>
                <a:spcPts val="400"/>
              </a:spcBef>
              <a:spcAft>
                <a:spcPts val="0"/>
              </a:spcAft>
              <a:buSzPts val="1530"/>
              <a:buChar char="▪"/>
            </a:pPr>
            <a:r>
              <a:rPr lang="en-US" i="1" dirty="0">
                <a:solidFill>
                  <a:srgbClr val="FF0000"/>
                </a:solidFill>
              </a:rPr>
              <a:t>Schema</a:t>
            </a:r>
            <a:r>
              <a:rPr lang="en-US" dirty="0"/>
              <a:t>: description of columns, their types, and constraints</a:t>
            </a:r>
            <a:endParaRPr dirty="0"/>
          </a:p>
          <a:p>
            <a:pPr marL="457200" lvl="1" indent="-182880" algn="l" rtl="0">
              <a:lnSpc>
                <a:spcPct val="90000"/>
              </a:lnSpc>
              <a:spcBef>
                <a:spcPts val="600"/>
              </a:spcBef>
              <a:spcAft>
                <a:spcPts val="0"/>
              </a:spcAft>
              <a:buSzPts val="1530"/>
              <a:buChar char="▪"/>
            </a:pPr>
            <a:r>
              <a:rPr lang="en-US" i="1" dirty="0">
                <a:solidFill>
                  <a:srgbClr val="FF0000"/>
                </a:solidFill>
              </a:rPr>
              <a:t>Instance</a:t>
            </a:r>
            <a:r>
              <a:rPr lang="en-US" i="1" dirty="0"/>
              <a:t>: </a:t>
            </a:r>
            <a:r>
              <a:rPr lang="en-US" dirty="0"/>
              <a:t>data satisfying the schema</a:t>
            </a:r>
            <a:endParaRPr dirty="0"/>
          </a:p>
          <a:p>
            <a:pPr marL="182880" lvl="0" indent="-182880" algn="l" rtl="0">
              <a:lnSpc>
                <a:spcPct val="90000"/>
              </a:lnSpc>
              <a:spcBef>
                <a:spcPts val="1400"/>
              </a:spcBef>
              <a:spcAft>
                <a:spcPts val="0"/>
              </a:spcAft>
              <a:buSzPts val="1700"/>
              <a:buChar char="▪"/>
            </a:pPr>
            <a:r>
              <a:rPr lang="en-US" i="1" dirty="0">
                <a:solidFill>
                  <a:srgbClr val="FF0000"/>
                </a:solidFill>
              </a:rPr>
              <a:t>Attribute</a:t>
            </a:r>
            <a:r>
              <a:rPr lang="en-US" dirty="0"/>
              <a:t> (</a:t>
            </a:r>
            <a:r>
              <a:rPr lang="en-US" i="1" dirty="0">
                <a:solidFill>
                  <a:srgbClr val="FF0000"/>
                </a:solidFill>
              </a:rPr>
              <a:t>Column</a:t>
            </a:r>
            <a:r>
              <a:rPr lang="en-US" dirty="0"/>
              <a:t>)</a:t>
            </a:r>
            <a:endParaRPr dirty="0"/>
          </a:p>
          <a:p>
            <a:pPr marL="182880" lvl="0" indent="-182880" algn="l" rtl="0">
              <a:lnSpc>
                <a:spcPct val="90000"/>
              </a:lnSpc>
              <a:spcBef>
                <a:spcPts val="1200"/>
              </a:spcBef>
              <a:spcAft>
                <a:spcPts val="0"/>
              </a:spcAft>
              <a:buSzPts val="1700"/>
              <a:buChar char="▪"/>
            </a:pPr>
            <a:r>
              <a:rPr lang="en-US" i="1" dirty="0">
                <a:solidFill>
                  <a:srgbClr val="FF0000"/>
                </a:solidFill>
              </a:rPr>
              <a:t>Tuple</a:t>
            </a:r>
            <a:r>
              <a:rPr lang="en-US" dirty="0"/>
              <a:t> (</a:t>
            </a:r>
            <a:r>
              <a:rPr lang="en-US" i="1" dirty="0">
                <a:solidFill>
                  <a:srgbClr val="FF0000"/>
                </a:solidFill>
              </a:rPr>
              <a:t>Record</a:t>
            </a:r>
            <a:r>
              <a:rPr lang="en-US" i="1" dirty="0"/>
              <a:t>, </a:t>
            </a:r>
            <a:r>
              <a:rPr lang="en-US" i="1" dirty="0">
                <a:solidFill>
                  <a:srgbClr val="FF0000"/>
                </a:solidFill>
              </a:rPr>
              <a:t>Row</a:t>
            </a:r>
            <a:r>
              <a:rPr lang="en-US" dirty="0"/>
              <a:t>)</a:t>
            </a:r>
            <a:endParaRPr dirty="0"/>
          </a:p>
          <a:p>
            <a:pPr marL="182880" lvl="0" indent="-182880" algn="l" rtl="0">
              <a:lnSpc>
                <a:spcPct val="90000"/>
              </a:lnSpc>
              <a:spcBef>
                <a:spcPts val="1200"/>
              </a:spcBef>
              <a:spcAft>
                <a:spcPts val="0"/>
              </a:spcAft>
              <a:buSzPts val="1700"/>
              <a:buChar char="▪"/>
            </a:pPr>
            <a:r>
              <a:rPr lang="en-US" i="1" dirty="0">
                <a:solidFill>
                  <a:srgbClr val="FF0000"/>
                </a:solidFill>
              </a:rPr>
              <a:t>Schema of database </a:t>
            </a:r>
            <a:r>
              <a:rPr lang="en-US" dirty="0"/>
              <a:t>is set of schemas of its relations</a:t>
            </a:r>
            <a:endParaRPr dirty="0"/>
          </a:p>
        </p:txBody>
      </p:sp>
      <p:graphicFrame>
        <p:nvGraphicFramePr>
          <p:cNvPr id="763" name="Google Shape;763;p22"/>
          <p:cNvGraphicFramePr/>
          <p:nvPr/>
        </p:nvGraphicFramePr>
        <p:xfrm>
          <a:off x="7507835" y="3462265"/>
          <a:ext cx="4335900" cy="2004100"/>
        </p:xfrm>
        <a:graphic>
          <a:graphicData uri="http://schemas.openxmlformats.org/drawingml/2006/table">
            <a:tbl>
              <a:tblPr firstRow="1" bandRow="1">
                <a:noFill/>
              </a:tblPr>
              <a:tblGrid>
                <a:gridCol w="1516600">
                  <a:extLst>
                    <a:ext uri="{9D8B030D-6E8A-4147-A177-3AD203B41FA5}">
                      <a16:colId xmlns:a16="http://schemas.microsoft.com/office/drawing/2014/main" val="20000"/>
                    </a:ext>
                  </a:extLst>
                </a:gridCol>
                <a:gridCol w="1343425">
                  <a:extLst>
                    <a:ext uri="{9D8B030D-6E8A-4147-A177-3AD203B41FA5}">
                      <a16:colId xmlns:a16="http://schemas.microsoft.com/office/drawing/2014/main" val="20001"/>
                    </a:ext>
                  </a:extLst>
                </a:gridCol>
                <a:gridCol w="1475875">
                  <a:extLst>
                    <a:ext uri="{9D8B030D-6E8A-4147-A177-3AD203B41FA5}">
                      <a16:colId xmlns:a16="http://schemas.microsoft.com/office/drawing/2014/main" val="20002"/>
                    </a:ext>
                  </a:extLst>
                </a:gridCol>
              </a:tblGrid>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Name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Prod</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Price</a:t>
                      </a:r>
                      <a:endParaRPr sz="1400" u="none" strike="noStrike" cap="none"/>
                    </a:p>
                  </a:txBody>
                  <a:tcPr marL="176825" marR="176825" marT="88425" marB="88425"/>
                </a:tc>
                <a:extLst>
                  <a:ext uri="{0D108BD9-81ED-4DB2-BD59-A6C34878D82A}">
                    <a16:rowId xmlns:a16="http://schemas.microsoft.com/office/drawing/2014/main" val="10000"/>
                  </a:ext>
                </a:extLst>
              </a:tr>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Sue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iPod</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$200.00</a:t>
                      </a:r>
                      <a:endParaRPr sz="1400" u="none" strike="noStrike" cap="none"/>
                    </a:p>
                  </a:txBody>
                  <a:tcPr marL="176825" marR="176825" marT="88425" marB="88425"/>
                </a:tc>
                <a:extLst>
                  <a:ext uri="{0D108BD9-81ED-4DB2-BD59-A6C34878D82A}">
                    <a16:rowId xmlns:a16="http://schemas.microsoft.com/office/drawing/2014/main" val="10001"/>
                  </a:ext>
                </a:extLst>
              </a:tr>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Joey</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Bike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$333.99</a:t>
                      </a:r>
                      <a:endParaRPr sz="1400" u="none" strike="noStrike" cap="none"/>
                    </a:p>
                  </a:txBody>
                  <a:tcPr marL="176825" marR="176825" marT="88425" marB="88425"/>
                </a:tc>
                <a:extLst>
                  <a:ext uri="{0D108BD9-81ED-4DB2-BD59-A6C34878D82A}">
                    <a16:rowId xmlns:a16="http://schemas.microsoft.com/office/drawing/2014/main" val="10002"/>
                  </a:ext>
                </a:extLst>
              </a:tr>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Alice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Car</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$999.00</a:t>
                      </a:r>
                      <a:endParaRPr sz="1400" u="none" strike="noStrike" cap="none"/>
                    </a:p>
                  </a:txBody>
                  <a:tcPr marL="176825" marR="176825" marT="88425" marB="88425"/>
                </a:tc>
                <a:extLst>
                  <a:ext uri="{0D108BD9-81ED-4DB2-BD59-A6C34878D82A}">
                    <a16:rowId xmlns:a16="http://schemas.microsoft.com/office/drawing/2014/main" val="10003"/>
                  </a:ext>
                </a:extLst>
              </a:tr>
            </a:tbl>
          </a:graphicData>
        </a:graphic>
      </p:graphicFrame>
      <p:sp>
        <p:nvSpPr>
          <p:cNvPr id="764" name="Google Shape;764;p22"/>
          <p:cNvSpPr/>
          <p:nvPr/>
        </p:nvSpPr>
        <p:spPr>
          <a:xfrm>
            <a:off x="4988769" y="4935458"/>
            <a:ext cx="7083459" cy="530887"/>
          </a:xfrm>
          <a:prstGeom prst="roundRect">
            <a:avLst>
              <a:gd name="adj" fmla="val 16667"/>
            </a:avLst>
          </a:prstGeom>
          <a:solidFill>
            <a:schemeClr val="accent1">
              <a:alpha val="41568"/>
            </a:schemeClr>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765" name="Google Shape;765;p22"/>
          <p:cNvSpPr/>
          <p:nvPr/>
        </p:nvSpPr>
        <p:spPr>
          <a:xfrm>
            <a:off x="8933193" y="3389464"/>
            <a:ext cx="1485415" cy="2527043"/>
          </a:xfrm>
          <a:prstGeom prst="roundRect">
            <a:avLst>
              <a:gd name="adj" fmla="val 16667"/>
            </a:avLst>
          </a:prstGeom>
          <a:solidFill>
            <a:schemeClr val="accent6">
              <a:alpha val="44313"/>
            </a:schemeClr>
          </a:solidFill>
          <a:ln w="12700" cap="flat" cmpd="sng">
            <a:solidFill>
              <a:srgbClr val="71201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766" name="Google Shape;766;p22"/>
          <p:cNvSpPr txBox="1"/>
          <p:nvPr/>
        </p:nvSpPr>
        <p:spPr>
          <a:xfrm>
            <a:off x="5166244" y="4907238"/>
            <a:ext cx="2113079"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entury Gothic"/>
              <a:buNone/>
            </a:pPr>
            <a:r>
              <a:rPr lang="en-US" sz="2800" b="0" i="0" u="none" strike="noStrike" cap="none">
                <a:solidFill>
                  <a:srgbClr val="000000"/>
                </a:solidFill>
                <a:latin typeface="Century Gothic"/>
                <a:ea typeface="Century Gothic"/>
                <a:cs typeface="Century Gothic"/>
                <a:sym typeface="Century Gothic"/>
              </a:rPr>
              <a:t>Tuple (row)</a:t>
            </a:r>
            <a:endParaRPr sz="1400" b="0" i="0" u="none" strike="noStrike" cap="none">
              <a:solidFill>
                <a:srgbClr val="000000"/>
              </a:solidFill>
              <a:latin typeface="Arial"/>
              <a:ea typeface="Arial"/>
              <a:cs typeface="Arial"/>
              <a:sym typeface="Arial"/>
            </a:endParaRPr>
          </a:p>
        </p:txBody>
      </p:sp>
      <p:sp>
        <p:nvSpPr>
          <p:cNvPr id="767" name="Google Shape;767;p22"/>
          <p:cNvSpPr txBox="1"/>
          <p:nvPr/>
        </p:nvSpPr>
        <p:spPr>
          <a:xfrm>
            <a:off x="8995162" y="5466345"/>
            <a:ext cx="29658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Century Gothic"/>
              <a:buNone/>
            </a:pPr>
            <a:r>
              <a:rPr lang="en-US" sz="2400" b="0" i="0" u="none" strike="noStrike" cap="none">
                <a:solidFill>
                  <a:srgbClr val="000000"/>
                </a:solidFill>
                <a:latin typeface="Century Gothic"/>
                <a:ea typeface="Century Gothic"/>
                <a:cs typeface="Century Gothic"/>
                <a:sym typeface="Century Gothic"/>
              </a:rPr>
              <a:t>Attribute (column)</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3CB012F-7044-F90A-04AE-4B867C2784F9}"/>
                  </a:ext>
                </a:extLst>
              </p14:cNvPr>
              <p14:cNvContentPartPr/>
              <p14:nvPr/>
            </p14:nvContentPartPr>
            <p14:xfrm>
              <a:off x="1988640" y="3008160"/>
              <a:ext cx="5792760" cy="3849840"/>
            </p14:xfrm>
          </p:contentPart>
        </mc:Choice>
        <mc:Fallback xmlns="">
          <p:pic>
            <p:nvPicPr>
              <p:cNvPr id="2" name="Ink 1">
                <a:extLst>
                  <a:ext uri="{FF2B5EF4-FFF2-40B4-BE49-F238E27FC236}">
                    <a16:creationId xmlns:a16="http://schemas.microsoft.com/office/drawing/2014/main" id="{A3CB012F-7044-F90A-04AE-4B867C2784F9}"/>
                  </a:ext>
                </a:extLst>
              </p:cNvPr>
              <p:cNvPicPr/>
              <p:nvPr/>
            </p:nvPicPr>
            <p:blipFill>
              <a:blip r:embed="rId4"/>
              <a:stretch>
                <a:fillRect/>
              </a:stretch>
            </p:blipFill>
            <p:spPr>
              <a:xfrm>
                <a:off x="1979280" y="2998800"/>
                <a:ext cx="5811480" cy="38685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2">
                                            <p:txEl>
                                              <p:pRg st="0" end="0"/>
                                            </p:txEl>
                                          </p:spTgt>
                                        </p:tgtEl>
                                        <p:attrNameLst>
                                          <p:attrName>style.visibility</p:attrName>
                                        </p:attrNameLst>
                                      </p:cBhvr>
                                      <p:to>
                                        <p:strVal val="visible"/>
                                      </p:to>
                                    </p:set>
                                    <p:animEffect transition="in" filter="fade">
                                      <p:cBhvr>
                                        <p:cTn id="7" dur="500"/>
                                        <p:tgtEl>
                                          <p:spTgt spid="7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2">
                                            <p:txEl>
                                              <p:pRg st="1" end="1"/>
                                            </p:txEl>
                                          </p:spTgt>
                                        </p:tgtEl>
                                        <p:attrNameLst>
                                          <p:attrName>style.visibility</p:attrName>
                                        </p:attrNameLst>
                                      </p:cBhvr>
                                      <p:to>
                                        <p:strVal val="visible"/>
                                      </p:to>
                                    </p:set>
                                    <p:animEffect transition="in" filter="fade">
                                      <p:cBhvr>
                                        <p:cTn id="12" dur="500"/>
                                        <p:tgtEl>
                                          <p:spTgt spid="7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2">
                                            <p:txEl>
                                              <p:pRg st="2" end="2"/>
                                            </p:txEl>
                                          </p:spTgt>
                                        </p:tgtEl>
                                        <p:attrNameLst>
                                          <p:attrName>style.visibility</p:attrName>
                                        </p:attrNameLst>
                                      </p:cBhvr>
                                      <p:to>
                                        <p:strVal val="visible"/>
                                      </p:to>
                                    </p:set>
                                    <p:animEffect transition="in" filter="fade">
                                      <p:cBhvr>
                                        <p:cTn id="17" dur="500"/>
                                        <p:tgtEl>
                                          <p:spTgt spid="76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62">
                                            <p:txEl>
                                              <p:pRg st="3" end="3"/>
                                            </p:txEl>
                                          </p:spTgt>
                                        </p:tgtEl>
                                        <p:attrNameLst>
                                          <p:attrName>style.visibility</p:attrName>
                                        </p:attrNameLst>
                                      </p:cBhvr>
                                      <p:to>
                                        <p:strVal val="visible"/>
                                      </p:to>
                                    </p:set>
                                    <p:animEffect transition="in" filter="fade">
                                      <p:cBhvr>
                                        <p:cTn id="22" dur="500"/>
                                        <p:tgtEl>
                                          <p:spTgt spid="76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62">
                                            <p:txEl>
                                              <p:pRg st="4" end="4"/>
                                            </p:txEl>
                                          </p:spTgt>
                                        </p:tgtEl>
                                        <p:attrNameLst>
                                          <p:attrName>style.visibility</p:attrName>
                                        </p:attrNameLst>
                                      </p:cBhvr>
                                      <p:to>
                                        <p:strVal val="visible"/>
                                      </p:to>
                                    </p:set>
                                    <p:animEffect transition="in" filter="fade">
                                      <p:cBhvr>
                                        <p:cTn id="27" dur="500"/>
                                        <p:tgtEl>
                                          <p:spTgt spid="76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62">
                                            <p:txEl>
                                              <p:pRg st="5" end="5"/>
                                            </p:txEl>
                                          </p:spTgt>
                                        </p:tgtEl>
                                        <p:attrNameLst>
                                          <p:attrName>style.visibility</p:attrName>
                                        </p:attrNameLst>
                                      </p:cBhvr>
                                      <p:to>
                                        <p:strVal val="visible"/>
                                      </p:to>
                                    </p:set>
                                    <p:animEffect transition="in" filter="fade">
                                      <p:cBhvr>
                                        <p:cTn id="32" dur="500"/>
                                        <p:tgtEl>
                                          <p:spTgt spid="76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62">
                                            <p:txEl>
                                              <p:pRg st="6" end="6"/>
                                            </p:txEl>
                                          </p:spTgt>
                                        </p:tgtEl>
                                        <p:attrNameLst>
                                          <p:attrName>style.visibility</p:attrName>
                                        </p:attrNameLst>
                                      </p:cBhvr>
                                      <p:to>
                                        <p:strVal val="visible"/>
                                      </p:to>
                                    </p:set>
                                    <p:animEffect transition="in" filter="fade">
                                      <p:cBhvr>
                                        <p:cTn id="37" dur="500"/>
                                        <p:tgtEl>
                                          <p:spTgt spid="76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63"/>
                                        </p:tgtEl>
                                        <p:attrNameLst>
                                          <p:attrName>style.visibility</p:attrName>
                                        </p:attrNameLst>
                                      </p:cBhvr>
                                      <p:to>
                                        <p:strVal val="visible"/>
                                      </p:to>
                                    </p:set>
                                    <p:animEffect transition="in" filter="fade">
                                      <p:cBhvr>
                                        <p:cTn id="42" dur="500"/>
                                        <p:tgtEl>
                                          <p:spTgt spid="76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66"/>
                                        </p:tgtEl>
                                        <p:attrNameLst>
                                          <p:attrName>style.visibility</p:attrName>
                                        </p:attrNameLst>
                                      </p:cBhvr>
                                      <p:to>
                                        <p:strVal val="visible"/>
                                      </p:to>
                                    </p:set>
                                    <p:animEffect transition="in" filter="fade">
                                      <p:cBhvr>
                                        <p:cTn id="47" dur="500"/>
                                        <p:tgtEl>
                                          <p:spTgt spid="766"/>
                                        </p:tgtEl>
                                      </p:cBhvr>
                                    </p:animEffect>
                                  </p:childTnLst>
                                </p:cTn>
                              </p:par>
                              <p:par>
                                <p:cTn id="48" presetID="10" presetClass="entr" presetSubtype="0" fill="hold" nodeType="withEffect">
                                  <p:stCondLst>
                                    <p:cond delay="0"/>
                                  </p:stCondLst>
                                  <p:childTnLst>
                                    <p:set>
                                      <p:cBhvr>
                                        <p:cTn id="49" dur="1" fill="hold">
                                          <p:stCondLst>
                                            <p:cond delay="0"/>
                                          </p:stCondLst>
                                        </p:cTn>
                                        <p:tgtEl>
                                          <p:spTgt spid="764"/>
                                        </p:tgtEl>
                                        <p:attrNameLst>
                                          <p:attrName>style.visibility</p:attrName>
                                        </p:attrNameLst>
                                      </p:cBhvr>
                                      <p:to>
                                        <p:strVal val="visible"/>
                                      </p:to>
                                    </p:set>
                                    <p:animEffect transition="in" filter="fade">
                                      <p:cBhvr>
                                        <p:cTn id="50" dur="500"/>
                                        <p:tgtEl>
                                          <p:spTgt spid="76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765"/>
                                        </p:tgtEl>
                                        <p:attrNameLst>
                                          <p:attrName>style.visibility</p:attrName>
                                        </p:attrNameLst>
                                      </p:cBhvr>
                                      <p:to>
                                        <p:strVal val="visible"/>
                                      </p:to>
                                    </p:set>
                                    <p:animEffect transition="in" filter="fade">
                                      <p:cBhvr>
                                        <p:cTn id="55" dur="500"/>
                                        <p:tgtEl>
                                          <p:spTgt spid="765"/>
                                        </p:tgtEl>
                                      </p:cBhvr>
                                    </p:animEffect>
                                  </p:childTnLst>
                                </p:cTn>
                              </p:par>
                              <p:par>
                                <p:cTn id="56" presetID="10" presetClass="entr" presetSubtype="0" fill="hold" nodeType="withEffect">
                                  <p:stCondLst>
                                    <p:cond delay="0"/>
                                  </p:stCondLst>
                                  <p:childTnLst>
                                    <p:set>
                                      <p:cBhvr>
                                        <p:cTn id="57" dur="1" fill="hold">
                                          <p:stCondLst>
                                            <p:cond delay="0"/>
                                          </p:stCondLst>
                                        </p:cTn>
                                        <p:tgtEl>
                                          <p:spTgt spid="767"/>
                                        </p:tgtEl>
                                        <p:attrNameLst>
                                          <p:attrName>style.visibility</p:attrName>
                                        </p:attrNameLst>
                                      </p:cBhvr>
                                      <p:to>
                                        <p:strVal val="visible"/>
                                      </p:to>
                                    </p:set>
                                    <p:animEffect transition="in" filter="fade">
                                      <p:cBhvr>
                                        <p:cTn id="58" dur="500"/>
                                        <p:tgtEl>
                                          <p:spTgt spid="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grpSp>
        <p:nvGrpSpPr>
          <p:cNvPr id="773" name="Google Shape;773;p23"/>
          <p:cNvGrpSpPr/>
          <p:nvPr/>
        </p:nvGrpSpPr>
        <p:grpSpPr>
          <a:xfrm>
            <a:off x="8027083" y="4058544"/>
            <a:ext cx="3942896" cy="2799456"/>
            <a:chOff x="8451624" y="4058544"/>
            <a:chExt cx="3942896" cy="2799456"/>
          </a:xfrm>
        </p:grpSpPr>
        <p:pic>
          <p:nvPicPr>
            <p:cNvPr id="774" name="Google Shape;774;p23"/>
            <p:cNvPicPr preferRelativeResize="0"/>
            <p:nvPr/>
          </p:nvPicPr>
          <p:blipFill rotWithShape="1">
            <a:blip r:embed="rId3">
              <a:alphaModFix/>
            </a:blip>
            <a:srcRect/>
            <a:stretch/>
          </p:blipFill>
          <p:spPr>
            <a:xfrm>
              <a:off x="8451624" y="4058544"/>
              <a:ext cx="3942896" cy="2799456"/>
            </a:xfrm>
            <a:prstGeom prst="rect">
              <a:avLst/>
            </a:prstGeom>
            <a:noFill/>
            <a:ln>
              <a:noFill/>
            </a:ln>
          </p:spPr>
        </p:pic>
        <p:sp>
          <p:nvSpPr>
            <p:cNvPr id="775" name="Google Shape;775;p23"/>
            <p:cNvSpPr txBox="1"/>
            <p:nvPr/>
          </p:nvSpPr>
          <p:spPr>
            <a:xfrm>
              <a:off x="9492343" y="4149245"/>
              <a:ext cx="247649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omic Sans MS"/>
                <a:buNone/>
              </a:pPr>
              <a:r>
                <a:rPr lang="en-US" sz="1800" b="0" i="0" u="none" strike="noStrike" cap="none">
                  <a:solidFill>
                    <a:srgbClr val="000000"/>
                  </a:solidFill>
                  <a:latin typeface="Comic Sans MS"/>
                  <a:ea typeface="Comic Sans MS"/>
                  <a:cs typeface="Comic Sans MS"/>
                  <a:sym typeface="Comic Sans MS"/>
                </a:rPr>
                <a:t>SELECT *  FROM THINGS;</a:t>
              </a:r>
              <a:endParaRPr sz="1400" b="0" i="0" u="none" strike="noStrike" cap="none">
                <a:solidFill>
                  <a:srgbClr val="000000"/>
                </a:solidFill>
                <a:latin typeface="Arial"/>
                <a:ea typeface="Arial"/>
                <a:cs typeface="Arial"/>
                <a:sym typeface="Arial"/>
              </a:endParaRPr>
            </a:p>
          </p:txBody>
        </p:sp>
      </p:grpSp>
      <p:sp>
        <p:nvSpPr>
          <p:cNvPr id="776" name="Google Shape;776;p2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TWO SUBLANGUAGES OF SQL</a:t>
            </a:r>
            <a:endParaRPr/>
          </a:p>
        </p:txBody>
      </p:sp>
      <p:sp>
        <p:nvSpPr>
          <p:cNvPr id="777" name="Google Shape;777;p23"/>
          <p:cNvSpPr txBox="1">
            <a:spLocks noGrp="1"/>
          </p:cNvSpPr>
          <p:nvPr>
            <p:ph type="body" idx="1"/>
          </p:nvPr>
        </p:nvSpPr>
        <p:spPr>
          <a:xfrm>
            <a:off x="1069848" y="1877785"/>
            <a:ext cx="10515600" cy="476100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720"/>
              <a:buChar char="▪"/>
            </a:pPr>
            <a:r>
              <a:rPr lang="en-US" sz="3200"/>
              <a:t>DDL – Data Definition Language</a:t>
            </a:r>
            <a:endParaRPr/>
          </a:p>
          <a:p>
            <a:pPr marL="457200" lvl="1" indent="-182880" algn="l" rtl="0">
              <a:lnSpc>
                <a:spcPct val="90000"/>
              </a:lnSpc>
              <a:spcBef>
                <a:spcPts val="400"/>
              </a:spcBef>
              <a:spcAft>
                <a:spcPts val="0"/>
              </a:spcAft>
              <a:buSzPts val="2380"/>
              <a:buChar char="▪"/>
            </a:pPr>
            <a:r>
              <a:rPr lang="en-US" sz="2800"/>
              <a:t>Define and modify schema</a:t>
            </a:r>
            <a:endParaRPr/>
          </a:p>
          <a:p>
            <a:pPr marL="182880" lvl="0" indent="-182880" algn="l" rtl="0">
              <a:lnSpc>
                <a:spcPct val="90000"/>
              </a:lnSpc>
              <a:spcBef>
                <a:spcPts val="1400"/>
              </a:spcBef>
              <a:spcAft>
                <a:spcPts val="0"/>
              </a:spcAft>
              <a:buSzPts val="2720"/>
              <a:buChar char="▪"/>
            </a:pPr>
            <a:r>
              <a:rPr lang="en-US" sz="3200"/>
              <a:t>DML – Data Manipulation Language</a:t>
            </a:r>
            <a:endParaRPr/>
          </a:p>
          <a:p>
            <a:pPr marL="457200" lvl="1" indent="-182880" algn="l" rtl="0">
              <a:lnSpc>
                <a:spcPct val="90000"/>
              </a:lnSpc>
              <a:spcBef>
                <a:spcPts val="400"/>
              </a:spcBef>
              <a:spcAft>
                <a:spcPts val="0"/>
              </a:spcAft>
              <a:buSzPts val="2380"/>
              <a:buChar char="▪"/>
            </a:pPr>
            <a:r>
              <a:rPr lang="en-US" sz="2800"/>
              <a:t>For interacting with the data itself</a:t>
            </a:r>
            <a:endParaRPr/>
          </a:p>
          <a:p>
            <a:pPr marL="14287" lvl="0" indent="0" algn="l" rtl="0">
              <a:lnSpc>
                <a:spcPct val="90000"/>
              </a:lnSpc>
              <a:spcBef>
                <a:spcPts val="1400"/>
              </a:spcBef>
              <a:spcAft>
                <a:spcPts val="0"/>
              </a:spcAft>
              <a:buSzPts val="2720"/>
              <a:buNone/>
            </a:pPr>
            <a:endParaRPr sz="3200"/>
          </a:p>
          <a:p>
            <a:pPr marL="14287" lvl="0" indent="0" algn="l" rtl="0">
              <a:lnSpc>
                <a:spcPct val="90000"/>
              </a:lnSpc>
              <a:spcBef>
                <a:spcPts val="1200"/>
              </a:spcBef>
              <a:spcAft>
                <a:spcPts val="0"/>
              </a:spcAft>
              <a:buSzPts val="2720"/>
              <a:buNone/>
            </a:pPr>
            <a:r>
              <a:rPr lang="en-US" sz="3200"/>
              <a:t>CAPITALIZATION IS </a:t>
            </a:r>
            <a:r>
              <a:rPr lang="en-US" sz="3200" b="1"/>
              <a:t>optional</a:t>
            </a:r>
            <a:r>
              <a:rPr lang="en-US" sz="3200"/>
              <a:t> BUT …</a:t>
            </a:r>
            <a:br>
              <a:rPr lang="en-US" sz="3200"/>
            </a:br>
            <a:r>
              <a:rPr lang="en-US" sz="3200"/>
              <a:t>DATABASE PEOPLE PREFER TO YELL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7">
                                            <p:txEl>
                                              <p:pRg st="0" end="0"/>
                                            </p:txEl>
                                          </p:spTgt>
                                        </p:tgtEl>
                                        <p:attrNameLst>
                                          <p:attrName>style.visibility</p:attrName>
                                        </p:attrNameLst>
                                      </p:cBhvr>
                                      <p:to>
                                        <p:strVal val="visible"/>
                                      </p:to>
                                    </p:set>
                                    <p:animEffect transition="in" filter="fade">
                                      <p:cBhvr>
                                        <p:cTn id="7" dur="500"/>
                                        <p:tgtEl>
                                          <p:spTgt spid="7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77">
                                            <p:txEl>
                                              <p:pRg st="1" end="1"/>
                                            </p:txEl>
                                          </p:spTgt>
                                        </p:tgtEl>
                                        <p:attrNameLst>
                                          <p:attrName>style.visibility</p:attrName>
                                        </p:attrNameLst>
                                      </p:cBhvr>
                                      <p:to>
                                        <p:strVal val="visible"/>
                                      </p:to>
                                    </p:set>
                                    <p:animEffect transition="in" filter="fade">
                                      <p:cBhvr>
                                        <p:cTn id="12" dur="500"/>
                                        <p:tgtEl>
                                          <p:spTgt spid="7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77">
                                            <p:txEl>
                                              <p:pRg st="2" end="2"/>
                                            </p:txEl>
                                          </p:spTgt>
                                        </p:tgtEl>
                                        <p:attrNameLst>
                                          <p:attrName>style.visibility</p:attrName>
                                        </p:attrNameLst>
                                      </p:cBhvr>
                                      <p:to>
                                        <p:strVal val="visible"/>
                                      </p:to>
                                    </p:set>
                                    <p:animEffect transition="in" filter="fade">
                                      <p:cBhvr>
                                        <p:cTn id="17" dur="500"/>
                                        <p:tgtEl>
                                          <p:spTgt spid="77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77">
                                            <p:txEl>
                                              <p:pRg st="3" end="3"/>
                                            </p:txEl>
                                          </p:spTgt>
                                        </p:tgtEl>
                                        <p:attrNameLst>
                                          <p:attrName>style.visibility</p:attrName>
                                        </p:attrNameLst>
                                      </p:cBhvr>
                                      <p:to>
                                        <p:strVal val="visible"/>
                                      </p:to>
                                    </p:set>
                                    <p:animEffect transition="in" filter="fade">
                                      <p:cBhvr>
                                        <p:cTn id="22" dur="500"/>
                                        <p:tgtEl>
                                          <p:spTgt spid="77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77">
                                            <p:txEl>
                                              <p:pRg st="4" end="4"/>
                                            </p:txEl>
                                          </p:spTgt>
                                        </p:tgtEl>
                                        <p:attrNameLst>
                                          <p:attrName>style.visibility</p:attrName>
                                        </p:attrNameLst>
                                      </p:cBhvr>
                                      <p:to>
                                        <p:strVal val="visible"/>
                                      </p:to>
                                    </p:set>
                                    <p:animEffect transition="in" filter="fade">
                                      <p:cBhvr>
                                        <p:cTn id="27" dur="500"/>
                                        <p:tgtEl>
                                          <p:spTgt spid="77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77">
                                            <p:txEl>
                                              <p:pRg st="5" end="5"/>
                                            </p:txEl>
                                          </p:spTgt>
                                        </p:tgtEl>
                                        <p:attrNameLst>
                                          <p:attrName>style.visibility</p:attrName>
                                        </p:attrNameLst>
                                      </p:cBhvr>
                                      <p:to>
                                        <p:strVal val="visible"/>
                                      </p:to>
                                    </p:set>
                                    <p:animEffect transition="in" filter="fade">
                                      <p:cBhvr>
                                        <p:cTn id="32" dur="500"/>
                                        <p:tgtEl>
                                          <p:spTgt spid="77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73"/>
                                        </p:tgtEl>
                                        <p:attrNameLst>
                                          <p:attrName>style.visibility</p:attrName>
                                        </p:attrNameLst>
                                      </p:cBhvr>
                                      <p:to>
                                        <p:strVal val="visible"/>
                                      </p:to>
                                    </p:set>
                                    <p:animEffect transition="in" filter="fade">
                                      <p:cBhvr>
                                        <p:cTn id="37" dur="500"/>
                                        <p:tgtEl>
                                          <p:spTgt spid="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27"/>
          <p:cNvSpPr txBox="1">
            <a:spLocks noGrp="1"/>
          </p:cNvSpPr>
          <p:nvPr>
            <p:ph type="title"/>
          </p:nvPr>
        </p:nvSpPr>
        <p:spPr>
          <a:xfrm>
            <a:off x="835375" y="-289101"/>
            <a:ext cx="106002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INTERACTING WITH A DBMS IN PANDAS </a:t>
            </a:r>
            <a:endParaRPr dirty="0"/>
          </a:p>
        </p:txBody>
      </p:sp>
      <p:sp>
        <p:nvSpPr>
          <p:cNvPr id="814" name="Google Shape;814;p27"/>
          <p:cNvSpPr txBox="1">
            <a:spLocks noGrp="1"/>
          </p:cNvSpPr>
          <p:nvPr>
            <p:ph type="body" idx="1"/>
          </p:nvPr>
        </p:nvSpPr>
        <p:spPr>
          <a:xfrm>
            <a:off x="1069848" y="70866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Typical workflow:</a:t>
            </a:r>
            <a:endParaRPr dirty="0"/>
          </a:p>
          <a:p>
            <a:pPr marL="457200" lvl="1" indent="-182880" algn="l" rtl="0">
              <a:lnSpc>
                <a:spcPct val="90000"/>
              </a:lnSpc>
              <a:spcBef>
                <a:spcPts val="400"/>
              </a:spcBef>
              <a:spcAft>
                <a:spcPts val="0"/>
              </a:spcAft>
              <a:buSzPts val="1530"/>
              <a:buChar char="▪"/>
            </a:pPr>
            <a:r>
              <a:rPr lang="en-US" dirty="0"/>
              <a:t>Create </a:t>
            </a:r>
            <a:r>
              <a:rPr lang="en-US" dirty="0" err="1"/>
              <a:t>SQLAlchemy</a:t>
            </a:r>
            <a:r>
              <a:rPr lang="en-US" dirty="0"/>
              <a:t> Engine object.</a:t>
            </a:r>
            <a:endParaRPr dirty="0"/>
          </a:p>
          <a:p>
            <a:pPr marL="457200" lvl="1" indent="-182880" algn="l" rtl="0">
              <a:lnSpc>
                <a:spcPct val="90000"/>
              </a:lnSpc>
              <a:spcBef>
                <a:spcPts val="600"/>
              </a:spcBef>
              <a:spcAft>
                <a:spcPts val="0"/>
              </a:spcAft>
              <a:buSzPts val="1530"/>
              <a:buChar char="▪"/>
            </a:pPr>
            <a:r>
              <a:rPr lang="en-US" dirty="0"/>
              <a:t>Use </a:t>
            </a:r>
            <a:r>
              <a:rPr lang="en-US" dirty="0" err="1"/>
              <a:t>pd.read_sql_query</a:t>
            </a:r>
            <a:r>
              <a:rPr lang="en-US" dirty="0"/>
              <a:t>(query, engine) to perform queries.</a:t>
            </a:r>
            <a:endParaRPr dirty="0"/>
          </a:p>
          <a:p>
            <a:pPr marL="182880" lvl="0" indent="-182880" algn="l" rtl="0">
              <a:lnSpc>
                <a:spcPct val="90000"/>
              </a:lnSpc>
              <a:spcBef>
                <a:spcPts val="1400"/>
              </a:spcBef>
              <a:spcAft>
                <a:spcPts val="0"/>
              </a:spcAft>
              <a:buSzPts val="1700"/>
              <a:buChar char="▪"/>
            </a:pPr>
            <a:r>
              <a:rPr lang="en-US" dirty="0"/>
              <a:t>Other workflows exist, examples:</a:t>
            </a:r>
            <a:endParaRPr dirty="0"/>
          </a:p>
          <a:p>
            <a:pPr marL="457200" lvl="1" indent="-182880" algn="l" rtl="0">
              <a:lnSpc>
                <a:spcPct val="90000"/>
              </a:lnSpc>
              <a:spcBef>
                <a:spcPts val="400"/>
              </a:spcBef>
              <a:spcAft>
                <a:spcPts val="0"/>
              </a:spcAft>
              <a:buSzPts val="1530"/>
              <a:buChar char="▪"/>
            </a:pPr>
            <a:r>
              <a:rPr lang="en-US" dirty="0"/>
              <a:t>Executing SQL queries directly using an Engine object.</a:t>
            </a:r>
            <a:endParaRPr dirty="0"/>
          </a:p>
          <a:p>
            <a:pPr marL="457200" lvl="1" indent="-182880" algn="l" rtl="0">
              <a:lnSpc>
                <a:spcPct val="90000"/>
              </a:lnSpc>
              <a:spcBef>
                <a:spcPts val="600"/>
              </a:spcBef>
              <a:spcAft>
                <a:spcPts val="0"/>
              </a:spcAft>
              <a:buSzPts val="1530"/>
              <a:buChar char="▪"/>
            </a:pPr>
            <a:r>
              <a:rPr lang="en-US" dirty="0"/>
              <a:t>Using the </a:t>
            </a:r>
            <a:r>
              <a:rPr lang="en-US" dirty="0" err="1"/>
              <a:t>to_sql</a:t>
            </a:r>
            <a:r>
              <a:rPr lang="en-US" dirty="0"/>
              <a:t> method for </a:t>
            </a:r>
            <a:r>
              <a:rPr lang="en-US" dirty="0" err="1"/>
              <a:t>dataframes</a:t>
            </a:r>
            <a:r>
              <a:rPr lang="en-US" dirty="0"/>
              <a:t>.</a:t>
            </a:r>
            <a:endParaRPr dirty="0"/>
          </a:p>
        </p:txBody>
      </p:sp>
      <p:sp>
        <p:nvSpPr>
          <p:cNvPr id="815" name="Google Shape;815;p27"/>
          <p:cNvSpPr txBox="1"/>
          <p:nvPr/>
        </p:nvSpPr>
        <p:spPr>
          <a:xfrm>
            <a:off x="1518042" y="3003326"/>
            <a:ext cx="6331996"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FF0000"/>
                </a:solidFill>
                <a:latin typeface="Rockwell"/>
                <a:ea typeface="Rockwell"/>
                <a:cs typeface="Rockwell"/>
                <a:sym typeface="Rockwell"/>
              </a:rPr>
              <a:t>Example by ”simulating” SQL </a:t>
            </a:r>
            <a:r>
              <a:rPr lang="en-US" b="1" dirty="0">
                <a:solidFill>
                  <a:srgbClr val="FF0000"/>
                </a:solidFill>
                <a:latin typeface="Rockwell"/>
                <a:ea typeface="Rockwell"/>
                <a:cs typeface="Rockwell"/>
                <a:sym typeface="Rockwell"/>
              </a:rPr>
              <a:t>within Pandas</a:t>
            </a:r>
            <a:endParaRPr sz="1400" b="1" i="0" u="none" strike="noStrike" cap="none" dirty="0">
              <a:solidFill>
                <a:srgbClr val="FF0000"/>
              </a:solidFill>
              <a:latin typeface="Arial"/>
              <a:ea typeface="Arial"/>
              <a:cs typeface="Arial"/>
              <a:sym typeface="Arial"/>
            </a:endParaRPr>
          </a:p>
        </p:txBody>
      </p:sp>
      <p:pic>
        <p:nvPicPr>
          <p:cNvPr id="2" name="Picture 1">
            <a:extLst>
              <a:ext uri="{FF2B5EF4-FFF2-40B4-BE49-F238E27FC236}">
                <a16:creationId xmlns:a16="http://schemas.microsoft.com/office/drawing/2014/main" id="{D5354B9E-8458-2D6B-AD14-0604FB9263D0}"/>
              </a:ext>
            </a:extLst>
          </p:cNvPr>
          <p:cNvPicPr>
            <a:picLocks noChangeAspect="1"/>
          </p:cNvPicPr>
          <p:nvPr/>
        </p:nvPicPr>
        <p:blipFill>
          <a:blip r:embed="rId3"/>
          <a:stretch>
            <a:fillRect/>
          </a:stretch>
        </p:blipFill>
        <p:spPr>
          <a:xfrm>
            <a:off x="396556" y="3429000"/>
            <a:ext cx="7302500" cy="2184400"/>
          </a:xfrm>
          <a:prstGeom prst="rect">
            <a:avLst/>
          </a:prstGeom>
        </p:spPr>
      </p:pic>
      <p:pic>
        <p:nvPicPr>
          <p:cNvPr id="1026" name="Picture 2">
            <a:extLst>
              <a:ext uri="{FF2B5EF4-FFF2-40B4-BE49-F238E27FC236}">
                <a16:creationId xmlns:a16="http://schemas.microsoft.com/office/drawing/2014/main" id="{51082FB4-69D4-B666-77C7-E742FBC043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4839" y="5161218"/>
            <a:ext cx="6162321" cy="16691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13B8DB92-2638-BD0B-1529-3AEA092057D4}"/>
                  </a:ext>
                </a:extLst>
              </p14:cNvPr>
              <p14:cNvContentPartPr/>
              <p14:nvPr/>
            </p14:nvContentPartPr>
            <p14:xfrm>
              <a:off x="637920" y="821160"/>
              <a:ext cx="8649000" cy="5901480"/>
            </p14:xfrm>
          </p:contentPart>
        </mc:Choice>
        <mc:Fallback xmlns="">
          <p:pic>
            <p:nvPicPr>
              <p:cNvPr id="3" name="Ink 2">
                <a:extLst>
                  <a:ext uri="{FF2B5EF4-FFF2-40B4-BE49-F238E27FC236}">
                    <a16:creationId xmlns:a16="http://schemas.microsoft.com/office/drawing/2014/main" id="{13B8DB92-2638-BD0B-1529-3AEA092057D4}"/>
                  </a:ext>
                </a:extLst>
              </p:cNvPr>
              <p:cNvPicPr/>
              <p:nvPr/>
            </p:nvPicPr>
            <p:blipFill>
              <a:blip r:embed="rId6"/>
              <a:stretch>
                <a:fillRect/>
              </a:stretch>
            </p:blipFill>
            <p:spPr>
              <a:xfrm>
                <a:off x="628560" y="811800"/>
                <a:ext cx="8667720" cy="5920200"/>
              </a:xfrm>
              <a:prstGeom prst="rect">
                <a:avLst/>
              </a:prstGeom>
            </p:spPr>
          </p:pic>
        </mc:Fallback>
      </mc:AlternateContent>
    </p:spTree>
    <p:extLst>
      <p:ext uri="{BB962C8B-B14F-4D97-AF65-F5344CB8AC3E}">
        <p14:creationId xmlns:p14="http://schemas.microsoft.com/office/powerpoint/2010/main" val="277253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checkerboard(across)">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28"/>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COMMON SQL TYPES </a:t>
            </a:r>
            <a:r>
              <a:rPr lang="en-US" sz="1800"/>
              <a:t>(THERE ARE OTHERS...)</a:t>
            </a:r>
            <a:endParaRPr/>
          </a:p>
        </p:txBody>
      </p:sp>
      <p:sp>
        <p:nvSpPr>
          <p:cNvPr id="821" name="Google Shape;821;p28"/>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b="1" dirty="0"/>
              <a:t>CHAR(size)</a:t>
            </a:r>
            <a:r>
              <a:rPr lang="en-US" dirty="0"/>
              <a:t>: Fixed number of characters</a:t>
            </a:r>
            <a:endParaRPr dirty="0"/>
          </a:p>
          <a:p>
            <a:pPr marL="182880" lvl="0" indent="-182880" algn="l" rtl="0">
              <a:lnSpc>
                <a:spcPct val="90000"/>
              </a:lnSpc>
              <a:spcBef>
                <a:spcPts val="1200"/>
              </a:spcBef>
              <a:spcAft>
                <a:spcPts val="0"/>
              </a:spcAft>
              <a:buSzPts val="1700"/>
              <a:buChar char="▪"/>
            </a:pPr>
            <a:r>
              <a:rPr lang="en-US" b="1" dirty="0"/>
              <a:t>TEXT</a:t>
            </a:r>
            <a:r>
              <a:rPr lang="en-US" dirty="0"/>
              <a:t>: Arbitrary number of character strings</a:t>
            </a:r>
            <a:endParaRPr dirty="0"/>
          </a:p>
          <a:p>
            <a:pPr marL="182880" lvl="0" indent="-182880" algn="l" rtl="0">
              <a:lnSpc>
                <a:spcPct val="90000"/>
              </a:lnSpc>
              <a:spcBef>
                <a:spcPts val="1200"/>
              </a:spcBef>
              <a:spcAft>
                <a:spcPts val="0"/>
              </a:spcAft>
              <a:buSzPts val="1700"/>
              <a:buChar char="▪"/>
            </a:pPr>
            <a:r>
              <a:rPr lang="en-US" b="1" dirty="0"/>
              <a:t>INTEGER &amp; BIGINT</a:t>
            </a:r>
            <a:r>
              <a:rPr lang="en-US" dirty="0"/>
              <a:t>: Integers of various sizes</a:t>
            </a:r>
            <a:endParaRPr dirty="0"/>
          </a:p>
          <a:p>
            <a:pPr marL="182880" lvl="0" indent="-182880" algn="l" rtl="0">
              <a:lnSpc>
                <a:spcPct val="90000"/>
              </a:lnSpc>
              <a:spcBef>
                <a:spcPts val="1200"/>
              </a:spcBef>
              <a:spcAft>
                <a:spcPts val="0"/>
              </a:spcAft>
              <a:buSzPts val="1700"/>
              <a:buChar char="▪"/>
            </a:pPr>
            <a:r>
              <a:rPr lang="en-US" b="1" dirty="0"/>
              <a:t>REAL &amp; DOUBLE PRECISION</a:t>
            </a:r>
            <a:r>
              <a:rPr lang="en-US" dirty="0"/>
              <a:t>: Floating point numbers</a:t>
            </a:r>
            <a:endParaRPr dirty="0"/>
          </a:p>
          <a:p>
            <a:pPr marL="182880" lvl="0" indent="-182880" algn="l" rtl="0">
              <a:lnSpc>
                <a:spcPct val="90000"/>
              </a:lnSpc>
              <a:spcBef>
                <a:spcPts val="1200"/>
              </a:spcBef>
              <a:spcAft>
                <a:spcPts val="0"/>
              </a:spcAft>
              <a:buSzPts val="1700"/>
              <a:buChar char="▪"/>
            </a:pPr>
            <a:r>
              <a:rPr lang="en-US" b="1" dirty="0"/>
              <a:t>DATE &amp; DATETIME</a:t>
            </a:r>
            <a:r>
              <a:rPr lang="en-US" dirty="0"/>
              <a:t>: Date and </a:t>
            </a:r>
            <a:r>
              <a:rPr lang="en-US" dirty="0" err="1"/>
              <a:t>Date+Time</a:t>
            </a:r>
            <a:r>
              <a:rPr lang="en-US" dirty="0"/>
              <a:t> formats</a:t>
            </a:r>
            <a:endParaRPr dirty="0"/>
          </a:p>
          <a:p>
            <a:pPr marL="14287" lvl="0" indent="0" algn="l" rtl="0">
              <a:lnSpc>
                <a:spcPct val="90000"/>
              </a:lnSpc>
              <a:spcBef>
                <a:spcPts val="1200"/>
              </a:spcBef>
              <a:spcAft>
                <a:spcPts val="0"/>
              </a:spcAft>
              <a:buSzPts val="1700"/>
              <a:buNone/>
            </a:pPr>
            <a:endParaRPr dirty="0"/>
          </a:p>
          <a:p>
            <a:pPr marL="14287" lvl="0" indent="0" algn="l" rtl="0">
              <a:lnSpc>
                <a:spcPct val="90000"/>
              </a:lnSpc>
              <a:spcBef>
                <a:spcPts val="1200"/>
              </a:spcBef>
              <a:spcAft>
                <a:spcPts val="0"/>
              </a:spcAft>
              <a:buSzPts val="1700"/>
              <a:buNone/>
            </a:pPr>
            <a:r>
              <a:rPr lang="en-US" dirty="0"/>
              <a:t>See documentation for database system (e.g., </a:t>
            </a:r>
            <a:r>
              <a:rPr lang="en-US" u="sng" dirty="0">
                <a:solidFill>
                  <a:schemeClr val="hlink"/>
                </a:solidFill>
                <a:hlinkClick r:id="rId3"/>
              </a:rPr>
              <a:t>Postgres</a:t>
            </a:r>
            <a:r>
              <a:rPr lang="en-US" dirty="0"/>
              <a:t>)</a:t>
            </a:r>
            <a:endParaRPr dirty="0"/>
          </a:p>
          <a:p>
            <a:pPr marL="14287" lvl="0" indent="0" algn="l" rtl="0">
              <a:lnSpc>
                <a:spcPct val="90000"/>
              </a:lnSpc>
              <a:spcBef>
                <a:spcPts val="1200"/>
              </a:spcBef>
              <a:spcAft>
                <a:spcPts val="0"/>
              </a:spcAft>
              <a:buSzPts val="1700"/>
              <a:buNone/>
            </a:pPr>
            <a:endParaRPr dirty="0"/>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96E2104-6DEF-3F7B-0697-728A84D98AFC}"/>
                  </a:ext>
                </a:extLst>
              </p14:cNvPr>
              <p14:cNvContentPartPr/>
              <p14:nvPr/>
            </p14:nvContentPartPr>
            <p14:xfrm>
              <a:off x="1870920" y="1411920"/>
              <a:ext cx="9431280" cy="2531160"/>
            </p14:xfrm>
          </p:contentPart>
        </mc:Choice>
        <mc:Fallback xmlns="">
          <p:pic>
            <p:nvPicPr>
              <p:cNvPr id="2" name="Ink 1">
                <a:extLst>
                  <a:ext uri="{FF2B5EF4-FFF2-40B4-BE49-F238E27FC236}">
                    <a16:creationId xmlns:a16="http://schemas.microsoft.com/office/drawing/2014/main" id="{896E2104-6DEF-3F7B-0697-728A84D98AFC}"/>
                  </a:ext>
                </a:extLst>
              </p:cNvPr>
              <p:cNvPicPr/>
              <p:nvPr/>
            </p:nvPicPr>
            <p:blipFill>
              <a:blip r:embed="rId5"/>
              <a:stretch>
                <a:fillRect/>
              </a:stretch>
            </p:blipFill>
            <p:spPr>
              <a:xfrm>
                <a:off x="1861560" y="1402560"/>
                <a:ext cx="9450000" cy="2549880"/>
              </a:xfrm>
              <a:prstGeom prst="rect">
                <a:avLst/>
              </a:prstGeom>
            </p:spPr>
          </p:pic>
        </mc:Fallback>
      </mc:AlternateContent>
    </p:spTree>
    <p:extLst>
      <p:ext uri="{BB962C8B-B14F-4D97-AF65-F5344CB8AC3E}">
        <p14:creationId xmlns:p14="http://schemas.microsoft.com/office/powerpoint/2010/main" val="386519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1">
                                            <p:txEl>
                                              <p:pRg st="0" end="0"/>
                                            </p:txEl>
                                          </p:spTgt>
                                        </p:tgtEl>
                                        <p:attrNameLst>
                                          <p:attrName>style.visibility</p:attrName>
                                        </p:attrNameLst>
                                      </p:cBhvr>
                                      <p:to>
                                        <p:strVal val="visible"/>
                                      </p:to>
                                    </p:set>
                                    <p:animEffect transition="in" filter="fade">
                                      <p:cBhvr>
                                        <p:cTn id="7" dur="500"/>
                                        <p:tgtEl>
                                          <p:spTgt spid="8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1">
                                            <p:txEl>
                                              <p:pRg st="1" end="1"/>
                                            </p:txEl>
                                          </p:spTgt>
                                        </p:tgtEl>
                                        <p:attrNameLst>
                                          <p:attrName>style.visibility</p:attrName>
                                        </p:attrNameLst>
                                      </p:cBhvr>
                                      <p:to>
                                        <p:strVal val="visible"/>
                                      </p:to>
                                    </p:set>
                                    <p:animEffect transition="in" filter="fade">
                                      <p:cBhvr>
                                        <p:cTn id="12" dur="500"/>
                                        <p:tgtEl>
                                          <p:spTgt spid="8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21">
                                            <p:txEl>
                                              <p:pRg st="2" end="2"/>
                                            </p:txEl>
                                          </p:spTgt>
                                        </p:tgtEl>
                                        <p:attrNameLst>
                                          <p:attrName>style.visibility</p:attrName>
                                        </p:attrNameLst>
                                      </p:cBhvr>
                                      <p:to>
                                        <p:strVal val="visible"/>
                                      </p:to>
                                    </p:set>
                                    <p:animEffect transition="in" filter="fade">
                                      <p:cBhvr>
                                        <p:cTn id="17" dur="500"/>
                                        <p:tgtEl>
                                          <p:spTgt spid="8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21">
                                            <p:txEl>
                                              <p:pRg st="3" end="3"/>
                                            </p:txEl>
                                          </p:spTgt>
                                        </p:tgtEl>
                                        <p:attrNameLst>
                                          <p:attrName>style.visibility</p:attrName>
                                        </p:attrNameLst>
                                      </p:cBhvr>
                                      <p:to>
                                        <p:strVal val="visible"/>
                                      </p:to>
                                    </p:set>
                                    <p:animEffect transition="in" filter="fade">
                                      <p:cBhvr>
                                        <p:cTn id="22" dur="500"/>
                                        <p:tgtEl>
                                          <p:spTgt spid="8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21">
                                            <p:txEl>
                                              <p:pRg st="4" end="4"/>
                                            </p:txEl>
                                          </p:spTgt>
                                        </p:tgtEl>
                                        <p:attrNameLst>
                                          <p:attrName>style.visibility</p:attrName>
                                        </p:attrNameLst>
                                      </p:cBhvr>
                                      <p:to>
                                        <p:strVal val="visible"/>
                                      </p:to>
                                    </p:set>
                                    <p:animEffect transition="in" filter="fade">
                                      <p:cBhvr>
                                        <p:cTn id="27" dur="500"/>
                                        <p:tgtEl>
                                          <p:spTgt spid="82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21">
                                            <p:txEl>
                                              <p:pRg st="5" end="5"/>
                                            </p:txEl>
                                          </p:spTgt>
                                        </p:tgtEl>
                                        <p:attrNameLst>
                                          <p:attrName>style.visibility</p:attrName>
                                        </p:attrNameLst>
                                      </p:cBhvr>
                                      <p:to>
                                        <p:strVal val="visible"/>
                                      </p:to>
                                    </p:set>
                                    <p:animEffect transition="in" filter="fade">
                                      <p:cBhvr>
                                        <p:cTn id="32" dur="500"/>
                                        <p:tgtEl>
                                          <p:spTgt spid="82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21">
                                            <p:txEl>
                                              <p:pRg st="6" end="6"/>
                                            </p:txEl>
                                          </p:spTgt>
                                        </p:tgtEl>
                                        <p:attrNameLst>
                                          <p:attrName>style.visibility</p:attrName>
                                        </p:attrNameLst>
                                      </p:cBhvr>
                                      <p:to>
                                        <p:strVal val="visible"/>
                                      </p:to>
                                    </p:set>
                                    <p:animEffect transition="in" filter="fade">
                                      <p:cBhvr>
                                        <p:cTn id="37" dur="500"/>
                                        <p:tgtEl>
                                          <p:spTgt spid="82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21">
                                            <p:txEl>
                                              <p:pRg st="7" end="7"/>
                                            </p:txEl>
                                          </p:spTgt>
                                        </p:tgtEl>
                                        <p:attrNameLst>
                                          <p:attrName>style.visibility</p:attrName>
                                        </p:attrNameLst>
                                      </p:cBhvr>
                                      <p:to>
                                        <p:strVal val="visible"/>
                                      </p:to>
                                    </p:set>
                                    <p:animEffect transition="in" filter="fade">
                                      <p:cBhvr>
                                        <p:cTn id="42" dur="500"/>
                                        <p:tgtEl>
                                          <p:spTgt spid="82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24"/>
          <p:cNvSpPr txBox="1">
            <a:spLocks noGrp="1"/>
          </p:cNvSpPr>
          <p:nvPr>
            <p:ph type="title"/>
          </p:nvPr>
        </p:nvSpPr>
        <p:spPr>
          <a:xfrm>
            <a:off x="2167128" y="1225296"/>
            <a:ext cx="9281160" cy="352044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8000"/>
              <a:buFont typeface="Rockwell"/>
              <a:buNone/>
            </a:pPr>
            <a:r>
              <a:rPr lang="en-US" dirty="0"/>
              <a:t>CREATING TABLES &amp; POPULATING TABLES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2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CREATING TABLES</a:t>
            </a:r>
            <a:endParaRPr/>
          </a:p>
        </p:txBody>
      </p:sp>
      <p:sp>
        <p:nvSpPr>
          <p:cNvPr id="789" name="Google Shape;789;p25"/>
          <p:cNvSpPr txBox="1"/>
          <p:nvPr/>
        </p:nvSpPr>
        <p:spPr>
          <a:xfrm>
            <a:off x="492026" y="1895707"/>
            <a:ext cx="7186583"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CREATE TABLE students(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	name TEXT PRIMARY KEY,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	</a:t>
            </a:r>
            <a:r>
              <a:rPr lang="en-US" sz="1800" b="0" i="0" u="none" strike="noStrike" cap="none" dirty="0" err="1">
                <a:solidFill>
                  <a:srgbClr val="000000"/>
                </a:solidFill>
                <a:latin typeface="Consolas"/>
                <a:ea typeface="Consolas"/>
                <a:cs typeface="Consolas"/>
                <a:sym typeface="Consolas"/>
              </a:rPr>
              <a:t>gpa</a:t>
            </a:r>
            <a:r>
              <a:rPr lang="en-US" sz="1800" b="0" i="0" u="none" strike="noStrike" cap="none" dirty="0">
                <a:solidFill>
                  <a:srgbClr val="000000"/>
                </a:solidFill>
                <a:latin typeface="Consolas"/>
                <a:ea typeface="Consolas"/>
                <a:cs typeface="Consolas"/>
                <a:sym typeface="Consolas"/>
              </a:rPr>
              <a:t> REAL CHECK (</a:t>
            </a:r>
            <a:r>
              <a:rPr lang="en-US" sz="1800" b="0" i="0" u="none" strike="noStrike" cap="none" dirty="0" err="1">
                <a:solidFill>
                  <a:srgbClr val="000000"/>
                </a:solidFill>
                <a:latin typeface="Consolas"/>
                <a:ea typeface="Consolas"/>
                <a:cs typeface="Consolas"/>
                <a:sym typeface="Consolas"/>
              </a:rPr>
              <a:t>gpa</a:t>
            </a:r>
            <a:r>
              <a:rPr lang="en-US" sz="1800" b="0" i="0" u="none" strike="noStrike" cap="none" dirty="0">
                <a:solidFill>
                  <a:srgbClr val="000000"/>
                </a:solidFill>
                <a:latin typeface="Consolas"/>
                <a:ea typeface="Consolas"/>
                <a:cs typeface="Consolas"/>
                <a:sym typeface="Consolas"/>
              </a:rPr>
              <a:t> &gt;= 0.0 and </a:t>
            </a:r>
            <a:r>
              <a:rPr lang="en-US" sz="1800" b="0" i="0" u="none" strike="noStrike" cap="none" dirty="0" err="1">
                <a:solidFill>
                  <a:srgbClr val="000000"/>
                </a:solidFill>
                <a:latin typeface="Consolas"/>
                <a:ea typeface="Consolas"/>
                <a:cs typeface="Consolas"/>
                <a:sym typeface="Consolas"/>
              </a:rPr>
              <a:t>gpa</a:t>
            </a:r>
            <a:r>
              <a:rPr lang="en-US" sz="1800" b="0" i="0" u="none" strike="noStrike" cap="none" dirty="0">
                <a:solidFill>
                  <a:srgbClr val="000000"/>
                </a:solidFill>
                <a:latin typeface="Consolas"/>
                <a:ea typeface="Consolas"/>
                <a:cs typeface="Consolas"/>
                <a:sym typeface="Consolas"/>
              </a:rPr>
              <a:t> &lt;= 4.0),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	age INTEGER,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	dept TEXT,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	gender CHAR);</a:t>
            </a:r>
            <a:endParaRPr sz="1400" b="0" i="0" u="none" strike="noStrike" cap="none" dirty="0">
              <a:solidFill>
                <a:srgbClr val="000000"/>
              </a:solidFill>
              <a:latin typeface="Arial"/>
              <a:ea typeface="Arial"/>
              <a:cs typeface="Arial"/>
              <a:sym typeface="Arial"/>
            </a:endParaRPr>
          </a:p>
        </p:txBody>
      </p:sp>
      <p:sp>
        <p:nvSpPr>
          <p:cNvPr id="790" name="Google Shape;790;p25"/>
          <p:cNvSpPr/>
          <p:nvPr/>
        </p:nvSpPr>
        <p:spPr>
          <a:xfrm>
            <a:off x="3125688" y="3898048"/>
            <a:ext cx="2813149" cy="713678"/>
          </a:xfrm>
          <a:prstGeom prst="wedgeRoundRectCallout">
            <a:avLst>
              <a:gd name="adj1" fmla="val -44868"/>
              <a:gd name="adj2" fmla="val -192477"/>
              <a:gd name="adj3"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entury Gothic"/>
              <a:buNone/>
            </a:pPr>
            <a:r>
              <a:rPr lang="en-US" sz="1800" b="0" i="0" u="none" strike="noStrike" cap="none" dirty="0">
                <a:solidFill>
                  <a:srgbClr val="FFFFFF"/>
                </a:solidFill>
                <a:latin typeface="Century Gothic"/>
                <a:ea typeface="Century Gothic"/>
                <a:cs typeface="Century Gothic"/>
                <a:sym typeface="Century Gothic"/>
              </a:rPr>
              <a:t>Imposing Integrity Constraints</a:t>
            </a:r>
            <a:endParaRPr sz="1800" b="0" i="0" u="none" strike="noStrike" cap="none" dirty="0">
              <a:solidFill>
                <a:srgbClr val="FFFFFF"/>
              </a:solidFill>
              <a:latin typeface="Century Gothic"/>
              <a:ea typeface="Century Gothic"/>
              <a:cs typeface="Century Gothic"/>
              <a:sym typeface="Century Gothic"/>
            </a:endParaRPr>
          </a:p>
        </p:txBody>
      </p:sp>
      <p:sp>
        <p:nvSpPr>
          <p:cNvPr id="791" name="Google Shape;791;p25"/>
          <p:cNvSpPr txBox="1"/>
          <p:nvPr/>
        </p:nvSpPr>
        <p:spPr>
          <a:xfrm>
            <a:off x="1148576" y="4815815"/>
            <a:ext cx="359585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entury Gothic"/>
              <a:buNone/>
            </a:pPr>
            <a:r>
              <a:rPr lang="en-US" sz="1800" b="0" i="0" u="none" strike="noStrike" cap="none">
                <a:solidFill>
                  <a:srgbClr val="000000"/>
                </a:solidFill>
                <a:latin typeface="Century Gothic"/>
                <a:ea typeface="Century Gothic"/>
                <a:cs typeface="Century Gothic"/>
                <a:sym typeface="Century Gothic"/>
              </a:rPr>
              <a:t>Useful to ensure data quality…</a:t>
            </a:r>
            <a:endParaRPr sz="1800" b="0" i="0" u="none" strike="noStrike" cap="none">
              <a:solidFill>
                <a:srgbClr val="000000"/>
              </a:solidFill>
              <a:latin typeface="Century Gothic"/>
              <a:ea typeface="Century Gothic"/>
              <a:cs typeface="Century Gothic"/>
              <a:sym typeface="Century Gothic"/>
            </a:endParaRPr>
          </a:p>
        </p:txBody>
      </p:sp>
      <p:pic>
        <p:nvPicPr>
          <p:cNvPr id="792" name="Google Shape;792;p25"/>
          <p:cNvPicPr preferRelativeResize="0"/>
          <p:nvPr/>
        </p:nvPicPr>
        <p:blipFill rotWithShape="1">
          <a:blip r:embed="rId3">
            <a:alphaModFix/>
          </a:blip>
          <a:srcRect/>
          <a:stretch/>
        </p:blipFill>
        <p:spPr>
          <a:xfrm>
            <a:off x="6872796" y="571977"/>
            <a:ext cx="5338117" cy="4310741"/>
          </a:xfrm>
          <a:prstGeom prst="rect">
            <a:avLst/>
          </a:prstGeom>
          <a:noFill/>
          <a:ln>
            <a:noFill/>
          </a:ln>
        </p:spPr>
      </p:pic>
      <p:sp>
        <p:nvSpPr>
          <p:cNvPr id="793" name="Google Shape;793;p25"/>
          <p:cNvSpPr txBox="1"/>
          <p:nvPr/>
        </p:nvSpPr>
        <p:spPr>
          <a:xfrm>
            <a:off x="879675" y="5777500"/>
            <a:ext cx="1070850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Rockwell"/>
                <a:ea typeface="Rockwell"/>
                <a:cs typeface="Rockwell"/>
                <a:sym typeface="Rockwell"/>
              </a:rPr>
              <a:t>Question:</a:t>
            </a:r>
            <a:r>
              <a:rPr lang="en-US" sz="1800" b="0" i="0" u="none" strike="noStrike" cap="none" dirty="0">
                <a:solidFill>
                  <a:schemeClr val="dk1"/>
                </a:solidFill>
                <a:latin typeface="Rockwell"/>
                <a:ea typeface="Rockwell"/>
                <a:cs typeface="Rockwell"/>
                <a:sym typeface="Rockwell"/>
              </a:rPr>
              <a:t> Is this query from Data Definition Language (DDL) or Data Manipulation Language (DML)?</a:t>
            </a:r>
            <a:endParaRPr sz="1400" b="0" i="0" u="none" strike="noStrike" cap="none" dirty="0">
              <a:solidFill>
                <a:srgbClr val="000000"/>
              </a:solidFill>
              <a:latin typeface="Arial"/>
              <a:ea typeface="Arial"/>
              <a:cs typeface="Arial"/>
              <a:sym typeface="Arial"/>
            </a:endParaRPr>
          </a:p>
        </p:txBody>
      </p:sp>
      <p:sp>
        <p:nvSpPr>
          <p:cNvPr id="794" name="Google Shape;794;p25"/>
          <p:cNvSpPr txBox="1"/>
          <p:nvPr/>
        </p:nvSpPr>
        <p:spPr>
          <a:xfrm>
            <a:off x="6680769" y="6413646"/>
            <a:ext cx="537986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These GPA values are totally arbitrary.</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8F1CF79-5941-5DDF-53E4-2F4F755BA3BC}"/>
                  </a:ext>
                </a:extLst>
              </p14:cNvPr>
              <p14:cNvContentPartPr/>
              <p14:nvPr/>
            </p14:nvContentPartPr>
            <p14:xfrm>
              <a:off x="365400" y="286200"/>
              <a:ext cx="7663320" cy="6176160"/>
            </p14:xfrm>
          </p:contentPart>
        </mc:Choice>
        <mc:Fallback xmlns="">
          <p:pic>
            <p:nvPicPr>
              <p:cNvPr id="2" name="Ink 1">
                <a:extLst>
                  <a:ext uri="{FF2B5EF4-FFF2-40B4-BE49-F238E27FC236}">
                    <a16:creationId xmlns:a16="http://schemas.microsoft.com/office/drawing/2014/main" id="{28F1CF79-5941-5DDF-53E4-2F4F755BA3BC}"/>
                  </a:ext>
                </a:extLst>
              </p:cNvPr>
              <p:cNvPicPr/>
              <p:nvPr/>
            </p:nvPicPr>
            <p:blipFill>
              <a:blip r:embed="rId5"/>
              <a:stretch>
                <a:fillRect/>
              </a:stretch>
            </p:blipFill>
            <p:spPr>
              <a:xfrm>
                <a:off x="356040" y="276840"/>
                <a:ext cx="7682040" cy="61948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90"/>
                                        </p:tgtEl>
                                        <p:attrNameLst>
                                          <p:attrName>style.visibility</p:attrName>
                                        </p:attrNameLst>
                                      </p:cBhvr>
                                      <p:to>
                                        <p:strVal val="visible"/>
                                      </p:to>
                                    </p:set>
                                    <p:animEffect transition="in" filter="fade">
                                      <p:cBhvr>
                                        <p:cTn id="7" dur="500"/>
                                        <p:tgtEl>
                                          <p:spTgt spid="7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91"/>
                                        </p:tgtEl>
                                        <p:attrNameLst>
                                          <p:attrName>style.visibility</p:attrName>
                                        </p:attrNameLst>
                                      </p:cBhvr>
                                      <p:to>
                                        <p:strVal val="visible"/>
                                      </p:to>
                                    </p:set>
                                    <p:animEffect transition="in" filter="fade">
                                      <p:cBhvr>
                                        <p:cTn id="12" dur="500"/>
                                        <p:tgtEl>
                                          <p:spTgt spid="79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26"/>
          <p:cNvSpPr txBox="1">
            <a:spLocks noGrp="1"/>
          </p:cNvSpPr>
          <p:nvPr>
            <p:ph type="title"/>
          </p:nvPr>
        </p:nvSpPr>
        <p:spPr>
          <a:xfrm>
            <a:off x="158050" y="484625"/>
            <a:ext cx="120339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INSERTING RECORDS INTO A TABLE</a:t>
            </a:r>
            <a:endParaRPr/>
          </a:p>
        </p:txBody>
      </p:sp>
      <p:sp>
        <p:nvSpPr>
          <p:cNvPr id="801" name="Google Shape;801;p26"/>
          <p:cNvSpPr/>
          <p:nvPr/>
        </p:nvSpPr>
        <p:spPr>
          <a:xfrm>
            <a:off x="1069848" y="1733113"/>
            <a:ext cx="8426700" cy="397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a:solidFill>
                  <a:srgbClr val="000000"/>
                </a:solidFill>
                <a:latin typeface="Consolas"/>
                <a:ea typeface="Consolas"/>
                <a:cs typeface="Consolas"/>
                <a:sym typeface="Consolas"/>
              </a:rPr>
              <a:t>INSERT INTO students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a:solidFill>
                  <a:srgbClr val="000000"/>
                </a:solidFill>
                <a:latin typeface="Consolas"/>
                <a:ea typeface="Consolas"/>
                <a:cs typeface="Consolas"/>
                <a:sym typeface="Consolas"/>
              </a:rPr>
              <a:t>VALUES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onsolas"/>
                <a:ea typeface="Consolas"/>
                <a:cs typeface="Consolas"/>
                <a:sym typeface="Consolas"/>
              </a:rPr>
              <a:t> ('Sergey Brin', 2.8, 45, 'CS', 'M'),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onsolas"/>
                <a:ea typeface="Consolas"/>
                <a:cs typeface="Consolas"/>
                <a:sym typeface="Consolas"/>
              </a:rPr>
              <a:t>  ('Danah Boyd', 3.9, 40, 'CS', 'F'),</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onsolas"/>
                <a:ea typeface="Consolas"/>
                <a:cs typeface="Consolas"/>
                <a:sym typeface="Consolas"/>
              </a:rPr>
              <a:t>  ('Bill Gates', 1.0, 63, 'CS', 'M'),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onsolas"/>
                <a:ea typeface="Consolas"/>
                <a:cs typeface="Consolas"/>
                <a:sym typeface="Consolas"/>
              </a:rPr>
              <a:t>  ('Hillary Mason', 4.0, 39, 'DATASCI', 'F'),</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onsolas"/>
                <a:ea typeface="Consolas"/>
                <a:cs typeface="Consolas"/>
                <a:sym typeface="Consolas"/>
              </a:rPr>
              <a:t>  ('Mike Olson', 3.7, 53, 'CS', 'M'),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onsolas"/>
                <a:ea typeface="Consolas"/>
                <a:cs typeface="Consolas"/>
                <a:sym typeface="Consolas"/>
              </a:rPr>
              <a:t>  ('Mark Zuckerberg', 3.8, 34, 'CS', 'M'),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onsolas"/>
                <a:ea typeface="Consolas"/>
                <a:cs typeface="Consolas"/>
                <a:sym typeface="Consolas"/>
              </a:rPr>
              <a:t>  ('Cheryl Sandberg', 3.6, 49, 'BUSINESS', 'F'),</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onsolas"/>
                <a:ea typeface="Consolas"/>
                <a:cs typeface="Consolas"/>
                <a:sym typeface="Consolas"/>
              </a:rPr>
              <a:t>  ('Susan Wojcicki', 3.8, 50, 'BUSINESS', 'F'),</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onsolas"/>
                <a:ea typeface="Consolas"/>
                <a:cs typeface="Consolas"/>
                <a:sym typeface="Consolas"/>
              </a:rPr>
              <a:t>  ('Marissa Meyer', 2.6, 43, 'BUSINESS', 'F’)</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548135"/>
              </a:buClr>
              <a:buSzPts val="1800"/>
              <a:buFont typeface="Consolas"/>
              <a:buNone/>
            </a:pPr>
            <a:r>
              <a:rPr lang="en-US" sz="1800" b="0" i="0" u="none" strike="noStrike" cap="none">
                <a:solidFill>
                  <a:srgbClr val="548135"/>
                </a:solidFill>
                <a:latin typeface="Consolas"/>
                <a:ea typeface="Consolas"/>
                <a:cs typeface="Consolas"/>
                <a:sym typeface="Consolas"/>
              </a:rPr>
              <a:t>-- This is a comment.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548135"/>
              </a:buClr>
              <a:buSzPts val="1800"/>
              <a:buFont typeface="Consolas"/>
              <a:buNone/>
            </a:pPr>
            <a:r>
              <a:rPr lang="en-US" sz="1800" b="0" i="0" u="none" strike="noStrike" cap="none">
                <a:solidFill>
                  <a:srgbClr val="548135"/>
                </a:solidFill>
                <a:latin typeface="Consolas"/>
                <a:ea typeface="Consolas"/>
                <a:cs typeface="Consolas"/>
                <a:sym typeface="Consolas"/>
              </a:rPr>
              <a:t>-- Does the order matter?</a:t>
            </a:r>
            <a:endParaRPr sz="1400" b="0" i="0" u="none" strike="noStrike" cap="none">
              <a:solidFill>
                <a:srgbClr val="000000"/>
              </a:solidFill>
              <a:latin typeface="Arial"/>
              <a:ea typeface="Arial"/>
              <a:cs typeface="Arial"/>
              <a:sym typeface="Arial"/>
            </a:endParaRPr>
          </a:p>
        </p:txBody>
      </p:sp>
      <p:sp>
        <p:nvSpPr>
          <p:cNvPr id="802" name="Google Shape;802;p26"/>
          <p:cNvSpPr txBox="1"/>
          <p:nvPr/>
        </p:nvSpPr>
        <p:spPr>
          <a:xfrm>
            <a:off x="7999588" y="2708390"/>
            <a:ext cx="3555000" cy="1908600"/>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342900" algn="l" rtl="0">
              <a:lnSpc>
                <a:spcPct val="100000"/>
              </a:lnSpc>
              <a:spcBef>
                <a:spcPts val="0"/>
              </a:spcBef>
              <a:spcAft>
                <a:spcPts val="0"/>
              </a:spcAft>
              <a:buClr>
                <a:srgbClr val="000000"/>
              </a:buClr>
              <a:buSzPts val="1800"/>
              <a:buFont typeface="Century Gothic"/>
              <a:buChar char="●"/>
            </a:pPr>
            <a:r>
              <a:rPr lang="en-US" sz="1800" b="0" i="0" u="none" strike="noStrike" cap="none">
                <a:solidFill>
                  <a:srgbClr val="000000"/>
                </a:solidFill>
                <a:latin typeface="Century Gothic"/>
                <a:ea typeface="Century Gothic"/>
                <a:cs typeface="Century Gothic"/>
                <a:sym typeface="Century Gothic"/>
              </a:rPr>
              <a:t>Fields must be entered in order (record)</a:t>
            </a:r>
            <a:endParaRPr sz="1800" b="0" i="0" u="none" strike="noStrike" cap="none">
              <a:solidFill>
                <a:srgbClr val="000000"/>
              </a:solidFill>
              <a:latin typeface="Century Gothic"/>
              <a:ea typeface="Century Gothic"/>
              <a:cs typeface="Century Gothic"/>
              <a:sym typeface="Century Gothic"/>
            </a:endParaRPr>
          </a:p>
          <a:p>
            <a:pPr marL="457200" marR="0" lvl="0" indent="-342900" algn="l" rtl="0">
              <a:lnSpc>
                <a:spcPct val="100000"/>
              </a:lnSpc>
              <a:spcBef>
                <a:spcPts val="0"/>
              </a:spcBef>
              <a:spcAft>
                <a:spcPts val="0"/>
              </a:spcAft>
              <a:buClr>
                <a:srgbClr val="000000"/>
              </a:buClr>
              <a:buSzPts val="1800"/>
              <a:buFont typeface="Century Gothic"/>
              <a:buChar char="●"/>
            </a:pPr>
            <a:r>
              <a:rPr lang="en-US" sz="1800" b="0" i="0" u="none" strike="noStrike" cap="none">
                <a:solidFill>
                  <a:srgbClr val="000000"/>
                </a:solidFill>
                <a:latin typeface="Century Gothic"/>
                <a:ea typeface="Century Gothic"/>
                <a:cs typeface="Century Gothic"/>
                <a:sym typeface="Century Gothic"/>
              </a:rPr>
              <a:t>Comma between records</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1400"/>
              <a:buFont typeface="Arial"/>
              <a:buChar char="●"/>
            </a:pPr>
            <a:r>
              <a:rPr lang="en-US" sz="1800" b="0" i="0" u="none" strike="noStrike" cap="none">
                <a:solidFill>
                  <a:srgbClr val="000000"/>
                </a:solidFill>
                <a:latin typeface="Century Gothic"/>
                <a:ea typeface="Century Gothic"/>
                <a:cs typeface="Century Gothic"/>
                <a:sym typeface="Century Gothic"/>
              </a:rPr>
              <a:t>Must use the single quote (</a:t>
            </a:r>
            <a:r>
              <a:rPr lang="en-US" sz="2800" b="0" i="0" u="none" strike="noStrike" cap="none">
                <a:solidFill>
                  <a:srgbClr val="000000"/>
                </a:solidFill>
                <a:latin typeface="Arial"/>
                <a:ea typeface="Arial"/>
                <a:cs typeface="Arial"/>
                <a:sym typeface="Arial"/>
              </a:rPr>
              <a:t>’</a:t>
            </a:r>
            <a:r>
              <a:rPr lang="en-US" sz="1800" b="0" i="0" u="none" strike="noStrike" cap="none">
                <a:solidFill>
                  <a:srgbClr val="000000"/>
                </a:solidFill>
                <a:latin typeface="Century Gothic"/>
                <a:ea typeface="Century Gothic"/>
                <a:cs typeface="Century Gothic"/>
                <a:sym typeface="Century Gothic"/>
              </a:rPr>
              <a:t>) for strings.</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Noto Sans Symbols"/>
              <a:buNone/>
            </a:pPr>
            <a:endParaRPr sz="1800" b="0" i="0" u="none" strike="noStrike" cap="none">
              <a:solidFill>
                <a:srgbClr val="000000"/>
              </a:solidFill>
              <a:latin typeface="Century Gothic"/>
              <a:ea typeface="Century Gothic"/>
              <a:cs typeface="Century Gothic"/>
              <a:sym typeface="Century Gothic"/>
            </a:endParaRPr>
          </a:p>
        </p:txBody>
      </p:sp>
      <p:sp>
        <p:nvSpPr>
          <p:cNvPr id="803" name="Google Shape;803;p26"/>
          <p:cNvSpPr txBox="1"/>
          <p:nvPr/>
        </p:nvSpPr>
        <p:spPr>
          <a:xfrm>
            <a:off x="3867428" y="1719313"/>
            <a:ext cx="550503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472C4"/>
              </a:buClr>
              <a:buSzPts val="1800"/>
              <a:buFont typeface="Consolas"/>
              <a:buNone/>
            </a:pPr>
            <a:r>
              <a:rPr lang="en-US" sz="1800" b="0" i="0" u="none" strike="noStrike" cap="none">
                <a:solidFill>
                  <a:srgbClr val="4472C4"/>
                </a:solidFill>
                <a:latin typeface="Consolas"/>
                <a:ea typeface="Consolas"/>
                <a:cs typeface="Consolas"/>
                <a:sym typeface="Consolas"/>
              </a:rPr>
              <a:t>(name, gpa, age, dept, gender)  </a:t>
            </a:r>
            <a:r>
              <a:rPr lang="en-US" sz="1800" b="0" i="0" u="none" strike="noStrike" cap="none">
                <a:solidFill>
                  <a:srgbClr val="4472C4"/>
                </a:solidFill>
                <a:latin typeface="Century Gothic"/>
                <a:ea typeface="Century Gothic"/>
                <a:cs typeface="Century Gothic"/>
                <a:sym typeface="Century Gothic"/>
              </a:rPr>
              <a:t>→ Optional</a:t>
            </a:r>
            <a:endParaRPr sz="1400" b="0" i="0" u="none" strike="noStrike" cap="none">
              <a:solidFill>
                <a:srgbClr val="000000"/>
              </a:solidFill>
              <a:latin typeface="Arial"/>
              <a:ea typeface="Arial"/>
              <a:cs typeface="Arial"/>
              <a:sym typeface="Arial"/>
            </a:endParaRPr>
          </a:p>
        </p:txBody>
      </p:sp>
      <p:sp>
        <p:nvSpPr>
          <p:cNvPr id="804" name="Google Shape;804;p26"/>
          <p:cNvSpPr txBox="1"/>
          <p:nvPr/>
        </p:nvSpPr>
        <p:spPr>
          <a:xfrm>
            <a:off x="4405564" y="5334099"/>
            <a:ext cx="63045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entury Gothic"/>
              <a:buNone/>
            </a:pPr>
            <a:r>
              <a:rPr lang="en-US" sz="1800" b="0" i="0" u="none" strike="noStrike" cap="none">
                <a:solidFill>
                  <a:srgbClr val="000000"/>
                </a:solidFill>
                <a:latin typeface="Century Gothic"/>
                <a:ea typeface="Century Gothic"/>
                <a:cs typeface="Century Gothic"/>
                <a:sym typeface="Century Gothic"/>
              </a:rPr>
              <a:t>No</a:t>
            </a:r>
            <a:endParaRPr sz="1400" b="0" i="0" u="none" strike="noStrike" cap="none">
              <a:solidFill>
                <a:srgbClr val="000000"/>
              </a:solidFill>
              <a:latin typeface="Arial"/>
              <a:ea typeface="Arial"/>
              <a:cs typeface="Arial"/>
              <a:sym typeface="Arial"/>
            </a:endParaRPr>
          </a:p>
        </p:txBody>
      </p:sp>
      <p:sp>
        <p:nvSpPr>
          <p:cNvPr id="805" name="Google Shape;805;p26"/>
          <p:cNvSpPr/>
          <p:nvPr/>
        </p:nvSpPr>
        <p:spPr>
          <a:xfrm>
            <a:off x="1148576" y="5967826"/>
            <a:ext cx="422743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dirty="0">
                <a:solidFill>
                  <a:srgbClr val="000000"/>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http://sqlfiddle.com/#!9/120e17/1/0</a:t>
            </a:r>
            <a:endParaRPr sz="1800" b="0" i="0" u="none" strike="noStrike" cap="none" dirty="0">
              <a:solidFill>
                <a:srgbClr val="000000"/>
              </a:solidFill>
              <a:latin typeface="Rockwell"/>
              <a:ea typeface="Rockwell"/>
              <a:cs typeface="Rockwell"/>
              <a:sym typeface="Rockwell"/>
            </a:endParaRPr>
          </a:p>
        </p:txBody>
      </p:sp>
      <p:sp>
        <p:nvSpPr>
          <p:cNvPr id="806" name="Google Shape;806;p26"/>
          <p:cNvSpPr txBox="1"/>
          <p:nvPr/>
        </p:nvSpPr>
        <p:spPr>
          <a:xfrm>
            <a:off x="6268150" y="5277350"/>
            <a:ext cx="56586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Rockwell"/>
                <a:ea typeface="Rockwell"/>
                <a:cs typeface="Rockwell"/>
                <a:sym typeface="Rockwell"/>
              </a:rPr>
              <a:t>Q #2:</a:t>
            </a:r>
            <a:r>
              <a:rPr lang="en-US" sz="1800" b="0" i="0" u="none" strike="noStrike" cap="none" dirty="0">
                <a:solidFill>
                  <a:schemeClr val="dk1"/>
                </a:solidFill>
                <a:latin typeface="Rockwell"/>
                <a:ea typeface="Rockwell"/>
                <a:cs typeface="Rockwell"/>
                <a:sym typeface="Rockwell"/>
              </a:rPr>
              <a:t> Is this query from Data Definition Language (DDL) or Data Manipulation Language (DML)?</a:t>
            </a:r>
            <a:endParaRPr sz="1400" b="0" i="0" u="none" strike="noStrike" cap="none" dirty="0">
              <a:solidFill>
                <a:srgbClr val="000000"/>
              </a:solidFill>
              <a:latin typeface="Arial"/>
              <a:ea typeface="Arial"/>
              <a:cs typeface="Arial"/>
              <a:sym typeface="Arial"/>
            </a:endParaRPr>
          </a:p>
        </p:txBody>
      </p:sp>
      <p:sp>
        <p:nvSpPr>
          <p:cNvPr id="807" name="Google Shape;807;p26"/>
          <p:cNvSpPr txBox="1"/>
          <p:nvPr/>
        </p:nvSpPr>
        <p:spPr>
          <a:xfrm>
            <a:off x="6680769" y="6413646"/>
            <a:ext cx="537986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These GPA values are totally arbitrary.</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093CC61-818B-B2BD-FB68-FB2CAF43692D}"/>
                  </a:ext>
                </a:extLst>
              </p14:cNvPr>
              <p14:cNvContentPartPr/>
              <p14:nvPr/>
            </p14:nvContentPartPr>
            <p14:xfrm>
              <a:off x="811440" y="5137920"/>
              <a:ext cx="9417240" cy="1634040"/>
            </p14:xfrm>
          </p:contentPart>
        </mc:Choice>
        <mc:Fallback xmlns="">
          <p:pic>
            <p:nvPicPr>
              <p:cNvPr id="2" name="Ink 1">
                <a:extLst>
                  <a:ext uri="{FF2B5EF4-FFF2-40B4-BE49-F238E27FC236}">
                    <a16:creationId xmlns:a16="http://schemas.microsoft.com/office/drawing/2014/main" id="{7093CC61-818B-B2BD-FB68-FB2CAF43692D}"/>
                  </a:ext>
                </a:extLst>
              </p:cNvPr>
              <p:cNvPicPr/>
              <p:nvPr/>
            </p:nvPicPr>
            <p:blipFill>
              <a:blip r:embed="rId5"/>
              <a:stretch>
                <a:fillRect/>
              </a:stretch>
            </p:blipFill>
            <p:spPr>
              <a:xfrm>
                <a:off x="802080" y="5128560"/>
                <a:ext cx="9435960" cy="16527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4"/>
                                        </p:tgtEl>
                                        <p:attrNameLst>
                                          <p:attrName>style.visibility</p:attrName>
                                        </p:attrNameLst>
                                      </p:cBhvr>
                                      <p:to>
                                        <p:strVal val="visible"/>
                                      </p:to>
                                    </p:set>
                                    <p:animEffect transition="in" filter="fade">
                                      <p:cBhvr>
                                        <p:cTn id="7" dur="500"/>
                                        <p:tgtEl>
                                          <p:spTgt spid="80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28"/>
          <p:cNvSpPr txBox="1">
            <a:spLocks noGrp="1"/>
          </p:cNvSpPr>
          <p:nvPr>
            <p:ph type="title"/>
          </p:nvPr>
        </p:nvSpPr>
        <p:spPr>
          <a:xfrm>
            <a:off x="1066800" y="-25392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Multiple tables aka schema</a:t>
            </a:r>
            <a:endParaRPr dirty="0"/>
          </a:p>
        </p:txBody>
      </p:sp>
      <p:sp>
        <p:nvSpPr>
          <p:cNvPr id="7" name="Google Shape;426;p30">
            <a:extLst>
              <a:ext uri="{FF2B5EF4-FFF2-40B4-BE49-F238E27FC236}">
                <a16:creationId xmlns:a16="http://schemas.microsoft.com/office/drawing/2014/main" id="{8C1113CD-5638-17F3-864D-E1A2E1767D13}"/>
              </a:ext>
            </a:extLst>
          </p:cNvPr>
          <p:cNvSpPr txBox="1">
            <a:spLocks noGrp="1"/>
          </p:cNvSpPr>
          <p:nvPr>
            <p:ph sz="quarter" idx="1"/>
          </p:nvPr>
        </p:nvSpPr>
        <p:spPr>
          <a:xfrm>
            <a:off x="609600" y="720972"/>
            <a:ext cx="9956800" cy="5800144"/>
          </a:xfrm>
          <a:prstGeom prst="rect">
            <a:avLst/>
          </a:prstGeom>
          <a:noFill/>
          <a:ln>
            <a:noFill/>
          </a:ln>
        </p:spPr>
        <p:txBody>
          <a:bodyPr spcFirstLastPara="1" wrap="square" lIns="91425" tIns="45700" rIns="91425" bIns="45700" anchor="t" anchorCtr="0">
            <a:normAutofit lnSpcReduction="10000"/>
          </a:bodyPr>
          <a:lstStyle/>
          <a:p>
            <a:pPr marL="182880" lvl="0" indent="-182880" algn="l" rtl="0">
              <a:lnSpc>
                <a:spcPct val="90000"/>
              </a:lnSpc>
              <a:spcBef>
                <a:spcPts val="0"/>
              </a:spcBef>
              <a:spcAft>
                <a:spcPts val="0"/>
              </a:spcAft>
              <a:buSzPts val="1700"/>
              <a:buChar char="▪"/>
            </a:pPr>
            <a:r>
              <a:rPr lang="en-US" dirty="0"/>
              <a:t>Often data will reference other pieces of data</a:t>
            </a:r>
            <a:endParaRPr dirty="0"/>
          </a:p>
          <a:p>
            <a:pPr marL="182880" lvl="0" indent="-182880" algn="l" rtl="0">
              <a:lnSpc>
                <a:spcPct val="90000"/>
              </a:lnSpc>
              <a:spcBef>
                <a:spcPts val="1200"/>
              </a:spcBef>
              <a:spcAft>
                <a:spcPts val="0"/>
              </a:spcAft>
              <a:buSzPts val="1700"/>
              <a:buChar char="▪"/>
            </a:pPr>
            <a:r>
              <a:rPr lang="en-US" b="1" dirty="0"/>
              <a:t>Primary key:</a:t>
            </a:r>
            <a:r>
              <a:rPr lang="en-US" dirty="0"/>
              <a:t> </a:t>
            </a:r>
            <a:r>
              <a:rPr lang="en-US" i="1" dirty="0"/>
              <a:t>the column or set of columns in a table that determine the values of the remaining columns</a:t>
            </a:r>
            <a:endParaRPr dirty="0"/>
          </a:p>
          <a:p>
            <a:pPr marL="457200" lvl="1" indent="-182880" algn="l" rtl="0">
              <a:lnSpc>
                <a:spcPct val="90000"/>
              </a:lnSpc>
              <a:spcBef>
                <a:spcPts val="400"/>
              </a:spcBef>
              <a:spcAft>
                <a:spcPts val="0"/>
              </a:spcAft>
              <a:buSzPts val="1530"/>
              <a:buChar char="▪"/>
            </a:pPr>
            <a:r>
              <a:rPr lang="en-US" dirty="0"/>
              <a:t>Primary keys are unique</a:t>
            </a:r>
            <a:endParaRPr dirty="0"/>
          </a:p>
          <a:p>
            <a:pPr marL="457200" lvl="1" indent="-182880" algn="l" rtl="0">
              <a:lnSpc>
                <a:spcPct val="90000"/>
              </a:lnSpc>
              <a:spcBef>
                <a:spcPts val="600"/>
              </a:spcBef>
              <a:spcAft>
                <a:spcPts val="0"/>
              </a:spcAft>
              <a:buSzPts val="1530"/>
              <a:buChar char="▪"/>
            </a:pPr>
            <a:r>
              <a:rPr lang="en-US" dirty="0"/>
              <a:t>Examples: SSN, </a:t>
            </a:r>
            <a:r>
              <a:rPr lang="en-US" dirty="0" err="1"/>
              <a:t>ProductIDs</a:t>
            </a:r>
            <a:r>
              <a:rPr lang="en-US" dirty="0"/>
              <a:t>, …</a:t>
            </a:r>
          </a:p>
          <a:p>
            <a:pPr marL="457200" lvl="1" indent="-182880" algn="l" rtl="0">
              <a:lnSpc>
                <a:spcPct val="90000"/>
              </a:lnSpc>
              <a:spcBef>
                <a:spcPts val="600"/>
              </a:spcBef>
              <a:spcAft>
                <a:spcPts val="0"/>
              </a:spcAft>
              <a:buSzPts val="1530"/>
              <a:buChar char="▪"/>
            </a:pPr>
            <a:endParaRPr lang="en-US" dirty="0"/>
          </a:p>
          <a:p>
            <a:pPr marL="182880" lvl="0" indent="-182880" algn="l" rtl="0">
              <a:lnSpc>
                <a:spcPct val="70000"/>
              </a:lnSpc>
              <a:spcBef>
                <a:spcPts val="0"/>
              </a:spcBef>
              <a:spcAft>
                <a:spcPts val="0"/>
              </a:spcAft>
              <a:buSzPts val="1530"/>
              <a:buFont typeface="Oi"/>
              <a:buNone/>
            </a:pPr>
            <a:r>
              <a:rPr lang="en-US" sz="2400" dirty="0">
                <a:latin typeface="Courier New"/>
                <a:ea typeface="Courier New"/>
                <a:cs typeface="Courier New"/>
                <a:sym typeface="Courier New"/>
              </a:rPr>
              <a:t>-- Will this work?</a:t>
            </a:r>
          </a:p>
          <a:p>
            <a:pPr marL="0" marR="0" lvl="0" indent="0" algn="l" rtl="0">
              <a:lnSpc>
                <a:spcPct val="100000"/>
              </a:lnSpc>
              <a:spcBef>
                <a:spcPts val="0"/>
              </a:spcBef>
              <a:spcAft>
                <a:spcPts val="0"/>
              </a:spcAft>
              <a:buClr>
                <a:srgbClr val="000000"/>
              </a:buClr>
              <a:buSzPts val="1800"/>
              <a:buFont typeface="Consolas"/>
              <a:buNone/>
            </a:pPr>
            <a:r>
              <a:rPr lang="en-US" sz="2400" b="0" i="0" u="none" strike="noStrike" cap="none" dirty="0">
                <a:solidFill>
                  <a:srgbClr val="000000"/>
                </a:solidFill>
                <a:latin typeface="Consolas"/>
                <a:ea typeface="Consolas"/>
                <a:cs typeface="Consolas"/>
                <a:sym typeface="Consolas"/>
              </a:rPr>
              <a:t>CREATE TABLE students(    </a:t>
            </a:r>
            <a:endParaRPr lang="en-US"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2400" b="0" i="0" u="none" strike="noStrike" cap="none" dirty="0">
                <a:solidFill>
                  <a:srgbClr val="000000"/>
                </a:solidFill>
                <a:latin typeface="Consolas"/>
                <a:ea typeface="Consolas"/>
                <a:cs typeface="Consolas"/>
                <a:sym typeface="Consolas"/>
              </a:rPr>
              <a:t>	name TEXT PRIMARY KEY,     </a:t>
            </a:r>
            <a:endParaRPr lang="en-US"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2400" b="0" i="0" u="none" strike="noStrike" cap="none" dirty="0">
                <a:solidFill>
                  <a:srgbClr val="000000"/>
                </a:solidFill>
                <a:latin typeface="Consolas"/>
                <a:ea typeface="Consolas"/>
                <a:cs typeface="Consolas"/>
                <a:sym typeface="Consolas"/>
              </a:rPr>
              <a:t>	</a:t>
            </a:r>
            <a:r>
              <a:rPr lang="en-US" sz="2400" b="0" i="0" u="none" strike="noStrike" cap="none" dirty="0" err="1">
                <a:solidFill>
                  <a:srgbClr val="000000"/>
                </a:solidFill>
                <a:latin typeface="Consolas"/>
                <a:ea typeface="Consolas"/>
                <a:cs typeface="Consolas"/>
                <a:sym typeface="Consolas"/>
              </a:rPr>
              <a:t>gpa</a:t>
            </a:r>
            <a:r>
              <a:rPr lang="en-US" sz="2400" b="0" i="0" u="none" strike="noStrike" cap="none" dirty="0">
                <a:solidFill>
                  <a:srgbClr val="000000"/>
                </a:solidFill>
                <a:latin typeface="Consolas"/>
                <a:ea typeface="Consolas"/>
                <a:cs typeface="Consolas"/>
                <a:sym typeface="Consolas"/>
              </a:rPr>
              <a:t> REAL CHECK (</a:t>
            </a:r>
            <a:r>
              <a:rPr lang="en-US" sz="2400" b="0" i="0" u="none" strike="noStrike" cap="none" dirty="0" err="1">
                <a:solidFill>
                  <a:srgbClr val="000000"/>
                </a:solidFill>
                <a:latin typeface="Consolas"/>
                <a:ea typeface="Consolas"/>
                <a:cs typeface="Consolas"/>
                <a:sym typeface="Consolas"/>
              </a:rPr>
              <a:t>gpa</a:t>
            </a:r>
            <a:r>
              <a:rPr lang="en-US" sz="2400" b="0" i="0" u="none" strike="noStrike" cap="none" dirty="0">
                <a:solidFill>
                  <a:srgbClr val="000000"/>
                </a:solidFill>
                <a:latin typeface="Consolas"/>
                <a:ea typeface="Consolas"/>
                <a:cs typeface="Consolas"/>
                <a:sym typeface="Consolas"/>
              </a:rPr>
              <a:t> &gt;= 0.0 and </a:t>
            </a:r>
            <a:r>
              <a:rPr lang="en-US" sz="2400" b="0" i="0" u="none" strike="noStrike" cap="none" dirty="0" err="1">
                <a:solidFill>
                  <a:srgbClr val="000000"/>
                </a:solidFill>
                <a:latin typeface="Consolas"/>
                <a:ea typeface="Consolas"/>
                <a:cs typeface="Consolas"/>
                <a:sym typeface="Consolas"/>
              </a:rPr>
              <a:t>gpa</a:t>
            </a:r>
            <a:r>
              <a:rPr lang="en-US" sz="2400" b="0" i="0" u="none" strike="noStrike" cap="none" dirty="0">
                <a:solidFill>
                  <a:srgbClr val="000000"/>
                </a:solidFill>
                <a:latin typeface="Consolas"/>
                <a:ea typeface="Consolas"/>
                <a:cs typeface="Consolas"/>
                <a:sym typeface="Consolas"/>
              </a:rPr>
              <a:t> &lt;= 4.0),     </a:t>
            </a:r>
            <a:endParaRPr lang="en-US"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2400" b="0" i="0" u="none" strike="noStrike" cap="none" dirty="0">
                <a:solidFill>
                  <a:srgbClr val="000000"/>
                </a:solidFill>
                <a:latin typeface="Consolas"/>
                <a:ea typeface="Consolas"/>
                <a:cs typeface="Consolas"/>
                <a:sym typeface="Consolas"/>
              </a:rPr>
              <a:t>	age INTEGER,     </a:t>
            </a:r>
            <a:endParaRPr lang="en-US"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2400" b="0" i="0" u="none" strike="noStrike" cap="none" dirty="0">
                <a:solidFill>
                  <a:srgbClr val="000000"/>
                </a:solidFill>
                <a:latin typeface="Consolas"/>
                <a:ea typeface="Consolas"/>
                <a:cs typeface="Consolas"/>
                <a:sym typeface="Consolas"/>
              </a:rPr>
              <a:t>	dept TEXT,     </a:t>
            </a:r>
            <a:endParaRPr lang="en-US"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2400" b="0" i="0" u="none" strike="noStrike" cap="none" dirty="0">
                <a:solidFill>
                  <a:srgbClr val="000000"/>
                </a:solidFill>
                <a:latin typeface="Consolas"/>
                <a:ea typeface="Consolas"/>
                <a:cs typeface="Consolas"/>
                <a:sym typeface="Consolas"/>
              </a:rPr>
              <a:t>	gender CHAR, primary key (name));</a:t>
            </a:r>
            <a:endParaRPr lang="en-US" sz="1800" b="0" i="0" u="none" strike="noStrike" cap="none" dirty="0">
              <a:solidFill>
                <a:srgbClr val="000000"/>
              </a:solidFill>
              <a:latin typeface="Arial"/>
              <a:ea typeface="Arial"/>
              <a:cs typeface="Arial"/>
              <a:sym typeface="Arial"/>
            </a:endParaRPr>
          </a:p>
          <a:p>
            <a:pPr marL="182880" lvl="0" indent="-182880" algn="l" rtl="0">
              <a:lnSpc>
                <a:spcPct val="70000"/>
              </a:lnSpc>
              <a:spcBef>
                <a:spcPts val="0"/>
              </a:spcBef>
              <a:spcAft>
                <a:spcPts val="0"/>
              </a:spcAft>
              <a:buSzPts val="1530"/>
              <a:buFont typeface="Oi"/>
              <a:buNone/>
            </a:pPr>
            <a:endParaRPr lang="en-US" sz="2400" dirty="0">
              <a:latin typeface="Courier New"/>
              <a:ea typeface="Courier New"/>
              <a:cs typeface="Courier New"/>
              <a:sym typeface="Courier New"/>
            </a:endParaRPr>
          </a:p>
          <a:p>
            <a:pPr marL="457200" lvl="1" indent="-182880" algn="l" rtl="0">
              <a:lnSpc>
                <a:spcPct val="90000"/>
              </a:lnSpc>
              <a:spcBef>
                <a:spcPts val="600"/>
              </a:spcBef>
              <a:spcAft>
                <a:spcPts val="0"/>
              </a:spcAft>
              <a:buSzPts val="1530"/>
              <a:buChar char="▪"/>
            </a:pPr>
            <a:endParaRPr dirty="0"/>
          </a:p>
          <a:p>
            <a:pPr marL="182880" lvl="0" indent="-182880" algn="l" rtl="0">
              <a:lnSpc>
                <a:spcPct val="90000"/>
              </a:lnSpc>
              <a:spcBef>
                <a:spcPts val="1400"/>
              </a:spcBef>
              <a:spcAft>
                <a:spcPts val="0"/>
              </a:spcAft>
              <a:buSzPts val="1700"/>
              <a:buChar char="▪"/>
            </a:pPr>
            <a:r>
              <a:rPr lang="en-US" b="1" dirty="0"/>
              <a:t>Foreign keys:</a:t>
            </a:r>
            <a:r>
              <a:rPr lang="en-US" dirty="0"/>
              <a:t> the column or sets of columns that reference primary keys in other tables.</a:t>
            </a:r>
            <a:endParaRPr b="1"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96FCDF4-6448-09F6-3D18-4EE5F5A4A7A1}"/>
                  </a:ext>
                </a:extLst>
              </p14:cNvPr>
              <p14:cNvContentPartPr/>
              <p14:nvPr/>
            </p14:nvContentPartPr>
            <p14:xfrm>
              <a:off x="2391480" y="2673720"/>
              <a:ext cx="6239160" cy="2500920"/>
            </p14:xfrm>
          </p:contentPart>
        </mc:Choice>
        <mc:Fallback xmlns="">
          <p:pic>
            <p:nvPicPr>
              <p:cNvPr id="2" name="Ink 1">
                <a:extLst>
                  <a:ext uri="{FF2B5EF4-FFF2-40B4-BE49-F238E27FC236}">
                    <a16:creationId xmlns:a16="http://schemas.microsoft.com/office/drawing/2014/main" id="{796FCDF4-6448-09F6-3D18-4EE5F5A4A7A1}"/>
                  </a:ext>
                </a:extLst>
              </p:cNvPr>
              <p:cNvPicPr/>
              <p:nvPr/>
            </p:nvPicPr>
            <p:blipFill>
              <a:blip r:embed="rId4"/>
              <a:stretch>
                <a:fillRect/>
              </a:stretch>
            </p:blipFill>
            <p:spPr>
              <a:xfrm>
                <a:off x="2382120" y="2664360"/>
                <a:ext cx="6257880" cy="2519640"/>
              </a:xfrm>
              <a:prstGeom prst="rect">
                <a:avLst/>
              </a:prstGeom>
            </p:spPr>
          </p:pic>
        </mc:Fallback>
      </mc:AlternateContent>
    </p:spTree>
    <p:extLst>
      <p:ext uri="{BB962C8B-B14F-4D97-AF65-F5344CB8AC3E}">
        <p14:creationId xmlns:p14="http://schemas.microsoft.com/office/powerpoint/2010/main" val="2079239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29"/>
          <p:cNvSpPr txBox="1">
            <a:spLocks noGrp="1"/>
          </p:cNvSpPr>
          <p:nvPr>
            <p:ph type="body" idx="4294967295"/>
          </p:nvPr>
        </p:nvSpPr>
        <p:spPr>
          <a:xfrm>
            <a:off x="4202020" y="592749"/>
            <a:ext cx="7989980" cy="5506603"/>
          </a:xfrm>
          <a:prstGeom prst="rect">
            <a:avLst/>
          </a:prstGeom>
          <a:noFill/>
          <a:ln>
            <a:noFill/>
          </a:ln>
        </p:spPr>
        <p:txBody>
          <a:bodyPr spcFirstLastPara="1" wrap="square" lIns="91425" tIns="45700" rIns="91425" bIns="45700" anchor="t" anchorCtr="0">
            <a:noAutofit/>
          </a:bodyPr>
          <a:lstStyle/>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CREATE TABLE Sailors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a:t>
            </a:r>
            <a:r>
              <a:rPr lang="en-US" sz="2200" dirty="0" err="1">
                <a:latin typeface="Courier New"/>
                <a:ea typeface="Courier New"/>
                <a:cs typeface="Courier New"/>
                <a:sym typeface="Courier New"/>
              </a:rPr>
              <a:t>sid</a:t>
            </a:r>
            <a:r>
              <a:rPr lang="en-US" sz="2200" dirty="0">
                <a:latin typeface="Courier New"/>
                <a:ea typeface="Courier New"/>
                <a:cs typeface="Courier New"/>
                <a:sym typeface="Courier New"/>
              </a:rPr>
              <a:t> </a:t>
            </a:r>
            <a:r>
              <a:rPr lang="en-US" sz="2200" b="1" dirty="0">
                <a:latin typeface="Courier New"/>
                <a:ea typeface="Courier New"/>
                <a:cs typeface="Courier New"/>
                <a:sym typeface="Courier New"/>
              </a:rPr>
              <a:t>INTEGER</a:t>
            </a:r>
            <a:r>
              <a:rPr lang="en-US" sz="2200" dirty="0">
                <a:latin typeface="Courier New"/>
                <a:ea typeface="Courier New"/>
                <a:cs typeface="Courier New"/>
                <a:sym typeface="Courier New"/>
              </a:rPr>
              <a:t>,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a:t>
            </a:r>
            <a:r>
              <a:rPr lang="en-US" sz="2200" dirty="0" err="1">
                <a:latin typeface="Courier New"/>
                <a:ea typeface="Courier New"/>
                <a:cs typeface="Courier New"/>
                <a:sym typeface="Courier New"/>
              </a:rPr>
              <a:t>sname</a:t>
            </a:r>
            <a:r>
              <a:rPr lang="en-US" sz="2200" dirty="0">
                <a:latin typeface="Courier New"/>
                <a:ea typeface="Courier New"/>
                <a:cs typeface="Courier New"/>
                <a:sym typeface="Courier New"/>
              </a:rPr>
              <a:t> CHAR(20),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rating INTEGER,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age REAL,</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a:t>
            </a:r>
            <a:r>
              <a:rPr lang="en-US" sz="2200" b="1" dirty="0">
                <a:latin typeface="Courier New"/>
                <a:ea typeface="Courier New"/>
                <a:cs typeface="Courier New"/>
                <a:sym typeface="Courier New"/>
              </a:rPr>
              <a:t>PRIMARY KEY </a:t>
            </a:r>
            <a:r>
              <a:rPr lang="en-US" sz="2200" dirty="0">
                <a:latin typeface="Courier New"/>
                <a:ea typeface="Courier New"/>
                <a:cs typeface="Courier New"/>
                <a:sym typeface="Courier New"/>
              </a:rPr>
              <a:t>(</a:t>
            </a:r>
            <a:r>
              <a:rPr lang="en-US" sz="2200" dirty="0" err="1">
                <a:latin typeface="Courier New"/>
                <a:ea typeface="Courier New"/>
                <a:cs typeface="Courier New"/>
                <a:sym typeface="Courier New"/>
              </a:rPr>
              <a:t>sid</a:t>
            </a:r>
            <a:r>
              <a:rPr lang="en-US" sz="2200" dirty="0">
                <a:latin typeface="Courier New"/>
                <a:ea typeface="Courier New"/>
                <a:cs typeface="Courier New"/>
                <a:sym typeface="Courier New"/>
              </a:rPr>
              <a:t>));</a:t>
            </a:r>
            <a:endParaRPr sz="2400" dirty="0">
              <a:latin typeface="Courier New"/>
              <a:ea typeface="Courier New"/>
              <a:cs typeface="Courier New"/>
              <a:sym typeface="Courier New"/>
            </a:endParaRPr>
          </a:p>
          <a:p>
            <a:pPr marL="182880" lvl="0" indent="-182880" algn="l" rtl="0">
              <a:lnSpc>
                <a:spcPct val="70000"/>
              </a:lnSpc>
              <a:spcBef>
                <a:spcPts val="1200"/>
              </a:spcBef>
              <a:spcAft>
                <a:spcPts val="0"/>
              </a:spcAft>
              <a:buSzPts val="1530"/>
              <a:buFont typeface="Rockwell"/>
              <a:buNone/>
            </a:pPr>
            <a:endParaRPr sz="22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CREATE TABLE Boats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bid INTEGER,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a:t>
            </a:r>
            <a:r>
              <a:rPr lang="en-US" sz="2200" dirty="0" err="1">
                <a:latin typeface="Courier New"/>
                <a:ea typeface="Courier New"/>
                <a:cs typeface="Courier New"/>
                <a:sym typeface="Courier New"/>
              </a:rPr>
              <a:t>bname</a:t>
            </a:r>
            <a:r>
              <a:rPr lang="en-US" sz="2200" dirty="0">
                <a:latin typeface="Courier New"/>
                <a:ea typeface="Courier New"/>
                <a:cs typeface="Courier New"/>
                <a:sym typeface="Courier New"/>
              </a:rPr>
              <a:t> CHAR (20),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color CHAR(10),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PRIMARY KEY (bid));</a:t>
            </a:r>
            <a:endParaRPr sz="2400" dirty="0">
              <a:latin typeface="Courier New"/>
              <a:ea typeface="Courier New"/>
              <a:cs typeface="Courier New"/>
              <a:sym typeface="Courier New"/>
            </a:endParaRPr>
          </a:p>
          <a:p>
            <a:pPr marL="182880" lvl="0" indent="-182880" algn="l" rtl="0">
              <a:lnSpc>
                <a:spcPct val="70000"/>
              </a:lnSpc>
              <a:spcBef>
                <a:spcPts val="1200"/>
              </a:spcBef>
              <a:spcAft>
                <a:spcPts val="0"/>
              </a:spcAft>
              <a:buSzPts val="1530"/>
              <a:buFont typeface="Rockwell"/>
              <a:buNone/>
            </a:pPr>
            <a:endParaRPr sz="22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CREATE TABLE Reserves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a:t>
            </a:r>
            <a:r>
              <a:rPr lang="en-US" sz="2200" dirty="0" err="1">
                <a:latin typeface="Courier New"/>
                <a:ea typeface="Courier New"/>
                <a:cs typeface="Courier New"/>
                <a:sym typeface="Courier New"/>
              </a:rPr>
              <a:t>sid</a:t>
            </a:r>
            <a:r>
              <a:rPr lang="en-US" sz="2200" dirty="0">
                <a:latin typeface="Courier New"/>
                <a:ea typeface="Courier New"/>
                <a:cs typeface="Courier New"/>
                <a:sym typeface="Courier New"/>
              </a:rPr>
              <a:t> INTEGER,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bid INTEGER,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day DATE,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PRIMARY KEY (</a:t>
            </a:r>
            <a:r>
              <a:rPr lang="en-US" sz="2200" dirty="0" err="1">
                <a:latin typeface="Courier New"/>
                <a:ea typeface="Courier New"/>
                <a:cs typeface="Courier New"/>
                <a:sym typeface="Courier New"/>
              </a:rPr>
              <a:t>sid</a:t>
            </a:r>
            <a:r>
              <a:rPr lang="en-US" sz="2200" dirty="0">
                <a:latin typeface="Courier New"/>
                <a:ea typeface="Courier New"/>
                <a:cs typeface="Courier New"/>
                <a:sym typeface="Courier New"/>
              </a:rPr>
              <a:t>, bid, day),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a:t>
            </a:r>
            <a:r>
              <a:rPr lang="en-US" sz="2200" b="1" dirty="0">
                <a:latin typeface="Courier New"/>
                <a:ea typeface="Courier New"/>
                <a:cs typeface="Courier New"/>
                <a:sym typeface="Courier New"/>
              </a:rPr>
              <a:t>FOREIGN KEY </a:t>
            </a:r>
            <a:r>
              <a:rPr lang="en-US" sz="2200" dirty="0">
                <a:latin typeface="Courier New"/>
                <a:ea typeface="Courier New"/>
                <a:cs typeface="Courier New"/>
                <a:sym typeface="Courier New"/>
              </a:rPr>
              <a:t>(</a:t>
            </a:r>
            <a:r>
              <a:rPr lang="en-US" sz="2200" dirty="0" err="1">
                <a:latin typeface="Courier New"/>
                <a:ea typeface="Courier New"/>
                <a:cs typeface="Courier New"/>
                <a:sym typeface="Courier New"/>
              </a:rPr>
              <a:t>sid</a:t>
            </a:r>
            <a:r>
              <a:rPr lang="en-US" sz="2200" dirty="0">
                <a:latin typeface="Courier New"/>
                <a:ea typeface="Courier New"/>
                <a:cs typeface="Courier New"/>
                <a:sym typeface="Courier New"/>
              </a:rPr>
              <a:t>) REFERENCES Sailors (</a:t>
            </a:r>
            <a:r>
              <a:rPr lang="en-US" sz="2200" dirty="0" err="1">
                <a:latin typeface="Courier New"/>
                <a:ea typeface="Courier New"/>
                <a:cs typeface="Courier New"/>
                <a:sym typeface="Courier New"/>
              </a:rPr>
              <a:t>sid</a:t>
            </a:r>
            <a:r>
              <a:rPr lang="en-US" sz="2200" dirty="0">
                <a:latin typeface="Courier New"/>
                <a:ea typeface="Courier New"/>
                <a:cs typeface="Courier New"/>
                <a:sym typeface="Courier New"/>
              </a:rPr>
              <a:t>), </a:t>
            </a:r>
            <a:endParaRPr sz="2400" dirty="0">
              <a:latin typeface="Courier New"/>
              <a:ea typeface="Courier New"/>
              <a:cs typeface="Courier New"/>
              <a:sym typeface="Courier New"/>
            </a:endParaRPr>
          </a:p>
          <a:p>
            <a:pPr marL="182880" lvl="0" indent="-182880" algn="l" rtl="0">
              <a:lnSpc>
                <a:spcPct val="70000"/>
              </a:lnSpc>
              <a:spcBef>
                <a:spcPts val="0"/>
              </a:spcBef>
              <a:spcAft>
                <a:spcPts val="0"/>
              </a:spcAft>
              <a:buSzPts val="1530"/>
              <a:buFont typeface="Oi"/>
              <a:buNone/>
            </a:pPr>
            <a:r>
              <a:rPr lang="en-US" sz="2200" dirty="0">
                <a:latin typeface="Courier New"/>
                <a:ea typeface="Courier New"/>
                <a:cs typeface="Courier New"/>
                <a:sym typeface="Courier New"/>
              </a:rPr>
              <a:t>  FOREIGN KEY (bid) REFERENCES Boats (bid))</a:t>
            </a:r>
            <a:r>
              <a:rPr lang="en-US" sz="2200" b="1" dirty="0">
                <a:solidFill>
                  <a:schemeClr val="accent3"/>
                </a:solidFill>
                <a:latin typeface="Courier New"/>
                <a:ea typeface="Courier New"/>
                <a:cs typeface="Courier New"/>
                <a:sym typeface="Courier New"/>
              </a:rPr>
              <a:t>;</a:t>
            </a:r>
            <a:endParaRPr sz="2400" b="1" dirty="0">
              <a:solidFill>
                <a:schemeClr val="accent3"/>
              </a:solidFill>
              <a:latin typeface="Courier New"/>
              <a:ea typeface="Courier New"/>
              <a:cs typeface="Courier New"/>
              <a:sym typeface="Courier New"/>
            </a:endParaRPr>
          </a:p>
          <a:p>
            <a:pPr marL="182880" lvl="0" indent="-85723" algn="l" rtl="0">
              <a:lnSpc>
                <a:spcPct val="70000"/>
              </a:lnSpc>
              <a:spcBef>
                <a:spcPts val="1200"/>
              </a:spcBef>
              <a:spcAft>
                <a:spcPts val="0"/>
              </a:spcAft>
              <a:buSzPts val="1530"/>
              <a:buNone/>
            </a:pPr>
            <a:endParaRPr sz="2200" dirty="0">
              <a:latin typeface="Courier New"/>
              <a:ea typeface="Courier New"/>
              <a:cs typeface="Courier New"/>
              <a:sym typeface="Courier New"/>
            </a:endParaRPr>
          </a:p>
        </p:txBody>
      </p:sp>
      <p:graphicFrame>
        <p:nvGraphicFramePr>
          <p:cNvPr id="828" name="Google Shape;828;p29"/>
          <p:cNvGraphicFramePr/>
          <p:nvPr/>
        </p:nvGraphicFramePr>
        <p:xfrm>
          <a:off x="759613" y="1145196"/>
          <a:ext cx="3200400" cy="1341400"/>
        </p:xfrm>
        <a:graphic>
          <a:graphicData uri="http://schemas.openxmlformats.org/drawingml/2006/table">
            <a:tbl>
              <a:tblPr>
                <a:noFill/>
              </a:tblPr>
              <a:tblGrid>
                <a:gridCol w="609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800100">
                  <a:extLst>
                    <a:ext uri="{9D8B030D-6E8A-4147-A177-3AD203B41FA5}">
                      <a16:colId xmlns:a16="http://schemas.microsoft.com/office/drawing/2014/main" val="20003"/>
                    </a:ext>
                  </a:extLst>
                </a:gridCol>
              </a:tblGrid>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sng" strike="noStrike" cap="none">
                          <a:solidFill>
                            <a:schemeClr val="dk1"/>
                          </a:solidFill>
                          <a:latin typeface="Tahoma"/>
                          <a:ea typeface="Tahoma"/>
                          <a:cs typeface="Tahoma"/>
                          <a:sym typeface="Tahoma"/>
                        </a:rPr>
                        <a:t>sid</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sname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rating</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age</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extLst>
                  <a:ext uri="{0D108BD9-81ED-4DB2-BD59-A6C34878D82A}">
                    <a16:rowId xmlns:a16="http://schemas.microsoft.com/office/drawing/2014/main" val="10000"/>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Fred</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7</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22</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2</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Jim</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2</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39</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3</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Nancy</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8</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dirty="0">
                          <a:solidFill>
                            <a:schemeClr val="dk1"/>
                          </a:solidFill>
                          <a:latin typeface="Tahoma"/>
                          <a:ea typeface="Tahoma"/>
                          <a:cs typeface="Tahoma"/>
                          <a:sym typeface="Tahoma"/>
                        </a:rPr>
                        <a:t>27</a:t>
                      </a:r>
                      <a:endParaRPr sz="1400" u="none" strike="noStrike" cap="none" dirty="0"/>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graphicFrame>
        <p:nvGraphicFramePr>
          <p:cNvPr id="829" name="Google Shape;829;p29"/>
          <p:cNvGraphicFramePr/>
          <p:nvPr/>
        </p:nvGraphicFramePr>
        <p:xfrm>
          <a:off x="759613" y="3050196"/>
          <a:ext cx="3200400" cy="1341400"/>
        </p:xfrm>
        <a:graphic>
          <a:graphicData uri="http://schemas.openxmlformats.org/drawingml/2006/table">
            <a:tbl>
              <a:tblPr>
                <a:noFill/>
              </a:tblPr>
              <a:tblGrid>
                <a:gridCol w="800100">
                  <a:extLst>
                    <a:ext uri="{9D8B030D-6E8A-4147-A177-3AD203B41FA5}">
                      <a16:colId xmlns:a16="http://schemas.microsoft.com/office/drawing/2014/main" val="20000"/>
                    </a:ext>
                  </a:extLst>
                </a:gridCol>
                <a:gridCol w="1474800">
                  <a:extLst>
                    <a:ext uri="{9D8B030D-6E8A-4147-A177-3AD203B41FA5}">
                      <a16:colId xmlns:a16="http://schemas.microsoft.com/office/drawing/2014/main" val="20001"/>
                    </a:ext>
                  </a:extLst>
                </a:gridCol>
                <a:gridCol w="925500">
                  <a:extLst>
                    <a:ext uri="{9D8B030D-6E8A-4147-A177-3AD203B41FA5}">
                      <a16:colId xmlns:a16="http://schemas.microsoft.com/office/drawing/2014/main" val="20002"/>
                    </a:ext>
                  </a:extLst>
                </a:gridCol>
              </a:tblGrid>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sng" strike="noStrike" cap="none">
                          <a:solidFill>
                            <a:schemeClr val="dk1"/>
                          </a:solidFill>
                          <a:latin typeface="Tahoma"/>
                          <a:ea typeface="Tahoma"/>
                          <a:cs typeface="Tahoma"/>
                          <a:sym typeface="Tahoma"/>
                        </a:rPr>
                        <a:t>bid</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bname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color</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extLst>
                  <a:ext uri="{0D108BD9-81ED-4DB2-BD59-A6C34878D82A}">
                    <a16:rowId xmlns:a16="http://schemas.microsoft.com/office/drawing/2014/main" val="10000"/>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101</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Nina</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red</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102</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Pinta</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blue</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103</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Santa Maria</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red</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830" name="Google Shape;830;p29"/>
          <p:cNvGraphicFramePr/>
          <p:nvPr/>
        </p:nvGraphicFramePr>
        <p:xfrm>
          <a:off x="759613" y="5183796"/>
          <a:ext cx="3200400" cy="1028700"/>
        </p:xfrm>
        <a:graphic>
          <a:graphicData uri="http://schemas.openxmlformats.org/drawingml/2006/table">
            <a:tbl>
              <a:tblPr>
                <a:noFil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tblGrid>
              <a:tr h="342900">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sng" strike="noStrike" cap="none">
                          <a:solidFill>
                            <a:schemeClr val="dk1"/>
                          </a:solidFill>
                          <a:latin typeface="Tahoma"/>
                          <a:ea typeface="Tahoma"/>
                          <a:cs typeface="Tahoma"/>
                          <a:sym typeface="Tahoma"/>
                        </a:rPr>
                        <a:t>sid</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sng" strike="noStrike" cap="none">
                          <a:solidFill>
                            <a:schemeClr val="dk1"/>
                          </a:solidFill>
                          <a:latin typeface="Tahoma"/>
                          <a:ea typeface="Tahoma"/>
                          <a:cs typeface="Tahoma"/>
                          <a:sym typeface="Tahoma"/>
                        </a:rPr>
                        <a:t>bid</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sng" strike="noStrike" cap="none">
                          <a:solidFill>
                            <a:schemeClr val="dk1"/>
                          </a:solidFill>
                          <a:latin typeface="Tahoma"/>
                          <a:ea typeface="Tahoma"/>
                          <a:cs typeface="Tahoma"/>
                          <a:sym typeface="Tahoma"/>
                        </a:rPr>
                        <a:t>day</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extLst>
                  <a:ext uri="{0D108BD9-81ED-4DB2-BD59-A6C34878D82A}">
                    <a16:rowId xmlns:a16="http://schemas.microsoft.com/office/drawing/2014/main" val="10000"/>
                  </a:ext>
                </a:extLst>
              </a:tr>
              <a:tr h="34290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102</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9/12</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4290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2</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102</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9/13</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831" name="Google Shape;831;p29"/>
          <p:cNvCxnSpPr/>
          <p:nvPr/>
        </p:nvCxnSpPr>
        <p:spPr>
          <a:xfrm rot="-5400000">
            <a:off x="-1260587" y="3333547"/>
            <a:ext cx="4041900" cy="1500"/>
          </a:xfrm>
          <a:prstGeom prst="curvedConnector3">
            <a:avLst>
              <a:gd name="adj1" fmla="val 0"/>
            </a:avLst>
          </a:prstGeom>
          <a:noFill/>
          <a:ln w="12700" cap="flat" cmpd="sng">
            <a:solidFill>
              <a:schemeClr val="dk1"/>
            </a:solidFill>
            <a:prstDash val="solid"/>
            <a:round/>
            <a:headEnd type="none" w="sm" len="sm"/>
            <a:tailEnd type="triangle" w="sm" len="sm"/>
          </a:ln>
        </p:spPr>
      </p:cxnSp>
      <p:cxnSp>
        <p:nvCxnSpPr>
          <p:cNvPr id="832" name="Google Shape;832;p29"/>
          <p:cNvCxnSpPr/>
          <p:nvPr/>
        </p:nvCxnSpPr>
        <p:spPr>
          <a:xfrm rot="5400000" flipH="1">
            <a:off x="693013" y="3516996"/>
            <a:ext cx="2133600" cy="1200000"/>
          </a:xfrm>
          <a:prstGeom prst="curvedConnector3">
            <a:avLst>
              <a:gd name="adj1" fmla="val 110713"/>
            </a:avLst>
          </a:prstGeom>
          <a:noFill/>
          <a:ln w="12700" cap="flat" cmpd="sng">
            <a:solidFill>
              <a:schemeClr val="dk1"/>
            </a:solidFill>
            <a:prstDash val="solid"/>
            <a:round/>
            <a:headEnd type="none" w="sm" len="sm"/>
            <a:tailEnd type="triangle" w="sm" len="sm"/>
          </a:ln>
        </p:spPr>
      </p:cxnSp>
      <p:sp>
        <p:nvSpPr>
          <p:cNvPr id="833" name="Google Shape;833;p29"/>
          <p:cNvSpPr txBox="1"/>
          <p:nvPr/>
        </p:nvSpPr>
        <p:spPr>
          <a:xfrm>
            <a:off x="8075998" y="978400"/>
            <a:ext cx="2493948" cy="6465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Century Gothic"/>
              <a:buNone/>
            </a:pPr>
            <a:r>
              <a:rPr lang="en-US" sz="1800" b="0" i="0" u="none" strike="noStrike" cap="none">
                <a:solidFill>
                  <a:srgbClr val="000000"/>
                </a:solidFill>
                <a:latin typeface="Century Gothic"/>
                <a:ea typeface="Century Gothic"/>
                <a:cs typeface="Century Gothic"/>
                <a:sym typeface="Century Gothic"/>
              </a:rPr>
              <a:t>Columns have</a:t>
            </a:r>
            <a:br>
              <a:rPr lang="en-US" sz="1800" b="0" i="0" u="none" strike="noStrike" cap="none">
                <a:solidFill>
                  <a:srgbClr val="000000"/>
                </a:solidFill>
                <a:latin typeface="Century Gothic"/>
                <a:ea typeface="Century Gothic"/>
                <a:cs typeface="Century Gothic"/>
                <a:sym typeface="Century Gothic"/>
              </a:rPr>
            </a:br>
            <a:r>
              <a:rPr lang="en-US" sz="1800" b="1" i="0" u="none" strike="noStrike" cap="none">
                <a:solidFill>
                  <a:srgbClr val="000000"/>
                </a:solidFill>
                <a:latin typeface="Century Gothic"/>
                <a:ea typeface="Century Gothic"/>
                <a:cs typeface="Century Gothic"/>
                <a:sym typeface="Century Gothic"/>
              </a:rPr>
              <a:t>names</a:t>
            </a:r>
            <a:r>
              <a:rPr lang="en-US" sz="1800" b="0" i="0" u="none" strike="noStrike" cap="none">
                <a:solidFill>
                  <a:srgbClr val="000000"/>
                </a:solidFill>
                <a:latin typeface="Century Gothic"/>
                <a:ea typeface="Century Gothic"/>
                <a:cs typeface="Century Gothic"/>
                <a:sym typeface="Century Gothic"/>
              </a:rPr>
              <a:t> and </a:t>
            </a:r>
            <a:r>
              <a:rPr lang="en-US" sz="1800" b="1" i="0" u="none" strike="noStrike" cap="none">
                <a:solidFill>
                  <a:srgbClr val="000000"/>
                </a:solidFill>
                <a:latin typeface="Century Gothic"/>
                <a:ea typeface="Century Gothic"/>
                <a:cs typeface="Century Gothic"/>
                <a:sym typeface="Century Gothic"/>
              </a:rPr>
              <a:t>types</a:t>
            </a:r>
            <a:endParaRPr sz="1400" b="0" i="0" u="none" strike="noStrike" cap="none">
              <a:solidFill>
                <a:srgbClr val="000000"/>
              </a:solidFill>
              <a:latin typeface="Arial"/>
              <a:ea typeface="Arial"/>
              <a:cs typeface="Arial"/>
              <a:sym typeface="Arial"/>
            </a:endParaRPr>
          </a:p>
        </p:txBody>
      </p:sp>
      <p:sp>
        <p:nvSpPr>
          <p:cNvPr id="834" name="Google Shape;834;p29"/>
          <p:cNvSpPr txBox="1"/>
          <p:nvPr/>
        </p:nvSpPr>
        <p:spPr>
          <a:xfrm>
            <a:off x="8694756" y="1896679"/>
            <a:ext cx="1768991" cy="9234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Century Gothic"/>
              <a:buNone/>
            </a:pPr>
            <a:r>
              <a:rPr lang="en-US" sz="1800" b="0" i="0" u="none" strike="noStrike" cap="none">
                <a:solidFill>
                  <a:srgbClr val="000000"/>
                </a:solidFill>
                <a:latin typeface="Century Gothic"/>
                <a:ea typeface="Century Gothic"/>
                <a:cs typeface="Century Gothic"/>
                <a:sym typeface="Century Gothic"/>
              </a:rPr>
              <a:t>Specify</a:t>
            </a:r>
            <a:br>
              <a:rPr lang="en-US" sz="1800" b="0" i="0" u="none" strike="noStrike" cap="none">
                <a:solidFill>
                  <a:srgbClr val="000000"/>
                </a:solidFill>
                <a:latin typeface="Century Gothic"/>
                <a:ea typeface="Century Gothic"/>
                <a:cs typeface="Century Gothic"/>
                <a:sym typeface="Century Gothic"/>
              </a:rPr>
            </a:br>
            <a:r>
              <a:rPr lang="en-US" sz="1800" b="1" i="0" u="none" strike="noStrike" cap="none">
                <a:solidFill>
                  <a:srgbClr val="000000"/>
                </a:solidFill>
                <a:latin typeface="Century Gothic"/>
                <a:ea typeface="Century Gothic"/>
                <a:cs typeface="Century Gothic"/>
                <a:sym typeface="Century Gothic"/>
              </a:rPr>
              <a:t>Primary Key</a:t>
            </a:r>
            <a:br>
              <a:rPr lang="en-US" sz="1800" b="0" i="0" u="none" strike="noStrike" cap="none">
                <a:solidFill>
                  <a:srgbClr val="000000"/>
                </a:solidFill>
                <a:latin typeface="Century Gothic"/>
                <a:ea typeface="Century Gothic"/>
                <a:cs typeface="Century Gothic"/>
                <a:sym typeface="Century Gothic"/>
              </a:rPr>
            </a:br>
            <a:r>
              <a:rPr lang="en-US" sz="1800" b="0" i="0" u="none" strike="noStrike" cap="none">
                <a:solidFill>
                  <a:srgbClr val="000000"/>
                </a:solidFill>
                <a:latin typeface="Century Gothic"/>
                <a:ea typeface="Century Gothic"/>
                <a:cs typeface="Century Gothic"/>
                <a:sym typeface="Century Gothic"/>
              </a:rPr>
              <a:t>column(s)</a:t>
            </a:r>
            <a:endParaRPr sz="1800" b="1" i="0" u="none" strike="noStrike" cap="none">
              <a:solidFill>
                <a:srgbClr val="000000"/>
              </a:solidFill>
              <a:latin typeface="Century Gothic"/>
              <a:ea typeface="Century Gothic"/>
              <a:cs typeface="Century Gothic"/>
              <a:sym typeface="Century Gothic"/>
            </a:endParaRPr>
          </a:p>
        </p:txBody>
      </p:sp>
      <p:sp>
        <p:nvSpPr>
          <p:cNvPr id="835" name="Google Shape;835;p29"/>
          <p:cNvSpPr txBox="1"/>
          <p:nvPr/>
        </p:nvSpPr>
        <p:spPr>
          <a:xfrm>
            <a:off x="8656284" y="3206566"/>
            <a:ext cx="1814323" cy="9234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Century Gothic"/>
              <a:buNone/>
            </a:pPr>
            <a:r>
              <a:rPr lang="en-US" sz="1800" b="0" i="0" u="none" strike="noStrike" cap="none">
                <a:solidFill>
                  <a:srgbClr val="000000"/>
                </a:solidFill>
                <a:latin typeface="Century Gothic"/>
                <a:ea typeface="Century Gothic"/>
                <a:cs typeface="Century Gothic"/>
                <a:sym typeface="Century Gothic"/>
              </a:rPr>
              <a:t>Specify</a:t>
            </a:r>
            <a:br>
              <a:rPr lang="en-US" sz="1800" b="0" i="0" u="none" strike="noStrike" cap="none">
                <a:solidFill>
                  <a:srgbClr val="000000"/>
                </a:solidFill>
                <a:latin typeface="Century Gothic"/>
                <a:ea typeface="Century Gothic"/>
                <a:cs typeface="Century Gothic"/>
                <a:sym typeface="Century Gothic"/>
              </a:rPr>
            </a:br>
            <a:r>
              <a:rPr lang="en-US" sz="1800" b="1" i="0" u="none" strike="noStrike" cap="none">
                <a:solidFill>
                  <a:srgbClr val="000000"/>
                </a:solidFill>
                <a:latin typeface="Century Gothic"/>
                <a:ea typeface="Century Gothic"/>
                <a:cs typeface="Century Gothic"/>
                <a:sym typeface="Century Gothic"/>
              </a:rPr>
              <a:t>Foreign Key</a:t>
            </a:r>
            <a:br>
              <a:rPr lang="en-US" sz="1800" b="0" i="0" u="none" strike="noStrike" cap="none">
                <a:solidFill>
                  <a:srgbClr val="000000"/>
                </a:solidFill>
                <a:latin typeface="Century Gothic"/>
                <a:ea typeface="Century Gothic"/>
                <a:cs typeface="Century Gothic"/>
                <a:sym typeface="Century Gothic"/>
              </a:rPr>
            </a:br>
            <a:r>
              <a:rPr lang="en-US" sz="1800" b="0" i="0" u="none" strike="noStrike" cap="none">
                <a:solidFill>
                  <a:srgbClr val="000000"/>
                </a:solidFill>
                <a:latin typeface="Century Gothic"/>
                <a:ea typeface="Century Gothic"/>
                <a:cs typeface="Century Gothic"/>
                <a:sym typeface="Century Gothic"/>
              </a:rPr>
              <a:t>relationships</a:t>
            </a:r>
            <a:endParaRPr sz="1800" b="1" i="0" u="none" strike="noStrike" cap="none">
              <a:solidFill>
                <a:srgbClr val="000000"/>
              </a:solidFill>
              <a:latin typeface="Century Gothic"/>
              <a:ea typeface="Century Gothic"/>
              <a:cs typeface="Century Gothic"/>
              <a:sym typeface="Century Gothic"/>
            </a:endParaRPr>
          </a:p>
        </p:txBody>
      </p:sp>
      <p:cxnSp>
        <p:nvCxnSpPr>
          <p:cNvPr id="836" name="Google Shape;836;p29"/>
          <p:cNvCxnSpPr>
            <a:cxnSpLocks/>
          </p:cNvCxnSpPr>
          <p:nvPr/>
        </p:nvCxnSpPr>
        <p:spPr>
          <a:xfrm flipH="1" flipV="1">
            <a:off x="5716885" y="1972244"/>
            <a:ext cx="2939400" cy="386100"/>
          </a:xfrm>
          <a:prstGeom prst="straightConnector1">
            <a:avLst/>
          </a:prstGeom>
          <a:noFill/>
          <a:ln w="9525" cap="flat" cmpd="sng">
            <a:solidFill>
              <a:schemeClr val="accent1"/>
            </a:solidFill>
            <a:prstDash val="solid"/>
            <a:round/>
            <a:headEnd type="none" w="sm" len="sm"/>
            <a:tailEnd type="triangle" w="med" len="med"/>
          </a:ln>
        </p:spPr>
      </p:cxnSp>
      <p:cxnSp>
        <p:nvCxnSpPr>
          <p:cNvPr id="837" name="Google Shape;837;p29"/>
          <p:cNvCxnSpPr>
            <a:cxnSpLocks/>
          </p:cNvCxnSpPr>
          <p:nvPr/>
        </p:nvCxnSpPr>
        <p:spPr>
          <a:xfrm flipH="1" flipV="1">
            <a:off x="6677427" y="978465"/>
            <a:ext cx="1728300" cy="323100"/>
          </a:xfrm>
          <a:prstGeom prst="straightConnector1">
            <a:avLst/>
          </a:prstGeom>
          <a:noFill/>
          <a:ln w="9525" cap="flat" cmpd="sng">
            <a:solidFill>
              <a:schemeClr val="accent1"/>
            </a:solidFill>
            <a:prstDash val="solid"/>
            <a:round/>
            <a:headEnd type="none" w="sm" len="sm"/>
            <a:tailEnd type="triangle" w="med" len="med"/>
          </a:ln>
        </p:spPr>
      </p:cxnSp>
      <p:cxnSp>
        <p:nvCxnSpPr>
          <p:cNvPr id="838" name="Google Shape;838;p29"/>
          <p:cNvCxnSpPr>
            <a:cxnSpLocks/>
          </p:cNvCxnSpPr>
          <p:nvPr/>
        </p:nvCxnSpPr>
        <p:spPr>
          <a:xfrm flipH="1">
            <a:off x="6498758" y="3668231"/>
            <a:ext cx="2196000" cy="1515600"/>
          </a:xfrm>
          <a:prstGeom prst="straightConnector1">
            <a:avLst/>
          </a:prstGeom>
          <a:noFill/>
          <a:ln w="9525" cap="flat" cmpd="sng">
            <a:solidFill>
              <a:schemeClr val="accent1"/>
            </a:solidFill>
            <a:prstDash val="solid"/>
            <a:round/>
            <a:headEnd type="none" w="sm" len="sm"/>
            <a:tailEnd type="triangle" w="med" len="med"/>
          </a:ln>
        </p:spPr>
      </p:cxnSp>
      <p:sp>
        <p:nvSpPr>
          <p:cNvPr id="839" name="Google Shape;839;p29"/>
          <p:cNvSpPr txBox="1"/>
          <p:nvPr/>
        </p:nvSpPr>
        <p:spPr>
          <a:xfrm>
            <a:off x="8864480" y="5822153"/>
            <a:ext cx="2175600" cy="6465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Century Gothic"/>
              <a:buNone/>
            </a:pPr>
            <a:r>
              <a:rPr lang="en-US" sz="1800" b="1" i="0" u="none" strike="noStrike" cap="none" dirty="0">
                <a:solidFill>
                  <a:srgbClr val="000000"/>
                </a:solidFill>
                <a:latin typeface="Century Gothic"/>
                <a:ea typeface="Century Gothic"/>
                <a:cs typeface="Century Gothic"/>
                <a:sym typeface="Century Gothic"/>
              </a:rPr>
              <a:t>Semicolon</a:t>
            </a:r>
            <a:r>
              <a:rPr lang="en-US" sz="1800" b="0" i="0" u="none" strike="noStrike" cap="none" dirty="0">
                <a:solidFill>
                  <a:srgbClr val="000000"/>
                </a:solidFill>
                <a:latin typeface="Century Gothic"/>
                <a:ea typeface="Century Gothic"/>
                <a:cs typeface="Century Gothic"/>
                <a:sym typeface="Century Gothic"/>
              </a:rPr>
              <a:t> at</a:t>
            </a:r>
            <a:br>
              <a:rPr lang="en-US" sz="1800" b="0" i="0" u="none" strike="noStrike" cap="none" dirty="0">
                <a:solidFill>
                  <a:srgbClr val="000000"/>
                </a:solidFill>
                <a:latin typeface="Century Gothic"/>
                <a:ea typeface="Century Gothic"/>
                <a:cs typeface="Century Gothic"/>
                <a:sym typeface="Century Gothic"/>
              </a:rPr>
            </a:br>
            <a:r>
              <a:rPr lang="en-US" sz="1800" b="0" i="0" u="none" strike="noStrike" cap="none" dirty="0">
                <a:solidFill>
                  <a:srgbClr val="000000"/>
                </a:solidFill>
                <a:latin typeface="Century Gothic"/>
                <a:ea typeface="Century Gothic"/>
                <a:cs typeface="Century Gothic"/>
                <a:sym typeface="Century Gothic"/>
              </a:rPr>
              <a:t>end of command</a:t>
            </a:r>
            <a:endParaRPr sz="1800" b="1" i="0" u="none" strike="noStrike" cap="none" dirty="0">
              <a:solidFill>
                <a:srgbClr val="000000"/>
              </a:solidFill>
              <a:latin typeface="Century Gothic"/>
              <a:ea typeface="Century Gothic"/>
              <a:cs typeface="Century Gothic"/>
              <a:sym typeface="Century Gothic"/>
            </a:endParaRPr>
          </a:p>
        </p:txBody>
      </p:sp>
      <p:cxnSp>
        <p:nvCxnSpPr>
          <p:cNvPr id="840" name="Google Shape;840;p29"/>
          <p:cNvCxnSpPr>
            <a:cxnSpLocks/>
          </p:cNvCxnSpPr>
          <p:nvPr/>
        </p:nvCxnSpPr>
        <p:spPr>
          <a:xfrm flipV="1">
            <a:off x="10137976" y="5605153"/>
            <a:ext cx="1392965" cy="274447"/>
          </a:xfrm>
          <a:prstGeom prst="straightConnector1">
            <a:avLst/>
          </a:prstGeom>
          <a:noFill/>
          <a:ln w="38100" cap="flat" cmpd="sng">
            <a:solidFill>
              <a:schemeClr val="accent1"/>
            </a:solidFill>
            <a:prstDash val="solid"/>
            <a:round/>
            <a:headEnd type="none" w="sm" len="sm"/>
            <a:tailEnd type="triangle" w="med" len="med"/>
          </a:ln>
        </p:spPr>
      </p:cxnSp>
      <p:sp>
        <p:nvSpPr>
          <p:cNvPr id="841" name="Google Shape;841;p29"/>
          <p:cNvSpPr/>
          <p:nvPr/>
        </p:nvSpPr>
        <p:spPr>
          <a:xfrm>
            <a:off x="115700" y="6468475"/>
            <a:ext cx="9909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Rockwell"/>
                <a:ea typeface="Rockwell"/>
                <a:cs typeface="Rockwell"/>
                <a:sym typeface="Rockwell"/>
              </a:rPr>
              <a:t>Q #3:</a:t>
            </a:r>
            <a:r>
              <a:rPr lang="en-US" sz="1800" b="0" i="0" u="none" strike="noStrike" cap="none" dirty="0">
                <a:solidFill>
                  <a:schemeClr val="dk1"/>
                </a:solidFill>
                <a:latin typeface="Rockwell"/>
                <a:ea typeface="Rockwell"/>
                <a:cs typeface="Rockwell"/>
                <a:sym typeface="Rockwell"/>
              </a:rPr>
              <a:t> Based on this schema, can a sailor reserve more than one boat on the same day?</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DA1E337-0610-224D-F846-3591856261EE}"/>
                  </a:ext>
                </a:extLst>
              </p14:cNvPr>
              <p14:cNvContentPartPr/>
              <p14:nvPr/>
            </p14:nvContentPartPr>
            <p14:xfrm>
              <a:off x="700200" y="633960"/>
              <a:ext cx="10377000" cy="6224040"/>
            </p14:xfrm>
          </p:contentPart>
        </mc:Choice>
        <mc:Fallback xmlns="">
          <p:pic>
            <p:nvPicPr>
              <p:cNvPr id="2" name="Ink 1">
                <a:extLst>
                  <a:ext uri="{FF2B5EF4-FFF2-40B4-BE49-F238E27FC236}">
                    <a16:creationId xmlns:a16="http://schemas.microsoft.com/office/drawing/2014/main" id="{8DA1E337-0610-224D-F846-3591856261EE}"/>
                  </a:ext>
                </a:extLst>
              </p:cNvPr>
              <p:cNvPicPr/>
              <p:nvPr/>
            </p:nvPicPr>
            <p:blipFill>
              <a:blip r:embed="rId4"/>
              <a:stretch>
                <a:fillRect/>
              </a:stretch>
            </p:blipFill>
            <p:spPr>
              <a:xfrm>
                <a:off x="690840" y="624600"/>
                <a:ext cx="10395720" cy="6242760"/>
              </a:xfrm>
              <a:prstGeom prst="rect">
                <a:avLst/>
              </a:prstGeom>
            </p:spPr>
          </p:pic>
        </mc:Fallback>
      </mc:AlternateContent>
    </p:spTree>
    <p:extLst>
      <p:ext uri="{BB962C8B-B14F-4D97-AF65-F5344CB8AC3E}">
        <p14:creationId xmlns:p14="http://schemas.microsoft.com/office/powerpoint/2010/main" val="983072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30"/>
          <p:cNvSpPr txBox="1">
            <a:spLocks noGrp="1"/>
          </p:cNvSpPr>
          <p:nvPr>
            <p:ph type="title"/>
          </p:nvPr>
        </p:nvSpPr>
        <p:spPr>
          <a:xfrm>
            <a:off x="1069848" y="103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DELETING AND MODIFYING RECORDS</a:t>
            </a:r>
            <a:endParaRPr/>
          </a:p>
        </p:txBody>
      </p:sp>
      <p:sp>
        <p:nvSpPr>
          <p:cNvPr id="847" name="Google Shape;847;p30"/>
          <p:cNvSpPr txBox="1">
            <a:spLocks noGrp="1"/>
          </p:cNvSpPr>
          <p:nvPr>
            <p:ph type="body" idx="1"/>
          </p:nvPr>
        </p:nvSpPr>
        <p:spPr>
          <a:xfrm>
            <a:off x="1193041" y="1839272"/>
            <a:ext cx="10515600" cy="4642082"/>
          </a:xfrm>
          <a:prstGeom prst="rect">
            <a:avLst/>
          </a:prstGeom>
          <a:noFill/>
          <a:ln>
            <a:noFill/>
          </a:ln>
        </p:spPr>
        <p:txBody>
          <a:bodyPr spcFirstLastPara="1" wrap="square" lIns="91425" tIns="45700" rIns="91425" bIns="45700" anchor="t" anchorCtr="0">
            <a:normAutofit fontScale="92500" lnSpcReduction="10000"/>
          </a:bodyPr>
          <a:lstStyle/>
          <a:p>
            <a:pPr marL="182880" lvl="0" indent="-182880" algn="l" rtl="0">
              <a:lnSpc>
                <a:spcPct val="90000"/>
              </a:lnSpc>
              <a:spcBef>
                <a:spcPts val="0"/>
              </a:spcBef>
              <a:spcAft>
                <a:spcPts val="0"/>
              </a:spcAft>
              <a:buSzPts val="1700"/>
              <a:buChar char="▪"/>
            </a:pPr>
            <a:r>
              <a:rPr lang="en-US" dirty="0"/>
              <a:t>Records are deleted by specifying a condition:</a:t>
            </a: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182880" algn="l" rtl="0">
              <a:lnSpc>
                <a:spcPct val="90000"/>
              </a:lnSpc>
              <a:spcBef>
                <a:spcPts val="1200"/>
              </a:spcBef>
              <a:spcAft>
                <a:spcPts val="0"/>
              </a:spcAft>
              <a:buSzPts val="1700"/>
              <a:buChar char="▪"/>
            </a:pPr>
            <a:r>
              <a:rPr lang="en-US" dirty="0"/>
              <a:t>Modifying records</a:t>
            </a: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182880" algn="l" rtl="0">
              <a:lnSpc>
                <a:spcPct val="90000"/>
              </a:lnSpc>
              <a:spcBef>
                <a:spcPts val="1200"/>
              </a:spcBef>
              <a:spcAft>
                <a:spcPts val="0"/>
              </a:spcAft>
              <a:buSzPts val="1700"/>
              <a:buChar char="▪"/>
            </a:pPr>
            <a:r>
              <a:rPr lang="en-US" dirty="0"/>
              <a:t>Note:  There is no way to modify records by location</a:t>
            </a:r>
            <a:endParaRPr dirty="0"/>
          </a:p>
        </p:txBody>
      </p:sp>
      <p:sp>
        <p:nvSpPr>
          <p:cNvPr id="848" name="Google Shape;848;p30"/>
          <p:cNvSpPr txBox="1"/>
          <p:nvPr/>
        </p:nvSpPr>
        <p:spPr>
          <a:xfrm>
            <a:off x="2163337" y="2408666"/>
            <a:ext cx="7244291"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000000"/>
                </a:solidFill>
                <a:latin typeface="Arial"/>
                <a:ea typeface="Arial"/>
                <a:cs typeface="Arial"/>
                <a:sym typeface="Arial"/>
              </a:rPr>
              <a:t>DELETE FROM students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000000"/>
                </a:solidFill>
                <a:latin typeface="Arial"/>
                <a:ea typeface="Arial"/>
                <a:cs typeface="Arial"/>
                <a:sym typeface="Arial"/>
              </a:rPr>
              <a:t>	WHERE LOWER(name) = '</a:t>
            </a:r>
            <a:r>
              <a:rPr lang="en-US" sz="2400" b="0" i="0" u="none" strike="noStrike" cap="none" dirty="0" err="1">
                <a:solidFill>
                  <a:srgbClr val="000000"/>
                </a:solidFill>
                <a:latin typeface="Arial"/>
                <a:ea typeface="Arial"/>
                <a:cs typeface="Arial"/>
                <a:sym typeface="Arial"/>
              </a:rPr>
              <a:t>sergey</a:t>
            </a:r>
            <a:r>
              <a:rPr lang="en-US" sz="2400" b="0" i="0" u="none" strike="noStrike" cap="none" dirty="0">
                <a:solidFill>
                  <a:srgbClr val="000000"/>
                </a:solidFill>
                <a:latin typeface="Arial"/>
                <a:ea typeface="Arial"/>
                <a:cs typeface="Arial"/>
                <a:sym typeface="Arial"/>
              </a:rPr>
              <a:t> brin'</a:t>
            </a:r>
            <a:endParaRPr sz="1400" b="0" i="0" u="none" strike="noStrike" cap="none" dirty="0">
              <a:solidFill>
                <a:srgbClr val="000000"/>
              </a:solidFill>
              <a:latin typeface="Arial"/>
              <a:ea typeface="Arial"/>
              <a:cs typeface="Arial"/>
              <a:sym typeface="Arial"/>
            </a:endParaRPr>
          </a:p>
        </p:txBody>
      </p:sp>
      <p:sp>
        <p:nvSpPr>
          <p:cNvPr id="849" name="Google Shape;849;p30"/>
          <p:cNvSpPr/>
          <p:nvPr/>
        </p:nvSpPr>
        <p:spPr>
          <a:xfrm>
            <a:off x="3869472" y="3385597"/>
            <a:ext cx="2430966" cy="345688"/>
          </a:xfrm>
          <a:prstGeom prst="wedgeRoundRectCallout">
            <a:avLst>
              <a:gd name="adj1" fmla="val -9365"/>
              <a:gd name="adj2" fmla="val -86706"/>
              <a:gd name="adj3"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entury Gothic"/>
              <a:buNone/>
            </a:pPr>
            <a:r>
              <a:rPr lang="en-US" sz="1800" b="0" i="0" u="none" strike="noStrike" cap="none">
                <a:solidFill>
                  <a:srgbClr val="FFFFFF"/>
                </a:solidFill>
                <a:latin typeface="Century Gothic"/>
                <a:ea typeface="Century Gothic"/>
                <a:cs typeface="Century Gothic"/>
                <a:sym typeface="Century Gothic"/>
              </a:rPr>
              <a:t>String Function</a:t>
            </a:r>
            <a:endParaRPr sz="1400" b="0" i="0" u="none" strike="noStrike" cap="none">
              <a:solidFill>
                <a:srgbClr val="000000"/>
              </a:solidFill>
              <a:latin typeface="Arial"/>
              <a:ea typeface="Arial"/>
              <a:cs typeface="Arial"/>
              <a:sym typeface="Arial"/>
            </a:endParaRPr>
          </a:p>
        </p:txBody>
      </p:sp>
      <p:sp>
        <p:nvSpPr>
          <p:cNvPr id="850" name="Google Shape;850;p30"/>
          <p:cNvSpPr/>
          <p:nvPr/>
        </p:nvSpPr>
        <p:spPr>
          <a:xfrm>
            <a:off x="2163337" y="4449438"/>
            <a:ext cx="5384807"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000000"/>
                </a:solidFill>
                <a:latin typeface="Arial"/>
                <a:ea typeface="Arial"/>
                <a:cs typeface="Arial"/>
                <a:sym typeface="Arial"/>
              </a:rPr>
              <a:t>UPDATE students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000000"/>
                </a:solidFill>
                <a:latin typeface="Arial"/>
                <a:ea typeface="Arial"/>
                <a:cs typeface="Arial"/>
                <a:sym typeface="Arial"/>
              </a:rPr>
              <a:t>	SET </a:t>
            </a:r>
            <a:r>
              <a:rPr lang="en-US" sz="2400" b="0" i="0" u="none" strike="noStrike" cap="none" dirty="0" err="1">
                <a:solidFill>
                  <a:srgbClr val="000000"/>
                </a:solidFill>
                <a:latin typeface="Arial"/>
                <a:ea typeface="Arial"/>
                <a:cs typeface="Arial"/>
                <a:sym typeface="Arial"/>
              </a:rPr>
              <a:t>gpa</a:t>
            </a:r>
            <a:r>
              <a:rPr lang="en-US" sz="2400" b="0" i="0" u="none" strike="noStrike" cap="none" dirty="0">
                <a:solidFill>
                  <a:srgbClr val="000000"/>
                </a:solidFill>
                <a:latin typeface="Arial"/>
                <a:ea typeface="Arial"/>
                <a:cs typeface="Arial"/>
                <a:sym typeface="Arial"/>
              </a:rPr>
              <a:t> = 1.0 + </a:t>
            </a:r>
            <a:r>
              <a:rPr lang="en-US" sz="2400" b="0" i="0" u="none" strike="noStrike" cap="none" dirty="0" err="1">
                <a:solidFill>
                  <a:srgbClr val="000000"/>
                </a:solidFill>
                <a:latin typeface="Arial"/>
                <a:ea typeface="Arial"/>
                <a:cs typeface="Arial"/>
                <a:sym typeface="Arial"/>
              </a:rPr>
              <a:t>gpa</a:t>
            </a:r>
            <a:r>
              <a:rPr lang="en-US" sz="2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000000"/>
                </a:solidFill>
                <a:latin typeface="Arial"/>
                <a:ea typeface="Arial"/>
                <a:cs typeface="Arial"/>
                <a:sym typeface="Arial"/>
              </a:rPr>
              <a:t>	WHERE dept = ‘CS’;</a:t>
            </a: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9"/>
                                        </p:tgtEl>
                                        <p:attrNameLst>
                                          <p:attrName>style.visibility</p:attrName>
                                        </p:attrNameLst>
                                      </p:cBhvr>
                                      <p:to>
                                        <p:strVal val="visible"/>
                                      </p:to>
                                    </p:set>
                                    <p:animEffect transition="in" filter="fade">
                                      <p:cBhvr>
                                        <p:cTn id="7" dur="500"/>
                                        <p:tgtEl>
                                          <p:spTgt spid="8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50"/>
                                        </p:tgtEl>
                                        <p:attrNameLst>
                                          <p:attrName>style.visibility</p:attrName>
                                        </p:attrNameLst>
                                      </p:cBhvr>
                                      <p:to>
                                        <p:strVal val="visible"/>
                                      </p:to>
                                    </p:set>
                                    <p:animEffect transition="in" filter="fade">
                                      <p:cBhvr>
                                        <p:cTn id="12" dur="500"/>
                                        <p:tgtEl>
                                          <p:spTgt spid="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pic>
        <p:nvPicPr>
          <p:cNvPr id="855" name="Google Shape;855;p31"/>
          <p:cNvPicPr preferRelativeResize="0"/>
          <p:nvPr/>
        </p:nvPicPr>
        <p:blipFill rotWithShape="1">
          <a:blip r:embed="rId3">
            <a:alphaModFix/>
          </a:blip>
          <a:srcRect/>
          <a:stretch/>
        </p:blipFill>
        <p:spPr>
          <a:xfrm>
            <a:off x="6907402" y="2027121"/>
            <a:ext cx="5186648" cy="4239087"/>
          </a:xfrm>
          <a:prstGeom prst="rect">
            <a:avLst/>
          </a:prstGeom>
          <a:noFill/>
          <a:ln>
            <a:noFill/>
          </a:ln>
        </p:spPr>
      </p:pic>
      <p:sp>
        <p:nvSpPr>
          <p:cNvPr id="856" name="Google Shape;856;p3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DELETING AND MODIFYING RECORDS</a:t>
            </a:r>
            <a:endParaRPr/>
          </a:p>
        </p:txBody>
      </p:sp>
      <p:sp>
        <p:nvSpPr>
          <p:cNvPr id="857" name="Google Shape;857;p31"/>
          <p:cNvSpPr txBox="1">
            <a:spLocks noGrp="1"/>
          </p:cNvSpPr>
          <p:nvPr>
            <p:ph type="body" idx="1"/>
          </p:nvPr>
        </p:nvSpPr>
        <p:spPr>
          <a:xfrm>
            <a:off x="838200" y="2054225"/>
            <a:ext cx="10515600" cy="46422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What is wrong with the following</a:t>
            </a:r>
            <a:endParaRPr dirty="0"/>
          </a:p>
        </p:txBody>
      </p:sp>
      <p:sp>
        <p:nvSpPr>
          <p:cNvPr id="858" name="Google Shape;858;p31"/>
          <p:cNvSpPr/>
          <p:nvPr/>
        </p:nvSpPr>
        <p:spPr>
          <a:xfrm>
            <a:off x="1416206" y="2542579"/>
            <a:ext cx="5384807"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UPDATE students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	SET gpa = 1.0 + gpa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	WHERE dept = ‘CS’;</a:t>
            </a:r>
            <a:endParaRPr sz="1400" b="0" i="0" u="none" strike="noStrike" cap="none">
              <a:solidFill>
                <a:srgbClr val="000000"/>
              </a:solidFill>
              <a:latin typeface="Arial"/>
              <a:ea typeface="Arial"/>
              <a:cs typeface="Arial"/>
              <a:sym typeface="Arial"/>
            </a:endParaRPr>
          </a:p>
        </p:txBody>
      </p:sp>
      <p:sp>
        <p:nvSpPr>
          <p:cNvPr id="859" name="Google Shape;859;p31"/>
          <p:cNvSpPr txBox="1"/>
          <p:nvPr/>
        </p:nvSpPr>
        <p:spPr>
          <a:xfrm>
            <a:off x="334432" y="4408515"/>
            <a:ext cx="7313220" cy="17543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CREATE TABLE students(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	name TEXT PRIMARY KEY,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	</a:t>
            </a:r>
            <a:r>
              <a:rPr lang="en-US" sz="1800" b="0" i="0" u="none" strike="noStrike" cap="none" dirty="0" err="1">
                <a:solidFill>
                  <a:srgbClr val="000000"/>
                </a:solidFill>
                <a:latin typeface="Consolas"/>
                <a:ea typeface="Consolas"/>
                <a:cs typeface="Consolas"/>
                <a:sym typeface="Consolas"/>
              </a:rPr>
              <a:t>gpa</a:t>
            </a:r>
            <a:r>
              <a:rPr lang="en-US" sz="1800" b="0" i="0" u="none" strike="noStrike" cap="none" dirty="0">
                <a:solidFill>
                  <a:srgbClr val="000000"/>
                </a:solidFill>
                <a:latin typeface="Consolas"/>
                <a:ea typeface="Consolas"/>
                <a:cs typeface="Consolas"/>
                <a:sym typeface="Consolas"/>
              </a:rPr>
              <a:t> FLOAT CHECK (</a:t>
            </a:r>
            <a:r>
              <a:rPr lang="en-US" sz="1800" b="0" i="0" u="none" strike="noStrike" cap="none" dirty="0" err="1">
                <a:solidFill>
                  <a:srgbClr val="000000"/>
                </a:solidFill>
                <a:latin typeface="Consolas"/>
                <a:ea typeface="Consolas"/>
                <a:cs typeface="Consolas"/>
                <a:sym typeface="Consolas"/>
              </a:rPr>
              <a:t>gpa</a:t>
            </a:r>
            <a:r>
              <a:rPr lang="en-US" sz="1800" b="0" i="0" u="none" strike="noStrike" cap="none" dirty="0">
                <a:solidFill>
                  <a:srgbClr val="000000"/>
                </a:solidFill>
                <a:latin typeface="Consolas"/>
                <a:ea typeface="Consolas"/>
                <a:cs typeface="Consolas"/>
                <a:sym typeface="Consolas"/>
              </a:rPr>
              <a:t> &gt;= 0.0 and </a:t>
            </a:r>
            <a:r>
              <a:rPr lang="en-US" sz="1800" b="0" i="0" u="none" strike="noStrike" cap="none" dirty="0" err="1">
                <a:solidFill>
                  <a:srgbClr val="000000"/>
                </a:solidFill>
                <a:latin typeface="Consolas"/>
                <a:ea typeface="Consolas"/>
                <a:cs typeface="Consolas"/>
                <a:sym typeface="Consolas"/>
              </a:rPr>
              <a:t>gpa</a:t>
            </a:r>
            <a:r>
              <a:rPr lang="en-US" sz="1800" b="0" i="0" u="none" strike="noStrike" cap="none" dirty="0">
                <a:solidFill>
                  <a:srgbClr val="000000"/>
                </a:solidFill>
                <a:latin typeface="Consolas"/>
                <a:ea typeface="Consolas"/>
                <a:cs typeface="Consolas"/>
                <a:sym typeface="Consolas"/>
              </a:rPr>
              <a:t> &lt;= 4.0),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	age INTEGER,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	dept TEXT,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onsolas"/>
              <a:buNone/>
            </a:pPr>
            <a:r>
              <a:rPr lang="en-US" sz="1800" b="0" i="0" u="none" strike="noStrike" cap="none" dirty="0">
                <a:solidFill>
                  <a:srgbClr val="000000"/>
                </a:solidFill>
                <a:latin typeface="Consolas"/>
                <a:ea typeface="Consolas"/>
                <a:cs typeface="Consolas"/>
                <a:sym typeface="Consolas"/>
              </a:rPr>
              <a:t>	gender CHAR);</a:t>
            </a:r>
            <a:endParaRPr sz="1400" b="0" i="0" u="none" strike="noStrike" cap="none" dirty="0">
              <a:solidFill>
                <a:srgbClr val="000000"/>
              </a:solidFill>
              <a:latin typeface="Arial"/>
              <a:ea typeface="Arial"/>
              <a:cs typeface="Arial"/>
              <a:sym typeface="Arial"/>
            </a:endParaRPr>
          </a:p>
        </p:txBody>
      </p:sp>
      <p:sp>
        <p:nvSpPr>
          <p:cNvPr id="860" name="Google Shape;860;p31"/>
          <p:cNvSpPr/>
          <p:nvPr/>
        </p:nvSpPr>
        <p:spPr>
          <a:xfrm>
            <a:off x="9052517" y="2928009"/>
            <a:ext cx="401444" cy="379142"/>
          </a:xfrm>
          <a:prstGeom prst="roundRect">
            <a:avLst>
              <a:gd name="adj" fmla="val 16667"/>
            </a:avLst>
          </a:prstGeom>
          <a:solidFill>
            <a:schemeClr val="accent4">
              <a:alpha val="50588"/>
            </a:schemeClr>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861" name="Google Shape;861;p31"/>
          <p:cNvSpPr/>
          <p:nvPr/>
        </p:nvSpPr>
        <p:spPr>
          <a:xfrm>
            <a:off x="9043639" y="4146665"/>
            <a:ext cx="401444" cy="379142"/>
          </a:xfrm>
          <a:prstGeom prst="roundRect">
            <a:avLst>
              <a:gd name="adj" fmla="val 16667"/>
            </a:avLst>
          </a:prstGeom>
          <a:solidFill>
            <a:schemeClr val="accent4">
              <a:alpha val="50588"/>
            </a:schemeClr>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862" name="Google Shape;862;p31"/>
          <p:cNvSpPr/>
          <p:nvPr/>
        </p:nvSpPr>
        <p:spPr>
          <a:xfrm>
            <a:off x="9043639" y="4568414"/>
            <a:ext cx="401444" cy="379142"/>
          </a:xfrm>
          <a:prstGeom prst="roundRect">
            <a:avLst>
              <a:gd name="adj" fmla="val 16667"/>
            </a:avLst>
          </a:prstGeom>
          <a:solidFill>
            <a:schemeClr val="accent4">
              <a:alpha val="50588"/>
            </a:schemeClr>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863" name="Google Shape;863;p31"/>
          <p:cNvSpPr/>
          <p:nvPr/>
        </p:nvSpPr>
        <p:spPr>
          <a:xfrm>
            <a:off x="2538663" y="4978703"/>
            <a:ext cx="4218976" cy="295947"/>
          </a:xfrm>
          <a:prstGeom prst="roundRect">
            <a:avLst>
              <a:gd name="adj" fmla="val 16667"/>
            </a:avLst>
          </a:prstGeom>
          <a:solidFill>
            <a:schemeClr val="accent4">
              <a:alpha val="50588"/>
            </a:schemeClr>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dirty="0">
              <a:solidFill>
                <a:srgbClr val="FFFFFF"/>
              </a:solidFill>
              <a:latin typeface="Century Gothic"/>
              <a:ea typeface="Century Gothic"/>
              <a:cs typeface="Century Gothic"/>
              <a:sym typeface="Century Gothic"/>
            </a:endParaRPr>
          </a:p>
        </p:txBody>
      </p:sp>
      <p:sp>
        <p:nvSpPr>
          <p:cNvPr id="864" name="Google Shape;864;p31"/>
          <p:cNvSpPr/>
          <p:nvPr/>
        </p:nvSpPr>
        <p:spPr>
          <a:xfrm>
            <a:off x="3792646" y="5644310"/>
            <a:ext cx="2964993" cy="1037062"/>
          </a:xfrm>
          <a:prstGeom prst="wedgeRoundRectCallout">
            <a:avLst>
              <a:gd name="adj1" fmla="val -24935"/>
              <a:gd name="adj2" fmla="val -79365"/>
              <a:gd name="adj3" fmla="val 16667"/>
            </a:avLst>
          </a:prstGeom>
          <a:solidFill>
            <a:schemeClr val="accent1"/>
          </a:solidFill>
          <a:ln>
            <a:noFill/>
          </a:ln>
          <a:effectLst>
            <a:outerShdw blurRad="50800" dist="1905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entury Gothic"/>
              <a:buNone/>
            </a:pPr>
            <a:r>
              <a:rPr lang="en-US" sz="1800" b="0" i="0" u="none" strike="noStrike" cap="none" dirty="0">
                <a:solidFill>
                  <a:srgbClr val="FFFFFF"/>
                </a:solidFill>
                <a:latin typeface="Century Gothic"/>
                <a:ea typeface="Century Gothic"/>
                <a:cs typeface="Century Gothic"/>
                <a:sym typeface="Century Gothic"/>
              </a:rPr>
              <a:t>Update would violate </a:t>
            </a:r>
            <a:br>
              <a:rPr lang="en-US" sz="1800" b="0" i="0" u="none" strike="noStrike" cap="none" dirty="0">
                <a:solidFill>
                  <a:srgbClr val="FFFFFF"/>
                </a:solidFill>
                <a:latin typeface="Century Gothic"/>
                <a:ea typeface="Century Gothic"/>
                <a:cs typeface="Century Gothic"/>
                <a:sym typeface="Century Gothic"/>
              </a:rPr>
            </a:br>
            <a:r>
              <a:rPr lang="en-US" sz="1800" b="1" i="0" u="none" strike="noStrike" cap="none" dirty="0">
                <a:solidFill>
                  <a:srgbClr val="FFFFFF"/>
                </a:solidFill>
                <a:latin typeface="Century Gothic"/>
                <a:ea typeface="Century Gothic"/>
                <a:cs typeface="Century Gothic"/>
                <a:sym typeface="Century Gothic"/>
              </a:rPr>
              <a:t>Integrity/bound Constraints</a:t>
            </a: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0"/>
                                        </p:tgtEl>
                                        <p:attrNameLst>
                                          <p:attrName>style.visibility</p:attrName>
                                        </p:attrNameLst>
                                      </p:cBhvr>
                                      <p:to>
                                        <p:strVal val="visible"/>
                                      </p:to>
                                    </p:set>
                                    <p:animEffect transition="in" filter="fade">
                                      <p:cBhvr>
                                        <p:cTn id="7" dur="500"/>
                                        <p:tgtEl>
                                          <p:spTgt spid="860"/>
                                        </p:tgtEl>
                                      </p:cBhvr>
                                    </p:animEffect>
                                  </p:childTnLst>
                                </p:cTn>
                              </p:par>
                              <p:par>
                                <p:cTn id="8" presetID="10" presetClass="entr" presetSubtype="0" fill="hold" nodeType="withEffect">
                                  <p:stCondLst>
                                    <p:cond delay="0"/>
                                  </p:stCondLst>
                                  <p:childTnLst>
                                    <p:set>
                                      <p:cBhvr>
                                        <p:cTn id="9" dur="1" fill="hold">
                                          <p:stCondLst>
                                            <p:cond delay="0"/>
                                          </p:stCondLst>
                                        </p:cTn>
                                        <p:tgtEl>
                                          <p:spTgt spid="861"/>
                                        </p:tgtEl>
                                        <p:attrNameLst>
                                          <p:attrName>style.visibility</p:attrName>
                                        </p:attrNameLst>
                                      </p:cBhvr>
                                      <p:to>
                                        <p:strVal val="visible"/>
                                      </p:to>
                                    </p:set>
                                    <p:animEffect transition="in" filter="fade">
                                      <p:cBhvr>
                                        <p:cTn id="10" dur="500"/>
                                        <p:tgtEl>
                                          <p:spTgt spid="861"/>
                                        </p:tgtEl>
                                      </p:cBhvr>
                                    </p:animEffect>
                                  </p:childTnLst>
                                </p:cTn>
                              </p:par>
                              <p:par>
                                <p:cTn id="11" presetID="10" presetClass="entr" presetSubtype="0" fill="hold" nodeType="withEffect">
                                  <p:stCondLst>
                                    <p:cond delay="0"/>
                                  </p:stCondLst>
                                  <p:childTnLst>
                                    <p:set>
                                      <p:cBhvr>
                                        <p:cTn id="12" dur="1" fill="hold">
                                          <p:stCondLst>
                                            <p:cond delay="0"/>
                                          </p:stCondLst>
                                        </p:cTn>
                                        <p:tgtEl>
                                          <p:spTgt spid="862"/>
                                        </p:tgtEl>
                                        <p:attrNameLst>
                                          <p:attrName>style.visibility</p:attrName>
                                        </p:attrNameLst>
                                      </p:cBhvr>
                                      <p:to>
                                        <p:strVal val="visible"/>
                                      </p:to>
                                    </p:set>
                                    <p:animEffect transition="in" filter="fade">
                                      <p:cBhvr>
                                        <p:cTn id="13" dur="500"/>
                                        <p:tgtEl>
                                          <p:spTgt spid="86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63"/>
                                        </p:tgtEl>
                                        <p:attrNameLst>
                                          <p:attrName>style.visibility</p:attrName>
                                        </p:attrNameLst>
                                      </p:cBhvr>
                                      <p:to>
                                        <p:strVal val="visible"/>
                                      </p:to>
                                    </p:set>
                                    <p:animEffect transition="in" filter="fade">
                                      <p:cBhvr>
                                        <p:cTn id="18" dur="500"/>
                                        <p:tgtEl>
                                          <p:spTgt spid="863"/>
                                        </p:tgtEl>
                                      </p:cBhvr>
                                    </p:animEffect>
                                  </p:childTnLst>
                                </p:cTn>
                              </p:par>
                              <p:par>
                                <p:cTn id="19" presetID="10" presetClass="entr" presetSubtype="0" fill="hold" nodeType="withEffect">
                                  <p:stCondLst>
                                    <p:cond delay="0"/>
                                  </p:stCondLst>
                                  <p:childTnLst>
                                    <p:set>
                                      <p:cBhvr>
                                        <p:cTn id="20" dur="1" fill="hold">
                                          <p:stCondLst>
                                            <p:cond delay="0"/>
                                          </p:stCondLst>
                                        </p:cTn>
                                        <p:tgtEl>
                                          <p:spTgt spid="864"/>
                                        </p:tgtEl>
                                        <p:attrNameLst>
                                          <p:attrName>style.visibility</p:attrName>
                                        </p:attrNameLst>
                                      </p:cBhvr>
                                      <p:to>
                                        <p:strVal val="visible"/>
                                      </p:to>
                                    </p:set>
                                    <p:animEffect transition="in" filter="fade">
                                      <p:cBhvr>
                                        <p:cTn id="21" dur="500"/>
                                        <p:tgtEl>
                                          <p:spTgt spid="8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3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DROPPING TABLES</a:t>
            </a:r>
            <a:endParaRPr/>
          </a:p>
        </p:txBody>
      </p:sp>
      <p:sp>
        <p:nvSpPr>
          <p:cNvPr id="870" name="Google Shape;870;p32"/>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To delete a table entirely from our database, we can use the “DROP TABLES” command.</a:t>
            </a:r>
            <a:endParaRPr/>
          </a:p>
          <a:p>
            <a:pPr marL="182880" lvl="0" indent="-182880" algn="l" rtl="0">
              <a:lnSpc>
                <a:spcPct val="90000"/>
              </a:lnSpc>
              <a:spcBef>
                <a:spcPts val="1200"/>
              </a:spcBef>
              <a:spcAft>
                <a:spcPts val="0"/>
              </a:spcAft>
              <a:buSzPts val="1700"/>
              <a:buChar char="▪"/>
            </a:pPr>
            <a:r>
              <a:rPr lang="en-US"/>
              <a:t>Example: </a:t>
            </a:r>
            <a:r>
              <a:rPr lang="en-US">
                <a:solidFill>
                  <a:srgbClr val="000000"/>
                </a:solidFill>
                <a:latin typeface="Consolas"/>
                <a:ea typeface="Consolas"/>
                <a:cs typeface="Consolas"/>
                <a:sym typeface="Consolas"/>
              </a:rPr>
              <a:t>DROP TABLE tips;</a:t>
            </a:r>
            <a:endParaRPr/>
          </a:p>
          <a:p>
            <a:pPr marL="182880" lvl="0" indent="-182880" algn="l" rtl="0">
              <a:lnSpc>
                <a:spcPct val="90000"/>
              </a:lnSpc>
              <a:spcBef>
                <a:spcPts val="1200"/>
              </a:spcBef>
              <a:spcAft>
                <a:spcPts val="0"/>
              </a:spcAft>
              <a:buSzPts val="1700"/>
              <a:buChar char="▪"/>
            </a:pPr>
            <a:r>
              <a:rPr lang="en-US"/>
              <a:t>Be careful, there is no easy way to undo this command.</a:t>
            </a:r>
            <a:endParaRPr/>
          </a:p>
          <a:p>
            <a:pPr marL="182880" lvl="0" indent="-74928" algn="l" rtl="0">
              <a:lnSpc>
                <a:spcPct val="90000"/>
              </a:lnSpc>
              <a:spcBef>
                <a:spcPts val="1200"/>
              </a:spcBef>
              <a:spcAft>
                <a:spcPts val="0"/>
              </a:spcAft>
              <a:buSzPts val="1700"/>
              <a:buNone/>
            </a:pPr>
            <a:endParaRPr/>
          </a:p>
        </p:txBody>
      </p:sp>
      <p:sp>
        <p:nvSpPr>
          <p:cNvPr id="871" name="Google Shape;871;p32"/>
          <p:cNvSpPr txBox="1"/>
          <p:nvPr/>
        </p:nvSpPr>
        <p:spPr>
          <a:xfrm>
            <a:off x="1246628" y="5807632"/>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34"/>
          <p:cNvSpPr txBox="1">
            <a:spLocks noGrp="1"/>
          </p:cNvSpPr>
          <p:nvPr>
            <p:ph type="title"/>
          </p:nvPr>
        </p:nvSpPr>
        <p:spPr>
          <a:xfrm>
            <a:off x="2167128" y="1225296"/>
            <a:ext cx="9281160" cy="352044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8000"/>
              <a:buFont typeface="Rockwell"/>
              <a:buNone/>
            </a:pPr>
            <a:r>
              <a:rPr lang="en-US"/>
              <a:t>QUERYING TABLES</a:t>
            </a:r>
            <a:endParaRPr/>
          </a:p>
        </p:txBody>
      </p:sp>
      <p:sp>
        <p:nvSpPr>
          <p:cNvPr id="891" name="Google Shape;891;p34"/>
          <p:cNvSpPr txBox="1">
            <a:spLocks noGrp="1"/>
          </p:cNvSpPr>
          <p:nvPr>
            <p:ph type="body" idx="1"/>
          </p:nvPr>
        </p:nvSpPr>
        <p:spPr>
          <a:xfrm>
            <a:off x="2165774" y="5020056"/>
            <a:ext cx="9052560" cy="1066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3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SQL DML:</a:t>
            </a:r>
            <a:br>
              <a:rPr lang="en-US"/>
            </a:br>
            <a:r>
              <a:rPr lang="en-US"/>
              <a:t>BASIC SINGLE-TABLE QUERIES</a:t>
            </a:r>
            <a:endParaRPr/>
          </a:p>
        </p:txBody>
      </p:sp>
      <p:sp>
        <p:nvSpPr>
          <p:cNvPr id="898" name="Google Shape;898;p35"/>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a:solidFill>
                  <a:srgbClr val="FF0000"/>
                </a:solidFill>
                <a:latin typeface="Lucida Sans"/>
                <a:ea typeface="Lucida Sans"/>
                <a:cs typeface="Lucida Sans"/>
                <a:sym typeface="Lucida Sans"/>
              </a:rPr>
              <a:t>SELECT </a:t>
            </a:r>
            <a:r>
              <a:rPr lang="en-US" sz="2400">
                <a:latin typeface="Lucida Sans"/>
                <a:ea typeface="Lucida Sans"/>
                <a:cs typeface="Lucida Sans"/>
                <a:sym typeface="Lucida Sans"/>
              </a:rPr>
              <a:t>[</a:t>
            </a:r>
            <a:r>
              <a:rPr lang="en-US" sz="2400">
                <a:solidFill>
                  <a:srgbClr val="FF0000"/>
                </a:solidFill>
                <a:latin typeface="Lucida Sans"/>
                <a:ea typeface="Lucida Sans"/>
                <a:cs typeface="Lucida Sans"/>
                <a:sym typeface="Lucida Sans"/>
              </a:rPr>
              <a:t>DISTINCT</a:t>
            </a:r>
            <a:r>
              <a:rPr lang="en-US" sz="2400">
                <a:latin typeface="Lucida Sans"/>
                <a:ea typeface="Lucida Sans"/>
                <a:cs typeface="Lucida Sans"/>
                <a:sym typeface="Lucida Sans"/>
              </a:rPr>
              <a:t>] </a:t>
            </a:r>
            <a:r>
              <a:rPr lang="en-US" sz="2400" i="1">
                <a:latin typeface="Lucida Sans"/>
                <a:ea typeface="Lucida Sans"/>
                <a:cs typeface="Lucida Sans"/>
                <a:sym typeface="Lucida Sans"/>
              </a:rPr>
              <a:t>&lt;column expression list&gt;</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FROM </a:t>
            </a:r>
            <a:r>
              <a:rPr lang="en-US" sz="2400" i="1">
                <a:latin typeface="Lucida Sans"/>
                <a:ea typeface="Lucida Sans"/>
                <a:cs typeface="Lucida Sans"/>
                <a:sym typeface="Lucida Sans"/>
              </a:rPr>
              <a:t>&lt;single table&gt;</a:t>
            </a:r>
            <a:br>
              <a:rPr lang="en-US" sz="2400">
                <a:latin typeface="Lucida Sans"/>
                <a:ea typeface="Lucida Sans"/>
                <a:cs typeface="Lucida Sans"/>
                <a:sym typeface="Lucida Sans"/>
              </a:rPr>
            </a:br>
            <a:r>
              <a:rPr lang="en-US" sz="2400">
                <a:latin typeface="Lucida Sans"/>
                <a:ea typeface="Lucida Sans"/>
                <a:cs typeface="Lucida Sans"/>
                <a:sym typeface="Lucida Sans"/>
              </a:rPr>
              <a:t>[</a:t>
            </a:r>
            <a:r>
              <a:rPr lang="en-US" sz="2400">
                <a:solidFill>
                  <a:srgbClr val="FF0000"/>
                </a:solidFill>
                <a:latin typeface="Lucida Sans"/>
                <a:ea typeface="Lucida Sans"/>
                <a:cs typeface="Lucida Sans"/>
                <a:sym typeface="Lucida Sans"/>
              </a:rPr>
              <a:t>WHERE</a:t>
            </a:r>
            <a:r>
              <a:rPr lang="en-US" sz="2400">
                <a:latin typeface="Lucida Sans"/>
                <a:ea typeface="Lucida Sans"/>
                <a:cs typeface="Lucida Sans"/>
                <a:sym typeface="Lucida Sans"/>
              </a:rPr>
              <a:t> </a:t>
            </a:r>
            <a:r>
              <a:rPr lang="en-US" sz="2400" i="1">
                <a:latin typeface="Lucida Sans"/>
                <a:ea typeface="Lucida Sans"/>
                <a:cs typeface="Lucida Sans"/>
                <a:sym typeface="Lucida Sans"/>
              </a:rPr>
              <a:t>&lt;predicate&gt;</a:t>
            </a:r>
            <a:r>
              <a:rPr lang="en-US" sz="2400">
                <a:latin typeface="Lucida Sans"/>
                <a:ea typeface="Lucida Sans"/>
                <a:cs typeface="Lucida Sans"/>
                <a:sym typeface="Lucida Sans"/>
              </a:rPr>
              <a:t>]</a:t>
            </a:r>
            <a:br>
              <a:rPr lang="en-US" sz="2400">
                <a:latin typeface="Lucida Sans"/>
                <a:ea typeface="Lucida Sans"/>
                <a:cs typeface="Lucida Sans"/>
                <a:sym typeface="Lucida Sans"/>
              </a:rPr>
            </a:br>
            <a:r>
              <a:rPr lang="en-US" sz="2400">
                <a:latin typeface="Lucida Sans"/>
                <a:ea typeface="Lucida Sans"/>
                <a:cs typeface="Lucida Sans"/>
                <a:sym typeface="Lucida Sans"/>
              </a:rPr>
              <a:t>[</a:t>
            </a:r>
            <a:r>
              <a:rPr lang="en-US" sz="2400">
                <a:solidFill>
                  <a:srgbClr val="FF0000"/>
                </a:solidFill>
                <a:latin typeface="Lucida Sans"/>
                <a:ea typeface="Lucida Sans"/>
                <a:cs typeface="Lucida Sans"/>
                <a:sym typeface="Lucida Sans"/>
              </a:rPr>
              <a:t>GROUP BY </a:t>
            </a:r>
            <a:r>
              <a:rPr lang="en-US" sz="2400" i="1">
                <a:latin typeface="Lucida Sans"/>
                <a:ea typeface="Lucida Sans"/>
                <a:cs typeface="Lucida Sans"/>
                <a:sym typeface="Lucida Sans"/>
              </a:rPr>
              <a:t>&lt;column list&gt;</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HAVING</a:t>
            </a:r>
            <a:r>
              <a:rPr lang="en-US" sz="2400">
                <a:latin typeface="Lucida Sans"/>
                <a:ea typeface="Lucida Sans"/>
                <a:cs typeface="Lucida Sans"/>
                <a:sym typeface="Lucida Sans"/>
              </a:rPr>
              <a:t> </a:t>
            </a:r>
            <a:r>
              <a:rPr lang="en-US" sz="2400" i="1">
                <a:latin typeface="Lucida Sans"/>
                <a:ea typeface="Lucida Sans"/>
                <a:cs typeface="Lucida Sans"/>
                <a:sym typeface="Lucida Sans"/>
              </a:rPr>
              <a:t>&lt;predicate&gt;</a:t>
            </a:r>
            <a:r>
              <a:rPr lang="en-US" sz="2400">
                <a:latin typeface="Lucida Sans"/>
                <a:ea typeface="Lucida Sans"/>
                <a:cs typeface="Lucida Sans"/>
                <a:sym typeface="Lucida Sans"/>
              </a:rPr>
              <a:t>] ]</a:t>
            </a:r>
            <a:br>
              <a:rPr lang="en-US" sz="2400">
                <a:latin typeface="Lucida Sans"/>
                <a:ea typeface="Lucida Sans"/>
                <a:cs typeface="Lucida Sans"/>
                <a:sym typeface="Lucida Sans"/>
              </a:rPr>
            </a:br>
            <a:r>
              <a:rPr lang="en-US" sz="2400">
                <a:latin typeface="Lucida Sans"/>
                <a:ea typeface="Lucida Sans"/>
                <a:cs typeface="Lucida Sans"/>
                <a:sym typeface="Lucida Sans"/>
              </a:rPr>
              <a:t>[</a:t>
            </a:r>
            <a:r>
              <a:rPr lang="en-US" sz="2400">
                <a:solidFill>
                  <a:srgbClr val="FF0000"/>
                </a:solidFill>
                <a:latin typeface="Lucida Sans"/>
                <a:ea typeface="Lucida Sans"/>
                <a:cs typeface="Lucida Sans"/>
                <a:sym typeface="Lucida Sans"/>
              </a:rPr>
              <a:t>ORDER BY </a:t>
            </a:r>
            <a:r>
              <a:rPr lang="en-US" sz="2400" i="1">
                <a:latin typeface="Lucida Sans"/>
                <a:ea typeface="Lucida Sans"/>
                <a:cs typeface="Lucida Sans"/>
                <a:sym typeface="Lucida Sans"/>
              </a:rPr>
              <a:t>&lt;column list&gt;</a:t>
            </a:r>
            <a:r>
              <a:rPr lang="en-US" sz="2400">
                <a:latin typeface="Lucida Sans"/>
                <a:ea typeface="Lucida Sans"/>
                <a:cs typeface="Lucida Sans"/>
                <a:sym typeface="Lucida Sans"/>
              </a:rPr>
              <a:t>]</a:t>
            </a:r>
            <a:r>
              <a:rPr lang="en-US" sz="2400">
                <a:solidFill>
                  <a:srgbClr val="FF0000"/>
                </a:solidFill>
                <a:latin typeface="Lucida Sans"/>
                <a:ea typeface="Lucida Sans"/>
                <a:cs typeface="Lucida Sans"/>
                <a:sym typeface="Lucida Sans"/>
              </a:rPr>
              <a:t>;</a:t>
            </a:r>
            <a:endParaRPr sz="3200">
              <a:latin typeface="Rockwell"/>
              <a:ea typeface="Rockwell"/>
              <a:cs typeface="Rockwell"/>
              <a:sym typeface="Rockwell"/>
            </a:endParaRPr>
          </a:p>
          <a:p>
            <a:pPr marL="182880" lvl="0" indent="-182880" algn="l" rtl="0">
              <a:lnSpc>
                <a:spcPct val="100000"/>
              </a:lnSpc>
              <a:spcBef>
                <a:spcPts val="1200"/>
              </a:spcBef>
              <a:spcAft>
                <a:spcPts val="0"/>
              </a:spcAft>
              <a:buSzPts val="2720"/>
              <a:buChar char="▪"/>
            </a:pPr>
            <a:r>
              <a:rPr lang="en-US" sz="3200">
                <a:latin typeface="Rockwell"/>
                <a:ea typeface="Rockwell"/>
                <a:cs typeface="Rockwell"/>
                <a:sym typeface="Rockwell"/>
              </a:rPr>
              <a:t>Elements of the basic select statement</a:t>
            </a:r>
            <a:endParaRPr/>
          </a:p>
          <a:p>
            <a:pPr marL="182880" lvl="0" indent="-182880" algn="l" rtl="0">
              <a:lnSpc>
                <a:spcPct val="100000"/>
              </a:lnSpc>
              <a:spcBef>
                <a:spcPts val="1200"/>
              </a:spcBef>
              <a:spcAft>
                <a:spcPts val="0"/>
              </a:spcAft>
              <a:buSzPts val="2720"/>
              <a:buChar char="▪"/>
            </a:pPr>
            <a:r>
              <a:rPr lang="en-US" sz="3200">
                <a:latin typeface="Rockwell"/>
                <a:ea typeface="Rockwell"/>
                <a:cs typeface="Rockwell"/>
                <a:sym typeface="Rockwell"/>
              </a:rPr>
              <a:t>[Square brackets] are optional expressions.</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BEFBE61-C72A-E563-5CA1-C931AAEA6EF3}"/>
                  </a:ext>
                </a:extLst>
              </p14:cNvPr>
              <p14:cNvContentPartPr/>
              <p14:nvPr/>
            </p14:nvContentPartPr>
            <p14:xfrm>
              <a:off x="6721560" y="1132560"/>
              <a:ext cx="3092040" cy="1052640"/>
            </p14:xfrm>
          </p:contentPart>
        </mc:Choice>
        <mc:Fallback xmlns="">
          <p:pic>
            <p:nvPicPr>
              <p:cNvPr id="2" name="Ink 1">
                <a:extLst>
                  <a:ext uri="{FF2B5EF4-FFF2-40B4-BE49-F238E27FC236}">
                    <a16:creationId xmlns:a16="http://schemas.microsoft.com/office/drawing/2014/main" id="{1BEFBE61-C72A-E563-5CA1-C931AAEA6EF3}"/>
                  </a:ext>
                </a:extLst>
              </p:cNvPr>
              <p:cNvPicPr/>
              <p:nvPr/>
            </p:nvPicPr>
            <p:blipFill>
              <a:blip r:embed="rId4"/>
              <a:stretch>
                <a:fillRect/>
              </a:stretch>
            </p:blipFill>
            <p:spPr>
              <a:xfrm>
                <a:off x="6712200" y="1123200"/>
                <a:ext cx="3110760" cy="107136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3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BASIC SINGLE-TABLE QUERIES</a:t>
            </a:r>
            <a:endParaRPr/>
          </a:p>
        </p:txBody>
      </p:sp>
      <p:sp>
        <p:nvSpPr>
          <p:cNvPr id="904" name="Google Shape;904;p36"/>
          <p:cNvSpPr txBox="1">
            <a:spLocks noGrp="1"/>
          </p:cNvSpPr>
          <p:nvPr>
            <p:ph type="body" idx="1"/>
          </p:nvPr>
        </p:nvSpPr>
        <p:spPr>
          <a:xfrm>
            <a:off x="838200" y="1825625"/>
            <a:ext cx="10515600" cy="4732338"/>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dirty="0">
                <a:solidFill>
                  <a:srgbClr val="FF0000"/>
                </a:solidFill>
                <a:latin typeface="Lucida Sans"/>
                <a:ea typeface="Lucida Sans"/>
                <a:cs typeface="Lucida Sans"/>
                <a:sym typeface="Lucida Sans"/>
              </a:rPr>
              <a:t>SELECT</a:t>
            </a:r>
            <a:r>
              <a:rPr lang="en-US" sz="2400" dirty="0">
                <a:latin typeface="Lucida Sans"/>
                <a:ea typeface="Lucida Sans"/>
                <a:cs typeface="Lucida Sans"/>
                <a:sym typeface="Lucida Sans"/>
              </a:rPr>
              <a:t> </a:t>
            </a:r>
            <a:r>
              <a:rPr lang="en-US" sz="2400" dirty="0">
                <a:solidFill>
                  <a:schemeClr val="lt2"/>
                </a:solidFill>
                <a:latin typeface="Lucida Sans"/>
                <a:ea typeface="Lucida Sans"/>
                <a:cs typeface="Lucida Sans"/>
                <a:sym typeface="Lucida Sans"/>
              </a:rPr>
              <a:t>[</a:t>
            </a:r>
            <a:r>
              <a:rPr lang="en-US" sz="2400" dirty="0">
                <a:solidFill>
                  <a:srgbClr val="BFBFBF"/>
                </a:solidFill>
                <a:latin typeface="Lucida Sans"/>
                <a:ea typeface="Lucida Sans"/>
                <a:cs typeface="Lucida Sans"/>
                <a:sym typeface="Lucida Sans"/>
              </a:rPr>
              <a:t>DISTINCT</a:t>
            </a:r>
            <a:r>
              <a:rPr lang="en-US" sz="2400" dirty="0">
                <a:solidFill>
                  <a:schemeClr val="lt2"/>
                </a:solidFill>
                <a:latin typeface="Lucida Sans"/>
                <a:ea typeface="Lucida Sans"/>
                <a:cs typeface="Lucida Sans"/>
                <a:sym typeface="Lucida Sans"/>
              </a:rPr>
              <a:t>]</a:t>
            </a:r>
            <a:r>
              <a:rPr lang="en-US" sz="2400" dirty="0">
                <a:latin typeface="Lucida Sans"/>
                <a:ea typeface="Lucida Sans"/>
                <a:cs typeface="Lucida Sans"/>
                <a:sym typeface="Lucida Sans"/>
              </a:rPr>
              <a:t> </a:t>
            </a:r>
            <a:r>
              <a:rPr lang="en-US" sz="2400" i="1" dirty="0">
                <a:latin typeface="Lucida Sans"/>
                <a:ea typeface="Lucida Sans"/>
                <a:cs typeface="Lucida Sans"/>
                <a:sym typeface="Lucida Sans"/>
              </a:rPr>
              <a:t>&lt;column expression list&gt;</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FROM</a:t>
            </a:r>
            <a:r>
              <a:rPr lang="en-US" sz="2400" dirty="0">
                <a:latin typeface="Lucida Sans"/>
                <a:ea typeface="Lucida Sans"/>
                <a:cs typeface="Lucida Sans"/>
                <a:sym typeface="Lucida Sans"/>
              </a:rPr>
              <a:t> </a:t>
            </a:r>
            <a:r>
              <a:rPr lang="en-US" sz="2400" i="1" dirty="0">
                <a:latin typeface="Lucida Sans"/>
                <a:ea typeface="Lucida Sans"/>
                <a:cs typeface="Lucida Sans"/>
                <a:sym typeface="Lucida Sans"/>
              </a:rPr>
              <a:t>&lt;single table&gt;</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a:t>
            </a:r>
            <a:r>
              <a:rPr lang="en-US" sz="2400" dirty="0">
                <a:solidFill>
                  <a:srgbClr val="FF0000"/>
                </a:solidFill>
                <a:latin typeface="Lucida Sans"/>
                <a:ea typeface="Lucida Sans"/>
                <a:cs typeface="Lucida Sans"/>
                <a:sym typeface="Lucida Sans"/>
              </a:rPr>
              <a:t>WHERE</a:t>
            </a:r>
            <a:r>
              <a:rPr lang="en-US" sz="2400" dirty="0">
                <a:latin typeface="Lucida Sans"/>
                <a:ea typeface="Lucida Sans"/>
                <a:cs typeface="Lucida Sans"/>
                <a:sym typeface="Lucida Sans"/>
              </a:rPr>
              <a:t> </a:t>
            </a:r>
            <a:r>
              <a:rPr lang="en-US" sz="2400" i="1" dirty="0">
                <a:latin typeface="Lucida Sans"/>
                <a:ea typeface="Lucida Sans"/>
                <a:cs typeface="Lucida Sans"/>
                <a:sym typeface="Lucida Sans"/>
              </a:rPr>
              <a:t>&lt;predicate&gt;</a:t>
            </a:r>
            <a:r>
              <a:rPr lang="en-US" sz="2400" dirty="0">
                <a:latin typeface="Lucida Sans"/>
                <a:ea typeface="Lucida Sans"/>
                <a:cs typeface="Lucida Sans"/>
                <a:sym typeface="Lucida Sans"/>
              </a:rPr>
              <a:t>]</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[GROUP BY </a:t>
            </a:r>
            <a:r>
              <a:rPr lang="en-US" sz="2400" i="1" dirty="0">
                <a:latin typeface="Lucida Sans"/>
                <a:ea typeface="Lucida Sans"/>
                <a:cs typeface="Lucida Sans"/>
                <a:sym typeface="Lucida Sans"/>
              </a:rPr>
              <a:t>&lt;column list&gt;</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[HAVING </a:t>
            </a:r>
            <a:r>
              <a:rPr lang="en-US" sz="2400" i="1" dirty="0">
                <a:latin typeface="Lucida Sans"/>
                <a:ea typeface="Lucida Sans"/>
                <a:cs typeface="Lucida Sans"/>
                <a:sym typeface="Lucida Sans"/>
              </a:rPr>
              <a:t>&lt;predicate&gt;</a:t>
            </a:r>
            <a:r>
              <a:rPr lang="en-US" sz="2400" dirty="0">
                <a:latin typeface="Lucida Sans"/>
                <a:ea typeface="Lucida Sans"/>
                <a:cs typeface="Lucida Sans"/>
                <a:sym typeface="Lucida Sans"/>
              </a:rPr>
              <a:t>] ]</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[ORDER BY </a:t>
            </a:r>
            <a:r>
              <a:rPr lang="en-US" sz="2400" i="1" dirty="0">
                <a:latin typeface="Lucida Sans"/>
                <a:ea typeface="Lucida Sans"/>
                <a:cs typeface="Lucida Sans"/>
                <a:sym typeface="Lucida Sans"/>
              </a:rPr>
              <a:t>&lt;column list&gt;</a:t>
            </a:r>
            <a:r>
              <a:rPr lang="en-US" sz="2400" dirty="0">
                <a:latin typeface="Lucida Sans"/>
                <a:ea typeface="Lucida Sans"/>
                <a:cs typeface="Lucida Sans"/>
                <a:sym typeface="Lucida Sans"/>
              </a:rPr>
              <a:t>] ;</a:t>
            </a:r>
            <a:endParaRPr sz="2000" dirty="0">
              <a:solidFill>
                <a:schemeClr val="lt2"/>
              </a:solidFill>
              <a:latin typeface="Lucida Sans"/>
              <a:ea typeface="Lucida Sans"/>
              <a:cs typeface="Lucida Sans"/>
              <a:sym typeface="Lucida Sans"/>
            </a:endParaRPr>
          </a:p>
          <a:p>
            <a:pPr marL="182880" lvl="0" indent="-182880" algn="l" rtl="0">
              <a:lnSpc>
                <a:spcPct val="90000"/>
              </a:lnSpc>
              <a:spcBef>
                <a:spcPts val="1200"/>
              </a:spcBef>
              <a:spcAft>
                <a:spcPts val="0"/>
              </a:spcAft>
              <a:buSzPts val="1700"/>
              <a:buChar char="▪"/>
            </a:pPr>
            <a:r>
              <a:rPr lang="en-US" sz="2000" dirty="0"/>
              <a:t>Simplest version is straightforward</a:t>
            </a:r>
            <a:endParaRPr dirty="0"/>
          </a:p>
          <a:p>
            <a:pPr marL="457200" lvl="1" indent="-182880" algn="l" rtl="0">
              <a:lnSpc>
                <a:spcPct val="90000"/>
              </a:lnSpc>
              <a:spcBef>
                <a:spcPts val="400"/>
              </a:spcBef>
              <a:spcAft>
                <a:spcPts val="0"/>
              </a:spcAft>
              <a:buSzPts val="1700"/>
              <a:buChar char="▪"/>
            </a:pPr>
            <a:r>
              <a:rPr lang="en-US" sz="2000" dirty="0"/>
              <a:t>Produce all tuples in the table that </a:t>
            </a:r>
            <a:r>
              <a:rPr lang="en-US" sz="2000" b="1" dirty="0"/>
              <a:t>satisfy the predicate</a:t>
            </a:r>
            <a:endParaRPr dirty="0"/>
          </a:p>
          <a:p>
            <a:pPr marL="457200" lvl="1" indent="-182880" algn="l" rtl="0">
              <a:lnSpc>
                <a:spcPct val="90000"/>
              </a:lnSpc>
              <a:spcBef>
                <a:spcPts val="600"/>
              </a:spcBef>
              <a:spcAft>
                <a:spcPts val="0"/>
              </a:spcAft>
              <a:buSzPts val="1700"/>
              <a:buChar char="▪"/>
            </a:pPr>
            <a:r>
              <a:rPr lang="en-US" sz="2000" dirty="0"/>
              <a:t>Output the expressions in the </a:t>
            </a:r>
            <a:r>
              <a:rPr lang="en-US" sz="2000" b="1" dirty="0"/>
              <a:t>SELECT list</a:t>
            </a:r>
            <a:r>
              <a:rPr lang="en-US" b="1" dirty="0">
                <a:solidFill>
                  <a:schemeClr val="lt2"/>
                </a:solidFill>
              </a:rPr>
              <a:t> </a:t>
            </a:r>
            <a:endParaRPr dirty="0"/>
          </a:p>
          <a:p>
            <a:pPr marL="457200" lvl="1" indent="-182880" algn="l" rtl="0">
              <a:lnSpc>
                <a:spcPct val="90000"/>
              </a:lnSpc>
              <a:spcBef>
                <a:spcPts val="600"/>
              </a:spcBef>
              <a:spcAft>
                <a:spcPts val="0"/>
              </a:spcAft>
              <a:buSzPts val="1700"/>
              <a:buChar char="▪"/>
            </a:pPr>
            <a:r>
              <a:rPr lang="en-US" sz="2000" b="1" dirty="0"/>
              <a:t>Expression</a:t>
            </a:r>
            <a:r>
              <a:rPr lang="en-US" sz="2000" dirty="0"/>
              <a:t> can be a </a:t>
            </a:r>
            <a:r>
              <a:rPr lang="en-US" sz="2000" b="1" dirty="0"/>
              <a:t>column reference</a:t>
            </a:r>
            <a:r>
              <a:rPr lang="en-US" sz="2000" dirty="0"/>
              <a:t>, or an </a:t>
            </a:r>
            <a:r>
              <a:rPr lang="en-US" sz="2000" b="1" dirty="0"/>
              <a:t>arithmetic expression over column refs</a:t>
            </a:r>
            <a:endParaRPr dirty="0"/>
          </a:p>
          <a:p>
            <a:pPr marL="457200" lvl="1" indent="-74929" algn="l" rtl="0">
              <a:lnSpc>
                <a:spcPct val="90000"/>
              </a:lnSpc>
              <a:spcBef>
                <a:spcPts val="600"/>
              </a:spcBef>
              <a:spcAft>
                <a:spcPts val="0"/>
              </a:spcAft>
              <a:buSzPts val="1700"/>
              <a:buNone/>
            </a:pPr>
            <a:endParaRPr sz="2000"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EB99618-C04B-D338-55E4-8258D299BDA7}"/>
                  </a:ext>
                </a:extLst>
              </p14:cNvPr>
              <p14:cNvContentPartPr/>
              <p14:nvPr/>
            </p14:nvContentPartPr>
            <p14:xfrm>
              <a:off x="2694960" y="1578240"/>
              <a:ext cx="272880" cy="272880"/>
            </p14:xfrm>
          </p:contentPart>
        </mc:Choice>
        <mc:Fallback xmlns="">
          <p:pic>
            <p:nvPicPr>
              <p:cNvPr id="2" name="Ink 1">
                <a:extLst>
                  <a:ext uri="{FF2B5EF4-FFF2-40B4-BE49-F238E27FC236}">
                    <a16:creationId xmlns:a16="http://schemas.microsoft.com/office/drawing/2014/main" id="{FEB99618-C04B-D338-55E4-8258D299BDA7}"/>
                  </a:ext>
                </a:extLst>
              </p:cNvPr>
              <p:cNvPicPr/>
              <p:nvPr/>
            </p:nvPicPr>
            <p:blipFill>
              <a:blip r:embed="rId4"/>
              <a:stretch>
                <a:fillRect/>
              </a:stretch>
            </p:blipFill>
            <p:spPr>
              <a:xfrm>
                <a:off x="2685600" y="1568880"/>
                <a:ext cx="291600" cy="29160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37"/>
          <p:cNvSpPr txBox="1">
            <a:spLocks noGrp="1"/>
          </p:cNvSpPr>
          <p:nvPr>
            <p:ph type="title"/>
          </p:nvPr>
        </p:nvSpPr>
        <p:spPr>
          <a:xfrm>
            <a:off x="392009" y="487086"/>
            <a:ext cx="11799991"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FIND THE NAME AND GPA FOR ALL CS STUDENTS</a:t>
            </a:r>
            <a:endParaRPr dirty="0"/>
          </a:p>
        </p:txBody>
      </p:sp>
      <p:sp>
        <p:nvSpPr>
          <p:cNvPr id="910" name="Google Shape;910;p37"/>
          <p:cNvSpPr txBox="1">
            <a:spLocks noGrp="1"/>
          </p:cNvSpPr>
          <p:nvPr>
            <p:ph type="body" idx="1"/>
          </p:nvPr>
        </p:nvSpPr>
        <p:spPr>
          <a:xfrm>
            <a:off x="838199" y="1984918"/>
            <a:ext cx="5205761" cy="1694985"/>
          </a:xfrm>
          <a:prstGeom prst="rect">
            <a:avLst/>
          </a:prstGeom>
          <a:noFill/>
          <a:ln>
            <a:noFill/>
          </a:ln>
        </p:spPr>
        <p:txBody>
          <a:bodyPr spcFirstLastPara="1" wrap="square" lIns="91425" tIns="45700" rIns="91425" bIns="45700" anchor="t" anchorCtr="0">
            <a:noAutofit/>
          </a:bodyPr>
          <a:lstStyle/>
          <a:p>
            <a:pPr marL="14287" lvl="0" indent="0" algn="l" rtl="0">
              <a:lnSpc>
                <a:spcPct val="100000"/>
              </a:lnSpc>
              <a:spcBef>
                <a:spcPts val="0"/>
              </a:spcBef>
              <a:spcAft>
                <a:spcPts val="0"/>
              </a:spcAft>
              <a:buSzPts val="2720"/>
              <a:buNone/>
            </a:pPr>
            <a:r>
              <a:rPr lang="en-US" sz="3200">
                <a:solidFill>
                  <a:srgbClr val="FF0000"/>
                </a:solidFill>
                <a:latin typeface="Lucida Sans"/>
                <a:ea typeface="Lucida Sans"/>
                <a:cs typeface="Lucida Sans"/>
                <a:sym typeface="Lucida Sans"/>
              </a:rPr>
              <a:t>SELECT</a:t>
            </a:r>
            <a:r>
              <a:rPr lang="en-US" sz="3200">
                <a:latin typeface="Lucida Sans"/>
                <a:ea typeface="Lucida Sans"/>
                <a:cs typeface="Lucida Sans"/>
                <a:sym typeface="Lucida Sans"/>
              </a:rPr>
              <a:t> name, gpa</a:t>
            </a:r>
            <a:br>
              <a:rPr lang="en-US" sz="3200">
                <a:latin typeface="Lucida Sans"/>
                <a:ea typeface="Lucida Sans"/>
                <a:cs typeface="Lucida Sans"/>
                <a:sym typeface="Lucida Sans"/>
              </a:rPr>
            </a:br>
            <a:r>
              <a:rPr lang="en-US" sz="3200">
                <a:latin typeface="Lucida Sans"/>
                <a:ea typeface="Lucida Sans"/>
                <a:cs typeface="Lucida Sans"/>
                <a:sym typeface="Lucida Sans"/>
              </a:rPr>
              <a:t>  </a:t>
            </a:r>
            <a:r>
              <a:rPr lang="en-US" sz="3200">
                <a:solidFill>
                  <a:srgbClr val="FF0000"/>
                </a:solidFill>
                <a:latin typeface="Lucida Sans"/>
                <a:ea typeface="Lucida Sans"/>
                <a:cs typeface="Lucida Sans"/>
                <a:sym typeface="Lucida Sans"/>
              </a:rPr>
              <a:t>FROM</a:t>
            </a:r>
            <a:r>
              <a:rPr lang="en-US" sz="3200">
                <a:latin typeface="Lucida Sans"/>
                <a:ea typeface="Lucida Sans"/>
                <a:cs typeface="Lucida Sans"/>
                <a:sym typeface="Lucida Sans"/>
              </a:rPr>
              <a:t> students </a:t>
            </a:r>
            <a:br>
              <a:rPr lang="en-US" sz="3200">
                <a:latin typeface="Lucida Sans"/>
                <a:ea typeface="Lucida Sans"/>
                <a:cs typeface="Lucida Sans"/>
                <a:sym typeface="Lucida Sans"/>
              </a:rPr>
            </a:br>
            <a:r>
              <a:rPr lang="en-US" sz="3200">
                <a:latin typeface="Lucida Sans"/>
                <a:ea typeface="Lucida Sans"/>
                <a:cs typeface="Lucida Sans"/>
                <a:sym typeface="Lucida Sans"/>
              </a:rPr>
              <a:t> </a:t>
            </a:r>
            <a:r>
              <a:rPr lang="en-US" sz="3200">
                <a:solidFill>
                  <a:srgbClr val="FF0000"/>
                </a:solidFill>
                <a:latin typeface="Lucida Sans"/>
                <a:ea typeface="Lucida Sans"/>
                <a:cs typeface="Lucida Sans"/>
                <a:sym typeface="Lucida Sans"/>
              </a:rPr>
              <a:t>WHERE</a:t>
            </a:r>
            <a:r>
              <a:rPr lang="en-US" sz="3200">
                <a:latin typeface="Lucida Sans"/>
                <a:ea typeface="Lucida Sans"/>
                <a:cs typeface="Lucida Sans"/>
                <a:sym typeface="Lucida Sans"/>
              </a:rPr>
              <a:t> dept = 'CS'</a:t>
            </a:r>
            <a:br>
              <a:rPr lang="en-US" sz="3200">
                <a:latin typeface="Lucida Sans"/>
                <a:ea typeface="Lucida Sans"/>
                <a:cs typeface="Lucida Sans"/>
                <a:sym typeface="Lucida Sans"/>
              </a:rPr>
            </a:br>
            <a:endParaRPr/>
          </a:p>
        </p:txBody>
      </p:sp>
      <p:sp>
        <p:nvSpPr>
          <p:cNvPr id="911" name="Google Shape;911;p37"/>
          <p:cNvSpPr/>
          <p:nvPr/>
        </p:nvSpPr>
        <p:spPr>
          <a:xfrm>
            <a:off x="2479286" y="2096430"/>
            <a:ext cx="2319600" cy="490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912" name="Google Shape;912;p37"/>
          <p:cNvSpPr/>
          <p:nvPr/>
        </p:nvSpPr>
        <p:spPr>
          <a:xfrm>
            <a:off x="2479287" y="2587083"/>
            <a:ext cx="2319600" cy="490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913" name="Google Shape;913;p37"/>
          <p:cNvSpPr/>
          <p:nvPr/>
        </p:nvSpPr>
        <p:spPr>
          <a:xfrm>
            <a:off x="2479286" y="3077736"/>
            <a:ext cx="2654100" cy="490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pic>
        <p:nvPicPr>
          <p:cNvPr id="914" name="Google Shape;914;p37"/>
          <p:cNvPicPr preferRelativeResize="0"/>
          <p:nvPr/>
        </p:nvPicPr>
        <p:blipFill rotWithShape="1">
          <a:blip r:embed="rId3">
            <a:alphaModFix/>
          </a:blip>
          <a:srcRect/>
          <a:stretch/>
        </p:blipFill>
        <p:spPr>
          <a:xfrm>
            <a:off x="6907402" y="2027121"/>
            <a:ext cx="5186648" cy="4239087"/>
          </a:xfrm>
          <a:prstGeom prst="rect">
            <a:avLst/>
          </a:prstGeom>
          <a:noFill/>
          <a:ln>
            <a:noFill/>
          </a:ln>
        </p:spPr>
      </p:pic>
      <p:pic>
        <p:nvPicPr>
          <p:cNvPr id="915" name="Google Shape;915;p37"/>
          <p:cNvPicPr preferRelativeResize="0"/>
          <p:nvPr/>
        </p:nvPicPr>
        <p:blipFill rotWithShape="1">
          <a:blip r:embed="rId4">
            <a:alphaModFix/>
          </a:blip>
          <a:srcRect/>
          <a:stretch/>
        </p:blipFill>
        <p:spPr>
          <a:xfrm>
            <a:off x="2059619" y="3677186"/>
            <a:ext cx="3054658" cy="2921847"/>
          </a:xfrm>
          <a:prstGeom prst="rect">
            <a:avLst/>
          </a:prstGeom>
          <a:noFill/>
          <a:ln>
            <a:noFill/>
          </a:ln>
        </p:spPr>
      </p:pic>
      <p:sp>
        <p:nvSpPr>
          <p:cNvPr id="916" name="Google Shape;916;p37"/>
          <p:cNvSpPr/>
          <p:nvPr/>
        </p:nvSpPr>
        <p:spPr>
          <a:xfrm>
            <a:off x="6907402" y="6435952"/>
            <a:ext cx="392209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Rockwell"/>
                <a:ea typeface="Rockwell"/>
                <a:cs typeface="Rockwell"/>
                <a:sym typeface="Rockwell"/>
                <a:hlinkClick r:id="rId5">
                  <a:extLst>
                    <a:ext uri="{A12FA001-AC4F-418D-AE19-62706E023703}">
                      <ahyp:hlinkClr xmlns:ahyp="http://schemas.microsoft.com/office/drawing/2018/hyperlinkcolor" val="tx"/>
                    </a:ext>
                  </a:extLst>
                </a:hlinkClick>
              </a:rPr>
              <a:t>http://sqlfiddle.com/#!9/c1f0e01/1</a:t>
            </a:r>
            <a:endParaRPr sz="1800" b="0" i="0" u="none" strike="noStrike" cap="none">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3C290122-CD57-8B6A-CFF3-3E23C453A2F1}"/>
                  </a:ext>
                </a:extLst>
              </p14:cNvPr>
              <p14:cNvContentPartPr/>
              <p14:nvPr/>
            </p14:nvContentPartPr>
            <p14:xfrm>
              <a:off x="2633760" y="1559880"/>
              <a:ext cx="9201960" cy="3410640"/>
            </p14:xfrm>
          </p:contentPart>
        </mc:Choice>
        <mc:Fallback xmlns="">
          <p:pic>
            <p:nvPicPr>
              <p:cNvPr id="2" name="Ink 1">
                <a:extLst>
                  <a:ext uri="{FF2B5EF4-FFF2-40B4-BE49-F238E27FC236}">
                    <a16:creationId xmlns:a16="http://schemas.microsoft.com/office/drawing/2014/main" id="{3C290122-CD57-8B6A-CFF3-3E23C453A2F1}"/>
                  </a:ext>
                </a:extLst>
              </p:cNvPr>
              <p:cNvPicPr/>
              <p:nvPr/>
            </p:nvPicPr>
            <p:blipFill>
              <a:blip r:embed="rId7"/>
              <a:stretch>
                <a:fillRect/>
              </a:stretch>
            </p:blipFill>
            <p:spPr>
              <a:xfrm>
                <a:off x="2624400" y="1550520"/>
                <a:ext cx="9220680" cy="3429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12"/>
                                        </p:tgtEl>
                                      </p:cBhvr>
                                    </p:animEffect>
                                    <p:set>
                                      <p:cBhvr>
                                        <p:cTn id="7" dur="1" fill="hold">
                                          <p:stCondLst>
                                            <p:cond delay="500"/>
                                          </p:stCondLst>
                                        </p:cTn>
                                        <p:tgtEl>
                                          <p:spTgt spid="9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911"/>
                                        </p:tgtEl>
                                      </p:cBhvr>
                                    </p:animEffect>
                                    <p:set>
                                      <p:cBhvr>
                                        <p:cTn id="12" dur="1" fill="hold">
                                          <p:stCondLst>
                                            <p:cond delay="500"/>
                                          </p:stCondLst>
                                        </p:cTn>
                                        <p:tgtEl>
                                          <p:spTgt spid="9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913"/>
                                        </p:tgtEl>
                                      </p:cBhvr>
                                    </p:animEffect>
                                    <p:set>
                                      <p:cBhvr>
                                        <p:cTn id="17" dur="1" fill="hold">
                                          <p:stCondLst>
                                            <p:cond delay="500"/>
                                          </p:stCondLst>
                                        </p:cTn>
                                        <p:tgtEl>
                                          <p:spTgt spid="9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9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38"/>
          <p:cNvSpPr txBox="1">
            <a:spLocks noGrp="1"/>
          </p:cNvSpPr>
          <p:nvPr>
            <p:ph type="body" idx="1"/>
          </p:nvPr>
        </p:nvSpPr>
        <p:spPr>
          <a:xfrm>
            <a:off x="838199" y="1984918"/>
            <a:ext cx="5205761" cy="1694985"/>
          </a:xfrm>
          <a:prstGeom prst="rect">
            <a:avLst/>
          </a:prstGeom>
          <a:noFill/>
          <a:ln>
            <a:noFill/>
          </a:ln>
        </p:spPr>
        <p:txBody>
          <a:bodyPr spcFirstLastPara="1" wrap="square" lIns="91425" tIns="45700" rIns="91425" bIns="45700" anchor="t" anchorCtr="0">
            <a:noAutofit/>
          </a:bodyPr>
          <a:lstStyle/>
          <a:p>
            <a:pPr marL="14287" lvl="0" indent="0" algn="l" rtl="0">
              <a:lnSpc>
                <a:spcPct val="100000"/>
              </a:lnSpc>
              <a:spcBef>
                <a:spcPts val="0"/>
              </a:spcBef>
              <a:spcAft>
                <a:spcPts val="0"/>
              </a:spcAft>
              <a:buSzPts val="2720"/>
              <a:buNone/>
            </a:pPr>
            <a:r>
              <a:rPr lang="en-US" sz="3200" dirty="0">
                <a:solidFill>
                  <a:srgbClr val="FF0000"/>
                </a:solidFill>
                <a:latin typeface="Lucida Sans"/>
                <a:ea typeface="Lucida Sans"/>
                <a:cs typeface="Lucida Sans"/>
                <a:sym typeface="Lucida Sans"/>
              </a:rPr>
              <a:t>SELECT</a:t>
            </a:r>
            <a:r>
              <a:rPr lang="en-US" sz="3200" dirty="0">
                <a:latin typeface="Lucida Sans"/>
                <a:ea typeface="Lucida Sans"/>
                <a:cs typeface="Lucida Sans"/>
                <a:sym typeface="Lucida Sans"/>
              </a:rPr>
              <a:t> name, </a:t>
            </a:r>
            <a:r>
              <a:rPr lang="en-US" sz="3200" dirty="0" err="1">
                <a:latin typeface="Lucida Sans"/>
                <a:ea typeface="Lucida Sans"/>
                <a:cs typeface="Lucida Sans"/>
                <a:sym typeface="Lucida Sans"/>
              </a:rPr>
              <a:t>gpa</a:t>
            </a:r>
            <a:br>
              <a:rPr lang="en-US" sz="3200" dirty="0">
                <a:latin typeface="Lucida Sans"/>
                <a:ea typeface="Lucida Sans"/>
                <a:cs typeface="Lucida Sans"/>
                <a:sym typeface="Lucida Sans"/>
              </a:rPr>
            </a:br>
            <a:r>
              <a:rPr lang="en-US" sz="3200" dirty="0">
                <a:latin typeface="Lucida Sans"/>
                <a:ea typeface="Lucida Sans"/>
                <a:cs typeface="Lucida Sans"/>
                <a:sym typeface="Lucida Sans"/>
              </a:rPr>
              <a:t>  </a:t>
            </a:r>
            <a:r>
              <a:rPr lang="en-US" sz="3200" dirty="0">
                <a:solidFill>
                  <a:srgbClr val="FF0000"/>
                </a:solidFill>
                <a:latin typeface="Lucida Sans"/>
                <a:ea typeface="Lucida Sans"/>
                <a:cs typeface="Lucida Sans"/>
                <a:sym typeface="Lucida Sans"/>
              </a:rPr>
              <a:t>FROM</a:t>
            </a:r>
            <a:r>
              <a:rPr lang="en-US" sz="3200" dirty="0">
                <a:latin typeface="Lucida Sans"/>
                <a:ea typeface="Lucida Sans"/>
                <a:cs typeface="Lucida Sans"/>
                <a:sym typeface="Lucida Sans"/>
              </a:rPr>
              <a:t> students </a:t>
            </a:r>
            <a:br>
              <a:rPr lang="en-US" sz="3200" dirty="0">
                <a:latin typeface="Lucida Sans"/>
                <a:ea typeface="Lucida Sans"/>
                <a:cs typeface="Lucida Sans"/>
                <a:sym typeface="Lucida Sans"/>
              </a:rPr>
            </a:br>
            <a:r>
              <a:rPr lang="en-US" sz="3200" dirty="0">
                <a:latin typeface="Lucida Sans"/>
                <a:ea typeface="Lucida Sans"/>
                <a:cs typeface="Lucida Sans"/>
                <a:sym typeface="Lucida Sans"/>
              </a:rPr>
              <a:t> </a:t>
            </a:r>
            <a:r>
              <a:rPr lang="en-US" sz="3200" dirty="0">
                <a:solidFill>
                  <a:srgbClr val="FF0000"/>
                </a:solidFill>
                <a:latin typeface="Lucida Sans"/>
                <a:ea typeface="Lucida Sans"/>
                <a:cs typeface="Lucida Sans"/>
                <a:sym typeface="Lucida Sans"/>
              </a:rPr>
              <a:t>WHERE</a:t>
            </a:r>
            <a:r>
              <a:rPr lang="en-US" sz="3200" dirty="0">
                <a:latin typeface="Lucida Sans"/>
                <a:ea typeface="Lucida Sans"/>
                <a:cs typeface="Lucida Sans"/>
                <a:sym typeface="Lucida Sans"/>
              </a:rPr>
              <a:t> dept = 'CS'</a:t>
            </a:r>
            <a:br>
              <a:rPr lang="en-US" sz="3200" dirty="0">
                <a:latin typeface="Lucida Sans"/>
                <a:ea typeface="Lucida Sans"/>
                <a:cs typeface="Lucida Sans"/>
                <a:sym typeface="Lucida Sans"/>
              </a:rPr>
            </a:br>
            <a:endParaRPr dirty="0"/>
          </a:p>
        </p:txBody>
      </p:sp>
      <p:pic>
        <p:nvPicPr>
          <p:cNvPr id="923" name="Google Shape;923;p38"/>
          <p:cNvPicPr preferRelativeResize="0"/>
          <p:nvPr/>
        </p:nvPicPr>
        <p:blipFill rotWithShape="1">
          <a:blip r:embed="rId3">
            <a:alphaModFix/>
          </a:blip>
          <a:srcRect/>
          <a:stretch/>
        </p:blipFill>
        <p:spPr>
          <a:xfrm>
            <a:off x="6907402" y="2027121"/>
            <a:ext cx="5186648" cy="4239087"/>
          </a:xfrm>
          <a:prstGeom prst="rect">
            <a:avLst/>
          </a:prstGeom>
          <a:noFill/>
          <a:ln>
            <a:noFill/>
          </a:ln>
        </p:spPr>
      </p:pic>
      <p:pic>
        <p:nvPicPr>
          <p:cNvPr id="924" name="Google Shape;924;p38"/>
          <p:cNvPicPr preferRelativeResize="0"/>
          <p:nvPr/>
        </p:nvPicPr>
        <p:blipFill rotWithShape="1">
          <a:blip r:embed="rId4">
            <a:alphaModFix/>
          </a:blip>
          <a:srcRect/>
          <a:stretch/>
        </p:blipFill>
        <p:spPr>
          <a:xfrm>
            <a:off x="2059619" y="3677186"/>
            <a:ext cx="3054658" cy="2921847"/>
          </a:xfrm>
          <a:prstGeom prst="rect">
            <a:avLst/>
          </a:prstGeom>
          <a:noFill/>
          <a:ln>
            <a:noFill/>
          </a:ln>
        </p:spPr>
      </p:pic>
      <p:sp>
        <p:nvSpPr>
          <p:cNvPr id="2" name="Google Shape;909;p37">
            <a:extLst>
              <a:ext uri="{FF2B5EF4-FFF2-40B4-BE49-F238E27FC236}">
                <a16:creationId xmlns:a16="http://schemas.microsoft.com/office/drawing/2014/main" id="{2E976D8A-ED05-5D4C-9C86-3DD9328FBC2E}"/>
              </a:ext>
            </a:extLst>
          </p:cNvPr>
          <p:cNvSpPr txBox="1">
            <a:spLocks noGrp="1"/>
          </p:cNvSpPr>
          <p:nvPr>
            <p:ph type="title"/>
          </p:nvPr>
        </p:nvSpPr>
        <p:spPr>
          <a:xfrm>
            <a:off x="392009" y="487086"/>
            <a:ext cx="11799991"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FIND THE NAME AND GPA FOR ALL CS STUDENTS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39"/>
          <p:cNvSpPr txBox="1">
            <a:spLocks noGrp="1"/>
          </p:cNvSpPr>
          <p:nvPr>
            <p:ph type="title"/>
          </p:nvPr>
        </p:nvSpPr>
        <p:spPr>
          <a:xfrm>
            <a:off x="552450" y="320675"/>
            <a:ext cx="1080135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COMBINING PREDICATES WITH OR AND AND</a:t>
            </a:r>
            <a:endParaRPr/>
          </a:p>
        </p:txBody>
      </p:sp>
      <p:sp>
        <p:nvSpPr>
          <p:cNvPr id="931" name="Google Shape;931;p39"/>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a:solidFill>
                  <a:srgbClr val="FF0000"/>
                </a:solidFill>
                <a:latin typeface="Lucida Sans"/>
                <a:ea typeface="Lucida Sans"/>
                <a:cs typeface="Lucida Sans"/>
                <a:sym typeface="Lucida Sans"/>
              </a:rPr>
              <a:t>SELECT </a:t>
            </a:r>
            <a:r>
              <a:rPr lang="en-US" sz="2400">
                <a:latin typeface="Lucida Sans"/>
                <a:ea typeface="Lucida Sans"/>
                <a:cs typeface="Lucida Sans"/>
                <a:sym typeface="Lucida Sans"/>
              </a:rPr>
              <a:t>name, gpa, dept</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FROM</a:t>
            </a:r>
            <a:r>
              <a:rPr lang="en-US" sz="2400">
                <a:latin typeface="Lucida Sans"/>
                <a:ea typeface="Lucida Sans"/>
                <a:cs typeface="Lucida Sans"/>
                <a:sym typeface="Lucida Sans"/>
              </a:rPr>
              <a:t> students </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WHERE</a:t>
            </a:r>
            <a:r>
              <a:rPr lang="en-US" sz="2400">
                <a:latin typeface="Lucida Sans"/>
                <a:ea typeface="Lucida Sans"/>
                <a:cs typeface="Lucida Sans"/>
                <a:sym typeface="Lucida Sans"/>
              </a:rPr>
              <a:t> dept = 'CS’ OR name &lt; ‘D’</a:t>
            </a:r>
            <a:endParaRPr sz="2000">
              <a:solidFill>
                <a:schemeClr val="lt2"/>
              </a:solidFill>
              <a:latin typeface="Lucida Sans"/>
              <a:ea typeface="Lucida Sans"/>
              <a:cs typeface="Lucida Sans"/>
              <a:sym typeface="Lucida Sans"/>
            </a:endParaRPr>
          </a:p>
        </p:txBody>
      </p:sp>
      <p:pic>
        <p:nvPicPr>
          <p:cNvPr id="932" name="Google Shape;932;p39"/>
          <p:cNvPicPr preferRelativeResize="0"/>
          <p:nvPr/>
        </p:nvPicPr>
        <p:blipFill rotWithShape="1">
          <a:blip r:embed="rId3">
            <a:alphaModFix/>
          </a:blip>
          <a:srcRect/>
          <a:stretch/>
        </p:blipFill>
        <p:spPr>
          <a:xfrm>
            <a:off x="6907402" y="2027121"/>
            <a:ext cx="5186648" cy="4239087"/>
          </a:xfrm>
          <a:prstGeom prst="rect">
            <a:avLst/>
          </a:prstGeom>
          <a:noFill/>
          <a:ln>
            <a:noFill/>
          </a:ln>
        </p:spPr>
      </p:pic>
      <p:pic>
        <p:nvPicPr>
          <p:cNvPr id="933" name="Google Shape;933;p39"/>
          <p:cNvPicPr preferRelativeResize="0"/>
          <p:nvPr/>
        </p:nvPicPr>
        <p:blipFill rotWithShape="1">
          <a:blip r:embed="rId4">
            <a:alphaModFix/>
          </a:blip>
          <a:srcRect/>
          <a:stretch/>
        </p:blipFill>
        <p:spPr>
          <a:xfrm>
            <a:off x="1282001" y="3108164"/>
            <a:ext cx="4628942" cy="3429162"/>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0E162865-5E15-7586-0100-CCF8A460E87E}"/>
                  </a:ext>
                </a:extLst>
              </p14:cNvPr>
              <p14:cNvContentPartPr/>
              <p14:nvPr/>
            </p14:nvContentPartPr>
            <p14:xfrm>
              <a:off x="1796760" y="3608640"/>
              <a:ext cx="4144680" cy="2828880"/>
            </p14:xfrm>
          </p:contentPart>
        </mc:Choice>
        <mc:Fallback xmlns="">
          <p:pic>
            <p:nvPicPr>
              <p:cNvPr id="2" name="Ink 1">
                <a:extLst>
                  <a:ext uri="{FF2B5EF4-FFF2-40B4-BE49-F238E27FC236}">
                    <a16:creationId xmlns:a16="http://schemas.microsoft.com/office/drawing/2014/main" id="{0E162865-5E15-7586-0100-CCF8A460E87E}"/>
                  </a:ext>
                </a:extLst>
              </p:cNvPr>
              <p:cNvPicPr/>
              <p:nvPr/>
            </p:nvPicPr>
            <p:blipFill>
              <a:blip r:embed="rId6"/>
              <a:stretch>
                <a:fillRect/>
              </a:stretch>
            </p:blipFill>
            <p:spPr>
              <a:xfrm>
                <a:off x="1787400" y="3599280"/>
                <a:ext cx="4163400" cy="284760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4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SELECT DISTINCT</a:t>
            </a:r>
            <a:endParaRPr/>
          </a:p>
        </p:txBody>
      </p:sp>
      <p:sp>
        <p:nvSpPr>
          <p:cNvPr id="939" name="Google Shape;939;p40"/>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dirty="0">
                <a:solidFill>
                  <a:srgbClr val="FF0000"/>
                </a:solidFill>
                <a:latin typeface="Lucida Sans"/>
                <a:ea typeface="Lucida Sans"/>
                <a:cs typeface="Lucida Sans"/>
                <a:sym typeface="Lucida Sans"/>
              </a:rPr>
              <a:t>SELECT</a:t>
            </a: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DISTINCT</a:t>
            </a:r>
            <a:r>
              <a:rPr lang="en-US" sz="2400" dirty="0">
                <a:latin typeface="Lucida Sans"/>
                <a:ea typeface="Lucida Sans"/>
                <a:cs typeface="Lucida Sans"/>
                <a:sym typeface="Lucida Sans"/>
              </a:rPr>
              <a:t> dept</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FROM</a:t>
            </a:r>
            <a:r>
              <a:rPr lang="en-US" sz="2400" dirty="0">
                <a:latin typeface="Lucida Sans"/>
                <a:ea typeface="Lucida Sans"/>
                <a:cs typeface="Lucida Sans"/>
                <a:sym typeface="Lucida Sans"/>
              </a:rPr>
              <a:t> students </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chemeClr val="lt2"/>
                </a:solidFill>
                <a:latin typeface="Lucida Sans"/>
                <a:ea typeface="Lucida Sans"/>
                <a:cs typeface="Lucida Sans"/>
                <a:sym typeface="Lucida Sans"/>
              </a:rPr>
              <a:t>[WHERE &lt;predicate&gt;]</a:t>
            </a:r>
            <a:br>
              <a:rPr lang="en-US" sz="2400" dirty="0">
                <a:solidFill>
                  <a:schemeClr val="lt2"/>
                </a:solidFill>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chemeClr val="lt2"/>
                </a:solidFill>
                <a:latin typeface="Lucida Sans"/>
                <a:ea typeface="Lucida Sans"/>
                <a:cs typeface="Lucida Sans"/>
                <a:sym typeface="Lucida Sans"/>
              </a:rPr>
              <a:t>[GROUP BY </a:t>
            </a:r>
            <a:r>
              <a:rPr lang="en-US" sz="2400" i="1" dirty="0">
                <a:solidFill>
                  <a:schemeClr val="lt2"/>
                </a:solidFill>
                <a:latin typeface="Lucida Sans"/>
                <a:ea typeface="Lucida Sans"/>
                <a:cs typeface="Lucida Sans"/>
                <a:sym typeface="Lucida Sans"/>
              </a:rPr>
              <a:t>&lt;column list&gt;</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[HAVING </a:t>
            </a:r>
            <a:r>
              <a:rPr lang="en-US" sz="2400" i="1" dirty="0">
                <a:solidFill>
                  <a:schemeClr val="lt2"/>
                </a:solidFill>
                <a:latin typeface="Lucida Sans"/>
                <a:ea typeface="Lucida Sans"/>
                <a:cs typeface="Lucida Sans"/>
                <a:sym typeface="Lucida Sans"/>
              </a:rPr>
              <a:t>&lt;predicate&gt;</a:t>
            </a:r>
            <a:r>
              <a:rPr lang="en-US" sz="2400" dirty="0">
                <a:solidFill>
                  <a:schemeClr val="lt2"/>
                </a:solidFill>
                <a:latin typeface="Lucida Sans"/>
                <a:ea typeface="Lucida Sans"/>
                <a:cs typeface="Lucida Sans"/>
                <a:sym typeface="Lucida Sans"/>
              </a:rPr>
              <a:t>] ]</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[ORDER BY </a:t>
            </a:r>
            <a:r>
              <a:rPr lang="en-US" sz="2400" i="1" dirty="0">
                <a:solidFill>
                  <a:schemeClr val="lt2"/>
                </a:solidFill>
                <a:latin typeface="Lucida Sans"/>
                <a:ea typeface="Lucida Sans"/>
                <a:cs typeface="Lucida Sans"/>
                <a:sym typeface="Lucida Sans"/>
              </a:rPr>
              <a:t>&lt;column list&gt;</a:t>
            </a:r>
            <a:r>
              <a:rPr lang="en-US" sz="2400" dirty="0">
                <a:solidFill>
                  <a:schemeClr val="lt2"/>
                </a:solidFill>
                <a:latin typeface="Lucida Sans"/>
                <a:ea typeface="Lucida Sans"/>
                <a:cs typeface="Lucida Sans"/>
                <a:sym typeface="Lucida Sans"/>
              </a:rPr>
              <a:t>]</a:t>
            </a:r>
            <a:r>
              <a:rPr lang="en-US" sz="2400" dirty="0">
                <a:latin typeface="Lucida Sans"/>
                <a:ea typeface="Lucida Sans"/>
                <a:cs typeface="Lucida Sans"/>
                <a:sym typeface="Lucida Sans"/>
              </a:rPr>
              <a:t> ;</a:t>
            </a:r>
            <a:endParaRPr sz="2000" dirty="0">
              <a:solidFill>
                <a:schemeClr val="lt2"/>
              </a:solidFill>
              <a:latin typeface="Lucida Sans"/>
              <a:ea typeface="Lucida Sans"/>
              <a:cs typeface="Lucida Sans"/>
              <a:sym typeface="Lucida Sans"/>
            </a:endParaRPr>
          </a:p>
          <a:p>
            <a:pPr marL="182880" lvl="0" indent="-74928" algn="l" rtl="0">
              <a:lnSpc>
                <a:spcPct val="90000"/>
              </a:lnSpc>
              <a:spcBef>
                <a:spcPts val="1200"/>
              </a:spcBef>
              <a:spcAft>
                <a:spcPts val="0"/>
              </a:spcAft>
              <a:buSzPts val="1700"/>
              <a:buNone/>
            </a:pPr>
            <a:endParaRPr sz="2000" dirty="0">
              <a:latin typeface="Tahoma"/>
              <a:ea typeface="Tahoma"/>
              <a:cs typeface="Tahoma"/>
              <a:sym typeface="Tahoma"/>
            </a:endParaRPr>
          </a:p>
          <a:p>
            <a:pPr marL="182880" lvl="0" indent="-182880" algn="l" rtl="0">
              <a:lnSpc>
                <a:spcPct val="90000"/>
              </a:lnSpc>
              <a:spcBef>
                <a:spcPts val="1200"/>
              </a:spcBef>
              <a:spcAft>
                <a:spcPts val="0"/>
              </a:spcAft>
              <a:buSzPts val="1700"/>
              <a:buChar char="▪"/>
            </a:pPr>
            <a:r>
              <a:rPr lang="en-US" sz="2000" dirty="0"/>
              <a:t>DISTINCT flag specifies removal of duplicates before output</a:t>
            </a:r>
            <a:endParaRPr dirty="0"/>
          </a:p>
        </p:txBody>
      </p:sp>
      <p:pic>
        <p:nvPicPr>
          <p:cNvPr id="940" name="Google Shape;940;p40"/>
          <p:cNvPicPr preferRelativeResize="0"/>
          <p:nvPr/>
        </p:nvPicPr>
        <p:blipFill rotWithShape="1">
          <a:blip r:embed="rId3">
            <a:alphaModFix/>
          </a:blip>
          <a:srcRect/>
          <a:stretch/>
        </p:blipFill>
        <p:spPr>
          <a:xfrm>
            <a:off x="5953125" y="1825625"/>
            <a:ext cx="1661533" cy="2276916"/>
          </a:xfrm>
          <a:prstGeom prst="rect">
            <a:avLst/>
          </a:prstGeom>
          <a:noFill/>
          <a:ln>
            <a:noFill/>
          </a:ln>
        </p:spPr>
      </p:pic>
      <p:pic>
        <p:nvPicPr>
          <p:cNvPr id="941" name="Google Shape;941;p40"/>
          <p:cNvPicPr preferRelativeResize="0"/>
          <p:nvPr/>
        </p:nvPicPr>
        <p:blipFill rotWithShape="1">
          <a:blip r:embed="rId4">
            <a:alphaModFix/>
          </a:blip>
          <a:srcRect/>
          <a:stretch/>
        </p:blipFill>
        <p:spPr>
          <a:xfrm>
            <a:off x="7966774" y="320675"/>
            <a:ext cx="4225226" cy="3470721"/>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2EF58F52-789C-4160-3059-C1021265EBB9}"/>
                  </a:ext>
                </a:extLst>
              </p14:cNvPr>
              <p14:cNvContentPartPr/>
              <p14:nvPr/>
            </p14:nvContentPartPr>
            <p14:xfrm>
              <a:off x="10451160" y="538560"/>
              <a:ext cx="1220760" cy="3274560"/>
            </p14:xfrm>
          </p:contentPart>
        </mc:Choice>
        <mc:Fallback xmlns="">
          <p:pic>
            <p:nvPicPr>
              <p:cNvPr id="2" name="Ink 1">
                <a:extLst>
                  <a:ext uri="{FF2B5EF4-FFF2-40B4-BE49-F238E27FC236}">
                    <a16:creationId xmlns:a16="http://schemas.microsoft.com/office/drawing/2014/main" id="{2EF58F52-789C-4160-3059-C1021265EBB9}"/>
                  </a:ext>
                </a:extLst>
              </p:cNvPr>
              <p:cNvPicPr/>
              <p:nvPr/>
            </p:nvPicPr>
            <p:blipFill>
              <a:blip r:embed="rId6"/>
              <a:stretch>
                <a:fillRect/>
              </a:stretch>
            </p:blipFill>
            <p:spPr>
              <a:xfrm>
                <a:off x="10441800" y="529200"/>
                <a:ext cx="1239480" cy="329328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4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SELECT DISTINCT</a:t>
            </a:r>
            <a:endParaRPr/>
          </a:p>
        </p:txBody>
      </p:sp>
      <p:sp>
        <p:nvSpPr>
          <p:cNvPr id="947" name="Google Shape;947;p41"/>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dirty="0">
                <a:solidFill>
                  <a:srgbClr val="FF0000"/>
                </a:solidFill>
                <a:latin typeface="Lucida Sans"/>
                <a:ea typeface="Lucida Sans"/>
                <a:cs typeface="Lucida Sans"/>
                <a:sym typeface="Lucida Sans"/>
              </a:rPr>
              <a:t>SELECT</a:t>
            </a: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DISTINCT</a:t>
            </a:r>
            <a:r>
              <a:rPr lang="en-US" sz="2400" dirty="0">
                <a:latin typeface="Lucida Sans"/>
                <a:ea typeface="Lucida Sans"/>
                <a:cs typeface="Lucida Sans"/>
                <a:sym typeface="Lucida Sans"/>
              </a:rPr>
              <a:t> dept, gender</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FROM</a:t>
            </a:r>
            <a:r>
              <a:rPr lang="en-US" sz="2400" dirty="0">
                <a:latin typeface="Lucida Sans"/>
                <a:ea typeface="Lucida Sans"/>
                <a:cs typeface="Lucida Sans"/>
                <a:sym typeface="Lucida Sans"/>
              </a:rPr>
              <a:t> students </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chemeClr val="lt2"/>
                </a:solidFill>
                <a:latin typeface="Lucida Sans"/>
                <a:ea typeface="Lucida Sans"/>
                <a:cs typeface="Lucida Sans"/>
                <a:sym typeface="Lucida Sans"/>
              </a:rPr>
              <a:t>[WHERE &lt;predicate&gt;]</a:t>
            </a:r>
            <a:br>
              <a:rPr lang="en-US" sz="2400" dirty="0">
                <a:solidFill>
                  <a:schemeClr val="lt2"/>
                </a:solidFill>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chemeClr val="lt2"/>
                </a:solidFill>
                <a:latin typeface="Lucida Sans"/>
                <a:ea typeface="Lucida Sans"/>
                <a:cs typeface="Lucida Sans"/>
                <a:sym typeface="Lucida Sans"/>
              </a:rPr>
              <a:t>[GROUP BY </a:t>
            </a:r>
            <a:r>
              <a:rPr lang="en-US" sz="2400" i="1" dirty="0">
                <a:solidFill>
                  <a:schemeClr val="lt2"/>
                </a:solidFill>
                <a:latin typeface="Lucida Sans"/>
                <a:ea typeface="Lucida Sans"/>
                <a:cs typeface="Lucida Sans"/>
                <a:sym typeface="Lucida Sans"/>
              </a:rPr>
              <a:t>&lt;column list&gt;</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[HAVING </a:t>
            </a:r>
            <a:r>
              <a:rPr lang="en-US" sz="2400" i="1" dirty="0">
                <a:solidFill>
                  <a:schemeClr val="lt2"/>
                </a:solidFill>
                <a:latin typeface="Lucida Sans"/>
                <a:ea typeface="Lucida Sans"/>
                <a:cs typeface="Lucida Sans"/>
                <a:sym typeface="Lucida Sans"/>
              </a:rPr>
              <a:t>&lt;predicate&gt;</a:t>
            </a:r>
            <a:r>
              <a:rPr lang="en-US" sz="2400" dirty="0">
                <a:solidFill>
                  <a:schemeClr val="lt2"/>
                </a:solidFill>
                <a:latin typeface="Lucida Sans"/>
                <a:ea typeface="Lucida Sans"/>
                <a:cs typeface="Lucida Sans"/>
                <a:sym typeface="Lucida Sans"/>
              </a:rPr>
              <a:t>] ]</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[ORDER BY </a:t>
            </a:r>
            <a:r>
              <a:rPr lang="en-US" sz="2400" i="1" dirty="0">
                <a:solidFill>
                  <a:schemeClr val="lt2"/>
                </a:solidFill>
                <a:latin typeface="Lucida Sans"/>
                <a:ea typeface="Lucida Sans"/>
                <a:cs typeface="Lucida Sans"/>
                <a:sym typeface="Lucida Sans"/>
              </a:rPr>
              <a:t>&lt;column list&gt;</a:t>
            </a:r>
            <a:r>
              <a:rPr lang="en-US" sz="2400" dirty="0">
                <a:solidFill>
                  <a:schemeClr val="lt2"/>
                </a:solidFill>
                <a:latin typeface="Lucida Sans"/>
                <a:ea typeface="Lucida Sans"/>
                <a:cs typeface="Lucida Sans"/>
                <a:sym typeface="Lucida Sans"/>
              </a:rPr>
              <a:t>]</a:t>
            </a:r>
            <a:r>
              <a:rPr lang="en-US" sz="2400" dirty="0">
                <a:latin typeface="Lucida Sans"/>
                <a:ea typeface="Lucida Sans"/>
                <a:cs typeface="Lucida Sans"/>
                <a:sym typeface="Lucida Sans"/>
              </a:rPr>
              <a:t> ;</a:t>
            </a:r>
            <a:endParaRPr sz="2000" dirty="0">
              <a:solidFill>
                <a:schemeClr val="lt2"/>
              </a:solidFill>
              <a:latin typeface="Lucida Sans"/>
              <a:ea typeface="Lucida Sans"/>
              <a:cs typeface="Lucida Sans"/>
              <a:sym typeface="Lucida Sans"/>
            </a:endParaRPr>
          </a:p>
          <a:p>
            <a:pPr marL="182880" lvl="0" indent="-74928" algn="l" rtl="0">
              <a:lnSpc>
                <a:spcPct val="90000"/>
              </a:lnSpc>
              <a:spcBef>
                <a:spcPts val="1200"/>
              </a:spcBef>
              <a:spcAft>
                <a:spcPts val="0"/>
              </a:spcAft>
              <a:buSzPts val="1700"/>
              <a:buNone/>
            </a:pPr>
            <a:endParaRPr sz="2000" dirty="0">
              <a:latin typeface="Tahoma"/>
              <a:ea typeface="Tahoma"/>
              <a:cs typeface="Tahoma"/>
              <a:sym typeface="Tahoma"/>
            </a:endParaRPr>
          </a:p>
          <a:p>
            <a:pPr marL="182880" lvl="0" indent="-182880" algn="l" rtl="0">
              <a:lnSpc>
                <a:spcPct val="90000"/>
              </a:lnSpc>
              <a:spcBef>
                <a:spcPts val="1200"/>
              </a:spcBef>
              <a:spcAft>
                <a:spcPts val="0"/>
              </a:spcAft>
              <a:buSzPts val="1700"/>
              <a:buChar char="▪"/>
            </a:pPr>
            <a:r>
              <a:rPr lang="en-US" sz="2000" dirty="0"/>
              <a:t>DISTINCT flag specifies removal of duplicates before output</a:t>
            </a:r>
            <a:endParaRPr dirty="0"/>
          </a:p>
          <a:p>
            <a:pPr marL="182880" lvl="0" indent="-182880" algn="l" rtl="0">
              <a:lnSpc>
                <a:spcPct val="90000"/>
              </a:lnSpc>
              <a:spcBef>
                <a:spcPts val="1200"/>
              </a:spcBef>
              <a:spcAft>
                <a:spcPts val="0"/>
              </a:spcAft>
              <a:buSzPts val="1700"/>
              <a:buChar char="▪"/>
            </a:pPr>
            <a:r>
              <a:rPr lang="en-US" sz="2000" dirty="0"/>
              <a:t>DISTINCT operates at the tuple level, not the column level</a:t>
            </a:r>
            <a:endParaRPr dirty="0"/>
          </a:p>
        </p:txBody>
      </p:sp>
      <p:pic>
        <p:nvPicPr>
          <p:cNvPr id="948" name="Google Shape;948;p41"/>
          <p:cNvPicPr preferRelativeResize="0"/>
          <p:nvPr/>
        </p:nvPicPr>
        <p:blipFill rotWithShape="1">
          <a:blip r:embed="rId3">
            <a:alphaModFix/>
          </a:blip>
          <a:srcRect/>
          <a:stretch/>
        </p:blipFill>
        <p:spPr>
          <a:xfrm>
            <a:off x="7966774" y="320675"/>
            <a:ext cx="4225226" cy="3470721"/>
          </a:xfrm>
          <a:prstGeom prst="rect">
            <a:avLst/>
          </a:prstGeom>
          <a:noFill/>
          <a:ln>
            <a:noFill/>
          </a:ln>
        </p:spPr>
      </p:pic>
      <p:pic>
        <p:nvPicPr>
          <p:cNvPr id="949" name="Google Shape;949;p41"/>
          <p:cNvPicPr preferRelativeResize="0"/>
          <p:nvPr/>
        </p:nvPicPr>
        <p:blipFill rotWithShape="1">
          <a:blip r:embed="rId4">
            <a:alphaModFix/>
          </a:blip>
          <a:srcRect/>
          <a:stretch/>
        </p:blipFill>
        <p:spPr>
          <a:xfrm>
            <a:off x="8569801" y="1921328"/>
            <a:ext cx="3343275" cy="2667000"/>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26F712DE-CD3E-B68D-5A7B-CC02264EB53F}"/>
                  </a:ext>
                </a:extLst>
              </p14:cNvPr>
              <p14:cNvContentPartPr/>
              <p14:nvPr/>
            </p14:nvContentPartPr>
            <p14:xfrm>
              <a:off x="10067040" y="2401560"/>
              <a:ext cx="1803240" cy="1194840"/>
            </p14:xfrm>
          </p:contentPart>
        </mc:Choice>
        <mc:Fallback xmlns="">
          <p:pic>
            <p:nvPicPr>
              <p:cNvPr id="2" name="Ink 1">
                <a:extLst>
                  <a:ext uri="{FF2B5EF4-FFF2-40B4-BE49-F238E27FC236}">
                    <a16:creationId xmlns:a16="http://schemas.microsoft.com/office/drawing/2014/main" id="{26F712DE-CD3E-B68D-5A7B-CC02264EB53F}"/>
                  </a:ext>
                </a:extLst>
              </p:cNvPr>
              <p:cNvPicPr/>
              <p:nvPr/>
            </p:nvPicPr>
            <p:blipFill>
              <a:blip r:embed="rId6"/>
              <a:stretch>
                <a:fillRect/>
              </a:stretch>
            </p:blipFill>
            <p:spPr>
              <a:xfrm>
                <a:off x="10057680" y="2392200"/>
                <a:ext cx="1821960" cy="121356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p42"/>
          <p:cNvSpPr txBox="1">
            <a:spLocks noGrp="1"/>
          </p:cNvSpPr>
          <p:nvPr>
            <p:ph type="title"/>
          </p:nvPr>
        </p:nvSpPr>
        <p:spPr>
          <a:xfrm>
            <a:off x="552450" y="320675"/>
            <a:ext cx="1080135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FUNCTIONS IN THE SELECT LIST</a:t>
            </a:r>
            <a:endParaRPr/>
          </a:p>
        </p:txBody>
      </p:sp>
      <p:sp>
        <p:nvSpPr>
          <p:cNvPr id="955" name="Google Shape;955;p42"/>
          <p:cNvSpPr txBox="1">
            <a:spLocks noGrp="1"/>
          </p:cNvSpPr>
          <p:nvPr>
            <p:ph type="body" idx="1"/>
          </p:nvPr>
        </p:nvSpPr>
        <p:spPr>
          <a:xfrm>
            <a:off x="838200" y="1825625"/>
            <a:ext cx="5263500" cy="4351500"/>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a:solidFill>
                  <a:srgbClr val="FF0000"/>
                </a:solidFill>
                <a:latin typeface="Lucida Sans"/>
                <a:ea typeface="Lucida Sans"/>
                <a:cs typeface="Lucida Sans"/>
                <a:sym typeface="Lucida Sans"/>
              </a:rPr>
              <a:t>SELECT</a:t>
            </a:r>
            <a:r>
              <a:rPr lang="en-US" sz="2400">
                <a:latin typeface="Lucida Sans"/>
                <a:ea typeface="Lucida Sans"/>
                <a:cs typeface="Lucida Sans"/>
                <a:sym typeface="Lucida Sans"/>
              </a:rPr>
              <a:t> UPPER(name),                                            	  LOWER(dept) AS d,  					 		  gpa/4.0 AS GPA_ratio</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FROM</a:t>
            </a:r>
            <a:r>
              <a:rPr lang="en-US" sz="2400">
                <a:latin typeface="Lucida Sans"/>
                <a:ea typeface="Lucida Sans"/>
                <a:cs typeface="Lucida Sans"/>
                <a:sym typeface="Lucida Sans"/>
              </a:rPr>
              <a:t> students </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chemeClr val="lt2"/>
                </a:solidFill>
                <a:latin typeface="Lucida Sans"/>
                <a:ea typeface="Lucida Sans"/>
                <a:cs typeface="Lucida Sans"/>
                <a:sym typeface="Lucida Sans"/>
              </a:rPr>
              <a:t>[WHERE &lt;predicate&gt;]</a:t>
            </a:r>
            <a:br>
              <a:rPr lang="en-US" sz="2400">
                <a:solidFill>
                  <a:schemeClr val="lt2"/>
                </a:solidFill>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chemeClr val="lt2"/>
                </a:solidFill>
                <a:latin typeface="Lucida Sans"/>
                <a:ea typeface="Lucida Sans"/>
                <a:cs typeface="Lucida Sans"/>
                <a:sym typeface="Lucida Sans"/>
              </a:rPr>
              <a:t>[GROUP BY </a:t>
            </a:r>
            <a:r>
              <a:rPr lang="en-US" sz="2400" i="1">
                <a:solidFill>
                  <a:schemeClr val="lt2"/>
                </a:solidFill>
                <a:latin typeface="Lucida Sans"/>
                <a:ea typeface="Lucida Sans"/>
                <a:cs typeface="Lucida Sans"/>
                <a:sym typeface="Lucida Sans"/>
              </a:rPr>
              <a:t>&lt;column list&gt;</a:t>
            </a:r>
            <a:br>
              <a:rPr lang="en-US" sz="2400">
                <a:solidFill>
                  <a:schemeClr val="lt2"/>
                </a:solidFill>
                <a:latin typeface="Lucida Sans"/>
                <a:ea typeface="Lucida Sans"/>
                <a:cs typeface="Lucida Sans"/>
                <a:sym typeface="Lucida Sans"/>
              </a:rPr>
            </a:br>
            <a:r>
              <a:rPr lang="en-US" sz="2400">
                <a:solidFill>
                  <a:schemeClr val="lt2"/>
                </a:solidFill>
                <a:latin typeface="Lucida Sans"/>
                <a:ea typeface="Lucida Sans"/>
                <a:cs typeface="Lucida Sans"/>
                <a:sym typeface="Lucida Sans"/>
              </a:rPr>
              <a:t> [HAVING </a:t>
            </a:r>
            <a:r>
              <a:rPr lang="en-US" sz="2400" i="1">
                <a:solidFill>
                  <a:schemeClr val="lt2"/>
                </a:solidFill>
                <a:latin typeface="Lucida Sans"/>
                <a:ea typeface="Lucida Sans"/>
                <a:cs typeface="Lucida Sans"/>
                <a:sym typeface="Lucida Sans"/>
              </a:rPr>
              <a:t>&lt;predicate&gt;</a:t>
            </a:r>
            <a:r>
              <a:rPr lang="en-US" sz="2400">
                <a:solidFill>
                  <a:schemeClr val="lt2"/>
                </a:solidFill>
                <a:latin typeface="Lucida Sans"/>
                <a:ea typeface="Lucida Sans"/>
                <a:cs typeface="Lucida Sans"/>
                <a:sym typeface="Lucida Sans"/>
              </a:rPr>
              <a:t>] ]</a:t>
            </a:r>
            <a:br>
              <a:rPr lang="en-US" sz="2400">
                <a:solidFill>
                  <a:schemeClr val="lt2"/>
                </a:solidFill>
                <a:latin typeface="Lucida Sans"/>
                <a:ea typeface="Lucida Sans"/>
                <a:cs typeface="Lucida Sans"/>
                <a:sym typeface="Lucida Sans"/>
              </a:rPr>
            </a:br>
            <a:r>
              <a:rPr lang="en-US" sz="2400">
                <a:solidFill>
                  <a:schemeClr val="lt2"/>
                </a:solidFill>
                <a:latin typeface="Lucida Sans"/>
                <a:ea typeface="Lucida Sans"/>
                <a:cs typeface="Lucida Sans"/>
                <a:sym typeface="Lucida Sans"/>
              </a:rPr>
              <a:t>[ORDER BY </a:t>
            </a:r>
            <a:r>
              <a:rPr lang="en-US" sz="2400" i="1">
                <a:solidFill>
                  <a:schemeClr val="lt2"/>
                </a:solidFill>
                <a:latin typeface="Lucida Sans"/>
                <a:ea typeface="Lucida Sans"/>
                <a:cs typeface="Lucida Sans"/>
                <a:sym typeface="Lucida Sans"/>
              </a:rPr>
              <a:t>&lt;column list&gt;</a:t>
            </a:r>
            <a:r>
              <a:rPr lang="en-US" sz="2400">
                <a:solidFill>
                  <a:schemeClr val="lt2"/>
                </a:solidFill>
                <a:latin typeface="Lucida Sans"/>
                <a:ea typeface="Lucida Sans"/>
                <a:cs typeface="Lucida Sans"/>
                <a:sym typeface="Lucida Sans"/>
              </a:rPr>
              <a:t>]</a:t>
            </a:r>
            <a:r>
              <a:rPr lang="en-US" sz="2400">
                <a:latin typeface="Lucida Sans"/>
                <a:ea typeface="Lucida Sans"/>
                <a:cs typeface="Lucida Sans"/>
                <a:sym typeface="Lucida Sans"/>
              </a:rPr>
              <a:t> ;</a:t>
            </a:r>
            <a:endParaRPr sz="2000">
              <a:solidFill>
                <a:schemeClr val="lt2"/>
              </a:solidFill>
              <a:latin typeface="Lucida Sans"/>
              <a:ea typeface="Lucida Sans"/>
              <a:cs typeface="Lucida Sans"/>
              <a:sym typeface="Lucida Sans"/>
            </a:endParaRPr>
          </a:p>
        </p:txBody>
      </p:sp>
      <p:sp>
        <p:nvSpPr>
          <p:cNvPr id="956" name="Google Shape;956;p42"/>
          <p:cNvSpPr txBox="1"/>
          <p:nvPr/>
        </p:nvSpPr>
        <p:spPr>
          <a:xfrm>
            <a:off x="990600" y="1978025"/>
            <a:ext cx="10515600" cy="4351339"/>
          </a:xfrm>
          <a:prstGeom prst="rect">
            <a:avLst/>
          </a:prstGeom>
          <a:noFill/>
          <a:ln>
            <a:noFill/>
          </a:ln>
        </p:spPr>
        <p:txBody>
          <a:bodyPr spcFirstLastPara="1" wrap="square" lIns="91425" tIns="45700" rIns="91425" bIns="45700" anchor="t" anchorCtr="0">
            <a:normAutofit/>
          </a:bodyPr>
          <a:lstStyle/>
          <a:p>
            <a:pPr marL="14287" marR="0" lvl="0" indent="0" algn="l" rtl="0">
              <a:lnSpc>
                <a:spcPct val="90000"/>
              </a:lnSpc>
              <a:spcBef>
                <a:spcPts val="0"/>
              </a:spcBef>
              <a:spcAft>
                <a:spcPts val="0"/>
              </a:spcAft>
              <a:buClr>
                <a:schemeClr val="dk1"/>
              </a:buClr>
              <a:buSzPts val="2000"/>
              <a:buFont typeface="Noto Sans Symbols"/>
              <a:buNone/>
            </a:pPr>
            <a:endParaRPr sz="2000" b="0" i="0" u="none" strike="noStrike" cap="none">
              <a:solidFill>
                <a:schemeClr val="dk1"/>
              </a:solidFill>
              <a:latin typeface="Tahoma"/>
              <a:ea typeface="Tahoma"/>
              <a:cs typeface="Tahoma"/>
              <a:sym typeface="Tahoma"/>
            </a:endParaRPr>
          </a:p>
          <a:p>
            <a:pPr marL="457200" marR="0" lvl="0" indent="-315913" algn="l" rtl="0">
              <a:lnSpc>
                <a:spcPct val="90000"/>
              </a:lnSpc>
              <a:spcBef>
                <a:spcPts val="2200"/>
              </a:spcBef>
              <a:spcAft>
                <a:spcPts val="0"/>
              </a:spcAft>
              <a:buClr>
                <a:schemeClr val="dk1"/>
              </a:buClr>
              <a:buSzPts val="2000"/>
              <a:buFont typeface="Noto Sans Symbols"/>
              <a:buNone/>
            </a:pPr>
            <a:endParaRPr sz="2000" b="0" i="0" u="none" strike="noStrike" cap="none">
              <a:solidFill>
                <a:schemeClr val="dk1"/>
              </a:solidFill>
              <a:latin typeface="Rockwell"/>
              <a:ea typeface="Rockwell"/>
              <a:cs typeface="Rockwell"/>
              <a:sym typeface="Rockwell"/>
            </a:endParaRPr>
          </a:p>
          <a:p>
            <a:pPr marL="457200" marR="0" lvl="0" indent="-315913" algn="l" rtl="0">
              <a:lnSpc>
                <a:spcPct val="90000"/>
              </a:lnSpc>
              <a:spcBef>
                <a:spcPts val="2200"/>
              </a:spcBef>
              <a:spcAft>
                <a:spcPts val="0"/>
              </a:spcAft>
              <a:buClr>
                <a:schemeClr val="dk1"/>
              </a:buClr>
              <a:buSzPts val="2000"/>
              <a:buFont typeface="Noto Sans Symbols"/>
              <a:buNone/>
            </a:pPr>
            <a:endParaRPr sz="2000" b="0" i="0" u="none" strike="noStrike" cap="none">
              <a:solidFill>
                <a:schemeClr val="dk1"/>
              </a:solidFill>
              <a:latin typeface="Rockwell"/>
              <a:ea typeface="Rockwell"/>
              <a:cs typeface="Rockwell"/>
              <a:sym typeface="Rockwell"/>
            </a:endParaRPr>
          </a:p>
          <a:p>
            <a:pPr marL="457200" marR="0" lvl="0" indent="-315913" algn="l" rtl="0">
              <a:lnSpc>
                <a:spcPct val="90000"/>
              </a:lnSpc>
              <a:spcBef>
                <a:spcPts val="2200"/>
              </a:spcBef>
              <a:spcAft>
                <a:spcPts val="0"/>
              </a:spcAft>
              <a:buClr>
                <a:schemeClr val="dk1"/>
              </a:buClr>
              <a:buSzPts val="2000"/>
              <a:buFont typeface="Noto Sans Symbols"/>
              <a:buNone/>
            </a:pPr>
            <a:endParaRPr sz="2000" b="0" i="0" u="none" strike="noStrike" cap="none">
              <a:solidFill>
                <a:schemeClr val="dk1"/>
              </a:solidFill>
              <a:latin typeface="Rockwell"/>
              <a:ea typeface="Rockwell"/>
              <a:cs typeface="Rockwell"/>
              <a:sym typeface="Rockwell"/>
            </a:endParaRPr>
          </a:p>
          <a:p>
            <a:pPr marL="457200" marR="0" lvl="0" indent="-315913" algn="l" rtl="0">
              <a:lnSpc>
                <a:spcPct val="90000"/>
              </a:lnSpc>
              <a:spcBef>
                <a:spcPts val="2200"/>
              </a:spcBef>
              <a:spcAft>
                <a:spcPts val="0"/>
              </a:spcAft>
              <a:buClr>
                <a:schemeClr val="dk1"/>
              </a:buClr>
              <a:buSzPts val="2000"/>
              <a:buFont typeface="Noto Sans Symbols"/>
              <a:buNone/>
            </a:pPr>
            <a:endParaRPr sz="2000" b="0" i="0" u="none" strike="noStrike" cap="none">
              <a:solidFill>
                <a:schemeClr val="dk1"/>
              </a:solidFill>
              <a:latin typeface="Rockwell"/>
              <a:ea typeface="Rockwell"/>
              <a:cs typeface="Rockwell"/>
              <a:sym typeface="Rockwell"/>
            </a:endParaRPr>
          </a:p>
          <a:p>
            <a:pPr marL="457200" marR="0" lvl="0" indent="-315913" algn="l" rtl="0">
              <a:lnSpc>
                <a:spcPct val="90000"/>
              </a:lnSpc>
              <a:spcBef>
                <a:spcPts val="2200"/>
              </a:spcBef>
              <a:spcAft>
                <a:spcPts val="0"/>
              </a:spcAft>
              <a:buClr>
                <a:schemeClr val="dk1"/>
              </a:buClr>
              <a:buSzPts val="2000"/>
              <a:buFont typeface="Noto Sans Symbols"/>
              <a:buNone/>
            </a:pPr>
            <a:endParaRPr sz="2000" b="0" i="0" u="none" strike="noStrike" cap="none">
              <a:solidFill>
                <a:schemeClr val="dk1"/>
              </a:solidFill>
              <a:latin typeface="Rockwell"/>
              <a:ea typeface="Rockwell"/>
              <a:cs typeface="Rockwell"/>
              <a:sym typeface="Rockwell"/>
            </a:endParaRPr>
          </a:p>
          <a:p>
            <a:pPr marL="457200" marR="0" lvl="0" indent="-368300" algn="l" rtl="0">
              <a:lnSpc>
                <a:spcPct val="90000"/>
              </a:lnSpc>
              <a:spcBef>
                <a:spcPts val="2200"/>
              </a:spcBef>
              <a:spcAft>
                <a:spcPts val="0"/>
              </a:spcAft>
              <a:buClr>
                <a:schemeClr val="dk1"/>
              </a:buClr>
              <a:buSzPts val="2200"/>
              <a:buFont typeface="Rockwell"/>
              <a:buChar char="●"/>
            </a:pPr>
            <a:r>
              <a:rPr lang="en-US" sz="2200" b="0" i="0" u="none" strike="noStrike" cap="none">
                <a:solidFill>
                  <a:schemeClr val="dk1"/>
                </a:solidFill>
                <a:latin typeface="Rockwell"/>
                <a:ea typeface="Rockwell"/>
                <a:cs typeface="Rockwell"/>
                <a:sym typeface="Rockwell"/>
              </a:rPr>
              <a:t>Can provide functions in selection list.</a:t>
            </a:r>
            <a:endParaRPr sz="1600" b="0" i="0" u="none" strike="noStrike" cap="none">
              <a:solidFill>
                <a:srgbClr val="000000"/>
              </a:solidFill>
              <a:latin typeface="Arial"/>
              <a:ea typeface="Arial"/>
              <a:cs typeface="Arial"/>
              <a:sym typeface="Arial"/>
            </a:endParaRPr>
          </a:p>
          <a:p>
            <a:pPr marL="457200" marR="0" lvl="0" indent="-368300" algn="l" rtl="0">
              <a:lnSpc>
                <a:spcPct val="90000"/>
              </a:lnSpc>
              <a:spcBef>
                <a:spcPts val="0"/>
              </a:spcBef>
              <a:spcAft>
                <a:spcPts val="0"/>
              </a:spcAft>
              <a:buClr>
                <a:schemeClr val="dk1"/>
              </a:buClr>
              <a:buSzPts val="2200"/>
              <a:buFont typeface="Rockwell"/>
              <a:buChar char="●"/>
            </a:pPr>
            <a:r>
              <a:rPr lang="en-US" sz="2200" b="0" i="0" u="none" strike="noStrike" cap="none">
                <a:solidFill>
                  <a:schemeClr val="dk1"/>
                </a:solidFill>
                <a:latin typeface="Rockwell"/>
                <a:ea typeface="Rockwell"/>
                <a:cs typeface="Rockwell"/>
                <a:sym typeface="Rockwell"/>
              </a:rPr>
              <a:t>AS lets us alias (name) our columns.</a:t>
            </a:r>
            <a:endParaRPr sz="1600" b="0" i="0" u="none" strike="noStrike" cap="none">
              <a:solidFill>
                <a:srgbClr val="000000"/>
              </a:solidFill>
              <a:latin typeface="Arial"/>
              <a:ea typeface="Arial"/>
              <a:cs typeface="Arial"/>
              <a:sym typeface="Arial"/>
            </a:endParaRPr>
          </a:p>
        </p:txBody>
      </p:sp>
      <p:pic>
        <p:nvPicPr>
          <p:cNvPr id="957" name="Google Shape;957;p42"/>
          <p:cNvPicPr preferRelativeResize="0"/>
          <p:nvPr/>
        </p:nvPicPr>
        <p:blipFill rotWithShape="1">
          <a:blip r:embed="rId3">
            <a:alphaModFix/>
          </a:blip>
          <a:srcRect/>
          <a:stretch/>
        </p:blipFill>
        <p:spPr>
          <a:xfrm>
            <a:off x="6929214" y="2432482"/>
            <a:ext cx="4710335" cy="4121543"/>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4F23D49-F846-A435-F5D7-A7446828FBD8}"/>
                  </a:ext>
                </a:extLst>
              </p14:cNvPr>
              <p14:cNvContentPartPr/>
              <p14:nvPr/>
            </p14:nvContentPartPr>
            <p14:xfrm>
              <a:off x="1988640" y="513360"/>
              <a:ext cx="8976960" cy="2928240"/>
            </p14:xfrm>
          </p:contentPart>
        </mc:Choice>
        <mc:Fallback xmlns="">
          <p:pic>
            <p:nvPicPr>
              <p:cNvPr id="2" name="Ink 1">
                <a:extLst>
                  <a:ext uri="{FF2B5EF4-FFF2-40B4-BE49-F238E27FC236}">
                    <a16:creationId xmlns:a16="http://schemas.microsoft.com/office/drawing/2014/main" id="{64F23D49-F846-A435-F5D7-A7446828FBD8}"/>
                  </a:ext>
                </a:extLst>
              </p:cNvPr>
              <p:cNvPicPr/>
              <p:nvPr/>
            </p:nvPicPr>
            <p:blipFill>
              <a:blip r:embed="rId5"/>
              <a:stretch>
                <a:fillRect/>
              </a:stretch>
            </p:blipFill>
            <p:spPr>
              <a:xfrm>
                <a:off x="1979280" y="504000"/>
                <a:ext cx="8995680" cy="294696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4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AGGREGATES</a:t>
            </a:r>
            <a:endParaRPr/>
          </a:p>
        </p:txBody>
      </p:sp>
      <p:sp>
        <p:nvSpPr>
          <p:cNvPr id="963" name="Google Shape;963;p43"/>
          <p:cNvSpPr txBox="1">
            <a:spLocks noGrp="1"/>
          </p:cNvSpPr>
          <p:nvPr>
            <p:ph type="body" idx="1"/>
          </p:nvPr>
        </p:nvSpPr>
        <p:spPr>
          <a:xfrm>
            <a:off x="838200" y="1825625"/>
            <a:ext cx="10515600" cy="5032375"/>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a:solidFill>
                  <a:srgbClr val="FF0000"/>
                </a:solidFill>
                <a:latin typeface="Lucida Sans"/>
                <a:ea typeface="Lucida Sans"/>
                <a:cs typeface="Lucida Sans"/>
                <a:sym typeface="Lucida Sans"/>
              </a:rPr>
              <a:t>SELECT</a:t>
            </a: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AVG</a:t>
            </a:r>
            <a:r>
              <a:rPr lang="en-US" sz="2400">
                <a:latin typeface="Lucida Sans"/>
                <a:ea typeface="Lucida Sans"/>
                <a:cs typeface="Lucida Sans"/>
                <a:sym typeface="Lucida Sans"/>
              </a:rPr>
              <a:t>(age)</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FROM</a:t>
            </a:r>
            <a:r>
              <a:rPr lang="en-US" sz="2400">
                <a:latin typeface="Lucida Sans"/>
                <a:ea typeface="Lucida Sans"/>
                <a:cs typeface="Lucida Sans"/>
                <a:sym typeface="Lucida Sans"/>
              </a:rPr>
              <a:t> students </a:t>
            </a:r>
            <a:br>
              <a:rPr lang="en-US" sz="2400" i="1">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WHERE</a:t>
            </a:r>
            <a:r>
              <a:rPr lang="en-US" sz="2400">
                <a:latin typeface="Lucida Sans"/>
                <a:ea typeface="Lucida Sans"/>
                <a:cs typeface="Lucida Sans"/>
                <a:sym typeface="Lucida Sans"/>
              </a:rPr>
              <a:t> dept = 'CS'</a:t>
            </a:r>
            <a:br>
              <a:rPr lang="en-US" sz="2400">
                <a:latin typeface="Lucida Sans"/>
                <a:ea typeface="Lucida Sans"/>
                <a:cs typeface="Lucida Sans"/>
                <a:sym typeface="Lucida Sans"/>
              </a:rPr>
            </a:br>
            <a:r>
              <a:rPr lang="en-US" sz="2000">
                <a:solidFill>
                  <a:schemeClr val="lt2"/>
                </a:solidFill>
                <a:latin typeface="Lucida Sans"/>
                <a:ea typeface="Lucida Sans"/>
                <a:cs typeface="Lucida Sans"/>
                <a:sym typeface="Lucida Sans"/>
              </a:rPr>
              <a:t>[GROUP BY </a:t>
            </a:r>
            <a:r>
              <a:rPr lang="en-US" sz="2000" i="1">
                <a:solidFill>
                  <a:schemeClr val="lt2"/>
                </a:solidFill>
                <a:latin typeface="Lucida Sans"/>
                <a:ea typeface="Lucida Sans"/>
                <a:cs typeface="Lucida Sans"/>
                <a:sym typeface="Lucida Sans"/>
              </a:rPr>
              <a:t>&lt;column list&gt;</a:t>
            </a:r>
            <a:br>
              <a:rPr lang="en-US" sz="2000">
                <a:solidFill>
                  <a:schemeClr val="lt2"/>
                </a:solidFill>
                <a:latin typeface="Lucida Sans"/>
                <a:ea typeface="Lucida Sans"/>
                <a:cs typeface="Lucida Sans"/>
                <a:sym typeface="Lucida Sans"/>
              </a:rPr>
            </a:br>
            <a:r>
              <a:rPr lang="en-US" sz="2000">
                <a:solidFill>
                  <a:schemeClr val="lt2"/>
                </a:solidFill>
                <a:latin typeface="Lucida Sans"/>
                <a:ea typeface="Lucida Sans"/>
                <a:cs typeface="Lucida Sans"/>
                <a:sym typeface="Lucida Sans"/>
              </a:rPr>
              <a:t> [HAVING </a:t>
            </a:r>
            <a:r>
              <a:rPr lang="en-US" sz="2000" i="1">
                <a:solidFill>
                  <a:schemeClr val="lt2"/>
                </a:solidFill>
                <a:latin typeface="Lucida Sans"/>
                <a:ea typeface="Lucida Sans"/>
                <a:cs typeface="Lucida Sans"/>
                <a:sym typeface="Lucida Sans"/>
              </a:rPr>
              <a:t>&lt;predicate&gt;</a:t>
            </a:r>
            <a:r>
              <a:rPr lang="en-US" sz="2000">
                <a:solidFill>
                  <a:schemeClr val="lt2"/>
                </a:solidFill>
                <a:latin typeface="Lucida Sans"/>
                <a:ea typeface="Lucida Sans"/>
                <a:cs typeface="Lucida Sans"/>
                <a:sym typeface="Lucida Sans"/>
              </a:rPr>
              <a:t>] ]</a:t>
            </a:r>
            <a:br>
              <a:rPr lang="en-US" sz="2000">
                <a:solidFill>
                  <a:schemeClr val="lt2"/>
                </a:solidFill>
                <a:latin typeface="Lucida Sans"/>
                <a:ea typeface="Lucida Sans"/>
                <a:cs typeface="Lucida Sans"/>
                <a:sym typeface="Lucida Sans"/>
              </a:rPr>
            </a:br>
            <a:r>
              <a:rPr lang="en-US" sz="2000">
                <a:solidFill>
                  <a:schemeClr val="lt2"/>
                </a:solidFill>
                <a:latin typeface="Lucida Sans"/>
                <a:ea typeface="Lucida Sans"/>
                <a:cs typeface="Lucida Sans"/>
                <a:sym typeface="Lucida Sans"/>
              </a:rPr>
              <a:t>[ORDER BY </a:t>
            </a:r>
            <a:r>
              <a:rPr lang="en-US" sz="2000" i="1">
                <a:solidFill>
                  <a:schemeClr val="lt2"/>
                </a:solidFill>
                <a:latin typeface="Lucida Sans"/>
                <a:ea typeface="Lucida Sans"/>
                <a:cs typeface="Lucida Sans"/>
                <a:sym typeface="Lucida Sans"/>
              </a:rPr>
              <a:t>&lt;column list&gt;</a:t>
            </a:r>
            <a:r>
              <a:rPr lang="en-US" sz="2000">
                <a:solidFill>
                  <a:schemeClr val="lt2"/>
                </a:solidFill>
                <a:latin typeface="Lucida Sans"/>
                <a:ea typeface="Lucida Sans"/>
                <a:cs typeface="Lucida Sans"/>
                <a:sym typeface="Lucida Sans"/>
              </a:rPr>
              <a:t>] </a:t>
            </a:r>
            <a:r>
              <a:rPr lang="en-US" sz="2000">
                <a:solidFill>
                  <a:srgbClr val="000000"/>
                </a:solidFill>
                <a:latin typeface="Lucida Sans"/>
                <a:ea typeface="Lucida Sans"/>
                <a:cs typeface="Lucida Sans"/>
                <a:sym typeface="Lucida Sans"/>
              </a:rPr>
              <a:t>;</a:t>
            </a:r>
            <a:endParaRPr sz="1800">
              <a:latin typeface="Tahoma"/>
              <a:ea typeface="Tahoma"/>
              <a:cs typeface="Tahoma"/>
              <a:sym typeface="Tahoma"/>
            </a:endParaRPr>
          </a:p>
          <a:p>
            <a:pPr marL="182880" lvl="0" indent="-182880" algn="l" rtl="0">
              <a:lnSpc>
                <a:spcPct val="90000"/>
              </a:lnSpc>
              <a:spcBef>
                <a:spcPts val="1200"/>
              </a:spcBef>
              <a:spcAft>
                <a:spcPts val="0"/>
              </a:spcAft>
              <a:buSzPts val="2040"/>
              <a:buChar char="▪"/>
            </a:pPr>
            <a:r>
              <a:rPr lang="en-US" sz="2400">
                <a:latin typeface="Rockwell"/>
                <a:ea typeface="Rockwell"/>
                <a:cs typeface="Rockwell"/>
                <a:sym typeface="Rockwell"/>
              </a:rPr>
              <a:t>Before producing output, compute a summary statistic</a:t>
            </a:r>
            <a:endParaRPr/>
          </a:p>
          <a:p>
            <a:pPr marL="457200" lvl="1" indent="-182880" algn="l" rtl="0">
              <a:lnSpc>
                <a:spcPct val="90000"/>
              </a:lnSpc>
              <a:spcBef>
                <a:spcPts val="400"/>
              </a:spcBef>
              <a:spcAft>
                <a:spcPts val="0"/>
              </a:spcAft>
              <a:buSzPts val="1530"/>
              <a:buChar char="▪"/>
            </a:pPr>
            <a:r>
              <a:rPr lang="en-US" sz="1800">
                <a:latin typeface="Rockwell"/>
                <a:ea typeface="Rockwell"/>
                <a:cs typeface="Rockwell"/>
                <a:sym typeface="Rockwell"/>
              </a:rPr>
              <a:t>Aggregates include: SUM, COUNT, MAX, MIN, …</a:t>
            </a:r>
            <a:endParaRPr sz="1800">
              <a:latin typeface="Rockwell"/>
              <a:ea typeface="Rockwell"/>
              <a:cs typeface="Rockwell"/>
              <a:sym typeface="Rockwell"/>
            </a:endParaRPr>
          </a:p>
          <a:p>
            <a:pPr marL="182880" lvl="0" indent="-182880" algn="l" rtl="0">
              <a:lnSpc>
                <a:spcPct val="90000"/>
              </a:lnSpc>
              <a:spcBef>
                <a:spcPts val="1400"/>
              </a:spcBef>
              <a:spcAft>
                <a:spcPts val="0"/>
              </a:spcAft>
              <a:buSzPts val="2040"/>
              <a:buChar char="▪"/>
            </a:pPr>
            <a:r>
              <a:rPr lang="en-US" sz="2400">
                <a:latin typeface="Rockwell"/>
                <a:ea typeface="Rockwell"/>
                <a:cs typeface="Rockwell"/>
                <a:sym typeface="Rockwell"/>
              </a:rPr>
              <a:t>Produces 1 row of output </a:t>
            </a:r>
            <a:r>
              <a:rPr lang="en-US" sz="2400"/>
              <a:t>→</a:t>
            </a:r>
            <a:r>
              <a:rPr lang="en-US" sz="2400">
                <a:latin typeface="Rockwell"/>
                <a:ea typeface="Rockwell"/>
                <a:cs typeface="Rockwell"/>
                <a:sym typeface="Rockwell"/>
              </a:rPr>
              <a:t> </a:t>
            </a:r>
            <a:r>
              <a:rPr lang="en-US" sz="2400" b="1">
                <a:latin typeface="Rockwell"/>
                <a:ea typeface="Rockwell"/>
                <a:cs typeface="Rockwell"/>
                <a:sym typeface="Rockwell"/>
              </a:rPr>
              <a:t>Still a table</a:t>
            </a:r>
            <a:endParaRPr sz="2400" b="1">
              <a:latin typeface="Rockwell"/>
              <a:ea typeface="Rockwell"/>
              <a:cs typeface="Rockwell"/>
              <a:sym typeface="Rockwell"/>
            </a:endParaRPr>
          </a:p>
          <a:p>
            <a:pPr marL="182880" lvl="0" indent="-182880" algn="l" rtl="0">
              <a:lnSpc>
                <a:spcPct val="90000"/>
              </a:lnSpc>
              <a:spcBef>
                <a:spcPts val="1200"/>
              </a:spcBef>
              <a:spcAft>
                <a:spcPts val="0"/>
              </a:spcAft>
              <a:buSzPts val="2040"/>
              <a:buChar char="▪"/>
            </a:pPr>
            <a:r>
              <a:rPr lang="en-US" sz="2400">
                <a:latin typeface="Rockwell"/>
                <a:ea typeface="Rockwell"/>
                <a:cs typeface="Rockwell"/>
                <a:sym typeface="Rockwell"/>
              </a:rPr>
              <a:t>Note: can use DISTINCT </a:t>
            </a:r>
            <a:r>
              <a:rPr lang="en-US" sz="2400" i="1">
                <a:latin typeface="Rockwell"/>
                <a:ea typeface="Rockwell"/>
                <a:cs typeface="Rockwell"/>
                <a:sym typeface="Rockwell"/>
              </a:rPr>
              <a:t>inside</a:t>
            </a:r>
            <a:r>
              <a:rPr lang="en-US" sz="2400">
                <a:latin typeface="Rockwell"/>
                <a:ea typeface="Rockwell"/>
                <a:cs typeface="Rockwell"/>
                <a:sym typeface="Rockwell"/>
              </a:rPr>
              <a:t> the agg function</a:t>
            </a:r>
            <a:endParaRPr/>
          </a:p>
          <a:p>
            <a:pPr marL="457200" lvl="1" indent="-182880" algn="l" rtl="0">
              <a:lnSpc>
                <a:spcPct val="90000"/>
              </a:lnSpc>
              <a:spcBef>
                <a:spcPts val="400"/>
              </a:spcBef>
              <a:spcAft>
                <a:spcPts val="0"/>
              </a:spcAft>
              <a:buSzPts val="1530"/>
              <a:buChar char="▪"/>
            </a:pPr>
            <a:r>
              <a:rPr lang="en-US">
                <a:latin typeface="Rockwell"/>
                <a:ea typeface="Rockwell"/>
                <a:cs typeface="Rockwell"/>
                <a:sym typeface="Rockwell"/>
              </a:rPr>
              <a:t>SELECT COUNT(DISTINCT name) …</a:t>
            </a:r>
            <a:endParaRPr>
              <a:latin typeface="Rockwell"/>
              <a:ea typeface="Rockwell"/>
              <a:cs typeface="Rockwell"/>
              <a:sym typeface="Rockwell"/>
            </a:endParaRPr>
          </a:p>
        </p:txBody>
      </p:sp>
      <p:pic>
        <p:nvPicPr>
          <p:cNvPr id="964" name="Google Shape;964;p43"/>
          <p:cNvPicPr preferRelativeResize="0"/>
          <p:nvPr/>
        </p:nvPicPr>
        <p:blipFill rotWithShape="1">
          <a:blip r:embed="rId3">
            <a:alphaModFix/>
          </a:blip>
          <a:srcRect/>
          <a:stretch/>
        </p:blipFill>
        <p:spPr>
          <a:xfrm>
            <a:off x="8028193" y="1646237"/>
            <a:ext cx="2432977" cy="1425029"/>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CF9BFB3-35FB-2893-4A46-079D1C98ED69}"/>
                  </a:ext>
                </a:extLst>
              </p14:cNvPr>
              <p14:cNvContentPartPr/>
              <p14:nvPr/>
            </p14:nvContentPartPr>
            <p14:xfrm>
              <a:off x="1530720" y="1020600"/>
              <a:ext cx="4807440" cy="5150880"/>
            </p14:xfrm>
          </p:contentPart>
        </mc:Choice>
        <mc:Fallback xmlns="">
          <p:pic>
            <p:nvPicPr>
              <p:cNvPr id="2" name="Ink 1">
                <a:extLst>
                  <a:ext uri="{FF2B5EF4-FFF2-40B4-BE49-F238E27FC236}">
                    <a16:creationId xmlns:a16="http://schemas.microsoft.com/office/drawing/2014/main" id="{BCF9BFB3-35FB-2893-4A46-079D1C98ED69}"/>
                  </a:ext>
                </a:extLst>
              </p:cNvPr>
              <p:cNvPicPr/>
              <p:nvPr/>
            </p:nvPicPr>
            <p:blipFill>
              <a:blip r:embed="rId5"/>
              <a:stretch>
                <a:fillRect/>
              </a:stretch>
            </p:blipFill>
            <p:spPr>
              <a:xfrm>
                <a:off x="1521360" y="1011240"/>
                <a:ext cx="4826160" cy="516960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p4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GROUP BY</a:t>
            </a:r>
            <a:endParaRPr/>
          </a:p>
        </p:txBody>
      </p:sp>
      <p:sp>
        <p:nvSpPr>
          <p:cNvPr id="978" name="Google Shape;978;p45"/>
          <p:cNvSpPr txBox="1">
            <a:spLocks noGrp="1"/>
          </p:cNvSpPr>
          <p:nvPr>
            <p:ph type="body" idx="1"/>
          </p:nvPr>
        </p:nvSpPr>
        <p:spPr>
          <a:xfrm>
            <a:off x="838200" y="1825624"/>
            <a:ext cx="10515600" cy="5527153"/>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dirty="0">
                <a:solidFill>
                  <a:srgbClr val="FF0000"/>
                </a:solidFill>
                <a:latin typeface="Lucida Sans"/>
                <a:ea typeface="Lucida Sans"/>
                <a:cs typeface="Lucida Sans"/>
                <a:sym typeface="Lucida Sans"/>
              </a:rPr>
              <a:t>SELECT</a:t>
            </a:r>
            <a:r>
              <a:rPr lang="en-US" sz="2400" dirty="0">
                <a:latin typeface="Lucida Sans"/>
                <a:ea typeface="Lucida Sans"/>
                <a:cs typeface="Lucida Sans"/>
                <a:sym typeface="Lucida Sans"/>
              </a:rPr>
              <a:t> dept, </a:t>
            </a:r>
            <a:r>
              <a:rPr lang="en-US" sz="2400" dirty="0">
                <a:solidFill>
                  <a:srgbClr val="FF0000"/>
                </a:solidFill>
                <a:latin typeface="Lucida Sans"/>
                <a:ea typeface="Lucida Sans"/>
                <a:cs typeface="Lucida Sans"/>
                <a:sym typeface="Lucida Sans"/>
              </a:rPr>
              <a:t>AVG</a:t>
            </a:r>
            <a:r>
              <a:rPr lang="en-US" sz="2400" dirty="0">
                <a:latin typeface="Lucida Sans"/>
                <a:ea typeface="Lucida Sans"/>
                <a:cs typeface="Lucida Sans"/>
                <a:sym typeface="Lucida Sans"/>
              </a:rPr>
              <a:t>(age) </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FROM</a:t>
            </a:r>
            <a:r>
              <a:rPr lang="en-US" sz="2400" dirty="0">
                <a:latin typeface="Lucida Sans"/>
                <a:ea typeface="Lucida Sans"/>
                <a:cs typeface="Lucida Sans"/>
                <a:sym typeface="Lucida Sans"/>
              </a:rPr>
              <a:t> students </a:t>
            </a:r>
            <a:br>
              <a:rPr lang="en-US" sz="2400" i="1" dirty="0">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[WHERE </a:t>
            </a:r>
            <a:r>
              <a:rPr lang="en-US" sz="2400" i="1" dirty="0">
                <a:solidFill>
                  <a:schemeClr val="lt2"/>
                </a:solidFill>
                <a:latin typeface="Lucida Sans"/>
                <a:ea typeface="Lucida Sans"/>
                <a:cs typeface="Lucida Sans"/>
                <a:sym typeface="Lucida Sans"/>
              </a:rPr>
              <a:t>&lt;predicate&gt;</a:t>
            </a:r>
            <a:r>
              <a:rPr lang="en-US" sz="2400" dirty="0">
                <a:solidFill>
                  <a:schemeClr val="lt2"/>
                </a:solidFill>
                <a:latin typeface="Lucida Sans"/>
                <a:ea typeface="Lucida Sans"/>
                <a:cs typeface="Lucida Sans"/>
                <a:sym typeface="Lucida Sans"/>
              </a:rPr>
              <a:t>]</a:t>
            </a:r>
            <a:br>
              <a:rPr lang="en-US" sz="2400" dirty="0">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GROUP BY </a:t>
            </a:r>
            <a:r>
              <a:rPr lang="en-US" sz="2400" dirty="0">
                <a:latin typeface="Lucida Sans"/>
                <a:ea typeface="Lucida Sans"/>
                <a:cs typeface="Lucida Sans"/>
                <a:sym typeface="Lucida Sans"/>
              </a:rPr>
              <a:t>dept</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[HAVING </a:t>
            </a:r>
            <a:r>
              <a:rPr lang="en-US" sz="2400" i="1" dirty="0">
                <a:solidFill>
                  <a:schemeClr val="lt2"/>
                </a:solidFill>
                <a:latin typeface="Lucida Sans"/>
                <a:ea typeface="Lucida Sans"/>
                <a:cs typeface="Lucida Sans"/>
                <a:sym typeface="Lucida Sans"/>
              </a:rPr>
              <a:t>&lt;predicate&gt;</a:t>
            </a:r>
            <a:r>
              <a:rPr lang="en-US" sz="2400" dirty="0">
                <a:solidFill>
                  <a:schemeClr val="lt2"/>
                </a:solidFill>
                <a:latin typeface="Lucida Sans"/>
                <a:ea typeface="Lucida Sans"/>
                <a:cs typeface="Lucida Sans"/>
                <a:sym typeface="Lucida Sans"/>
              </a:rPr>
              <a:t>] </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[ORDER BY </a:t>
            </a:r>
            <a:r>
              <a:rPr lang="en-US" sz="2400" i="1" dirty="0">
                <a:solidFill>
                  <a:schemeClr val="lt2"/>
                </a:solidFill>
                <a:latin typeface="Lucida Sans"/>
                <a:ea typeface="Lucida Sans"/>
                <a:cs typeface="Lucida Sans"/>
                <a:sym typeface="Lucida Sans"/>
              </a:rPr>
              <a:t>&lt;column list&gt;</a:t>
            </a:r>
            <a:r>
              <a:rPr lang="en-US" sz="2400" dirty="0">
                <a:solidFill>
                  <a:schemeClr val="lt2"/>
                </a:solidFill>
                <a:latin typeface="Lucida Sans"/>
                <a:ea typeface="Lucida Sans"/>
                <a:cs typeface="Lucida Sans"/>
                <a:sym typeface="Lucida Sans"/>
              </a:rPr>
              <a:t>] </a:t>
            </a:r>
            <a:r>
              <a:rPr lang="en-US" sz="2400" dirty="0">
                <a:latin typeface="Lucida Sans"/>
                <a:ea typeface="Lucida Sans"/>
                <a:cs typeface="Lucida Sans"/>
                <a:sym typeface="Lucida Sans"/>
              </a:rPr>
              <a:t>;</a:t>
            </a:r>
            <a:endParaRPr sz="2000" dirty="0">
              <a:latin typeface="Tahoma"/>
              <a:ea typeface="Tahoma"/>
              <a:cs typeface="Tahoma"/>
              <a:sym typeface="Tahoma"/>
            </a:endParaRPr>
          </a:p>
          <a:p>
            <a:pPr marL="182880" lvl="0" indent="-182880" algn="l" rtl="0">
              <a:lnSpc>
                <a:spcPct val="90000"/>
              </a:lnSpc>
              <a:spcBef>
                <a:spcPts val="1200"/>
              </a:spcBef>
              <a:spcAft>
                <a:spcPts val="0"/>
              </a:spcAft>
              <a:buSzPts val="1700"/>
              <a:buChar char="▪"/>
            </a:pPr>
            <a:r>
              <a:rPr lang="en-US" sz="2000" dirty="0">
                <a:latin typeface="Rockwell"/>
                <a:ea typeface="Rockwell"/>
                <a:cs typeface="Rockwell"/>
                <a:sym typeface="Rockwell"/>
              </a:rPr>
              <a:t>Partition table into groups with same GROUP BY column values</a:t>
            </a:r>
            <a:endParaRPr dirty="0"/>
          </a:p>
          <a:p>
            <a:pPr marL="457200" lvl="1" indent="-182880" algn="l" rtl="0">
              <a:lnSpc>
                <a:spcPct val="90000"/>
              </a:lnSpc>
              <a:spcBef>
                <a:spcPts val="400"/>
              </a:spcBef>
              <a:spcAft>
                <a:spcPts val="0"/>
              </a:spcAft>
              <a:buSzPts val="1700"/>
              <a:buChar char="▪"/>
            </a:pPr>
            <a:r>
              <a:rPr lang="en-US" sz="2000" dirty="0">
                <a:latin typeface="Rockwell"/>
                <a:ea typeface="Rockwell"/>
                <a:cs typeface="Rockwell"/>
                <a:sym typeface="Rockwell"/>
              </a:rPr>
              <a:t>Group By takes a list of columns </a:t>
            </a:r>
            <a:endParaRPr dirty="0"/>
          </a:p>
          <a:p>
            <a:pPr marL="182880" lvl="0" indent="-182880" algn="l" rtl="0">
              <a:lnSpc>
                <a:spcPct val="90000"/>
              </a:lnSpc>
              <a:spcBef>
                <a:spcPts val="1400"/>
              </a:spcBef>
              <a:spcAft>
                <a:spcPts val="0"/>
              </a:spcAft>
              <a:buSzPts val="1700"/>
              <a:buChar char="▪"/>
            </a:pPr>
            <a:r>
              <a:rPr lang="en-US" sz="2000" dirty="0">
                <a:latin typeface="Rockwell"/>
                <a:ea typeface="Rockwell"/>
                <a:cs typeface="Rockwell"/>
                <a:sym typeface="Rockwell"/>
              </a:rPr>
              <a:t>Produce an aggregate result per group</a:t>
            </a:r>
            <a:endParaRPr dirty="0"/>
          </a:p>
        </p:txBody>
      </p:sp>
      <p:pic>
        <p:nvPicPr>
          <p:cNvPr id="979" name="Google Shape;979;p45"/>
          <p:cNvPicPr preferRelativeResize="0"/>
          <p:nvPr/>
        </p:nvPicPr>
        <p:blipFill rotWithShape="1">
          <a:blip r:embed="rId3">
            <a:alphaModFix/>
          </a:blip>
          <a:srcRect/>
          <a:stretch/>
        </p:blipFill>
        <p:spPr>
          <a:xfrm>
            <a:off x="7826829" y="1066800"/>
            <a:ext cx="3657600" cy="236220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6DE03F2-8208-DF27-F408-514708730522}"/>
                  </a:ext>
                </a:extLst>
              </p14:cNvPr>
              <p14:cNvContentPartPr/>
              <p14:nvPr/>
            </p14:nvContentPartPr>
            <p14:xfrm>
              <a:off x="2571120" y="1200600"/>
              <a:ext cx="1734840" cy="853920"/>
            </p14:xfrm>
          </p:contentPart>
        </mc:Choice>
        <mc:Fallback xmlns="">
          <p:pic>
            <p:nvPicPr>
              <p:cNvPr id="2" name="Ink 1">
                <a:extLst>
                  <a:ext uri="{FF2B5EF4-FFF2-40B4-BE49-F238E27FC236}">
                    <a16:creationId xmlns:a16="http://schemas.microsoft.com/office/drawing/2014/main" id="{86DE03F2-8208-DF27-F408-514708730522}"/>
                  </a:ext>
                </a:extLst>
              </p:cNvPr>
              <p:cNvPicPr/>
              <p:nvPr/>
            </p:nvPicPr>
            <p:blipFill>
              <a:blip r:embed="rId5"/>
              <a:stretch>
                <a:fillRect/>
              </a:stretch>
            </p:blipFill>
            <p:spPr>
              <a:xfrm>
                <a:off x="2561760" y="1191240"/>
                <a:ext cx="1753560" cy="87264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4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3600"/>
              <a:buFont typeface="Rockwell"/>
              <a:buNone/>
            </a:pPr>
            <a:r>
              <a:rPr lang="en-US" sz="3600" dirty="0"/>
              <a:t>WHAT IF WE WANTED TO ONLY CONSIDER DEPARTMENTS THAT HAVE GREATER THAN TWO STUDENTS?</a:t>
            </a:r>
            <a:endParaRPr dirty="0"/>
          </a:p>
        </p:txBody>
      </p:sp>
      <p:sp>
        <p:nvSpPr>
          <p:cNvPr id="985" name="Google Shape;985;p46"/>
          <p:cNvSpPr/>
          <p:nvPr/>
        </p:nvSpPr>
        <p:spPr>
          <a:xfrm>
            <a:off x="639336" y="2005427"/>
            <a:ext cx="6096000" cy="2308324"/>
          </a:xfrm>
          <a:prstGeom prst="rect">
            <a:avLst/>
          </a:prstGeom>
          <a:noFill/>
          <a:ln>
            <a:noFill/>
          </a:ln>
        </p:spPr>
        <p:txBody>
          <a:bodyPr spcFirstLastPara="1" wrap="square" lIns="91425" tIns="45700" rIns="91425" bIns="45700" anchor="t" anchorCtr="0">
            <a:spAutoFit/>
          </a:bodyPr>
          <a:lstStyle/>
          <a:p>
            <a:pPr marL="14287" marR="0" lvl="0" indent="0" algn="l" rtl="0">
              <a:lnSpc>
                <a:spcPct val="100000"/>
              </a:lnSpc>
              <a:spcBef>
                <a:spcPts val="0"/>
              </a:spcBef>
              <a:spcAft>
                <a:spcPts val="0"/>
              </a:spcAft>
              <a:buClr>
                <a:srgbClr val="FF0000"/>
              </a:buClr>
              <a:buSzPts val="2400"/>
              <a:buFont typeface="Lucida Sans"/>
              <a:buNone/>
            </a:pPr>
            <a:r>
              <a:rPr lang="en-US" sz="2400" b="0" i="0" u="none" strike="noStrike" cap="none">
                <a:solidFill>
                  <a:srgbClr val="FF0000"/>
                </a:solidFill>
                <a:latin typeface="Lucida Sans"/>
                <a:ea typeface="Lucida Sans"/>
                <a:cs typeface="Lucida Sans"/>
                <a:sym typeface="Lucida Sans"/>
              </a:rPr>
              <a:t>SELECT</a:t>
            </a:r>
            <a:r>
              <a:rPr lang="en-US" sz="2400" b="0" i="0" u="none" strike="noStrike" cap="none">
                <a:solidFill>
                  <a:srgbClr val="000000"/>
                </a:solidFill>
                <a:latin typeface="Lucida Sans"/>
                <a:ea typeface="Lucida Sans"/>
                <a:cs typeface="Lucida Sans"/>
                <a:sym typeface="Lucida Sans"/>
              </a:rPr>
              <a:t> dept, </a:t>
            </a:r>
            <a:r>
              <a:rPr lang="en-US" sz="2400" b="0" i="0" u="none" strike="noStrike" cap="none">
                <a:solidFill>
                  <a:srgbClr val="FF0000"/>
                </a:solidFill>
                <a:latin typeface="Lucida Sans"/>
                <a:ea typeface="Lucida Sans"/>
                <a:cs typeface="Lucida Sans"/>
                <a:sym typeface="Lucida Sans"/>
              </a:rPr>
              <a:t>AVG</a:t>
            </a:r>
            <a:r>
              <a:rPr lang="en-US" sz="2400" b="0" i="0" u="none" strike="noStrike" cap="none">
                <a:solidFill>
                  <a:srgbClr val="000000"/>
                </a:solidFill>
                <a:latin typeface="Lucida Sans"/>
                <a:ea typeface="Lucida Sans"/>
                <a:cs typeface="Lucida Sans"/>
                <a:sym typeface="Lucida Sans"/>
              </a:rPr>
              <a:t>(age) </a:t>
            </a:r>
            <a:br>
              <a:rPr lang="en-US" sz="2400" b="0" i="0" u="none" strike="noStrike" cap="none">
                <a:solidFill>
                  <a:srgbClr val="000000"/>
                </a:solidFill>
                <a:latin typeface="Lucida Sans"/>
                <a:ea typeface="Lucida Sans"/>
                <a:cs typeface="Lucida Sans"/>
                <a:sym typeface="Lucida Sans"/>
              </a:rPr>
            </a:br>
            <a:r>
              <a:rPr lang="en-US" sz="2400" b="0" i="0" u="none" strike="noStrike" cap="none">
                <a:solidFill>
                  <a:srgbClr val="000000"/>
                </a:solidFill>
                <a:latin typeface="Lucida Sans"/>
                <a:ea typeface="Lucida Sans"/>
                <a:cs typeface="Lucida Sans"/>
                <a:sym typeface="Lucida Sans"/>
              </a:rPr>
              <a:t>  </a:t>
            </a:r>
            <a:r>
              <a:rPr lang="en-US" sz="2400" b="0" i="0" u="none" strike="noStrike" cap="none">
                <a:solidFill>
                  <a:srgbClr val="FF0000"/>
                </a:solidFill>
                <a:latin typeface="Lucida Sans"/>
                <a:ea typeface="Lucida Sans"/>
                <a:cs typeface="Lucida Sans"/>
                <a:sym typeface="Lucida Sans"/>
              </a:rPr>
              <a:t>FROM</a:t>
            </a:r>
            <a:r>
              <a:rPr lang="en-US" sz="2400" b="0" i="0" u="none" strike="noStrike" cap="none">
                <a:solidFill>
                  <a:srgbClr val="000000"/>
                </a:solidFill>
                <a:latin typeface="Lucida Sans"/>
                <a:ea typeface="Lucida Sans"/>
                <a:cs typeface="Lucida Sans"/>
                <a:sym typeface="Lucida Sans"/>
              </a:rPr>
              <a:t> students </a:t>
            </a:r>
            <a:br>
              <a:rPr lang="en-US" sz="2400" b="0" i="1" u="none" strike="noStrike" cap="none">
                <a:solidFill>
                  <a:srgbClr val="000000"/>
                </a:solidFill>
                <a:latin typeface="Lucida Sans"/>
                <a:ea typeface="Lucida Sans"/>
                <a:cs typeface="Lucida Sans"/>
                <a:sym typeface="Lucida Sans"/>
              </a:rPr>
            </a:br>
            <a:r>
              <a:rPr lang="en-US" sz="2400" b="0" i="0" u="none" strike="noStrike" cap="none">
                <a:solidFill>
                  <a:srgbClr val="E7E6E6"/>
                </a:solidFill>
                <a:latin typeface="Lucida Sans"/>
                <a:ea typeface="Lucida Sans"/>
                <a:cs typeface="Lucida Sans"/>
                <a:sym typeface="Lucida Sans"/>
              </a:rPr>
              <a:t>[WHERE </a:t>
            </a:r>
            <a:r>
              <a:rPr lang="en-US" sz="2400" b="0" i="1" u="none" strike="noStrike" cap="none">
                <a:solidFill>
                  <a:srgbClr val="E7E6E6"/>
                </a:solidFill>
                <a:latin typeface="Lucida Sans"/>
                <a:ea typeface="Lucida Sans"/>
                <a:cs typeface="Lucida Sans"/>
                <a:sym typeface="Lucida Sans"/>
              </a:rPr>
              <a:t>&lt;predicate&gt;</a:t>
            </a:r>
            <a:r>
              <a:rPr lang="en-US" sz="2400" b="0" i="0" u="none" strike="noStrike" cap="none">
                <a:solidFill>
                  <a:srgbClr val="E7E6E6"/>
                </a:solidFill>
                <a:latin typeface="Lucida Sans"/>
                <a:ea typeface="Lucida Sans"/>
                <a:cs typeface="Lucida Sans"/>
                <a:sym typeface="Lucida Sans"/>
              </a:rPr>
              <a:t>]</a:t>
            </a:r>
            <a:br>
              <a:rPr lang="en-US" sz="2400" b="0" i="0" u="none" strike="noStrike" cap="none">
                <a:solidFill>
                  <a:srgbClr val="000000"/>
                </a:solidFill>
                <a:latin typeface="Lucida Sans"/>
                <a:ea typeface="Lucida Sans"/>
                <a:cs typeface="Lucida Sans"/>
                <a:sym typeface="Lucida Sans"/>
              </a:rPr>
            </a:br>
            <a:r>
              <a:rPr lang="en-US" sz="2400" b="0" i="0" u="none" strike="noStrike" cap="none">
                <a:solidFill>
                  <a:srgbClr val="E7E6E6"/>
                </a:solidFill>
                <a:latin typeface="Lucida Sans"/>
                <a:ea typeface="Lucida Sans"/>
                <a:cs typeface="Lucida Sans"/>
                <a:sym typeface="Lucida Sans"/>
              </a:rPr>
              <a:t> </a:t>
            </a:r>
            <a:r>
              <a:rPr lang="en-US" sz="2400" b="0" i="0" u="none" strike="noStrike" cap="none">
                <a:solidFill>
                  <a:srgbClr val="FF0000"/>
                </a:solidFill>
                <a:latin typeface="Lucida Sans"/>
                <a:ea typeface="Lucida Sans"/>
                <a:cs typeface="Lucida Sans"/>
                <a:sym typeface="Lucida Sans"/>
              </a:rPr>
              <a:t>GROUP BY </a:t>
            </a:r>
            <a:r>
              <a:rPr lang="en-US" sz="2400" b="0" i="0" u="none" strike="noStrike" cap="none">
                <a:solidFill>
                  <a:srgbClr val="000000"/>
                </a:solidFill>
                <a:latin typeface="Lucida Sans"/>
                <a:ea typeface="Lucida Sans"/>
                <a:cs typeface="Lucida Sans"/>
                <a:sym typeface="Lucida Sans"/>
              </a:rPr>
              <a:t>dept</a:t>
            </a:r>
            <a:br>
              <a:rPr lang="en-US" sz="2400" b="0" i="0" u="none" strike="noStrike" cap="none">
                <a:solidFill>
                  <a:srgbClr val="E7E6E6"/>
                </a:solidFill>
                <a:latin typeface="Lucida Sans"/>
                <a:ea typeface="Lucida Sans"/>
                <a:cs typeface="Lucida Sans"/>
                <a:sym typeface="Lucida Sans"/>
              </a:rPr>
            </a:br>
            <a:r>
              <a:rPr lang="en-US" sz="2400" b="0" i="0" u="none" strike="noStrike" cap="none">
                <a:solidFill>
                  <a:srgbClr val="E7E6E6"/>
                </a:solidFill>
                <a:latin typeface="Lucida Sans"/>
                <a:ea typeface="Lucida Sans"/>
                <a:cs typeface="Lucida Sans"/>
                <a:sym typeface="Lucida Sans"/>
              </a:rPr>
              <a:t> [HAVING </a:t>
            </a:r>
            <a:r>
              <a:rPr lang="en-US" sz="2400" b="0" i="1" u="none" strike="noStrike" cap="none">
                <a:solidFill>
                  <a:srgbClr val="E7E6E6"/>
                </a:solidFill>
                <a:latin typeface="Lucida Sans"/>
                <a:ea typeface="Lucida Sans"/>
                <a:cs typeface="Lucida Sans"/>
                <a:sym typeface="Lucida Sans"/>
              </a:rPr>
              <a:t>&lt;predicate&gt;</a:t>
            </a:r>
            <a:r>
              <a:rPr lang="en-US" sz="2400" b="0" i="0" u="none" strike="noStrike" cap="none">
                <a:solidFill>
                  <a:srgbClr val="E7E6E6"/>
                </a:solidFill>
                <a:latin typeface="Lucida Sans"/>
                <a:ea typeface="Lucida Sans"/>
                <a:cs typeface="Lucida Sans"/>
                <a:sym typeface="Lucida Sans"/>
              </a:rPr>
              <a:t>] </a:t>
            </a:r>
            <a:br>
              <a:rPr lang="en-US" sz="2400" b="0" i="0" u="none" strike="noStrike" cap="none">
                <a:solidFill>
                  <a:srgbClr val="E7E6E6"/>
                </a:solidFill>
                <a:latin typeface="Lucida Sans"/>
                <a:ea typeface="Lucida Sans"/>
                <a:cs typeface="Lucida Sans"/>
                <a:sym typeface="Lucida Sans"/>
              </a:rPr>
            </a:br>
            <a:r>
              <a:rPr lang="en-US" sz="2400" b="0" i="0" u="none" strike="noStrike" cap="none">
                <a:solidFill>
                  <a:srgbClr val="E7E6E6"/>
                </a:solidFill>
                <a:latin typeface="Lucida Sans"/>
                <a:ea typeface="Lucida Sans"/>
                <a:cs typeface="Lucida Sans"/>
                <a:sym typeface="Lucida Sans"/>
              </a:rPr>
              <a:t>[ORDER BY </a:t>
            </a:r>
            <a:r>
              <a:rPr lang="en-US" sz="2400" b="0" i="1" u="none" strike="noStrike" cap="none">
                <a:solidFill>
                  <a:srgbClr val="E7E6E6"/>
                </a:solidFill>
                <a:latin typeface="Lucida Sans"/>
                <a:ea typeface="Lucida Sans"/>
                <a:cs typeface="Lucida Sans"/>
                <a:sym typeface="Lucida Sans"/>
              </a:rPr>
              <a:t>&lt;column list&gt;</a:t>
            </a:r>
            <a:r>
              <a:rPr lang="en-US" sz="2400" b="0" i="0" u="none" strike="noStrike" cap="none">
                <a:solidFill>
                  <a:srgbClr val="E7E6E6"/>
                </a:solidFill>
                <a:latin typeface="Lucida Sans"/>
                <a:ea typeface="Lucida Sans"/>
                <a:cs typeface="Lucida Sans"/>
                <a:sym typeface="Lucida Sans"/>
              </a:rPr>
              <a:t>] </a:t>
            </a:r>
            <a:r>
              <a:rPr lang="en-US" sz="2400" b="0" i="0" u="none" strike="noStrike" cap="none">
                <a:solidFill>
                  <a:srgbClr val="000000"/>
                </a:solidFill>
                <a:latin typeface="Lucida Sans"/>
                <a:ea typeface="Lucida Sans"/>
                <a:cs typeface="Lucida Sans"/>
                <a:sym typeface="Lucida Sans"/>
              </a:rPr>
              <a:t>;</a:t>
            </a:r>
            <a:endParaRPr sz="2000" b="0" i="0" u="none" strike="noStrike" cap="none">
              <a:solidFill>
                <a:srgbClr val="000000"/>
              </a:solidFill>
              <a:latin typeface="Tahoma"/>
              <a:ea typeface="Tahoma"/>
              <a:cs typeface="Tahoma"/>
              <a:sym typeface="Tahom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p4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3600"/>
              <a:buFont typeface="Rockwell"/>
              <a:buNone/>
            </a:pPr>
            <a:r>
              <a:rPr lang="en-US" sz="3600"/>
              <a:t>WHAT IF WE WANTED TO ONLY CONSIDER DEPARTMENTS THAT HAVE GREATER THAN TWO STUDENTS?</a:t>
            </a:r>
            <a:endParaRPr/>
          </a:p>
        </p:txBody>
      </p:sp>
      <p:sp>
        <p:nvSpPr>
          <p:cNvPr id="992" name="Google Shape;992;p47"/>
          <p:cNvSpPr txBox="1">
            <a:spLocks noGrp="1"/>
          </p:cNvSpPr>
          <p:nvPr>
            <p:ph type="body" idx="1"/>
          </p:nvPr>
        </p:nvSpPr>
        <p:spPr>
          <a:xfrm>
            <a:off x="838200" y="4728118"/>
            <a:ext cx="10515600" cy="147114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Doesn’t work … </a:t>
            </a:r>
            <a:endParaRPr/>
          </a:p>
          <a:p>
            <a:pPr marL="182880" lvl="0" indent="-182880" algn="l" rtl="0">
              <a:lnSpc>
                <a:spcPct val="90000"/>
              </a:lnSpc>
              <a:spcBef>
                <a:spcPts val="1200"/>
              </a:spcBef>
              <a:spcAft>
                <a:spcPts val="0"/>
              </a:spcAft>
              <a:buSzPts val="1700"/>
              <a:buChar char="▪"/>
            </a:pPr>
            <a:r>
              <a:rPr lang="en-US"/>
              <a:t>WHERE clause is applied before GROUP BY</a:t>
            </a:r>
            <a:endParaRPr/>
          </a:p>
          <a:p>
            <a:pPr marL="457200" lvl="1" indent="-182880" algn="l" rtl="0">
              <a:lnSpc>
                <a:spcPct val="90000"/>
              </a:lnSpc>
              <a:spcBef>
                <a:spcPts val="400"/>
              </a:spcBef>
              <a:spcAft>
                <a:spcPts val="0"/>
              </a:spcAft>
              <a:buSzPts val="1530"/>
              <a:buChar char="▪"/>
            </a:pPr>
            <a:r>
              <a:rPr lang="en-US"/>
              <a:t>You cannot have aggregation functions in the where clause</a:t>
            </a:r>
            <a:endParaRPr/>
          </a:p>
          <a:p>
            <a:pPr marL="457200" lvl="1" indent="-85725" algn="l" rtl="0">
              <a:lnSpc>
                <a:spcPct val="90000"/>
              </a:lnSpc>
              <a:spcBef>
                <a:spcPts val="600"/>
              </a:spcBef>
              <a:spcAft>
                <a:spcPts val="0"/>
              </a:spcAft>
              <a:buSzPts val="1530"/>
              <a:buNone/>
            </a:pPr>
            <a:endParaRPr/>
          </a:p>
          <a:p>
            <a:pPr marL="182880" lvl="0" indent="-74928" algn="l" rtl="0">
              <a:lnSpc>
                <a:spcPct val="90000"/>
              </a:lnSpc>
              <a:spcBef>
                <a:spcPts val="1400"/>
              </a:spcBef>
              <a:spcAft>
                <a:spcPts val="0"/>
              </a:spcAft>
              <a:buSzPts val="1700"/>
              <a:buNone/>
            </a:pPr>
            <a:endParaRPr/>
          </a:p>
        </p:txBody>
      </p:sp>
      <p:sp>
        <p:nvSpPr>
          <p:cNvPr id="993" name="Google Shape;993;p47"/>
          <p:cNvSpPr/>
          <p:nvPr/>
        </p:nvSpPr>
        <p:spPr>
          <a:xfrm>
            <a:off x="639336" y="2005427"/>
            <a:ext cx="6096000" cy="2308324"/>
          </a:xfrm>
          <a:prstGeom prst="rect">
            <a:avLst/>
          </a:prstGeom>
          <a:noFill/>
          <a:ln>
            <a:noFill/>
          </a:ln>
        </p:spPr>
        <p:txBody>
          <a:bodyPr spcFirstLastPara="1" wrap="square" lIns="91425" tIns="45700" rIns="91425" bIns="45700" anchor="t" anchorCtr="0">
            <a:spAutoFit/>
          </a:bodyPr>
          <a:lstStyle/>
          <a:p>
            <a:pPr marL="14287" marR="0" lvl="0" indent="0" algn="l" rtl="0">
              <a:lnSpc>
                <a:spcPct val="100000"/>
              </a:lnSpc>
              <a:spcBef>
                <a:spcPts val="0"/>
              </a:spcBef>
              <a:spcAft>
                <a:spcPts val="0"/>
              </a:spcAft>
              <a:buClr>
                <a:srgbClr val="FF0000"/>
              </a:buClr>
              <a:buSzPts val="2400"/>
              <a:buFont typeface="Lucida Sans"/>
              <a:buNone/>
            </a:pPr>
            <a:r>
              <a:rPr lang="en-US" sz="2400" b="0" i="0" u="none" strike="noStrike" cap="none">
                <a:solidFill>
                  <a:srgbClr val="FF0000"/>
                </a:solidFill>
                <a:latin typeface="Lucida Sans"/>
                <a:ea typeface="Lucida Sans"/>
                <a:cs typeface="Lucida Sans"/>
                <a:sym typeface="Lucida Sans"/>
              </a:rPr>
              <a:t>SELECT</a:t>
            </a:r>
            <a:r>
              <a:rPr lang="en-US" sz="2400" b="0" i="0" u="none" strike="noStrike" cap="none">
                <a:solidFill>
                  <a:srgbClr val="000000"/>
                </a:solidFill>
                <a:latin typeface="Lucida Sans"/>
                <a:ea typeface="Lucida Sans"/>
                <a:cs typeface="Lucida Sans"/>
                <a:sym typeface="Lucida Sans"/>
              </a:rPr>
              <a:t> dept, </a:t>
            </a:r>
            <a:r>
              <a:rPr lang="en-US" sz="2400" b="0" i="0" u="none" strike="noStrike" cap="none">
                <a:solidFill>
                  <a:srgbClr val="FF0000"/>
                </a:solidFill>
                <a:latin typeface="Lucida Sans"/>
                <a:ea typeface="Lucida Sans"/>
                <a:cs typeface="Lucida Sans"/>
                <a:sym typeface="Lucida Sans"/>
              </a:rPr>
              <a:t>AVG</a:t>
            </a:r>
            <a:r>
              <a:rPr lang="en-US" sz="2400" b="0" i="0" u="none" strike="noStrike" cap="none">
                <a:solidFill>
                  <a:srgbClr val="000000"/>
                </a:solidFill>
                <a:latin typeface="Lucida Sans"/>
                <a:ea typeface="Lucida Sans"/>
                <a:cs typeface="Lucida Sans"/>
                <a:sym typeface="Lucida Sans"/>
              </a:rPr>
              <a:t>(age) </a:t>
            </a:r>
            <a:br>
              <a:rPr lang="en-US" sz="2400" b="0" i="0" u="none" strike="noStrike" cap="none">
                <a:solidFill>
                  <a:srgbClr val="000000"/>
                </a:solidFill>
                <a:latin typeface="Lucida Sans"/>
                <a:ea typeface="Lucida Sans"/>
                <a:cs typeface="Lucida Sans"/>
                <a:sym typeface="Lucida Sans"/>
              </a:rPr>
            </a:br>
            <a:r>
              <a:rPr lang="en-US" sz="2400" b="0" i="0" u="none" strike="noStrike" cap="none">
                <a:solidFill>
                  <a:srgbClr val="000000"/>
                </a:solidFill>
                <a:latin typeface="Lucida Sans"/>
                <a:ea typeface="Lucida Sans"/>
                <a:cs typeface="Lucida Sans"/>
                <a:sym typeface="Lucida Sans"/>
              </a:rPr>
              <a:t>  </a:t>
            </a:r>
            <a:r>
              <a:rPr lang="en-US" sz="2400" b="0" i="0" u="none" strike="noStrike" cap="none">
                <a:solidFill>
                  <a:srgbClr val="FF0000"/>
                </a:solidFill>
                <a:latin typeface="Lucida Sans"/>
                <a:ea typeface="Lucida Sans"/>
                <a:cs typeface="Lucida Sans"/>
                <a:sym typeface="Lucida Sans"/>
              </a:rPr>
              <a:t>FROM</a:t>
            </a:r>
            <a:r>
              <a:rPr lang="en-US" sz="2400" b="0" i="0" u="none" strike="noStrike" cap="none">
                <a:solidFill>
                  <a:srgbClr val="000000"/>
                </a:solidFill>
                <a:latin typeface="Lucida Sans"/>
                <a:ea typeface="Lucida Sans"/>
                <a:cs typeface="Lucida Sans"/>
                <a:sym typeface="Lucida Sans"/>
              </a:rPr>
              <a:t> students </a:t>
            </a:r>
            <a:br>
              <a:rPr lang="en-US" sz="2400" b="0" i="1" u="none" strike="noStrike" cap="none">
                <a:solidFill>
                  <a:srgbClr val="000000"/>
                </a:solidFill>
                <a:latin typeface="Lucida Sans"/>
                <a:ea typeface="Lucida Sans"/>
                <a:cs typeface="Lucida Sans"/>
                <a:sym typeface="Lucida Sans"/>
              </a:rPr>
            </a:br>
            <a:r>
              <a:rPr lang="en-US" sz="2400" b="0" i="0" u="none" strike="noStrike" cap="none">
                <a:solidFill>
                  <a:srgbClr val="FF0000"/>
                </a:solidFill>
                <a:latin typeface="Lucida Sans"/>
                <a:ea typeface="Lucida Sans"/>
                <a:cs typeface="Lucida Sans"/>
                <a:sym typeface="Lucida Sans"/>
              </a:rPr>
              <a:t> WHERE </a:t>
            </a:r>
            <a:r>
              <a:rPr lang="en-US" sz="2400" b="0" i="1" u="none" strike="noStrike" cap="none">
                <a:solidFill>
                  <a:srgbClr val="4472C4"/>
                </a:solidFill>
                <a:latin typeface="Lucida Sans"/>
                <a:ea typeface="Lucida Sans"/>
                <a:cs typeface="Lucida Sans"/>
                <a:sym typeface="Lucida Sans"/>
              </a:rPr>
              <a:t>COUNT(*) &gt; 2</a:t>
            </a:r>
            <a:br>
              <a:rPr lang="en-US" sz="2400" b="0" i="0" u="none" strike="noStrike" cap="none">
                <a:solidFill>
                  <a:srgbClr val="000000"/>
                </a:solidFill>
                <a:latin typeface="Lucida Sans"/>
                <a:ea typeface="Lucida Sans"/>
                <a:cs typeface="Lucida Sans"/>
                <a:sym typeface="Lucida Sans"/>
              </a:rPr>
            </a:br>
            <a:r>
              <a:rPr lang="en-US" sz="2400" b="0" i="0" u="none" strike="noStrike" cap="none">
                <a:solidFill>
                  <a:srgbClr val="E7E6E6"/>
                </a:solidFill>
                <a:latin typeface="Lucida Sans"/>
                <a:ea typeface="Lucida Sans"/>
                <a:cs typeface="Lucida Sans"/>
                <a:sym typeface="Lucida Sans"/>
              </a:rPr>
              <a:t> </a:t>
            </a:r>
            <a:r>
              <a:rPr lang="en-US" sz="2400" b="0" i="0" u="none" strike="noStrike" cap="none">
                <a:solidFill>
                  <a:srgbClr val="FF0000"/>
                </a:solidFill>
                <a:latin typeface="Lucida Sans"/>
                <a:ea typeface="Lucida Sans"/>
                <a:cs typeface="Lucida Sans"/>
                <a:sym typeface="Lucida Sans"/>
              </a:rPr>
              <a:t>GROUP BY </a:t>
            </a:r>
            <a:r>
              <a:rPr lang="en-US" sz="2400" b="0" i="0" u="none" strike="noStrike" cap="none">
                <a:solidFill>
                  <a:srgbClr val="000000"/>
                </a:solidFill>
                <a:latin typeface="Lucida Sans"/>
                <a:ea typeface="Lucida Sans"/>
                <a:cs typeface="Lucida Sans"/>
                <a:sym typeface="Lucida Sans"/>
              </a:rPr>
              <a:t>dept</a:t>
            </a:r>
            <a:br>
              <a:rPr lang="en-US" sz="2400" b="0" i="0" u="none" strike="noStrike" cap="none">
                <a:solidFill>
                  <a:srgbClr val="E7E6E6"/>
                </a:solidFill>
                <a:latin typeface="Lucida Sans"/>
                <a:ea typeface="Lucida Sans"/>
                <a:cs typeface="Lucida Sans"/>
                <a:sym typeface="Lucida Sans"/>
              </a:rPr>
            </a:br>
            <a:r>
              <a:rPr lang="en-US" sz="2400" b="0" i="0" u="none" strike="noStrike" cap="none">
                <a:solidFill>
                  <a:srgbClr val="E7E6E6"/>
                </a:solidFill>
                <a:latin typeface="Lucida Sans"/>
                <a:ea typeface="Lucida Sans"/>
                <a:cs typeface="Lucida Sans"/>
                <a:sym typeface="Lucida Sans"/>
              </a:rPr>
              <a:t> [HAVING </a:t>
            </a:r>
            <a:r>
              <a:rPr lang="en-US" sz="2400" b="0" i="1" u="none" strike="noStrike" cap="none">
                <a:solidFill>
                  <a:srgbClr val="E7E6E6"/>
                </a:solidFill>
                <a:latin typeface="Lucida Sans"/>
                <a:ea typeface="Lucida Sans"/>
                <a:cs typeface="Lucida Sans"/>
                <a:sym typeface="Lucida Sans"/>
              </a:rPr>
              <a:t>&lt;predicate&gt;</a:t>
            </a:r>
            <a:r>
              <a:rPr lang="en-US" sz="2400" b="0" i="0" u="none" strike="noStrike" cap="none">
                <a:solidFill>
                  <a:srgbClr val="E7E6E6"/>
                </a:solidFill>
                <a:latin typeface="Lucida Sans"/>
                <a:ea typeface="Lucida Sans"/>
                <a:cs typeface="Lucida Sans"/>
                <a:sym typeface="Lucida Sans"/>
              </a:rPr>
              <a:t>] </a:t>
            </a:r>
            <a:br>
              <a:rPr lang="en-US" sz="2400" b="0" i="0" u="none" strike="noStrike" cap="none">
                <a:solidFill>
                  <a:srgbClr val="E7E6E6"/>
                </a:solidFill>
                <a:latin typeface="Lucida Sans"/>
                <a:ea typeface="Lucida Sans"/>
                <a:cs typeface="Lucida Sans"/>
                <a:sym typeface="Lucida Sans"/>
              </a:rPr>
            </a:br>
            <a:r>
              <a:rPr lang="en-US" sz="2400" b="0" i="0" u="none" strike="noStrike" cap="none">
                <a:solidFill>
                  <a:srgbClr val="E7E6E6"/>
                </a:solidFill>
                <a:latin typeface="Lucida Sans"/>
                <a:ea typeface="Lucida Sans"/>
                <a:cs typeface="Lucida Sans"/>
                <a:sym typeface="Lucida Sans"/>
              </a:rPr>
              <a:t>[ORDER BY </a:t>
            </a:r>
            <a:r>
              <a:rPr lang="en-US" sz="2400" b="0" i="1" u="none" strike="noStrike" cap="none">
                <a:solidFill>
                  <a:srgbClr val="E7E6E6"/>
                </a:solidFill>
                <a:latin typeface="Lucida Sans"/>
                <a:ea typeface="Lucida Sans"/>
                <a:cs typeface="Lucida Sans"/>
                <a:sym typeface="Lucida Sans"/>
              </a:rPr>
              <a:t>&lt;column list&gt;</a:t>
            </a:r>
            <a:r>
              <a:rPr lang="en-US" sz="2400" b="0" i="0" u="none" strike="noStrike" cap="none">
                <a:solidFill>
                  <a:srgbClr val="E7E6E6"/>
                </a:solidFill>
                <a:latin typeface="Lucida Sans"/>
                <a:ea typeface="Lucida Sans"/>
                <a:cs typeface="Lucida Sans"/>
                <a:sym typeface="Lucida Sans"/>
              </a:rPr>
              <a:t>] </a:t>
            </a:r>
            <a:r>
              <a:rPr lang="en-US" sz="2400" b="0" i="0" u="none" strike="noStrike" cap="none">
                <a:solidFill>
                  <a:srgbClr val="000000"/>
                </a:solidFill>
                <a:latin typeface="Lucida Sans"/>
                <a:ea typeface="Lucida Sans"/>
                <a:cs typeface="Lucida Sans"/>
                <a:sym typeface="Lucida Sans"/>
              </a:rPr>
              <a:t>;</a:t>
            </a:r>
            <a:endParaRPr sz="2000" b="0" i="0" u="none" strike="noStrike" cap="none">
              <a:solidFill>
                <a:srgbClr val="000000"/>
              </a:solidFill>
              <a:latin typeface="Tahoma"/>
              <a:ea typeface="Tahoma"/>
              <a:cs typeface="Tahoma"/>
              <a:sym typeface="Tahoma"/>
            </a:endParaRPr>
          </a:p>
        </p:txBody>
      </p:sp>
      <p:sp>
        <p:nvSpPr>
          <p:cNvPr id="994" name="Google Shape;994;p47"/>
          <p:cNvSpPr txBox="1"/>
          <p:nvPr/>
        </p:nvSpPr>
        <p:spPr>
          <a:xfrm>
            <a:off x="400817" y="2656445"/>
            <a:ext cx="487634"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Century Gothic"/>
              <a:buNone/>
            </a:pPr>
            <a:r>
              <a:rPr lang="en-US" sz="4000" b="0" i="0" u="none" strike="noStrike" cap="none">
                <a:solidFill>
                  <a:srgbClr val="000000"/>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4"/>
                                        </p:tgtEl>
                                        <p:attrNameLst>
                                          <p:attrName>style.visibility</p:attrName>
                                        </p:attrNameLst>
                                      </p:cBhvr>
                                      <p:to>
                                        <p:strVal val="visible"/>
                                      </p:to>
                                    </p:set>
                                    <p:animEffect transition="in" filter="fade">
                                      <p:cBhvr>
                                        <p:cTn id="7" dur="500"/>
                                        <p:tgtEl>
                                          <p:spTgt spid="9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2">
                                            <p:txEl>
                                              <p:pRg st="0" end="0"/>
                                            </p:txEl>
                                          </p:spTgt>
                                        </p:tgtEl>
                                        <p:attrNameLst>
                                          <p:attrName>style.visibility</p:attrName>
                                        </p:attrNameLst>
                                      </p:cBhvr>
                                      <p:to>
                                        <p:strVal val="visible"/>
                                      </p:to>
                                    </p:set>
                                    <p:animEffect transition="in" filter="fade">
                                      <p:cBhvr>
                                        <p:cTn id="12" dur="500"/>
                                        <p:tgtEl>
                                          <p:spTgt spid="99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92">
                                            <p:txEl>
                                              <p:pRg st="1" end="1"/>
                                            </p:txEl>
                                          </p:spTgt>
                                        </p:tgtEl>
                                        <p:attrNameLst>
                                          <p:attrName>style.visibility</p:attrName>
                                        </p:attrNameLst>
                                      </p:cBhvr>
                                      <p:to>
                                        <p:strVal val="visible"/>
                                      </p:to>
                                    </p:set>
                                    <p:animEffect transition="in" filter="fade">
                                      <p:cBhvr>
                                        <p:cTn id="17" dur="500"/>
                                        <p:tgtEl>
                                          <p:spTgt spid="99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92">
                                            <p:txEl>
                                              <p:pRg st="2" end="2"/>
                                            </p:txEl>
                                          </p:spTgt>
                                        </p:tgtEl>
                                        <p:attrNameLst>
                                          <p:attrName>style.visibility</p:attrName>
                                        </p:attrNameLst>
                                      </p:cBhvr>
                                      <p:to>
                                        <p:strVal val="visible"/>
                                      </p:to>
                                    </p:set>
                                    <p:animEffect transition="in" filter="fade">
                                      <p:cBhvr>
                                        <p:cTn id="22" dur="500"/>
                                        <p:tgtEl>
                                          <p:spTgt spid="99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92">
                                            <p:txEl>
                                              <p:pRg st="3" end="3"/>
                                            </p:txEl>
                                          </p:spTgt>
                                        </p:tgtEl>
                                        <p:attrNameLst>
                                          <p:attrName>style.visibility</p:attrName>
                                        </p:attrNameLst>
                                      </p:cBhvr>
                                      <p:to>
                                        <p:strVal val="visible"/>
                                      </p:to>
                                    </p:set>
                                    <p:animEffect transition="in" filter="fade">
                                      <p:cBhvr>
                                        <p:cTn id="27" dur="500"/>
                                        <p:tgtEl>
                                          <p:spTgt spid="99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92">
                                            <p:txEl>
                                              <p:pRg st="4" end="4"/>
                                            </p:txEl>
                                          </p:spTgt>
                                        </p:tgtEl>
                                        <p:attrNameLst>
                                          <p:attrName>style.visibility</p:attrName>
                                        </p:attrNameLst>
                                      </p:cBhvr>
                                      <p:to>
                                        <p:strVal val="visible"/>
                                      </p:to>
                                    </p:set>
                                    <p:animEffect transition="in" filter="fade">
                                      <p:cBhvr>
                                        <p:cTn id="32" dur="500"/>
                                        <p:tgtEl>
                                          <p:spTgt spid="99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p48"/>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HAVING</a:t>
            </a:r>
            <a:endParaRPr/>
          </a:p>
        </p:txBody>
      </p:sp>
      <p:sp>
        <p:nvSpPr>
          <p:cNvPr id="1001" name="Google Shape;1001;p48"/>
          <p:cNvSpPr txBox="1">
            <a:spLocks noGrp="1"/>
          </p:cNvSpPr>
          <p:nvPr>
            <p:ph type="body" idx="1"/>
          </p:nvPr>
        </p:nvSpPr>
        <p:spPr>
          <a:xfrm>
            <a:off x="838200" y="1825625"/>
            <a:ext cx="10515600" cy="4888326"/>
          </a:xfrm>
          <a:prstGeom prst="rect">
            <a:avLst/>
          </a:prstGeom>
          <a:noFill/>
          <a:ln>
            <a:noFill/>
          </a:ln>
        </p:spPr>
        <p:txBody>
          <a:bodyPr spcFirstLastPara="1" wrap="square" lIns="91425" tIns="45700" rIns="91425" bIns="45700" anchor="t" anchorCtr="0">
            <a:normAutofit/>
          </a:bodyPr>
          <a:lstStyle/>
          <a:p>
            <a:pPr marL="14287" lvl="0" indent="0" algn="l" rtl="0">
              <a:lnSpc>
                <a:spcPct val="110000"/>
              </a:lnSpc>
              <a:spcBef>
                <a:spcPts val="0"/>
              </a:spcBef>
              <a:spcAft>
                <a:spcPts val="0"/>
              </a:spcAft>
              <a:buSzPts val="2040"/>
              <a:buNone/>
            </a:pPr>
            <a:r>
              <a:rPr lang="en-US" sz="2400" dirty="0">
                <a:solidFill>
                  <a:srgbClr val="FF0000"/>
                </a:solidFill>
                <a:latin typeface="Lucida Sans"/>
                <a:ea typeface="Lucida Sans"/>
                <a:cs typeface="Lucida Sans"/>
                <a:sym typeface="Lucida Sans"/>
              </a:rPr>
              <a:t>SELECT</a:t>
            </a:r>
            <a:r>
              <a:rPr lang="en-US" sz="2400" dirty="0">
                <a:latin typeface="Lucida Sans"/>
                <a:ea typeface="Lucida Sans"/>
                <a:cs typeface="Lucida Sans"/>
                <a:sym typeface="Lucida Sans"/>
              </a:rPr>
              <a:t> dept, </a:t>
            </a:r>
            <a:r>
              <a:rPr lang="en-US" sz="2400" dirty="0">
                <a:solidFill>
                  <a:srgbClr val="FF0000"/>
                </a:solidFill>
                <a:latin typeface="Lucida Sans"/>
                <a:ea typeface="Lucida Sans"/>
                <a:cs typeface="Lucida Sans"/>
                <a:sym typeface="Lucida Sans"/>
              </a:rPr>
              <a:t>AVG</a:t>
            </a:r>
            <a:r>
              <a:rPr lang="en-US" sz="2400" dirty="0">
                <a:latin typeface="Lucida Sans"/>
                <a:ea typeface="Lucida Sans"/>
                <a:cs typeface="Lucida Sans"/>
                <a:sym typeface="Lucida Sans"/>
              </a:rPr>
              <a:t>(</a:t>
            </a:r>
            <a:r>
              <a:rPr lang="en-US" sz="2400" dirty="0" err="1">
                <a:latin typeface="Lucida Sans"/>
                <a:ea typeface="Lucida Sans"/>
                <a:cs typeface="Lucida Sans"/>
                <a:sym typeface="Lucida Sans"/>
              </a:rPr>
              <a:t>gpa</a:t>
            </a:r>
            <a:r>
              <a:rPr lang="en-US" sz="2400" dirty="0">
                <a:latin typeface="Lucida Sans"/>
                <a:ea typeface="Lucida Sans"/>
                <a:cs typeface="Lucida Sans"/>
                <a:sym typeface="Lucida Sans"/>
              </a:rPr>
              <a:t>) as </a:t>
            </a:r>
            <a:r>
              <a:rPr lang="en-US" sz="2400" dirty="0" err="1">
                <a:latin typeface="Lucida Sans"/>
                <a:ea typeface="Lucida Sans"/>
                <a:cs typeface="Lucida Sans"/>
                <a:sym typeface="Lucida Sans"/>
              </a:rPr>
              <a:t>avg_age</a:t>
            </a:r>
            <a:r>
              <a:rPr lang="en-US" sz="2400" dirty="0">
                <a:latin typeface="Lucida Sans"/>
                <a:ea typeface="Lucida Sans"/>
                <a:cs typeface="Lucida Sans"/>
                <a:sym typeface="Lucida Sans"/>
              </a:rPr>
              <a:t>, </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COUNT</a:t>
            </a:r>
            <a:r>
              <a:rPr lang="en-US" sz="2400" dirty="0">
                <a:latin typeface="Lucida Sans"/>
                <a:ea typeface="Lucida Sans"/>
                <a:cs typeface="Lucida Sans"/>
                <a:sym typeface="Lucida Sans"/>
              </a:rPr>
              <a:t>(*) as </a:t>
            </a:r>
            <a:r>
              <a:rPr lang="en-US" sz="2400" dirty="0" err="1">
                <a:latin typeface="Lucida Sans"/>
                <a:ea typeface="Lucida Sans"/>
                <a:cs typeface="Lucida Sans"/>
                <a:sym typeface="Lucida Sans"/>
              </a:rPr>
              <a:t>cnt</a:t>
            </a:r>
            <a:r>
              <a:rPr lang="en-US" sz="2400" dirty="0">
                <a:latin typeface="Lucida Sans"/>
                <a:ea typeface="Lucida Sans"/>
                <a:cs typeface="Lucida Sans"/>
                <a:sym typeface="Lucida Sans"/>
              </a:rPr>
              <a:t> </a:t>
            </a:r>
            <a:br>
              <a:rPr lang="en-US" sz="2400" i="1"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FROM</a:t>
            </a:r>
            <a:r>
              <a:rPr lang="en-US" sz="2400" dirty="0">
                <a:latin typeface="Lucida Sans"/>
                <a:ea typeface="Lucida Sans"/>
                <a:cs typeface="Lucida Sans"/>
                <a:sym typeface="Lucida Sans"/>
              </a:rPr>
              <a:t> students </a:t>
            </a:r>
            <a:br>
              <a:rPr lang="en-US" sz="2400" i="1" dirty="0">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[WHERE </a:t>
            </a:r>
            <a:r>
              <a:rPr lang="en-US" sz="2400" i="1" dirty="0">
                <a:solidFill>
                  <a:schemeClr val="lt2"/>
                </a:solidFill>
                <a:latin typeface="Lucida Sans"/>
                <a:ea typeface="Lucida Sans"/>
                <a:cs typeface="Lucida Sans"/>
                <a:sym typeface="Lucida Sans"/>
              </a:rPr>
              <a:t>&lt;predicate&gt;</a:t>
            </a:r>
            <a:r>
              <a:rPr lang="en-US" sz="2400" dirty="0">
                <a:solidFill>
                  <a:schemeClr val="lt2"/>
                </a:solidFill>
                <a:latin typeface="Lucida Sans"/>
                <a:ea typeface="Lucida Sans"/>
                <a:cs typeface="Lucida Sans"/>
                <a:sym typeface="Lucida Sans"/>
              </a:rPr>
              <a:t>]</a:t>
            </a:r>
            <a:br>
              <a:rPr lang="en-US" sz="2400" dirty="0">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GROUP BY </a:t>
            </a:r>
            <a:r>
              <a:rPr lang="en-US" sz="2400" dirty="0">
                <a:latin typeface="Lucida Sans"/>
                <a:ea typeface="Lucida Sans"/>
                <a:cs typeface="Lucida Sans"/>
                <a:sym typeface="Lucida Sans"/>
              </a:rPr>
              <a:t>dept</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HAVING COUNT</a:t>
            </a:r>
            <a:r>
              <a:rPr lang="en-US" sz="2400" dirty="0">
                <a:latin typeface="Lucida Sans"/>
                <a:ea typeface="Lucida Sans"/>
                <a:cs typeface="Lucida Sans"/>
                <a:sym typeface="Lucida Sans"/>
              </a:rPr>
              <a:t>(*) &gt; 2</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[ORDER BY </a:t>
            </a:r>
            <a:r>
              <a:rPr lang="en-US" sz="2400" i="1" dirty="0">
                <a:solidFill>
                  <a:schemeClr val="lt2"/>
                </a:solidFill>
                <a:latin typeface="Lucida Sans"/>
                <a:ea typeface="Lucida Sans"/>
                <a:cs typeface="Lucida Sans"/>
                <a:sym typeface="Lucida Sans"/>
              </a:rPr>
              <a:t>&lt;column list&gt;</a:t>
            </a:r>
            <a:r>
              <a:rPr lang="en-US" sz="2400" dirty="0">
                <a:solidFill>
                  <a:schemeClr val="lt2"/>
                </a:solidFill>
                <a:latin typeface="Lucida Sans"/>
                <a:ea typeface="Lucida Sans"/>
                <a:cs typeface="Lucida Sans"/>
                <a:sym typeface="Lucida Sans"/>
              </a:rPr>
              <a:t>] </a:t>
            </a:r>
            <a:r>
              <a:rPr lang="en-US" sz="2400" dirty="0">
                <a:solidFill>
                  <a:srgbClr val="000000"/>
                </a:solidFill>
                <a:latin typeface="Lucida Sans"/>
                <a:ea typeface="Lucida Sans"/>
                <a:cs typeface="Lucida Sans"/>
                <a:sym typeface="Lucida Sans"/>
              </a:rPr>
              <a:t>;</a:t>
            </a:r>
            <a:endParaRPr sz="2400" dirty="0">
              <a:solidFill>
                <a:schemeClr val="lt2"/>
              </a:solidFill>
              <a:latin typeface="Tahoma"/>
              <a:ea typeface="Tahoma"/>
              <a:cs typeface="Tahoma"/>
              <a:sym typeface="Tahoma"/>
            </a:endParaRPr>
          </a:p>
          <a:p>
            <a:pPr marL="182880" lvl="0" indent="-182880" algn="l" rtl="0">
              <a:lnSpc>
                <a:spcPct val="90000"/>
              </a:lnSpc>
              <a:spcBef>
                <a:spcPts val="1200"/>
              </a:spcBef>
              <a:spcAft>
                <a:spcPts val="0"/>
              </a:spcAft>
              <a:buSzPts val="1700"/>
              <a:buChar char="▪"/>
            </a:pPr>
            <a:r>
              <a:rPr lang="en-US" sz="2000" dirty="0"/>
              <a:t>The HAVING predicate is applied </a:t>
            </a:r>
            <a:r>
              <a:rPr lang="en-US" sz="2000" b="1" i="1" dirty="0"/>
              <a:t>after</a:t>
            </a:r>
            <a:r>
              <a:rPr lang="en-US" sz="2000" dirty="0"/>
              <a:t> </a:t>
            </a:r>
            <a:r>
              <a:rPr lang="en-US" sz="2000" i="1" dirty="0"/>
              <a:t>grouping</a:t>
            </a:r>
            <a:r>
              <a:rPr lang="en-US" sz="2000" dirty="0"/>
              <a:t> and </a:t>
            </a:r>
            <a:r>
              <a:rPr lang="en-US" sz="2000" i="1" dirty="0"/>
              <a:t>aggregation</a:t>
            </a:r>
            <a:endParaRPr dirty="0"/>
          </a:p>
          <a:p>
            <a:pPr marL="457200" lvl="1" indent="-182880" algn="l" rtl="0">
              <a:lnSpc>
                <a:spcPct val="90000"/>
              </a:lnSpc>
              <a:spcBef>
                <a:spcPts val="400"/>
              </a:spcBef>
              <a:spcAft>
                <a:spcPts val="0"/>
              </a:spcAft>
              <a:buSzPts val="1700"/>
              <a:buChar char="▪"/>
            </a:pPr>
            <a:r>
              <a:rPr lang="en-US" sz="2000" dirty="0"/>
              <a:t>Hence can contain anything that could go in the SELECT list</a:t>
            </a:r>
            <a:endParaRPr dirty="0"/>
          </a:p>
          <a:p>
            <a:pPr marL="182880" lvl="0" indent="-182880" algn="l" rtl="0">
              <a:lnSpc>
                <a:spcPct val="90000"/>
              </a:lnSpc>
              <a:spcBef>
                <a:spcPts val="1400"/>
              </a:spcBef>
              <a:spcAft>
                <a:spcPts val="0"/>
              </a:spcAft>
              <a:buSzPts val="1700"/>
              <a:buChar char="▪"/>
            </a:pPr>
            <a:r>
              <a:rPr lang="en-US" sz="2000" dirty="0"/>
              <a:t>HAVING can only be used in aggregate queries</a:t>
            </a:r>
            <a:endParaRPr dirty="0"/>
          </a:p>
        </p:txBody>
      </p:sp>
      <p:pic>
        <p:nvPicPr>
          <p:cNvPr id="1002" name="Google Shape;1002;p48"/>
          <p:cNvPicPr preferRelativeResize="0"/>
          <p:nvPr/>
        </p:nvPicPr>
        <p:blipFill rotWithShape="1">
          <a:blip r:embed="rId3">
            <a:alphaModFix/>
          </a:blip>
          <a:srcRect/>
          <a:stretch/>
        </p:blipFill>
        <p:spPr>
          <a:xfrm>
            <a:off x="7409108" y="714791"/>
            <a:ext cx="4333875" cy="1628775"/>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36703B4-561D-52EE-D9DF-4DEE99DCBE23}"/>
                  </a:ext>
                </a:extLst>
              </p14:cNvPr>
              <p14:cNvContentPartPr/>
              <p14:nvPr/>
            </p14:nvContentPartPr>
            <p14:xfrm>
              <a:off x="873360" y="30960"/>
              <a:ext cx="8221320" cy="4332960"/>
            </p14:xfrm>
          </p:contentPart>
        </mc:Choice>
        <mc:Fallback xmlns="">
          <p:pic>
            <p:nvPicPr>
              <p:cNvPr id="2" name="Ink 1">
                <a:extLst>
                  <a:ext uri="{FF2B5EF4-FFF2-40B4-BE49-F238E27FC236}">
                    <a16:creationId xmlns:a16="http://schemas.microsoft.com/office/drawing/2014/main" id="{B36703B4-561D-52EE-D9DF-4DEE99DCBE23}"/>
                  </a:ext>
                </a:extLst>
              </p:cNvPr>
              <p:cNvPicPr/>
              <p:nvPr/>
            </p:nvPicPr>
            <p:blipFill>
              <a:blip r:embed="rId5"/>
              <a:stretch>
                <a:fillRect/>
              </a:stretch>
            </p:blipFill>
            <p:spPr>
              <a:xfrm>
                <a:off x="864000" y="21600"/>
                <a:ext cx="8240040" cy="435168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p4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ORDER BY</a:t>
            </a:r>
            <a:endParaRPr/>
          </a:p>
        </p:txBody>
      </p:sp>
      <p:sp>
        <p:nvSpPr>
          <p:cNvPr id="1008" name="Google Shape;1008;p49"/>
          <p:cNvSpPr txBox="1">
            <a:spLocks noGrp="1"/>
          </p:cNvSpPr>
          <p:nvPr>
            <p:ph type="body" idx="1"/>
          </p:nvPr>
        </p:nvSpPr>
        <p:spPr>
          <a:xfrm>
            <a:off x="838200" y="1825625"/>
            <a:ext cx="10515600" cy="4775591"/>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dirty="0">
                <a:solidFill>
                  <a:srgbClr val="FF0000"/>
                </a:solidFill>
                <a:latin typeface="Lucida Sans"/>
                <a:ea typeface="Lucida Sans"/>
                <a:cs typeface="Lucida Sans"/>
                <a:sym typeface="Lucida Sans"/>
              </a:rPr>
              <a:t>SELECT </a:t>
            </a:r>
            <a:r>
              <a:rPr lang="en-US" sz="2400" dirty="0">
                <a:latin typeface="Lucida Sans"/>
                <a:ea typeface="Lucida Sans"/>
                <a:cs typeface="Lucida Sans"/>
                <a:sym typeface="Lucida Sans"/>
              </a:rPr>
              <a:t>name, </a:t>
            </a:r>
            <a:r>
              <a:rPr lang="en-US" sz="2400" dirty="0" err="1">
                <a:latin typeface="Lucida Sans"/>
                <a:ea typeface="Lucida Sans"/>
                <a:cs typeface="Lucida Sans"/>
                <a:sym typeface="Lucida Sans"/>
              </a:rPr>
              <a:t>gpa</a:t>
            </a:r>
            <a:r>
              <a:rPr lang="en-US" sz="2400" dirty="0">
                <a:latin typeface="Lucida Sans"/>
                <a:ea typeface="Lucida Sans"/>
                <a:cs typeface="Lucida Sans"/>
                <a:sym typeface="Lucida Sans"/>
              </a:rPr>
              <a:t>, age</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FROM</a:t>
            </a:r>
            <a:r>
              <a:rPr lang="en-US" sz="2400" dirty="0">
                <a:latin typeface="Lucida Sans"/>
                <a:ea typeface="Lucida Sans"/>
                <a:cs typeface="Lucida Sans"/>
                <a:sym typeface="Lucida Sans"/>
              </a:rPr>
              <a:t> students </a:t>
            </a:r>
            <a:br>
              <a:rPr lang="en-US" sz="2400" i="1"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WHERE</a:t>
            </a:r>
            <a:r>
              <a:rPr lang="en-US" sz="2400" dirty="0">
                <a:latin typeface="Lucida Sans"/>
                <a:ea typeface="Lucida Sans"/>
                <a:cs typeface="Lucida Sans"/>
                <a:sym typeface="Lucida Sans"/>
              </a:rPr>
              <a:t> name &gt; ‘E'</a:t>
            </a:r>
            <a:br>
              <a:rPr lang="en-US" sz="2400" dirty="0">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[GROUP BY </a:t>
            </a:r>
            <a:r>
              <a:rPr lang="en-US" sz="2400" i="1" dirty="0">
                <a:solidFill>
                  <a:schemeClr val="lt2"/>
                </a:solidFill>
                <a:latin typeface="Lucida Sans"/>
                <a:ea typeface="Lucida Sans"/>
                <a:cs typeface="Lucida Sans"/>
                <a:sym typeface="Lucida Sans"/>
              </a:rPr>
              <a:t>&lt;column list&gt;</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[HAVING </a:t>
            </a:r>
            <a:r>
              <a:rPr lang="en-US" sz="2400" i="1" dirty="0">
                <a:solidFill>
                  <a:schemeClr val="lt2"/>
                </a:solidFill>
                <a:latin typeface="Lucida Sans"/>
                <a:ea typeface="Lucida Sans"/>
                <a:cs typeface="Lucida Sans"/>
                <a:sym typeface="Lucida Sans"/>
              </a:rPr>
              <a:t>&lt;predicate&gt;</a:t>
            </a:r>
            <a:r>
              <a:rPr lang="en-US" sz="2400" dirty="0">
                <a:solidFill>
                  <a:schemeClr val="lt2"/>
                </a:solidFill>
                <a:latin typeface="Lucida Sans"/>
                <a:ea typeface="Lucida Sans"/>
                <a:cs typeface="Lucida Sans"/>
                <a:sym typeface="Lucida Sans"/>
              </a:rPr>
              <a:t>] ]</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ORDER BY </a:t>
            </a:r>
            <a:r>
              <a:rPr lang="en-US" sz="2400" dirty="0" err="1">
                <a:latin typeface="Lucida Sans"/>
                <a:ea typeface="Lucida Sans"/>
                <a:cs typeface="Lucida Sans"/>
                <a:sym typeface="Lucida Sans"/>
              </a:rPr>
              <a:t>gpa</a:t>
            </a:r>
            <a:r>
              <a:rPr lang="en-US" sz="2400" dirty="0">
                <a:latin typeface="Lucida Sans"/>
                <a:ea typeface="Lucida Sans"/>
                <a:cs typeface="Lucida Sans"/>
                <a:sym typeface="Lucida Sans"/>
              </a:rPr>
              <a:t>, name</a:t>
            </a:r>
            <a:r>
              <a:rPr lang="en-US" sz="2400" dirty="0">
                <a:solidFill>
                  <a:srgbClr val="000000"/>
                </a:solidFill>
                <a:latin typeface="Lucida Sans"/>
                <a:ea typeface="Lucida Sans"/>
                <a:cs typeface="Lucida Sans"/>
                <a:sym typeface="Lucida Sans"/>
              </a:rPr>
              <a:t>;</a:t>
            </a:r>
            <a:endParaRPr dirty="0">
              <a:latin typeface="Tahoma"/>
              <a:ea typeface="Tahoma"/>
              <a:cs typeface="Tahoma"/>
              <a:sym typeface="Tahoma"/>
            </a:endParaRPr>
          </a:p>
          <a:p>
            <a:pPr marL="182880" lvl="0" indent="-53338" algn="l" rtl="0">
              <a:lnSpc>
                <a:spcPct val="90000"/>
              </a:lnSpc>
              <a:spcBef>
                <a:spcPts val="1200"/>
              </a:spcBef>
              <a:spcAft>
                <a:spcPts val="0"/>
              </a:spcAft>
              <a:buSzPts val="2040"/>
              <a:buNone/>
            </a:pPr>
            <a:endParaRPr sz="2400" dirty="0"/>
          </a:p>
          <a:p>
            <a:pPr marL="182880" lvl="0" indent="-182880" algn="l" rtl="0">
              <a:lnSpc>
                <a:spcPct val="90000"/>
              </a:lnSpc>
              <a:spcBef>
                <a:spcPts val="1200"/>
              </a:spcBef>
              <a:spcAft>
                <a:spcPts val="0"/>
              </a:spcAft>
              <a:buSzPts val="2040"/>
              <a:buChar char="▪"/>
            </a:pPr>
            <a:r>
              <a:rPr lang="en-US" sz="2400" dirty="0"/>
              <a:t>ORDER BY clause specifies output to be sorted</a:t>
            </a:r>
            <a:endParaRPr dirty="0"/>
          </a:p>
          <a:p>
            <a:pPr marL="457200" lvl="1" indent="-182880" algn="l" rtl="0">
              <a:lnSpc>
                <a:spcPct val="90000"/>
              </a:lnSpc>
              <a:spcBef>
                <a:spcPts val="400"/>
              </a:spcBef>
              <a:spcAft>
                <a:spcPts val="0"/>
              </a:spcAft>
              <a:buSzPts val="1700"/>
              <a:buChar char="▪"/>
            </a:pPr>
            <a:r>
              <a:rPr lang="en-US" sz="2000" b="1" i="1" dirty="0"/>
              <a:t>Lexicographic</a:t>
            </a:r>
            <a:r>
              <a:rPr lang="en-US" sz="2000" dirty="0"/>
              <a:t> ordering</a:t>
            </a:r>
            <a:endParaRPr dirty="0"/>
          </a:p>
        </p:txBody>
      </p:sp>
      <p:pic>
        <p:nvPicPr>
          <p:cNvPr id="1009" name="Google Shape;1009;p49"/>
          <p:cNvPicPr preferRelativeResize="0"/>
          <p:nvPr/>
        </p:nvPicPr>
        <p:blipFill rotWithShape="1">
          <a:blip r:embed="rId3">
            <a:alphaModFix/>
          </a:blip>
          <a:srcRect/>
          <a:stretch/>
        </p:blipFill>
        <p:spPr>
          <a:xfrm>
            <a:off x="7353300" y="393895"/>
            <a:ext cx="4286250" cy="3819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5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ORDER BY</a:t>
            </a:r>
            <a:endParaRPr/>
          </a:p>
        </p:txBody>
      </p:sp>
      <p:sp>
        <p:nvSpPr>
          <p:cNvPr id="1015" name="Google Shape;1015;p50"/>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dirty="0">
                <a:solidFill>
                  <a:srgbClr val="FF0000"/>
                </a:solidFill>
                <a:latin typeface="Lucida Sans"/>
                <a:ea typeface="Lucida Sans"/>
                <a:cs typeface="Lucida Sans"/>
                <a:sym typeface="Lucida Sans"/>
              </a:rPr>
              <a:t>SELECT </a:t>
            </a:r>
            <a:r>
              <a:rPr lang="en-US" sz="2400" dirty="0">
                <a:latin typeface="Lucida Sans"/>
                <a:ea typeface="Lucida Sans"/>
                <a:cs typeface="Lucida Sans"/>
                <a:sym typeface="Lucida Sans"/>
              </a:rPr>
              <a:t>name, </a:t>
            </a:r>
            <a:r>
              <a:rPr lang="en-US" sz="2400" dirty="0" err="1">
                <a:latin typeface="Lucida Sans"/>
                <a:ea typeface="Lucida Sans"/>
                <a:cs typeface="Lucida Sans"/>
                <a:sym typeface="Lucida Sans"/>
              </a:rPr>
              <a:t>gpa</a:t>
            </a:r>
            <a:r>
              <a:rPr lang="en-US" sz="2400" dirty="0">
                <a:latin typeface="Lucida Sans"/>
                <a:ea typeface="Lucida Sans"/>
                <a:cs typeface="Lucida Sans"/>
                <a:sym typeface="Lucida Sans"/>
              </a:rPr>
              <a:t>, age</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FROM</a:t>
            </a:r>
            <a:r>
              <a:rPr lang="en-US" sz="2400" dirty="0">
                <a:latin typeface="Lucida Sans"/>
                <a:ea typeface="Lucida Sans"/>
                <a:cs typeface="Lucida Sans"/>
                <a:sym typeface="Lucida Sans"/>
              </a:rPr>
              <a:t> students </a:t>
            </a:r>
            <a:br>
              <a:rPr lang="en-US" sz="2400" i="1"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WHERE</a:t>
            </a:r>
            <a:r>
              <a:rPr lang="en-US" sz="2400" dirty="0">
                <a:latin typeface="Lucida Sans"/>
                <a:ea typeface="Lucida Sans"/>
                <a:cs typeface="Lucida Sans"/>
                <a:sym typeface="Lucida Sans"/>
              </a:rPr>
              <a:t> name &gt; ‘E'</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chemeClr val="lt2"/>
                </a:solidFill>
                <a:latin typeface="Lucida Sans"/>
                <a:ea typeface="Lucida Sans"/>
                <a:cs typeface="Lucida Sans"/>
                <a:sym typeface="Lucida Sans"/>
              </a:rPr>
              <a:t>[GROUP BY </a:t>
            </a:r>
            <a:r>
              <a:rPr lang="en-US" sz="2400" i="1" dirty="0">
                <a:solidFill>
                  <a:schemeClr val="lt2"/>
                </a:solidFill>
                <a:latin typeface="Lucida Sans"/>
                <a:ea typeface="Lucida Sans"/>
                <a:cs typeface="Lucida Sans"/>
                <a:sym typeface="Lucida Sans"/>
              </a:rPr>
              <a:t>&lt;column list&gt;</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[HAVING </a:t>
            </a:r>
            <a:r>
              <a:rPr lang="en-US" sz="2400" i="1" dirty="0">
                <a:solidFill>
                  <a:schemeClr val="lt2"/>
                </a:solidFill>
                <a:latin typeface="Lucida Sans"/>
                <a:ea typeface="Lucida Sans"/>
                <a:cs typeface="Lucida Sans"/>
                <a:sym typeface="Lucida Sans"/>
              </a:rPr>
              <a:t>&lt;predicate&gt;</a:t>
            </a:r>
            <a:r>
              <a:rPr lang="en-US" sz="2400" dirty="0">
                <a:solidFill>
                  <a:schemeClr val="lt2"/>
                </a:solidFill>
                <a:latin typeface="Lucida Sans"/>
                <a:ea typeface="Lucida Sans"/>
                <a:cs typeface="Lucida Sans"/>
                <a:sym typeface="Lucida Sans"/>
              </a:rPr>
              <a:t>] ]</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ORDER BY </a:t>
            </a:r>
            <a:r>
              <a:rPr lang="en-US" sz="2400" dirty="0" err="1">
                <a:latin typeface="Lucida Sans"/>
                <a:ea typeface="Lucida Sans"/>
                <a:cs typeface="Lucida Sans"/>
                <a:sym typeface="Lucida Sans"/>
              </a:rPr>
              <a:t>gpa</a:t>
            </a: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DESC</a:t>
            </a:r>
            <a:r>
              <a:rPr lang="en-US" sz="2400" dirty="0">
                <a:latin typeface="Lucida Sans"/>
                <a:ea typeface="Lucida Sans"/>
                <a:cs typeface="Lucida Sans"/>
                <a:sym typeface="Lucida Sans"/>
              </a:rPr>
              <a:t>, name </a:t>
            </a:r>
            <a:r>
              <a:rPr lang="en-US" sz="2400" dirty="0">
                <a:solidFill>
                  <a:srgbClr val="FF0000"/>
                </a:solidFill>
                <a:latin typeface="Lucida Sans"/>
                <a:ea typeface="Lucida Sans"/>
                <a:cs typeface="Lucida Sans"/>
                <a:sym typeface="Lucida Sans"/>
              </a:rPr>
              <a:t>ASC</a:t>
            </a:r>
            <a:r>
              <a:rPr lang="en-US" sz="2400" dirty="0">
                <a:solidFill>
                  <a:srgbClr val="000000"/>
                </a:solidFill>
                <a:latin typeface="Lucida Sans"/>
                <a:ea typeface="Lucida Sans"/>
                <a:cs typeface="Lucida Sans"/>
                <a:sym typeface="Lucida Sans"/>
              </a:rPr>
              <a:t>;</a:t>
            </a:r>
            <a:endParaRPr dirty="0">
              <a:latin typeface="Tahoma"/>
              <a:ea typeface="Tahoma"/>
              <a:cs typeface="Tahoma"/>
              <a:sym typeface="Tahoma"/>
            </a:endParaRPr>
          </a:p>
          <a:p>
            <a:pPr marL="182880" lvl="0" indent="-182880" algn="l" rtl="0">
              <a:lnSpc>
                <a:spcPct val="90000"/>
              </a:lnSpc>
              <a:spcBef>
                <a:spcPts val="1200"/>
              </a:spcBef>
              <a:spcAft>
                <a:spcPts val="0"/>
              </a:spcAft>
              <a:buSzPts val="1700"/>
              <a:buChar char="▪"/>
            </a:pPr>
            <a:r>
              <a:rPr lang="en-US" dirty="0">
                <a:latin typeface="Rockwell"/>
                <a:ea typeface="Rockwell"/>
                <a:cs typeface="Rockwell"/>
                <a:sym typeface="Rockwell"/>
              </a:rPr>
              <a:t>Ascending order by default</a:t>
            </a:r>
            <a:endParaRPr dirty="0"/>
          </a:p>
          <a:p>
            <a:pPr marL="457200" lvl="1" indent="-182880" algn="l" rtl="0">
              <a:lnSpc>
                <a:spcPct val="90000"/>
              </a:lnSpc>
              <a:spcBef>
                <a:spcPts val="400"/>
              </a:spcBef>
              <a:spcAft>
                <a:spcPts val="0"/>
              </a:spcAft>
              <a:buSzPts val="1530"/>
              <a:buChar char="▪"/>
            </a:pPr>
            <a:r>
              <a:rPr lang="en-US" dirty="0">
                <a:latin typeface="Rockwell"/>
                <a:ea typeface="Rockwell"/>
                <a:cs typeface="Rockwell"/>
                <a:sym typeface="Rockwell"/>
              </a:rPr>
              <a:t>DESC flag for descending, ASC for ascending</a:t>
            </a:r>
            <a:endParaRPr dirty="0"/>
          </a:p>
          <a:p>
            <a:pPr marL="457200" lvl="1" indent="-182880" algn="l" rtl="0">
              <a:lnSpc>
                <a:spcPct val="90000"/>
              </a:lnSpc>
              <a:spcBef>
                <a:spcPts val="600"/>
              </a:spcBef>
              <a:spcAft>
                <a:spcPts val="0"/>
              </a:spcAft>
              <a:buSzPts val="1530"/>
              <a:buChar char="▪"/>
            </a:pPr>
            <a:r>
              <a:rPr lang="en-US" dirty="0">
                <a:latin typeface="Rockwell"/>
                <a:ea typeface="Rockwell"/>
                <a:cs typeface="Rockwell"/>
                <a:sym typeface="Rockwell"/>
              </a:rPr>
              <a:t>Can mix and match, lexicographically</a:t>
            </a:r>
            <a:endParaRPr dirty="0"/>
          </a:p>
          <a:p>
            <a:pPr marL="182880" lvl="0" indent="-74928" algn="l" rtl="0">
              <a:lnSpc>
                <a:spcPct val="90000"/>
              </a:lnSpc>
              <a:spcBef>
                <a:spcPts val="1400"/>
              </a:spcBef>
              <a:spcAft>
                <a:spcPts val="0"/>
              </a:spcAft>
              <a:buSzPts val="1700"/>
              <a:buNone/>
            </a:pPr>
            <a:endParaRPr dirty="0">
              <a:latin typeface="Tahoma"/>
              <a:ea typeface="Tahoma"/>
              <a:cs typeface="Tahoma"/>
              <a:sym typeface="Tahoma"/>
            </a:endParaRPr>
          </a:p>
        </p:txBody>
      </p:sp>
      <p:pic>
        <p:nvPicPr>
          <p:cNvPr id="1016" name="Google Shape;1016;p50"/>
          <p:cNvPicPr preferRelativeResize="0"/>
          <p:nvPr/>
        </p:nvPicPr>
        <p:blipFill rotWithShape="1">
          <a:blip r:embed="rId3">
            <a:alphaModFix/>
          </a:blip>
          <a:srcRect/>
          <a:stretch/>
        </p:blipFill>
        <p:spPr>
          <a:xfrm>
            <a:off x="7391400" y="441340"/>
            <a:ext cx="4248150" cy="3667125"/>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B626860-7FF3-6283-F5FD-B37BD45560CA}"/>
                  </a:ext>
                </a:extLst>
              </p14:cNvPr>
              <p14:cNvContentPartPr/>
              <p14:nvPr/>
            </p14:nvContentPartPr>
            <p14:xfrm>
              <a:off x="2855880" y="996480"/>
              <a:ext cx="8877960" cy="3510000"/>
            </p14:xfrm>
          </p:contentPart>
        </mc:Choice>
        <mc:Fallback xmlns="">
          <p:pic>
            <p:nvPicPr>
              <p:cNvPr id="2" name="Ink 1">
                <a:extLst>
                  <a:ext uri="{FF2B5EF4-FFF2-40B4-BE49-F238E27FC236}">
                    <a16:creationId xmlns:a16="http://schemas.microsoft.com/office/drawing/2014/main" id="{2B626860-7FF3-6283-F5FD-B37BD45560CA}"/>
                  </a:ext>
                </a:extLst>
              </p:cNvPr>
              <p:cNvPicPr/>
              <p:nvPr/>
            </p:nvPicPr>
            <p:blipFill>
              <a:blip r:embed="rId5"/>
              <a:stretch>
                <a:fillRect/>
              </a:stretch>
            </p:blipFill>
            <p:spPr>
              <a:xfrm>
                <a:off x="2846520" y="987120"/>
                <a:ext cx="8896680" cy="352872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p51"/>
          <p:cNvSpPr txBox="1">
            <a:spLocks noGrp="1"/>
          </p:cNvSpPr>
          <p:nvPr>
            <p:ph type="title"/>
          </p:nvPr>
        </p:nvSpPr>
        <p:spPr>
          <a:xfrm>
            <a:off x="515937" y="637381"/>
            <a:ext cx="5140326"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dirty="0"/>
              <a:t>CONCEPTUAL SQL EVALUATION</a:t>
            </a:r>
            <a:endParaRPr dirty="0"/>
          </a:p>
        </p:txBody>
      </p:sp>
      <p:sp>
        <p:nvSpPr>
          <p:cNvPr id="1023" name="Google Shape;1023;p51"/>
          <p:cNvSpPr/>
          <p:nvPr/>
        </p:nvSpPr>
        <p:spPr>
          <a:xfrm>
            <a:off x="5921375" y="733424"/>
            <a:ext cx="4975225" cy="1628775"/>
          </a:xfrm>
          <a:prstGeom prst="rect">
            <a:avLst/>
          </a:prstGeom>
          <a:noFill/>
          <a:ln w="12700" cap="flat" cmpd="sng">
            <a:solidFill>
              <a:schemeClr val="dk1"/>
            </a:solidFill>
            <a:prstDash val="solid"/>
            <a:miter lim="800000"/>
            <a:headEnd type="none" w="sm" len="sm"/>
            <a:tailEnd type="none" w="sm" len="sm"/>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rgbClr val="000000"/>
              </a:buClr>
              <a:buSzPts val="2000"/>
              <a:buFont typeface="Century Gothic"/>
              <a:buNone/>
            </a:pPr>
            <a:r>
              <a:rPr lang="en-US" sz="2000" b="0" i="0" u="none" strike="noStrike" cap="none">
                <a:solidFill>
                  <a:srgbClr val="000000"/>
                </a:solidFill>
                <a:latin typeface="Century Gothic"/>
                <a:ea typeface="Century Gothic"/>
                <a:cs typeface="Century Gothic"/>
                <a:sym typeface="Century Gothic"/>
              </a:rPr>
              <a:t>SELECT        [DISTINCT]  </a:t>
            </a:r>
            <a:r>
              <a:rPr lang="en-US" sz="2000" b="0" i="1" u="none" strike="noStrike" cap="none">
                <a:solidFill>
                  <a:srgbClr val="000000"/>
                </a:solidFill>
                <a:latin typeface="Century Gothic"/>
                <a:ea typeface="Century Gothic"/>
                <a:cs typeface="Century Gothic"/>
                <a:sym typeface="Century Gothic"/>
              </a:rPr>
              <a:t>target-list</a:t>
            </a:r>
            <a:endParaRPr sz="2000" b="0" i="0" u="none" strike="noStrike" cap="none">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000"/>
              <a:buFont typeface="Century Gothic"/>
              <a:buNone/>
            </a:pPr>
            <a:r>
              <a:rPr lang="en-US" sz="2000" b="0" i="0" u="none" strike="noStrike" cap="none">
                <a:solidFill>
                  <a:srgbClr val="000000"/>
                </a:solidFill>
                <a:latin typeface="Century Gothic"/>
                <a:ea typeface="Century Gothic"/>
                <a:cs typeface="Century Gothic"/>
                <a:sym typeface="Century Gothic"/>
              </a:rPr>
              <a:t>FROM         </a:t>
            </a:r>
            <a:r>
              <a:rPr lang="en-US" sz="2000" b="0" i="1" u="none" strike="noStrike" cap="none">
                <a:solidFill>
                  <a:srgbClr val="000000"/>
                </a:solidFill>
                <a:latin typeface="Century Gothic"/>
                <a:ea typeface="Century Gothic"/>
                <a:cs typeface="Century Gothic"/>
                <a:sym typeface="Century Gothic"/>
              </a:rPr>
              <a:t>relation-list</a:t>
            </a:r>
            <a:endParaRPr sz="2000" b="0" i="0" u="none" strike="noStrike" cap="none">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000"/>
              <a:buFont typeface="Century Gothic"/>
              <a:buNone/>
            </a:pPr>
            <a:r>
              <a:rPr lang="en-US" sz="2000" b="0" i="0" u="none" strike="noStrike" cap="none">
                <a:solidFill>
                  <a:srgbClr val="000000"/>
                </a:solidFill>
                <a:latin typeface="Century Gothic"/>
                <a:ea typeface="Century Gothic"/>
                <a:cs typeface="Century Gothic"/>
                <a:sym typeface="Century Gothic"/>
              </a:rPr>
              <a:t>WHERE        </a:t>
            </a:r>
            <a:r>
              <a:rPr lang="en-US" sz="2000" b="0" i="1" u="none" strike="noStrike" cap="none">
                <a:solidFill>
                  <a:srgbClr val="000000"/>
                </a:solidFill>
                <a:latin typeface="Century Gothic"/>
                <a:ea typeface="Century Gothic"/>
                <a:cs typeface="Century Gothic"/>
                <a:sym typeface="Century Gothic"/>
              </a:rPr>
              <a:t>qualification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Century Gothic"/>
              <a:buNone/>
            </a:pPr>
            <a:r>
              <a:rPr lang="en-US" sz="2000" b="0" i="0" u="none" strike="noStrike" cap="none">
                <a:solidFill>
                  <a:srgbClr val="000000"/>
                </a:solidFill>
                <a:latin typeface="Century Gothic"/>
                <a:ea typeface="Century Gothic"/>
                <a:cs typeface="Century Gothic"/>
                <a:sym typeface="Century Gothic"/>
              </a:rPr>
              <a:t>GROUP BY  </a:t>
            </a:r>
            <a:r>
              <a:rPr lang="en-US" sz="2000" b="0" i="1" u="none" strike="noStrike" cap="none">
                <a:solidFill>
                  <a:srgbClr val="000000"/>
                </a:solidFill>
                <a:latin typeface="Century Gothic"/>
                <a:ea typeface="Century Gothic"/>
                <a:cs typeface="Century Gothic"/>
                <a:sym typeface="Century Gothic"/>
              </a:rPr>
              <a:t>grouping-list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Century Gothic"/>
              <a:buNone/>
            </a:pPr>
            <a:r>
              <a:rPr lang="en-US" sz="2000" b="0" i="0" u="none" strike="noStrike" cap="none">
                <a:solidFill>
                  <a:srgbClr val="000000"/>
                </a:solidFill>
                <a:latin typeface="Century Gothic"/>
                <a:ea typeface="Century Gothic"/>
                <a:cs typeface="Century Gothic"/>
                <a:sym typeface="Century Gothic"/>
              </a:rPr>
              <a:t>HAVING      </a:t>
            </a:r>
            <a:r>
              <a:rPr lang="en-US" sz="2000" b="0" i="1" u="none" strike="noStrike" cap="none">
                <a:solidFill>
                  <a:srgbClr val="000000"/>
                </a:solidFill>
                <a:latin typeface="Century Gothic"/>
                <a:ea typeface="Century Gothic"/>
                <a:cs typeface="Century Gothic"/>
                <a:sym typeface="Century Gothic"/>
              </a:rPr>
              <a:t>group-qualification</a:t>
            </a:r>
            <a:endParaRPr sz="1400" b="0" i="0" u="none" strike="noStrike" cap="none">
              <a:solidFill>
                <a:srgbClr val="000000"/>
              </a:solidFill>
              <a:latin typeface="Arial"/>
              <a:ea typeface="Arial"/>
              <a:cs typeface="Arial"/>
              <a:sym typeface="Arial"/>
            </a:endParaRPr>
          </a:p>
        </p:txBody>
      </p:sp>
      <p:sp>
        <p:nvSpPr>
          <p:cNvPr id="1024" name="Google Shape;1024;p51"/>
          <p:cNvSpPr txBox="1"/>
          <p:nvPr/>
        </p:nvSpPr>
        <p:spPr>
          <a:xfrm>
            <a:off x="544191" y="2287865"/>
            <a:ext cx="4104009"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entury Gothic"/>
              <a:buNone/>
            </a:pPr>
            <a:r>
              <a:rPr lang="en-US" sz="1800" b="0" i="0" u="none" strike="noStrike" cap="none">
                <a:solidFill>
                  <a:srgbClr val="000000"/>
                </a:solidFill>
                <a:latin typeface="Century Gothic"/>
                <a:ea typeface="Century Gothic"/>
                <a:cs typeface="Century Gothic"/>
                <a:sym typeface="Century Gothic"/>
              </a:rPr>
              <a:t>Try Queries Here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Century Gothic"/>
              <a:buNone/>
            </a:pPr>
            <a:r>
              <a:rPr lang="en-US" sz="1800" b="0" i="0" u="sng" strike="noStrike" cap="none">
                <a:solidFill>
                  <a:srgbClr val="000000"/>
                </a:solidFill>
                <a:latin typeface="Century Gothic"/>
                <a:ea typeface="Century Gothic"/>
                <a:cs typeface="Century Gothic"/>
                <a:sym typeface="Century Gothic"/>
                <a:hlinkClick r:id="rId3">
                  <a:extLst>
                    <a:ext uri="{A12FA001-AC4F-418D-AE19-62706E023703}">
                      <ahyp:hlinkClr xmlns:ahyp="http://schemas.microsoft.com/office/drawing/2018/hyperlinkcolor" val="tx"/>
                    </a:ext>
                  </a:extLst>
                </a:hlinkClick>
              </a:rPr>
              <a:t>http://sqlfiddle.com/#!17/67109/12</a:t>
            </a:r>
            <a:endParaRPr sz="1800" b="0" i="0" u="none" strike="noStrike" cap="none">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dk1"/>
              </a:buClr>
              <a:buSzPts val="1800"/>
              <a:buFont typeface="Rockwell"/>
              <a:buNone/>
            </a:pPr>
            <a:endParaRPr sz="1800" b="0" i="0" u="none" strike="noStrike" cap="none">
              <a:solidFill>
                <a:srgbClr val="000000"/>
              </a:solidFill>
              <a:latin typeface="Century Gothic"/>
              <a:ea typeface="Century Gothic"/>
              <a:cs typeface="Century Gothic"/>
              <a:sym typeface="Century Gothic"/>
            </a:endParaRPr>
          </a:p>
        </p:txBody>
      </p:sp>
      <p:sp>
        <p:nvSpPr>
          <p:cNvPr id="1025" name="Google Shape;1025;p51"/>
          <p:cNvSpPr txBox="1">
            <a:spLocks noGrp="1"/>
          </p:cNvSpPr>
          <p:nvPr>
            <p:ph type="ftr" idx="4294967295"/>
          </p:nvPr>
        </p:nvSpPr>
        <p:spPr>
          <a:xfrm>
            <a:off x="1234440" y="6453189"/>
            <a:ext cx="2895600" cy="4032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F0E30"/>
              </a:buClr>
              <a:buSzPts val="1200"/>
              <a:buFont typeface="Book Antiqua"/>
              <a:buNone/>
            </a:pPr>
            <a:endParaRPr sz="12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CF0E30"/>
              </a:buClr>
              <a:buSzPts val="1200"/>
              <a:buFont typeface="Book Antiqua"/>
              <a:buNone/>
            </a:pPr>
            <a:endParaRPr sz="1200" b="0" i="0" u="none" strike="noStrike" cap="none">
              <a:solidFill>
                <a:srgbClr val="44546A"/>
              </a:solidFill>
              <a:latin typeface="Times New Roman"/>
              <a:ea typeface="Times New Roman"/>
              <a:cs typeface="Times New Roman"/>
              <a:sym typeface="Times New Roman"/>
            </a:endParaRPr>
          </a:p>
        </p:txBody>
      </p:sp>
      <p:sp>
        <p:nvSpPr>
          <p:cNvPr id="1026" name="Google Shape;1026;p51"/>
          <p:cNvSpPr/>
          <p:nvPr/>
        </p:nvSpPr>
        <p:spPr>
          <a:xfrm>
            <a:off x="4206240" y="32766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Century Gothic"/>
              <a:buNone/>
            </a:pPr>
            <a:r>
              <a:rPr lang="en-US" sz="2000" b="0" i="0" u="none" strike="noStrike" cap="none">
                <a:solidFill>
                  <a:srgbClr val="000000"/>
                </a:solidFill>
                <a:latin typeface="Century Gothic"/>
                <a:ea typeface="Century Gothic"/>
                <a:cs typeface="Century Gothic"/>
                <a:sym typeface="Century Gothic"/>
              </a:rPr>
              <a:t>GROUP BY</a:t>
            </a:r>
            <a:endParaRPr sz="1400" b="0" i="0" u="none" strike="noStrike" cap="none">
              <a:solidFill>
                <a:srgbClr val="000000"/>
              </a:solidFill>
              <a:latin typeface="Arial"/>
              <a:ea typeface="Arial"/>
              <a:cs typeface="Arial"/>
              <a:sym typeface="Arial"/>
            </a:endParaRPr>
          </a:p>
        </p:txBody>
      </p:sp>
      <p:sp>
        <p:nvSpPr>
          <p:cNvPr id="1027" name="Google Shape;1027;p51"/>
          <p:cNvSpPr txBox="1"/>
          <p:nvPr/>
        </p:nvSpPr>
        <p:spPr>
          <a:xfrm>
            <a:off x="1258601" y="5718718"/>
            <a:ext cx="2452339"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Book Antiqua"/>
              <a:buNone/>
            </a:pPr>
            <a:r>
              <a:rPr lang="en-US" sz="2000" b="1" i="1" u="none" strike="noStrike" cap="none">
                <a:solidFill>
                  <a:srgbClr val="000000"/>
                </a:solidFill>
                <a:latin typeface="Book Antiqua"/>
                <a:ea typeface="Book Antiqua"/>
                <a:cs typeface="Book Antiqua"/>
                <a:sym typeface="Book Antiqua"/>
              </a:rPr>
              <a:t>One or more tables to use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Book Antiqua"/>
              <a:buNone/>
            </a:pPr>
            <a:r>
              <a:rPr lang="en-US" sz="2000" b="1" i="1" u="none" strike="noStrike" cap="none">
                <a:solidFill>
                  <a:srgbClr val="000000"/>
                </a:solidFill>
                <a:latin typeface="Book Antiqua"/>
                <a:ea typeface="Book Antiqua"/>
                <a:cs typeface="Book Antiqua"/>
                <a:sym typeface="Book Antiqua"/>
              </a:rPr>
              <a:t>(cross product …)</a:t>
            </a:r>
            <a:endParaRPr sz="1400" b="0" i="0" u="none" strike="noStrike" cap="none">
              <a:solidFill>
                <a:srgbClr val="000000"/>
              </a:solidFill>
              <a:latin typeface="Arial"/>
              <a:ea typeface="Arial"/>
              <a:cs typeface="Arial"/>
              <a:sym typeface="Arial"/>
            </a:endParaRPr>
          </a:p>
        </p:txBody>
      </p:sp>
      <p:sp>
        <p:nvSpPr>
          <p:cNvPr id="1028" name="Google Shape;1028;p51"/>
          <p:cNvSpPr txBox="1"/>
          <p:nvPr/>
        </p:nvSpPr>
        <p:spPr>
          <a:xfrm>
            <a:off x="1234440" y="4648201"/>
            <a:ext cx="2590800" cy="7016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Book Antiqua"/>
              <a:buNone/>
            </a:pPr>
            <a:r>
              <a:rPr lang="en-US" sz="2000" b="1" i="1" u="none" strike="noStrike" cap="none">
                <a:solidFill>
                  <a:srgbClr val="000000"/>
                </a:solidFill>
                <a:latin typeface="Book Antiqua"/>
                <a:ea typeface="Book Antiqua"/>
                <a:cs typeface="Book Antiqua"/>
                <a:sym typeface="Book Antiqua"/>
              </a:rPr>
              <a:t>Apply selections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Book Antiqua"/>
              <a:buNone/>
            </a:pPr>
            <a:r>
              <a:rPr lang="en-US" sz="2000" b="1" i="1" u="none" strike="noStrike" cap="none">
                <a:solidFill>
                  <a:srgbClr val="000000"/>
                </a:solidFill>
                <a:latin typeface="Book Antiqua"/>
                <a:ea typeface="Book Antiqua"/>
                <a:cs typeface="Book Antiqua"/>
                <a:sym typeface="Book Antiqua"/>
              </a:rPr>
              <a:t>(eliminate rows)</a:t>
            </a:r>
            <a:endParaRPr sz="1400" b="0" i="0" u="none" strike="noStrike" cap="none">
              <a:solidFill>
                <a:srgbClr val="000000"/>
              </a:solidFill>
              <a:latin typeface="Arial"/>
              <a:ea typeface="Arial"/>
              <a:cs typeface="Arial"/>
              <a:sym typeface="Arial"/>
            </a:endParaRPr>
          </a:p>
        </p:txBody>
      </p:sp>
      <p:sp>
        <p:nvSpPr>
          <p:cNvPr id="1029" name="Google Shape;1029;p51"/>
          <p:cNvSpPr txBox="1"/>
          <p:nvPr/>
        </p:nvSpPr>
        <p:spPr>
          <a:xfrm>
            <a:off x="9006840" y="4389440"/>
            <a:ext cx="3124200" cy="10064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Book Antiqua"/>
              <a:buNone/>
            </a:pPr>
            <a:r>
              <a:rPr lang="en-US" sz="2000" b="1" i="1" u="none" strike="noStrike" cap="none">
                <a:solidFill>
                  <a:srgbClr val="000000"/>
                </a:solidFill>
                <a:latin typeface="Book Antiqua"/>
                <a:ea typeface="Book Antiqua"/>
                <a:cs typeface="Book Antiqua"/>
                <a:sym typeface="Book Antiqua"/>
              </a:rPr>
              <a:t>Project away columns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Book Antiqua"/>
              <a:buNone/>
            </a:pPr>
            <a:r>
              <a:rPr lang="en-US" sz="2000" b="1" i="1" u="none" strike="noStrike" cap="none">
                <a:solidFill>
                  <a:srgbClr val="000000"/>
                </a:solidFill>
                <a:latin typeface="Book Antiqua"/>
                <a:ea typeface="Book Antiqua"/>
                <a:cs typeface="Book Antiqua"/>
                <a:sym typeface="Book Antiqua"/>
              </a:rPr>
              <a:t>(just keep those used in SELECT, GBY, HAVING)</a:t>
            </a:r>
            <a:endParaRPr sz="1400" b="0" i="0" u="none" strike="noStrike" cap="none">
              <a:solidFill>
                <a:srgbClr val="000000"/>
              </a:solidFill>
              <a:latin typeface="Arial"/>
              <a:ea typeface="Arial"/>
              <a:cs typeface="Arial"/>
              <a:sym typeface="Arial"/>
            </a:endParaRPr>
          </a:p>
        </p:txBody>
      </p:sp>
      <p:sp>
        <p:nvSpPr>
          <p:cNvPr id="1030" name="Google Shape;1030;p51"/>
          <p:cNvSpPr/>
          <p:nvPr/>
        </p:nvSpPr>
        <p:spPr>
          <a:xfrm>
            <a:off x="4206240" y="46482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Century Gothic"/>
              <a:buNone/>
            </a:pPr>
            <a:r>
              <a:rPr lang="en-US" sz="2000" b="0" i="0" u="none" strike="noStrike" cap="none">
                <a:solidFill>
                  <a:srgbClr val="000000"/>
                </a:solidFill>
                <a:latin typeface="Century Gothic"/>
                <a:ea typeface="Century Gothic"/>
                <a:cs typeface="Century Gothic"/>
                <a:sym typeface="Century Gothic"/>
              </a:rPr>
              <a:t>WHERE</a:t>
            </a:r>
            <a:endParaRPr sz="1400" b="0" i="0" u="none" strike="noStrike" cap="none">
              <a:solidFill>
                <a:srgbClr val="000000"/>
              </a:solidFill>
              <a:latin typeface="Arial"/>
              <a:ea typeface="Arial"/>
              <a:cs typeface="Arial"/>
              <a:sym typeface="Arial"/>
            </a:endParaRPr>
          </a:p>
        </p:txBody>
      </p:sp>
      <p:sp>
        <p:nvSpPr>
          <p:cNvPr id="1031" name="Google Shape;1031;p51"/>
          <p:cNvSpPr/>
          <p:nvPr/>
        </p:nvSpPr>
        <p:spPr>
          <a:xfrm>
            <a:off x="4130040" y="58674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Century Gothic"/>
              <a:buNone/>
            </a:pPr>
            <a:r>
              <a:rPr lang="en-US" sz="2000" b="0" i="0" u="none" strike="noStrike" cap="none">
                <a:solidFill>
                  <a:srgbClr val="000000"/>
                </a:solidFill>
                <a:latin typeface="Century Gothic"/>
                <a:ea typeface="Century Gothic"/>
                <a:cs typeface="Century Gothic"/>
                <a:sym typeface="Century Gothic"/>
              </a:rPr>
              <a:t>FROM</a:t>
            </a:r>
            <a:endParaRPr sz="1400" b="0" i="0" u="none" strike="noStrike" cap="none">
              <a:solidFill>
                <a:srgbClr val="000000"/>
              </a:solidFill>
              <a:latin typeface="Arial"/>
              <a:ea typeface="Arial"/>
              <a:cs typeface="Arial"/>
              <a:sym typeface="Arial"/>
            </a:endParaRPr>
          </a:p>
        </p:txBody>
      </p:sp>
      <p:sp>
        <p:nvSpPr>
          <p:cNvPr id="1032" name="Google Shape;1032;p51"/>
          <p:cNvSpPr/>
          <p:nvPr/>
        </p:nvSpPr>
        <p:spPr>
          <a:xfrm>
            <a:off x="7025640" y="58674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Century Gothic"/>
              <a:buNone/>
            </a:pPr>
            <a:r>
              <a:rPr lang="en-US" sz="2000" b="0" i="0" u="none" strike="noStrike" cap="none">
                <a:solidFill>
                  <a:srgbClr val="000000"/>
                </a:solidFill>
                <a:latin typeface="Century Gothic"/>
                <a:ea typeface="Century Gothic"/>
                <a:cs typeface="Century Gothic"/>
                <a:sym typeface="Century Gothic"/>
              </a:rPr>
              <a:t>HAVING</a:t>
            </a:r>
            <a:endParaRPr sz="1400" b="0" i="0" u="none" strike="noStrike" cap="none">
              <a:solidFill>
                <a:srgbClr val="000000"/>
              </a:solidFill>
              <a:latin typeface="Arial"/>
              <a:ea typeface="Arial"/>
              <a:cs typeface="Arial"/>
              <a:sym typeface="Arial"/>
            </a:endParaRPr>
          </a:p>
        </p:txBody>
      </p:sp>
      <p:sp>
        <p:nvSpPr>
          <p:cNvPr id="1033" name="Google Shape;1033;p51"/>
          <p:cNvSpPr txBox="1"/>
          <p:nvPr/>
        </p:nvSpPr>
        <p:spPr>
          <a:xfrm>
            <a:off x="1805941" y="3249839"/>
            <a:ext cx="1828800" cy="7016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Book Antiqua"/>
              <a:buNone/>
            </a:pPr>
            <a:r>
              <a:rPr lang="en-US" sz="2000" b="1" i="1" u="none" strike="noStrike" cap="none">
                <a:solidFill>
                  <a:srgbClr val="000000"/>
                </a:solidFill>
                <a:latin typeface="Book Antiqua"/>
                <a:ea typeface="Book Antiqua"/>
                <a:cs typeface="Book Antiqua"/>
                <a:sym typeface="Book Antiqua"/>
              </a:rPr>
              <a:t>Form groups &amp; aggregate</a:t>
            </a:r>
            <a:endParaRPr sz="1400" b="0" i="0" u="none" strike="noStrike" cap="none">
              <a:solidFill>
                <a:srgbClr val="000000"/>
              </a:solidFill>
              <a:latin typeface="Arial"/>
              <a:ea typeface="Arial"/>
              <a:cs typeface="Arial"/>
              <a:sym typeface="Arial"/>
            </a:endParaRPr>
          </a:p>
        </p:txBody>
      </p:sp>
      <p:sp>
        <p:nvSpPr>
          <p:cNvPr id="1034" name="Google Shape;1034;p51"/>
          <p:cNvSpPr/>
          <p:nvPr/>
        </p:nvSpPr>
        <p:spPr>
          <a:xfrm>
            <a:off x="7025640" y="46482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Century Gothic"/>
              <a:buNone/>
            </a:pPr>
            <a:r>
              <a:rPr lang="en-US" sz="2000" b="0" i="0" u="none" strike="noStrike" cap="none">
                <a:solidFill>
                  <a:srgbClr val="000000"/>
                </a:solidFill>
                <a:latin typeface="Century Gothic"/>
                <a:ea typeface="Century Gothic"/>
                <a:cs typeface="Century Gothic"/>
                <a:sym typeface="Century Gothic"/>
              </a:rPr>
              <a:t>SELECT</a:t>
            </a:r>
            <a:endParaRPr sz="1400" b="0" i="0" u="none" strike="noStrike" cap="none">
              <a:solidFill>
                <a:srgbClr val="000000"/>
              </a:solidFill>
              <a:latin typeface="Arial"/>
              <a:ea typeface="Arial"/>
              <a:cs typeface="Arial"/>
              <a:sym typeface="Arial"/>
            </a:endParaRPr>
          </a:p>
        </p:txBody>
      </p:sp>
      <p:sp>
        <p:nvSpPr>
          <p:cNvPr id="1035" name="Google Shape;1035;p51"/>
          <p:cNvSpPr txBox="1"/>
          <p:nvPr/>
        </p:nvSpPr>
        <p:spPr>
          <a:xfrm>
            <a:off x="9006840" y="5718718"/>
            <a:ext cx="1371600" cy="7016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Book Antiqua"/>
              <a:buNone/>
            </a:pPr>
            <a:r>
              <a:rPr lang="en-US" sz="2000" b="1" i="1" u="none" strike="noStrike" cap="none">
                <a:solidFill>
                  <a:srgbClr val="000000"/>
                </a:solidFill>
                <a:latin typeface="Book Antiqua"/>
                <a:ea typeface="Book Antiqua"/>
                <a:cs typeface="Book Antiqua"/>
                <a:sym typeface="Book Antiqua"/>
              </a:rPr>
              <a:t>Eliminate groups</a:t>
            </a:r>
            <a:endParaRPr sz="1400" b="0" i="0" u="none" strike="noStrike" cap="none">
              <a:solidFill>
                <a:srgbClr val="000000"/>
              </a:solidFill>
              <a:latin typeface="Arial"/>
              <a:ea typeface="Arial"/>
              <a:cs typeface="Arial"/>
              <a:sym typeface="Arial"/>
            </a:endParaRPr>
          </a:p>
        </p:txBody>
      </p:sp>
      <p:sp>
        <p:nvSpPr>
          <p:cNvPr id="1036" name="Google Shape;1036;p51"/>
          <p:cNvSpPr/>
          <p:nvPr/>
        </p:nvSpPr>
        <p:spPr>
          <a:xfrm>
            <a:off x="7025639" y="3276600"/>
            <a:ext cx="1981193"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Century Gothic"/>
              <a:buNone/>
            </a:pPr>
            <a:r>
              <a:rPr lang="en-US" sz="2000" b="0" i="0" u="none" strike="noStrike" cap="none" dirty="0">
                <a:solidFill>
                  <a:srgbClr val="000000"/>
                </a:solidFill>
                <a:latin typeface="Century Gothic"/>
                <a:ea typeface="Century Gothic"/>
                <a:cs typeface="Century Gothic"/>
                <a:sym typeface="Century Gothic"/>
              </a:rPr>
              <a:t>[DISTINCT]</a:t>
            </a:r>
            <a:endParaRPr sz="1400" b="0" i="0" u="none" strike="noStrike" cap="none" dirty="0">
              <a:solidFill>
                <a:srgbClr val="000000"/>
              </a:solidFill>
              <a:latin typeface="Arial"/>
              <a:ea typeface="Arial"/>
              <a:cs typeface="Arial"/>
              <a:sym typeface="Arial"/>
            </a:endParaRPr>
          </a:p>
        </p:txBody>
      </p:sp>
      <p:sp>
        <p:nvSpPr>
          <p:cNvPr id="1037" name="Google Shape;1037;p51"/>
          <p:cNvSpPr txBox="1"/>
          <p:nvPr/>
        </p:nvSpPr>
        <p:spPr>
          <a:xfrm>
            <a:off x="9006840" y="3276601"/>
            <a:ext cx="1371600" cy="7016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Book Antiqua"/>
              <a:buNone/>
            </a:pPr>
            <a:r>
              <a:rPr lang="en-US" sz="2000" b="1" i="1" u="none" strike="noStrike" cap="none">
                <a:solidFill>
                  <a:srgbClr val="000000"/>
                </a:solidFill>
                <a:latin typeface="Book Antiqua"/>
                <a:ea typeface="Book Antiqua"/>
                <a:cs typeface="Book Antiqua"/>
                <a:sym typeface="Book Antiqua"/>
              </a:rPr>
              <a:t>Eliminate duplicates</a:t>
            </a:r>
            <a:endParaRPr sz="1400" b="0" i="0" u="none" strike="noStrike" cap="none">
              <a:solidFill>
                <a:srgbClr val="000000"/>
              </a:solidFill>
              <a:latin typeface="Arial"/>
              <a:ea typeface="Arial"/>
              <a:cs typeface="Arial"/>
              <a:sym typeface="Arial"/>
            </a:endParaRPr>
          </a:p>
        </p:txBody>
      </p:sp>
      <p:cxnSp>
        <p:nvCxnSpPr>
          <p:cNvPr id="1038" name="Google Shape;1038;p51"/>
          <p:cNvCxnSpPr/>
          <p:nvPr/>
        </p:nvCxnSpPr>
        <p:spPr>
          <a:xfrm>
            <a:off x="5044440" y="5257800"/>
            <a:ext cx="0" cy="609600"/>
          </a:xfrm>
          <a:prstGeom prst="straightConnector1">
            <a:avLst/>
          </a:prstGeom>
          <a:noFill/>
          <a:ln w="57150" cap="flat" cmpd="sng">
            <a:solidFill>
              <a:schemeClr val="dk1"/>
            </a:solidFill>
            <a:prstDash val="solid"/>
            <a:round/>
            <a:headEnd type="triangle" w="med" len="med"/>
            <a:tailEnd type="none" w="sm" len="sm"/>
          </a:ln>
        </p:spPr>
      </p:cxnSp>
      <p:cxnSp>
        <p:nvCxnSpPr>
          <p:cNvPr id="1039" name="Google Shape;1039;p51"/>
          <p:cNvCxnSpPr/>
          <p:nvPr/>
        </p:nvCxnSpPr>
        <p:spPr>
          <a:xfrm>
            <a:off x="5044440" y="3886200"/>
            <a:ext cx="0" cy="762000"/>
          </a:xfrm>
          <a:prstGeom prst="straightConnector1">
            <a:avLst/>
          </a:prstGeom>
          <a:noFill/>
          <a:ln w="57150" cap="flat" cmpd="sng">
            <a:solidFill>
              <a:schemeClr val="dk1"/>
            </a:solidFill>
            <a:prstDash val="solid"/>
            <a:round/>
            <a:headEnd type="triangle" w="med" len="med"/>
            <a:tailEnd type="none" w="sm" len="sm"/>
          </a:ln>
        </p:spPr>
      </p:cxnSp>
      <p:cxnSp>
        <p:nvCxnSpPr>
          <p:cNvPr id="1040" name="Google Shape;1040;p51"/>
          <p:cNvCxnSpPr/>
          <p:nvPr/>
        </p:nvCxnSpPr>
        <p:spPr>
          <a:xfrm>
            <a:off x="7863840" y="5257800"/>
            <a:ext cx="0" cy="609600"/>
          </a:xfrm>
          <a:prstGeom prst="straightConnector1">
            <a:avLst/>
          </a:prstGeom>
          <a:noFill/>
          <a:ln w="57150" cap="flat" cmpd="sng">
            <a:solidFill>
              <a:schemeClr val="dk1"/>
            </a:solidFill>
            <a:prstDash val="solid"/>
            <a:round/>
            <a:headEnd type="triangle" w="med" len="med"/>
            <a:tailEnd type="none" w="sm" len="sm"/>
          </a:ln>
        </p:spPr>
      </p:cxnSp>
      <p:cxnSp>
        <p:nvCxnSpPr>
          <p:cNvPr id="1041" name="Google Shape;1041;p51"/>
          <p:cNvCxnSpPr/>
          <p:nvPr/>
        </p:nvCxnSpPr>
        <p:spPr>
          <a:xfrm>
            <a:off x="7863840" y="3886200"/>
            <a:ext cx="0" cy="762000"/>
          </a:xfrm>
          <a:prstGeom prst="straightConnector1">
            <a:avLst/>
          </a:prstGeom>
          <a:noFill/>
          <a:ln w="57150" cap="flat" cmpd="sng">
            <a:solidFill>
              <a:schemeClr val="dk1"/>
            </a:solidFill>
            <a:prstDash val="solid"/>
            <a:round/>
            <a:headEnd type="triangle" w="med" len="med"/>
            <a:tailEnd type="none" w="sm" len="sm"/>
          </a:ln>
        </p:spPr>
      </p:cxnSp>
      <p:sp>
        <p:nvSpPr>
          <p:cNvPr id="1042" name="Google Shape;1042;p51"/>
          <p:cNvSpPr/>
          <p:nvPr/>
        </p:nvSpPr>
        <p:spPr>
          <a:xfrm>
            <a:off x="5044440" y="2895600"/>
            <a:ext cx="1981200" cy="3276600"/>
          </a:xfrm>
          <a:custGeom>
            <a:avLst/>
            <a:gdLst/>
            <a:ahLst/>
            <a:cxnLst/>
            <a:rect l="l" t="t" r="r" b="b"/>
            <a:pathLst>
              <a:path w="1248" h="2064" extrusionOk="0">
                <a:moveTo>
                  <a:pt x="0" y="240"/>
                </a:moveTo>
                <a:lnTo>
                  <a:pt x="0" y="0"/>
                </a:lnTo>
                <a:lnTo>
                  <a:pt x="672" y="0"/>
                </a:lnTo>
                <a:lnTo>
                  <a:pt x="672" y="2064"/>
                </a:lnTo>
                <a:lnTo>
                  <a:pt x="1248" y="2064"/>
                </a:lnTo>
              </a:path>
            </a:pathLst>
          </a:custGeom>
          <a:noFill/>
          <a:ln w="57150" cap="flat" cmpd="sng">
            <a:solidFill>
              <a:schemeClr val="dk1"/>
            </a:solidFill>
            <a:prstDash val="solid"/>
            <a:round/>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Rockwell"/>
              <a:buNone/>
            </a:pPr>
            <a:endParaRPr sz="1800" b="0" i="0" u="none" strike="noStrike" cap="none">
              <a:solidFill>
                <a:srgbClr val="000000"/>
              </a:solidFill>
              <a:latin typeface="Century Gothic"/>
              <a:ea typeface="Century Gothic"/>
              <a:cs typeface="Century Gothic"/>
              <a:sym typeface="Century Gothic"/>
            </a:endParaRPr>
          </a:p>
        </p:txBody>
      </p:sp>
      <p:cxnSp>
        <p:nvCxnSpPr>
          <p:cNvPr id="1043" name="Google Shape;1043;p51"/>
          <p:cNvCxnSpPr/>
          <p:nvPr/>
        </p:nvCxnSpPr>
        <p:spPr>
          <a:xfrm>
            <a:off x="7863840" y="2667000"/>
            <a:ext cx="0" cy="609600"/>
          </a:xfrm>
          <a:prstGeom prst="straightConnector1">
            <a:avLst/>
          </a:prstGeom>
          <a:noFill/>
          <a:ln w="57150" cap="flat" cmpd="sng">
            <a:solidFill>
              <a:schemeClr val="dk1"/>
            </a:solidFill>
            <a:prstDash val="solid"/>
            <a:round/>
            <a:headEnd type="triangle" w="med" len="med"/>
            <a:tailEnd type="none" w="sm" len="sm"/>
          </a:ln>
        </p:spPr>
      </p:cxn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326F1C4-261B-E5FE-1A35-BA79325F66AE}"/>
                  </a:ext>
                </a:extLst>
              </p14:cNvPr>
              <p14:cNvContentPartPr/>
              <p14:nvPr/>
            </p14:nvContentPartPr>
            <p14:xfrm>
              <a:off x="3761280" y="123840"/>
              <a:ext cx="7029720" cy="6734160"/>
            </p14:xfrm>
          </p:contentPart>
        </mc:Choice>
        <mc:Fallback xmlns="">
          <p:pic>
            <p:nvPicPr>
              <p:cNvPr id="2" name="Ink 1">
                <a:extLst>
                  <a:ext uri="{FF2B5EF4-FFF2-40B4-BE49-F238E27FC236}">
                    <a16:creationId xmlns:a16="http://schemas.microsoft.com/office/drawing/2014/main" id="{4326F1C4-261B-E5FE-1A35-BA79325F66AE}"/>
                  </a:ext>
                </a:extLst>
              </p:cNvPr>
              <p:cNvPicPr/>
              <p:nvPr/>
            </p:nvPicPr>
            <p:blipFill>
              <a:blip r:embed="rId5"/>
              <a:stretch>
                <a:fillRect/>
              </a:stretch>
            </p:blipFill>
            <p:spPr>
              <a:xfrm>
                <a:off x="3751920" y="114480"/>
                <a:ext cx="7048440" cy="6752880"/>
              </a:xfrm>
              <a:prstGeom prst="rect">
                <a:avLst/>
              </a:prstGeom>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5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LIMIT</a:t>
            </a:r>
            <a:endParaRPr/>
          </a:p>
        </p:txBody>
      </p:sp>
      <p:sp>
        <p:nvSpPr>
          <p:cNvPr id="1049" name="Google Shape;1049;p52"/>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lnSpcReduction="10000"/>
          </a:bodyPr>
          <a:lstStyle/>
          <a:p>
            <a:pPr marL="14287" lvl="0" indent="0" algn="l" rtl="0">
              <a:lnSpc>
                <a:spcPct val="100000"/>
              </a:lnSpc>
              <a:spcBef>
                <a:spcPts val="0"/>
              </a:spcBef>
              <a:spcAft>
                <a:spcPts val="0"/>
              </a:spcAft>
              <a:buSzPts val="2040"/>
              <a:buNone/>
            </a:pPr>
            <a:r>
              <a:rPr lang="en-US" sz="2400" dirty="0">
                <a:solidFill>
                  <a:srgbClr val="FF0000"/>
                </a:solidFill>
                <a:latin typeface="Lucida Sans"/>
                <a:ea typeface="Lucida Sans"/>
                <a:cs typeface="Lucida Sans"/>
                <a:sym typeface="Lucida Sans"/>
              </a:rPr>
              <a:t>SELECT </a:t>
            </a:r>
            <a:r>
              <a:rPr lang="en-US" sz="2400" dirty="0">
                <a:latin typeface="Lucida Sans"/>
                <a:ea typeface="Lucida Sans"/>
                <a:cs typeface="Lucida Sans"/>
                <a:sym typeface="Lucida Sans"/>
              </a:rPr>
              <a:t>[</a:t>
            </a:r>
            <a:r>
              <a:rPr lang="en-US" sz="2400" dirty="0">
                <a:solidFill>
                  <a:srgbClr val="FF0000"/>
                </a:solidFill>
                <a:latin typeface="Lucida Sans"/>
                <a:ea typeface="Lucida Sans"/>
                <a:cs typeface="Lucida Sans"/>
                <a:sym typeface="Lucida Sans"/>
              </a:rPr>
              <a:t>DISTINCT</a:t>
            </a:r>
            <a:r>
              <a:rPr lang="en-US" sz="2400" dirty="0">
                <a:latin typeface="Lucida Sans"/>
                <a:ea typeface="Lucida Sans"/>
                <a:cs typeface="Lucida Sans"/>
                <a:sym typeface="Lucida Sans"/>
              </a:rPr>
              <a:t>] </a:t>
            </a:r>
            <a:r>
              <a:rPr lang="en-US" sz="2400" i="1" dirty="0">
                <a:latin typeface="Lucida Sans"/>
                <a:ea typeface="Lucida Sans"/>
                <a:cs typeface="Lucida Sans"/>
                <a:sym typeface="Lucida Sans"/>
              </a:rPr>
              <a:t>&lt;column expression list&gt;</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FROM </a:t>
            </a:r>
            <a:r>
              <a:rPr lang="en-US" sz="2400" i="1" dirty="0">
                <a:latin typeface="Lucida Sans"/>
                <a:ea typeface="Lucida Sans"/>
                <a:cs typeface="Lucida Sans"/>
                <a:sym typeface="Lucida Sans"/>
              </a:rPr>
              <a:t>&lt;single table&gt;</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a:t>
            </a:r>
            <a:r>
              <a:rPr lang="en-US" sz="2400" dirty="0">
                <a:solidFill>
                  <a:srgbClr val="FF0000"/>
                </a:solidFill>
                <a:latin typeface="Lucida Sans"/>
                <a:ea typeface="Lucida Sans"/>
                <a:cs typeface="Lucida Sans"/>
                <a:sym typeface="Lucida Sans"/>
              </a:rPr>
              <a:t>WHERE</a:t>
            </a:r>
            <a:r>
              <a:rPr lang="en-US" sz="2400" dirty="0">
                <a:latin typeface="Lucida Sans"/>
                <a:ea typeface="Lucida Sans"/>
                <a:cs typeface="Lucida Sans"/>
                <a:sym typeface="Lucida Sans"/>
              </a:rPr>
              <a:t> </a:t>
            </a:r>
            <a:r>
              <a:rPr lang="en-US" sz="2400" i="1" dirty="0">
                <a:latin typeface="Lucida Sans"/>
                <a:ea typeface="Lucida Sans"/>
                <a:cs typeface="Lucida Sans"/>
                <a:sym typeface="Lucida Sans"/>
              </a:rPr>
              <a:t>&lt;predicate&gt;</a:t>
            </a:r>
            <a:r>
              <a:rPr lang="en-US" sz="2400" dirty="0">
                <a:latin typeface="Lucida Sans"/>
                <a:ea typeface="Lucida Sans"/>
                <a:cs typeface="Lucida Sans"/>
                <a:sym typeface="Lucida Sans"/>
              </a:rPr>
              <a:t>]</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a:t>
            </a:r>
            <a:r>
              <a:rPr lang="en-US" sz="2400" dirty="0">
                <a:solidFill>
                  <a:srgbClr val="FF0000"/>
                </a:solidFill>
                <a:latin typeface="Lucida Sans"/>
                <a:ea typeface="Lucida Sans"/>
                <a:cs typeface="Lucida Sans"/>
                <a:sym typeface="Lucida Sans"/>
              </a:rPr>
              <a:t>GROUP BY </a:t>
            </a:r>
            <a:r>
              <a:rPr lang="en-US" sz="2400" i="1" dirty="0">
                <a:latin typeface="Lucida Sans"/>
                <a:ea typeface="Lucida Sans"/>
                <a:cs typeface="Lucida Sans"/>
                <a:sym typeface="Lucida Sans"/>
              </a:rPr>
              <a:t>&lt;column list&gt;</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a:t>
            </a:r>
            <a:r>
              <a:rPr lang="en-US" sz="2400" dirty="0">
                <a:solidFill>
                  <a:srgbClr val="FF0000"/>
                </a:solidFill>
                <a:latin typeface="Lucida Sans"/>
                <a:ea typeface="Lucida Sans"/>
                <a:cs typeface="Lucida Sans"/>
                <a:sym typeface="Lucida Sans"/>
              </a:rPr>
              <a:t>HAVING</a:t>
            </a:r>
            <a:r>
              <a:rPr lang="en-US" sz="2400" dirty="0">
                <a:latin typeface="Lucida Sans"/>
                <a:ea typeface="Lucida Sans"/>
                <a:cs typeface="Lucida Sans"/>
                <a:sym typeface="Lucida Sans"/>
              </a:rPr>
              <a:t> </a:t>
            </a:r>
            <a:r>
              <a:rPr lang="en-US" sz="2400" i="1" dirty="0">
                <a:latin typeface="Lucida Sans"/>
                <a:ea typeface="Lucida Sans"/>
                <a:cs typeface="Lucida Sans"/>
                <a:sym typeface="Lucida Sans"/>
              </a:rPr>
              <a:t>&lt;predicate&gt;</a:t>
            </a:r>
            <a:r>
              <a:rPr lang="en-US" sz="2400" dirty="0">
                <a:latin typeface="Lucida Sans"/>
                <a:ea typeface="Lucida Sans"/>
                <a:cs typeface="Lucida Sans"/>
                <a:sym typeface="Lucida Sans"/>
              </a:rPr>
              <a:t>] ]</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a:t>
            </a:r>
            <a:r>
              <a:rPr lang="en-US" sz="2400" dirty="0">
                <a:solidFill>
                  <a:srgbClr val="FF0000"/>
                </a:solidFill>
                <a:latin typeface="Lucida Sans"/>
                <a:ea typeface="Lucida Sans"/>
                <a:cs typeface="Lucida Sans"/>
                <a:sym typeface="Lucida Sans"/>
              </a:rPr>
              <a:t>ORDER BY </a:t>
            </a:r>
            <a:r>
              <a:rPr lang="en-US" sz="2400" i="1" dirty="0">
                <a:latin typeface="Lucida Sans"/>
                <a:ea typeface="Lucida Sans"/>
                <a:cs typeface="Lucida Sans"/>
                <a:sym typeface="Lucida Sans"/>
              </a:rPr>
              <a:t>&lt;column list&gt;</a:t>
            </a:r>
            <a:r>
              <a:rPr lang="en-US" sz="2400" dirty="0">
                <a:latin typeface="Lucida Sans"/>
                <a:ea typeface="Lucida Sans"/>
                <a:cs typeface="Lucida Sans"/>
                <a:sym typeface="Lucida Sans"/>
              </a:rPr>
              <a:t>]     </a:t>
            </a:r>
          </a:p>
          <a:p>
            <a:pPr marL="14287" lvl="0" indent="0" algn="l" rtl="0">
              <a:lnSpc>
                <a:spcPct val="100000"/>
              </a:lnSpc>
              <a:spcBef>
                <a:spcPts val="0"/>
              </a:spcBef>
              <a:spcAft>
                <a:spcPts val="0"/>
              </a:spcAft>
              <a:buSzPts val="2040"/>
              <a:buNone/>
            </a:pPr>
            <a:r>
              <a:rPr lang="en-US" sz="2400" dirty="0">
                <a:latin typeface="Lucida Sans"/>
                <a:ea typeface="Lucida Sans"/>
                <a:cs typeface="Lucida Sans"/>
                <a:sym typeface="Lucida Sans"/>
              </a:rPr>
              <a:t>[</a:t>
            </a:r>
            <a:r>
              <a:rPr lang="en-US" sz="2400" dirty="0">
                <a:solidFill>
                  <a:srgbClr val="FF0000"/>
                </a:solidFill>
                <a:latin typeface="Lucida Sans"/>
                <a:ea typeface="Lucida Sans"/>
                <a:cs typeface="Lucida Sans"/>
                <a:sym typeface="Lucida Sans"/>
              </a:rPr>
              <a:t>LIMIT</a:t>
            </a:r>
            <a:r>
              <a:rPr lang="en-US" sz="2400" dirty="0">
                <a:latin typeface="Lucida Sans"/>
                <a:ea typeface="Lucida Sans"/>
                <a:cs typeface="Lucida Sans"/>
                <a:sym typeface="Lucida Sans"/>
              </a:rPr>
              <a:t> &lt;number&gt;]</a:t>
            </a:r>
            <a:r>
              <a:rPr lang="en-US" sz="2400" dirty="0">
                <a:solidFill>
                  <a:srgbClr val="FF0000"/>
                </a:solidFill>
                <a:latin typeface="Lucida Sans"/>
                <a:ea typeface="Lucida Sans"/>
                <a:cs typeface="Lucida Sans"/>
                <a:sym typeface="Lucida Sans"/>
              </a:rPr>
              <a:t>;</a:t>
            </a:r>
            <a:endParaRPr sz="3200" dirty="0">
              <a:latin typeface="Rockwell"/>
              <a:ea typeface="Rockwell"/>
              <a:cs typeface="Rockwell"/>
              <a:sym typeface="Rockwell"/>
            </a:endParaRPr>
          </a:p>
          <a:p>
            <a:pPr marL="182880" lvl="0" indent="-182880" algn="l" rtl="0">
              <a:lnSpc>
                <a:spcPct val="100000"/>
              </a:lnSpc>
              <a:spcBef>
                <a:spcPts val="1200"/>
              </a:spcBef>
              <a:spcAft>
                <a:spcPts val="0"/>
              </a:spcAft>
              <a:buSzPts val="2720"/>
              <a:buChar char="▪"/>
            </a:pPr>
            <a:r>
              <a:rPr lang="en-US" sz="3200" dirty="0">
                <a:latin typeface="Rockwell"/>
                <a:ea typeface="Rockwell"/>
                <a:cs typeface="Rockwell"/>
                <a:sym typeface="Rockwell"/>
              </a:rPr>
              <a:t>The LIMIT clause lets us specify the maximum number of results to return. Similar to head().</a:t>
            </a:r>
            <a:endParaRPr dirty="0"/>
          </a:p>
          <a:p>
            <a:pPr marL="182880" lvl="0" indent="-182880" algn="l" rtl="0">
              <a:lnSpc>
                <a:spcPct val="100000"/>
              </a:lnSpc>
              <a:spcBef>
                <a:spcPts val="1200"/>
              </a:spcBef>
              <a:spcAft>
                <a:spcPts val="0"/>
              </a:spcAft>
              <a:buSzPts val="2720"/>
              <a:buChar char="▪"/>
            </a:pPr>
            <a:r>
              <a:rPr lang="en-US" sz="3200" dirty="0">
                <a:latin typeface="Rockwell"/>
                <a:ea typeface="Rockwell"/>
                <a:cs typeface="Rockwell"/>
                <a:sym typeface="Rockwell"/>
              </a:rPr>
              <a:t>Does not return a random sample! </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p53"/>
          <p:cNvSpPr txBox="1">
            <a:spLocks noGrp="1"/>
          </p:cNvSpPr>
          <p:nvPr>
            <p:ph type="title"/>
          </p:nvPr>
        </p:nvSpPr>
        <p:spPr>
          <a:xfrm>
            <a:off x="752007" y="-320140"/>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TEST YOUR UNDERSTANDING #1</a:t>
            </a:r>
            <a:endParaRPr/>
          </a:p>
        </p:txBody>
      </p:sp>
      <p:sp>
        <p:nvSpPr>
          <p:cNvPr id="1056" name="Google Shape;1056;p53"/>
          <p:cNvSpPr txBox="1">
            <a:spLocks noGrp="1"/>
          </p:cNvSpPr>
          <p:nvPr>
            <p:ph type="body" idx="1"/>
          </p:nvPr>
        </p:nvSpPr>
        <p:spPr>
          <a:xfrm>
            <a:off x="752007" y="1011930"/>
            <a:ext cx="10515600" cy="3503613"/>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dirty="0">
                <a:solidFill>
                  <a:srgbClr val="FF0000"/>
                </a:solidFill>
                <a:latin typeface="Lucida Sans"/>
                <a:ea typeface="Lucida Sans"/>
                <a:cs typeface="Lucida Sans"/>
                <a:sym typeface="Lucida Sans"/>
              </a:rPr>
              <a:t>SELECT</a:t>
            </a:r>
            <a:r>
              <a:rPr lang="en-US" sz="2400" dirty="0">
                <a:latin typeface="Lucida Sans"/>
                <a:ea typeface="Lucida Sans"/>
                <a:cs typeface="Lucida Sans"/>
                <a:sym typeface="Lucida Sans"/>
              </a:rPr>
              <a:t> dept,</a:t>
            </a:r>
            <a:r>
              <a:rPr lang="en-US" sz="2400" dirty="0">
                <a:solidFill>
                  <a:schemeClr val="lt2"/>
                </a:solidFill>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AVG</a:t>
            </a:r>
            <a:r>
              <a:rPr lang="en-US" sz="2400" dirty="0">
                <a:latin typeface="Lucida Sans"/>
                <a:ea typeface="Lucida Sans"/>
                <a:cs typeface="Lucida Sans"/>
                <a:sym typeface="Lucida Sans"/>
              </a:rPr>
              <a:t>(</a:t>
            </a:r>
            <a:r>
              <a:rPr lang="en-US" sz="2400" dirty="0" err="1">
                <a:latin typeface="Lucida Sans"/>
                <a:ea typeface="Lucida Sans"/>
                <a:cs typeface="Lucida Sans"/>
                <a:sym typeface="Lucida Sans"/>
              </a:rPr>
              <a:t>gpa</a:t>
            </a: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AS</a:t>
            </a:r>
            <a:r>
              <a:rPr lang="en-US" sz="2400" dirty="0">
                <a:latin typeface="Lucida Sans"/>
                <a:ea typeface="Lucida Sans"/>
                <a:cs typeface="Lucida Sans"/>
                <a:sym typeface="Lucida Sans"/>
              </a:rPr>
              <a:t> </a:t>
            </a:r>
            <a:r>
              <a:rPr lang="en-US" sz="2400" dirty="0" err="1">
                <a:latin typeface="Lucida Sans"/>
                <a:ea typeface="Lucida Sans"/>
                <a:cs typeface="Lucida Sans"/>
                <a:sym typeface="Lucida Sans"/>
              </a:rPr>
              <a:t>avg_gpa</a:t>
            </a: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COUNT</a:t>
            </a: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AS</a:t>
            </a:r>
            <a:r>
              <a:rPr lang="en-US" sz="2400" dirty="0">
                <a:latin typeface="Lucida Sans"/>
                <a:ea typeface="Lucida Sans"/>
                <a:cs typeface="Lucida Sans"/>
                <a:sym typeface="Lucida Sans"/>
              </a:rPr>
              <a:t> size</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FROM </a:t>
            </a:r>
            <a:r>
              <a:rPr lang="en-US" sz="2400" dirty="0">
                <a:latin typeface="Lucida Sans"/>
                <a:ea typeface="Lucida Sans"/>
                <a:cs typeface="Lucida Sans"/>
                <a:sym typeface="Lucida Sans"/>
              </a:rPr>
              <a:t>students </a:t>
            </a:r>
            <a:br>
              <a:rPr lang="en-US" sz="2400" i="1" dirty="0">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WHERE </a:t>
            </a:r>
            <a:r>
              <a:rPr lang="en-US" sz="2400" dirty="0">
                <a:latin typeface="Lucida Sans"/>
                <a:ea typeface="Lucida Sans"/>
                <a:cs typeface="Lucida Sans"/>
                <a:sym typeface="Lucida Sans"/>
              </a:rPr>
              <a:t>gender = 'F'</a:t>
            </a:r>
            <a:br>
              <a:rPr lang="en-US" sz="2400" dirty="0">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GROUP BY </a:t>
            </a:r>
            <a:r>
              <a:rPr lang="en-US" sz="2400" dirty="0">
                <a:latin typeface="Lucida Sans"/>
                <a:ea typeface="Lucida Sans"/>
                <a:cs typeface="Lucida Sans"/>
                <a:sym typeface="Lucida Sans"/>
              </a:rPr>
              <a:t>dept </a:t>
            </a:r>
            <a:br>
              <a:rPr lang="en-US" sz="2400" dirty="0">
                <a:solidFill>
                  <a:schemeClr val="lt2"/>
                </a:solidFill>
                <a:latin typeface="Lucida Sans"/>
                <a:ea typeface="Lucida Sans"/>
                <a:cs typeface="Lucida Sans"/>
                <a:sym typeface="Lucida Sans"/>
              </a:rPr>
            </a:br>
            <a:r>
              <a:rPr lang="en-US" sz="2400" dirty="0">
                <a:solidFill>
                  <a:srgbClr val="FF0000"/>
                </a:solidFill>
                <a:latin typeface="Lucida Sans"/>
                <a:ea typeface="Lucida Sans"/>
                <a:cs typeface="Lucida Sans"/>
                <a:sym typeface="Lucida Sans"/>
              </a:rPr>
              <a:t>HAVING COUNT</a:t>
            </a:r>
            <a:r>
              <a:rPr lang="en-US" sz="2400" dirty="0">
                <a:latin typeface="Lucida Sans"/>
                <a:ea typeface="Lucida Sans"/>
                <a:cs typeface="Lucida Sans"/>
                <a:sym typeface="Lucida Sans"/>
              </a:rPr>
              <a:t>(*) &gt; 2</a:t>
            </a:r>
            <a:br>
              <a:rPr lang="en-US" sz="2400" dirty="0">
                <a:solidFill>
                  <a:schemeClr val="lt2"/>
                </a:solidFill>
                <a:latin typeface="Lucida Sans"/>
                <a:ea typeface="Lucida Sans"/>
                <a:cs typeface="Lucida Sans"/>
                <a:sym typeface="Lucida Sans"/>
              </a:rPr>
            </a:br>
            <a:r>
              <a:rPr lang="en-US" sz="2400" dirty="0">
                <a:solidFill>
                  <a:schemeClr val="lt2"/>
                </a:solidFill>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ORDER BY </a:t>
            </a:r>
            <a:r>
              <a:rPr lang="en-US" sz="2400" dirty="0" err="1">
                <a:latin typeface="Lucida Sans"/>
                <a:ea typeface="Lucida Sans"/>
                <a:cs typeface="Lucida Sans"/>
                <a:sym typeface="Lucida Sans"/>
              </a:rPr>
              <a:t>avg_gpa</a:t>
            </a: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DESC</a:t>
            </a:r>
            <a:br>
              <a:rPr lang="en-US" sz="2400" dirty="0">
                <a:solidFill>
                  <a:srgbClr val="FF0000"/>
                </a:solidFill>
                <a:latin typeface="Lucida Sans"/>
                <a:ea typeface="Lucida Sans"/>
                <a:cs typeface="Lucida Sans"/>
                <a:sym typeface="Lucida Sans"/>
              </a:rPr>
            </a:br>
            <a:endParaRPr sz="2400" dirty="0">
              <a:solidFill>
                <a:srgbClr val="FF0000"/>
              </a:solidFill>
              <a:latin typeface="Lucida Sans"/>
              <a:ea typeface="Lucida Sans"/>
              <a:cs typeface="Lucida Sans"/>
              <a:sym typeface="Lucida Sans"/>
            </a:endParaRPr>
          </a:p>
          <a:p>
            <a:pPr marL="14287" lvl="0" indent="0" algn="l" rtl="0">
              <a:lnSpc>
                <a:spcPct val="100000"/>
              </a:lnSpc>
              <a:spcBef>
                <a:spcPts val="1200"/>
              </a:spcBef>
              <a:spcAft>
                <a:spcPts val="0"/>
              </a:spcAft>
              <a:buSzPts val="2040"/>
              <a:buNone/>
            </a:pPr>
            <a:r>
              <a:rPr lang="en-US" sz="2400" dirty="0">
                <a:latin typeface="Rockwell"/>
                <a:ea typeface="Rockwell"/>
                <a:cs typeface="Rockwell"/>
                <a:sym typeface="Rockwell"/>
              </a:rPr>
              <a:t>What does this compute?</a:t>
            </a:r>
            <a:endParaRPr dirty="0"/>
          </a:p>
        </p:txBody>
      </p:sp>
      <p:grpSp>
        <p:nvGrpSpPr>
          <p:cNvPr id="1058" name="Google Shape;1058;p53"/>
          <p:cNvGrpSpPr/>
          <p:nvPr/>
        </p:nvGrpSpPr>
        <p:grpSpPr>
          <a:xfrm>
            <a:off x="1050180" y="4248787"/>
            <a:ext cx="4022490" cy="2247180"/>
            <a:chOff x="4130040" y="2627666"/>
            <a:chExt cx="4790742" cy="3849334"/>
          </a:xfrm>
        </p:grpSpPr>
        <p:sp>
          <p:nvSpPr>
            <p:cNvPr id="1059" name="Google Shape;1059;p53"/>
            <p:cNvSpPr/>
            <p:nvPr/>
          </p:nvSpPr>
          <p:spPr>
            <a:xfrm>
              <a:off x="4206239" y="3084608"/>
              <a:ext cx="1752600" cy="801593"/>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Century Gothic"/>
                <a:buNone/>
              </a:pPr>
              <a:r>
                <a:rPr lang="en-US" sz="1800" b="0" i="0" u="none" strike="noStrike" cap="none" dirty="0">
                  <a:solidFill>
                    <a:srgbClr val="000000"/>
                  </a:solidFill>
                  <a:latin typeface="Century Gothic"/>
                  <a:ea typeface="Century Gothic"/>
                  <a:cs typeface="Century Gothic"/>
                  <a:sym typeface="Century Gothic"/>
                </a:rPr>
                <a:t>GROUP BY</a:t>
              </a:r>
              <a:endParaRPr sz="1400" b="0" i="0" u="none" strike="noStrike" cap="none" dirty="0">
                <a:solidFill>
                  <a:srgbClr val="000000"/>
                </a:solidFill>
                <a:latin typeface="Arial"/>
                <a:ea typeface="Arial"/>
                <a:cs typeface="Arial"/>
                <a:sym typeface="Arial"/>
              </a:endParaRPr>
            </a:p>
          </p:txBody>
        </p:sp>
        <p:sp>
          <p:nvSpPr>
            <p:cNvPr id="1060" name="Google Shape;1060;p53"/>
            <p:cNvSpPr/>
            <p:nvPr/>
          </p:nvSpPr>
          <p:spPr>
            <a:xfrm>
              <a:off x="4206240" y="46482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Century Gothic"/>
                <a:buNone/>
              </a:pPr>
              <a:r>
                <a:rPr lang="en-US" sz="1800" b="0" i="0" u="none" strike="noStrike" cap="none">
                  <a:solidFill>
                    <a:srgbClr val="000000"/>
                  </a:solidFill>
                  <a:latin typeface="Century Gothic"/>
                  <a:ea typeface="Century Gothic"/>
                  <a:cs typeface="Century Gothic"/>
                  <a:sym typeface="Century Gothic"/>
                </a:rPr>
                <a:t>WHERE</a:t>
              </a:r>
              <a:endParaRPr sz="1400" b="0" i="0" u="none" strike="noStrike" cap="none">
                <a:solidFill>
                  <a:srgbClr val="000000"/>
                </a:solidFill>
                <a:latin typeface="Arial"/>
                <a:ea typeface="Arial"/>
                <a:cs typeface="Arial"/>
                <a:sym typeface="Arial"/>
              </a:endParaRPr>
            </a:p>
          </p:txBody>
        </p:sp>
        <p:sp>
          <p:nvSpPr>
            <p:cNvPr id="1061" name="Google Shape;1061;p53"/>
            <p:cNvSpPr/>
            <p:nvPr/>
          </p:nvSpPr>
          <p:spPr>
            <a:xfrm>
              <a:off x="4130040" y="58674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Century Gothic"/>
                <a:buNone/>
              </a:pPr>
              <a:r>
                <a:rPr lang="en-US" sz="1800" b="0" i="0" u="none" strike="noStrike" cap="none">
                  <a:solidFill>
                    <a:srgbClr val="000000"/>
                  </a:solidFill>
                  <a:latin typeface="Century Gothic"/>
                  <a:ea typeface="Century Gothic"/>
                  <a:cs typeface="Century Gothic"/>
                  <a:sym typeface="Century Gothic"/>
                </a:rPr>
                <a:t>FROM</a:t>
              </a:r>
              <a:endParaRPr sz="1400" b="0" i="0" u="none" strike="noStrike" cap="none">
                <a:solidFill>
                  <a:srgbClr val="000000"/>
                </a:solidFill>
                <a:latin typeface="Arial"/>
                <a:ea typeface="Arial"/>
                <a:cs typeface="Arial"/>
                <a:sym typeface="Arial"/>
              </a:endParaRPr>
            </a:p>
          </p:txBody>
        </p:sp>
        <p:sp>
          <p:nvSpPr>
            <p:cNvPr id="1062" name="Google Shape;1062;p53"/>
            <p:cNvSpPr/>
            <p:nvPr/>
          </p:nvSpPr>
          <p:spPr>
            <a:xfrm>
              <a:off x="7025638" y="5867400"/>
              <a:ext cx="1895127"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Century Gothic"/>
                <a:buNone/>
              </a:pPr>
              <a:r>
                <a:rPr lang="en-US" sz="1800" b="0" i="0" u="none" strike="noStrike" cap="none">
                  <a:solidFill>
                    <a:srgbClr val="000000"/>
                  </a:solidFill>
                  <a:latin typeface="Century Gothic"/>
                  <a:ea typeface="Century Gothic"/>
                  <a:cs typeface="Century Gothic"/>
                  <a:sym typeface="Century Gothic"/>
                </a:rPr>
                <a:t>HAVING</a:t>
              </a:r>
              <a:endParaRPr sz="1400" b="0" i="0" u="none" strike="noStrike" cap="none">
                <a:solidFill>
                  <a:srgbClr val="000000"/>
                </a:solidFill>
                <a:latin typeface="Arial"/>
                <a:ea typeface="Arial"/>
                <a:cs typeface="Arial"/>
                <a:sym typeface="Arial"/>
              </a:endParaRPr>
            </a:p>
          </p:txBody>
        </p:sp>
        <p:sp>
          <p:nvSpPr>
            <p:cNvPr id="1063" name="Google Shape;1063;p53"/>
            <p:cNvSpPr/>
            <p:nvPr/>
          </p:nvSpPr>
          <p:spPr>
            <a:xfrm>
              <a:off x="7025640" y="46482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Century Gothic"/>
                <a:buNone/>
              </a:pPr>
              <a:r>
                <a:rPr lang="en-US" sz="1800" b="0" i="0" u="none" strike="noStrike" cap="none">
                  <a:solidFill>
                    <a:srgbClr val="000000"/>
                  </a:solidFill>
                  <a:latin typeface="Century Gothic"/>
                  <a:ea typeface="Century Gothic"/>
                  <a:cs typeface="Century Gothic"/>
                  <a:sym typeface="Century Gothic"/>
                </a:rPr>
                <a:t>SELECT</a:t>
              </a:r>
              <a:endParaRPr sz="1400" b="0" i="0" u="none" strike="noStrike" cap="none">
                <a:solidFill>
                  <a:srgbClr val="000000"/>
                </a:solidFill>
                <a:latin typeface="Arial"/>
                <a:ea typeface="Arial"/>
                <a:cs typeface="Arial"/>
                <a:sym typeface="Arial"/>
              </a:endParaRPr>
            </a:p>
          </p:txBody>
        </p:sp>
        <p:sp>
          <p:nvSpPr>
            <p:cNvPr id="1064" name="Google Shape;1064;p53"/>
            <p:cNvSpPr/>
            <p:nvPr/>
          </p:nvSpPr>
          <p:spPr>
            <a:xfrm>
              <a:off x="6638743" y="3276600"/>
              <a:ext cx="2282039"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Century Gothic"/>
                <a:buNone/>
              </a:pPr>
              <a:r>
                <a:rPr lang="en-US" sz="1800" b="0" i="0" u="none" strike="noStrike" cap="none">
                  <a:solidFill>
                    <a:srgbClr val="000000"/>
                  </a:solidFill>
                  <a:latin typeface="Century Gothic"/>
                  <a:ea typeface="Century Gothic"/>
                  <a:cs typeface="Century Gothic"/>
                  <a:sym typeface="Century Gothic"/>
                </a:rPr>
                <a:t>[DISTINCT]</a:t>
              </a:r>
              <a:endParaRPr sz="1400" b="0" i="0" u="none" strike="noStrike" cap="none">
                <a:solidFill>
                  <a:srgbClr val="000000"/>
                </a:solidFill>
                <a:latin typeface="Arial"/>
                <a:ea typeface="Arial"/>
                <a:cs typeface="Arial"/>
                <a:sym typeface="Arial"/>
              </a:endParaRPr>
            </a:p>
          </p:txBody>
        </p:sp>
        <p:cxnSp>
          <p:nvCxnSpPr>
            <p:cNvPr id="1065" name="Google Shape;1065;p53"/>
            <p:cNvCxnSpPr/>
            <p:nvPr/>
          </p:nvCxnSpPr>
          <p:spPr>
            <a:xfrm>
              <a:off x="5044440" y="5257800"/>
              <a:ext cx="0" cy="609600"/>
            </a:xfrm>
            <a:prstGeom prst="straightConnector1">
              <a:avLst/>
            </a:prstGeom>
            <a:noFill/>
            <a:ln w="57150" cap="flat" cmpd="sng">
              <a:solidFill>
                <a:schemeClr val="dk1"/>
              </a:solidFill>
              <a:prstDash val="solid"/>
              <a:round/>
              <a:headEnd type="triangle" w="med" len="med"/>
              <a:tailEnd type="none" w="sm" len="sm"/>
            </a:ln>
          </p:spPr>
        </p:cxnSp>
        <p:cxnSp>
          <p:nvCxnSpPr>
            <p:cNvPr id="1066" name="Google Shape;1066;p53"/>
            <p:cNvCxnSpPr/>
            <p:nvPr/>
          </p:nvCxnSpPr>
          <p:spPr>
            <a:xfrm>
              <a:off x="5044440" y="3886200"/>
              <a:ext cx="0" cy="762000"/>
            </a:xfrm>
            <a:prstGeom prst="straightConnector1">
              <a:avLst/>
            </a:prstGeom>
            <a:noFill/>
            <a:ln w="57150" cap="flat" cmpd="sng">
              <a:solidFill>
                <a:schemeClr val="dk1"/>
              </a:solidFill>
              <a:prstDash val="solid"/>
              <a:round/>
              <a:headEnd type="triangle" w="med" len="med"/>
              <a:tailEnd type="none" w="sm" len="sm"/>
            </a:ln>
          </p:spPr>
        </p:cxnSp>
        <p:cxnSp>
          <p:nvCxnSpPr>
            <p:cNvPr id="1067" name="Google Shape;1067;p53"/>
            <p:cNvCxnSpPr/>
            <p:nvPr/>
          </p:nvCxnSpPr>
          <p:spPr>
            <a:xfrm>
              <a:off x="7863840" y="5257800"/>
              <a:ext cx="0" cy="609600"/>
            </a:xfrm>
            <a:prstGeom prst="straightConnector1">
              <a:avLst/>
            </a:prstGeom>
            <a:noFill/>
            <a:ln w="57150" cap="flat" cmpd="sng">
              <a:solidFill>
                <a:schemeClr val="dk1"/>
              </a:solidFill>
              <a:prstDash val="solid"/>
              <a:round/>
              <a:headEnd type="triangle" w="med" len="med"/>
              <a:tailEnd type="none" w="sm" len="sm"/>
            </a:ln>
          </p:spPr>
        </p:cxnSp>
        <p:cxnSp>
          <p:nvCxnSpPr>
            <p:cNvPr id="1068" name="Google Shape;1068;p53"/>
            <p:cNvCxnSpPr/>
            <p:nvPr/>
          </p:nvCxnSpPr>
          <p:spPr>
            <a:xfrm>
              <a:off x="7863840" y="3886200"/>
              <a:ext cx="0" cy="762000"/>
            </a:xfrm>
            <a:prstGeom prst="straightConnector1">
              <a:avLst/>
            </a:prstGeom>
            <a:noFill/>
            <a:ln w="57150" cap="flat" cmpd="sng">
              <a:solidFill>
                <a:schemeClr val="dk1"/>
              </a:solidFill>
              <a:prstDash val="solid"/>
              <a:round/>
              <a:headEnd type="triangle" w="med" len="med"/>
              <a:tailEnd type="none" w="sm" len="sm"/>
            </a:ln>
          </p:spPr>
        </p:cxnSp>
        <p:sp>
          <p:nvSpPr>
            <p:cNvPr id="1069" name="Google Shape;1069;p53"/>
            <p:cNvSpPr/>
            <p:nvPr/>
          </p:nvSpPr>
          <p:spPr>
            <a:xfrm>
              <a:off x="5044440" y="2627666"/>
              <a:ext cx="1981200" cy="3521439"/>
            </a:xfrm>
            <a:custGeom>
              <a:avLst/>
              <a:gdLst/>
              <a:ahLst/>
              <a:cxnLst/>
              <a:rect l="l" t="t" r="r" b="b"/>
              <a:pathLst>
                <a:path w="1248" h="2064" extrusionOk="0">
                  <a:moveTo>
                    <a:pt x="0" y="240"/>
                  </a:moveTo>
                  <a:lnTo>
                    <a:pt x="0" y="0"/>
                  </a:lnTo>
                  <a:lnTo>
                    <a:pt x="672" y="0"/>
                  </a:lnTo>
                  <a:lnTo>
                    <a:pt x="672" y="2064"/>
                  </a:lnTo>
                  <a:lnTo>
                    <a:pt x="1248" y="2064"/>
                  </a:lnTo>
                </a:path>
              </a:pathLst>
            </a:custGeom>
            <a:noFill/>
            <a:ln w="57150" cap="flat" cmpd="sng">
              <a:solidFill>
                <a:schemeClr val="dk1"/>
              </a:solidFill>
              <a:prstDash val="solid"/>
              <a:round/>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Rockwell"/>
                <a:buNone/>
              </a:pPr>
              <a:endParaRPr sz="1600" b="0" i="0" u="none" strike="noStrike" cap="none">
                <a:solidFill>
                  <a:srgbClr val="000000"/>
                </a:solidFill>
                <a:latin typeface="Century Gothic"/>
                <a:ea typeface="Century Gothic"/>
                <a:cs typeface="Century Gothic"/>
                <a:sym typeface="Century Gothic"/>
              </a:endParaRPr>
            </a:p>
          </p:txBody>
        </p:sp>
        <p:cxnSp>
          <p:nvCxnSpPr>
            <p:cNvPr id="1070" name="Google Shape;1070;p53"/>
            <p:cNvCxnSpPr/>
            <p:nvPr/>
          </p:nvCxnSpPr>
          <p:spPr>
            <a:xfrm>
              <a:off x="7863840" y="2667000"/>
              <a:ext cx="0" cy="609600"/>
            </a:xfrm>
            <a:prstGeom prst="straightConnector1">
              <a:avLst/>
            </a:prstGeom>
            <a:noFill/>
            <a:ln w="57150" cap="flat" cmpd="sng">
              <a:solidFill>
                <a:schemeClr val="dk1"/>
              </a:solidFill>
              <a:prstDash val="solid"/>
              <a:round/>
              <a:headEnd type="triangle" w="med" len="med"/>
              <a:tailEnd type="none" w="sm" len="sm"/>
            </a:ln>
          </p:spPr>
        </p:cxnSp>
      </p:grpSp>
      <p:pic>
        <p:nvPicPr>
          <p:cNvPr id="1071" name="Google Shape;1071;p53"/>
          <p:cNvPicPr preferRelativeResize="0"/>
          <p:nvPr/>
        </p:nvPicPr>
        <p:blipFill rotWithShape="1">
          <a:blip r:embed="rId3">
            <a:alphaModFix/>
          </a:blip>
          <a:srcRect/>
          <a:stretch/>
        </p:blipFill>
        <p:spPr>
          <a:xfrm>
            <a:off x="6293253" y="1938924"/>
            <a:ext cx="5186648" cy="4239087"/>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9C98DDC-844C-85C5-17BB-7870E60EEBEC}"/>
                  </a:ext>
                </a:extLst>
              </p14:cNvPr>
              <p14:cNvContentPartPr/>
              <p14:nvPr/>
            </p14:nvContentPartPr>
            <p14:xfrm>
              <a:off x="954000" y="1559880"/>
              <a:ext cx="2088000" cy="99360"/>
            </p14:xfrm>
          </p:contentPart>
        </mc:Choice>
        <mc:Fallback xmlns="">
          <p:pic>
            <p:nvPicPr>
              <p:cNvPr id="2" name="Ink 1">
                <a:extLst>
                  <a:ext uri="{FF2B5EF4-FFF2-40B4-BE49-F238E27FC236}">
                    <a16:creationId xmlns:a16="http://schemas.microsoft.com/office/drawing/2014/main" id="{A9C98DDC-844C-85C5-17BB-7870E60EEBEC}"/>
                  </a:ext>
                </a:extLst>
              </p:cNvPr>
              <p:cNvPicPr/>
              <p:nvPr/>
            </p:nvPicPr>
            <p:blipFill>
              <a:blip r:embed="rId5"/>
              <a:stretch>
                <a:fillRect/>
              </a:stretch>
            </p:blipFill>
            <p:spPr>
              <a:xfrm>
                <a:off x="944640" y="1550520"/>
                <a:ext cx="2106720" cy="11808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5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TEST YOUR UNDERSTANDING #1</a:t>
            </a:r>
            <a:endParaRPr/>
          </a:p>
        </p:txBody>
      </p:sp>
      <p:sp>
        <p:nvSpPr>
          <p:cNvPr id="1078" name="Google Shape;1078;p54"/>
          <p:cNvSpPr txBox="1">
            <a:spLocks noGrp="1"/>
          </p:cNvSpPr>
          <p:nvPr>
            <p:ph type="body" idx="1"/>
          </p:nvPr>
        </p:nvSpPr>
        <p:spPr>
          <a:xfrm>
            <a:off x="1069848" y="1888835"/>
            <a:ext cx="10058400" cy="4443726"/>
          </a:xfrm>
          <a:prstGeom prst="rect">
            <a:avLst/>
          </a:prstGeom>
          <a:noFill/>
          <a:ln>
            <a:noFill/>
          </a:ln>
        </p:spPr>
        <p:txBody>
          <a:bodyPr spcFirstLastPara="1" wrap="square" lIns="91425" tIns="45700" rIns="91425" bIns="45700" anchor="t" anchorCtr="0">
            <a:normAutofit lnSpcReduction="10000"/>
          </a:bodyPr>
          <a:lstStyle/>
          <a:p>
            <a:pPr marL="14287" lvl="0" indent="0" algn="l" rtl="0">
              <a:lnSpc>
                <a:spcPct val="100000"/>
              </a:lnSpc>
              <a:spcBef>
                <a:spcPts val="0"/>
              </a:spcBef>
              <a:spcAft>
                <a:spcPts val="0"/>
              </a:spcAft>
              <a:buSzPts val="2040"/>
              <a:buNone/>
            </a:pPr>
            <a:r>
              <a:rPr lang="en-US" sz="2400">
                <a:solidFill>
                  <a:srgbClr val="FF0000"/>
                </a:solidFill>
                <a:latin typeface="Lucida Sans"/>
                <a:ea typeface="Lucida Sans"/>
                <a:cs typeface="Lucida Sans"/>
                <a:sym typeface="Lucida Sans"/>
              </a:rPr>
              <a:t>SELECT</a:t>
            </a:r>
            <a:r>
              <a:rPr lang="en-US" sz="2400">
                <a:latin typeface="Lucida Sans"/>
                <a:ea typeface="Lucida Sans"/>
                <a:cs typeface="Lucida Sans"/>
                <a:sym typeface="Lucida Sans"/>
              </a:rPr>
              <a:t> dept,</a:t>
            </a:r>
            <a:r>
              <a:rPr lang="en-US" sz="2400">
                <a:solidFill>
                  <a:schemeClr val="lt2"/>
                </a:solidFill>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AVG</a:t>
            </a:r>
            <a:r>
              <a:rPr lang="en-US" sz="2400">
                <a:latin typeface="Lucida Sans"/>
                <a:ea typeface="Lucida Sans"/>
                <a:cs typeface="Lucida Sans"/>
                <a:sym typeface="Lucida Sans"/>
              </a:rPr>
              <a:t>(gpa) </a:t>
            </a:r>
            <a:r>
              <a:rPr lang="en-US" sz="2400">
                <a:solidFill>
                  <a:srgbClr val="FF0000"/>
                </a:solidFill>
                <a:latin typeface="Lucida Sans"/>
                <a:ea typeface="Lucida Sans"/>
                <a:cs typeface="Lucida Sans"/>
                <a:sym typeface="Lucida Sans"/>
              </a:rPr>
              <a:t>AS</a:t>
            </a:r>
            <a:r>
              <a:rPr lang="en-US" sz="2400">
                <a:latin typeface="Lucida Sans"/>
                <a:ea typeface="Lucida Sans"/>
                <a:cs typeface="Lucida Sans"/>
                <a:sym typeface="Lucida Sans"/>
              </a:rPr>
              <a:t> avg_gpa, </a:t>
            </a:r>
            <a:r>
              <a:rPr lang="en-US" sz="2400">
                <a:solidFill>
                  <a:srgbClr val="FF0000"/>
                </a:solidFill>
                <a:latin typeface="Lucida Sans"/>
                <a:ea typeface="Lucida Sans"/>
                <a:cs typeface="Lucida Sans"/>
                <a:sym typeface="Lucida Sans"/>
              </a:rPr>
              <a:t>COUNT</a:t>
            </a: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AS</a:t>
            </a:r>
            <a:r>
              <a:rPr lang="en-US" sz="2400">
                <a:latin typeface="Lucida Sans"/>
                <a:ea typeface="Lucida Sans"/>
                <a:cs typeface="Lucida Sans"/>
                <a:sym typeface="Lucida Sans"/>
              </a:rPr>
              <a:t> size</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FROM </a:t>
            </a:r>
            <a:r>
              <a:rPr lang="en-US" sz="2400">
                <a:latin typeface="Lucida Sans"/>
                <a:ea typeface="Lucida Sans"/>
                <a:cs typeface="Lucida Sans"/>
                <a:sym typeface="Lucida Sans"/>
              </a:rPr>
              <a:t>students </a:t>
            </a:r>
            <a:br>
              <a:rPr lang="en-US" sz="2400" i="1">
                <a:latin typeface="Lucida Sans"/>
                <a:ea typeface="Lucida Sans"/>
                <a:cs typeface="Lucida Sans"/>
                <a:sym typeface="Lucida Sans"/>
              </a:rPr>
            </a:br>
            <a:r>
              <a:rPr lang="en-US" sz="2400">
                <a:solidFill>
                  <a:schemeClr val="lt2"/>
                </a:solidFill>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WHERE </a:t>
            </a:r>
            <a:r>
              <a:rPr lang="en-US" sz="2400">
                <a:latin typeface="Lucida Sans"/>
                <a:ea typeface="Lucida Sans"/>
                <a:cs typeface="Lucida Sans"/>
                <a:sym typeface="Lucida Sans"/>
              </a:rPr>
              <a:t>gender = 'F'</a:t>
            </a:r>
            <a:br>
              <a:rPr lang="en-US" sz="2400">
                <a:latin typeface="Lucida Sans"/>
                <a:ea typeface="Lucida Sans"/>
                <a:cs typeface="Lucida Sans"/>
                <a:sym typeface="Lucida Sans"/>
              </a:rPr>
            </a:br>
            <a:r>
              <a:rPr lang="en-US" sz="2400">
                <a:solidFill>
                  <a:schemeClr val="lt2"/>
                </a:solidFill>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GROUP BY </a:t>
            </a:r>
            <a:r>
              <a:rPr lang="en-US" sz="2400">
                <a:latin typeface="Lucida Sans"/>
                <a:ea typeface="Lucida Sans"/>
                <a:cs typeface="Lucida Sans"/>
                <a:sym typeface="Lucida Sans"/>
              </a:rPr>
              <a:t>dept </a:t>
            </a:r>
            <a:br>
              <a:rPr lang="en-US" sz="2400">
                <a:solidFill>
                  <a:schemeClr val="lt2"/>
                </a:solidFill>
                <a:latin typeface="Lucida Sans"/>
                <a:ea typeface="Lucida Sans"/>
                <a:cs typeface="Lucida Sans"/>
                <a:sym typeface="Lucida Sans"/>
              </a:rPr>
            </a:br>
            <a:r>
              <a:rPr lang="en-US" sz="2400">
                <a:solidFill>
                  <a:srgbClr val="FF0000"/>
                </a:solidFill>
                <a:latin typeface="Lucida Sans"/>
                <a:ea typeface="Lucida Sans"/>
                <a:cs typeface="Lucida Sans"/>
                <a:sym typeface="Lucida Sans"/>
              </a:rPr>
              <a:t>HAVING COUNT</a:t>
            </a:r>
            <a:r>
              <a:rPr lang="en-US" sz="2400">
                <a:latin typeface="Lucida Sans"/>
                <a:ea typeface="Lucida Sans"/>
                <a:cs typeface="Lucida Sans"/>
                <a:sym typeface="Lucida Sans"/>
              </a:rPr>
              <a:t>(*) &gt; 2</a:t>
            </a:r>
            <a:br>
              <a:rPr lang="en-US" sz="2400">
                <a:solidFill>
                  <a:schemeClr val="lt2"/>
                </a:solidFill>
                <a:latin typeface="Lucida Sans"/>
                <a:ea typeface="Lucida Sans"/>
                <a:cs typeface="Lucida Sans"/>
                <a:sym typeface="Lucida Sans"/>
              </a:rPr>
            </a:br>
            <a:r>
              <a:rPr lang="en-US" sz="2400">
                <a:solidFill>
                  <a:schemeClr val="lt2"/>
                </a:solidFill>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ORDER BY </a:t>
            </a:r>
            <a:r>
              <a:rPr lang="en-US" sz="2400">
                <a:latin typeface="Lucida Sans"/>
                <a:ea typeface="Lucida Sans"/>
                <a:cs typeface="Lucida Sans"/>
                <a:sym typeface="Lucida Sans"/>
              </a:rPr>
              <a:t>avg_gpa </a:t>
            </a:r>
            <a:r>
              <a:rPr lang="en-US" sz="2400">
                <a:solidFill>
                  <a:srgbClr val="FF0000"/>
                </a:solidFill>
                <a:latin typeface="Lucida Sans"/>
                <a:ea typeface="Lucida Sans"/>
                <a:cs typeface="Lucida Sans"/>
                <a:sym typeface="Lucida Sans"/>
              </a:rPr>
              <a:t>DESC</a:t>
            </a:r>
            <a:br>
              <a:rPr lang="en-US" sz="2400">
                <a:solidFill>
                  <a:srgbClr val="FF0000"/>
                </a:solidFill>
                <a:latin typeface="Lucida Sans"/>
                <a:ea typeface="Lucida Sans"/>
                <a:cs typeface="Lucida Sans"/>
                <a:sym typeface="Lucida Sans"/>
              </a:rPr>
            </a:br>
            <a:endParaRPr sz="2400">
              <a:solidFill>
                <a:srgbClr val="FF0000"/>
              </a:solidFill>
              <a:latin typeface="Lucida Sans"/>
              <a:ea typeface="Lucida Sans"/>
              <a:cs typeface="Lucida Sans"/>
              <a:sym typeface="Lucida Sans"/>
            </a:endParaRPr>
          </a:p>
          <a:p>
            <a:pPr marL="14287" lvl="0" indent="0" algn="l" rtl="0">
              <a:lnSpc>
                <a:spcPct val="100000"/>
              </a:lnSpc>
              <a:spcBef>
                <a:spcPts val="1200"/>
              </a:spcBef>
              <a:spcAft>
                <a:spcPts val="0"/>
              </a:spcAft>
              <a:buSzPts val="2040"/>
              <a:buNone/>
            </a:pPr>
            <a:endParaRPr sz="2400">
              <a:solidFill>
                <a:srgbClr val="FF0000"/>
              </a:solidFill>
              <a:latin typeface="Lucida Sans"/>
              <a:ea typeface="Lucida Sans"/>
              <a:cs typeface="Lucida Sans"/>
              <a:sym typeface="Lucida Sans"/>
            </a:endParaRPr>
          </a:p>
          <a:p>
            <a:pPr marL="14287" lvl="0" indent="0" algn="l" rtl="0">
              <a:lnSpc>
                <a:spcPct val="100000"/>
              </a:lnSpc>
              <a:spcBef>
                <a:spcPts val="1200"/>
              </a:spcBef>
              <a:spcAft>
                <a:spcPts val="0"/>
              </a:spcAft>
              <a:buSzPts val="2040"/>
              <a:buNone/>
            </a:pPr>
            <a:r>
              <a:rPr lang="en-US" sz="2400">
                <a:latin typeface="Rockwell"/>
                <a:ea typeface="Rockwell"/>
                <a:cs typeface="Rockwell"/>
                <a:sym typeface="Rockwell"/>
              </a:rPr>
              <a:t>What does this compute?</a:t>
            </a:r>
            <a:endParaRPr/>
          </a:p>
          <a:p>
            <a:pPr marL="457200" lvl="1" indent="-182880" algn="l" rtl="0">
              <a:lnSpc>
                <a:spcPct val="100000"/>
              </a:lnSpc>
              <a:spcBef>
                <a:spcPts val="400"/>
              </a:spcBef>
              <a:spcAft>
                <a:spcPts val="0"/>
              </a:spcAft>
              <a:buSzPts val="1700"/>
              <a:buChar char="▪"/>
            </a:pPr>
            <a:r>
              <a:rPr lang="en-US" sz="2000">
                <a:latin typeface="Rockwell"/>
                <a:ea typeface="Rockwell"/>
                <a:cs typeface="Rockwell"/>
                <a:sym typeface="Rockwell"/>
              </a:rPr>
              <a:t>The average GPA of female students and number of female students in each department where there are at least 3 female students in that department.  The results are ordered by the average GPA.</a:t>
            </a:r>
            <a:endParaRPr/>
          </a:p>
        </p:txBody>
      </p:sp>
      <p:grpSp>
        <p:nvGrpSpPr>
          <p:cNvPr id="1079" name="Google Shape;1079;p54"/>
          <p:cNvGrpSpPr/>
          <p:nvPr/>
        </p:nvGrpSpPr>
        <p:grpSpPr>
          <a:xfrm>
            <a:off x="8427720" y="2331720"/>
            <a:ext cx="3217774" cy="2637519"/>
            <a:chOff x="4130040" y="2667000"/>
            <a:chExt cx="4648200" cy="3810000"/>
          </a:xfrm>
        </p:grpSpPr>
        <p:sp>
          <p:nvSpPr>
            <p:cNvPr id="1080" name="Google Shape;1080;p54"/>
            <p:cNvSpPr/>
            <p:nvPr/>
          </p:nvSpPr>
          <p:spPr>
            <a:xfrm>
              <a:off x="4206240" y="32766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Century Gothic"/>
                <a:buNone/>
              </a:pPr>
              <a:r>
                <a:rPr lang="en-US" sz="1600" b="0" i="0" u="none" strike="noStrike" cap="none">
                  <a:solidFill>
                    <a:srgbClr val="000000"/>
                  </a:solidFill>
                  <a:latin typeface="Century Gothic"/>
                  <a:ea typeface="Century Gothic"/>
                  <a:cs typeface="Century Gothic"/>
                  <a:sym typeface="Century Gothic"/>
                </a:rPr>
                <a:t>GROUP BY</a:t>
              </a:r>
              <a:endParaRPr sz="1400" b="0" i="0" u="none" strike="noStrike" cap="none">
                <a:solidFill>
                  <a:srgbClr val="000000"/>
                </a:solidFill>
                <a:latin typeface="Arial"/>
                <a:ea typeface="Arial"/>
                <a:cs typeface="Arial"/>
                <a:sym typeface="Arial"/>
              </a:endParaRPr>
            </a:p>
          </p:txBody>
        </p:sp>
        <p:sp>
          <p:nvSpPr>
            <p:cNvPr id="1081" name="Google Shape;1081;p54"/>
            <p:cNvSpPr/>
            <p:nvPr/>
          </p:nvSpPr>
          <p:spPr>
            <a:xfrm>
              <a:off x="4206240" y="46482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Century Gothic"/>
                <a:buNone/>
              </a:pPr>
              <a:r>
                <a:rPr lang="en-US" sz="1600" b="0" i="0" u="none" strike="noStrike" cap="none">
                  <a:solidFill>
                    <a:srgbClr val="000000"/>
                  </a:solidFill>
                  <a:latin typeface="Century Gothic"/>
                  <a:ea typeface="Century Gothic"/>
                  <a:cs typeface="Century Gothic"/>
                  <a:sym typeface="Century Gothic"/>
                </a:rPr>
                <a:t>WHERE</a:t>
              </a:r>
              <a:endParaRPr sz="1400" b="0" i="0" u="none" strike="noStrike" cap="none">
                <a:solidFill>
                  <a:srgbClr val="000000"/>
                </a:solidFill>
                <a:latin typeface="Arial"/>
                <a:ea typeface="Arial"/>
                <a:cs typeface="Arial"/>
                <a:sym typeface="Arial"/>
              </a:endParaRPr>
            </a:p>
          </p:txBody>
        </p:sp>
        <p:sp>
          <p:nvSpPr>
            <p:cNvPr id="1082" name="Google Shape;1082;p54"/>
            <p:cNvSpPr/>
            <p:nvPr/>
          </p:nvSpPr>
          <p:spPr>
            <a:xfrm>
              <a:off x="4130040" y="58674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Century Gothic"/>
                <a:buNone/>
              </a:pPr>
              <a:r>
                <a:rPr lang="en-US" sz="1600" b="0" i="0" u="none" strike="noStrike" cap="none">
                  <a:solidFill>
                    <a:srgbClr val="000000"/>
                  </a:solidFill>
                  <a:latin typeface="Century Gothic"/>
                  <a:ea typeface="Century Gothic"/>
                  <a:cs typeface="Century Gothic"/>
                  <a:sym typeface="Century Gothic"/>
                </a:rPr>
                <a:t>FROM</a:t>
              </a:r>
              <a:endParaRPr sz="1400" b="0" i="0" u="none" strike="noStrike" cap="none">
                <a:solidFill>
                  <a:srgbClr val="000000"/>
                </a:solidFill>
                <a:latin typeface="Arial"/>
                <a:ea typeface="Arial"/>
                <a:cs typeface="Arial"/>
                <a:sym typeface="Arial"/>
              </a:endParaRPr>
            </a:p>
          </p:txBody>
        </p:sp>
        <p:sp>
          <p:nvSpPr>
            <p:cNvPr id="1083" name="Google Shape;1083;p54"/>
            <p:cNvSpPr/>
            <p:nvPr/>
          </p:nvSpPr>
          <p:spPr>
            <a:xfrm>
              <a:off x="7025640" y="58674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Century Gothic"/>
                <a:buNone/>
              </a:pPr>
              <a:r>
                <a:rPr lang="en-US" sz="1600" b="0" i="0" u="none" strike="noStrike" cap="none">
                  <a:solidFill>
                    <a:srgbClr val="000000"/>
                  </a:solidFill>
                  <a:latin typeface="Century Gothic"/>
                  <a:ea typeface="Century Gothic"/>
                  <a:cs typeface="Century Gothic"/>
                  <a:sym typeface="Century Gothic"/>
                </a:rPr>
                <a:t>HAVING</a:t>
              </a:r>
              <a:endParaRPr sz="1400" b="0" i="0" u="none" strike="noStrike" cap="none">
                <a:solidFill>
                  <a:srgbClr val="000000"/>
                </a:solidFill>
                <a:latin typeface="Arial"/>
                <a:ea typeface="Arial"/>
                <a:cs typeface="Arial"/>
                <a:sym typeface="Arial"/>
              </a:endParaRPr>
            </a:p>
          </p:txBody>
        </p:sp>
        <p:sp>
          <p:nvSpPr>
            <p:cNvPr id="1084" name="Google Shape;1084;p54"/>
            <p:cNvSpPr/>
            <p:nvPr/>
          </p:nvSpPr>
          <p:spPr>
            <a:xfrm>
              <a:off x="7025640" y="46482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Century Gothic"/>
                <a:buNone/>
              </a:pPr>
              <a:r>
                <a:rPr lang="en-US" sz="1600" b="0" i="0" u="none" strike="noStrike" cap="none">
                  <a:solidFill>
                    <a:srgbClr val="000000"/>
                  </a:solidFill>
                  <a:latin typeface="Century Gothic"/>
                  <a:ea typeface="Century Gothic"/>
                  <a:cs typeface="Century Gothic"/>
                  <a:sym typeface="Century Gothic"/>
                </a:rPr>
                <a:t>SELECT</a:t>
              </a:r>
              <a:endParaRPr sz="1400" b="0" i="0" u="none" strike="noStrike" cap="none">
                <a:solidFill>
                  <a:srgbClr val="000000"/>
                </a:solidFill>
                <a:latin typeface="Arial"/>
                <a:ea typeface="Arial"/>
                <a:cs typeface="Arial"/>
                <a:sym typeface="Arial"/>
              </a:endParaRPr>
            </a:p>
          </p:txBody>
        </p:sp>
        <p:sp>
          <p:nvSpPr>
            <p:cNvPr id="1085" name="Google Shape;1085;p54"/>
            <p:cNvSpPr/>
            <p:nvPr/>
          </p:nvSpPr>
          <p:spPr>
            <a:xfrm>
              <a:off x="7025640" y="3276600"/>
              <a:ext cx="1752600" cy="609600"/>
            </a:xfrm>
            <a:prstGeom prst="ellipse">
              <a:avLst/>
            </a:prstGeom>
            <a:solidFill>
              <a:srgbClr val="F4B19A"/>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Century Gothic"/>
                <a:buNone/>
              </a:pPr>
              <a:r>
                <a:rPr lang="en-US" sz="1600" b="0" i="0" u="none" strike="noStrike" cap="none">
                  <a:solidFill>
                    <a:srgbClr val="000000"/>
                  </a:solidFill>
                  <a:latin typeface="Century Gothic"/>
                  <a:ea typeface="Century Gothic"/>
                  <a:cs typeface="Century Gothic"/>
                  <a:sym typeface="Century Gothic"/>
                </a:rPr>
                <a:t>[DISTINCT]</a:t>
              </a:r>
              <a:endParaRPr sz="1400" b="0" i="0" u="none" strike="noStrike" cap="none">
                <a:solidFill>
                  <a:srgbClr val="000000"/>
                </a:solidFill>
                <a:latin typeface="Arial"/>
                <a:ea typeface="Arial"/>
                <a:cs typeface="Arial"/>
                <a:sym typeface="Arial"/>
              </a:endParaRPr>
            </a:p>
          </p:txBody>
        </p:sp>
        <p:cxnSp>
          <p:nvCxnSpPr>
            <p:cNvPr id="1086" name="Google Shape;1086;p54"/>
            <p:cNvCxnSpPr/>
            <p:nvPr/>
          </p:nvCxnSpPr>
          <p:spPr>
            <a:xfrm>
              <a:off x="5044440" y="5257800"/>
              <a:ext cx="0" cy="609600"/>
            </a:xfrm>
            <a:prstGeom prst="straightConnector1">
              <a:avLst/>
            </a:prstGeom>
            <a:noFill/>
            <a:ln w="57150" cap="flat" cmpd="sng">
              <a:solidFill>
                <a:schemeClr val="dk1"/>
              </a:solidFill>
              <a:prstDash val="solid"/>
              <a:round/>
              <a:headEnd type="triangle" w="med" len="med"/>
              <a:tailEnd type="none" w="sm" len="sm"/>
            </a:ln>
          </p:spPr>
        </p:cxnSp>
        <p:cxnSp>
          <p:nvCxnSpPr>
            <p:cNvPr id="1087" name="Google Shape;1087;p54"/>
            <p:cNvCxnSpPr/>
            <p:nvPr/>
          </p:nvCxnSpPr>
          <p:spPr>
            <a:xfrm>
              <a:off x="5044440" y="3886200"/>
              <a:ext cx="0" cy="762000"/>
            </a:xfrm>
            <a:prstGeom prst="straightConnector1">
              <a:avLst/>
            </a:prstGeom>
            <a:noFill/>
            <a:ln w="57150" cap="flat" cmpd="sng">
              <a:solidFill>
                <a:schemeClr val="dk1"/>
              </a:solidFill>
              <a:prstDash val="solid"/>
              <a:round/>
              <a:headEnd type="triangle" w="med" len="med"/>
              <a:tailEnd type="none" w="sm" len="sm"/>
            </a:ln>
          </p:spPr>
        </p:cxnSp>
        <p:cxnSp>
          <p:nvCxnSpPr>
            <p:cNvPr id="1088" name="Google Shape;1088;p54"/>
            <p:cNvCxnSpPr/>
            <p:nvPr/>
          </p:nvCxnSpPr>
          <p:spPr>
            <a:xfrm>
              <a:off x="7863840" y="5257800"/>
              <a:ext cx="0" cy="609600"/>
            </a:xfrm>
            <a:prstGeom prst="straightConnector1">
              <a:avLst/>
            </a:prstGeom>
            <a:noFill/>
            <a:ln w="57150" cap="flat" cmpd="sng">
              <a:solidFill>
                <a:schemeClr val="dk1"/>
              </a:solidFill>
              <a:prstDash val="solid"/>
              <a:round/>
              <a:headEnd type="triangle" w="med" len="med"/>
              <a:tailEnd type="none" w="sm" len="sm"/>
            </a:ln>
          </p:spPr>
        </p:cxnSp>
        <p:cxnSp>
          <p:nvCxnSpPr>
            <p:cNvPr id="1089" name="Google Shape;1089;p54"/>
            <p:cNvCxnSpPr/>
            <p:nvPr/>
          </p:nvCxnSpPr>
          <p:spPr>
            <a:xfrm>
              <a:off x="7863840" y="3886200"/>
              <a:ext cx="0" cy="762000"/>
            </a:xfrm>
            <a:prstGeom prst="straightConnector1">
              <a:avLst/>
            </a:prstGeom>
            <a:noFill/>
            <a:ln w="57150" cap="flat" cmpd="sng">
              <a:solidFill>
                <a:schemeClr val="dk1"/>
              </a:solidFill>
              <a:prstDash val="solid"/>
              <a:round/>
              <a:headEnd type="triangle" w="med" len="med"/>
              <a:tailEnd type="none" w="sm" len="sm"/>
            </a:ln>
          </p:spPr>
        </p:cxnSp>
        <p:sp>
          <p:nvSpPr>
            <p:cNvPr id="1090" name="Google Shape;1090;p54"/>
            <p:cNvSpPr/>
            <p:nvPr/>
          </p:nvSpPr>
          <p:spPr>
            <a:xfrm>
              <a:off x="5044440" y="2895600"/>
              <a:ext cx="1981200" cy="3276600"/>
            </a:xfrm>
            <a:custGeom>
              <a:avLst/>
              <a:gdLst/>
              <a:ahLst/>
              <a:cxnLst/>
              <a:rect l="l" t="t" r="r" b="b"/>
              <a:pathLst>
                <a:path w="1248" h="2064" extrusionOk="0">
                  <a:moveTo>
                    <a:pt x="0" y="240"/>
                  </a:moveTo>
                  <a:lnTo>
                    <a:pt x="0" y="0"/>
                  </a:lnTo>
                  <a:lnTo>
                    <a:pt x="672" y="0"/>
                  </a:lnTo>
                  <a:lnTo>
                    <a:pt x="672" y="2064"/>
                  </a:lnTo>
                  <a:lnTo>
                    <a:pt x="1248" y="2064"/>
                  </a:lnTo>
                </a:path>
              </a:pathLst>
            </a:custGeom>
            <a:noFill/>
            <a:ln w="57150" cap="flat" cmpd="sng">
              <a:solidFill>
                <a:schemeClr val="dk1"/>
              </a:solidFill>
              <a:prstDash val="solid"/>
              <a:round/>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Rockwell"/>
                <a:buNone/>
              </a:pPr>
              <a:endParaRPr sz="1400" b="0" i="0" u="none" strike="noStrike" cap="none">
                <a:solidFill>
                  <a:srgbClr val="000000"/>
                </a:solidFill>
                <a:latin typeface="Century Gothic"/>
                <a:ea typeface="Century Gothic"/>
                <a:cs typeface="Century Gothic"/>
                <a:sym typeface="Century Gothic"/>
              </a:endParaRPr>
            </a:p>
          </p:txBody>
        </p:sp>
        <p:cxnSp>
          <p:nvCxnSpPr>
            <p:cNvPr id="1091" name="Google Shape;1091;p54"/>
            <p:cNvCxnSpPr/>
            <p:nvPr/>
          </p:nvCxnSpPr>
          <p:spPr>
            <a:xfrm>
              <a:off x="7863840" y="2667000"/>
              <a:ext cx="0" cy="609600"/>
            </a:xfrm>
            <a:prstGeom prst="straightConnector1">
              <a:avLst/>
            </a:prstGeom>
            <a:noFill/>
            <a:ln w="57150" cap="flat" cmpd="sng">
              <a:solidFill>
                <a:schemeClr val="dk1"/>
              </a:solidFill>
              <a:prstDash val="solid"/>
              <a:round/>
              <a:headEnd type="triangle" w="med" len="med"/>
              <a:tailEnd type="none" w="sm" len="sm"/>
            </a:ln>
          </p:spPr>
        </p:cxnSp>
      </p:gr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D1B55E4-2B2E-FED9-575A-0259EB2B2BEF}"/>
                  </a:ext>
                </a:extLst>
              </p14:cNvPr>
              <p14:cNvContentPartPr/>
              <p14:nvPr/>
            </p14:nvContentPartPr>
            <p14:xfrm>
              <a:off x="6120720" y="5706720"/>
              <a:ext cx="2019960" cy="309960"/>
            </p14:xfrm>
          </p:contentPart>
        </mc:Choice>
        <mc:Fallback xmlns="">
          <p:pic>
            <p:nvPicPr>
              <p:cNvPr id="2" name="Ink 1">
                <a:extLst>
                  <a:ext uri="{FF2B5EF4-FFF2-40B4-BE49-F238E27FC236}">
                    <a16:creationId xmlns:a16="http://schemas.microsoft.com/office/drawing/2014/main" id="{2D1B55E4-2B2E-FED9-575A-0259EB2B2BEF}"/>
                  </a:ext>
                </a:extLst>
              </p:cNvPr>
              <p:cNvPicPr/>
              <p:nvPr/>
            </p:nvPicPr>
            <p:blipFill>
              <a:blip r:embed="rId4"/>
              <a:stretch>
                <a:fillRect/>
              </a:stretch>
            </p:blipFill>
            <p:spPr>
              <a:xfrm>
                <a:off x="6111360" y="5697360"/>
                <a:ext cx="2038680" cy="32868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55"/>
          <p:cNvSpPr txBox="1">
            <a:spLocks noGrp="1"/>
          </p:cNvSpPr>
          <p:nvPr>
            <p:ph type="title"/>
          </p:nvPr>
        </p:nvSpPr>
        <p:spPr>
          <a:xfrm>
            <a:off x="838200" y="86506"/>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TEST YOUR UNDERSTANDING #2</a:t>
            </a:r>
            <a:endParaRPr/>
          </a:p>
        </p:txBody>
      </p:sp>
      <p:sp>
        <p:nvSpPr>
          <p:cNvPr id="1098" name="Google Shape;1098;p55"/>
          <p:cNvSpPr txBox="1">
            <a:spLocks noGrp="1"/>
          </p:cNvSpPr>
          <p:nvPr>
            <p:ph type="body" idx="1"/>
          </p:nvPr>
        </p:nvSpPr>
        <p:spPr>
          <a:xfrm>
            <a:off x="838200" y="1825625"/>
            <a:ext cx="10515600" cy="3971493"/>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a:solidFill>
                  <a:srgbClr val="FF0000"/>
                </a:solidFill>
                <a:latin typeface="Lucida Sans"/>
                <a:ea typeface="Lucida Sans"/>
                <a:cs typeface="Lucida Sans"/>
                <a:sym typeface="Lucida Sans"/>
              </a:rPr>
              <a:t>SELECT</a:t>
            </a:r>
            <a:r>
              <a:rPr lang="en-US" sz="2400">
                <a:latin typeface="Lucida Sans"/>
                <a:ea typeface="Lucida Sans"/>
                <a:cs typeface="Lucida Sans"/>
                <a:sym typeface="Lucida Sans"/>
              </a:rPr>
              <a:t> ????</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FROM </a:t>
            </a:r>
            <a:r>
              <a:rPr lang="en-US" sz="2400">
                <a:latin typeface="Lucida Sans"/>
                <a:ea typeface="Lucida Sans"/>
                <a:cs typeface="Lucida Sans"/>
                <a:sym typeface="Lucida Sans"/>
              </a:rPr>
              <a:t>tips </a:t>
            </a:r>
            <a:br>
              <a:rPr lang="en-US" sz="2400" i="1">
                <a:latin typeface="Lucida Sans"/>
                <a:ea typeface="Lucida Sans"/>
                <a:cs typeface="Lucida Sans"/>
                <a:sym typeface="Lucida Sans"/>
              </a:rPr>
            </a:br>
            <a:r>
              <a:rPr lang="en-US" sz="2400">
                <a:solidFill>
                  <a:schemeClr val="lt2"/>
                </a:solidFill>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WHERE </a:t>
            </a:r>
            <a:r>
              <a:rPr lang="en-US" sz="2400">
                <a:latin typeface="Lucida Sans"/>
                <a:ea typeface="Lucida Sans"/>
                <a:cs typeface="Lucida Sans"/>
                <a:sym typeface="Lucida Sans"/>
              </a:rPr>
              <a:t>????</a:t>
            </a:r>
            <a:br>
              <a:rPr lang="en-US" sz="2400">
                <a:latin typeface="Lucida Sans"/>
                <a:ea typeface="Lucida Sans"/>
                <a:cs typeface="Lucida Sans"/>
                <a:sym typeface="Lucida Sans"/>
              </a:rPr>
            </a:br>
            <a:r>
              <a:rPr lang="en-US" sz="2400">
                <a:solidFill>
                  <a:schemeClr val="lt2"/>
                </a:solidFill>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GROUP BY </a:t>
            </a:r>
            <a:r>
              <a:rPr lang="en-US" sz="2400">
                <a:latin typeface="Lucida Sans"/>
                <a:ea typeface="Lucida Sans"/>
                <a:cs typeface="Lucida Sans"/>
                <a:sym typeface="Lucida Sans"/>
              </a:rPr>
              <a:t>???? </a:t>
            </a:r>
            <a:br>
              <a:rPr lang="en-US" sz="2400">
                <a:solidFill>
                  <a:schemeClr val="lt2"/>
                </a:solidFill>
                <a:latin typeface="Lucida Sans"/>
                <a:ea typeface="Lucida Sans"/>
                <a:cs typeface="Lucida Sans"/>
                <a:sym typeface="Lucida Sans"/>
              </a:rPr>
            </a:br>
            <a:r>
              <a:rPr lang="en-US" sz="2400">
                <a:solidFill>
                  <a:srgbClr val="FF0000"/>
                </a:solidFill>
                <a:latin typeface="Lucida Sans"/>
                <a:ea typeface="Lucida Sans"/>
                <a:cs typeface="Lucida Sans"/>
                <a:sym typeface="Lucida Sans"/>
              </a:rPr>
              <a:t>HAVING </a:t>
            </a:r>
            <a:r>
              <a:rPr lang="en-US" sz="2400">
                <a:latin typeface="Lucida Sans"/>
                <a:ea typeface="Lucida Sans"/>
                <a:cs typeface="Lucida Sans"/>
                <a:sym typeface="Lucida Sans"/>
              </a:rPr>
              <a:t>????</a:t>
            </a:r>
            <a:br>
              <a:rPr lang="en-US" sz="2400">
                <a:solidFill>
                  <a:schemeClr val="lt2"/>
                </a:solidFill>
                <a:latin typeface="Lucida Sans"/>
                <a:ea typeface="Lucida Sans"/>
                <a:cs typeface="Lucida Sans"/>
                <a:sym typeface="Lucida Sans"/>
              </a:rPr>
            </a:br>
            <a:r>
              <a:rPr lang="en-US" sz="2400">
                <a:solidFill>
                  <a:schemeClr val="lt2"/>
                </a:solidFill>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ORDER BY </a:t>
            </a:r>
            <a:r>
              <a:rPr lang="en-US" sz="2400">
                <a:latin typeface="Lucida Sans"/>
                <a:ea typeface="Lucida Sans"/>
                <a:cs typeface="Lucida Sans"/>
                <a:sym typeface="Lucida Sans"/>
              </a:rPr>
              <a:t>????</a:t>
            </a:r>
            <a:br>
              <a:rPr lang="en-US" sz="2400">
                <a:solidFill>
                  <a:srgbClr val="FF0000"/>
                </a:solidFill>
                <a:latin typeface="Lucida Sans"/>
                <a:ea typeface="Lucida Sans"/>
                <a:cs typeface="Lucida Sans"/>
                <a:sym typeface="Lucida Sans"/>
              </a:rPr>
            </a:br>
            <a:endParaRPr sz="2400">
              <a:solidFill>
                <a:srgbClr val="FF0000"/>
              </a:solidFill>
              <a:latin typeface="Lucida Sans"/>
              <a:ea typeface="Lucida Sans"/>
              <a:cs typeface="Lucida Sans"/>
              <a:sym typeface="Lucida Sans"/>
            </a:endParaRPr>
          </a:p>
          <a:p>
            <a:pPr marL="14287" lvl="0" indent="0" algn="l" rtl="0">
              <a:lnSpc>
                <a:spcPct val="100000"/>
              </a:lnSpc>
              <a:spcBef>
                <a:spcPts val="1200"/>
              </a:spcBef>
              <a:spcAft>
                <a:spcPts val="0"/>
              </a:spcAft>
              <a:buSzPts val="2040"/>
              <a:buNone/>
            </a:pPr>
            <a:r>
              <a:rPr lang="en-US" sz="2400">
                <a:latin typeface="Rockwell"/>
                <a:ea typeface="Rockwell"/>
                <a:cs typeface="Rockwell"/>
                <a:sym typeface="Rockwell"/>
              </a:rPr>
              <a:t>Suppose we want to compare smoker vs. non-smoker and female vs. male tips for weekend diners. Create a table ordered by percentage tip that gives the average tip for all four possibilities.</a:t>
            </a:r>
            <a:endParaRPr/>
          </a:p>
        </p:txBody>
      </p:sp>
      <p:pic>
        <p:nvPicPr>
          <p:cNvPr id="1099" name="Google Shape;1099;p55"/>
          <p:cNvPicPr preferRelativeResize="0"/>
          <p:nvPr/>
        </p:nvPicPr>
        <p:blipFill rotWithShape="1">
          <a:blip r:embed="rId3">
            <a:alphaModFix/>
          </a:blip>
          <a:srcRect/>
          <a:stretch/>
        </p:blipFill>
        <p:spPr>
          <a:xfrm>
            <a:off x="4074619" y="1317825"/>
            <a:ext cx="7421421" cy="3067745"/>
          </a:xfrm>
          <a:prstGeom prst="rect">
            <a:avLst/>
          </a:prstGeom>
          <a:noFill/>
          <a:ln>
            <a:noFill/>
          </a:ln>
        </p:spPr>
      </p:pic>
      <p:pic>
        <p:nvPicPr>
          <p:cNvPr id="1100" name="Google Shape;1100;p55"/>
          <p:cNvPicPr preferRelativeResize="0"/>
          <p:nvPr/>
        </p:nvPicPr>
        <p:blipFill rotWithShape="1">
          <a:blip r:embed="rId4">
            <a:alphaModFix/>
          </a:blip>
          <a:srcRect/>
          <a:stretch/>
        </p:blipFill>
        <p:spPr>
          <a:xfrm>
            <a:off x="8020427" y="5296214"/>
            <a:ext cx="2269662" cy="1475280"/>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E2FC32A4-36E6-F331-B18B-32EEA13FEA08}"/>
                  </a:ext>
                </a:extLst>
              </p14:cNvPr>
              <p14:cNvContentPartPr/>
              <p14:nvPr/>
            </p14:nvContentPartPr>
            <p14:xfrm>
              <a:off x="1778040" y="699480"/>
              <a:ext cx="8512560" cy="5422320"/>
            </p14:xfrm>
          </p:contentPart>
        </mc:Choice>
        <mc:Fallback xmlns="">
          <p:pic>
            <p:nvPicPr>
              <p:cNvPr id="2" name="Ink 1">
                <a:extLst>
                  <a:ext uri="{FF2B5EF4-FFF2-40B4-BE49-F238E27FC236}">
                    <a16:creationId xmlns:a16="http://schemas.microsoft.com/office/drawing/2014/main" id="{E2FC32A4-36E6-F331-B18B-32EEA13FEA08}"/>
                  </a:ext>
                </a:extLst>
              </p:cNvPr>
              <p:cNvPicPr/>
              <p:nvPr/>
            </p:nvPicPr>
            <p:blipFill>
              <a:blip r:embed="rId6"/>
              <a:stretch>
                <a:fillRect/>
              </a:stretch>
            </p:blipFill>
            <p:spPr>
              <a:xfrm>
                <a:off x="1768680" y="690120"/>
                <a:ext cx="8531280" cy="5441040"/>
              </a:xfrm>
              <a:prstGeom prst="rect">
                <a:avLst/>
              </a:prstGeom>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p5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TEST YOUR UNDERSTANDING #2</a:t>
            </a:r>
            <a:endParaRPr/>
          </a:p>
        </p:txBody>
      </p:sp>
      <p:sp>
        <p:nvSpPr>
          <p:cNvPr id="1107" name="Google Shape;1107;p56"/>
          <p:cNvSpPr txBox="1">
            <a:spLocks noGrp="1"/>
          </p:cNvSpPr>
          <p:nvPr>
            <p:ph type="body" idx="1"/>
          </p:nvPr>
        </p:nvSpPr>
        <p:spPr>
          <a:xfrm>
            <a:off x="838200" y="1825625"/>
            <a:ext cx="10515600" cy="4711700"/>
          </a:xfrm>
          <a:prstGeom prst="rect">
            <a:avLst/>
          </a:prstGeom>
          <a:noFill/>
          <a:ln>
            <a:noFill/>
          </a:ln>
        </p:spPr>
        <p:txBody>
          <a:bodyPr spcFirstLastPara="1" wrap="square" lIns="91425" tIns="45700" rIns="91425" bIns="45700" anchor="t" anchorCtr="0">
            <a:normAutofit/>
          </a:bodyPr>
          <a:lstStyle/>
          <a:p>
            <a:pPr marL="14287" lvl="0" indent="0" algn="l" rtl="0">
              <a:lnSpc>
                <a:spcPct val="100000"/>
              </a:lnSpc>
              <a:spcBef>
                <a:spcPts val="0"/>
              </a:spcBef>
              <a:spcAft>
                <a:spcPts val="0"/>
              </a:spcAft>
              <a:buSzPts val="2040"/>
              <a:buNone/>
            </a:pPr>
            <a:r>
              <a:rPr lang="en-US" sz="2400">
                <a:solidFill>
                  <a:srgbClr val="FF0000"/>
                </a:solidFill>
                <a:latin typeface="Lucida Sans"/>
                <a:ea typeface="Lucida Sans"/>
                <a:cs typeface="Lucida Sans"/>
                <a:sym typeface="Lucida Sans"/>
              </a:rPr>
              <a:t>SELECT</a:t>
            </a:r>
            <a:r>
              <a:rPr lang="en-US" sz="2400">
                <a:latin typeface="Lucida Sans"/>
                <a:ea typeface="Lucida Sans"/>
                <a:cs typeface="Lucida Sans"/>
                <a:sym typeface="Lucida Sans"/>
              </a:rPr>
              <a:t> sex, smoker, avg(tip/total_bill) as pct</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FROM </a:t>
            </a:r>
            <a:r>
              <a:rPr lang="en-US" sz="2400">
                <a:latin typeface="Lucida Sans"/>
                <a:ea typeface="Lucida Sans"/>
                <a:cs typeface="Lucida Sans"/>
                <a:sym typeface="Lucida Sans"/>
              </a:rPr>
              <a:t>tips </a:t>
            </a:r>
            <a:br>
              <a:rPr lang="en-US" sz="2400" i="1">
                <a:latin typeface="Lucida Sans"/>
                <a:ea typeface="Lucida Sans"/>
                <a:cs typeface="Lucida Sans"/>
                <a:sym typeface="Lucida Sans"/>
              </a:rPr>
            </a:br>
            <a:r>
              <a:rPr lang="en-US" sz="2400">
                <a:solidFill>
                  <a:schemeClr val="lt2"/>
                </a:solidFill>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WHERE </a:t>
            </a:r>
            <a:r>
              <a:rPr lang="en-US" sz="2400">
                <a:latin typeface="Lucida Sans"/>
                <a:ea typeface="Lucida Sans"/>
                <a:cs typeface="Lucida Sans"/>
                <a:sym typeface="Lucida Sans"/>
              </a:rPr>
              <a:t>day = 'Sun' OR day = 'Sat'</a:t>
            </a:r>
            <a:br>
              <a:rPr lang="en-US" sz="2400">
                <a:latin typeface="Lucida Sans"/>
                <a:ea typeface="Lucida Sans"/>
                <a:cs typeface="Lucida Sans"/>
                <a:sym typeface="Lucida Sans"/>
              </a:rPr>
            </a:br>
            <a:r>
              <a:rPr lang="en-US" sz="2400">
                <a:solidFill>
                  <a:schemeClr val="lt2"/>
                </a:solidFill>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GROUP BY </a:t>
            </a:r>
            <a:r>
              <a:rPr lang="en-US" sz="2400">
                <a:latin typeface="Lucida Sans"/>
                <a:ea typeface="Lucida Sans"/>
                <a:cs typeface="Lucida Sans"/>
                <a:sym typeface="Lucida Sans"/>
              </a:rPr>
              <a:t>sex, smoker </a:t>
            </a:r>
            <a:br>
              <a:rPr lang="en-US" sz="2400">
                <a:solidFill>
                  <a:schemeClr val="lt2"/>
                </a:solidFill>
                <a:latin typeface="Lucida Sans"/>
                <a:ea typeface="Lucida Sans"/>
                <a:cs typeface="Lucida Sans"/>
                <a:sym typeface="Lucida Sans"/>
              </a:rPr>
            </a:br>
            <a:r>
              <a:rPr lang="en-US" sz="2400" strike="sngStrike">
                <a:solidFill>
                  <a:srgbClr val="FF0000"/>
                </a:solidFill>
                <a:latin typeface="Lucida Sans"/>
                <a:ea typeface="Lucida Sans"/>
                <a:cs typeface="Lucida Sans"/>
                <a:sym typeface="Lucida Sans"/>
              </a:rPr>
              <a:t>HAVING</a:t>
            </a:r>
            <a:r>
              <a:rPr lang="en-US" sz="2400">
                <a:solidFill>
                  <a:srgbClr val="FF0000"/>
                </a:solidFill>
                <a:latin typeface="Lucida Sans"/>
                <a:ea typeface="Lucida Sans"/>
                <a:cs typeface="Lucida Sans"/>
                <a:sym typeface="Lucida Sans"/>
              </a:rPr>
              <a:t> </a:t>
            </a:r>
            <a:br>
              <a:rPr lang="en-US" sz="2400">
                <a:solidFill>
                  <a:schemeClr val="lt2"/>
                </a:solidFill>
                <a:latin typeface="Lucida Sans"/>
                <a:ea typeface="Lucida Sans"/>
                <a:cs typeface="Lucida Sans"/>
                <a:sym typeface="Lucida Sans"/>
              </a:rPr>
            </a:br>
            <a:r>
              <a:rPr lang="en-US" sz="2400">
                <a:solidFill>
                  <a:schemeClr val="lt2"/>
                </a:solidFill>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ORDER BY </a:t>
            </a:r>
            <a:r>
              <a:rPr lang="en-US" sz="2400">
                <a:latin typeface="Lucida Sans"/>
                <a:ea typeface="Lucida Sans"/>
                <a:cs typeface="Lucida Sans"/>
                <a:sym typeface="Lucida Sans"/>
              </a:rPr>
              <a:t>pct</a:t>
            </a:r>
            <a:br>
              <a:rPr lang="en-US" sz="2400">
                <a:solidFill>
                  <a:srgbClr val="FF0000"/>
                </a:solidFill>
                <a:latin typeface="Lucida Sans"/>
                <a:ea typeface="Lucida Sans"/>
                <a:cs typeface="Lucida Sans"/>
                <a:sym typeface="Lucida Sans"/>
              </a:rPr>
            </a:br>
            <a:endParaRPr sz="2400">
              <a:solidFill>
                <a:srgbClr val="FF0000"/>
              </a:solidFill>
              <a:latin typeface="Lucida Sans"/>
              <a:ea typeface="Lucida Sans"/>
              <a:cs typeface="Lucida Sans"/>
              <a:sym typeface="Lucida Sans"/>
            </a:endParaRPr>
          </a:p>
          <a:p>
            <a:pPr marL="14287" lvl="0" indent="0" algn="l" rtl="0">
              <a:lnSpc>
                <a:spcPct val="100000"/>
              </a:lnSpc>
              <a:spcBef>
                <a:spcPts val="1200"/>
              </a:spcBef>
              <a:spcAft>
                <a:spcPts val="0"/>
              </a:spcAft>
              <a:buSzPts val="2040"/>
              <a:buNone/>
            </a:pPr>
            <a:endParaRPr sz="2400">
              <a:solidFill>
                <a:srgbClr val="FF0000"/>
              </a:solidFill>
              <a:latin typeface="Lucida Sans"/>
              <a:ea typeface="Lucida Sans"/>
              <a:cs typeface="Lucida Sans"/>
              <a:sym typeface="Lucida Sans"/>
            </a:endParaRPr>
          </a:p>
          <a:p>
            <a:pPr marL="14287" lvl="0" indent="0" algn="l" rtl="0">
              <a:lnSpc>
                <a:spcPct val="100000"/>
              </a:lnSpc>
              <a:spcBef>
                <a:spcPts val="1200"/>
              </a:spcBef>
              <a:spcAft>
                <a:spcPts val="0"/>
              </a:spcAft>
              <a:buSzPts val="2040"/>
              <a:buNone/>
            </a:pPr>
            <a:r>
              <a:rPr lang="en-US" sz="2400">
                <a:latin typeface="Rockwell"/>
                <a:ea typeface="Rockwell"/>
                <a:cs typeface="Rockwell"/>
                <a:sym typeface="Rockwell"/>
              </a:rPr>
              <a:t>Suppose we want to compare smoker vs. non-smoker and female vs. male tips for weekend diners. Create a table ordered by percentage tip that gives the average tip for all four possibilities.</a:t>
            </a:r>
            <a:endParaRPr/>
          </a:p>
        </p:txBody>
      </p:sp>
      <p:pic>
        <p:nvPicPr>
          <p:cNvPr id="1108" name="Google Shape;1108;p56"/>
          <p:cNvPicPr preferRelativeResize="0"/>
          <p:nvPr/>
        </p:nvPicPr>
        <p:blipFill rotWithShape="1">
          <a:blip r:embed="rId3">
            <a:alphaModFix/>
          </a:blip>
          <a:srcRect/>
          <a:stretch/>
        </p:blipFill>
        <p:spPr>
          <a:xfrm>
            <a:off x="7679617" y="2421705"/>
            <a:ext cx="3899825" cy="2534886"/>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B44326B-B901-46F8-C8D1-3F01B2879370}"/>
                  </a:ext>
                </a:extLst>
              </p14:cNvPr>
              <p14:cNvContentPartPr/>
              <p14:nvPr/>
            </p14:nvContentPartPr>
            <p14:xfrm>
              <a:off x="4206600" y="2221920"/>
              <a:ext cx="2267640" cy="81000"/>
            </p14:xfrm>
          </p:contentPart>
        </mc:Choice>
        <mc:Fallback xmlns="">
          <p:pic>
            <p:nvPicPr>
              <p:cNvPr id="2" name="Ink 1">
                <a:extLst>
                  <a:ext uri="{FF2B5EF4-FFF2-40B4-BE49-F238E27FC236}">
                    <a16:creationId xmlns:a16="http://schemas.microsoft.com/office/drawing/2014/main" id="{BB44326B-B901-46F8-C8D1-3F01B2879370}"/>
                  </a:ext>
                </a:extLst>
              </p:cNvPr>
              <p:cNvPicPr/>
              <p:nvPr/>
            </p:nvPicPr>
            <p:blipFill>
              <a:blip r:embed="rId5"/>
              <a:stretch>
                <a:fillRect/>
              </a:stretch>
            </p:blipFill>
            <p:spPr>
              <a:xfrm>
                <a:off x="4197240" y="2212560"/>
                <a:ext cx="2286360" cy="99720"/>
              </a:xfrm>
              <a:prstGeom prst="rect">
                <a:avLst/>
              </a:prstGeom>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58"/>
        <p:cNvGrpSpPr/>
        <p:nvPr/>
      </p:nvGrpSpPr>
      <p:grpSpPr>
        <a:xfrm>
          <a:off x="0" y="0"/>
          <a:ext cx="0" cy="0"/>
          <a:chOff x="0" y="0"/>
          <a:chExt cx="0" cy="0"/>
        </a:xfrm>
      </p:grpSpPr>
      <p:sp>
        <p:nvSpPr>
          <p:cNvPr id="1259" name="Google Shape;1259;p65"/>
          <p:cNvSpPr txBox="1">
            <a:spLocks noGrp="1"/>
          </p:cNvSpPr>
          <p:nvPr>
            <p:ph type="title"/>
          </p:nvPr>
        </p:nvSpPr>
        <p:spPr>
          <a:xfrm>
            <a:off x="2167128" y="1225296"/>
            <a:ext cx="9281160" cy="352044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8000"/>
              <a:buFont typeface="Rockwell"/>
              <a:buNone/>
            </a:pPr>
            <a:r>
              <a:rPr lang="en-US"/>
              <a:t>DATA IN THE ORGANIZATION</a:t>
            </a:r>
            <a:endParaRPr/>
          </a:p>
        </p:txBody>
      </p:sp>
      <p:sp>
        <p:nvSpPr>
          <p:cNvPr id="1260" name="Google Shape;1260;p65"/>
          <p:cNvSpPr txBox="1">
            <a:spLocks noGrp="1"/>
          </p:cNvSpPr>
          <p:nvPr>
            <p:ph type="body" idx="1"/>
          </p:nvPr>
        </p:nvSpPr>
        <p:spPr>
          <a:xfrm>
            <a:off x="3224553" y="3678936"/>
            <a:ext cx="9052560" cy="1066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US" dirty="0"/>
              <a:t>Alert: Watch out for lots of buzzwords</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p66"/>
          <p:cNvSpPr txBox="1">
            <a:spLocks noGrp="1"/>
          </p:cNvSpPr>
          <p:nvPr>
            <p:ph type="title"/>
          </p:nvPr>
        </p:nvSpPr>
        <p:spPr>
          <a:xfrm>
            <a:off x="717176" y="92824"/>
            <a:ext cx="9308826"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MULTIDIMENSIONAL DATA MODEL</a:t>
            </a:r>
            <a:endParaRPr i="1" dirty="0"/>
          </a:p>
        </p:txBody>
      </p:sp>
      <p:graphicFrame>
        <p:nvGraphicFramePr>
          <p:cNvPr id="1267" name="Google Shape;1267;p66"/>
          <p:cNvGraphicFramePr/>
          <p:nvPr/>
        </p:nvGraphicFramePr>
        <p:xfrm>
          <a:off x="403412" y="1667933"/>
          <a:ext cx="3106975" cy="7046150"/>
        </p:xfrm>
        <a:graphic>
          <a:graphicData uri="http://schemas.openxmlformats.org/drawingml/2006/table">
            <a:tbl>
              <a:tblPr firstRow="1" bandRow="1">
                <a:noFill/>
              </a:tblPr>
              <a:tblGrid>
                <a:gridCol w="638950">
                  <a:extLst>
                    <a:ext uri="{9D8B030D-6E8A-4147-A177-3AD203B41FA5}">
                      <a16:colId xmlns:a16="http://schemas.microsoft.com/office/drawing/2014/main" val="20000"/>
                    </a:ext>
                  </a:extLst>
                </a:gridCol>
                <a:gridCol w="937850">
                  <a:extLst>
                    <a:ext uri="{9D8B030D-6E8A-4147-A177-3AD203B41FA5}">
                      <a16:colId xmlns:a16="http://schemas.microsoft.com/office/drawing/2014/main" val="20001"/>
                    </a:ext>
                  </a:extLst>
                </a:gridCol>
                <a:gridCol w="773325">
                  <a:extLst>
                    <a:ext uri="{9D8B030D-6E8A-4147-A177-3AD203B41FA5}">
                      <a16:colId xmlns:a16="http://schemas.microsoft.com/office/drawing/2014/main" val="20002"/>
                    </a:ext>
                  </a:extLst>
                </a:gridCol>
                <a:gridCol w="756850">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pid</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timeid</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locid</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sales</a:t>
                      </a:r>
                      <a:endParaRPr sz="1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25</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8</a:t>
                      </a:r>
                      <a:endParaRPr sz="1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15</a:t>
                      </a:r>
                      <a:endParaRPr sz="14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30</a:t>
                      </a:r>
                      <a:endParaRPr sz="1400" u="none" strike="noStrike" cap="none"/>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20</a:t>
                      </a:r>
                      <a:endParaRPr sz="1400" u="none" strike="noStrike" cap="none"/>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50</a:t>
                      </a:r>
                      <a:endParaRPr sz="1400" u="none" strike="noStrike" cap="none"/>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8</a:t>
                      </a:r>
                      <a:endParaRPr sz="1400" u="none" strike="noStrike" cap="none"/>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10</a:t>
                      </a:r>
                      <a:endParaRPr sz="1400" u="none" strike="noStrike" cap="none"/>
                    </a:p>
                  </a:txBody>
                  <a:tcPr marL="91450" marR="91450" marT="45725" marB="45725"/>
                </a:tc>
                <a:extLst>
                  <a:ext uri="{0D108BD9-81ED-4DB2-BD59-A6C34878D82A}">
                    <a16:rowId xmlns:a16="http://schemas.microsoft.com/office/drawing/2014/main" val="10008"/>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10</a:t>
                      </a:r>
                      <a:endParaRPr sz="1400" u="none" strike="noStrike" cap="none"/>
                    </a:p>
                  </a:txBody>
                  <a:tcPr marL="91450" marR="91450" marT="45725" marB="45725"/>
                </a:tc>
                <a:extLst>
                  <a:ext uri="{0D108BD9-81ED-4DB2-BD59-A6C34878D82A}">
                    <a16:rowId xmlns:a16="http://schemas.microsoft.com/office/drawing/2014/main" val="10009"/>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35</a:t>
                      </a:r>
                      <a:endParaRPr sz="1400" u="none" strike="noStrike" cap="none"/>
                    </a:p>
                  </a:txBody>
                  <a:tcPr marL="91450" marR="91450" marT="45725" marB="45725"/>
                </a:tc>
                <a:extLst>
                  <a:ext uri="{0D108BD9-81ED-4DB2-BD59-A6C34878D82A}">
                    <a16:rowId xmlns:a16="http://schemas.microsoft.com/office/drawing/2014/main" val="10010"/>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22</a:t>
                      </a:r>
                      <a:endParaRPr sz="1400" u="none" strike="noStrike" cap="none"/>
                    </a:p>
                  </a:txBody>
                  <a:tcPr marL="91450" marR="91450" marT="45725" marB="45725"/>
                </a:tc>
                <a:extLst>
                  <a:ext uri="{0D108BD9-81ED-4DB2-BD59-A6C34878D82A}">
                    <a16:rowId xmlns:a16="http://schemas.microsoft.com/office/drawing/2014/main" val="10011"/>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10</a:t>
                      </a:r>
                      <a:endParaRPr sz="1400" u="none" strike="noStrike" cap="none"/>
                    </a:p>
                  </a:txBody>
                  <a:tcPr marL="91450" marR="91450" marT="45725" marB="45725"/>
                </a:tc>
                <a:extLst>
                  <a:ext uri="{0D108BD9-81ED-4DB2-BD59-A6C34878D82A}">
                    <a16:rowId xmlns:a16="http://schemas.microsoft.com/office/drawing/2014/main" val="10012"/>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26</a:t>
                      </a:r>
                      <a:endParaRPr sz="1400" u="none" strike="noStrike" cap="none"/>
                    </a:p>
                  </a:txBody>
                  <a:tcPr marL="91450" marR="91450" marT="45725" marB="45725"/>
                </a:tc>
                <a:extLst>
                  <a:ext uri="{0D108BD9-81ED-4DB2-BD59-A6C34878D82A}">
                    <a16:rowId xmlns:a16="http://schemas.microsoft.com/office/drawing/2014/main" val="10013"/>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45</a:t>
                      </a:r>
                      <a:endParaRPr sz="1400" u="none" strike="noStrike" cap="none"/>
                    </a:p>
                  </a:txBody>
                  <a:tcPr marL="91450" marR="91450" marT="45725" marB="45725"/>
                </a:tc>
                <a:extLst>
                  <a:ext uri="{0D108BD9-81ED-4DB2-BD59-A6C34878D82A}">
                    <a16:rowId xmlns:a16="http://schemas.microsoft.com/office/drawing/2014/main" val="10014"/>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20</a:t>
                      </a:r>
                      <a:endParaRPr sz="1400" u="none" strike="noStrike" cap="none"/>
                    </a:p>
                  </a:txBody>
                  <a:tcPr marL="91450" marR="91450" marT="45725" marB="45725"/>
                </a:tc>
                <a:extLst>
                  <a:ext uri="{0D108BD9-81ED-4DB2-BD59-A6C34878D82A}">
                    <a16:rowId xmlns:a16="http://schemas.microsoft.com/office/drawing/2014/main" val="10015"/>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20</a:t>
                      </a:r>
                      <a:endParaRPr sz="1400" u="none" strike="noStrike" cap="none"/>
                    </a:p>
                  </a:txBody>
                  <a:tcPr marL="91450" marR="91450" marT="45725" marB="45725"/>
                </a:tc>
                <a:extLst>
                  <a:ext uri="{0D108BD9-81ED-4DB2-BD59-A6C34878D82A}">
                    <a16:rowId xmlns:a16="http://schemas.microsoft.com/office/drawing/2014/main" val="10016"/>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40</a:t>
                      </a:r>
                      <a:endParaRPr sz="1400" u="none" strike="noStrike" cap="none"/>
                    </a:p>
                  </a:txBody>
                  <a:tcPr marL="91450" marR="91450" marT="45725" marB="45725"/>
                </a:tc>
                <a:extLst>
                  <a:ext uri="{0D108BD9-81ED-4DB2-BD59-A6C34878D82A}">
                    <a16:rowId xmlns:a16="http://schemas.microsoft.com/office/drawing/2014/main" val="10017"/>
                  </a:ext>
                </a:extLst>
              </a:tr>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5</a:t>
                      </a:r>
                      <a:endParaRPr sz="1400" u="none" strike="noStrike" cap="none"/>
                    </a:p>
                  </a:txBody>
                  <a:tcPr marL="91450" marR="91450" marT="45725" marB="45725"/>
                </a:tc>
                <a:extLst>
                  <a:ext uri="{0D108BD9-81ED-4DB2-BD59-A6C34878D82A}">
                    <a16:rowId xmlns:a16="http://schemas.microsoft.com/office/drawing/2014/main" val="10018"/>
                  </a:ext>
                </a:extLst>
              </a:tr>
            </a:tbl>
          </a:graphicData>
        </a:graphic>
      </p:graphicFrame>
      <p:sp>
        <p:nvSpPr>
          <p:cNvPr id="1268" name="Google Shape;1268;p66"/>
          <p:cNvSpPr txBox="1"/>
          <p:nvPr/>
        </p:nvSpPr>
        <p:spPr>
          <a:xfrm>
            <a:off x="403412" y="1248616"/>
            <a:ext cx="3314968"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1" u="none" strike="noStrike" cap="none">
                <a:solidFill>
                  <a:schemeClr val="dk1"/>
                </a:solidFill>
                <a:latin typeface="Rockwell"/>
                <a:ea typeface="Rockwell"/>
                <a:cs typeface="Rockwell"/>
                <a:sym typeface="Rockwell"/>
              </a:rPr>
              <a:t>Sales</a:t>
            </a:r>
            <a:r>
              <a:rPr lang="en-US" sz="2400" b="0" i="0" u="none" strike="noStrike" cap="none">
                <a:solidFill>
                  <a:schemeClr val="dk1"/>
                </a:solidFill>
                <a:latin typeface="Rockwell"/>
                <a:ea typeface="Rockwell"/>
                <a:cs typeface="Rockwell"/>
                <a:sym typeface="Rockwell"/>
              </a:rPr>
              <a:t> </a:t>
            </a:r>
            <a:r>
              <a:rPr lang="en-US" sz="2400" b="1" i="0" u="none" strike="noStrike" cap="none">
                <a:solidFill>
                  <a:schemeClr val="accent1"/>
                </a:solidFill>
                <a:latin typeface="Rockwell"/>
                <a:ea typeface="Rockwell"/>
                <a:cs typeface="Rockwell"/>
                <a:sym typeface="Rockwell"/>
              </a:rPr>
              <a:t>Fact Table</a:t>
            </a:r>
            <a:endParaRPr sz="1400" b="0" i="0" u="none" strike="noStrike" cap="none">
              <a:solidFill>
                <a:srgbClr val="000000"/>
              </a:solidFill>
              <a:latin typeface="Arial"/>
              <a:ea typeface="Arial"/>
              <a:cs typeface="Arial"/>
              <a:sym typeface="Arial"/>
            </a:endParaRPr>
          </a:p>
        </p:txBody>
      </p:sp>
      <p:graphicFrame>
        <p:nvGraphicFramePr>
          <p:cNvPr id="1269" name="Google Shape;1269;p66"/>
          <p:cNvGraphicFramePr/>
          <p:nvPr/>
        </p:nvGraphicFramePr>
        <p:xfrm>
          <a:off x="3829533" y="1667933"/>
          <a:ext cx="4173350" cy="1306800"/>
        </p:xfrm>
        <a:graphic>
          <a:graphicData uri="http://schemas.openxmlformats.org/drawingml/2006/table">
            <a:tbl>
              <a:tblPr firstRow="1" bandRow="1">
                <a:noFill/>
              </a:tblPr>
              <a:tblGrid>
                <a:gridCol w="761650">
                  <a:extLst>
                    <a:ext uri="{9D8B030D-6E8A-4147-A177-3AD203B41FA5}">
                      <a16:colId xmlns:a16="http://schemas.microsoft.com/office/drawing/2014/main" val="20000"/>
                    </a:ext>
                  </a:extLst>
                </a:gridCol>
                <a:gridCol w="1277325">
                  <a:extLst>
                    <a:ext uri="{9D8B030D-6E8A-4147-A177-3AD203B41FA5}">
                      <a16:colId xmlns:a16="http://schemas.microsoft.com/office/drawing/2014/main" val="20001"/>
                    </a:ext>
                  </a:extLst>
                </a:gridCol>
                <a:gridCol w="1166525">
                  <a:extLst>
                    <a:ext uri="{9D8B030D-6E8A-4147-A177-3AD203B41FA5}">
                      <a16:colId xmlns:a16="http://schemas.microsoft.com/office/drawing/2014/main" val="20002"/>
                    </a:ext>
                  </a:extLst>
                </a:gridCol>
                <a:gridCol w="967850">
                  <a:extLst>
                    <a:ext uri="{9D8B030D-6E8A-4147-A177-3AD203B41FA5}">
                      <a16:colId xmlns:a16="http://schemas.microsoft.com/office/drawing/2014/main" val="20003"/>
                    </a:ext>
                  </a:extLst>
                </a:gridCol>
              </a:tblGrid>
              <a:tr h="32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locid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city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state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country</a:t>
                      </a:r>
                      <a:endParaRPr sz="1400" u="none" strike="noStrike" cap="none"/>
                    </a:p>
                  </a:txBody>
                  <a:tcPr marL="91450" marR="91450" marT="45725" marB="45725"/>
                </a:tc>
                <a:extLst>
                  <a:ext uri="{0D108BD9-81ED-4DB2-BD59-A6C34878D82A}">
                    <a16:rowId xmlns:a16="http://schemas.microsoft.com/office/drawing/2014/main" val="10000"/>
                  </a:ext>
                </a:extLst>
              </a:tr>
              <a:tr h="32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Omaha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Nebraska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USA</a:t>
                      </a:r>
                      <a:endParaRPr sz="1400" u="none" strike="noStrike" cap="none"/>
                    </a:p>
                  </a:txBody>
                  <a:tcPr marL="91450" marR="91450" marT="45725" marB="45725"/>
                </a:tc>
                <a:extLst>
                  <a:ext uri="{0D108BD9-81ED-4DB2-BD59-A6C34878D82A}">
                    <a16:rowId xmlns:a16="http://schemas.microsoft.com/office/drawing/2014/main" val="10001"/>
                  </a:ext>
                </a:extLst>
              </a:tr>
              <a:tr h="32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Seoul</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Korea</a:t>
                      </a:r>
                      <a:endParaRPr sz="1400" u="none" strike="noStrike" cap="none"/>
                    </a:p>
                  </a:txBody>
                  <a:tcPr marL="91450" marR="91450" marT="45725" marB="45725"/>
                </a:tc>
                <a:extLst>
                  <a:ext uri="{0D108BD9-81ED-4DB2-BD59-A6C34878D82A}">
                    <a16:rowId xmlns:a16="http://schemas.microsoft.com/office/drawing/2014/main" val="10002"/>
                  </a:ext>
                </a:extLst>
              </a:tr>
              <a:tr h="32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Richmond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Virginia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USA</a:t>
                      </a:r>
                      <a:endParaRPr sz="1400" u="none" strike="noStrike" cap="none"/>
                    </a:p>
                  </a:txBody>
                  <a:tcPr marL="91450" marR="91450" marT="45725" marB="45725"/>
                </a:tc>
                <a:extLst>
                  <a:ext uri="{0D108BD9-81ED-4DB2-BD59-A6C34878D82A}">
                    <a16:rowId xmlns:a16="http://schemas.microsoft.com/office/drawing/2014/main" val="10003"/>
                  </a:ext>
                </a:extLst>
              </a:tr>
            </a:tbl>
          </a:graphicData>
        </a:graphic>
      </p:graphicFrame>
      <p:graphicFrame>
        <p:nvGraphicFramePr>
          <p:cNvPr id="1270" name="Google Shape;1270;p66"/>
          <p:cNvGraphicFramePr/>
          <p:nvPr/>
        </p:nvGraphicFramePr>
        <p:xfrm>
          <a:off x="3829533" y="3467357"/>
          <a:ext cx="3499300" cy="1296200"/>
        </p:xfrm>
        <a:graphic>
          <a:graphicData uri="http://schemas.openxmlformats.org/drawingml/2006/table">
            <a:tbl>
              <a:tblPr firstRow="1" bandRow="1">
                <a:noFill/>
              </a:tblPr>
              <a:tblGrid>
                <a:gridCol w="592900">
                  <a:extLst>
                    <a:ext uri="{9D8B030D-6E8A-4147-A177-3AD203B41FA5}">
                      <a16:colId xmlns:a16="http://schemas.microsoft.com/office/drawing/2014/main" val="20000"/>
                    </a:ext>
                  </a:extLst>
                </a:gridCol>
                <a:gridCol w="1045325">
                  <a:extLst>
                    <a:ext uri="{9D8B030D-6E8A-4147-A177-3AD203B41FA5}">
                      <a16:colId xmlns:a16="http://schemas.microsoft.com/office/drawing/2014/main" val="20001"/>
                    </a:ext>
                  </a:extLst>
                </a:gridCol>
                <a:gridCol w="1102850">
                  <a:extLst>
                    <a:ext uri="{9D8B030D-6E8A-4147-A177-3AD203B41FA5}">
                      <a16:colId xmlns:a16="http://schemas.microsoft.com/office/drawing/2014/main" val="20002"/>
                    </a:ext>
                  </a:extLst>
                </a:gridCol>
                <a:gridCol w="758225">
                  <a:extLst>
                    <a:ext uri="{9D8B030D-6E8A-4147-A177-3AD203B41FA5}">
                      <a16:colId xmlns:a16="http://schemas.microsoft.com/office/drawing/2014/main" val="20003"/>
                    </a:ext>
                  </a:extLst>
                </a:gridCol>
              </a:tblGrid>
              <a:tr h="3240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category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price</a:t>
                      </a:r>
                      <a:endParaRPr sz="1400" u="none" strike="noStrike" cap="none"/>
                    </a:p>
                  </a:txBody>
                  <a:tcPr marL="91450" marR="91450" marT="45725" marB="45725"/>
                </a:tc>
                <a:extLst>
                  <a:ext uri="{0D108BD9-81ED-4DB2-BD59-A6C34878D82A}">
                    <a16:rowId xmlns:a16="http://schemas.microsoft.com/office/drawing/2014/main" val="10000"/>
                  </a:ext>
                </a:extLst>
              </a:tr>
              <a:tr h="3240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Corn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Food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25</a:t>
                      </a:r>
                      <a:endParaRPr sz="1400" u="none" strike="noStrike" cap="none"/>
                    </a:p>
                  </a:txBody>
                  <a:tcPr marL="91450" marR="91450" marT="45725" marB="45725"/>
                </a:tc>
                <a:extLst>
                  <a:ext uri="{0D108BD9-81ED-4DB2-BD59-A6C34878D82A}">
                    <a16:rowId xmlns:a16="http://schemas.microsoft.com/office/drawing/2014/main" val="10001"/>
                  </a:ext>
                </a:extLst>
              </a:tr>
              <a:tr h="3240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Galaxy 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Phones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18</a:t>
                      </a:r>
                      <a:endParaRPr sz="1400" u="none" strike="noStrike" cap="none"/>
                    </a:p>
                  </a:txBody>
                  <a:tcPr marL="91450" marR="91450" marT="45725" marB="45725"/>
                </a:tc>
                <a:extLst>
                  <a:ext uri="{0D108BD9-81ED-4DB2-BD59-A6C34878D82A}">
                    <a16:rowId xmlns:a16="http://schemas.microsoft.com/office/drawing/2014/main" val="10002"/>
                  </a:ext>
                </a:extLst>
              </a:tr>
              <a:tr h="3240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Peanuts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Food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a:t>
                      </a:r>
                      <a:endParaRPr sz="1400" u="none" strike="noStrike" cap="none"/>
                    </a:p>
                  </a:txBody>
                  <a:tcPr marL="91450" marR="91450" marT="45725" marB="45725"/>
                </a:tc>
                <a:extLst>
                  <a:ext uri="{0D108BD9-81ED-4DB2-BD59-A6C34878D82A}">
                    <a16:rowId xmlns:a16="http://schemas.microsoft.com/office/drawing/2014/main" val="10003"/>
                  </a:ext>
                </a:extLst>
              </a:tr>
            </a:tbl>
          </a:graphicData>
        </a:graphic>
      </p:graphicFrame>
      <p:graphicFrame>
        <p:nvGraphicFramePr>
          <p:cNvPr id="1271" name="Google Shape;1271;p66"/>
          <p:cNvGraphicFramePr/>
          <p:nvPr/>
        </p:nvGraphicFramePr>
        <p:xfrm>
          <a:off x="3829533" y="5334277"/>
          <a:ext cx="3147200" cy="1306800"/>
        </p:xfrm>
        <a:graphic>
          <a:graphicData uri="http://schemas.openxmlformats.org/drawingml/2006/table">
            <a:tbl>
              <a:tblPr firstRow="1" bandRow="1">
                <a:noFill/>
              </a:tblPr>
              <a:tblGrid>
                <a:gridCol w="1086900">
                  <a:extLst>
                    <a:ext uri="{9D8B030D-6E8A-4147-A177-3AD203B41FA5}">
                      <a16:colId xmlns:a16="http://schemas.microsoft.com/office/drawing/2014/main" val="20000"/>
                    </a:ext>
                  </a:extLst>
                </a:gridCol>
                <a:gridCol w="1123800">
                  <a:extLst>
                    <a:ext uri="{9D8B030D-6E8A-4147-A177-3AD203B41FA5}">
                      <a16:colId xmlns:a16="http://schemas.microsoft.com/office/drawing/2014/main" val="20001"/>
                    </a:ext>
                  </a:extLst>
                </a:gridCol>
                <a:gridCol w="936500">
                  <a:extLst>
                    <a:ext uri="{9D8B030D-6E8A-4147-A177-3AD203B41FA5}">
                      <a16:colId xmlns:a16="http://schemas.microsoft.com/office/drawing/2014/main" val="20002"/>
                    </a:ext>
                  </a:extLst>
                </a:gridCol>
              </a:tblGrid>
              <a:tr h="32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timeid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Date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Day</a:t>
                      </a:r>
                      <a:endParaRPr sz="1400" u="none" strike="noStrike" cap="none"/>
                    </a:p>
                  </a:txBody>
                  <a:tcPr marL="91450" marR="91450" marT="45725" marB="45725"/>
                </a:tc>
                <a:extLst>
                  <a:ext uri="{0D108BD9-81ED-4DB2-BD59-A6C34878D82A}">
                    <a16:rowId xmlns:a16="http://schemas.microsoft.com/office/drawing/2014/main" val="10000"/>
                  </a:ext>
                </a:extLst>
              </a:tr>
              <a:tr h="32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3/30/16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Wed.</a:t>
                      </a:r>
                      <a:endParaRPr sz="1400" u="none" strike="noStrike" cap="none"/>
                    </a:p>
                  </a:txBody>
                  <a:tcPr marL="91450" marR="91450" marT="45725" marB="45725"/>
                </a:tc>
                <a:extLst>
                  <a:ext uri="{0D108BD9-81ED-4DB2-BD59-A6C34878D82A}">
                    <a16:rowId xmlns:a16="http://schemas.microsoft.com/office/drawing/2014/main" val="10001"/>
                  </a:ext>
                </a:extLst>
              </a:tr>
              <a:tr h="32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3/31/16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Thu.</a:t>
                      </a:r>
                      <a:endParaRPr sz="1400" u="none" strike="noStrike" cap="none"/>
                    </a:p>
                  </a:txBody>
                  <a:tcPr marL="91450" marR="91450" marT="45725" marB="45725"/>
                </a:tc>
                <a:extLst>
                  <a:ext uri="{0D108BD9-81ED-4DB2-BD59-A6C34878D82A}">
                    <a16:rowId xmlns:a16="http://schemas.microsoft.com/office/drawing/2014/main" val="10002"/>
                  </a:ext>
                </a:extLst>
              </a:tr>
              <a:tr h="32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4/1/16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Fri.</a:t>
                      </a:r>
                      <a:endParaRPr sz="14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272" name="Google Shape;1272;p66"/>
          <p:cNvSpPr txBox="1"/>
          <p:nvPr/>
        </p:nvSpPr>
        <p:spPr>
          <a:xfrm>
            <a:off x="3829533" y="1248616"/>
            <a:ext cx="3502778"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Locations</a:t>
            </a:r>
            <a:endParaRPr sz="2400" b="1" i="0" u="none" strike="noStrike" cap="none">
              <a:solidFill>
                <a:schemeClr val="dk1"/>
              </a:solidFill>
              <a:latin typeface="Rockwell"/>
              <a:ea typeface="Rockwell"/>
              <a:cs typeface="Rockwell"/>
              <a:sym typeface="Rockwell"/>
            </a:endParaRPr>
          </a:p>
        </p:txBody>
      </p:sp>
      <p:sp>
        <p:nvSpPr>
          <p:cNvPr id="1273" name="Google Shape;1273;p66"/>
          <p:cNvSpPr txBox="1"/>
          <p:nvPr/>
        </p:nvSpPr>
        <p:spPr>
          <a:xfrm>
            <a:off x="3829533" y="3037484"/>
            <a:ext cx="288822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Products</a:t>
            </a:r>
            <a:endParaRPr sz="2400" b="1" i="0" u="none" strike="noStrike" cap="none">
              <a:solidFill>
                <a:schemeClr val="dk1"/>
              </a:solidFill>
              <a:latin typeface="Rockwell"/>
              <a:ea typeface="Rockwell"/>
              <a:cs typeface="Rockwell"/>
              <a:sym typeface="Rockwell"/>
            </a:endParaRPr>
          </a:p>
        </p:txBody>
      </p:sp>
      <p:sp>
        <p:nvSpPr>
          <p:cNvPr id="1274" name="Google Shape;1274;p66"/>
          <p:cNvSpPr txBox="1"/>
          <p:nvPr/>
        </p:nvSpPr>
        <p:spPr>
          <a:xfrm>
            <a:off x="3829533" y="4911721"/>
            <a:ext cx="23737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Time</a:t>
            </a:r>
            <a:endParaRPr sz="2400" b="1" i="0" u="none" strike="noStrike" cap="none">
              <a:solidFill>
                <a:schemeClr val="dk1"/>
              </a:solidFill>
              <a:latin typeface="Rockwell"/>
              <a:ea typeface="Rockwell"/>
              <a:cs typeface="Rockwell"/>
              <a:sym typeface="Rockwell"/>
            </a:endParaRPr>
          </a:p>
        </p:txBody>
      </p:sp>
      <p:sp>
        <p:nvSpPr>
          <p:cNvPr id="1275" name="Google Shape;1275;p66"/>
          <p:cNvSpPr/>
          <p:nvPr/>
        </p:nvSpPr>
        <p:spPr>
          <a:xfrm>
            <a:off x="8175845" y="1586701"/>
            <a:ext cx="2595074" cy="10772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634545"/>
                </a:solidFill>
                <a:latin typeface="Rockwell"/>
                <a:ea typeface="Rockwell"/>
                <a:cs typeface="Rockwell"/>
                <a:sym typeface="Rockwell"/>
              </a:rPr>
              <a:t>Dimension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634545"/>
                </a:solidFill>
                <a:latin typeface="Rockwell"/>
                <a:ea typeface="Rockwell"/>
                <a:cs typeface="Rockwell"/>
                <a:sym typeface="Rockwell"/>
              </a:rPr>
              <a:t>Tables</a:t>
            </a:r>
            <a:endParaRPr sz="1400" b="0" i="0" u="none" strike="noStrike" cap="none" dirty="0">
              <a:solidFill>
                <a:srgbClr val="000000"/>
              </a:solidFill>
              <a:latin typeface="Arial"/>
              <a:ea typeface="Arial"/>
              <a:cs typeface="Arial"/>
              <a:sym typeface="Arial"/>
            </a:endParaRPr>
          </a:p>
        </p:txBody>
      </p:sp>
      <p:sp>
        <p:nvSpPr>
          <p:cNvPr id="1276" name="Google Shape;1276;p66"/>
          <p:cNvSpPr txBox="1">
            <a:spLocks noGrp="1"/>
          </p:cNvSpPr>
          <p:nvPr>
            <p:ph type="body" idx="1"/>
          </p:nvPr>
        </p:nvSpPr>
        <p:spPr>
          <a:xfrm>
            <a:off x="7440706" y="3224276"/>
            <a:ext cx="4541057" cy="3416798"/>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sz="2000" dirty="0"/>
              <a:t>Fact Table</a:t>
            </a:r>
            <a:endParaRPr dirty="0"/>
          </a:p>
          <a:p>
            <a:pPr marL="457200" lvl="1" indent="-182880" algn="l" rtl="0">
              <a:lnSpc>
                <a:spcPct val="90000"/>
              </a:lnSpc>
              <a:spcBef>
                <a:spcPts val="400"/>
              </a:spcBef>
              <a:spcAft>
                <a:spcPts val="0"/>
              </a:spcAft>
              <a:buSzPts val="1530"/>
              <a:buChar char="▪"/>
            </a:pPr>
            <a:r>
              <a:rPr lang="en-US" sz="1800" dirty="0"/>
              <a:t>minimizes redundant info.</a:t>
            </a:r>
            <a:endParaRPr dirty="0"/>
          </a:p>
          <a:p>
            <a:pPr marL="457200" lvl="1" indent="-182880" algn="l" rtl="0">
              <a:lnSpc>
                <a:spcPct val="90000"/>
              </a:lnSpc>
              <a:spcBef>
                <a:spcPts val="600"/>
              </a:spcBef>
              <a:spcAft>
                <a:spcPts val="0"/>
              </a:spcAft>
              <a:buSzPts val="1530"/>
              <a:buChar char="▪"/>
            </a:pPr>
            <a:r>
              <a:rPr lang="en-US" sz="1800" dirty="0"/>
              <a:t>Reduces data errors</a:t>
            </a:r>
            <a:endParaRPr dirty="0"/>
          </a:p>
          <a:p>
            <a:pPr marL="182880" lvl="0" indent="-182880" algn="l" rtl="0">
              <a:lnSpc>
                <a:spcPct val="90000"/>
              </a:lnSpc>
              <a:spcBef>
                <a:spcPts val="1400"/>
              </a:spcBef>
              <a:spcAft>
                <a:spcPts val="0"/>
              </a:spcAft>
              <a:buSzPts val="1700"/>
              <a:buChar char="▪"/>
            </a:pPr>
            <a:r>
              <a:rPr lang="en-US" sz="2000" dirty="0"/>
              <a:t>Dimensions</a:t>
            </a:r>
            <a:endParaRPr dirty="0"/>
          </a:p>
          <a:p>
            <a:pPr marL="457200" lvl="1" indent="-182880" algn="l" rtl="0">
              <a:lnSpc>
                <a:spcPct val="90000"/>
              </a:lnSpc>
              <a:spcBef>
                <a:spcPts val="400"/>
              </a:spcBef>
              <a:spcAft>
                <a:spcPts val="0"/>
              </a:spcAft>
              <a:buSzPts val="1530"/>
              <a:buChar char="▪"/>
            </a:pPr>
            <a:r>
              <a:rPr lang="en-US" sz="1800" dirty="0"/>
              <a:t>easy to manage and summarize</a:t>
            </a:r>
            <a:endParaRPr dirty="0"/>
          </a:p>
          <a:p>
            <a:pPr marL="457200" lvl="1" indent="-182880" algn="l" rtl="0">
              <a:lnSpc>
                <a:spcPct val="90000"/>
              </a:lnSpc>
              <a:spcBef>
                <a:spcPts val="600"/>
              </a:spcBef>
              <a:spcAft>
                <a:spcPts val="0"/>
              </a:spcAft>
              <a:buSzPts val="1530"/>
              <a:buChar char="▪"/>
            </a:pPr>
            <a:r>
              <a:rPr lang="en-US" sz="1800" dirty="0"/>
              <a:t>Rename: Galaxy1 🡪 Phablet</a:t>
            </a:r>
            <a:endParaRPr dirty="0"/>
          </a:p>
          <a:p>
            <a:pPr marL="182880" lvl="0" indent="-74928" algn="l" rtl="0">
              <a:lnSpc>
                <a:spcPct val="90000"/>
              </a:lnSpc>
              <a:spcBef>
                <a:spcPts val="1400"/>
              </a:spcBef>
              <a:spcAft>
                <a:spcPts val="0"/>
              </a:spcAft>
              <a:buSzPts val="1700"/>
              <a:buNone/>
            </a:pPr>
            <a:endParaRP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76">
                                            <p:txEl>
                                              <p:pRg st="0" end="0"/>
                                            </p:txEl>
                                          </p:spTgt>
                                        </p:tgtEl>
                                        <p:attrNameLst>
                                          <p:attrName>style.visibility</p:attrName>
                                        </p:attrNameLst>
                                      </p:cBhvr>
                                      <p:to>
                                        <p:strVal val="visible"/>
                                      </p:to>
                                    </p:set>
                                    <p:animEffect transition="in" filter="fade">
                                      <p:cBhvr>
                                        <p:cTn id="7" dur="500"/>
                                        <p:tgtEl>
                                          <p:spTgt spid="12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76">
                                            <p:txEl>
                                              <p:pRg st="1" end="1"/>
                                            </p:txEl>
                                          </p:spTgt>
                                        </p:tgtEl>
                                        <p:attrNameLst>
                                          <p:attrName>style.visibility</p:attrName>
                                        </p:attrNameLst>
                                      </p:cBhvr>
                                      <p:to>
                                        <p:strVal val="visible"/>
                                      </p:to>
                                    </p:set>
                                    <p:animEffect transition="in" filter="fade">
                                      <p:cBhvr>
                                        <p:cTn id="12" dur="500"/>
                                        <p:tgtEl>
                                          <p:spTgt spid="12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76">
                                            <p:txEl>
                                              <p:pRg st="2" end="2"/>
                                            </p:txEl>
                                          </p:spTgt>
                                        </p:tgtEl>
                                        <p:attrNameLst>
                                          <p:attrName>style.visibility</p:attrName>
                                        </p:attrNameLst>
                                      </p:cBhvr>
                                      <p:to>
                                        <p:strVal val="visible"/>
                                      </p:to>
                                    </p:set>
                                    <p:animEffect transition="in" filter="fade">
                                      <p:cBhvr>
                                        <p:cTn id="17" dur="500"/>
                                        <p:tgtEl>
                                          <p:spTgt spid="12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76">
                                            <p:txEl>
                                              <p:pRg st="3" end="3"/>
                                            </p:txEl>
                                          </p:spTgt>
                                        </p:tgtEl>
                                        <p:attrNameLst>
                                          <p:attrName>style.visibility</p:attrName>
                                        </p:attrNameLst>
                                      </p:cBhvr>
                                      <p:to>
                                        <p:strVal val="visible"/>
                                      </p:to>
                                    </p:set>
                                    <p:animEffect transition="in" filter="fade">
                                      <p:cBhvr>
                                        <p:cTn id="22" dur="500"/>
                                        <p:tgtEl>
                                          <p:spTgt spid="127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76">
                                            <p:txEl>
                                              <p:pRg st="4" end="4"/>
                                            </p:txEl>
                                          </p:spTgt>
                                        </p:tgtEl>
                                        <p:attrNameLst>
                                          <p:attrName>style.visibility</p:attrName>
                                        </p:attrNameLst>
                                      </p:cBhvr>
                                      <p:to>
                                        <p:strVal val="visible"/>
                                      </p:to>
                                    </p:set>
                                    <p:animEffect transition="in" filter="fade">
                                      <p:cBhvr>
                                        <p:cTn id="27" dur="500"/>
                                        <p:tgtEl>
                                          <p:spTgt spid="127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76">
                                            <p:txEl>
                                              <p:pRg st="5" end="5"/>
                                            </p:txEl>
                                          </p:spTgt>
                                        </p:tgtEl>
                                        <p:attrNameLst>
                                          <p:attrName>style.visibility</p:attrName>
                                        </p:attrNameLst>
                                      </p:cBhvr>
                                      <p:to>
                                        <p:strVal val="visible"/>
                                      </p:to>
                                    </p:set>
                                    <p:animEffect transition="in" filter="fade">
                                      <p:cBhvr>
                                        <p:cTn id="32" dur="500"/>
                                        <p:tgtEl>
                                          <p:spTgt spid="127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76">
                                            <p:txEl>
                                              <p:pRg st="6" end="6"/>
                                            </p:txEl>
                                          </p:spTgt>
                                        </p:tgtEl>
                                        <p:attrNameLst>
                                          <p:attrName>style.visibility</p:attrName>
                                        </p:attrNameLst>
                                      </p:cBhvr>
                                      <p:to>
                                        <p:strVal val="visible"/>
                                      </p:to>
                                    </p:set>
                                    <p:animEffect transition="in" filter="fade">
                                      <p:cBhvr>
                                        <p:cTn id="37" dur="500"/>
                                        <p:tgtEl>
                                          <p:spTgt spid="127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80"/>
        <p:cNvGrpSpPr/>
        <p:nvPr/>
      </p:nvGrpSpPr>
      <p:grpSpPr>
        <a:xfrm>
          <a:off x="0" y="0"/>
          <a:ext cx="0" cy="0"/>
          <a:chOff x="0" y="0"/>
          <a:chExt cx="0" cy="0"/>
        </a:xfrm>
      </p:grpSpPr>
      <p:sp>
        <p:nvSpPr>
          <p:cNvPr id="1281" name="Google Shape;1281;p6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i="1"/>
              <a:t>CONNECTIONS BETWEEN TABLE</a:t>
            </a:r>
            <a:endParaRPr/>
          </a:p>
        </p:txBody>
      </p:sp>
      <p:graphicFrame>
        <p:nvGraphicFramePr>
          <p:cNvPr id="1282" name="Google Shape;1282;p67"/>
          <p:cNvGraphicFramePr/>
          <p:nvPr/>
        </p:nvGraphicFramePr>
        <p:xfrm>
          <a:off x="4402863" y="3977862"/>
          <a:ext cx="3143875" cy="370850"/>
        </p:xfrm>
        <a:graphic>
          <a:graphicData uri="http://schemas.openxmlformats.org/drawingml/2006/table">
            <a:tbl>
              <a:tblPr firstRow="1" bandRow="1">
                <a:noFill/>
              </a:tblPr>
              <a:tblGrid>
                <a:gridCol w="646525">
                  <a:extLst>
                    <a:ext uri="{9D8B030D-6E8A-4147-A177-3AD203B41FA5}">
                      <a16:colId xmlns:a16="http://schemas.microsoft.com/office/drawing/2014/main" val="20000"/>
                    </a:ext>
                  </a:extLst>
                </a:gridCol>
                <a:gridCol w="949000">
                  <a:extLst>
                    <a:ext uri="{9D8B030D-6E8A-4147-A177-3AD203B41FA5}">
                      <a16:colId xmlns:a16="http://schemas.microsoft.com/office/drawing/2014/main" val="20001"/>
                    </a:ext>
                  </a:extLst>
                </a:gridCol>
                <a:gridCol w="782500">
                  <a:extLst>
                    <a:ext uri="{9D8B030D-6E8A-4147-A177-3AD203B41FA5}">
                      <a16:colId xmlns:a16="http://schemas.microsoft.com/office/drawing/2014/main" val="20002"/>
                    </a:ext>
                  </a:extLst>
                </a:gridCol>
                <a:gridCol w="765850">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pid</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timeid</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locid</a:t>
                      </a:r>
                      <a:endParaRPr sz="1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sales</a:t>
                      </a:r>
                      <a:endParaRPr sz="1400" u="none" strike="noStrike" cap="none"/>
                    </a:p>
                  </a:txBody>
                  <a:tcPr marL="91450" marR="91450" marT="45725" marB="45725"/>
                </a:tc>
                <a:extLst>
                  <a:ext uri="{0D108BD9-81ED-4DB2-BD59-A6C34878D82A}">
                    <a16:rowId xmlns:a16="http://schemas.microsoft.com/office/drawing/2014/main" val="10000"/>
                  </a:ext>
                </a:extLst>
              </a:tr>
            </a:tbl>
          </a:graphicData>
        </a:graphic>
      </p:graphicFrame>
      <p:sp>
        <p:nvSpPr>
          <p:cNvPr id="1283" name="Google Shape;1283;p67"/>
          <p:cNvSpPr txBox="1"/>
          <p:nvPr/>
        </p:nvSpPr>
        <p:spPr>
          <a:xfrm>
            <a:off x="4580882" y="3580219"/>
            <a:ext cx="2550698"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Sales </a:t>
            </a:r>
            <a:r>
              <a:rPr lang="en-US" sz="2400" b="1" i="0" u="none" strike="noStrike" cap="none">
                <a:solidFill>
                  <a:schemeClr val="dk1"/>
                </a:solidFill>
                <a:latin typeface="Rockwell"/>
                <a:ea typeface="Rockwell"/>
                <a:cs typeface="Rockwell"/>
                <a:sym typeface="Rockwell"/>
              </a:rPr>
              <a:t>Fact Table</a:t>
            </a:r>
            <a:endParaRPr sz="1400" b="0" i="0" u="none" strike="noStrike" cap="none">
              <a:solidFill>
                <a:srgbClr val="000000"/>
              </a:solidFill>
              <a:latin typeface="Arial"/>
              <a:ea typeface="Arial"/>
              <a:cs typeface="Arial"/>
              <a:sym typeface="Arial"/>
            </a:endParaRPr>
          </a:p>
        </p:txBody>
      </p:sp>
      <p:graphicFrame>
        <p:nvGraphicFramePr>
          <p:cNvPr id="1284" name="Google Shape;1284;p67"/>
          <p:cNvGraphicFramePr/>
          <p:nvPr/>
        </p:nvGraphicFramePr>
        <p:xfrm>
          <a:off x="3985934" y="5630393"/>
          <a:ext cx="4502350" cy="326700"/>
        </p:xfrm>
        <a:graphic>
          <a:graphicData uri="http://schemas.openxmlformats.org/drawingml/2006/table">
            <a:tbl>
              <a:tblPr firstRow="1" bandRow="1">
                <a:noFill/>
              </a:tblPr>
              <a:tblGrid>
                <a:gridCol w="821700">
                  <a:extLst>
                    <a:ext uri="{9D8B030D-6E8A-4147-A177-3AD203B41FA5}">
                      <a16:colId xmlns:a16="http://schemas.microsoft.com/office/drawing/2014/main" val="20000"/>
                    </a:ext>
                  </a:extLst>
                </a:gridCol>
                <a:gridCol w="1378000">
                  <a:extLst>
                    <a:ext uri="{9D8B030D-6E8A-4147-A177-3AD203B41FA5}">
                      <a16:colId xmlns:a16="http://schemas.microsoft.com/office/drawing/2014/main" val="20001"/>
                    </a:ext>
                  </a:extLst>
                </a:gridCol>
                <a:gridCol w="1258500">
                  <a:extLst>
                    <a:ext uri="{9D8B030D-6E8A-4147-A177-3AD203B41FA5}">
                      <a16:colId xmlns:a16="http://schemas.microsoft.com/office/drawing/2014/main" val="20002"/>
                    </a:ext>
                  </a:extLst>
                </a:gridCol>
                <a:gridCol w="1044150">
                  <a:extLst>
                    <a:ext uri="{9D8B030D-6E8A-4147-A177-3AD203B41FA5}">
                      <a16:colId xmlns:a16="http://schemas.microsoft.com/office/drawing/2014/main" val="20003"/>
                    </a:ext>
                  </a:extLst>
                </a:gridCol>
              </a:tblGrid>
              <a:tr h="32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locid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city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state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country</a:t>
                      </a:r>
                      <a:endParaRPr sz="1400" u="none" strike="noStrike" cap="none"/>
                    </a:p>
                  </a:txBody>
                  <a:tcPr marL="91450" marR="91450" marT="45725" marB="45725"/>
                </a:tc>
                <a:extLst>
                  <a:ext uri="{0D108BD9-81ED-4DB2-BD59-A6C34878D82A}">
                    <a16:rowId xmlns:a16="http://schemas.microsoft.com/office/drawing/2014/main" val="10000"/>
                  </a:ext>
                </a:extLst>
              </a:tr>
            </a:tbl>
          </a:graphicData>
        </a:graphic>
      </p:graphicFrame>
      <p:graphicFrame>
        <p:nvGraphicFramePr>
          <p:cNvPr id="1285" name="Google Shape;1285;p67"/>
          <p:cNvGraphicFramePr/>
          <p:nvPr/>
        </p:nvGraphicFramePr>
        <p:xfrm>
          <a:off x="1873623" y="2255290"/>
          <a:ext cx="3385950" cy="324050"/>
        </p:xfrm>
        <a:graphic>
          <a:graphicData uri="http://schemas.openxmlformats.org/drawingml/2006/table">
            <a:tbl>
              <a:tblPr firstRow="1" bandRow="1">
                <a:noFill/>
              </a:tblPr>
              <a:tblGrid>
                <a:gridCol w="573700">
                  <a:extLst>
                    <a:ext uri="{9D8B030D-6E8A-4147-A177-3AD203B41FA5}">
                      <a16:colId xmlns:a16="http://schemas.microsoft.com/office/drawing/2014/main" val="20000"/>
                    </a:ext>
                  </a:extLst>
                </a:gridCol>
                <a:gridCol w="1011475">
                  <a:extLst>
                    <a:ext uri="{9D8B030D-6E8A-4147-A177-3AD203B41FA5}">
                      <a16:colId xmlns:a16="http://schemas.microsoft.com/office/drawing/2014/main" val="20001"/>
                    </a:ext>
                  </a:extLst>
                </a:gridCol>
                <a:gridCol w="1067125">
                  <a:extLst>
                    <a:ext uri="{9D8B030D-6E8A-4147-A177-3AD203B41FA5}">
                      <a16:colId xmlns:a16="http://schemas.microsoft.com/office/drawing/2014/main" val="20002"/>
                    </a:ext>
                  </a:extLst>
                </a:gridCol>
                <a:gridCol w="733650">
                  <a:extLst>
                    <a:ext uri="{9D8B030D-6E8A-4147-A177-3AD203B41FA5}">
                      <a16:colId xmlns:a16="http://schemas.microsoft.com/office/drawing/2014/main" val="20003"/>
                    </a:ext>
                  </a:extLst>
                </a:gridCol>
              </a:tblGrid>
              <a:tr h="3240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category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price</a:t>
                      </a:r>
                      <a:endParaRPr sz="1400" u="none" strike="noStrike" cap="none"/>
                    </a:p>
                  </a:txBody>
                  <a:tcPr marL="91450" marR="91450" marT="45725" marB="45725"/>
                </a:tc>
                <a:extLst>
                  <a:ext uri="{0D108BD9-81ED-4DB2-BD59-A6C34878D82A}">
                    <a16:rowId xmlns:a16="http://schemas.microsoft.com/office/drawing/2014/main" val="10000"/>
                  </a:ext>
                </a:extLst>
              </a:tr>
            </a:tbl>
          </a:graphicData>
        </a:graphic>
      </p:graphicFrame>
      <p:graphicFrame>
        <p:nvGraphicFramePr>
          <p:cNvPr id="1286" name="Google Shape;1286;p67"/>
          <p:cNvGraphicFramePr/>
          <p:nvPr/>
        </p:nvGraphicFramePr>
        <p:xfrm>
          <a:off x="6245263" y="2275727"/>
          <a:ext cx="2243025" cy="326700"/>
        </p:xfrm>
        <a:graphic>
          <a:graphicData uri="http://schemas.openxmlformats.org/drawingml/2006/table">
            <a:tbl>
              <a:tblPr firstRow="1" bandRow="1">
                <a:noFill/>
              </a:tblPr>
              <a:tblGrid>
                <a:gridCol w="774650">
                  <a:extLst>
                    <a:ext uri="{9D8B030D-6E8A-4147-A177-3AD203B41FA5}">
                      <a16:colId xmlns:a16="http://schemas.microsoft.com/office/drawing/2014/main" val="20000"/>
                    </a:ext>
                  </a:extLst>
                </a:gridCol>
                <a:gridCol w="800925">
                  <a:extLst>
                    <a:ext uri="{9D8B030D-6E8A-4147-A177-3AD203B41FA5}">
                      <a16:colId xmlns:a16="http://schemas.microsoft.com/office/drawing/2014/main" val="20001"/>
                    </a:ext>
                  </a:extLst>
                </a:gridCol>
                <a:gridCol w="667450">
                  <a:extLst>
                    <a:ext uri="{9D8B030D-6E8A-4147-A177-3AD203B41FA5}">
                      <a16:colId xmlns:a16="http://schemas.microsoft.com/office/drawing/2014/main" val="20002"/>
                    </a:ext>
                  </a:extLst>
                </a:gridCol>
              </a:tblGrid>
              <a:tr h="32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timeid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Date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Day</a:t>
                      </a:r>
                      <a:endParaRPr sz="1400" u="none" strike="noStrike" cap="none"/>
                    </a:p>
                  </a:txBody>
                  <a:tcPr marL="91450" marR="91450" marT="45725" marB="45725"/>
                </a:tc>
                <a:extLst>
                  <a:ext uri="{0D108BD9-81ED-4DB2-BD59-A6C34878D82A}">
                    <a16:rowId xmlns:a16="http://schemas.microsoft.com/office/drawing/2014/main" val="10000"/>
                  </a:ext>
                </a:extLst>
              </a:tr>
            </a:tbl>
          </a:graphicData>
        </a:graphic>
      </p:graphicFrame>
      <p:sp>
        <p:nvSpPr>
          <p:cNvPr id="1287" name="Google Shape;1287;p67"/>
          <p:cNvSpPr txBox="1"/>
          <p:nvPr/>
        </p:nvSpPr>
        <p:spPr>
          <a:xfrm>
            <a:off x="5070702" y="5199917"/>
            <a:ext cx="161294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Locations</a:t>
            </a:r>
            <a:endParaRPr sz="2400" b="1" i="0" u="none" strike="noStrike" cap="none">
              <a:solidFill>
                <a:schemeClr val="dk1"/>
              </a:solidFill>
              <a:latin typeface="Rockwell"/>
              <a:ea typeface="Rockwell"/>
              <a:cs typeface="Rockwell"/>
              <a:sym typeface="Rockwell"/>
            </a:endParaRPr>
          </a:p>
        </p:txBody>
      </p:sp>
      <p:sp>
        <p:nvSpPr>
          <p:cNvPr id="1288" name="Google Shape;1288;p67"/>
          <p:cNvSpPr txBox="1"/>
          <p:nvPr/>
        </p:nvSpPr>
        <p:spPr>
          <a:xfrm>
            <a:off x="1868684" y="1825417"/>
            <a:ext cx="148470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Products</a:t>
            </a:r>
            <a:endParaRPr sz="2400" b="1" i="0" u="none" strike="noStrike" cap="none">
              <a:solidFill>
                <a:schemeClr val="dk1"/>
              </a:solidFill>
              <a:latin typeface="Rockwell"/>
              <a:ea typeface="Rockwell"/>
              <a:cs typeface="Rockwell"/>
              <a:sym typeface="Rockwell"/>
            </a:endParaRPr>
          </a:p>
        </p:txBody>
      </p:sp>
      <p:sp>
        <p:nvSpPr>
          <p:cNvPr id="1289" name="Google Shape;1289;p67"/>
          <p:cNvSpPr txBox="1"/>
          <p:nvPr/>
        </p:nvSpPr>
        <p:spPr>
          <a:xfrm>
            <a:off x="6303392" y="1876584"/>
            <a:ext cx="86594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Time</a:t>
            </a:r>
            <a:endParaRPr sz="2400" b="1" i="0" u="none" strike="noStrike" cap="none">
              <a:solidFill>
                <a:schemeClr val="dk1"/>
              </a:solidFill>
              <a:latin typeface="Rockwell"/>
              <a:ea typeface="Rockwell"/>
              <a:cs typeface="Rockwell"/>
              <a:sym typeface="Rockwell"/>
            </a:endParaRPr>
          </a:p>
        </p:txBody>
      </p:sp>
      <p:sp>
        <p:nvSpPr>
          <p:cNvPr id="1290" name="Google Shape;1290;p67"/>
          <p:cNvSpPr/>
          <p:nvPr/>
        </p:nvSpPr>
        <p:spPr>
          <a:xfrm>
            <a:off x="2307536" y="2592611"/>
            <a:ext cx="2348325" cy="1918888"/>
          </a:xfrm>
          <a:custGeom>
            <a:avLst/>
            <a:gdLst/>
            <a:ahLst/>
            <a:cxnLst/>
            <a:rect l="l" t="t" r="r" b="b"/>
            <a:pathLst>
              <a:path w="1918888" h="1918888" extrusionOk="0">
                <a:moveTo>
                  <a:pt x="1918888" y="1747720"/>
                </a:moveTo>
                <a:lnTo>
                  <a:pt x="1918888" y="1918888"/>
                </a:lnTo>
                <a:lnTo>
                  <a:pt x="0" y="1918888"/>
                </a:lnTo>
                <a:lnTo>
                  <a:pt x="0" y="0"/>
                </a:lnTo>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p:txBody>
      </p:sp>
      <p:sp>
        <p:nvSpPr>
          <p:cNvPr id="1291" name="Google Shape;1291;p67"/>
          <p:cNvSpPr/>
          <p:nvPr/>
        </p:nvSpPr>
        <p:spPr>
          <a:xfrm>
            <a:off x="5423647" y="2624097"/>
            <a:ext cx="2393576" cy="1887402"/>
          </a:xfrm>
          <a:custGeom>
            <a:avLst/>
            <a:gdLst/>
            <a:ahLst/>
            <a:cxnLst/>
            <a:rect l="l" t="t" r="r" b="b"/>
            <a:pathLst>
              <a:path w="1896366" h="1887402" extrusionOk="0">
                <a:moveTo>
                  <a:pt x="0" y="1720738"/>
                </a:moveTo>
                <a:lnTo>
                  <a:pt x="0" y="1887402"/>
                </a:lnTo>
                <a:lnTo>
                  <a:pt x="1896366" y="1887402"/>
                </a:lnTo>
                <a:lnTo>
                  <a:pt x="1896366" y="648683"/>
                </a:lnTo>
                <a:lnTo>
                  <a:pt x="1783755" y="648683"/>
                </a:lnTo>
                <a:lnTo>
                  <a:pt x="923273" y="657647"/>
                </a:lnTo>
                <a:cubicBezTo>
                  <a:pt x="923273" y="438431"/>
                  <a:pt x="937479" y="219216"/>
                  <a:pt x="937479" y="0"/>
                </a:cubicBezTo>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p:txBody>
      </p:sp>
      <p:sp>
        <p:nvSpPr>
          <p:cNvPr id="1292" name="Google Shape;1292;p67"/>
          <p:cNvSpPr/>
          <p:nvPr/>
        </p:nvSpPr>
        <p:spPr>
          <a:xfrm>
            <a:off x="4308307" y="4348701"/>
            <a:ext cx="2013444" cy="1270091"/>
          </a:xfrm>
          <a:custGeom>
            <a:avLst/>
            <a:gdLst/>
            <a:ahLst/>
            <a:cxnLst/>
            <a:rect l="l" t="t" r="r" b="b"/>
            <a:pathLst>
              <a:path w="1667107" h="1276814" extrusionOk="0">
                <a:moveTo>
                  <a:pt x="1667107" y="0"/>
                </a:moveTo>
                <a:lnTo>
                  <a:pt x="1667107" y="819614"/>
                </a:lnTo>
                <a:lnTo>
                  <a:pt x="0" y="819614"/>
                </a:lnTo>
                <a:lnTo>
                  <a:pt x="0" y="897673"/>
                </a:lnTo>
                <a:lnTo>
                  <a:pt x="0" y="1276814"/>
                </a:lnTo>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p:txBody>
      </p:sp>
      <p:sp>
        <p:nvSpPr>
          <p:cNvPr id="1293" name="Google Shape;1293;p67"/>
          <p:cNvSpPr txBox="1"/>
          <p:nvPr/>
        </p:nvSpPr>
        <p:spPr>
          <a:xfrm>
            <a:off x="8153960" y="3931743"/>
            <a:ext cx="3254417"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Rockwell"/>
                <a:ea typeface="Rockwell"/>
                <a:cs typeface="Rockwell"/>
                <a:sym typeface="Rockwell"/>
              </a:rPr>
              <a:t>How do we do analysis?</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Rockwell"/>
                <a:ea typeface="Rockwell"/>
                <a:cs typeface="Rockwell"/>
                <a:sym typeface="Rockwell"/>
              </a:rPr>
              <a:t>Joins!!!!!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p:txBody>
      </p:sp>
      <p:sp>
        <p:nvSpPr>
          <p:cNvPr id="1294" name="Google Shape;1294;p67"/>
          <p:cNvSpPr txBox="1"/>
          <p:nvPr/>
        </p:nvSpPr>
        <p:spPr>
          <a:xfrm>
            <a:off x="218232" y="6237898"/>
            <a:ext cx="1004684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Trivia: This approach is sometimes called a “star schema” because drawing resembles a star with our fact table at the center, and other tables at the points.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98"/>
        <p:cNvGrpSpPr/>
        <p:nvPr/>
      </p:nvGrpSpPr>
      <p:grpSpPr>
        <a:xfrm>
          <a:off x="0" y="0"/>
          <a:ext cx="0" cy="0"/>
          <a:chOff x="0" y="0"/>
          <a:chExt cx="0" cy="0"/>
        </a:xfrm>
      </p:grpSpPr>
      <p:sp>
        <p:nvSpPr>
          <p:cNvPr id="1299" name="Google Shape;1299;p68"/>
          <p:cNvSpPr txBox="1">
            <a:spLocks noGrp="1"/>
          </p:cNvSpPr>
          <p:nvPr>
            <p:ph type="title"/>
          </p:nvPr>
        </p:nvSpPr>
        <p:spPr>
          <a:xfrm>
            <a:off x="2167128" y="1225296"/>
            <a:ext cx="9281160" cy="352044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8000"/>
              <a:buFont typeface="Rockwell"/>
              <a:buNone/>
            </a:pPr>
            <a:r>
              <a:rPr lang="en-US"/>
              <a:t>JOINS!</a:t>
            </a:r>
            <a:endParaRPr/>
          </a:p>
        </p:txBody>
      </p:sp>
      <p:sp>
        <p:nvSpPr>
          <p:cNvPr id="1300" name="Google Shape;1300;p68"/>
          <p:cNvSpPr txBox="1">
            <a:spLocks noGrp="1"/>
          </p:cNvSpPr>
          <p:nvPr>
            <p:ph type="body" idx="1"/>
          </p:nvPr>
        </p:nvSpPr>
        <p:spPr>
          <a:xfrm>
            <a:off x="3129882" y="3245549"/>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US"/>
              <a:t>Bringing tables together for decades.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05"/>
        <p:cNvGrpSpPr/>
        <p:nvPr/>
      </p:nvGrpSpPr>
      <p:grpSpPr>
        <a:xfrm>
          <a:off x="0" y="0"/>
          <a:ext cx="0" cy="0"/>
          <a:chOff x="0" y="0"/>
          <a:chExt cx="0" cy="0"/>
        </a:xfrm>
      </p:grpSpPr>
      <p:sp>
        <p:nvSpPr>
          <p:cNvPr id="1306" name="Google Shape;1306;p6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JOINS</a:t>
            </a:r>
            <a:endParaRPr/>
          </a:p>
        </p:txBody>
      </p:sp>
      <p:sp>
        <p:nvSpPr>
          <p:cNvPr id="1307" name="Google Shape;1307;p69"/>
          <p:cNvSpPr txBox="1">
            <a:spLocks noGrp="1"/>
          </p:cNvSpPr>
          <p:nvPr>
            <p:ph type="body" idx="1"/>
          </p:nvPr>
        </p:nvSpPr>
        <p:spPr>
          <a:xfrm>
            <a:off x="1069848" y="2054998"/>
            <a:ext cx="10515600" cy="1888446"/>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We’ve seen the idea of joining tables many times.</a:t>
            </a:r>
            <a:endParaRPr/>
          </a:p>
          <a:p>
            <a:pPr marL="182880" lvl="0" indent="-182880" algn="l" rtl="0">
              <a:lnSpc>
                <a:spcPct val="90000"/>
              </a:lnSpc>
              <a:spcBef>
                <a:spcPts val="1200"/>
              </a:spcBef>
              <a:spcAft>
                <a:spcPts val="0"/>
              </a:spcAft>
              <a:buSzPts val="1700"/>
              <a:buChar char="▪"/>
            </a:pPr>
            <a:r>
              <a:rPr lang="en-US"/>
              <a:t>Joins can be thought of as a 2-step process:</a:t>
            </a:r>
            <a:endParaRPr/>
          </a:p>
          <a:p>
            <a:pPr marL="457200" lvl="1" indent="-182880" algn="l" rtl="0">
              <a:lnSpc>
                <a:spcPct val="90000"/>
              </a:lnSpc>
              <a:spcBef>
                <a:spcPts val="400"/>
              </a:spcBef>
              <a:spcAft>
                <a:spcPts val="0"/>
              </a:spcAft>
              <a:buSzPts val="1530"/>
              <a:buChar char="▪"/>
            </a:pPr>
            <a:r>
              <a:rPr lang="en-US"/>
              <a:t>Form the cartesian product (see next slide).</a:t>
            </a:r>
            <a:endParaRPr/>
          </a:p>
          <a:p>
            <a:pPr marL="457200" lvl="1" indent="-182880" algn="l" rtl="0">
              <a:lnSpc>
                <a:spcPct val="90000"/>
              </a:lnSpc>
              <a:spcBef>
                <a:spcPts val="600"/>
              </a:spcBef>
              <a:spcAft>
                <a:spcPts val="0"/>
              </a:spcAft>
              <a:buSzPts val="1530"/>
              <a:buChar char="▪"/>
            </a:pPr>
            <a:r>
              <a:rPr lang="en-US"/>
              <a:t>Select the rows where common attributes are equal.</a:t>
            </a:r>
            <a:endParaRPr/>
          </a:p>
        </p:txBody>
      </p:sp>
      <p:sp>
        <p:nvSpPr>
          <p:cNvPr id="1308" name="Google Shape;1308;p69"/>
          <p:cNvSpPr txBox="1"/>
          <p:nvPr/>
        </p:nvSpPr>
        <p:spPr>
          <a:xfrm>
            <a:off x="3394885" y="4315245"/>
            <a:ext cx="36901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S:</a:t>
            </a:r>
            <a:endParaRPr sz="1400" b="0" i="0" u="none" strike="noStrike" cap="none">
              <a:solidFill>
                <a:srgbClr val="000000"/>
              </a:solidFill>
              <a:latin typeface="Arial"/>
              <a:ea typeface="Arial"/>
              <a:cs typeface="Arial"/>
              <a:sym typeface="Arial"/>
            </a:endParaRPr>
          </a:p>
        </p:txBody>
      </p:sp>
      <p:graphicFrame>
        <p:nvGraphicFramePr>
          <p:cNvPr id="1309" name="Google Shape;1309;p69"/>
          <p:cNvGraphicFramePr/>
          <p:nvPr/>
        </p:nvGraphicFramePr>
        <p:xfrm>
          <a:off x="860727" y="4771149"/>
          <a:ext cx="2040500" cy="944175"/>
        </p:xfrm>
        <a:graphic>
          <a:graphicData uri="http://schemas.openxmlformats.org/drawingml/2006/table">
            <a:tbl>
              <a:tblPr firstRow="1" bandRow="1">
                <a:noFill/>
              </a:tblPr>
              <a:tblGrid>
                <a:gridCol w="481700">
                  <a:extLst>
                    <a:ext uri="{9D8B030D-6E8A-4147-A177-3AD203B41FA5}">
                      <a16:colId xmlns:a16="http://schemas.microsoft.com/office/drawing/2014/main" val="20000"/>
                    </a:ext>
                  </a:extLst>
                </a:gridCol>
                <a:gridCol w="607325">
                  <a:extLst>
                    <a:ext uri="{9D8B030D-6E8A-4147-A177-3AD203B41FA5}">
                      <a16:colId xmlns:a16="http://schemas.microsoft.com/office/drawing/2014/main" val="20001"/>
                    </a:ext>
                  </a:extLst>
                </a:gridCol>
                <a:gridCol w="951475">
                  <a:extLst>
                    <a:ext uri="{9D8B030D-6E8A-4147-A177-3AD203B41FA5}">
                      <a16:colId xmlns:a16="http://schemas.microsoft.com/office/drawing/2014/main" val="20002"/>
                    </a:ext>
                  </a:extLst>
                </a:gridCol>
              </a:tblGrid>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sid</a:t>
                      </a:r>
                      <a:endParaRPr sz="1400" u="sng" strike="noStrike" cap="none"/>
                    </a:p>
                  </a:txBody>
                  <a:tcPr marL="77600" marR="77600" marT="38800" marB="388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bid</a:t>
                      </a:r>
                      <a:endParaRPr sz="1400" u="none" strike="noStrike" cap="none"/>
                    </a:p>
                  </a:txBody>
                  <a:tcPr marL="77600" marR="77600" marT="38800" marB="388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day</a:t>
                      </a:r>
                      <a:endParaRPr sz="1400" u="none" strike="noStrike" cap="none"/>
                    </a:p>
                  </a:txBody>
                  <a:tcPr marL="77600" marR="77600" marT="38800" marB="38800">
                    <a:solidFill>
                      <a:schemeClr val="accent1"/>
                    </a:solidFill>
                  </a:tcPr>
                </a:tc>
                <a:extLst>
                  <a:ext uri="{0D108BD9-81ED-4DB2-BD59-A6C34878D82A}">
                    <a16:rowId xmlns:a16="http://schemas.microsoft.com/office/drawing/2014/main" val="10000"/>
                  </a:ext>
                </a:extLst>
              </a:tr>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77600" marR="77600" marT="38800" marB="38800">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77600" marR="77600" marT="38800" marB="38800">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77600" marR="77600" marT="38800" marB="38800">
                    <a:solidFill>
                      <a:srgbClr val="D8D8D8"/>
                    </a:solidFill>
                  </a:tcPr>
                </a:tc>
                <a:extLst>
                  <a:ext uri="{0D108BD9-81ED-4DB2-BD59-A6C34878D82A}">
                    <a16:rowId xmlns:a16="http://schemas.microsoft.com/office/drawing/2014/main" val="10001"/>
                  </a:ext>
                </a:extLst>
              </a:tr>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extLst>
                  <a:ext uri="{0D108BD9-81ED-4DB2-BD59-A6C34878D82A}">
                    <a16:rowId xmlns:a16="http://schemas.microsoft.com/office/drawing/2014/main" val="10002"/>
                  </a:ext>
                </a:extLst>
              </a:tr>
            </a:tbl>
          </a:graphicData>
        </a:graphic>
      </p:graphicFrame>
      <p:sp>
        <p:nvSpPr>
          <p:cNvPr id="1310" name="Google Shape;1310;p69"/>
          <p:cNvSpPr txBox="1"/>
          <p:nvPr/>
        </p:nvSpPr>
        <p:spPr>
          <a:xfrm>
            <a:off x="860727" y="4315243"/>
            <a:ext cx="38343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R:</a:t>
            </a:r>
            <a:endParaRPr sz="1400" b="0" i="0" u="none" strike="noStrike" cap="none">
              <a:solidFill>
                <a:srgbClr val="000000"/>
              </a:solidFill>
              <a:latin typeface="Arial"/>
              <a:ea typeface="Arial"/>
              <a:cs typeface="Arial"/>
              <a:sym typeface="Arial"/>
            </a:endParaRPr>
          </a:p>
        </p:txBody>
      </p:sp>
      <p:graphicFrame>
        <p:nvGraphicFramePr>
          <p:cNvPr id="1311" name="Google Shape;1311;p69"/>
          <p:cNvGraphicFramePr/>
          <p:nvPr/>
        </p:nvGraphicFramePr>
        <p:xfrm>
          <a:off x="3394885" y="4771149"/>
          <a:ext cx="2610475" cy="1287000"/>
        </p:xfrm>
        <a:graphic>
          <a:graphicData uri="http://schemas.openxmlformats.org/drawingml/2006/table">
            <a:tbl>
              <a:tblPr firstRow="1" bandRow="1">
                <a:noFill/>
              </a:tblPr>
              <a:tblGrid>
                <a:gridCol w="505300">
                  <a:extLst>
                    <a:ext uri="{9D8B030D-6E8A-4147-A177-3AD203B41FA5}">
                      <a16:colId xmlns:a16="http://schemas.microsoft.com/office/drawing/2014/main" val="20000"/>
                    </a:ext>
                  </a:extLst>
                </a:gridCol>
                <a:gridCol w="793200">
                  <a:extLst>
                    <a:ext uri="{9D8B030D-6E8A-4147-A177-3AD203B41FA5}">
                      <a16:colId xmlns:a16="http://schemas.microsoft.com/office/drawing/2014/main" val="20001"/>
                    </a:ext>
                  </a:extLst>
                </a:gridCol>
                <a:gridCol w="747425">
                  <a:extLst>
                    <a:ext uri="{9D8B030D-6E8A-4147-A177-3AD203B41FA5}">
                      <a16:colId xmlns:a16="http://schemas.microsoft.com/office/drawing/2014/main" val="20002"/>
                    </a:ext>
                  </a:extLst>
                </a:gridCol>
                <a:gridCol w="564550">
                  <a:extLst>
                    <a:ext uri="{9D8B030D-6E8A-4147-A177-3AD203B41FA5}">
                      <a16:colId xmlns:a16="http://schemas.microsoft.com/office/drawing/2014/main" val="20003"/>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sid</a:t>
                      </a:r>
                      <a:endParaRPr sz="1400" u="sng"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3"/>
                  </a:ext>
                </a:extLst>
              </a:tr>
            </a:tbl>
          </a:graphicData>
        </a:graphic>
      </p:graphicFrame>
      <p:sp>
        <p:nvSpPr>
          <p:cNvPr id="1312" name="Google Shape;1312;p69"/>
          <p:cNvSpPr/>
          <p:nvPr/>
        </p:nvSpPr>
        <p:spPr>
          <a:xfrm>
            <a:off x="344006" y="6367237"/>
            <a:ext cx="465383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sng" strike="noStrike" cap="none">
                <a:solidFill>
                  <a:srgbClr val="7F7F7F"/>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http://sqlfiddle.com/#!17/53815/1140/0</a:t>
            </a:r>
            <a:r>
              <a:rPr lang="en-US" sz="1800" b="0" i="1" u="none" strike="noStrike" cap="none">
                <a:solidFill>
                  <a:srgbClr val="7F7F7F"/>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sp>
        <p:nvSpPr>
          <p:cNvPr id="1313" name="Google Shape;1313;p69"/>
          <p:cNvSpPr txBox="1"/>
          <p:nvPr/>
        </p:nvSpPr>
        <p:spPr>
          <a:xfrm>
            <a:off x="8684198" y="4396627"/>
            <a:ext cx="146546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Helvetica Neue"/>
                <a:ea typeface="Helvetica Neue"/>
                <a:cs typeface="Helvetica Neue"/>
                <a:sym typeface="Helvetica Neue"/>
              </a:rPr>
              <a:t>R ⋈ S</a:t>
            </a:r>
            <a:endParaRPr sz="1400" b="0" i="0" u="none" strike="noStrike" cap="none">
              <a:solidFill>
                <a:srgbClr val="000000"/>
              </a:solidFill>
              <a:latin typeface="Arial"/>
              <a:ea typeface="Arial"/>
              <a:cs typeface="Arial"/>
              <a:sym typeface="Arial"/>
            </a:endParaRPr>
          </a:p>
        </p:txBody>
      </p:sp>
      <p:sp>
        <p:nvSpPr>
          <p:cNvPr id="1314" name="Google Shape;1314;p69"/>
          <p:cNvSpPr/>
          <p:nvPr/>
        </p:nvSpPr>
        <p:spPr>
          <a:xfrm>
            <a:off x="9669039" y="3474320"/>
            <a:ext cx="2286000" cy="766398"/>
          </a:xfrm>
          <a:prstGeom prst="wedgeRoundRectCallout">
            <a:avLst>
              <a:gd name="adj1" fmla="val -51849"/>
              <a:gd name="adj2" fmla="val 92328"/>
              <a:gd name="adj3"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Rockwell"/>
                <a:ea typeface="Rockwell"/>
                <a:cs typeface="Rockwell"/>
                <a:sym typeface="Rockwell"/>
              </a:rPr>
              <a:t>Symbol for join </a:t>
            </a:r>
            <a:br>
              <a:rPr lang="en-US" sz="2000" b="0" i="0" u="none" strike="noStrike" cap="none">
                <a:solidFill>
                  <a:schemeClr val="lt1"/>
                </a:solidFill>
                <a:latin typeface="Rockwell"/>
                <a:ea typeface="Rockwell"/>
                <a:cs typeface="Rockwell"/>
                <a:sym typeface="Rockwell"/>
              </a:rPr>
            </a:br>
            <a:r>
              <a:rPr lang="en-US" sz="2000" b="0" i="0" u="none" strike="noStrike" cap="none">
                <a:solidFill>
                  <a:schemeClr val="lt1"/>
                </a:solidFill>
                <a:latin typeface="Rockwell"/>
                <a:ea typeface="Rockwell"/>
                <a:cs typeface="Rockwell"/>
                <a:sym typeface="Rockwell"/>
              </a:rPr>
              <a:t>(Rel. Alg.)</a:t>
            </a:r>
            <a:endParaRPr sz="1400" b="0" i="0" u="none" strike="noStrike" cap="none">
              <a:solidFill>
                <a:srgbClr val="000000"/>
              </a:solidFill>
              <a:latin typeface="Arial"/>
              <a:ea typeface="Arial"/>
              <a:cs typeface="Arial"/>
              <a:sym typeface="Arial"/>
            </a:endParaRPr>
          </a:p>
        </p:txBody>
      </p:sp>
      <p:graphicFrame>
        <p:nvGraphicFramePr>
          <p:cNvPr id="1315" name="Google Shape;1315;p69"/>
          <p:cNvGraphicFramePr/>
          <p:nvPr/>
        </p:nvGraphicFramePr>
        <p:xfrm>
          <a:off x="7105100" y="4984317"/>
          <a:ext cx="4794600" cy="965250"/>
        </p:xfrm>
        <a:graphic>
          <a:graphicData uri="http://schemas.openxmlformats.org/drawingml/2006/table">
            <a:tbl>
              <a:tblPr firstRow="1" bandRow="1">
                <a:noFill/>
              </a:tblPr>
              <a:tblGrid>
                <a:gridCol w="570375">
                  <a:extLst>
                    <a:ext uri="{9D8B030D-6E8A-4147-A177-3AD203B41FA5}">
                      <a16:colId xmlns:a16="http://schemas.microsoft.com/office/drawing/2014/main" val="20000"/>
                    </a:ext>
                  </a:extLst>
                </a:gridCol>
                <a:gridCol w="570375">
                  <a:extLst>
                    <a:ext uri="{9D8B030D-6E8A-4147-A177-3AD203B41FA5}">
                      <a16:colId xmlns:a16="http://schemas.microsoft.com/office/drawing/2014/main" val="20001"/>
                    </a:ext>
                  </a:extLst>
                </a:gridCol>
                <a:gridCol w="942475">
                  <a:extLst>
                    <a:ext uri="{9D8B030D-6E8A-4147-A177-3AD203B41FA5}">
                      <a16:colId xmlns:a16="http://schemas.microsoft.com/office/drawing/2014/main" val="20002"/>
                    </a:ext>
                  </a:extLst>
                </a:gridCol>
                <a:gridCol w="530575">
                  <a:extLst>
                    <a:ext uri="{9D8B030D-6E8A-4147-A177-3AD203B41FA5}">
                      <a16:colId xmlns:a16="http://schemas.microsoft.com/office/drawing/2014/main" val="20003"/>
                    </a:ext>
                  </a:extLst>
                </a:gridCol>
                <a:gridCol w="850275">
                  <a:extLst>
                    <a:ext uri="{9D8B030D-6E8A-4147-A177-3AD203B41FA5}">
                      <a16:colId xmlns:a16="http://schemas.microsoft.com/office/drawing/2014/main" val="20004"/>
                    </a:ext>
                  </a:extLst>
                </a:gridCol>
                <a:gridCol w="787300">
                  <a:extLst>
                    <a:ext uri="{9D8B030D-6E8A-4147-A177-3AD203B41FA5}">
                      <a16:colId xmlns:a16="http://schemas.microsoft.com/office/drawing/2014/main" val="20005"/>
                    </a:ext>
                  </a:extLst>
                </a:gridCol>
                <a:gridCol w="543225">
                  <a:extLst>
                    <a:ext uri="{9D8B030D-6E8A-4147-A177-3AD203B41FA5}">
                      <a16:colId xmlns:a16="http://schemas.microsoft.com/office/drawing/2014/main" val="20006"/>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2A080A7-5F62-8D65-218D-D18AE0730CD6}"/>
                  </a:ext>
                </a:extLst>
              </p14:cNvPr>
              <p14:cNvContentPartPr/>
              <p14:nvPr/>
            </p14:nvContentPartPr>
            <p14:xfrm>
              <a:off x="1164600" y="3045240"/>
              <a:ext cx="9862920" cy="3076560"/>
            </p14:xfrm>
          </p:contentPart>
        </mc:Choice>
        <mc:Fallback xmlns="">
          <p:pic>
            <p:nvPicPr>
              <p:cNvPr id="2" name="Ink 1">
                <a:extLst>
                  <a:ext uri="{FF2B5EF4-FFF2-40B4-BE49-F238E27FC236}">
                    <a16:creationId xmlns:a16="http://schemas.microsoft.com/office/drawing/2014/main" id="{72A080A7-5F62-8D65-218D-D18AE0730CD6}"/>
                  </a:ext>
                </a:extLst>
              </p:cNvPr>
              <p:cNvPicPr/>
              <p:nvPr/>
            </p:nvPicPr>
            <p:blipFill>
              <a:blip r:embed="rId5"/>
              <a:stretch>
                <a:fillRect/>
              </a:stretch>
            </p:blipFill>
            <p:spPr>
              <a:xfrm>
                <a:off x="1155240" y="3035880"/>
                <a:ext cx="9881640" cy="30952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4"/>
                                        </p:tgtEl>
                                        <p:attrNameLst>
                                          <p:attrName>style.visibility</p:attrName>
                                        </p:attrNameLst>
                                      </p:cBhvr>
                                      <p:to>
                                        <p:strVal val="visible"/>
                                      </p:to>
                                    </p:set>
                                    <p:animEffect transition="in" filter="fade">
                                      <p:cBhvr>
                                        <p:cTn id="7" dur="500"/>
                                        <p:tgtEl>
                                          <p:spTgt spid="1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57"/>
          <p:cNvSpPr txBox="1">
            <a:spLocks noGrp="1"/>
          </p:cNvSpPr>
          <p:nvPr>
            <p:ph type="title"/>
          </p:nvPr>
        </p:nvSpPr>
        <p:spPr>
          <a:xfrm>
            <a:off x="589467" y="0"/>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BASIC JOINS</a:t>
            </a:r>
            <a:endParaRPr/>
          </a:p>
        </p:txBody>
      </p:sp>
      <p:sp>
        <p:nvSpPr>
          <p:cNvPr id="1115" name="Google Shape;1115;p57"/>
          <p:cNvSpPr/>
          <p:nvPr/>
        </p:nvSpPr>
        <p:spPr>
          <a:xfrm>
            <a:off x="8034867" y="6453189"/>
            <a:ext cx="4572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sng" strike="noStrike" cap="none">
                <a:solidFill>
                  <a:srgbClr val="7F7F7F"/>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http://sqlfiddle.com/#!17/4215a/10</a:t>
            </a:r>
            <a:r>
              <a:rPr lang="en-US" sz="1800" b="0" i="1" u="none" strike="noStrike" cap="none">
                <a:solidFill>
                  <a:srgbClr val="7F7F7F"/>
                </a:solidFill>
                <a:latin typeface="Rockwell"/>
                <a:ea typeface="Rockwell"/>
                <a:cs typeface="Rockwell"/>
                <a:sym typeface="Rockwell"/>
              </a:rPr>
              <a:t> </a:t>
            </a:r>
            <a:endParaRPr sz="2000" b="0" i="1" u="none" strike="noStrike" cap="none">
              <a:solidFill>
                <a:srgbClr val="7F7F7F"/>
              </a:solidFill>
              <a:latin typeface="Rockwell"/>
              <a:ea typeface="Rockwell"/>
              <a:cs typeface="Rockwell"/>
              <a:sym typeface="Rockwell"/>
            </a:endParaRPr>
          </a:p>
        </p:txBody>
      </p:sp>
      <p:sp>
        <p:nvSpPr>
          <p:cNvPr id="1116" name="Google Shape;1116;p57"/>
          <p:cNvSpPr/>
          <p:nvPr/>
        </p:nvSpPr>
        <p:spPr>
          <a:xfrm>
            <a:off x="420538" y="1462350"/>
            <a:ext cx="6728883"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dirty="0">
                <a:solidFill>
                  <a:schemeClr val="dk1"/>
                </a:solidFill>
                <a:latin typeface="Arial" panose="020B0604020202020204" pitchFamily="34" charset="0"/>
                <a:ea typeface="Oi"/>
                <a:cs typeface="Arial" panose="020B0604020202020204" pitchFamily="34" charset="0"/>
                <a:sym typeface="Oi"/>
              </a:rPr>
              <a:t>SELECT </a:t>
            </a:r>
            <a:r>
              <a:rPr lang="en-US" sz="2000" u="none" strike="noStrike" cap="none" dirty="0" err="1">
                <a:solidFill>
                  <a:schemeClr val="dk1"/>
                </a:solidFill>
                <a:latin typeface="Arial" panose="020B0604020202020204" pitchFamily="34" charset="0"/>
                <a:ea typeface="Oi"/>
                <a:cs typeface="Arial" panose="020B0604020202020204" pitchFamily="34" charset="0"/>
                <a:sym typeface="Oi"/>
              </a:rPr>
              <a:t>s.sid</a:t>
            </a:r>
            <a:r>
              <a:rPr lang="en-US" sz="2000" u="none" strike="noStrike" cap="none" dirty="0">
                <a:solidFill>
                  <a:schemeClr val="dk1"/>
                </a:solidFill>
                <a:latin typeface="Arial" panose="020B0604020202020204" pitchFamily="34" charset="0"/>
                <a:ea typeface="Oi"/>
                <a:cs typeface="Arial" panose="020B0604020202020204" pitchFamily="34" charset="0"/>
                <a:sym typeface="Oi"/>
              </a:rPr>
              <a:t>, </a:t>
            </a:r>
            <a:r>
              <a:rPr lang="en-US" sz="2000" u="none" strike="noStrike" cap="none" dirty="0" err="1">
                <a:solidFill>
                  <a:schemeClr val="dk1"/>
                </a:solidFill>
                <a:latin typeface="Arial" panose="020B0604020202020204" pitchFamily="34" charset="0"/>
                <a:ea typeface="Oi"/>
                <a:cs typeface="Arial" panose="020B0604020202020204" pitchFamily="34" charset="0"/>
                <a:sym typeface="Oi"/>
              </a:rPr>
              <a:t>s.sname</a:t>
            </a:r>
            <a:r>
              <a:rPr lang="en-US" sz="2000" u="none" strike="noStrike" cap="none" dirty="0">
                <a:solidFill>
                  <a:schemeClr val="dk1"/>
                </a:solidFill>
                <a:latin typeface="Arial" panose="020B0604020202020204" pitchFamily="34" charset="0"/>
                <a:ea typeface="Oi"/>
                <a:cs typeface="Arial" panose="020B0604020202020204" pitchFamily="34" charset="0"/>
                <a:sym typeface="Oi"/>
              </a:rPr>
              <a:t>, </a:t>
            </a:r>
            <a:r>
              <a:rPr lang="en-US" sz="2000" u="none" strike="noStrike" cap="none" dirty="0" err="1">
                <a:solidFill>
                  <a:schemeClr val="dk1"/>
                </a:solidFill>
                <a:latin typeface="Arial" panose="020B0604020202020204" pitchFamily="34" charset="0"/>
                <a:ea typeface="Oi"/>
                <a:cs typeface="Arial" panose="020B0604020202020204" pitchFamily="34" charset="0"/>
                <a:sym typeface="Oi"/>
              </a:rPr>
              <a:t>r.bid</a:t>
            </a:r>
            <a:endParaRPr sz="2000" u="none" strike="noStrike" cap="none" dirty="0">
              <a:solidFill>
                <a:schemeClr val="dk1"/>
              </a:solidFill>
              <a:latin typeface="Arial" panose="020B0604020202020204" pitchFamily="34" charset="0"/>
              <a:ea typeface="Oi"/>
              <a:cs typeface="Arial" panose="020B0604020202020204" pitchFamily="34" charset="0"/>
              <a:sym typeface="Oi"/>
            </a:endParaRPr>
          </a:p>
          <a:p>
            <a:pPr marL="0" marR="0" lvl="0" indent="0" algn="l" rtl="0">
              <a:lnSpc>
                <a:spcPct val="100000"/>
              </a:lnSpc>
              <a:spcBef>
                <a:spcPts val="400"/>
              </a:spcBef>
              <a:spcAft>
                <a:spcPts val="0"/>
              </a:spcAft>
              <a:buClr>
                <a:srgbClr val="000000"/>
              </a:buClr>
              <a:buSzPts val="2000"/>
              <a:buFont typeface="Arial"/>
              <a:buNone/>
            </a:pPr>
            <a:r>
              <a:rPr lang="en-US" sz="2000" u="none" strike="noStrike" cap="none" dirty="0">
                <a:solidFill>
                  <a:schemeClr val="dk1"/>
                </a:solidFill>
                <a:latin typeface="Arial" panose="020B0604020202020204" pitchFamily="34" charset="0"/>
                <a:ea typeface="Oi"/>
                <a:cs typeface="Arial" panose="020B0604020202020204" pitchFamily="34" charset="0"/>
                <a:sym typeface="Oi"/>
              </a:rPr>
              <a:t>    FROM Sailors s, Reserves r</a:t>
            </a:r>
            <a:endParaRPr sz="1400" u="none" strike="noStrike" cap="none" dirty="0">
              <a:solidFill>
                <a:srgbClr val="000000"/>
              </a:solidFill>
              <a:latin typeface="Arial" panose="020B0604020202020204" pitchFamily="34" charset="0"/>
              <a:cs typeface="Arial" panose="020B0604020202020204" pitchFamily="34" charset="0"/>
              <a:sym typeface="Arial"/>
            </a:endParaRPr>
          </a:p>
          <a:p>
            <a:pPr marL="0" marR="0" lvl="0" indent="0" algn="l" rtl="0">
              <a:lnSpc>
                <a:spcPct val="100000"/>
              </a:lnSpc>
              <a:spcBef>
                <a:spcPts val="400"/>
              </a:spcBef>
              <a:spcAft>
                <a:spcPts val="0"/>
              </a:spcAft>
              <a:buClr>
                <a:srgbClr val="000000"/>
              </a:buClr>
              <a:buSzPts val="2000"/>
              <a:buFont typeface="Arial"/>
              <a:buNone/>
            </a:pPr>
            <a:r>
              <a:rPr lang="en-US" sz="2000" u="none" strike="noStrike" cap="none" dirty="0">
                <a:solidFill>
                  <a:schemeClr val="dk1"/>
                </a:solidFill>
                <a:latin typeface="Arial" panose="020B0604020202020204" pitchFamily="34" charset="0"/>
                <a:ea typeface="Oi"/>
                <a:cs typeface="Arial" panose="020B0604020202020204" pitchFamily="34" charset="0"/>
                <a:sym typeface="Oi"/>
              </a:rPr>
              <a:t>   WHERE </a:t>
            </a:r>
            <a:r>
              <a:rPr lang="en-US" sz="2000" u="none" strike="noStrike" cap="none" dirty="0" err="1">
                <a:solidFill>
                  <a:schemeClr val="dk1"/>
                </a:solidFill>
                <a:latin typeface="Arial" panose="020B0604020202020204" pitchFamily="34" charset="0"/>
                <a:ea typeface="Oi"/>
                <a:cs typeface="Arial" panose="020B0604020202020204" pitchFamily="34" charset="0"/>
                <a:sym typeface="Oi"/>
              </a:rPr>
              <a:t>s.sid</a:t>
            </a:r>
            <a:r>
              <a:rPr lang="en-US" sz="2000" u="none" strike="noStrike" cap="none" dirty="0">
                <a:solidFill>
                  <a:schemeClr val="dk1"/>
                </a:solidFill>
                <a:latin typeface="Arial" panose="020B0604020202020204" pitchFamily="34" charset="0"/>
                <a:ea typeface="Oi"/>
                <a:cs typeface="Arial" panose="020B0604020202020204" pitchFamily="34" charset="0"/>
                <a:sym typeface="Oi"/>
              </a:rPr>
              <a:t> = </a:t>
            </a:r>
            <a:r>
              <a:rPr lang="en-US" sz="2000" u="none" strike="noStrike" cap="none" dirty="0" err="1">
                <a:solidFill>
                  <a:schemeClr val="dk1"/>
                </a:solidFill>
                <a:latin typeface="Arial" panose="020B0604020202020204" pitchFamily="34" charset="0"/>
                <a:ea typeface="Oi"/>
                <a:cs typeface="Arial" panose="020B0604020202020204" pitchFamily="34" charset="0"/>
                <a:sym typeface="Oi"/>
              </a:rPr>
              <a:t>r.sid</a:t>
            </a:r>
            <a:endParaRPr sz="2000" u="none" strike="noStrike" cap="none" dirty="0">
              <a:solidFill>
                <a:schemeClr val="dk1"/>
              </a:solidFill>
              <a:latin typeface="Arial" panose="020B0604020202020204" pitchFamily="34" charset="0"/>
              <a:ea typeface="Oi"/>
              <a:cs typeface="Arial" panose="020B0604020202020204" pitchFamily="34" charset="0"/>
              <a:sym typeface="Oi"/>
            </a:endParaRPr>
          </a:p>
          <a:p>
            <a:pPr marL="0" marR="0" lvl="0" indent="0" algn="l" rtl="0">
              <a:lnSpc>
                <a:spcPct val="100000"/>
              </a:lnSpc>
              <a:spcBef>
                <a:spcPts val="400"/>
              </a:spcBef>
              <a:spcAft>
                <a:spcPts val="0"/>
              </a:spcAft>
              <a:buClr>
                <a:srgbClr val="000000"/>
              </a:buClr>
              <a:buSzPts val="2000"/>
              <a:buFont typeface="Arial"/>
              <a:buNone/>
            </a:pPr>
            <a:r>
              <a:rPr lang="en-US" sz="2000" u="none" strike="noStrike" cap="none" dirty="0">
                <a:solidFill>
                  <a:schemeClr val="dk1"/>
                </a:solidFill>
                <a:latin typeface="Arial" panose="020B0604020202020204" pitchFamily="34" charset="0"/>
                <a:ea typeface="Oi"/>
                <a:cs typeface="Arial" panose="020B0604020202020204" pitchFamily="34" charset="0"/>
                <a:sym typeface="Oi"/>
              </a:rPr>
              <a:t>     AND </a:t>
            </a:r>
            <a:r>
              <a:rPr lang="en-US" sz="2000" u="none" strike="noStrike" cap="none" dirty="0" err="1">
                <a:solidFill>
                  <a:schemeClr val="dk1"/>
                </a:solidFill>
                <a:latin typeface="Arial" panose="020B0604020202020204" pitchFamily="34" charset="0"/>
                <a:ea typeface="Oi"/>
                <a:cs typeface="Arial" panose="020B0604020202020204" pitchFamily="34" charset="0"/>
                <a:sym typeface="Oi"/>
              </a:rPr>
              <a:t>s.age</a:t>
            </a:r>
            <a:r>
              <a:rPr lang="en-US" sz="2000" u="none" strike="noStrike" cap="none" dirty="0">
                <a:solidFill>
                  <a:schemeClr val="dk1"/>
                </a:solidFill>
                <a:latin typeface="Arial" panose="020B0604020202020204" pitchFamily="34" charset="0"/>
                <a:ea typeface="Oi"/>
                <a:cs typeface="Arial" panose="020B0604020202020204" pitchFamily="34" charset="0"/>
                <a:sym typeface="Oi"/>
              </a:rPr>
              <a:t> &gt; 20;</a:t>
            </a:r>
            <a:endParaRPr sz="2000" u="none" strike="noStrike" cap="none" dirty="0">
              <a:solidFill>
                <a:schemeClr val="dk1"/>
              </a:solidFill>
              <a:latin typeface="Arial" panose="020B0604020202020204" pitchFamily="34" charset="0"/>
              <a:ea typeface="Rockwell"/>
              <a:cs typeface="Arial" panose="020B0604020202020204" pitchFamily="34" charset="0"/>
              <a:sym typeface="Rockwell"/>
            </a:endParaRPr>
          </a:p>
        </p:txBody>
      </p:sp>
      <p:grpSp>
        <p:nvGrpSpPr>
          <p:cNvPr id="1117" name="Google Shape;1117;p57"/>
          <p:cNvGrpSpPr/>
          <p:nvPr/>
        </p:nvGrpSpPr>
        <p:grpSpPr>
          <a:xfrm>
            <a:off x="9096433" y="5182947"/>
            <a:ext cx="2016303" cy="1270242"/>
            <a:chOff x="8858215" y="5182947"/>
            <a:chExt cx="2016303" cy="1270242"/>
          </a:xfrm>
        </p:grpSpPr>
        <p:sp>
          <p:nvSpPr>
            <p:cNvPr id="1118" name="Google Shape;1118;p57"/>
            <p:cNvSpPr/>
            <p:nvPr/>
          </p:nvSpPr>
          <p:spPr>
            <a:xfrm>
              <a:off x="9604277" y="5306209"/>
              <a:ext cx="524181" cy="1023721"/>
            </a:xfrm>
            <a:custGeom>
              <a:avLst/>
              <a:gdLst/>
              <a:ahLst/>
              <a:cxnLst/>
              <a:rect l="l" t="t" r="r" b="b"/>
              <a:pathLst>
                <a:path w="524181" h="1023721" extrusionOk="0">
                  <a:moveTo>
                    <a:pt x="262091" y="0"/>
                  </a:moveTo>
                  <a:lnTo>
                    <a:pt x="338159" y="62762"/>
                  </a:lnTo>
                  <a:cubicBezTo>
                    <a:pt x="453093" y="177696"/>
                    <a:pt x="524181" y="336476"/>
                    <a:pt x="524181" y="511860"/>
                  </a:cubicBezTo>
                  <a:cubicBezTo>
                    <a:pt x="524181" y="687244"/>
                    <a:pt x="453093" y="846024"/>
                    <a:pt x="338159" y="960959"/>
                  </a:cubicBezTo>
                  <a:lnTo>
                    <a:pt x="262091" y="1023721"/>
                  </a:lnTo>
                  <a:lnTo>
                    <a:pt x="186023" y="960959"/>
                  </a:lnTo>
                  <a:cubicBezTo>
                    <a:pt x="71088" y="846024"/>
                    <a:pt x="0" y="687244"/>
                    <a:pt x="0" y="511860"/>
                  </a:cubicBezTo>
                  <a:cubicBezTo>
                    <a:pt x="0" y="336476"/>
                    <a:pt x="71088" y="177696"/>
                    <a:pt x="186023" y="62762"/>
                  </a:cubicBezTo>
                  <a:close/>
                </a:path>
              </a:pathLst>
            </a:custGeom>
            <a:solidFill>
              <a:srgbClr val="7030A0"/>
            </a:solidFill>
            <a:ln w="127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p:nvGrpSpPr>
            <p:cNvPr id="1119" name="Google Shape;1119;p57"/>
            <p:cNvGrpSpPr/>
            <p:nvPr/>
          </p:nvGrpSpPr>
          <p:grpSpPr>
            <a:xfrm>
              <a:off x="8858215" y="5182947"/>
              <a:ext cx="2016303" cy="1270242"/>
              <a:chOff x="8858215" y="5182947"/>
              <a:chExt cx="2016303" cy="1270242"/>
            </a:xfrm>
          </p:grpSpPr>
          <p:sp>
            <p:nvSpPr>
              <p:cNvPr id="1120" name="Google Shape;1120;p57"/>
              <p:cNvSpPr/>
              <p:nvPr/>
            </p:nvSpPr>
            <p:spPr>
              <a:xfrm>
                <a:off x="8858215" y="5182947"/>
                <a:ext cx="1270242" cy="1270242"/>
              </a:xfrm>
              <a:prstGeom prst="ellipse">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1121" name="Google Shape;1121;p57"/>
              <p:cNvSpPr/>
              <p:nvPr/>
            </p:nvSpPr>
            <p:spPr>
              <a:xfrm>
                <a:off x="9604276" y="5182947"/>
                <a:ext cx="1270242" cy="1270242"/>
              </a:xfrm>
              <a:prstGeom prst="ellipse">
                <a:avLst/>
              </a:prstGeom>
              <a:no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p:grpSp>
      <p:sp>
        <p:nvSpPr>
          <p:cNvPr id="1122" name="Google Shape;1122;p57"/>
          <p:cNvSpPr txBox="1">
            <a:spLocks noGrp="1"/>
          </p:cNvSpPr>
          <p:nvPr>
            <p:ph type="body" idx="1"/>
          </p:nvPr>
        </p:nvSpPr>
        <p:spPr>
          <a:xfrm>
            <a:off x="838200" y="3828913"/>
            <a:ext cx="6764102" cy="2694282"/>
          </a:xfrm>
          <a:prstGeom prst="rect">
            <a:avLst/>
          </a:prstGeom>
          <a:noFill/>
          <a:ln>
            <a:noFill/>
          </a:ln>
        </p:spPr>
        <p:txBody>
          <a:bodyPr spcFirstLastPara="1" wrap="square" lIns="91425" tIns="45700" rIns="91425" bIns="45700" anchor="t" anchorCtr="0">
            <a:normAutofit/>
          </a:bodyPr>
          <a:lstStyle/>
          <a:p>
            <a:pPr marL="14287" lvl="0" indent="0" algn="l" rtl="0">
              <a:lnSpc>
                <a:spcPct val="90000"/>
              </a:lnSpc>
              <a:spcBef>
                <a:spcPts val="0"/>
              </a:spcBef>
              <a:spcAft>
                <a:spcPts val="0"/>
              </a:spcAft>
              <a:buSzPts val="1700"/>
              <a:buNone/>
            </a:pPr>
            <a:r>
              <a:rPr lang="en-US"/>
              <a:t>Can select from multiple tables.</a:t>
            </a:r>
            <a:endParaRPr/>
          </a:p>
          <a:p>
            <a:pPr marL="182880" lvl="0" indent="-182880" algn="l" rtl="0">
              <a:lnSpc>
                <a:spcPct val="90000"/>
              </a:lnSpc>
              <a:spcBef>
                <a:spcPts val="1200"/>
              </a:spcBef>
              <a:spcAft>
                <a:spcPts val="0"/>
              </a:spcAft>
              <a:buSzPts val="1700"/>
              <a:buChar char="▪"/>
            </a:pPr>
            <a:r>
              <a:rPr lang="en-US"/>
              <a:t>By ensuring sids are equal we get an inner join.</a:t>
            </a:r>
            <a:endParaRPr/>
          </a:p>
          <a:p>
            <a:pPr marL="14287" lvl="0" indent="0" algn="l" rtl="0">
              <a:lnSpc>
                <a:spcPct val="90000"/>
              </a:lnSpc>
              <a:spcBef>
                <a:spcPts val="1200"/>
              </a:spcBef>
              <a:spcAft>
                <a:spcPts val="0"/>
              </a:spcAft>
              <a:buSzPts val="1700"/>
              <a:buNone/>
            </a:pPr>
            <a:endParaRPr/>
          </a:p>
        </p:txBody>
      </p:sp>
      <p:pic>
        <p:nvPicPr>
          <p:cNvPr id="1123" name="Google Shape;1123;p57"/>
          <p:cNvPicPr preferRelativeResize="0"/>
          <p:nvPr/>
        </p:nvPicPr>
        <p:blipFill rotWithShape="1">
          <a:blip r:embed="rId4">
            <a:alphaModFix/>
          </a:blip>
          <a:srcRect/>
          <a:stretch/>
        </p:blipFill>
        <p:spPr>
          <a:xfrm>
            <a:off x="5195108" y="689912"/>
            <a:ext cx="4070894" cy="3022205"/>
          </a:xfrm>
          <a:prstGeom prst="rect">
            <a:avLst/>
          </a:prstGeom>
          <a:noFill/>
          <a:ln>
            <a:noFill/>
          </a:ln>
        </p:spPr>
      </p:pic>
      <p:pic>
        <p:nvPicPr>
          <p:cNvPr id="1124" name="Google Shape;1124;p57"/>
          <p:cNvPicPr preferRelativeResize="0"/>
          <p:nvPr/>
        </p:nvPicPr>
        <p:blipFill rotWithShape="1">
          <a:blip r:embed="rId5">
            <a:alphaModFix/>
          </a:blip>
          <a:srcRect/>
          <a:stretch/>
        </p:blipFill>
        <p:spPr>
          <a:xfrm>
            <a:off x="9103735" y="1015122"/>
            <a:ext cx="3088265" cy="2023061"/>
          </a:xfrm>
          <a:prstGeom prst="rect">
            <a:avLst/>
          </a:prstGeom>
          <a:noFill/>
          <a:ln>
            <a:noFill/>
          </a:ln>
        </p:spPr>
      </p:pic>
      <p:pic>
        <p:nvPicPr>
          <p:cNvPr id="1125" name="Google Shape;1125;p57"/>
          <p:cNvPicPr preferRelativeResize="0"/>
          <p:nvPr/>
        </p:nvPicPr>
        <p:blipFill rotWithShape="1">
          <a:blip r:embed="rId6">
            <a:alphaModFix/>
          </a:blip>
          <a:srcRect/>
          <a:stretch/>
        </p:blipFill>
        <p:spPr>
          <a:xfrm>
            <a:off x="8573097" y="4158446"/>
            <a:ext cx="3219450" cy="2295525"/>
          </a:xfrm>
          <a:prstGeom prst="rect">
            <a:avLst/>
          </a:prstGeom>
          <a:noFill/>
          <a:ln>
            <a:noFill/>
          </a:ln>
        </p:spPr>
      </p:pic>
      <p:sp>
        <p:nvSpPr>
          <p:cNvPr id="1126" name="Google Shape;1126;p57"/>
          <p:cNvSpPr/>
          <p:nvPr/>
        </p:nvSpPr>
        <p:spPr>
          <a:xfrm>
            <a:off x="5195108" y="388449"/>
            <a:ext cx="116089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Oi"/>
                <a:ea typeface="Oi"/>
                <a:cs typeface="Oi"/>
                <a:sym typeface="Oi"/>
              </a:rPr>
              <a:t>Sailors</a:t>
            </a:r>
            <a:endParaRPr sz="1800" b="0" i="0" u="sng" strike="noStrike" cap="none">
              <a:solidFill>
                <a:schemeClr val="dk1"/>
              </a:solidFill>
              <a:latin typeface="Rockwell"/>
              <a:ea typeface="Rockwell"/>
              <a:cs typeface="Rockwell"/>
              <a:sym typeface="Rockwell"/>
            </a:endParaRPr>
          </a:p>
        </p:txBody>
      </p:sp>
      <p:sp>
        <p:nvSpPr>
          <p:cNvPr id="1127" name="Google Shape;1127;p57"/>
          <p:cNvSpPr/>
          <p:nvPr/>
        </p:nvSpPr>
        <p:spPr>
          <a:xfrm>
            <a:off x="9192316" y="642345"/>
            <a:ext cx="130035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Oi"/>
                <a:ea typeface="Oi"/>
                <a:cs typeface="Oi"/>
                <a:sym typeface="Oi"/>
              </a:rPr>
              <a:t>Reserves</a:t>
            </a:r>
            <a:endParaRPr sz="1800" b="0" i="0" u="sng" strike="noStrike" cap="none">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E88B0533-D33B-AA09-F995-0615D4428D1B}"/>
                  </a:ext>
                </a:extLst>
              </p14:cNvPr>
              <p14:cNvContentPartPr/>
              <p14:nvPr/>
            </p14:nvContentPartPr>
            <p14:xfrm>
              <a:off x="1592280" y="1757880"/>
              <a:ext cx="3469320" cy="1955520"/>
            </p14:xfrm>
          </p:contentPart>
        </mc:Choice>
        <mc:Fallback xmlns="">
          <p:pic>
            <p:nvPicPr>
              <p:cNvPr id="2" name="Ink 1">
                <a:extLst>
                  <a:ext uri="{FF2B5EF4-FFF2-40B4-BE49-F238E27FC236}">
                    <a16:creationId xmlns:a16="http://schemas.microsoft.com/office/drawing/2014/main" id="{E88B0533-D33B-AA09-F995-0615D4428D1B}"/>
                  </a:ext>
                </a:extLst>
              </p:cNvPr>
              <p:cNvPicPr/>
              <p:nvPr/>
            </p:nvPicPr>
            <p:blipFill>
              <a:blip r:embed="rId8"/>
              <a:stretch>
                <a:fillRect/>
              </a:stretch>
            </p:blipFill>
            <p:spPr>
              <a:xfrm>
                <a:off x="1582920" y="1748520"/>
                <a:ext cx="3488040" cy="1974240"/>
              </a:xfrm>
              <a:prstGeom prst="rect">
                <a:avLst/>
              </a:prstGeom>
            </p:spPr>
          </p:pic>
        </mc:Fallback>
      </mc:AlternateContent>
    </p:spTree>
    <p:extLst>
      <p:ext uri="{BB962C8B-B14F-4D97-AF65-F5344CB8AC3E}">
        <p14:creationId xmlns:p14="http://schemas.microsoft.com/office/powerpoint/2010/main" val="23310471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20"/>
        <p:cNvGrpSpPr/>
        <p:nvPr/>
      </p:nvGrpSpPr>
      <p:grpSpPr>
        <a:xfrm>
          <a:off x="0" y="0"/>
          <a:ext cx="0" cy="0"/>
          <a:chOff x="0" y="0"/>
          <a:chExt cx="0" cy="0"/>
        </a:xfrm>
      </p:grpSpPr>
      <p:sp>
        <p:nvSpPr>
          <p:cNvPr id="1321" name="Google Shape;1321;p70"/>
          <p:cNvSpPr txBox="1">
            <a:spLocks noGrp="1"/>
          </p:cNvSpPr>
          <p:nvPr>
            <p:ph type="title"/>
          </p:nvPr>
        </p:nvSpPr>
        <p:spPr>
          <a:xfrm>
            <a:off x="219452" y="60892"/>
            <a:ext cx="12192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5400"/>
              <a:buFont typeface="Rockwell"/>
              <a:buNone/>
            </a:pPr>
            <a:r>
              <a:rPr lang="en-US" dirty="0">
                <a:solidFill>
                  <a:srgbClr val="000000"/>
                </a:solidFill>
              </a:rPr>
              <a:t>THE CARTESIAN PRODUCT (</a:t>
            </a:r>
            <a:r>
              <a:rPr lang="en-US" sz="4000" dirty="0"/>
              <a:t>×</a:t>
            </a:r>
            <a:r>
              <a:rPr lang="en-US" dirty="0"/>
              <a:t>)</a:t>
            </a:r>
            <a:endParaRPr dirty="0">
              <a:solidFill>
                <a:srgbClr val="000000"/>
              </a:solidFill>
            </a:endParaRPr>
          </a:p>
        </p:txBody>
      </p:sp>
      <p:sp>
        <p:nvSpPr>
          <p:cNvPr id="1322" name="Google Shape;1322;p70"/>
          <p:cNvSpPr txBox="1"/>
          <p:nvPr/>
        </p:nvSpPr>
        <p:spPr>
          <a:xfrm>
            <a:off x="2680110" y="1201312"/>
            <a:ext cx="7301999"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Rockwell"/>
                <a:ea typeface="Rockwell"/>
                <a:cs typeface="Rockwell"/>
                <a:sym typeface="Rockwell"/>
              </a:rPr>
              <a:t>R </a:t>
            </a:r>
            <a:r>
              <a:rPr lang="en-US" sz="3200" b="0" i="0" u="none" strike="noStrike" cap="none">
                <a:solidFill>
                  <a:schemeClr val="dk1"/>
                </a:solidFill>
                <a:latin typeface="Rockwell"/>
                <a:ea typeface="Rockwell"/>
                <a:cs typeface="Rockwell"/>
                <a:sym typeface="Rockwell"/>
              </a:rPr>
              <a:t>×</a:t>
            </a:r>
            <a:r>
              <a:rPr lang="en-US" sz="3200" b="1" i="0" u="none" strike="noStrike" cap="none">
                <a:solidFill>
                  <a:schemeClr val="dk1"/>
                </a:solidFill>
                <a:latin typeface="Rockwell"/>
                <a:ea typeface="Rockwell"/>
                <a:cs typeface="Rockwell"/>
                <a:sym typeface="Rockwell"/>
              </a:rPr>
              <a:t> S: </a:t>
            </a:r>
            <a:r>
              <a:rPr lang="en-US" sz="2400" b="0" i="1" u="none" strike="noStrike" cap="none">
                <a:solidFill>
                  <a:schemeClr val="dk1"/>
                </a:solidFill>
                <a:latin typeface="Rockwell"/>
                <a:ea typeface="Rockwell"/>
                <a:cs typeface="Rockwell"/>
                <a:sym typeface="Rockwell"/>
              </a:rPr>
              <a:t>Each row of </a:t>
            </a:r>
            <a:r>
              <a:rPr lang="en-US" sz="2400" b="1" i="1" u="none" strike="noStrike" cap="none">
                <a:solidFill>
                  <a:schemeClr val="dk1"/>
                </a:solidFill>
                <a:latin typeface="Rockwell"/>
                <a:ea typeface="Rockwell"/>
                <a:cs typeface="Rockwell"/>
                <a:sym typeface="Rockwell"/>
              </a:rPr>
              <a:t>R</a:t>
            </a:r>
            <a:r>
              <a:rPr lang="en-US" sz="2400" b="0" i="1" u="none" strike="noStrike" cap="none">
                <a:solidFill>
                  <a:schemeClr val="dk1"/>
                </a:solidFill>
                <a:latin typeface="Rockwell"/>
                <a:ea typeface="Rockwell"/>
                <a:cs typeface="Rockwell"/>
                <a:sym typeface="Rockwell"/>
              </a:rPr>
              <a:t> paired with each row of </a:t>
            </a:r>
            <a:r>
              <a:rPr lang="en-US" sz="2400" b="1" i="1" u="none" strike="noStrike" cap="none">
                <a:solidFill>
                  <a:schemeClr val="dk1"/>
                </a:solidFill>
                <a:latin typeface="Rockwell"/>
                <a:ea typeface="Rockwell"/>
                <a:cs typeface="Rockwell"/>
                <a:sym typeface="Rockwell"/>
              </a:rPr>
              <a:t>S</a:t>
            </a:r>
            <a:endParaRPr sz="2400" b="0" i="1" u="none" strike="noStrike" cap="none">
              <a:solidFill>
                <a:schemeClr val="dk1"/>
              </a:solidFill>
              <a:latin typeface="Rockwell"/>
              <a:ea typeface="Rockwell"/>
              <a:cs typeface="Rockwell"/>
              <a:sym typeface="Rockwell"/>
            </a:endParaRPr>
          </a:p>
        </p:txBody>
      </p:sp>
      <p:graphicFrame>
        <p:nvGraphicFramePr>
          <p:cNvPr id="1323" name="Google Shape;1323;p70"/>
          <p:cNvGraphicFramePr/>
          <p:nvPr/>
        </p:nvGraphicFramePr>
        <p:xfrm>
          <a:off x="2506398" y="3622702"/>
          <a:ext cx="2610475" cy="1287000"/>
        </p:xfrm>
        <a:graphic>
          <a:graphicData uri="http://schemas.openxmlformats.org/drawingml/2006/table">
            <a:tbl>
              <a:tblPr firstRow="1" bandRow="1">
                <a:noFill/>
              </a:tblPr>
              <a:tblGrid>
                <a:gridCol w="505300">
                  <a:extLst>
                    <a:ext uri="{9D8B030D-6E8A-4147-A177-3AD203B41FA5}">
                      <a16:colId xmlns:a16="http://schemas.microsoft.com/office/drawing/2014/main" val="20000"/>
                    </a:ext>
                  </a:extLst>
                </a:gridCol>
                <a:gridCol w="793200">
                  <a:extLst>
                    <a:ext uri="{9D8B030D-6E8A-4147-A177-3AD203B41FA5}">
                      <a16:colId xmlns:a16="http://schemas.microsoft.com/office/drawing/2014/main" val="20001"/>
                    </a:ext>
                  </a:extLst>
                </a:gridCol>
                <a:gridCol w="747425">
                  <a:extLst>
                    <a:ext uri="{9D8B030D-6E8A-4147-A177-3AD203B41FA5}">
                      <a16:colId xmlns:a16="http://schemas.microsoft.com/office/drawing/2014/main" val="20002"/>
                    </a:ext>
                  </a:extLst>
                </a:gridCol>
                <a:gridCol w="564550">
                  <a:extLst>
                    <a:ext uri="{9D8B030D-6E8A-4147-A177-3AD203B41FA5}">
                      <a16:colId xmlns:a16="http://schemas.microsoft.com/office/drawing/2014/main" val="20003"/>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sid</a:t>
                      </a:r>
                      <a:endParaRPr sz="1400" u="sng"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324" name="Google Shape;1324;p70"/>
          <p:cNvSpPr txBox="1"/>
          <p:nvPr/>
        </p:nvSpPr>
        <p:spPr>
          <a:xfrm>
            <a:off x="2506399" y="3223565"/>
            <a:ext cx="36901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S:</a:t>
            </a:r>
            <a:endParaRPr sz="1400" b="0" i="0" u="none" strike="noStrike" cap="none">
              <a:solidFill>
                <a:srgbClr val="000000"/>
              </a:solidFill>
              <a:latin typeface="Arial"/>
              <a:ea typeface="Arial"/>
              <a:cs typeface="Arial"/>
              <a:sym typeface="Arial"/>
            </a:endParaRPr>
          </a:p>
        </p:txBody>
      </p:sp>
      <p:graphicFrame>
        <p:nvGraphicFramePr>
          <p:cNvPr id="1325" name="Google Shape;1325;p70"/>
          <p:cNvGraphicFramePr/>
          <p:nvPr/>
        </p:nvGraphicFramePr>
        <p:xfrm>
          <a:off x="1827926" y="2104139"/>
          <a:ext cx="2040500" cy="944175"/>
        </p:xfrm>
        <a:graphic>
          <a:graphicData uri="http://schemas.openxmlformats.org/drawingml/2006/table">
            <a:tbl>
              <a:tblPr firstRow="1" bandRow="1">
                <a:noFill/>
              </a:tblPr>
              <a:tblGrid>
                <a:gridCol w="481700">
                  <a:extLst>
                    <a:ext uri="{9D8B030D-6E8A-4147-A177-3AD203B41FA5}">
                      <a16:colId xmlns:a16="http://schemas.microsoft.com/office/drawing/2014/main" val="20000"/>
                    </a:ext>
                  </a:extLst>
                </a:gridCol>
                <a:gridCol w="607325">
                  <a:extLst>
                    <a:ext uri="{9D8B030D-6E8A-4147-A177-3AD203B41FA5}">
                      <a16:colId xmlns:a16="http://schemas.microsoft.com/office/drawing/2014/main" val="20001"/>
                    </a:ext>
                  </a:extLst>
                </a:gridCol>
                <a:gridCol w="951475">
                  <a:extLst>
                    <a:ext uri="{9D8B030D-6E8A-4147-A177-3AD203B41FA5}">
                      <a16:colId xmlns:a16="http://schemas.microsoft.com/office/drawing/2014/main" val="20002"/>
                    </a:ext>
                  </a:extLst>
                </a:gridCol>
              </a:tblGrid>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sid</a:t>
                      </a:r>
                      <a:endParaRPr sz="1400" u="sng" strike="noStrike" cap="none"/>
                    </a:p>
                  </a:txBody>
                  <a:tcPr marL="77600" marR="77600" marT="38800" marB="38800"/>
                </a:tc>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bid</a:t>
                      </a:r>
                      <a:endParaRPr sz="1400" u="none" strike="noStrike" cap="none"/>
                    </a:p>
                  </a:txBody>
                  <a:tcPr marL="77600" marR="77600" marT="38800" marB="38800"/>
                </a:tc>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day</a:t>
                      </a:r>
                      <a:endParaRPr sz="1400" u="none" strike="noStrike" cap="none"/>
                    </a:p>
                  </a:txBody>
                  <a:tcPr marL="77600" marR="77600" marT="38800" marB="38800"/>
                </a:tc>
                <a:extLst>
                  <a:ext uri="{0D108BD9-81ED-4DB2-BD59-A6C34878D82A}">
                    <a16:rowId xmlns:a16="http://schemas.microsoft.com/office/drawing/2014/main" val="10000"/>
                  </a:ext>
                </a:extLst>
              </a:tr>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77600" marR="77600" marT="38800" marB="38800"/>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77600" marR="77600" marT="38800" marB="38800"/>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77600" marR="77600" marT="38800" marB="38800"/>
                </a:tc>
                <a:extLst>
                  <a:ext uri="{0D108BD9-81ED-4DB2-BD59-A6C34878D82A}">
                    <a16:rowId xmlns:a16="http://schemas.microsoft.com/office/drawing/2014/main" val="10001"/>
                  </a:ext>
                </a:extLst>
              </a:tr>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D0BBBB"/>
                    </a:solidFill>
                  </a:tcPr>
                </a:tc>
                <a:extLst>
                  <a:ext uri="{0D108BD9-81ED-4DB2-BD59-A6C34878D82A}">
                    <a16:rowId xmlns:a16="http://schemas.microsoft.com/office/drawing/2014/main" val="10002"/>
                  </a:ext>
                </a:extLst>
              </a:tr>
            </a:tbl>
          </a:graphicData>
        </a:graphic>
      </p:graphicFrame>
      <p:sp>
        <p:nvSpPr>
          <p:cNvPr id="1326" name="Google Shape;1326;p70"/>
          <p:cNvSpPr txBox="1"/>
          <p:nvPr/>
        </p:nvSpPr>
        <p:spPr>
          <a:xfrm>
            <a:off x="1748414" y="1710457"/>
            <a:ext cx="38343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R:</a:t>
            </a:r>
            <a:endParaRPr sz="1400" b="0" i="0" u="none" strike="noStrike" cap="none">
              <a:solidFill>
                <a:srgbClr val="000000"/>
              </a:solidFill>
              <a:latin typeface="Arial"/>
              <a:ea typeface="Arial"/>
              <a:cs typeface="Arial"/>
              <a:sym typeface="Arial"/>
            </a:endParaRPr>
          </a:p>
        </p:txBody>
      </p:sp>
      <p:sp>
        <p:nvSpPr>
          <p:cNvPr id="1327" name="Google Shape;1327;p70"/>
          <p:cNvSpPr/>
          <p:nvPr/>
        </p:nvSpPr>
        <p:spPr>
          <a:xfrm>
            <a:off x="1827926" y="3115844"/>
            <a:ext cx="43313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a:t>
            </a:r>
            <a:endParaRPr sz="1800" b="0" i="0" u="none" strike="noStrike" cap="none">
              <a:solidFill>
                <a:schemeClr val="dk1"/>
              </a:solidFill>
              <a:latin typeface="Rockwell"/>
              <a:ea typeface="Rockwell"/>
              <a:cs typeface="Rockwell"/>
              <a:sym typeface="Rockwell"/>
            </a:endParaRPr>
          </a:p>
        </p:txBody>
      </p:sp>
      <p:graphicFrame>
        <p:nvGraphicFramePr>
          <p:cNvPr id="1328" name="Google Shape;1328;p70"/>
          <p:cNvGraphicFramePr/>
          <p:nvPr/>
        </p:nvGraphicFramePr>
        <p:xfrm>
          <a:off x="5643570" y="2182103"/>
          <a:ext cx="4794600" cy="2252250"/>
        </p:xfrm>
        <a:graphic>
          <a:graphicData uri="http://schemas.openxmlformats.org/drawingml/2006/table">
            <a:tbl>
              <a:tblPr firstRow="1" bandRow="1">
                <a:noFill/>
              </a:tblPr>
              <a:tblGrid>
                <a:gridCol w="570375">
                  <a:extLst>
                    <a:ext uri="{9D8B030D-6E8A-4147-A177-3AD203B41FA5}">
                      <a16:colId xmlns:a16="http://schemas.microsoft.com/office/drawing/2014/main" val="20000"/>
                    </a:ext>
                  </a:extLst>
                </a:gridCol>
                <a:gridCol w="570375">
                  <a:extLst>
                    <a:ext uri="{9D8B030D-6E8A-4147-A177-3AD203B41FA5}">
                      <a16:colId xmlns:a16="http://schemas.microsoft.com/office/drawing/2014/main" val="20001"/>
                    </a:ext>
                  </a:extLst>
                </a:gridCol>
                <a:gridCol w="942475">
                  <a:extLst>
                    <a:ext uri="{9D8B030D-6E8A-4147-A177-3AD203B41FA5}">
                      <a16:colId xmlns:a16="http://schemas.microsoft.com/office/drawing/2014/main" val="20002"/>
                    </a:ext>
                  </a:extLst>
                </a:gridCol>
                <a:gridCol w="530575">
                  <a:extLst>
                    <a:ext uri="{9D8B030D-6E8A-4147-A177-3AD203B41FA5}">
                      <a16:colId xmlns:a16="http://schemas.microsoft.com/office/drawing/2014/main" val="20003"/>
                    </a:ext>
                  </a:extLst>
                </a:gridCol>
                <a:gridCol w="850275">
                  <a:extLst>
                    <a:ext uri="{9D8B030D-6E8A-4147-A177-3AD203B41FA5}">
                      <a16:colId xmlns:a16="http://schemas.microsoft.com/office/drawing/2014/main" val="20004"/>
                    </a:ext>
                  </a:extLst>
                </a:gridCol>
                <a:gridCol w="787300">
                  <a:extLst>
                    <a:ext uri="{9D8B030D-6E8A-4147-A177-3AD203B41FA5}">
                      <a16:colId xmlns:a16="http://schemas.microsoft.com/office/drawing/2014/main" val="20005"/>
                    </a:ext>
                  </a:extLst>
                </a:gridCol>
                <a:gridCol w="543225">
                  <a:extLst>
                    <a:ext uri="{9D8B030D-6E8A-4147-A177-3AD203B41FA5}">
                      <a16:colId xmlns:a16="http://schemas.microsoft.com/office/drawing/2014/main" val="20006"/>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9D1C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9D1C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9D1C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9D1C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9D1C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9D1C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9D1C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9D1C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9D1C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tc>
                <a:extLst>
                  <a:ext uri="{0D108BD9-81ED-4DB2-BD59-A6C34878D82A}">
                    <a16:rowId xmlns:a16="http://schemas.microsoft.com/office/drawing/2014/main" val="10003"/>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tc>
                <a:extLst>
                  <a:ext uri="{0D108BD9-81ED-4DB2-BD59-A6C34878D82A}">
                    <a16:rowId xmlns:a16="http://schemas.microsoft.com/office/drawing/2014/main" val="10004"/>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tc>
                <a:extLst>
                  <a:ext uri="{0D108BD9-81ED-4DB2-BD59-A6C34878D82A}">
                    <a16:rowId xmlns:a16="http://schemas.microsoft.com/office/drawing/2014/main" val="10005"/>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sp>
        <p:nvSpPr>
          <p:cNvPr id="1329" name="Google Shape;1329;p70"/>
          <p:cNvSpPr txBox="1"/>
          <p:nvPr/>
        </p:nvSpPr>
        <p:spPr>
          <a:xfrm>
            <a:off x="7228884" y="1713816"/>
            <a:ext cx="12293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chemeClr val="dk1"/>
                </a:solidFill>
                <a:latin typeface="Rockwell"/>
                <a:ea typeface="Rockwell"/>
                <a:cs typeface="Rockwell"/>
                <a:sym typeface="Rockwell"/>
              </a:rPr>
              <a:t>R </a:t>
            </a:r>
            <a:r>
              <a:rPr lang="en-US" sz="2400" b="0" i="0" u="none" strike="noStrike" cap="none" dirty="0">
                <a:solidFill>
                  <a:schemeClr val="dk1"/>
                </a:solidFill>
                <a:latin typeface="Rockwell"/>
                <a:ea typeface="Rockwell"/>
                <a:cs typeface="Rockwell"/>
                <a:sym typeface="Rockwell"/>
              </a:rPr>
              <a:t>×</a:t>
            </a:r>
            <a:r>
              <a:rPr lang="en-US" sz="2400" b="1" i="0" u="none" strike="noStrike" cap="none" dirty="0">
                <a:solidFill>
                  <a:schemeClr val="dk1"/>
                </a:solidFill>
                <a:latin typeface="Rockwell"/>
                <a:ea typeface="Rockwell"/>
                <a:cs typeface="Rockwell"/>
                <a:sym typeface="Rockwell"/>
              </a:rPr>
              <a:t> S</a:t>
            </a:r>
            <a:endParaRPr sz="1400" b="0" i="0" u="none" strike="noStrike" cap="none" dirty="0">
              <a:solidFill>
                <a:srgbClr val="000000"/>
              </a:solidFill>
              <a:latin typeface="Arial"/>
              <a:ea typeface="Arial"/>
              <a:cs typeface="Arial"/>
              <a:sym typeface="Arial"/>
            </a:endParaRPr>
          </a:p>
        </p:txBody>
      </p:sp>
      <p:grpSp>
        <p:nvGrpSpPr>
          <p:cNvPr id="1330" name="Google Shape;1330;p70"/>
          <p:cNvGrpSpPr/>
          <p:nvPr/>
        </p:nvGrpSpPr>
        <p:grpSpPr>
          <a:xfrm>
            <a:off x="1724668" y="5036249"/>
            <a:ext cx="3889872" cy="1742388"/>
            <a:chOff x="200667" y="5036249"/>
            <a:chExt cx="3889872" cy="1742388"/>
          </a:xfrm>
        </p:grpSpPr>
        <p:sp>
          <p:nvSpPr>
            <p:cNvPr id="1331" name="Google Shape;1331;p70"/>
            <p:cNvSpPr txBox="1"/>
            <p:nvPr/>
          </p:nvSpPr>
          <p:spPr>
            <a:xfrm>
              <a:off x="200667" y="5036249"/>
              <a:ext cx="335220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Rockwell"/>
                  <a:ea typeface="Rockwell"/>
                  <a:cs typeface="Rockwell"/>
                  <a:sym typeface="Rockwell"/>
                </a:rPr>
                <a:t>More general idea in set theory:</a:t>
              </a:r>
              <a:endParaRPr sz="1400" b="0" i="0" u="none" strike="noStrike" cap="none">
                <a:solidFill>
                  <a:srgbClr val="000000"/>
                </a:solidFill>
                <a:latin typeface="Arial"/>
                <a:ea typeface="Arial"/>
                <a:cs typeface="Arial"/>
                <a:sym typeface="Arial"/>
              </a:endParaRPr>
            </a:p>
          </p:txBody>
        </p:sp>
        <p:grpSp>
          <p:nvGrpSpPr>
            <p:cNvPr id="1332" name="Google Shape;1332;p70"/>
            <p:cNvGrpSpPr/>
            <p:nvPr/>
          </p:nvGrpSpPr>
          <p:grpSpPr>
            <a:xfrm>
              <a:off x="2313937" y="5301983"/>
              <a:ext cx="1776602" cy="1476654"/>
              <a:chOff x="5131748" y="5279664"/>
              <a:chExt cx="1776602" cy="1476654"/>
            </a:xfrm>
          </p:grpSpPr>
          <p:cxnSp>
            <p:nvCxnSpPr>
              <p:cNvPr id="1333" name="Google Shape;1333;p70"/>
              <p:cNvCxnSpPr/>
              <p:nvPr/>
            </p:nvCxnSpPr>
            <p:spPr>
              <a:xfrm rot="10800000">
                <a:off x="5375073" y="5279664"/>
                <a:ext cx="0" cy="1176793"/>
              </a:xfrm>
              <a:prstGeom prst="straightConnector1">
                <a:avLst/>
              </a:prstGeom>
              <a:solidFill>
                <a:srgbClr val="3366FF"/>
              </a:solidFill>
              <a:ln w="12700" cap="flat" cmpd="sng">
                <a:solidFill>
                  <a:srgbClr val="000000"/>
                </a:solidFill>
                <a:prstDash val="solid"/>
                <a:round/>
                <a:headEnd type="none" w="sm" len="sm"/>
                <a:tailEnd type="triangle" w="med" len="med"/>
              </a:ln>
            </p:spPr>
          </p:cxnSp>
          <p:cxnSp>
            <p:nvCxnSpPr>
              <p:cNvPr id="1334" name="Google Shape;1334;p70"/>
              <p:cNvCxnSpPr/>
              <p:nvPr/>
            </p:nvCxnSpPr>
            <p:spPr>
              <a:xfrm rot="10800000" flipH="1">
                <a:off x="5375073" y="6456457"/>
                <a:ext cx="1533277" cy="1326"/>
              </a:xfrm>
              <a:prstGeom prst="straightConnector1">
                <a:avLst/>
              </a:prstGeom>
              <a:solidFill>
                <a:srgbClr val="3366FF"/>
              </a:solidFill>
              <a:ln w="12700" cap="flat" cmpd="sng">
                <a:solidFill>
                  <a:srgbClr val="000000"/>
                </a:solidFill>
                <a:prstDash val="solid"/>
                <a:round/>
                <a:headEnd type="none" w="sm" len="sm"/>
                <a:tailEnd type="triangle" w="med" len="med"/>
              </a:ln>
            </p:spPr>
          </p:cxnSp>
          <p:sp>
            <p:nvSpPr>
              <p:cNvPr id="1335" name="Google Shape;1335;p70"/>
              <p:cNvSpPr txBox="1"/>
              <p:nvPr/>
            </p:nvSpPr>
            <p:spPr>
              <a:xfrm>
                <a:off x="5131748" y="5805963"/>
                <a:ext cx="284052" cy="738664"/>
              </a:xfrm>
              <a:prstGeom prst="rect">
                <a:avLst/>
              </a:prstGeom>
              <a:noFill/>
              <a:ln>
                <a:noFill/>
              </a:ln>
            </p:spPr>
            <p:txBody>
              <a:bodyPr spcFirstLastPara="1" wrap="square" lIns="91425" tIns="45700" rIns="91425" bIns="45700" anchor="t" anchorCtr="0">
                <a:spAutoFit/>
              </a:bodyPr>
              <a:lstStyle/>
              <a:p>
                <a:pPr marL="0" marR="0" lvl="0" indent="0" algn="r" rtl="0">
                  <a:lnSpc>
                    <a:spcPct val="15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2</a:t>
                </a:r>
                <a:endParaRPr sz="1400" b="0" i="0" u="none" strike="noStrike" cap="none">
                  <a:solidFill>
                    <a:schemeClr val="dk1"/>
                  </a:solidFill>
                  <a:latin typeface="Rockwell"/>
                  <a:ea typeface="Rockwell"/>
                  <a:cs typeface="Rockwell"/>
                  <a:sym typeface="Rockwell"/>
                </a:endParaRPr>
              </a:p>
              <a:p>
                <a:pPr marL="0" marR="0" lvl="0" indent="0" algn="r" rtl="0">
                  <a:lnSpc>
                    <a:spcPct val="15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336" name="Google Shape;1336;p70"/>
              <p:cNvSpPr txBox="1"/>
              <p:nvPr/>
            </p:nvSpPr>
            <p:spPr>
              <a:xfrm>
                <a:off x="5398926" y="6448541"/>
                <a:ext cx="99257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a     b    c</a:t>
                </a:r>
                <a:endParaRPr sz="1400" b="0" i="0" u="none" strike="noStrike" cap="none">
                  <a:solidFill>
                    <a:srgbClr val="000000"/>
                  </a:solidFill>
                  <a:latin typeface="Arial"/>
                  <a:ea typeface="Arial"/>
                  <a:cs typeface="Arial"/>
                  <a:sym typeface="Arial"/>
                </a:endParaRPr>
              </a:p>
            </p:txBody>
          </p:sp>
          <p:grpSp>
            <p:nvGrpSpPr>
              <p:cNvPr id="1337" name="Google Shape;1337;p70"/>
              <p:cNvGrpSpPr/>
              <p:nvPr/>
            </p:nvGrpSpPr>
            <p:grpSpPr>
              <a:xfrm>
                <a:off x="5374805" y="6185891"/>
                <a:ext cx="1024438" cy="262964"/>
                <a:chOff x="5359059" y="6185891"/>
                <a:chExt cx="1024438" cy="262964"/>
              </a:xfrm>
            </p:grpSpPr>
            <p:sp>
              <p:nvSpPr>
                <p:cNvPr id="1338" name="Google Shape;1338;p70"/>
                <p:cNvSpPr/>
                <p:nvPr/>
              </p:nvSpPr>
              <p:spPr>
                <a:xfrm>
                  <a:off x="5359059" y="6185891"/>
                  <a:ext cx="352288" cy="262964"/>
                </a:xfrm>
                <a:prstGeom prst="rect">
                  <a:avLst/>
                </a:prstGeom>
                <a:blipFill rotWithShape="1">
                  <a:blip r:embed="rId3">
                    <a:alphaModFix/>
                  </a:blip>
                  <a:tile tx="0" ty="0" sx="60000" sy="58999" flip="none" algn="tl"/>
                </a:blip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1,a</a:t>
                  </a:r>
                  <a:endParaRPr sz="1050" b="0" i="0" u="none" strike="noStrike" cap="none">
                    <a:solidFill>
                      <a:srgbClr val="000000"/>
                    </a:solidFill>
                    <a:latin typeface="Arial"/>
                    <a:ea typeface="Arial"/>
                    <a:cs typeface="Arial"/>
                    <a:sym typeface="Arial"/>
                  </a:endParaRPr>
                </a:p>
              </p:txBody>
            </p:sp>
            <p:sp>
              <p:nvSpPr>
                <p:cNvPr id="1339" name="Google Shape;1339;p70"/>
                <p:cNvSpPr/>
                <p:nvPr/>
              </p:nvSpPr>
              <p:spPr>
                <a:xfrm>
                  <a:off x="5695134" y="6185891"/>
                  <a:ext cx="352288" cy="262964"/>
                </a:xfrm>
                <a:prstGeom prst="rect">
                  <a:avLst/>
                </a:prstGeom>
                <a:blipFill rotWithShape="1">
                  <a:blip r:embed="rId3">
                    <a:alphaModFix/>
                  </a:blip>
                  <a:tile tx="0" ty="0" sx="60000" sy="58999" flip="none" algn="tl"/>
                </a:blip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1,b</a:t>
                  </a:r>
                  <a:endParaRPr sz="1050" b="0" i="0" u="none" strike="noStrike" cap="none">
                    <a:solidFill>
                      <a:srgbClr val="000000"/>
                    </a:solidFill>
                    <a:latin typeface="Arial"/>
                    <a:ea typeface="Arial"/>
                    <a:cs typeface="Arial"/>
                    <a:sym typeface="Arial"/>
                  </a:endParaRPr>
                </a:p>
              </p:txBody>
            </p:sp>
            <p:sp>
              <p:nvSpPr>
                <p:cNvPr id="1340" name="Google Shape;1340;p70"/>
                <p:cNvSpPr/>
                <p:nvPr/>
              </p:nvSpPr>
              <p:spPr>
                <a:xfrm>
                  <a:off x="6031209" y="6185891"/>
                  <a:ext cx="352288" cy="262964"/>
                </a:xfrm>
                <a:prstGeom prst="rect">
                  <a:avLst/>
                </a:prstGeom>
                <a:blipFill rotWithShape="1">
                  <a:blip r:embed="rId3">
                    <a:alphaModFix/>
                  </a:blip>
                  <a:tile tx="0" ty="0" sx="60000" sy="58999" flip="none" algn="tl"/>
                </a:blip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1,c</a:t>
                  </a:r>
                  <a:endParaRPr sz="1050" b="0" i="0" u="none" strike="noStrike" cap="none">
                    <a:solidFill>
                      <a:srgbClr val="000000"/>
                    </a:solidFill>
                    <a:latin typeface="Arial"/>
                    <a:ea typeface="Arial"/>
                    <a:cs typeface="Arial"/>
                    <a:sym typeface="Arial"/>
                  </a:endParaRPr>
                </a:p>
              </p:txBody>
            </p:sp>
          </p:grpSp>
          <p:grpSp>
            <p:nvGrpSpPr>
              <p:cNvPr id="1341" name="Google Shape;1341;p70"/>
              <p:cNvGrpSpPr/>
              <p:nvPr/>
            </p:nvGrpSpPr>
            <p:grpSpPr>
              <a:xfrm>
                <a:off x="5374805" y="5919822"/>
                <a:ext cx="1024438" cy="262964"/>
                <a:chOff x="5511459" y="6338291"/>
                <a:chExt cx="1024438" cy="262964"/>
              </a:xfrm>
            </p:grpSpPr>
            <p:sp>
              <p:nvSpPr>
                <p:cNvPr id="1342" name="Google Shape;1342;p70"/>
                <p:cNvSpPr/>
                <p:nvPr/>
              </p:nvSpPr>
              <p:spPr>
                <a:xfrm>
                  <a:off x="5511459" y="6338291"/>
                  <a:ext cx="352288" cy="262964"/>
                </a:xfrm>
                <a:prstGeom prst="rect">
                  <a:avLst/>
                </a:prstGeom>
                <a:blipFill rotWithShape="1">
                  <a:blip r:embed="rId3">
                    <a:alphaModFix/>
                  </a:blip>
                  <a:tile tx="0" ty="0" sx="60000" sy="58999" flip="none" algn="tl"/>
                </a:blip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2,a</a:t>
                  </a:r>
                  <a:endParaRPr sz="1050" b="0" i="0" u="none" strike="noStrike" cap="none">
                    <a:solidFill>
                      <a:srgbClr val="000000"/>
                    </a:solidFill>
                    <a:latin typeface="Arial"/>
                    <a:ea typeface="Arial"/>
                    <a:cs typeface="Arial"/>
                    <a:sym typeface="Arial"/>
                  </a:endParaRPr>
                </a:p>
              </p:txBody>
            </p:sp>
            <p:sp>
              <p:nvSpPr>
                <p:cNvPr id="1343" name="Google Shape;1343;p70"/>
                <p:cNvSpPr/>
                <p:nvPr/>
              </p:nvSpPr>
              <p:spPr>
                <a:xfrm>
                  <a:off x="5847534" y="6338291"/>
                  <a:ext cx="352288" cy="262964"/>
                </a:xfrm>
                <a:prstGeom prst="rect">
                  <a:avLst/>
                </a:prstGeom>
                <a:blipFill rotWithShape="1">
                  <a:blip r:embed="rId3">
                    <a:alphaModFix/>
                  </a:blip>
                  <a:tile tx="0" ty="0" sx="60000" sy="58999" flip="none" algn="tl"/>
                </a:blip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2,b</a:t>
                  </a:r>
                  <a:endParaRPr sz="1050" b="0" i="0" u="none" strike="noStrike" cap="none">
                    <a:solidFill>
                      <a:srgbClr val="000000"/>
                    </a:solidFill>
                    <a:latin typeface="Arial"/>
                    <a:ea typeface="Arial"/>
                    <a:cs typeface="Arial"/>
                    <a:sym typeface="Arial"/>
                  </a:endParaRPr>
                </a:p>
              </p:txBody>
            </p:sp>
            <p:sp>
              <p:nvSpPr>
                <p:cNvPr id="1344" name="Google Shape;1344;p70"/>
                <p:cNvSpPr/>
                <p:nvPr/>
              </p:nvSpPr>
              <p:spPr>
                <a:xfrm>
                  <a:off x="6183609" y="6338291"/>
                  <a:ext cx="352288" cy="262964"/>
                </a:xfrm>
                <a:prstGeom prst="rect">
                  <a:avLst/>
                </a:prstGeom>
                <a:blipFill rotWithShape="1">
                  <a:blip r:embed="rId3">
                    <a:alphaModFix/>
                  </a:blip>
                  <a:tile tx="0" ty="0" sx="60000" sy="58999" flip="none" algn="tl"/>
                </a:blipFill>
                <a:ln w="9525"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2,c</a:t>
                  </a:r>
                  <a:endParaRPr sz="1050" b="0" i="0" u="none" strike="noStrike" cap="none">
                    <a:solidFill>
                      <a:srgbClr val="000000"/>
                    </a:solidFill>
                    <a:latin typeface="Arial"/>
                    <a:ea typeface="Arial"/>
                    <a:cs typeface="Arial"/>
                    <a:sym typeface="Arial"/>
                  </a:endParaRPr>
                </a:p>
              </p:txBody>
            </p:sp>
          </p:grpSp>
        </p:grpSp>
      </p:grpSp>
      <p:sp>
        <p:nvSpPr>
          <p:cNvPr id="1345" name="Google Shape;1345;p70"/>
          <p:cNvSpPr txBox="1"/>
          <p:nvPr/>
        </p:nvSpPr>
        <p:spPr>
          <a:xfrm>
            <a:off x="5816603" y="4686765"/>
            <a:ext cx="3050835" cy="338554"/>
          </a:xfrm>
          <a:prstGeom prst="rect">
            <a:avLst/>
          </a:prstGeom>
          <a:blipFill rotWithShape="1">
            <a:blip r:embed="rId4">
              <a:alphaModFix/>
            </a:blip>
            <a:tile tx="0" ty="0" sx="60000" sy="58999" flip="none" algn="tl"/>
          </a:blip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lt1"/>
                </a:solidFill>
                <a:latin typeface="Rockwell"/>
                <a:ea typeface="Rockwell"/>
                <a:cs typeface="Rockwell"/>
                <a:sym typeface="Rockwell"/>
              </a:rPr>
              <a:t>How many rows in the result?</a:t>
            </a:r>
            <a:endParaRPr sz="1400" b="0" i="0" u="none" strike="noStrike" cap="none">
              <a:solidFill>
                <a:srgbClr val="000000"/>
              </a:solidFill>
              <a:latin typeface="Arial"/>
              <a:ea typeface="Arial"/>
              <a:cs typeface="Arial"/>
              <a:sym typeface="Arial"/>
            </a:endParaRPr>
          </a:p>
        </p:txBody>
      </p:sp>
      <p:sp>
        <p:nvSpPr>
          <p:cNvPr id="1346" name="Google Shape;1346;p70"/>
          <p:cNvSpPr txBox="1"/>
          <p:nvPr/>
        </p:nvSpPr>
        <p:spPr>
          <a:xfrm>
            <a:off x="8966200" y="4686765"/>
            <a:ext cx="1455959" cy="338554"/>
          </a:xfrm>
          <a:prstGeom prst="rect">
            <a:avLst/>
          </a:prstGeom>
          <a:blipFill rotWithShape="1">
            <a:blip r:embed="rId5">
              <a:alphaModFix/>
            </a:blip>
            <a:tile tx="0" ty="0" sx="60000" sy="58999" flip="none" algn="tl"/>
          </a:blipFill>
          <a:ln w="9525"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lt1"/>
                </a:solidFill>
                <a:latin typeface="Rockwell"/>
                <a:ea typeface="Rockwell"/>
                <a:cs typeface="Rockwell"/>
                <a:sym typeface="Rockwell"/>
              </a:rPr>
              <a:t>|R| * |S|</a:t>
            </a:r>
            <a:endParaRPr sz="1400" b="0" i="0" u="none" strike="noStrike" cap="none">
              <a:solidFill>
                <a:srgbClr val="000000"/>
              </a:solidFill>
              <a:latin typeface="Arial"/>
              <a:ea typeface="Arial"/>
              <a:cs typeface="Arial"/>
              <a:sym typeface="Arial"/>
            </a:endParaRPr>
          </a:p>
        </p:txBody>
      </p:sp>
      <p:sp>
        <p:nvSpPr>
          <p:cNvPr id="1347" name="Google Shape;1347;p70"/>
          <p:cNvSpPr/>
          <p:nvPr/>
        </p:nvSpPr>
        <p:spPr>
          <a:xfrm>
            <a:off x="5131351" y="3151352"/>
            <a:ext cx="43313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a:t>
            </a:r>
            <a:endParaRPr sz="1800" b="0" i="0" u="none" strike="noStrike" cap="none">
              <a:solidFill>
                <a:schemeClr val="dk1"/>
              </a:solidFill>
              <a:latin typeface="Rockwell"/>
              <a:ea typeface="Rockwell"/>
              <a:cs typeface="Rockwell"/>
              <a:sym typeface="Rockwell"/>
            </a:endParaRPr>
          </a:p>
        </p:txBody>
      </p:sp>
      <p:sp>
        <p:nvSpPr>
          <p:cNvPr id="1348" name="Google Shape;1348;p70"/>
          <p:cNvSpPr txBox="1"/>
          <p:nvPr/>
        </p:nvSpPr>
        <p:spPr>
          <a:xfrm>
            <a:off x="7452022" y="6249153"/>
            <a:ext cx="44843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Sometimes called the cross product.</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54C2628D-FE09-5B92-4FBE-70E7733DDAB8}"/>
                  </a:ext>
                </a:extLst>
              </p14:cNvPr>
              <p14:cNvContentPartPr/>
              <p14:nvPr/>
            </p14:nvContentPartPr>
            <p14:xfrm>
              <a:off x="2000880" y="2698560"/>
              <a:ext cx="8060400" cy="3212640"/>
            </p14:xfrm>
          </p:contentPart>
        </mc:Choice>
        <mc:Fallback xmlns="">
          <p:pic>
            <p:nvPicPr>
              <p:cNvPr id="2" name="Ink 1">
                <a:extLst>
                  <a:ext uri="{FF2B5EF4-FFF2-40B4-BE49-F238E27FC236}">
                    <a16:creationId xmlns:a16="http://schemas.microsoft.com/office/drawing/2014/main" id="{54C2628D-FE09-5B92-4FBE-70E7733DDAB8}"/>
                  </a:ext>
                </a:extLst>
              </p:cNvPr>
              <p:cNvPicPr/>
              <p:nvPr/>
            </p:nvPicPr>
            <p:blipFill>
              <a:blip r:embed="rId7"/>
              <a:stretch>
                <a:fillRect/>
              </a:stretch>
            </p:blipFill>
            <p:spPr>
              <a:xfrm>
                <a:off x="1991520" y="2689200"/>
                <a:ext cx="8079120" cy="3231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7"/>
                                        </p:tgtEl>
                                        <p:attrNameLst>
                                          <p:attrName>style.visibility</p:attrName>
                                        </p:attrNameLst>
                                      </p:cBhvr>
                                      <p:to>
                                        <p:strVal val="visible"/>
                                      </p:to>
                                    </p:set>
                                    <p:animEffect transition="in" filter="fade">
                                      <p:cBhvr>
                                        <p:cTn id="7" dur="500"/>
                                        <p:tgtEl>
                                          <p:spTgt spid="1347"/>
                                        </p:tgtEl>
                                      </p:cBhvr>
                                    </p:animEffect>
                                  </p:childTnLst>
                                </p:cTn>
                              </p:par>
                              <p:par>
                                <p:cTn id="8" presetID="10" presetClass="entr" presetSubtype="0" fill="hold" nodeType="withEffect">
                                  <p:stCondLst>
                                    <p:cond delay="0"/>
                                  </p:stCondLst>
                                  <p:childTnLst>
                                    <p:set>
                                      <p:cBhvr>
                                        <p:cTn id="9" dur="1" fill="hold">
                                          <p:stCondLst>
                                            <p:cond delay="0"/>
                                          </p:stCondLst>
                                        </p:cTn>
                                        <p:tgtEl>
                                          <p:spTgt spid="1328"/>
                                        </p:tgtEl>
                                        <p:attrNameLst>
                                          <p:attrName>style.visibility</p:attrName>
                                        </p:attrNameLst>
                                      </p:cBhvr>
                                      <p:to>
                                        <p:strVal val="visible"/>
                                      </p:to>
                                    </p:set>
                                    <p:animEffect transition="in" filter="fade">
                                      <p:cBhvr>
                                        <p:cTn id="10" dur="500"/>
                                        <p:tgtEl>
                                          <p:spTgt spid="1328"/>
                                        </p:tgtEl>
                                      </p:cBhvr>
                                    </p:animEffect>
                                  </p:childTnLst>
                                </p:cTn>
                              </p:par>
                              <p:par>
                                <p:cTn id="11" presetID="10" presetClass="entr" presetSubtype="0" fill="hold" nodeType="withEffect">
                                  <p:stCondLst>
                                    <p:cond delay="0"/>
                                  </p:stCondLst>
                                  <p:childTnLst>
                                    <p:set>
                                      <p:cBhvr>
                                        <p:cTn id="12" dur="1" fill="hold">
                                          <p:stCondLst>
                                            <p:cond delay="0"/>
                                          </p:stCondLst>
                                        </p:cTn>
                                        <p:tgtEl>
                                          <p:spTgt spid="1329"/>
                                        </p:tgtEl>
                                        <p:attrNameLst>
                                          <p:attrName>style.visibility</p:attrName>
                                        </p:attrNameLst>
                                      </p:cBhvr>
                                      <p:to>
                                        <p:strVal val="visible"/>
                                      </p:to>
                                    </p:set>
                                    <p:animEffect transition="in" filter="fade">
                                      <p:cBhvr>
                                        <p:cTn id="13" dur="500"/>
                                        <p:tgtEl>
                                          <p:spTgt spid="13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30"/>
                                        </p:tgtEl>
                                        <p:attrNameLst>
                                          <p:attrName>style.visibility</p:attrName>
                                        </p:attrNameLst>
                                      </p:cBhvr>
                                      <p:to>
                                        <p:strVal val="visible"/>
                                      </p:to>
                                    </p:set>
                                    <p:animEffect transition="in" filter="fade">
                                      <p:cBhvr>
                                        <p:cTn id="18" dur="500"/>
                                        <p:tgtEl>
                                          <p:spTgt spid="13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45"/>
                                        </p:tgtEl>
                                        <p:attrNameLst>
                                          <p:attrName>style.visibility</p:attrName>
                                        </p:attrNameLst>
                                      </p:cBhvr>
                                      <p:to>
                                        <p:strVal val="visible"/>
                                      </p:to>
                                    </p:set>
                                    <p:animEffect transition="in" filter="fade">
                                      <p:cBhvr>
                                        <p:cTn id="23" dur="500"/>
                                        <p:tgtEl>
                                          <p:spTgt spid="134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46"/>
                                        </p:tgtEl>
                                        <p:attrNameLst>
                                          <p:attrName>style.visibility</p:attrName>
                                        </p:attrNameLst>
                                      </p:cBhvr>
                                      <p:to>
                                        <p:strVal val="visible"/>
                                      </p:to>
                                    </p:set>
                                    <p:animEffect transition="in" filter="fade">
                                      <p:cBhvr>
                                        <p:cTn id="28" dur="500"/>
                                        <p:tgtEl>
                                          <p:spTgt spid="1346"/>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53"/>
        <p:cNvGrpSpPr/>
        <p:nvPr/>
      </p:nvGrpSpPr>
      <p:grpSpPr>
        <a:xfrm>
          <a:off x="0" y="0"/>
          <a:ext cx="0" cy="0"/>
          <a:chOff x="0" y="0"/>
          <a:chExt cx="0" cy="0"/>
        </a:xfrm>
      </p:grpSpPr>
      <p:sp>
        <p:nvSpPr>
          <p:cNvPr id="1354" name="Google Shape;1354;p71"/>
          <p:cNvSpPr txBox="1">
            <a:spLocks noGrp="1"/>
          </p:cNvSpPr>
          <p:nvPr>
            <p:ph type="title"/>
          </p:nvPr>
        </p:nvSpPr>
        <p:spPr>
          <a:xfrm>
            <a:off x="575732" y="356501"/>
            <a:ext cx="11616267" cy="17843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THE CARTESIAN PRODUCT IN SQL</a:t>
            </a:r>
            <a:endParaRPr dirty="0"/>
          </a:p>
        </p:txBody>
      </p:sp>
      <p:sp>
        <p:nvSpPr>
          <p:cNvPr id="1355" name="Google Shape;1355;p71"/>
          <p:cNvSpPr txBox="1"/>
          <p:nvPr/>
        </p:nvSpPr>
        <p:spPr>
          <a:xfrm>
            <a:off x="3394885" y="4315245"/>
            <a:ext cx="36901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S:</a:t>
            </a:r>
            <a:endParaRPr sz="1400" b="0" i="0" u="none" strike="noStrike" cap="none">
              <a:solidFill>
                <a:srgbClr val="000000"/>
              </a:solidFill>
              <a:latin typeface="Arial"/>
              <a:ea typeface="Arial"/>
              <a:cs typeface="Arial"/>
              <a:sym typeface="Arial"/>
            </a:endParaRPr>
          </a:p>
        </p:txBody>
      </p:sp>
      <p:graphicFrame>
        <p:nvGraphicFramePr>
          <p:cNvPr id="1356" name="Google Shape;1356;p71"/>
          <p:cNvGraphicFramePr/>
          <p:nvPr/>
        </p:nvGraphicFramePr>
        <p:xfrm>
          <a:off x="860727" y="4771149"/>
          <a:ext cx="2040500" cy="944175"/>
        </p:xfrm>
        <a:graphic>
          <a:graphicData uri="http://schemas.openxmlformats.org/drawingml/2006/table">
            <a:tbl>
              <a:tblPr firstRow="1" bandRow="1">
                <a:noFill/>
              </a:tblPr>
              <a:tblGrid>
                <a:gridCol w="481700">
                  <a:extLst>
                    <a:ext uri="{9D8B030D-6E8A-4147-A177-3AD203B41FA5}">
                      <a16:colId xmlns:a16="http://schemas.microsoft.com/office/drawing/2014/main" val="20000"/>
                    </a:ext>
                  </a:extLst>
                </a:gridCol>
                <a:gridCol w="607325">
                  <a:extLst>
                    <a:ext uri="{9D8B030D-6E8A-4147-A177-3AD203B41FA5}">
                      <a16:colId xmlns:a16="http://schemas.microsoft.com/office/drawing/2014/main" val="20001"/>
                    </a:ext>
                  </a:extLst>
                </a:gridCol>
                <a:gridCol w="951475">
                  <a:extLst>
                    <a:ext uri="{9D8B030D-6E8A-4147-A177-3AD203B41FA5}">
                      <a16:colId xmlns:a16="http://schemas.microsoft.com/office/drawing/2014/main" val="20002"/>
                    </a:ext>
                  </a:extLst>
                </a:gridCol>
              </a:tblGrid>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sid</a:t>
                      </a:r>
                      <a:endParaRPr sz="1400" u="sng" strike="noStrike" cap="none"/>
                    </a:p>
                  </a:txBody>
                  <a:tcPr marL="77600" marR="77600" marT="38800" marB="388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bid</a:t>
                      </a:r>
                      <a:endParaRPr sz="1400" u="none" strike="noStrike" cap="none"/>
                    </a:p>
                  </a:txBody>
                  <a:tcPr marL="77600" marR="77600" marT="38800" marB="388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day</a:t>
                      </a:r>
                      <a:endParaRPr sz="1400" u="none" strike="noStrike" cap="none"/>
                    </a:p>
                  </a:txBody>
                  <a:tcPr marL="77600" marR="77600" marT="38800" marB="38800">
                    <a:solidFill>
                      <a:schemeClr val="accent1"/>
                    </a:solidFill>
                  </a:tcPr>
                </a:tc>
                <a:extLst>
                  <a:ext uri="{0D108BD9-81ED-4DB2-BD59-A6C34878D82A}">
                    <a16:rowId xmlns:a16="http://schemas.microsoft.com/office/drawing/2014/main" val="10000"/>
                  </a:ext>
                </a:extLst>
              </a:tr>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77600" marR="77600" marT="38800" marB="38800">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77600" marR="77600" marT="38800" marB="38800">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77600" marR="77600" marT="38800" marB="38800">
                    <a:solidFill>
                      <a:srgbClr val="D8D8D8"/>
                    </a:solidFill>
                  </a:tcPr>
                </a:tc>
                <a:extLst>
                  <a:ext uri="{0D108BD9-81ED-4DB2-BD59-A6C34878D82A}">
                    <a16:rowId xmlns:a16="http://schemas.microsoft.com/office/drawing/2014/main" val="10001"/>
                  </a:ext>
                </a:extLst>
              </a:tr>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extLst>
                  <a:ext uri="{0D108BD9-81ED-4DB2-BD59-A6C34878D82A}">
                    <a16:rowId xmlns:a16="http://schemas.microsoft.com/office/drawing/2014/main" val="10002"/>
                  </a:ext>
                </a:extLst>
              </a:tr>
            </a:tbl>
          </a:graphicData>
        </a:graphic>
      </p:graphicFrame>
      <p:sp>
        <p:nvSpPr>
          <p:cNvPr id="1357" name="Google Shape;1357;p71"/>
          <p:cNvSpPr txBox="1"/>
          <p:nvPr/>
        </p:nvSpPr>
        <p:spPr>
          <a:xfrm>
            <a:off x="860727" y="4315243"/>
            <a:ext cx="38343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R:</a:t>
            </a:r>
            <a:endParaRPr sz="1400" b="0" i="0" u="none" strike="noStrike" cap="none">
              <a:solidFill>
                <a:srgbClr val="000000"/>
              </a:solidFill>
              <a:latin typeface="Arial"/>
              <a:ea typeface="Arial"/>
              <a:cs typeface="Arial"/>
              <a:sym typeface="Arial"/>
            </a:endParaRPr>
          </a:p>
        </p:txBody>
      </p:sp>
      <p:graphicFrame>
        <p:nvGraphicFramePr>
          <p:cNvPr id="1358" name="Google Shape;1358;p71"/>
          <p:cNvGraphicFramePr/>
          <p:nvPr/>
        </p:nvGraphicFramePr>
        <p:xfrm>
          <a:off x="3394885" y="4771149"/>
          <a:ext cx="2610475" cy="1287000"/>
        </p:xfrm>
        <a:graphic>
          <a:graphicData uri="http://schemas.openxmlformats.org/drawingml/2006/table">
            <a:tbl>
              <a:tblPr firstRow="1" bandRow="1">
                <a:noFill/>
              </a:tblPr>
              <a:tblGrid>
                <a:gridCol w="505300">
                  <a:extLst>
                    <a:ext uri="{9D8B030D-6E8A-4147-A177-3AD203B41FA5}">
                      <a16:colId xmlns:a16="http://schemas.microsoft.com/office/drawing/2014/main" val="20000"/>
                    </a:ext>
                  </a:extLst>
                </a:gridCol>
                <a:gridCol w="793200">
                  <a:extLst>
                    <a:ext uri="{9D8B030D-6E8A-4147-A177-3AD203B41FA5}">
                      <a16:colId xmlns:a16="http://schemas.microsoft.com/office/drawing/2014/main" val="20001"/>
                    </a:ext>
                  </a:extLst>
                </a:gridCol>
                <a:gridCol w="747425">
                  <a:extLst>
                    <a:ext uri="{9D8B030D-6E8A-4147-A177-3AD203B41FA5}">
                      <a16:colId xmlns:a16="http://schemas.microsoft.com/office/drawing/2014/main" val="20002"/>
                    </a:ext>
                  </a:extLst>
                </a:gridCol>
                <a:gridCol w="564550">
                  <a:extLst>
                    <a:ext uri="{9D8B030D-6E8A-4147-A177-3AD203B41FA5}">
                      <a16:colId xmlns:a16="http://schemas.microsoft.com/office/drawing/2014/main" val="20003"/>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sid</a:t>
                      </a:r>
                      <a:endParaRPr sz="1400" u="sng"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3"/>
                  </a:ext>
                </a:extLst>
              </a:tr>
            </a:tbl>
          </a:graphicData>
        </a:graphic>
      </p:graphicFrame>
      <p:sp>
        <p:nvSpPr>
          <p:cNvPr id="1359" name="Google Shape;1359;p71"/>
          <p:cNvSpPr txBox="1"/>
          <p:nvPr/>
        </p:nvSpPr>
        <p:spPr>
          <a:xfrm>
            <a:off x="8404338" y="1485378"/>
            <a:ext cx="136287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Helvetica Neue"/>
                <a:ea typeface="Helvetica Neue"/>
                <a:cs typeface="Helvetica Neue"/>
                <a:sym typeface="Helvetica Neue"/>
              </a:rPr>
              <a:t>R </a:t>
            </a:r>
            <a:r>
              <a:rPr lang="en-US" sz="3600" b="0" i="0" u="none" strike="noStrike" cap="none">
                <a:solidFill>
                  <a:schemeClr val="dk1"/>
                </a:solidFill>
                <a:latin typeface="Rockwell"/>
                <a:ea typeface="Rockwell"/>
                <a:cs typeface="Rockwell"/>
                <a:sym typeface="Rockwell"/>
              </a:rPr>
              <a:t>×</a:t>
            </a:r>
            <a:r>
              <a:rPr lang="en-US" sz="3600" b="0" i="0" u="none" strike="noStrike" cap="none">
                <a:solidFill>
                  <a:schemeClr val="dk1"/>
                </a:solidFill>
                <a:latin typeface="Helvetica Neue"/>
                <a:ea typeface="Helvetica Neue"/>
                <a:cs typeface="Helvetica Neue"/>
                <a:sym typeface="Helvetica Neue"/>
              </a:rPr>
              <a:t> S</a:t>
            </a:r>
            <a:endParaRPr sz="1400" b="0" i="0" u="none" strike="noStrike" cap="none">
              <a:solidFill>
                <a:srgbClr val="000000"/>
              </a:solidFill>
              <a:latin typeface="Arial"/>
              <a:ea typeface="Arial"/>
              <a:cs typeface="Arial"/>
              <a:sym typeface="Arial"/>
            </a:endParaRPr>
          </a:p>
        </p:txBody>
      </p:sp>
      <p:graphicFrame>
        <p:nvGraphicFramePr>
          <p:cNvPr id="1360" name="Google Shape;1360;p71"/>
          <p:cNvGraphicFramePr/>
          <p:nvPr/>
        </p:nvGraphicFramePr>
        <p:xfrm>
          <a:off x="6959801" y="2312693"/>
          <a:ext cx="4794600" cy="2252250"/>
        </p:xfrm>
        <a:graphic>
          <a:graphicData uri="http://schemas.openxmlformats.org/drawingml/2006/table">
            <a:tbl>
              <a:tblPr firstRow="1" bandRow="1">
                <a:noFill/>
              </a:tblPr>
              <a:tblGrid>
                <a:gridCol w="570375">
                  <a:extLst>
                    <a:ext uri="{9D8B030D-6E8A-4147-A177-3AD203B41FA5}">
                      <a16:colId xmlns:a16="http://schemas.microsoft.com/office/drawing/2014/main" val="20000"/>
                    </a:ext>
                  </a:extLst>
                </a:gridCol>
                <a:gridCol w="570375">
                  <a:extLst>
                    <a:ext uri="{9D8B030D-6E8A-4147-A177-3AD203B41FA5}">
                      <a16:colId xmlns:a16="http://schemas.microsoft.com/office/drawing/2014/main" val="20001"/>
                    </a:ext>
                  </a:extLst>
                </a:gridCol>
                <a:gridCol w="942475">
                  <a:extLst>
                    <a:ext uri="{9D8B030D-6E8A-4147-A177-3AD203B41FA5}">
                      <a16:colId xmlns:a16="http://schemas.microsoft.com/office/drawing/2014/main" val="20002"/>
                    </a:ext>
                  </a:extLst>
                </a:gridCol>
                <a:gridCol w="530575">
                  <a:extLst>
                    <a:ext uri="{9D8B030D-6E8A-4147-A177-3AD203B41FA5}">
                      <a16:colId xmlns:a16="http://schemas.microsoft.com/office/drawing/2014/main" val="20003"/>
                    </a:ext>
                  </a:extLst>
                </a:gridCol>
                <a:gridCol w="850275">
                  <a:extLst>
                    <a:ext uri="{9D8B030D-6E8A-4147-A177-3AD203B41FA5}">
                      <a16:colId xmlns:a16="http://schemas.microsoft.com/office/drawing/2014/main" val="20004"/>
                    </a:ext>
                  </a:extLst>
                </a:gridCol>
                <a:gridCol w="787300">
                  <a:extLst>
                    <a:ext uri="{9D8B030D-6E8A-4147-A177-3AD203B41FA5}">
                      <a16:colId xmlns:a16="http://schemas.microsoft.com/office/drawing/2014/main" val="20005"/>
                    </a:ext>
                  </a:extLst>
                </a:gridCol>
                <a:gridCol w="543225">
                  <a:extLst>
                    <a:ext uri="{9D8B030D-6E8A-4147-A177-3AD203B41FA5}">
                      <a16:colId xmlns:a16="http://schemas.microsoft.com/office/drawing/2014/main" val="20006"/>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3"/>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4"/>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5"/>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6"/>
                  </a:ext>
                </a:extLst>
              </a:tr>
            </a:tbl>
          </a:graphicData>
        </a:graphic>
      </p:graphicFrame>
      <p:sp>
        <p:nvSpPr>
          <p:cNvPr id="1361" name="Google Shape;1361;p71"/>
          <p:cNvSpPr txBox="1">
            <a:spLocks noGrp="1"/>
          </p:cNvSpPr>
          <p:nvPr>
            <p:ph type="body" idx="1"/>
          </p:nvPr>
        </p:nvSpPr>
        <p:spPr>
          <a:xfrm>
            <a:off x="307125" y="2234659"/>
            <a:ext cx="6718146" cy="1110708"/>
          </a:xfrm>
          <a:prstGeom prst="rect">
            <a:avLst/>
          </a:prstGeom>
          <a:noFill/>
          <a:ln>
            <a:noFill/>
          </a:ln>
        </p:spPr>
        <p:txBody>
          <a:bodyPr spcFirstLastPara="1" wrap="square" lIns="91425" tIns="45700" rIns="91425" bIns="45700" anchor="t" anchorCtr="0">
            <a:noAutofit/>
          </a:bodyPr>
          <a:lstStyle/>
          <a:p>
            <a:pPr marL="14287" lvl="0" indent="0" algn="l" rtl="0">
              <a:lnSpc>
                <a:spcPct val="90000"/>
              </a:lnSpc>
              <a:spcBef>
                <a:spcPts val="0"/>
              </a:spcBef>
              <a:spcAft>
                <a:spcPts val="0"/>
              </a:spcAft>
              <a:buSzPts val="2040"/>
              <a:buNone/>
            </a:pPr>
            <a:r>
              <a:rPr lang="en-US" sz="2400" dirty="0">
                <a:solidFill>
                  <a:srgbClr val="FF0000"/>
                </a:solidFill>
                <a:latin typeface="Lucida Sans"/>
                <a:ea typeface="Lucida Sans"/>
                <a:cs typeface="Lucida Sans"/>
                <a:sym typeface="Lucida Sans"/>
              </a:rPr>
              <a:t>SELECT </a:t>
            </a:r>
            <a:r>
              <a:rPr lang="en-US" sz="2400" i="1" dirty="0">
                <a:latin typeface="Lucida Sans"/>
                <a:ea typeface="Lucida Sans"/>
                <a:cs typeface="Lucida Sans"/>
                <a:sym typeface="Lucida Sans"/>
              </a:rPr>
              <a:t>*</a:t>
            </a:r>
            <a:br>
              <a:rPr lang="en-US" sz="2400" dirty="0">
                <a:latin typeface="Lucida Sans"/>
                <a:ea typeface="Lucida Sans"/>
                <a:cs typeface="Lucida Sans"/>
                <a:sym typeface="Lucida Sans"/>
              </a:rPr>
            </a:br>
            <a:r>
              <a:rPr lang="en-US" sz="2400" dirty="0">
                <a:latin typeface="Lucida Sans"/>
                <a:ea typeface="Lucida Sans"/>
                <a:cs typeface="Lucida Sans"/>
                <a:sym typeface="Lucida Sans"/>
              </a:rPr>
              <a:t>  </a:t>
            </a:r>
            <a:r>
              <a:rPr lang="en-US" sz="2400" dirty="0">
                <a:solidFill>
                  <a:srgbClr val="FF0000"/>
                </a:solidFill>
                <a:latin typeface="Lucida Sans"/>
                <a:ea typeface="Lucida Sans"/>
                <a:cs typeface="Lucida Sans"/>
                <a:sym typeface="Lucida Sans"/>
              </a:rPr>
              <a:t>FROM </a:t>
            </a:r>
            <a:r>
              <a:rPr lang="en-US" sz="2400" i="1" dirty="0">
                <a:latin typeface="Lucida Sans"/>
                <a:ea typeface="Lucida Sans"/>
                <a:cs typeface="Lucida Sans"/>
                <a:sym typeface="Lucida Sans"/>
              </a:rPr>
              <a:t>Reserves AS R, Sailors AS S;</a:t>
            </a:r>
            <a:endParaRPr sz="2400" dirty="0">
              <a:latin typeface="Tahoma"/>
              <a:ea typeface="Tahoma"/>
              <a:cs typeface="Tahoma"/>
              <a:sym typeface="Tahom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66"/>
        <p:cNvGrpSpPr/>
        <p:nvPr/>
      </p:nvGrpSpPr>
      <p:grpSpPr>
        <a:xfrm>
          <a:off x="0" y="0"/>
          <a:ext cx="0" cy="0"/>
          <a:chOff x="0" y="0"/>
          <a:chExt cx="0" cy="0"/>
        </a:xfrm>
      </p:grpSpPr>
      <p:sp>
        <p:nvSpPr>
          <p:cNvPr id="1367" name="Google Shape;1367;p72"/>
          <p:cNvSpPr txBox="1">
            <a:spLocks noGrp="1"/>
          </p:cNvSpPr>
          <p:nvPr>
            <p:ph type="title"/>
          </p:nvPr>
        </p:nvSpPr>
        <p:spPr>
          <a:xfrm>
            <a:off x="575732" y="356501"/>
            <a:ext cx="11616267" cy="17843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JOINING SAILORS AND RESERVATIONS</a:t>
            </a:r>
            <a:endParaRPr/>
          </a:p>
        </p:txBody>
      </p:sp>
      <p:sp>
        <p:nvSpPr>
          <p:cNvPr id="1368" name="Google Shape;1368;p72"/>
          <p:cNvSpPr txBox="1"/>
          <p:nvPr/>
        </p:nvSpPr>
        <p:spPr>
          <a:xfrm>
            <a:off x="3394885" y="4315245"/>
            <a:ext cx="36901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S:</a:t>
            </a:r>
            <a:endParaRPr sz="1400" b="0" i="0" u="none" strike="noStrike" cap="none">
              <a:solidFill>
                <a:srgbClr val="000000"/>
              </a:solidFill>
              <a:latin typeface="Arial"/>
              <a:ea typeface="Arial"/>
              <a:cs typeface="Arial"/>
              <a:sym typeface="Arial"/>
            </a:endParaRPr>
          </a:p>
        </p:txBody>
      </p:sp>
      <p:graphicFrame>
        <p:nvGraphicFramePr>
          <p:cNvPr id="1369" name="Google Shape;1369;p72"/>
          <p:cNvGraphicFramePr/>
          <p:nvPr/>
        </p:nvGraphicFramePr>
        <p:xfrm>
          <a:off x="860727" y="4771149"/>
          <a:ext cx="2040500" cy="944175"/>
        </p:xfrm>
        <a:graphic>
          <a:graphicData uri="http://schemas.openxmlformats.org/drawingml/2006/table">
            <a:tbl>
              <a:tblPr firstRow="1" bandRow="1">
                <a:noFill/>
              </a:tblPr>
              <a:tblGrid>
                <a:gridCol w="481700">
                  <a:extLst>
                    <a:ext uri="{9D8B030D-6E8A-4147-A177-3AD203B41FA5}">
                      <a16:colId xmlns:a16="http://schemas.microsoft.com/office/drawing/2014/main" val="20000"/>
                    </a:ext>
                  </a:extLst>
                </a:gridCol>
                <a:gridCol w="607325">
                  <a:extLst>
                    <a:ext uri="{9D8B030D-6E8A-4147-A177-3AD203B41FA5}">
                      <a16:colId xmlns:a16="http://schemas.microsoft.com/office/drawing/2014/main" val="20001"/>
                    </a:ext>
                  </a:extLst>
                </a:gridCol>
                <a:gridCol w="951475">
                  <a:extLst>
                    <a:ext uri="{9D8B030D-6E8A-4147-A177-3AD203B41FA5}">
                      <a16:colId xmlns:a16="http://schemas.microsoft.com/office/drawing/2014/main" val="20002"/>
                    </a:ext>
                  </a:extLst>
                </a:gridCol>
              </a:tblGrid>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sid</a:t>
                      </a:r>
                      <a:endParaRPr sz="1400" u="sng" strike="noStrike" cap="none"/>
                    </a:p>
                  </a:txBody>
                  <a:tcPr marL="77600" marR="77600" marT="38800" marB="388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bid</a:t>
                      </a:r>
                      <a:endParaRPr sz="1400" u="none" strike="noStrike" cap="none"/>
                    </a:p>
                  </a:txBody>
                  <a:tcPr marL="77600" marR="77600" marT="38800" marB="388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day</a:t>
                      </a:r>
                      <a:endParaRPr sz="1400" u="none" strike="noStrike" cap="none"/>
                    </a:p>
                  </a:txBody>
                  <a:tcPr marL="77600" marR="77600" marT="38800" marB="38800">
                    <a:solidFill>
                      <a:schemeClr val="accent1"/>
                    </a:solidFill>
                  </a:tcPr>
                </a:tc>
                <a:extLst>
                  <a:ext uri="{0D108BD9-81ED-4DB2-BD59-A6C34878D82A}">
                    <a16:rowId xmlns:a16="http://schemas.microsoft.com/office/drawing/2014/main" val="10000"/>
                  </a:ext>
                </a:extLst>
              </a:tr>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77600" marR="77600" marT="38800" marB="38800">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77600" marR="77600" marT="38800" marB="38800">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77600" marR="77600" marT="38800" marB="38800">
                    <a:solidFill>
                      <a:srgbClr val="D8D8D8"/>
                    </a:solidFill>
                  </a:tcPr>
                </a:tc>
                <a:extLst>
                  <a:ext uri="{0D108BD9-81ED-4DB2-BD59-A6C34878D82A}">
                    <a16:rowId xmlns:a16="http://schemas.microsoft.com/office/drawing/2014/main" val="10001"/>
                  </a:ext>
                </a:extLst>
              </a:tr>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extLst>
                  <a:ext uri="{0D108BD9-81ED-4DB2-BD59-A6C34878D82A}">
                    <a16:rowId xmlns:a16="http://schemas.microsoft.com/office/drawing/2014/main" val="10002"/>
                  </a:ext>
                </a:extLst>
              </a:tr>
            </a:tbl>
          </a:graphicData>
        </a:graphic>
      </p:graphicFrame>
      <p:sp>
        <p:nvSpPr>
          <p:cNvPr id="1370" name="Google Shape;1370;p72"/>
          <p:cNvSpPr txBox="1"/>
          <p:nvPr/>
        </p:nvSpPr>
        <p:spPr>
          <a:xfrm>
            <a:off x="860727" y="4315243"/>
            <a:ext cx="38343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R:</a:t>
            </a:r>
            <a:endParaRPr sz="1400" b="0" i="0" u="none" strike="noStrike" cap="none">
              <a:solidFill>
                <a:srgbClr val="000000"/>
              </a:solidFill>
              <a:latin typeface="Arial"/>
              <a:ea typeface="Arial"/>
              <a:cs typeface="Arial"/>
              <a:sym typeface="Arial"/>
            </a:endParaRPr>
          </a:p>
        </p:txBody>
      </p:sp>
      <p:graphicFrame>
        <p:nvGraphicFramePr>
          <p:cNvPr id="1371" name="Google Shape;1371;p72"/>
          <p:cNvGraphicFramePr/>
          <p:nvPr/>
        </p:nvGraphicFramePr>
        <p:xfrm>
          <a:off x="3394885" y="4771149"/>
          <a:ext cx="2610475" cy="1287000"/>
        </p:xfrm>
        <a:graphic>
          <a:graphicData uri="http://schemas.openxmlformats.org/drawingml/2006/table">
            <a:tbl>
              <a:tblPr firstRow="1" bandRow="1">
                <a:noFill/>
              </a:tblPr>
              <a:tblGrid>
                <a:gridCol w="505300">
                  <a:extLst>
                    <a:ext uri="{9D8B030D-6E8A-4147-A177-3AD203B41FA5}">
                      <a16:colId xmlns:a16="http://schemas.microsoft.com/office/drawing/2014/main" val="20000"/>
                    </a:ext>
                  </a:extLst>
                </a:gridCol>
                <a:gridCol w="793200">
                  <a:extLst>
                    <a:ext uri="{9D8B030D-6E8A-4147-A177-3AD203B41FA5}">
                      <a16:colId xmlns:a16="http://schemas.microsoft.com/office/drawing/2014/main" val="20001"/>
                    </a:ext>
                  </a:extLst>
                </a:gridCol>
                <a:gridCol w="747425">
                  <a:extLst>
                    <a:ext uri="{9D8B030D-6E8A-4147-A177-3AD203B41FA5}">
                      <a16:colId xmlns:a16="http://schemas.microsoft.com/office/drawing/2014/main" val="20002"/>
                    </a:ext>
                  </a:extLst>
                </a:gridCol>
                <a:gridCol w="564550">
                  <a:extLst>
                    <a:ext uri="{9D8B030D-6E8A-4147-A177-3AD203B41FA5}">
                      <a16:colId xmlns:a16="http://schemas.microsoft.com/office/drawing/2014/main" val="20003"/>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sid</a:t>
                      </a:r>
                      <a:endParaRPr sz="1400" u="sng"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3"/>
                  </a:ext>
                </a:extLst>
              </a:tr>
            </a:tbl>
          </a:graphicData>
        </a:graphic>
      </p:graphicFrame>
      <p:sp>
        <p:nvSpPr>
          <p:cNvPr id="1372" name="Google Shape;1372;p72"/>
          <p:cNvSpPr txBox="1"/>
          <p:nvPr/>
        </p:nvSpPr>
        <p:spPr>
          <a:xfrm>
            <a:off x="8404338" y="1713978"/>
            <a:ext cx="14655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Helvetica Neue"/>
                <a:ea typeface="Helvetica Neue"/>
                <a:cs typeface="Helvetica Neue"/>
                <a:sym typeface="Helvetica Neue"/>
              </a:rPr>
              <a:t>R ⋈ S</a:t>
            </a:r>
            <a:endParaRPr sz="1400" b="0" i="0" u="none" strike="noStrike" cap="none">
              <a:solidFill>
                <a:srgbClr val="000000"/>
              </a:solidFill>
              <a:latin typeface="Arial"/>
              <a:ea typeface="Arial"/>
              <a:cs typeface="Arial"/>
              <a:sym typeface="Arial"/>
            </a:endParaRPr>
          </a:p>
        </p:txBody>
      </p:sp>
      <p:graphicFrame>
        <p:nvGraphicFramePr>
          <p:cNvPr id="1373" name="Google Shape;1373;p72"/>
          <p:cNvGraphicFramePr/>
          <p:nvPr/>
        </p:nvGraphicFramePr>
        <p:xfrm>
          <a:off x="6959801" y="2312693"/>
          <a:ext cx="4794600" cy="2252250"/>
        </p:xfrm>
        <a:graphic>
          <a:graphicData uri="http://schemas.openxmlformats.org/drawingml/2006/table">
            <a:tbl>
              <a:tblPr firstRow="1" bandRow="1">
                <a:noFill/>
              </a:tblPr>
              <a:tblGrid>
                <a:gridCol w="570375">
                  <a:extLst>
                    <a:ext uri="{9D8B030D-6E8A-4147-A177-3AD203B41FA5}">
                      <a16:colId xmlns:a16="http://schemas.microsoft.com/office/drawing/2014/main" val="20000"/>
                    </a:ext>
                  </a:extLst>
                </a:gridCol>
                <a:gridCol w="570375">
                  <a:extLst>
                    <a:ext uri="{9D8B030D-6E8A-4147-A177-3AD203B41FA5}">
                      <a16:colId xmlns:a16="http://schemas.microsoft.com/office/drawing/2014/main" val="20001"/>
                    </a:ext>
                  </a:extLst>
                </a:gridCol>
                <a:gridCol w="942475">
                  <a:extLst>
                    <a:ext uri="{9D8B030D-6E8A-4147-A177-3AD203B41FA5}">
                      <a16:colId xmlns:a16="http://schemas.microsoft.com/office/drawing/2014/main" val="20002"/>
                    </a:ext>
                  </a:extLst>
                </a:gridCol>
                <a:gridCol w="530575">
                  <a:extLst>
                    <a:ext uri="{9D8B030D-6E8A-4147-A177-3AD203B41FA5}">
                      <a16:colId xmlns:a16="http://schemas.microsoft.com/office/drawing/2014/main" val="20003"/>
                    </a:ext>
                  </a:extLst>
                </a:gridCol>
                <a:gridCol w="850275">
                  <a:extLst>
                    <a:ext uri="{9D8B030D-6E8A-4147-A177-3AD203B41FA5}">
                      <a16:colId xmlns:a16="http://schemas.microsoft.com/office/drawing/2014/main" val="20004"/>
                    </a:ext>
                  </a:extLst>
                </a:gridCol>
                <a:gridCol w="787300">
                  <a:extLst>
                    <a:ext uri="{9D8B030D-6E8A-4147-A177-3AD203B41FA5}">
                      <a16:colId xmlns:a16="http://schemas.microsoft.com/office/drawing/2014/main" val="20005"/>
                    </a:ext>
                  </a:extLst>
                </a:gridCol>
                <a:gridCol w="543225">
                  <a:extLst>
                    <a:ext uri="{9D8B030D-6E8A-4147-A177-3AD203B41FA5}">
                      <a16:colId xmlns:a16="http://schemas.microsoft.com/office/drawing/2014/main" val="20006"/>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3"/>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4"/>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5"/>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6"/>
                  </a:ext>
                </a:extLst>
              </a:tr>
            </a:tbl>
          </a:graphicData>
        </a:graphic>
      </p:graphicFrame>
      <p:sp>
        <p:nvSpPr>
          <p:cNvPr id="1374" name="Google Shape;1374;p72"/>
          <p:cNvSpPr/>
          <p:nvPr/>
        </p:nvSpPr>
        <p:spPr>
          <a:xfrm>
            <a:off x="6959802" y="2193124"/>
            <a:ext cx="563267" cy="2484829"/>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375" name="Google Shape;1375;p72"/>
          <p:cNvSpPr/>
          <p:nvPr/>
        </p:nvSpPr>
        <p:spPr>
          <a:xfrm>
            <a:off x="9033213" y="2199746"/>
            <a:ext cx="542742" cy="2484829"/>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cxnSp>
        <p:nvCxnSpPr>
          <p:cNvPr id="1376" name="Google Shape;1376;p72"/>
          <p:cNvCxnSpPr/>
          <p:nvPr/>
        </p:nvCxnSpPr>
        <p:spPr>
          <a:xfrm>
            <a:off x="6845687" y="3106964"/>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cxnSp>
        <p:nvCxnSpPr>
          <p:cNvPr id="1377" name="Google Shape;1377;p72"/>
          <p:cNvCxnSpPr/>
          <p:nvPr/>
        </p:nvCxnSpPr>
        <p:spPr>
          <a:xfrm>
            <a:off x="6845687" y="3439471"/>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cxnSp>
        <p:nvCxnSpPr>
          <p:cNvPr id="1378" name="Google Shape;1378;p72"/>
          <p:cNvCxnSpPr/>
          <p:nvPr/>
        </p:nvCxnSpPr>
        <p:spPr>
          <a:xfrm>
            <a:off x="6845687" y="3783586"/>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cxnSp>
        <p:nvCxnSpPr>
          <p:cNvPr id="1379" name="Google Shape;1379;p72"/>
          <p:cNvCxnSpPr/>
          <p:nvPr/>
        </p:nvCxnSpPr>
        <p:spPr>
          <a:xfrm>
            <a:off x="6845687" y="4076780"/>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sp>
        <p:nvSpPr>
          <p:cNvPr id="1380" name="Google Shape;1380;p72"/>
          <p:cNvSpPr txBox="1"/>
          <p:nvPr/>
        </p:nvSpPr>
        <p:spPr>
          <a:xfrm>
            <a:off x="8494630" y="5054547"/>
            <a:ext cx="146546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Helvetica Neue"/>
                <a:ea typeface="Helvetica Neue"/>
                <a:cs typeface="Helvetica Neue"/>
                <a:sym typeface="Helvetica Neue"/>
              </a:rPr>
              <a:t>R ⋈ S</a:t>
            </a:r>
            <a:endParaRPr sz="1400" b="0" i="0" u="none" strike="noStrike" cap="none">
              <a:solidFill>
                <a:srgbClr val="000000"/>
              </a:solidFill>
              <a:latin typeface="Arial"/>
              <a:ea typeface="Arial"/>
              <a:cs typeface="Arial"/>
              <a:sym typeface="Arial"/>
            </a:endParaRPr>
          </a:p>
        </p:txBody>
      </p:sp>
      <p:graphicFrame>
        <p:nvGraphicFramePr>
          <p:cNvPr id="1381" name="Google Shape;1381;p72"/>
          <p:cNvGraphicFramePr/>
          <p:nvPr/>
        </p:nvGraphicFramePr>
        <p:xfrm>
          <a:off x="6915532" y="5642237"/>
          <a:ext cx="4794600" cy="965250"/>
        </p:xfrm>
        <a:graphic>
          <a:graphicData uri="http://schemas.openxmlformats.org/drawingml/2006/table">
            <a:tbl>
              <a:tblPr firstRow="1" bandRow="1">
                <a:noFill/>
              </a:tblPr>
              <a:tblGrid>
                <a:gridCol w="570375">
                  <a:extLst>
                    <a:ext uri="{9D8B030D-6E8A-4147-A177-3AD203B41FA5}">
                      <a16:colId xmlns:a16="http://schemas.microsoft.com/office/drawing/2014/main" val="20000"/>
                    </a:ext>
                  </a:extLst>
                </a:gridCol>
                <a:gridCol w="570375">
                  <a:extLst>
                    <a:ext uri="{9D8B030D-6E8A-4147-A177-3AD203B41FA5}">
                      <a16:colId xmlns:a16="http://schemas.microsoft.com/office/drawing/2014/main" val="20001"/>
                    </a:ext>
                  </a:extLst>
                </a:gridCol>
                <a:gridCol w="942475">
                  <a:extLst>
                    <a:ext uri="{9D8B030D-6E8A-4147-A177-3AD203B41FA5}">
                      <a16:colId xmlns:a16="http://schemas.microsoft.com/office/drawing/2014/main" val="20002"/>
                    </a:ext>
                  </a:extLst>
                </a:gridCol>
                <a:gridCol w="530575">
                  <a:extLst>
                    <a:ext uri="{9D8B030D-6E8A-4147-A177-3AD203B41FA5}">
                      <a16:colId xmlns:a16="http://schemas.microsoft.com/office/drawing/2014/main" val="20003"/>
                    </a:ext>
                  </a:extLst>
                </a:gridCol>
                <a:gridCol w="850275">
                  <a:extLst>
                    <a:ext uri="{9D8B030D-6E8A-4147-A177-3AD203B41FA5}">
                      <a16:colId xmlns:a16="http://schemas.microsoft.com/office/drawing/2014/main" val="20004"/>
                    </a:ext>
                  </a:extLst>
                </a:gridCol>
                <a:gridCol w="787300">
                  <a:extLst>
                    <a:ext uri="{9D8B030D-6E8A-4147-A177-3AD203B41FA5}">
                      <a16:colId xmlns:a16="http://schemas.microsoft.com/office/drawing/2014/main" val="20005"/>
                    </a:ext>
                  </a:extLst>
                </a:gridCol>
                <a:gridCol w="543225">
                  <a:extLst>
                    <a:ext uri="{9D8B030D-6E8A-4147-A177-3AD203B41FA5}">
                      <a16:colId xmlns:a16="http://schemas.microsoft.com/office/drawing/2014/main" val="20006"/>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2"/>
                  </a:ext>
                </a:extLst>
              </a:tr>
            </a:tbl>
          </a:graphicData>
        </a:graphic>
      </p:graphicFrame>
      <p:sp>
        <p:nvSpPr>
          <p:cNvPr id="1382" name="Google Shape;1382;p72"/>
          <p:cNvSpPr txBox="1">
            <a:spLocks noGrp="1"/>
          </p:cNvSpPr>
          <p:nvPr>
            <p:ph type="body" idx="1"/>
          </p:nvPr>
        </p:nvSpPr>
        <p:spPr>
          <a:xfrm>
            <a:off x="838200" y="2130426"/>
            <a:ext cx="5796900" cy="22512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Joins can be thought of as a 2-step process:</a:t>
            </a:r>
            <a:endParaRPr dirty="0"/>
          </a:p>
          <a:p>
            <a:pPr marL="457200" lvl="1" indent="-182880" algn="l" rtl="0">
              <a:lnSpc>
                <a:spcPct val="90000"/>
              </a:lnSpc>
              <a:spcBef>
                <a:spcPts val="400"/>
              </a:spcBef>
              <a:spcAft>
                <a:spcPts val="0"/>
              </a:spcAft>
              <a:buSzPts val="1530"/>
              <a:buChar char="▪"/>
            </a:pPr>
            <a:r>
              <a:rPr lang="en-US" dirty="0"/>
              <a:t>Form the cartesian product.</a:t>
            </a:r>
            <a:endParaRPr dirty="0"/>
          </a:p>
          <a:p>
            <a:pPr marL="457200" lvl="1" indent="-182880" algn="l" rtl="0">
              <a:lnSpc>
                <a:spcPct val="90000"/>
              </a:lnSpc>
              <a:spcBef>
                <a:spcPts val="600"/>
              </a:spcBef>
              <a:spcAft>
                <a:spcPts val="0"/>
              </a:spcAft>
              <a:buSzPts val="1530"/>
              <a:buChar char="▪"/>
            </a:pPr>
            <a:r>
              <a:rPr lang="en-US" dirty="0"/>
              <a:t>Select the rows where common attributes are equal.</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374"/>
                                        </p:tgtEl>
                                        <p:attrNameLst>
                                          <p:attrName>style.visibility</p:attrName>
                                        </p:attrNameLst>
                                      </p:cBhvr>
                                      <p:to>
                                        <p:strVal val="visible"/>
                                      </p:to>
                                    </p:set>
                                    <p:anim calcmode="lin" valueType="num">
                                      <p:cBhvr additive="base">
                                        <p:cTn id="7" dur="500"/>
                                        <p:tgtEl>
                                          <p:spTgt spid="1374"/>
                                        </p:tgtEl>
                                        <p:attrNameLst>
                                          <p:attrName>ppt_w</p:attrName>
                                        </p:attrNameLst>
                                      </p:cBhvr>
                                      <p:tavLst>
                                        <p:tav tm="0">
                                          <p:val>
                                            <p:strVal val="0"/>
                                          </p:val>
                                        </p:tav>
                                        <p:tav tm="100000">
                                          <p:val>
                                            <p:strVal val="#ppt_w"/>
                                          </p:val>
                                        </p:tav>
                                      </p:tavLst>
                                    </p:anim>
                                    <p:anim calcmode="lin" valueType="num">
                                      <p:cBhvr additive="base">
                                        <p:cTn id="8" dur="500"/>
                                        <p:tgtEl>
                                          <p:spTgt spid="1374"/>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375"/>
                                        </p:tgtEl>
                                        <p:attrNameLst>
                                          <p:attrName>style.visibility</p:attrName>
                                        </p:attrNameLst>
                                      </p:cBhvr>
                                      <p:to>
                                        <p:strVal val="visible"/>
                                      </p:to>
                                    </p:set>
                                    <p:anim calcmode="lin" valueType="num">
                                      <p:cBhvr additive="base">
                                        <p:cTn id="11" dur="500"/>
                                        <p:tgtEl>
                                          <p:spTgt spid="1375"/>
                                        </p:tgtEl>
                                        <p:attrNameLst>
                                          <p:attrName>ppt_w</p:attrName>
                                        </p:attrNameLst>
                                      </p:cBhvr>
                                      <p:tavLst>
                                        <p:tav tm="0">
                                          <p:val>
                                            <p:strVal val="0"/>
                                          </p:val>
                                        </p:tav>
                                        <p:tav tm="100000">
                                          <p:val>
                                            <p:strVal val="#ppt_w"/>
                                          </p:val>
                                        </p:tav>
                                      </p:tavLst>
                                    </p:anim>
                                    <p:anim calcmode="lin" valueType="num">
                                      <p:cBhvr additive="base">
                                        <p:cTn id="12" dur="500"/>
                                        <p:tgtEl>
                                          <p:spTgt spid="1375"/>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76"/>
                                        </p:tgtEl>
                                        <p:attrNameLst>
                                          <p:attrName>style.visibility</p:attrName>
                                        </p:attrNameLst>
                                      </p:cBhvr>
                                      <p:to>
                                        <p:strVal val="visible"/>
                                      </p:to>
                                    </p:set>
                                    <p:animEffect transition="in" filter="fade">
                                      <p:cBhvr>
                                        <p:cTn id="17" dur="500"/>
                                        <p:tgtEl>
                                          <p:spTgt spid="1376"/>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377"/>
                                        </p:tgtEl>
                                        <p:attrNameLst>
                                          <p:attrName>style.visibility</p:attrName>
                                        </p:attrNameLst>
                                      </p:cBhvr>
                                      <p:to>
                                        <p:strVal val="visible"/>
                                      </p:to>
                                    </p:set>
                                    <p:animEffect transition="in" filter="fade">
                                      <p:cBhvr>
                                        <p:cTn id="21" dur="500"/>
                                        <p:tgtEl>
                                          <p:spTgt spid="1377"/>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1378"/>
                                        </p:tgtEl>
                                        <p:attrNameLst>
                                          <p:attrName>style.visibility</p:attrName>
                                        </p:attrNameLst>
                                      </p:cBhvr>
                                      <p:to>
                                        <p:strVal val="visible"/>
                                      </p:to>
                                    </p:set>
                                    <p:animEffect transition="in" filter="fade">
                                      <p:cBhvr>
                                        <p:cTn id="25" dur="500"/>
                                        <p:tgtEl>
                                          <p:spTgt spid="1378"/>
                                        </p:tgtEl>
                                      </p:cBhvr>
                                    </p:animEffect>
                                  </p:childTnLst>
                                </p:cTn>
                              </p:par>
                            </p:childTnLst>
                          </p:cTn>
                        </p:par>
                        <p:par>
                          <p:cTn id="26" fill="hold">
                            <p:stCondLst>
                              <p:cond delay="1500"/>
                            </p:stCondLst>
                            <p:childTnLst>
                              <p:par>
                                <p:cTn id="27" presetID="10" presetClass="entr" presetSubtype="0" fill="hold" nodeType="afterEffect">
                                  <p:stCondLst>
                                    <p:cond delay="0"/>
                                  </p:stCondLst>
                                  <p:childTnLst>
                                    <p:set>
                                      <p:cBhvr>
                                        <p:cTn id="28" dur="1" fill="hold">
                                          <p:stCondLst>
                                            <p:cond delay="0"/>
                                          </p:stCondLst>
                                        </p:cTn>
                                        <p:tgtEl>
                                          <p:spTgt spid="1379"/>
                                        </p:tgtEl>
                                        <p:attrNameLst>
                                          <p:attrName>style.visibility</p:attrName>
                                        </p:attrNameLst>
                                      </p:cBhvr>
                                      <p:to>
                                        <p:strVal val="visible"/>
                                      </p:to>
                                    </p:set>
                                    <p:animEffect transition="in" filter="fade">
                                      <p:cBhvr>
                                        <p:cTn id="29" dur="500"/>
                                        <p:tgtEl>
                                          <p:spTgt spid="1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87"/>
        <p:cNvGrpSpPr/>
        <p:nvPr/>
      </p:nvGrpSpPr>
      <p:grpSpPr>
        <a:xfrm>
          <a:off x="0" y="0"/>
          <a:ext cx="0" cy="0"/>
          <a:chOff x="0" y="0"/>
          <a:chExt cx="0" cy="0"/>
        </a:xfrm>
      </p:grpSpPr>
      <p:sp>
        <p:nvSpPr>
          <p:cNvPr id="1388" name="Google Shape;1388;p73"/>
          <p:cNvSpPr txBox="1">
            <a:spLocks noGrp="1"/>
          </p:cNvSpPr>
          <p:nvPr>
            <p:ph type="title"/>
          </p:nvPr>
        </p:nvSpPr>
        <p:spPr>
          <a:xfrm>
            <a:off x="575732" y="356501"/>
            <a:ext cx="11616267" cy="17843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RELATIONAL ALGEBRA</a:t>
            </a:r>
            <a:endParaRPr dirty="0"/>
          </a:p>
        </p:txBody>
      </p:sp>
      <p:sp>
        <p:nvSpPr>
          <p:cNvPr id="1389" name="Google Shape;1389;p73"/>
          <p:cNvSpPr txBox="1"/>
          <p:nvPr/>
        </p:nvSpPr>
        <p:spPr>
          <a:xfrm>
            <a:off x="8404338" y="1485378"/>
            <a:ext cx="146546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Helvetica Neue"/>
                <a:ea typeface="Helvetica Neue"/>
                <a:cs typeface="Helvetica Neue"/>
                <a:sym typeface="Helvetica Neue"/>
              </a:rPr>
              <a:t>R ⋈ S</a:t>
            </a:r>
            <a:endParaRPr sz="1400" b="0" i="0" u="none" strike="noStrike" cap="none">
              <a:solidFill>
                <a:srgbClr val="000000"/>
              </a:solidFill>
              <a:latin typeface="Arial"/>
              <a:ea typeface="Arial"/>
              <a:cs typeface="Arial"/>
              <a:sym typeface="Arial"/>
            </a:endParaRPr>
          </a:p>
        </p:txBody>
      </p:sp>
      <p:graphicFrame>
        <p:nvGraphicFramePr>
          <p:cNvPr id="1390" name="Google Shape;1390;p73"/>
          <p:cNvGraphicFramePr/>
          <p:nvPr/>
        </p:nvGraphicFramePr>
        <p:xfrm>
          <a:off x="6959801" y="2312693"/>
          <a:ext cx="4794600" cy="2252250"/>
        </p:xfrm>
        <a:graphic>
          <a:graphicData uri="http://schemas.openxmlformats.org/drawingml/2006/table">
            <a:tbl>
              <a:tblPr firstRow="1" bandRow="1">
                <a:noFill/>
              </a:tblPr>
              <a:tblGrid>
                <a:gridCol w="570375">
                  <a:extLst>
                    <a:ext uri="{9D8B030D-6E8A-4147-A177-3AD203B41FA5}">
                      <a16:colId xmlns:a16="http://schemas.microsoft.com/office/drawing/2014/main" val="20000"/>
                    </a:ext>
                  </a:extLst>
                </a:gridCol>
                <a:gridCol w="570375">
                  <a:extLst>
                    <a:ext uri="{9D8B030D-6E8A-4147-A177-3AD203B41FA5}">
                      <a16:colId xmlns:a16="http://schemas.microsoft.com/office/drawing/2014/main" val="20001"/>
                    </a:ext>
                  </a:extLst>
                </a:gridCol>
                <a:gridCol w="942475">
                  <a:extLst>
                    <a:ext uri="{9D8B030D-6E8A-4147-A177-3AD203B41FA5}">
                      <a16:colId xmlns:a16="http://schemas.microsoft.com/office/drawing/2014/main" val="20002"/>
                    </a:ext>
                  </a:extLst>
                </a:gridCol>
                <a:gridCol w="530575">
                  <a:extLst>
                    <a:ext uri="{9D8B030D-6E8A-4147-A177-3AD203B41FA5}">
                      <a16:colId xmlns:a16="http://schemas.microsoft.com/office/drawing/2014/main" val="20003"/>
                    </a:ext>
                  </a:extLst>
                </a:gridCol>
                <a:gridCol w="850275">
                  <a:extLst>
                    <a:ext uri="{9D8B030D-6E8A-4147-A177-3AD203B41FA5}">
                      <a16:colId xmlns:a16="http://schemas.microsoft.com/office/drawing/2014/main" val="20004"/>
                    </a:ext>
                  </a:extLst>
                </a:gridCol>
                <a:gridCol w="787300">
                  <a:extLst>
                    <a:ext uri="{9D8B030D-6E8A-4147-A177-3AD203B41FA5}">
                      <a16:colId xmlns:a16="http://schemas.microsoft.com/office/drawing/2014/main" val="20005"/>
                    </a:ext>
                  </a:extLst>
                </a:gridCol>
                <a:gridCol w="543225">
                  <a:extLst>
                    <a:ext uri="{9D8B030D-6E8A-4147-A177-3AD203B41FA5}">
                      <a16:colId xmlns:a16="http://schemas.microsoft.com/office/drawing/2014/main" val="20006"/>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3"/>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4"/>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5"/>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6"/>
                  </a:ext>
                </a:extLst>
              </a:tr>
            </a:tbl>
          </a:graphicData>
        </a:graphic>
      </p:graphicFrame>
      <p:sp>
        <p:nvSpPr>
          <p:cNvPr id="1391" name="Google Shape;1391;p73"/>
          <p:cNvSpPr/>
          <p:nvPr/>
        </p:nvSpPr>
        <p:spPr>
          <a:xfrm>
            <a:off x="6959802" y="2193124"/>
            <a:ext cx="563267" cy="2484829"/>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392" name="Google Shape;1392;p73"/>
          <p:cNvSpPr/>
          <p:nvPr/>
        </p:nvSpPr>
        <p:spPr>
          <a:xfrm>
            <a:off x="9033213" y="2199746"/>
            <a:ext cx="542742" cy="2484829"/>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cxnSp>
        <p:nvCxnSpPr>
          <p:cNvPr id="1393" name="Google Shape;1393;p73"/>
          <p:cNvCxnSpPr/>
          <p:nvPr/>
        </p:nvCxnSpPr>
        <p:spPr>
          <a:xfrm>
            <a:off x="6845687" y="3106964"/>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cxnSp>
        <p:nvCxnSpPr>
          <p:cNvPr id="1394" name="Google Shape;1394;p73"/>
          <p:cNvCxnSpPr/>
          <p:nvPr/>
        </p:nvCxnSpPr>
        <p:spPr>
          <a:xfrm>
            <a:off x="6845687" y="3439471"/>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cxnSp>
        <p:nvCxnSpPr>
          <p:cNvPr id="1395" name="Google Shape;1395;p73"/>
          <p:cNvCxnSpPr/>
          <p:nvPr/>
        </p:nvCxnSpPr>
        <p:spPr>
          <a:xfrm>
            <a:off x="6845687" y="3783586"/>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cxnSp>
        <p:nvCxnSpPr>
          <p:cNvPr id="1396" name="Google Shape;1396;p73"/>
          <p:cNvCxnSpPr/>
          <p:nvPr/>
        </p:nvCxnSpPr>
        <p:spPr>
          <a:xfrm>
            <a:off x="6845687" y="4076780"/>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sp>
        <p:nvSpPr>
          <p:cNvPr id="1397" name="Google Shape;1397;p73"/>
          <p:cNvSpPr txBox="1"/>
          <p:nvPr/>
        </p:nvSpPr>
        <p:spPr>
          <a:xfrm>
            <a:off x="8494630" y="5054547"/>
            <a:ext cx="146546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Helvetica Neue"/>
                <a:ea typeface="Helvetica Neue"/>
                <a:cs typeface="Helvetica Neue"/>
                <a:sym typeface="Helvetica Neue"/>
              </a:rPr>
              <a:t>R ⋈ S</a:t>
            </a:r>
            <a:endParaRPr sz="1400" b="0" i="0" u="none" strike="noStrike" cap="none">
              <a:solidFill>
                <a:srgbClr val="000000"/>
              </a:solidFill>
              <a:latin typeface="Arial"/>
              <a:ea typeface="Arial"/>
              <a:cs typeface="Arial"/>
              <a:sym typeface="Arial"/>
            </a:endParaRPr>
          </a:p>
        </p:txBody>
      </p:sp>
      <p:graphicFrame>
        <p:nvGraphicFramePr>
          <p:cNvPr id="1398" name="Google Shape;1398;p73"/>
          <p:cNvGraphicFramePr/>
          <p:nvPr/>
        </p:nvGraphicFramePr>
        <p:xfrm>
          <a:off x="6915532" y="5642237"/>
          <a:ext cx="4794600" cy="965250"/>
        </p:xfrm>
        <a:graphic>
          <a:graphicData uri="http://schemas.openxmlformats.org/drawingml/2006/table">
            <a:tbl>
              <a:tblPr firstRow="1" bandRow="1">
                <a:noFill/>
              </a:tblPr>
              <a:tblGrid>
                <a:gridCol w="570375">
                  <a:extLst>
                    <a:ext uri="{9D8B030D-6E8A-4147-A177-3AD203B41FA5}">
                      <a16:colId xmlns:a16="http://schemas.microsoft.com/office/drawing/2014/main" val="20000"/>
                    </a:ext>
                  </a:extLst>
                </a:gridCol>
                <a:gridCol w="570375">
                  <a:extLst>
                    <a:ext uri="{9D8B030D-6E8A-4147-A177-3AD203B41FA5}">
                      <a16:colId xmlns:a16="http://schemas.microsoft.com/office/drawing/2014/main" val="20001"/>
                    </a:ext>
                  </a:extLst>
                </a:gridCol>
                <a:gridCol w="942475">
                  <a:extLst>
                    <a:ext uri="{9D8B030D-6E8A-4147-A177-3AD203B41FA5}">
                      <a16:colId xmlns:a16="http://schemas.microsoft.com/office/drawing/2014/main" val="20002"/>
                    </a:ext>
                  </a:extLst>
                </a:gridCol>
                <a:gridCol w="530575">
                  <a:extLst>
                    <a:ext uri="{9D8B030D-6E8A-4147-A177-3AD203B41FA5}">
                      <a16:colId xmlns:a16="http://schemas.microsoft.com/office/drawing/2014/main" val="20003"/>
                    </a:ext>
                  </a:extLst>
                </a:gridCol>
                <a:gridCol w="850275">
                  <a:extLst>
                    <a:ext uri="{9D8B030D-6E8A-4147-A177-3AD203B41FA5}">
                      <a16:colId xmlns:a16="http://schemas.microsoft.com/office/drawing/2014/main" val="20004"/>
                    </a:ext>
                  </a:extLst>
                </a:gridCol>
                <a:gridCol w="787300">
                  <a:extLst>
                    <a:ext uri="{9D8B030D-6E8A-4147-A177-3AD203B41FA5}">
                      <a16:colId xmlns:a16="http://schemas.microsoft.com/office/drawing/2014/main" val="20005"/>
                    </a:ext>
                  </a:extLst>
                </a:gridCol>
                <a:gridCol w="543225">
                  <a:extLst>
                    <a:ext uri="{9D8B030D-6E8A-4147-A177-3AD203B41FA5}">
                      <a16:colId xmlns:a16="http://schemas.microsoft.com/office/drawing/2014/main" val="20006"/>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2"/>
                  </a:ext>
                </a:extLst>
              </a:tr>
            </a:tbl>
          </a:graphicData>
        </a:graphic>
      </p:graphicFrame>
      <p:sp>
        <p:nvSpPr>
          <p:cNvPr id="1399" name="Google Shape;1399;p73"/>
          <p:cNvSpPr txBox="1">
            <a:spLocks noGrp="1"/>
          </p:cNvSpPr>
          <p:nvPr>
            <p:ph type="body" idx="1"/>
          </p:nvPr>
        </p:nvSpPr>
        <p:spPr>
          <a:xfrm>
            <a:off x="838200" y="1825625"/>
            <a:ext cx="5796776" cy="4422773"/>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Joins can be thought of as a 2-step process:</a:t>
            </a:r>
            <a:endParaRPr dirty="0"/>
          </a:p>
          <a:p>
            <a:pPr marL="457200" lvl="1" indent="-182880" algn="l" rtl="0">
              <a:lnSpc>
                <a:spcPct val="90000"/>
              </a:lnSpc>
              <a:spcBef>
                <a:spcPts val="400"/>
              </a:spcBef>
              <a:spcAft>
                <a:spcPts val="0"/>
              </a:spcAft>
              <a:buSzPts val="1530"/>
              <a:buChar char="▪"/>
            </a:pPr>
            <a:r>
              <a:rPr lang="en-US" dirty="0"/>
              <a:t>Form the cartesian product.</a:t>
            </a:r>
            <a:endParaRPr dirty="0"/>
          </a:p>
          <a:p>
            <a:pPr marL="457200" lvl="1" indent="-182880" algn="l" rtl="0">
              <a:lnSpc>
                <a:spcPct val="90000"/>
              </a:lnSpc>
              <a:spcBef>
                <a:spcPts val="600"/>
              </a:spcBef>
              <a:spcAft>
                <a:spcPts val="0"/>
              </a:spcAft>
              <a:buSzPts val="1530"/>
              <a:buChar char="▪"/>
            </a:pPr>
            <a:r>
              <a:rPr lang="en-US" dirty="0"/>
              <a:t>Select the rows where common attributes are equal.</a:t>
            </a:r>
            <a:endParaRPr dirty="0"/>
          </a:p>
          <a:p>
            <a:pPr marL="182880" lvl="0" indent="-182880" algn="l" rtl="0">
              <a:lnSpc>
                <a:spcPct val="90000"/>
              </a:lnSpc>
              <a:spcBef>
                <a:spcPts val="1400"/>
              </a:spcBef>
              <a:spcAft>
                <a:spcPts val="0"/>
              </a:spcAft>
              <a:buSzPts val="1700"/>
              <a:buChar char="▪"/>
            </a:pPr>
            <a:r>
              <a:rPr lang="en-US" dirty="0"/>
              <a:t>If this seems cool, consider learning about relational algebra.</a:t>
            </a:r>
            <a:endParaRPr dirty="0"/>
          </a:p>
          <a:p>
            <a:pPr marL="457200" lvl="1" indent="-182880" algn="l" rtl="0">
              <a:lnSpc>
                <a:spcPct val="90000"/>
              </a:lnSpc>
              <a:spcBef>
                <a:spcPts val="400"/>
              </a:spcBef>
              <a:spcAft>
                <a:spcPts val="0"/>
              </a:spcAft>
              <a:buSzPts val="1530"/>
              <a:buChar char="▪"/>
            </a:pPr>
            <a:r>
              <a:rPr lang="en-US" dirty="0"/>
              <a:t>Provides a mathematical foundation for databases.</a:t>
            </a:r>
            <a:endParaRPr dirty="0"/>
          </a:p>
          <a:p>
            <a:pPr marL="457200" lvl="1" indent="-182880" algn="l" rtl="0">
              <a:lnSpc>
                <a:spcPct val="90000"/>
              </a:lnSpc>
              <a:spcBef>
                <a:spcPts val="600"/>
              </a:spcBef>
              <a:spcAft>
                <a:spcPts val="0"/>
              </a:spcAft>
              <a:buSzPts val="1530"/>
              <a:buChar char="▪"/>
            </a:pPr>
            <a:r>
              <a:rPr lang="en-US" dirty="0"/>
              <a:t>Video 1: [</a:t>
            </a:r>
            <a:r>
              <a:rPr lang="en-US" u="sng" dirty="0">
                <a:solidFill>
                  <a:schemeClr val="hlink"/>
                </a:solidFill>
                <a:hlinkClick r:id="rId3"/>
              </a:rPr>
              <a:t>Link</a:t>
            </a:r>
            <a:r>
              <a:rPr lang="en-US" dirty="0"/>
              <a:t>]</a:t>
            </a:r>
            <a:endParaRPr dirty="0"/>
          </a:p>
          <a:p>
            <a:pPr marL="457200" lvl="1" indent="-182880" algn="l" rtl="0">
              <a:lnSpc>
                <a:spcPct val="90000"/>
              </a:lnSpc>
              <a:spcBef>
                <a:spcPts val="600"/>
              </a:spcBef>
              <a:spcAft>
                <a:spcPts val="0"/>
              </a:spcAft>
              <a:buSzPts val="1530"/>
              <a:buChar char="▪"/>
            </a:pPr>
            <a:r>
              <a:rPr lang="en-US" dirty="0"/>
              <a:t>Video 2: [</a:t>
            </a:r>
            <a:r>
              <a:rPr lang="en-US" u="sng" dirty="0">
                <a:solidFill>
                  <a:schemeClr val="hlink"/>
                </a:solidFill>
                <a:hlinkClick r:id="rId4"/>
              </a:rPr>
              <a:t>Link</a:t>
            </a:r>
            <a:r>
              <a:rPr lang="en-US" dirty="0"/>
              <a:t>]</a:t>
            </a:r>
            <a:endParaRPr dirty="0"/>
          </a:p>
          <a:p>
            <a:pPr marL="457200" lvl="1" indent="-85725" algn="l" rtl="0">
              <a:lnSpc>
                <a:spcPct val="90000"/>
              </a:lnSpc>
              <a:spcBef>
                <a:spcPts val="600"/>
              </a:spcBef>
              <a:spcAft>
                <a:spcPts val="0"/>
              </a:spcAft>
              <a:buSzPts val="1530"/>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391"/>
                                        </p:tgtEl>
                                        <p:attrNameLst>
                                          <p:attrName>style.visibility</p:attrName>
                                        </p:attrNameLst>
                                      </p:cBhvr>
                                      <p:to>
                                        <p:strVal val="visible"/>
                                      </p:to>
                                    </p:set>
                                    <p:anim calcmode="lin" valueType="num">
                                      <p:cBhvr additive="base">
                                        <p:cTn id="7" dur="500"/>
                                        <p:tgtEl>
                                          <p:spTgt spid="1391"/>
                                        </p:tgtEl>
                                        <p:attrNameLst>
                                          <p:attrName>ppt_w</p:attrName>
                                        </p:attrNameLst>
                                      </p:cBhvr>
                                      <p:tavLst>
                                        <p:tav tm="0">
                                          <p:val>
                                            <p:strVal val="0"/>
                                          </p:val>
                                        </p:tav>
                                        <p:tav tm="100000">
                                          <p:val>
                                            <p:strVal val="#ppt_w"/>
                                          </p:val>
                                        </p:tav>
                                      </p:tavLst>
                                    </p:anim>
                                    <p:anim calcmode="lin" valueType="num">
                                      <p:cBhvr additive="base">
                                        <p:cTn id="8" dur="500"/>
                                        <p:tgtEl>
                                          <p:spTgt spid="1391"/>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392"/>
                                        </p:tgtEl>
                                        <p:attrNameLst>
                                          <p:attrName>style.visibility</p:attrName>
                                        </p:attrNameLst>
                                      </p:cBhvr>
                                      <p:to>
                                        <p:strVal val="visible"/>
                                      </p:to>
                                    </p:set>
                                    <p:anim calcmode="lin" valueType="num">
                                      <p:cBhvr additive="base">
                                        <p:cTn id="11" dur="500"/>
                                        <p:tgtEl>
                                          <p:spTgt spid="1392"/>
                                        </p:tgtEl>
                                        <p:attrNameLst>
                                          <p:attrName>ppt_w</p:attrName>
                                        </p:attrNameLst>
                                      </p:cBhvr>
                                      <p:tavLst>
                                        <p:tav tm="0">
                                          <p:val>
                                            <p:strVal val="0"/>
                                          </p:val>
                                        </p:tav>
                                        <p:tav tm="100000">
                                          <p:val>
                                            <p:strVal val="#ppt_w"/>
                                          </p:val>
                                        </p:tav>
                                      </p:tavLst>
                                    </p:anim>
                                    <p:anim calcmode="lin" valueType="num">
                                      <p:cBhvr additive="base">
                                        <p:cTn id="12" dur="500"/>
                                        <p:tgtEl>
                                          <p:spTgt spid="1392"/>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93"/>
                                        </p:tgtEl>
                                        <p:attrNameLst>
                                          <p:attrName>style.visibility</p:attrName>
                                        </p:attrNameLst>
                                      </p:cBhvr>
                                      <p:to>
                                        <p:strVal val="visible"/>
                                      </p:to>
                                    </p:set>
                                    <p:animEffect transition="in" filter="fade">
                                      <p:cBhvr>
                                        <p:cTn id="17" dur="500"/>
                                        <p:tgtEl>
                                          <p:spTgt spid="1393"/>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394"/>
                                        </p:tgtEl>
                                        <p:attrNameLst>
                                          <p:attrName>style.visibility</p:attrName>
                                        </p:attrNameLst>
                                      </p:cBhvr>
                                      <p:to>
                                        <p:strVal val="visible"/>
                                      </p:to>
                                    </p:set>
                                    <p:animEffect transition="in" filter="fade">
                                      <p:cBhvr>
                                        <p:cTn id="21" dur="500"/>
                                        <p:tgtEl>
                                          <p:spTgt spid="1394"/>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1395"/>
                                        </p:tgtEl>
                                        <p:attrNameLst>
                                          <p:attrName>style.visibility</p:attrName>
                                        </p:attrNameLst>
                                      </p:cBhvr>
                                      <p:to>
                                        <p:strVal val="visible"/>
                                      </p:to>
                                    </p:set>
                                    <p:animEffect transition="in" filter="fade">
                                      <p:cBhvr>
                                        <p:cTn id="25" dur="500"/>
                                        <p:tgtEl>
                                          <p:spTgt spid="1395"/>
                                        </p:tgtEl>
                                      </p:cBhvr>
                                    </p:animEffect>
                                  </p:childTnLst>
                                </p:cTn>
                              </p:par>
                            </p:childTnLst>
                          </p:cTn>
                        </p:par>
                        <p:par>
                          <p:cTn id="26" fill="hold">
                            <p:stCondLst>
                              <p:cond delay="1500"/>
                            </p:stCondLst>
                            <p:childTnLst>
                              <p:par>
                                <p:cTn id="27" presetID="10" presetClass="entr" presetSubtype="0" fill="hold" nodeType="afterEffect">
                                  <p:stCondLst>
                                    <p:cond delay="0"/>
                                  </p:stCondLst>
                                  <p:childTnLst>
                                    <p:set>
                                      <p:cBhvr>
                                        <p:cTn id="28" dur="1" fill="hold">
                                          <p:stCondLst>
                                            <p:cond delay="0"/>
                                          </p:stCondLst>
                                        </p:cTn>
                                        <p:tgtEl>
                                          <p:spTgt spid="1396"/>
                                        </p:tgtEl>
                                        <p:attrNameLst>
                                          <p:attrName>style.visibility</p:attrName>
                                        </p:attrNameLst>
                                      </p:cBhvr>
                                      <p:to>
                                        <p:strVal val="visible"/>
                                      </p:to>
                                    </p:set>
                                    <p:animEffect transition="in" filter="fade">
                                      <p:cBhvr>
                                        <p:cTn id="29" dur="500"/>
                                        <p:tgtEl>
                                          <p:spTgt spid="1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04"/>
        <p:cNvGrpSpPr/>
        <p:nvPr/>
      </p:nvGrpSpPr>
      <p:grpSpPr>
        <a:xfrm>
          <a:off x="0" y="0"/>
          <a:ext cx="0" cy="0"/>
          <a:chOff x="0" y="0"/>
          <a:chExt cx="0" cy="0"/>
        </a:xfrm>
      </p:grpSpPr>
      <p:sp>
        <p:nvSpPr>
          <p:cNvPr id="1405" name="Google Shape;1405;p74"/>
          <p:cNvSpPr txBox="1">
            <a:spLocks noGrp="1"/>
          </p:cNvSpPr>
          <p:nvPr>
            <p:ph type="title"/>
          </p:nvPr>
        </p:nvSpPr>
        <p:spPr>
          <a:xfrm>
            <a:off x="575732" y="356501"/>
            <a:ext cx="11616267" cy="17843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JOINING SAILORS AND RESERVATIONS IN SQL</a:t>
            </a:r>
            <a:endParaRPr/>
          </a:p>
        </p:txBody>
      </p:sp>
      <p:sp>
        <p:nvSpPr>
          <p:cNvPr id="1406" name="Google Shape;1406;p74"/>
          <p:cNvSpPr txBox="1"/>
          <p:nvPr/>
        </p:nvSpPr>
        <p:spPr>
          <a:xfrm>
            <a:off x="3394885" y="4315245"/>
            <a:ext cx="36901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S:</a:t>
            </a:r>
            <a:endParaRPr sz="1400" b="0" i="0" u="none" strike="noStrike" cap="none">
              <a:solidFill>
                <a:srgbClr val="000000"/>
              </a:solidFill>
              <a:latin typeface="Arial"/>
              <a:ea typeface="Arial"/>
              <a:cs typeface="Arial"/>
              <a:sym typeface="Arial"/>
            </a:endParaRPr>
          </a:p>
        </p:txBody>
      </p:sp>
      <p:graphicFrame>
        <p:nvGraphicFramePr>
          <p:cNvPr id="1407" name="Google Shape;1407;p74"/>
          <p:cNvGraphicFramePr/>
          <p:nvPr/>
        </p:nvGraphicFramePr>
        <p:xfrm>
          <a:off x="860727" y="4771149"/>
          <a:ext cx="2040500" cy="944175"/>
        </p:xfrm>
        <a:graphic>
          <a:graphicData uri="http://schemas.openxmlformats.org/drawingml/2006/table">
            <a:tbl>
              <a:tblPr firstRow="1" bandRow="1">
                <a:noFill/>
              </a:tblPr>
              <a:tblGrid>
                <a:gridCol w="481700">
                  <a:extLst>
                    <a:ext uri="{9D8B030D-6E8A-4147-A177-3AD203B41FA5}">
                      <a16:colId xmlns:a16="http://schemas.microsoft.com/office/drawing/2014/main" val="20000"/>
                    </a:ext>
                  </a:extLst>
                </a:gridCol>
                <a:gridCol w="607325">
                  <a:extLst>
                    <a:ext uri="{9D8B030D-6E8A-4147-A177-3AD203B41FA5}">
                      <a16:colId xmlns:a16="http://schemas.microsoft.com/office/drawing/2014/main" val="20001"/>
                    </a:ext>
                  </a:extLst>
                </a:gridCol>
                <a:gridCol w="951475">
                  <a:extLst>
                    <a:ext uri="{9D8B030D-6E8A-4147-A177-3AD203B41FA5}">
                      <a16:colId xmlns:a16="http://schemas.microsoft.com/office/drawing/2014/main" val="20002"/>
                    </a:ext>
                  </a:extLst>
                </a:gridCol>
              </a:tblGrid>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sid</a:t>
                      </a:r>
                      <a:endParaRPr sz="1400" u="sng" strike="noStrike" cap="none"/>
                    </a:p>
                  </a:txBody>
                  <a:tcPr marL="77600" marR="77600" marT="38800" marB="388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bid</a:t>
                      </a:r>
                      <a:endParaRPr sz="1400" u="none" strike="noStrike" cap="none"/>
                    </a:p>
                  </a:txBody>
                  <a:tcPr marL="77600" marR="77600" marT="38800" marB="38800">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day</a:t>
                      </a:r>
                      <a:endParaRPr sz="1400" u="none" strike="noStrike" cap="none"/>
                    </a:p>
                  </a:txBody>
                  <a:tcPr marL="77600" marR="77600" marT="38800" marB="38800">
                    <a:solidFill>
                      <a:schemeClr val="accent1"/>
                    </a:solidFill>
                  </a:tcPr>
                </a:tc>
                <a:extLst>
                  <a:ext uri="{0D108BD9-81ED-4DB2-BD59-A6C34878D82A}">
                    <a16:rowId xmlns:a16="http://schemas.microsoft.com/office/drawing/2014/main" val="10000"/>
                  </a:ext>
                </a:extLst>
              </a:tr>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77600" marR="77600" marT="38800" marB="38800">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77600" marR="77600" marT="38800" marB="38800">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77600" marR="77600" marT="38800" marB="38800">
                    <a:solidFill>
                      <a:srgbClr val="D8D8D8"/>
                    </a:solidFill>
                  </a:tcPr>
                </a:tc>
                <a:extLst>
                  <a:ext uri="{0D108BD9-81ED-4DB2-BD59-A6C34878D82A}">
                    <a16:rowId xmlns:a16="http://schemas.microsoft.com/office/drawing/2014/main" val="10001"/>
                  </a:ext>
                </a:extLst>
              </a:tr>
              <a:tr h="3147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extLst>
                  <a:ext uri="{0D108BD9-81ED-4DB2-BD59-A6C34878D82A}">
                    <a16:rowId xmlns:a16="http://schemas.microsoft.com/office/drawing/2014/main" val="10002"/>
                  </a:ext>
                </a:extLst>
              </a:tr>
            </a:tbl>
          </a:graphicData>
        </a:graphic>
      </p:graphicFrame>
      <p:sp>
        <p:nvSpPr>
          <p:cNvPr id="1408" name="Google Shape;1408;p74"/>
          <p:cNvSpPr txBox="1"/>
          <p:nvPr/>
        </p:nvSpPr>
        <p:spPr>
          <a:xfrm>
            <a:off x="860727" y="4315243"/>
            <a:ext cx="38343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R:</a:t>
            </a:r>
            <a:endParaRPr sz="1400" b="0" i="0" u="none" strike="noStrike" cap="none">
              <a:solidFill>
                <a:srgbClr val="000000"/>
              </a:solidFill>
              <a:latin typeface="Arial"/>
              <a:ea typeface="Arial"/>
              <a:cs typeface="Arial"/>
              <a:sym typeface="Arial"/>
            </a:endParaRPr>
          </a:p>
        </p:txBody>
      </p:sp>
      <p:graphicFrame>
        <p:nvGraphicFramePr>
          <p:cNvPr id="1409" name="Google Shape;1409;p74"/>
          <p:cNvGraphicFramePr/>
          <p:nvPr/>
        </p:nvGraphicFramePr>
        <p:xfrm>
          <a:off x="3394885" y="4771149"/>
          <a:ext cx="2610475" cy="1287000"/>
        </p:xfrm>
        <a:graphic>
          <a:graphicData uri="http://schemas.openxmlformats.org/drawingml/2006/table">
            <a:tbl>
              <a:tblPr firstRow="1" bandRow="1">
                <a:noFill/>
              </a:tblPr>
              <a:tblGrid>
                <a:gridCol w="505300">
                  <a:extLst>
                    <a:ext uri="{9D8B030D-6E8A-4147-A177-3AD203B41FA5}">
                      <a16:colId xmlns:a16="http://schemas.microsoft.com/office/drawing/2014/main" val="20000"/>
                    </a:ext>
                  </a:extLst>
                </a:gridCol>
                <a:gridCol w="793200">
                  <a:extLst>
                    <a:ext uri="{9D8B030D-6E8A-4147-A177-3AD203B41FA5}">
                      <a16:colId xmlns:a16="http://schemas.microsoft.com/office/drawing/2014/main" val="20001"/>
                    </a:ext>
                  </a:extLst>
                </a:gridCol>
                <a:gridCol w="747425">
                  <a:extLst>
                    <a:ext uri="{9D8B030D-6E8A-4147-A177-3AD203B41FA5}">
                      <a16:colId xmlns:a16="http://schemas.microsoft.com/office/drawing/2014/main" val="20002"/>
                    </a:ext>
                  </a:extLst>
                </a:gridCol>
                <a:gridCol w="564550">
                  <a:extLst>
                    <a:ext uri="{9D8B030D-6E8A-4147-A177-3AD203B41FA5}">
                      <a16:colId xmlns:a16="http://schemas.microsoft.com/office/drawing/2014/main" val="20003"/>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sid</a:t>
                      </a:r>
                      <a:endParaRPr sz="1400" u="sng"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3"/>
                  </a:ext>
                </a:extLst>
              </a:tr>
            </a:tbl>
          </a:graphicData>
        </a:graphic>
      </p:graphicFrame>
      <p:sp>
        <p:nvSpPr>
          <p:cNvPr id="1410" name="Google Shape;1410;p74"/>
          <p:cNvSpPr txBox="1"/>
          <p:nvPr/>
        </p:nvSpPr>
        <p:spPr>
          <a:xfrm>
            <a:off x="8404338" y="1485378"/>
            <a:ext cx="146546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Helvetica Neue"/>
                <a:ea typeface="Helvetica Neue"/>
                <a:cs typeface="Helvetica Neue"/>
                <a:sym typeface="Helvetica Neue"/>
              </a:rPr>
              <a:t>R ⋈ S</a:t>
            </a:r>
            <a:endParaRPr sz="1400" b="0" i="0" u="none" strike="noStrike" cap="none">
              <a:solidFill>
                <a:srgbClr val="000000"/>
              </a:solidFill>
              <a:latin typeface="Arial"/>
              <a:ea typeface="Arial"/>
              <a:cs typeface="Arial"/>
              <a:sym typeface="Arial"/>
            </a:endParaRPr>
          </a:p>
        </p:txBody>
      </p:sp>
      <p:graphicFrame>
        <p:nvGraphicFramePr>
          <p:cNvPr id="1411" name="Google Shape;1411;p74"/>
          <p:cNvGraphicFramePr/>
          <p:nvPr/>
        </p:nvGraphicFramePr>
        <p:xfrm>
          <a:off x="6959801" y="2312693"/>
          <a:ext cx="4794600" cy="2252250"/>
        </p:xfrm>
        <a:graphic>
          <a:graphicData uri="http://schemas.openxmlformats.org/drawingml/2006/table">
            <a:tbl>
              <a:tblPr firstRow="1" bandRow="1">
                <a:noFill/>
              </a:tblPr>
              <a:tblGrid>
                <a:gridCol w="570375">
                  <a:extLst>
                    <a:ext uri="{9D8B030D-6E8A-4147-A177-3AD203B41FA5}">
                      <a16:colId xmlns:a16="http://schemas.microsoft.com/office/drawing/2014/main" val="20000"/>
                    </a:ext>
                  </a:extLst>
                </a:gridCol>
                <a:gridCol w="570375">
                  <a:extLst>
                    <a:ext uri="{9D8B030D-6E8A-4147-A177-3AD203B41FA5}">
                      <a16:colId xmlns:a16="http://schemas.microsoft.com/office/drawing/2014/main" val="20001"/>
                    </a:ext>
                  </a:extLst>
                </a:gridCol>
                <a:gridCol w="942475">
                  <a:extLst>
                    <a:ext uri="{9D8B030D-6E8A-4147-A177-3AD203B41FA5}">
                      <a16:colId xmlns:a16="http://schemas.microsoft.com/office/drawing/2014/main" val="20002"/>
                    </a:ext>
                  </a:extLst>
                </a:gridCol>
                <a:gridCol w="530575">
                  <a:extLst>
                    <a:ext uri="{9D8B030D-6E8A-4147-A177-3AD203B41FA5}">
                      <a16:colId xmlns:a16="http://schemas.microsoft.com/office/drawing/2014/main" val="20003"/>
                    </a:ext>
                  </a:extLst>
                </a:gridCol>
                <a:gridCol w="850275">
                  <a:extLst>
                    <a:ext uri="{9D8B030D-6E8A-4147-A177-3AD203B41FA5}">
                      <a16:colId xmlns:a16="http://schemas.microsoft.com/office/drawing/2014/main" val="20004"/>
                    </a:ext>
                  </a:extLst>
                </a:gridCol>
                <a:gridCol w="787300">
                  <a:extLst>
                    <a:ext uri="{9D8B030D-6E8A-4147-A177-3AD203B41FA5}">
                      <a16:colId xmlns:a16="http://schemas.microsoft.com/office/drawing/2014/main" val="20005"/>
                    </a:ext>
                  </a:extLst>
                </a:gridCol>
                <a:gridCol w="543225">
                  <a:extLst>
                    <a:ext uri="{9D8B030D-6E8A-4147-A177-3AD203B41FA5}">
                      <a16:colId xmlns:a16="http://schemas.microsoft.com/office/drawing/2014/main" val="20006"/>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3"/>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4"/>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5"/>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6"/>
                  </a:ext>
                </a:extLst>
              </a:tr>
            </a:tbl>
          </a:graphicData>
        </a:graphic>
      </p:graphicFrame>
      <p:sp>
        <p:nvSpPr>
          <p:cNvPr id="1412" name="Google Shape;1412;p74"/>
          <p:cNvSpPr/>
          <p:nvPr/>
        </p:nvSpPr>
        <p:spPr>
          <a:xfrm>
            <a:off x="6959802" y="2193124"/>
            <a:ext cx="563267" cy="2484829"/>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413" name="Google Shape;1413;p74"/>
          <p:cNvSpPr/>
          <p:nvPr/>
        </p:nvSpPr>
        <p:spPr>
          <a:xfrm>
            <a:off x="9033213" y="2199746"/>
            <a:ext cx="542742" cy="2484829"/>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cxnSp>
        <p:nvCxnSpPr>
          <p:cNvPr id="1414" name="Google Shape;1414;p74"/>
          <p:cNvCxnSpPr/>
          <p:nvPr/>
        </p:nvCxnSpPr>
        <p:spPr>
          <a:xfrm>
            <a:off x="6845687" y="3106964"/>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cxnSp>
        <p:nvCxnSpPr>
          <p:cNvPr id="1415" name="Google Shape;1415;p74"/>
          <p:cNvCxnSpPr/>
          <p:nvPr/>
        </p:nvCxnSpPr>
        <p:spPr>
          <a:xfrm>
            <a:off x="6845687" y="3439471"/>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cxnSp>
        <p:nvCxnSpPr>
          <p:cNvPr id="1416" name="Google Shape;1416;p74"/>
          <p:cNvCxnSpPr/>
          <p:nvPr/>
        </p:nvCxnSpPr>
        <p:spPr>
          <a:xfrm>
            <a:off x="6845687" y="3783586"/>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cxnSp>
        <p:nvCxnSpPr>
          <p:cNvPr id="1417" name="Google Shape;1417;p74"/>
          <p:cNvCxnSpPr/>
          <p:nvPr/>
        </p:nvCxnSpPr>
        <p:spPr>
          <a:xfrm>
            <a:off x="6845687" y="4076780"/>
            <a:ext cx="4964168" cy="0"/>
          </a:xfrm>
          <a:prstGeom prst="straightConnector1">
            <a:avLst/>
          </a:prstGeom>
          <a:noFill/>
          <a:ln w="38100" cap="flat" cmpd="sng">
            <a:solidFill>
              <a:srgbClr val="D9615F"/>
            </a:solidFill>
            <a:prstDash val="solid"/>
            <a:round/>
            <a:headEnd type="none" w="sm" len="sm"/>
            <a:tailEnd type="none" w="sm" len="sm"/>
          </a:ln>
          <a:effectLst>
            <a:outerShdw blurRad="40000" dist="23000" dir="5400000" rotWithShape="0">
              <a:srgbClr val="000000">
                <a:alpha val="34509"/>
              </a:srgbClr>
            </a:outerShdw>
          </a:effectLst>
        </p:spPr>
      </p:cxnSp>
      <p:sp>
        <p:nvSpPr>
          <p:cNvPr id="1418" name="Google Shape;1418;p74"/>
          <p:cNvSpPr txBox="1"/>
          <p:nvPr/>
        </p:nvSpPr>
        <p:spPr>
          <a:xfrm>
            <a:off x="8494630" y="5054547"/>
            <a:ext cx="146546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chemeClr val="dk1"/>
                </a:solidFill>
                <a:latin typeface="Helvetica Neue"/>
                <a:ea typeface="Helvetica Neue"/>
                <a:cs typeface="Helvetica Neue"/>
                <a:sym typeface="Helvetica Neue"/>
              </a:rPr>
              <a:t>R ⋈ S</a:t>
            </a:r>
            <a:endParaRPr sz="1400" b="0" i="0" u="none" strike="noStrike" cap="none">
              <a:solidFill>
                <a:srgbClr val="000000"/>
              </a:solidFill>
              <a:latin typeface="Arial"/>
              <a:ea typeface="Arial"/>
              <a:cs typeface="Arial"/>
              <a:sym typeface="Arial"/>
            </a:endParaRPr>
          </a:p>
        </p:txBody>
      </p:sp>
      <p:graphicFrame>
        <p:nvGraphicFramePr>
          <p:cNvPr id="1419" name="Google Shape;1419;p74"/>
          <p:cNvGraphicFramePr/>
          <p:nvPr/>
        </p:nvGraphicFramePr>
        <p:xfrm>
          <a:off x="6915532" y="5642237"/>
          <a:ext cx="4794600" cy="965250"/>
        </p:xfrm>
        <a:graphic>
          <a:graphicData uri="http://schemas.openxmlformats.org/drawingml/2006/table">
            <a:tbl>
              <a:tblPr firstRow="1" bandRow="1">
                <a:noFill/>
              </a:tblPr>
              <a:tblGrid>
                <a:gridCol w="570375">
                  <a:extLst>
                    <a:ext uri="{9D8B030D-6E8A-4147-A177-3AD203B41FA5}">
                      <a16:colId xmlns:a16="http://schemas.microsoft.com/office/drawing/2014/main" val="20000"/>
                    </a:ext>
                  </a:extLst>
                </a:gridCol>
                <a:gridCol w="570375">
                  <a:extLst>
                    <a:ext uri="{9D8B030D-6E8A-4147-A177-3AD203B41FA5}">
                      <a16:colId xmlns:a16="http://schemas.microsoft.com/office/drawing/2014/main" val="20001"/>
                    </a:ext>
                  </a:extLst>
                </a:gridCol>
                <a:gridCol w="942475">
                  <a:extLst>
                    <a:ext uri="{9D8B030D-6E8A-4147-A177-3AD203B41FA5}">
                      <a16:colId xmlns:a16="http://schemas.microsoft.com/office/drawing/2014/main" val="20002"/>
                    </a:ext>
                  </a:extLst>
                </a:gridCol>
                <a:gridCol w="530575">
                  <a:extLst>
                    <a:ext uri="{9D8B030D-6E8A-4147-A177-3AD203B41FA5}">
                      <a16:colId xmlns:a16="http://schemas.microsoft.com/office/drawing/2014/main" val="20003"/>
                    </a:ext>
                  </a:extLst>
                </a:gridCol>
                <a:gridCol w="850275">
                  <a:extLst>
                    <a:ext uri="{9D8B030D-6E8A-4147-A177-3AD203B41FA5}">
                      <a16:colId xmlns:a16="http://schemas.microsoft.com/office/drawing/2014/main" val="20004"/>
                    </a:ext>
                  </a:extLst>
                </a:gridCol>
                <a:gridCol w="787300">
                  <a:extLst>
                    <a:ext uri="{9D8B030D-6E8A-4147-A177-3AD203B41FA5}">
                      <a16:colId xmlns:a16="http://schemas.microsoft.com/office/drawing/2014/main" val="20005"/>
                    </a:ext>
                  </a:extLst>
                </a:gridCol>
                <a:gridCol w="543225">
                  <a:extLst>
                    <a:ext uri="{9D8B030D-6E8A-4147-A177-3AD203B41FA5}">
                      <a16:colId xmlns:a16="http://schemas.microsoft.com/office/drawing/2014/main" val="20006"/>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10/10/96</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11/12/96</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2"/>
                  </a:ext>
                </a:extLst>
              </a:tr>
            </a:tbl>
          </a:graphicData>
        </a:graphic>
      </p:graphicFrame>
      <p:sp>
        <p:nvSpPr>
          <p:cNvPr id="1420" name="Google Shape;1420;p74"/>
          <p:cNvSpPr txBox="1">
            <a:spLocks noGrp="1"/>
          </p:cNvSpPr>
          <p:nvPr>
            <p:ph type="body" idx="1"/>
          </p:nvPr>
        </p:nvSpPr>
        <p:spPr>
          <a:xfrm>
            <a:off x="273675" y="2234659"/>
            <a:ext cx="6514152" cy="1110708"/>
          </a:xfrm>
          <a:prstGeom prst="rect">
            <a:avLst/>
          </a:prstGeom>
          <a:noFill/>
          <a:ln>
            <a:noFill/>
          </a:ln>
        </p:spPr>
        <p:txBody>
          <a:bodyPr spcFirstLastPara="1" wrap="square" lIns="91425" tIns="45700" rIns="91425" bIns="45700" anchor="t" anchorCtr="0">
            <a:noAutofit/>
          </a:bodyPr>
          <a:lstStyle/>
          <a:p>
            <a:pPr marL="14287" lvl="0" indent="0" algn="l" rtl="0">
              <a:lnSpc>
                <a:spcPct val="90000"/>
              </a:lnSpc>
              <a:spcBef>
                <a:spcPts val="0"/>
              </a:spcBef>
              <a:spcAft>
                <a:spcPts val="0"/>
              </a:spcAft>
              <a:buSzPts val="2040"/>
              <a:buNone/>
            </a:pPr>
            <a:r>
              <a:rPr lang="en-US" sz="2400">
                <a:solidFill>
                  <a:srgbClr val="FF0000"/>
                </a:solidFill>
                <a:latin typeface="Lucida Sans"/>
                <a:ea typeface="Lucida Sans"/>
                <a:cs typeface="Lucida Sans"/>
                <a:sym typeface="Lucida Sans"/>
              </a:rPr>
              <a:t>SELECT </a:t>
            </a:r>
            <a:r>
              <a:rPr lang="en-US" sz="2400" i="1">
                <a:latin typeface="Lucida Sans"/>
                <a:ea typeface="Lucida Sans"/>
                <a:cs typeface="Lucida Sans"/>
                <a:sym typeface="Lucida Sans"/>
              </a:rPr>
              <a:t>*</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FROM </a:t>
            </a:r>
            <a:r>
              <a:rPr lang="en-US" sz="2400" i="1">
                <a:latin typeface="Lucida Sans"/>
                <a:ea typeface="Lucida Sans"/>
                <a:cs typeface="Lucida Sans"/>
                <a:sym typeface="Lucida Sans"/>
              </a:rPr>
              <a:t>Reserves AS R, Sailors AS S</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WHERE</a:t>
            </a:r>
            <a:r>
              <a:rPr lang="en-US" sz="2400">
                <a:latin typeface="Lucida Sans"/>
                <a:ea typeface="Lucida Sans"/>
                <a:cs typeface="Lucida Sans"/>
                <a:sym typeface="Lucida Sans"/>
              </a:rPr>
              <a:t> </a:t>
            </a:r>
            <a:r>
              <a:rPr lang="en-US" sz="2400" i="1">
                <a:latin typeface="Lucida Sans"/>
                <a:ea typeface="Lucida Sans"/>
                <a:cs typeface="Lucida Sans"/>
                <a:sym typeface="Lucida Sans"/>
              </a:rPr>
              <a:t>R.sid = S.sid;</a:t>
            </a:r>
            <a:endParaRPr sz="2400">
              <a:latin typeface="Tahoma"/>
              <a:ea typeface="Tahoma"/>
              <a:cs typeface="Tahoma"/>
              <a:sym typeface="Tahom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425"/>
        <p:cNvGrpSpPr/>
        <p:nvPr/>
      </p:nvGrpSpPr>
      <p:grpSpPr>
        <a:xfrm>
          <a:off x="0" y="0"/>
          <a:ext cx="0" cy="0"/>
          <a:chOff x="0" y="0"/>
          <a:chExt cx="0" cy="0"/>
        </a:xfrm>
      </p:grpSpPr>
      <p:sp>
        <p:nvSpPr>
          <p:cNvPr id="1426" name="Google Shape;1426;p75"/>
          <p:cNvSpPr txBox="1">
            <a:spLocks noGrp="1"/>
          </p:cNvSpPr>
          <p:nvPr>
            <p:ph type="title"/>
          </p:nvPr>
        </p:nvSpPr>
        <p:spPr>
          <a:xfrm>
            <a:off x="575732" y="356501"/>
            <a:ext cx="11616267" cy="17843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JOINING SAILORS AND RESERVATIONS IN SQL</a:t>
            </a:r>
            <a:endParaRPr/>
          </a:p>
        </p:txBody>
      </p:sp>
      <p:sp>
        <p:nvSpPr>
          <p:cNvPr id="1427" name="Google Shape;1427;p75"/>
          <p:cNvSpPr txBox="1">
            <a:spLocks noGrp="1"/>
          </p:cNvSpPr>
          <p:nvPr>
            <p:ph type="body" idx="1"/>
          </p:nvPr>
        </p:nvSpPr>
        <p:spPr>
          <a:xfrm>
            <a:off x="273675" y="2234659"/>
            <a:ext cx="6514152" cy="1110708"/>
          </a:xfrm>
          <a:prstGeom prst="rect">
            <a:avLst/>
          </a:prstGeom>
          <a:noFill/>
          <a:ln>
            <a:noFill/>
          </a:ln>
        </p:spPr>
        <p:txBody>
          <a:bodyPr spcFirstLastPara="1" wrap="square" lIns="91425" tIns="45700" rIns="91425" bIns="45700" anchor="t" anchorCtr="0">
            <a:noAutofit/>
          </a:bodyPr>
          <a:lstStyle/>
          <a:p>
            <a:pPr marL="14287" lvl="0" indent="0" algn="l" rtl="0">
              <a:lnSpc>
                <a:spcPct val="90000"/>
              </a:lnSpc>
              <a:spcBef>
                <a:spcPts val="0"/>
              </a:spcBef>
              <a:spcAft>
                <a:spcPts val="0"/>
              </a:spcAft>
              <a:buSzPts val="2040"/>
              <a:buNone/>
            </a:pPr>
            <a:r>
              <a:rPr lang="en-US" sz="2400">
                <a:solidFill>
                  <a:srgbClr val="FF0000"/>
                </a:solidFill>
                <a:latin typeface="Lucida Sans"/>
                <a:ea typeface="Lucida Sans"/>
                <a:cs typeface="Lucida Sans"/>
                <a:sym typeface="Lucida Sans"/>
              </a:rPr>
              <a:t>SELECT </a:t>
            </a:r>
            <a:r>
              <a:rPr lang="en-US" sz="2400" i="1">
                <a:latin typeface="Lucida Sans"/>
                <a:ea typeface="Lucida Sans"/>
                <a:cs typeface="Lucida Sans"/>
                <a:sym typeface="Lucida Sans"/>
              </a:rPr>
              <a:t>*</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FROM </a:t>
            </a:r>
            <a:r>
              <a:rPr lang="en-US" sz="2400" i="1">
                <a:latin typeface="Lucida Sans"/>
                <a:ea typeface="Lucida Sans"/>
                <a:cs typeface="Lucida Sans"/>
                <a:sym typeface="Lucida Sans"/>
              </a:rPr>
              <a:t>Reserves AS R, Sailors AS S</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WHERE</a:t>
            </a:r>
            <a:r>
              <a:rPr lang="en-US" sz="2400">
                <a:latin typeface="Lucida Sans"/>
                <a:ea typeface="Lucida Sans"/>
                <a:cs typeface="Lucida Sans"/>
                <a:sym typeface="Lucida Sans"/>
              </a:rPr>
              <a:t> </a:t>
            </a:r>
            <a:r>
              <a:rPr lang="en-US" sz="2400" i="1">
                <a:latin typeface="Lucida Sans"/>
                <a:ea typeface="Lucida Sans"/>
                <a:cs typeface="Lucida Sans"/>
                <a:sym typeface="Lucida Sans"/>
              </a:rPr>
              <a:t>R.sid = S.sid;</a:t>
            </a:r>
            <a:endParaRPr sz="2400">
              <a:latin typeface="Tahoma"/>
              <a:ea typeface="Tahoma"/>
              <a:cs typeface="Tahoma"/>
              <a:sym typeface="Tahoma"/>
            </a:endParaRPr>
          </a:p>
        </p:txBody>
      </p:sp>
      <p:sp>
        <p:nvSpPr>
          <p:cNvPr id="1428" name="Google Shape;1428;p75"/>
          <p:cNvSpPr txBox="1"/>
          <p:nvPr/>
        </p:nvSpPr>
        <p:spPr>
          <a:xfrm>
            <a:off x="575732" y="3791491"/>
            <a:ext cx="11082868" cy="2329909"/>
          </a:xfrm>
          <a:prstGeom prst="rect">
            <a:avLst/>
          </a:prstGeom>
          <a:noFill/>
          <a:ln>
            <a:noFill/>
          </a:ln>
        </p:spPr>
        <p:txBody>
          <a:bodyPr spcFirstLastPara="1" wrap="square" lIns="91425" tIns="45700" rIns="91425" bIns="45700" anchor="t" anchorCtr="0">
            <a:normAutofit/>
          </a:bodyPr>
          <a:lstStyle/>
          <a:p>
            <a:pPr marL="457200" marR="0" lvl="0" indent="-406400" algn="l" rtl="0">
              <a:lnSpc>
                <a:spcPct val="90000"/>
              </a:lnSpc>
              <a:spcBef>
                <a:spcPts val="0"/>
              </a:spcBef>
              <a:spcAft>
                <a:spcPts val="0"/>
              </a:spcAft>
              <a:buClr>
                <a:schemeClr val="dk1"/>
              </a:buClr>
              <a:buSzPts val="2800"/>
              <a:buFont typeface="Rockwell"/>
              <a:buChar char="●"/>
            </a:pPr>
            <a:r>
              <a:rPr lang="en-US" sz="2800" b="0" i="0" u="none" strike="noStrike" cap="none" dirty="0">
                <a:solidFill>
                  <a:schemeClr val="dk1"/>
                </a:solidFill>
                <a:latin typeface="Rockwell"/>
                <a:ea typeface="Rockwell"/>
                <a:cs typeface="Rockwell"/>
                <a:sym typeface="Rockwell"/>
              </a:rPr>
              <a:t>Conceptually useful to think of joining as:</a:t>
            </a:r>
            <a:endParaRPr sz="1400" b="0" i="0" u="none" strike="noStrike" cap="none" dirty="0">
              <a:solidFill>
                <a:srgbClr val="000000"/>
              </a:solidFill>
              <a:latin typeface="Arial"/>
              <a:ea typeface="Arial"/>
              <a:cs typeface="Arial"/>
              <a:sym typeface="Arial"/>
            </a:endParaRPr>
          </a:p>
          <a:p>
            <a:pPr marL="914400" marR="0" lvl="1" indent="-381000" algn="l" rtl="0">
              <a:lnSpc>
                <a:spcPct val="90000"/>
              </a:lnSpc>
              <a:spcBef>
                <a:spcPts val="0"/>
              </a:spcBef>
              <a:spcAft>
                <a:spcPts val="0"/>
              </a:spcAft>
              <a:buClr>
                <a:schemeClr val="dk1"/>
              </a:buClr>
              <a:buSzPts val="2400"/>
              <a:buFont typeface="Rockwell"/>
              <a:buChar char="○"/>
            </a:pPr>
            <a:r>
              <a:rPr lang="en-US" sz="2400" b="0" i="0" u="none" strike="noStrike" cap="none" dirty="0">
                <a:solidFill>
                  <a:schemeClr val="dk1"/>
                </a:solidFill>
                <a:latin typeface="Rockwell"/>
                <a:ea typeface="Rockwell"/>
                <a:cs typeface="Rockwell"/>
                <a:sym typeface="Rockwell"/>
              </a:rPr>
              <a:t>Form the cartesian product.</a:t>
            </a:r>
            <a:endParaRPr sz="1400" b="0" i="0" u="none" strike="noStrike" cap="none" dirty="0">
              <a:solidFill>
                <a:srgbClr val="000000"/>
              </a:solidFill>
              <a:latin typeface="Arial"/>
              <a:ea typeface="Arial"/>
              <a:cs typeface="Arial"/>
              <a:sym typeface="Arial"/>
            </a:endParaRPr>
          </a:p>
          <a:p>
            <a:pPr marL="914400" marR="0" lvl="1" indent="-381000" algn="l" rtl="0">
              <a:lnSpc>
                <a:spcPct val="90000"/>
              </a:lnSpc>
              <a:spcBef>
                <a:spcPts val="0"/>
              </a:spcBef>
              <a:spcAft>
                <a:spcPts val="0"/>
              </a:spcAft>
              <a:buClr>
                <a:schemeClr val="dk1"/>
              </a:buClr>
              <a:buSzPts val="2400"/>
              <a:buFont typeface="Rockwell"/>
              <a:buChar char="○"/>
            </a:pPr>
            <a:r>
              <a:rPr lang="en-US" sz="2400" b="0" i="0" u="none" strike="noStrike" cap="none" dirty="0">
                <a:solidFill>
                  <a:schemeClr val="dk1"/>
                </a:solidFill>
                <a:latin typeface="Rockwell"/>
                <a:ea typeface="Rockwell"/>
                <a:cs typeface="Rockwell"/>
                <a:sym typeface="Rockwell"/>
              </a:rPr>
              <a:t>Select the rows where common attributes are equal.</a:t>
            </a:r>
            <a:endParaRPr sz="1400" b="0" i="0" u="none" strike="noStrike" cap="none" dirty="0">
              <a:solidFill>
                <a:srgbClr val="000000"/>
              </a:solidFill>
              <a:latin typeface="Arial"/>
              <a:ea typeface="Arial"/>
              <a:cs typeface="Arial"/>
              <a:sym typeface="Arial"/>
            </a:endParaRPr>
          </a:p>
          <a:p>
            <a:pPr marL="457200" marR="0" lvl="0" indent="-406400" algn="l" rtl="0">
              <a:lnSpc>
                <a:spcPct val="90000"/>
              </a:lnSpc>
              <a:spcBef>
                <a:spcPts val="0"/>
              </a:spcBef>
              <a:spcAft>
                <a:spcPts val="0"/>
              </a:spcAft>
              <a:buClr>
                <a:schemeClr val="dk1"/>
              </a:buClr>
              <a:buSzPts val="2800"/>
              <a:buFont typeface="Rockwell"/>
              <a:buChar char="●"/>
            </a:pPr>
            <a:r>
              <a:rPr lang="en-US" sz="2800" b="0" i="0" u="none" strike="noStrike" cap="none" dirty="0">
                <a:solidFill>
                  <a:schemeClr val="dk1"/>
                </a:solidFill>
                <a:latin typeface="Rockwell"/>
                <a:ea typeface="Rockwell"/>
                <a:cs typeface="Rockwell"/>
                <a:sym typeface="Rockwell"/>
              </a:rPr>
              <a:t>However, SQL engine does not implement joins this way.</a:t>
            </a:r>
            <a:endParaRPr sz="1400" b="0" i="0" u="none" strike="noStrike" cap="none" dirty="0">
              <a:solidFill>
                <a:srgbClr val="000000"/>
              </a:solidFill>
              <a:latin typeface="Arial"/>
              <a:ea typeface="Arial"/>
              <a:cs typeface="Arial"/>
              <a:sym typeface="Arial"/>
            </a:endParaRPr>
          </a:p>
          <a:p>
            <a:pPr marL="914400" marR="0" lvl="1" indent="-381000" algn="l" rtl="0">
              <a:lnSpc>
                <a:spcPct val="90000"/>
              </a:lnSpc>
              <a:spcBef>
                <a:spcPts val="0"/>
              </a:spcBef>
              <a:spcAft>
                <a:spcPts val="0"/>
              </a:spcAft>
              <a:buClr>
                <a:schemeClr val="dk1"/>
              </a:buClr>
              <a:buSzPts val="2400"/>
              <a:buFont typeface="Rockwell"/>
              <a:buChar char="○"/>
            </a:pPr>
            <a:r>
              <a:rPr lang="en-US" sz="2400" b="0" i="0" u="none" strike="noStrike" cap="none" dirty="0">
                <a:solidFill>
                  <a:schemeClr val="dk1"/>
                </a:solidFill>
                <a:latin typeface="Rockwell"/>
                <a:ea typeface="Rockwell"/>
                <a:cs typeface="Rockwell"/>
                <a:sym typeface="Rockwell"/>
              </a:rPr>
              <a:t>Query optimizer does something much more efficient.</a:t>
            </a:r>
            <a:endParaRPr sz="1400" b="0" i="0" u="none" strike="noStrike" cap="none"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602"/>
        <p:cNvGrpSpPr/>
        <p:nvPr/>
      </p:nvGrpSpPr>
      <p:grpSpPr>
        <a:xfrm>
          <a:off x="0" y="0"/>
          <a:ext cx="0" cy="0"/>
          <a:chOff x="0" y="0"/>
          <a:chExt cx="0" cy="0"/>
        </a:xfrm>
      </p:grpSpPr>
      <p:sp>
        <p:nvSpPr>
          <p:cNvPr id="1603" name="Google Shape;1603;p79"/>
          <p:cNvSpPr txBox="1">
            <a:spLocks noGrp="1"/>
          </p:cNvSpPr>
          <p:nvPr>
            <p:ph type="title"/>
          </p:nvPr>
        </p:nvSpPr>
        <p:spPr>
          <a:xfrm>
            <a:off x="775474" y="19098"/>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RANGE VARIABLES AND AS</a:t>
            </a:r>
            <a:endParaRPr/>
          </a:p>
        </p:txBody>
      </p:sp>
      <p:sp>
        <p:nvSpPr>
          <p:cNvPr id="1604" name="Google Shape;1604;p79"/>
          <p:cNvSpPr txBox="1">
            <a:spLocks noGrp="1"/>
          </p:cNvSpPr>
          <p:nvPr>
            <p:ph type="body" idx="1"/>
          </p:nvPr>
        </p:nvSpPr>
        <p:spPr>
          <a:xfrm>
            <a:off x="797776" y="4297631"/>
            <a:ext cx="5692233" cy="1110708"/>
          </a:xfrm>
          <a:prstGeom prst="rect">
            <a:avLst/>
          </a:prstGeom>
          <a:noFill/>
          <a:ln>
            <a:noFill/>
          </a:ln>
        </p:spPr>
        <p:txBody>
          <a:bodyPr spcFirstLastPara="1" wrap="square" lIns="91425" tIns="45700" rIns="91425" bIns="45700" anchor="t" anchorCtr="0">
            <a:noAutofit/>
          </a:bodyPr>
          <a:lstStyle/>
          <a:p>
            <a:pPr marL="14287" lvl="0" indent="0" algn="l" rtl="0">
              <a:lnSpc>
                <a:spcPct val="90000"/>
              </a:lnSpc>
              <a:spcBef>
                <a:spcPts val="0"/>
              </a:spcBef>
              <a:spcAft>
                <a:spcPts val="0"/>
              </a:spcAft>
              <a:buSzPts val="2040"/>
              <a:buNone/>
            </a:pPr>
            <a:r>
              <a:rPr lang="en-US" sz="2400">
                <a:solidFill>
                  <a:srgbClr val="FF0000"/>
                </a:solidFill>
                <a:latin typeface="Lucida Sans"/>
                <a:ea typeface="Lucida Sans"/>
                <a:cs typeface="Lucida Sans"/>
                <a:sym typeface="Lucida Sans"/>
              </a:rPr>
              <a:t>SELECT </a:t>
            </a:r>
            <a:r>
              <a:rPr lang="en-US" sz="2400">
                <a:latin typeface="Lucida Sans"/>
                <a:ea typeface="Lucida Sans"/>
                <a:cs typeface="Lucida Sans"/>
                <a:sym typeface="Lucida Sans"/>
              </a:rPr>
              <a:t>R.sid, sname, age</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FROM </a:t>
            </a:r>
            <a:r>
              <a:rPr lang="en-US" sz="2400" i="1">
                <a:latin typeface="Lucida Sans"/>
                <a:ea typeface="Lucida Sans"/>
                <a:cs typeface="Lucida Sans"/>
                <a:sym typeface="Lucida Sans"/>
              </a:rPr>
              <a:t>Reserves R, Sailors S</a:t>
            </a:r>
            <a:br>
              <a:rPr lang="en-US" sz="2400">
                <a:latin typeface="Lucida Sans"/>
                <a:ea typeface="Lucida Sans"/>
                <a:cs typeface="Lucida Sans"/>
                <a:sym typeface="Lucida Sans"/>
              </a:rPr>
            </a:br>
            <a:r>
              <a:rPr lang="en-US" sz="2400">
                <a:latin typeface="Lucida Sans"/>
                <a:ea typeface="Lucida Sans"/>
                <a:cs typeface="Lucida Sans"/>
                <a:sym typeface="Lucida Sans"/>
              </a:rPr>
              <a:t> </a:t>
            </a:r>
            <a:r>
              <a:rPr lang="en-US" sz="2400">
                <a:solidFill>
                  <a:srgbClr val="FF0000"/>
                </a:solidFill>
                <a:latin typeface="Lucida Sans"/>
                <a:ea typeface="Lucida Sans"/>
                <a:cs typeface="Lucida Sans"/>
                <a:sym typeface="Lucida Sans"/>
              </a:rPr>
              <a:t>WHERE</a:t>
            </a:r>
            <a:r>
              <a:rPr lang="en-US" sz="2400">
                <a:latin typeface="Lucida Sans"/>
                <a:ea typeface="Lucida Sans"/>
                <a:cs typeface="Lucida Sans"/>
                <a:sym typeface="Lucida Sans"/>
              </a:rPr>
              <a:t> </a:t>
            </a:r>
            <a:r>
              <a:rPr lang="en-US" sz="2400" i="1">
                <a:latin typeface="Lucida Sans"/>
                <a:ea typeface="Lucida Sans"/>
                <a:cs typeface="Lucida Sans"/>
                <a:sym typeface="Lucida Sans"/>
              </a:rPr>
              <a:t>R.sid = S.sid;</a:t>
            </a:r>
            <a:endParaRPr sz="2400">
              <a:latin typeface="Tahoma"/>
              <a:ea typeface="Tahoma"/>
              <a:cs typeface="Tahoma"/>
              <a:sym typeface="Tahoma"/>
            </a:endParaRPr>
          </a:p>
        </p:txBody>
      </p:sp>
      <p:sp>
        <p:nvSpPr>
          <p:cNvPr id="1605" name="Google Shape;1605;p79"/>
          <p:cNvSpPr txBox="1"/>
          <p:nvPr/>
        </p:nvSpPr>
        <p:spPr>
          <a:xfrm>
            <a:off x="775474" y="1397541"/>
            <a:ext cx="11249512" cy="1646743"/>
          </a:xfrm>
          <a:prstGeom prst="rect">
            <a:avLst/>
          </a:prstGeom>
          <a:noFill/>
          <a:ln>
            <a:noFill/>
          </a:ln>
        </p:spPr>
        <p:txBody>
          <a:bodyPr spcFirstLastPara="1" wrap="square" lIns="91425" tIns="45700" rIns="91425" bIns="45700" anchor="t" anchorCtr="0">
            <a:normAutofit/>
          </a:bodyPr>
          <a:lstStyle/>
          <a:p>
            <a:pPr marL="457200" marR="0" lvl="0" indent="-442913" algn="l" rtl="0">
              <a:lnSpc>
                <a:spcPct val="90000"/>
              </a:lnSpc>
              <a:spcBef>
                <a:spcPts val="0"/>
              </a:spcBef>
              <a:spcAft>
                <a:spcPts val="0"/>
              </a:spcAft>
              <a:buClr>
                <a:schemeClr val="dk1"/>
              </a:buClr>
              <a:buSzPts val="2800"/>
              <a:buFont typeface="Noto Sans Symbols"/>
              <a:buChar char="⮚"/>
            </a:pPr>
            <a:r>
              <a:rPr lang="en-US" sz="2800" b="0" i="0" u="none" strike="noStrike" cap="none" dirty="0">
                <a:solidFill>
                  <a:schemeClr val="dk1"/>
                </a:solidFill>
                <a:latin typeface="Rockwell"/>
                <a:ea typeface="Rockwell"/>
                <a:cs typeface="Rockwell"/>
                <a:sym typeface="Rockwell"/>
              </a:rPr>
              <a:t>The right hand side of AS keyword are “range variables”.</a:t>
            </a:r>
            <a:endParaRPr sz="1400" b="0" i="0" u="none" strike="noStrike" cap="none" dirty="0">
              <a:solidFill>
                <a:srgbClr val="000000"/>
              </a:solidFill>
              <a:latin typeface="Arial"/>
              <a:ea typeface="Arial"/>
              <a:cs typeface="Arial"/>
              <a:sym typeface="Arial"/>
            </a:endParaRPr>
          </a:p>
          <a:p>
            <a:pPr marL="914400" marR="0" lvl="1" indent="-457200" algn="l" rtl="0">
              <a:lnSpc>
                <a:spcPct val="90000"/>
              </a:lnSpc>
              <a:spcBef>
                <a:spcPts val="500"/>
              </a:spcBef>
              <a:spcAft>
                <a:spcPts val="0"/>
              </a:spcAft>
              <a:buClr>
                <a:schemeClr val="dk1"/>
              </a:buClr>
              <a:buSzPts val="2400"/>
              <a:buFont typeface="Noto Sans Symbols"/>
              <a:buChar char="⮚"/>
            </a:pPr>
            <a:r>
              <a:rPr lang="en-US" sz="2400" b="0" i="0" u="none" strike="noStrike" cap="none" dirty="0">
                <a:solidFill>
                  <a:schemeClr val="dk1"/>
                </a:solidFill>
                <a:latin typeface="Rockwell"/>
                <a:ea typeface="Rockwell"/>
                <a:cs typeface="Rockwell"/>
                <a:sym typeface="Rockwell"/>
              </a:rPr>
              <a:t>Also possible to define range variables without AS keyword.</a:t>
            </a:r>
            <a:endParaRPr sz="1400" b="0" i="0" u="none" strike="noStrike" cap="none" dirty="0">
              <a:solidFill>
                <a:srgbClr val="000000"/>
              </a:solidFill>
              <a:latin typeface="Arial"/>
              <a:ea typeface="Arial"/>
              <a:cs typeface="Arial"/>
              <a:sym typeface="Arial"/>
            </a:endParaRPr>
          </a:p>
          <a:p>
            <a:pPr marL="457200" marR="0" lvl="0" indent="-442913" algn="l" rtl="0">
              <a:lnSpc>
                <a:spcPct val="90000"/>
              </a:lnSpc>
              <a:spcBef>
                <a:spcPts val="2200"/>
              </a:spcBef>
              <a:spcAft>
                <a:spcPts val="0"/>
              </a:spcAft>
              <a:buClr>
                <a:schemeClr val="dk1"/>
              </a:buClr>
              <a:buSzPts val="2800"/>
              <a:buFont typeface="Noto Sans Symbols"/>
              <a:buChar char="⮚"/>
            </a:pPr>
            <a:r>
              <a:rPr lang="en-US" sz="2800" b="0" i="0" u="none" strike="noStrike" cap="none" dirty="0">
                <a:solidFill>
                  <a:schemeClr val="dk1"/>
                </a:solidFill>
                <a:latin typeface="Rockwell"/>
                <a:ea typeface="Rockwell"/>
                <a:cs typeface="Rockwell"/>
                <a:sym typeface="Rockwell"/>
              </a:rPr>
              <a:t>Range variables often technically optional, but do use them!</a:t>
            </a:r>
            <a:endParaRPr sz="1400" b="0" i="0" u="none" strike="noStrike" cap="none" dirty="0">
              <a:solidFill>
                <a:srgbClr val="000000"/>
              </a:solidFill>
              <a:latin typeface="Arial"/>
              <a:ea typeface="Arial"/>
              <a:cs typeface="Arial"/>
              <a:sym typeface="Arial"/>
            </a:endParaRPr>
          </a:p>
          <a:p>
            <a:pPr marL="457200" marR="0" lvl="0" indent="-265113" algn="l" rtl="0">
              <a:lnSpc>
                <a:spcPct val="90000"/>
              </a:lnSpc>
              <a:spcBef>
                <a:spcPts val="2200"/>
              </a:spcBef>
              <a:spcAft>
                <a:spcPts val="0"/>
              </a:spcAft>
              <a:buClr>
                <a:schemeClr val="dk1"/>
              </a:buClr>
              <a:buSzPts val="2800"/>
              <a:buFont typeface="Noto Sans Symbols"/>
              <a:buNone/>
            </a:pPr>
            <a:endParaRPr sz="2800" b="0" i="0" u="none" strike="noStrike" cap="none" dirty="0">
              <a:solidFill>
                <a:schemeClr val="dk1"/>
              </a:solidFill>
              <a:latin typeface="Rockwell"/>
              <a:ea typeface="Rockwell"/>
              <a:cs typeface="Rockwell"/>
              <a:sym typeface="Rockwell"/>
            </a:endParaRPr>
          </a:p>
          <a:p>
            <a:pPr marL="914400" marR="0" lvl="1" indent="-304800" algn="l" rtl="0">
              <a:lnSpc>
                <a:spcPct val="90000"/>
              </a:lnSpc>
              <a:spcBef>
                <a:spcPts val="500"/>
              </a:spcBef>
              <a:spcAft>
                <a:spcPts val="0"/>
              </a:spcAft>
              <a:buClr>
                <a:schemeClr val="dk1"/>
              </a:buClr>
              <a:buSzPts val="2400"/>
              <a:buFont typeface="Rockwell"/>
              <a:buNone/>
            </a:pPr>
            <a:endParaRPr sz="2400" b="0" i="0" u="none" strike="noStrike" cap="none" dirty="0">
              <a:solidFill>
                <a:schemeClr val="dk1"/>
              </a:solidFill>
              <a:latin typeface="Rockwell"/>
              <a:ea typeface="Rockwell"/>
              <a:cs typeface="Rockwell"/>
              <a:sym typeface="Rockwell"/>
            </a:endParaRPr>
          </a:p>
        </p:txBody>
      </p:sp>
      <p:sp>
        <p:nvSpPr>
          <p:cNvPr id="1606" name="Google Shape;1606;p79"/>
          <p:cNvSpPr txBox="1"/>
          <p:nvPr/>
        </p:nvSpPr>
        <p:spPr>
          <a:xfrm>
            <a:off x="794060" y="3089583"/>
            <a:ext cx="6922584" cy="1110708"/>
          </a:xfrm>
          <a:prstGeom prst="rect">
            <a:avLst/>
          </a:prstGeom>
          <a:noFill/>
          <a:ln>
            <a:noFill/>
          </a:ln>
        </p:spPr>
        <p:txBody>
          <a:bodyPr spcFirstLastPara="1" wrap="square" lIns="91425" tIns="45700" rIns="91425" bIns="45700" anchor="t" anchorCtr="0">
            <a:noAutofit/>
          </a:bodyPr>
          <a:lstStyle/>
          <a:p>
            <a:pPr marL="14287" marR="0" lvl="0" indent="0" algn="l" rtl="0">
              <a:lnSpc>
                <a:spcPct val="90000"/>
              </a:lnSpc>
              <a:spcBef>
                <a:spcPts val="0"/>
              </a:spcBef>
              <a:spcAft>
                <a:spcPts val="0"/>
              </a:spcAft>
              <a:buClr>
                <a:schemeClr val="dk1"/>
              </a:buClr>
              <a:buSzPts val="2400"/>
              <a:buFont typeface="Noto Sans Symbols"/>
              <a:buNone/>
            </a:pPr>
            <a:r>
              <a:rPr lang="en-US" sz="2400" b="0" i="0" u="none" strike="noStrike" cap="none">
                <a:solidFill>
                  <a:srgbClr val="FF0000"/>
                </a:solidFill>
                <a:latin typeface="Lucida Sans"/>
                <a:ea typeface="Lucida Sans"/>
                <a:cs typeface="Lucida Sans"/>
                <a:sym typeface="Lucida Sans"/>
              </a:rPr>
              <a:t>SELECT </a:t>
            </a:r>
            <a:r>
              <a:rPr lang="en-US" sz="2400" b="0" i="0" u="none" strike="noStrike" cap="none">
                <a:solidFill>
                  <a:schemeClr val="dk1"/>
                </a:solidFill>
                <a:latin typeface="Lucida Sans"/>
                <a:ea typeface="Lucida Sans"/>
                <a:cs typeface="Lucida Sans"/>
                <a:sym typeface="Lucida Sans"/>
              </a:rPr>
              <a:t>R.sid, sname, age</a:t>
            </a:r>
            <a:br>
              <a:rPr lang="en-US" sz="2400" b="0" i="0" u="none" strike="noStrike" cap="none">
                <a:solidFill>
                  <a:schemeClr val="dk1"/>
                </a:solidFill>
                <a:latin typeface="Lucida Sans"/>
                <a:ea typeface="Lucida Sans"/>
                <a:cs typeface="Lucida Sans"/>
                <a:sym typeface="Lucida Sans"/>
              </a:rPr>
            </a:br>
            <a:r>
              <a:rPr lang="en-US" sz="2400" b="0" i="0" u="none" strike="noStrike" cap="none">
                <a:solidFill>
                  <a:schemeClr val="dk1"/>
                </a:solidFill>
                <a:latin typeface="Lucida Sans"/>
                <a:ea typeface="Lucida Sans"/>
                <a:cs typeface="Lucida Sans"/>
                <a:sym typeface="Lucida Sans"/>
              </a:rPr>
              <a:t>  </a:t>
            </a:r>
            <a:r>
              <a:rPr lang="en-US" sz="2400" b="0" i="0" u="none" strike="noStrike" cap="none">
                <a:solidFill>
                  <a:srgbClr val="FF0000"/>
                </a:solidFill>
                <a:latin typeface="Lucida Sans"/>
                <a:ea typeface="Lucida Sans"/>
                <a:cs typeface="Lucida Sans"/>
                <a:sym typeface="Lucida Sans"/>
              </a:rPr>
              <a:t>FROM </a:t>
            </a:r>
            <a:r>
              <a:rPr lang="en-US" sz="2400" b="0" i="1" u="none" strike="noStrike" cap="none">
                <a:solidFill>
                  <a:schemeClr val="dk1"/>
                </a:solidFill>
                <a:latin typeface="Lucida Sans"/>
                <a:ea typeface="Lucida Sans"/>
                <a:cs typeface="Lucida Sans"/>
                <a:sym typeface="Lucida Sans"/>
              </a:rPr>
              <a:t>Reserves AS R, Sailors AS S</a:t>
            </a:r>
            <a:br>
              <a:rPr lang="en-US" sz="2400" b="0" i="0" u="none" strike="noStrike" cap="none">
                <a:solidFill>
                  <a:schemeClr val="dk1"/>
                </a:solidFill>
                <a:latin typeface="Lucida Sans"/>
                <a:ea typeface="Lucida Sans"/>
                <a:cs typeface="Lucida Sans"/>
                <a:sym typeface="Lucida Sans"/>
              </a:rPr>
            </a:br>
            <a:r>
              <a:rPr lang="en-US" sz="2400" b="0" i="0" u="none" strike="noStrike" cap="none">
                <a:solidFill>
                  <a:schemeClr val="dk1"/>
                </a:solidFill>
                <a:latin typeface="Lucida Sans"/>
                <a:ea typeface="Lucida Sans"/>
                <a:cs typeface="Lucida Sans"/>
                <a:sym typeface="Lucida Sans"/>
              </a:rPr>
              <a:t> </a:t>
            </a:r>
            <a:r>
              <a:rPr lang="en-US" sz="2400" b="0" i="0" u="none" strike="noStrike" cap="none">
                <a:solidFill>
                  <a:srgbClr val="FF0000"/>
                </a:solidFill>
                <a:latin typeface="Lucida Sans"/>
                <a:ea typeface="Lucida Sans"/>
                <a:cs typeface="Lucida Sans"/>
                <a:sym typeface="Lucida Sans"/>
              </a:rPr>
              <a:t>WHERE</a:t>
            </a:r>
            <a:r>
              <a:rPr lang="en-US" sz="2400" b="0" i="0" u="none" strike="noStrike" cap="none">
                <a:solidFill>
                  <a:schemeClr val="dk1"/>
                </a:solidFill>
                <a:latin typeface="Lucida Sans"/>
                <a:ea typeface="Lucida Sans"/>
                <a:cs typeface="Lucida Sans"/>
                <a:sym typeface="Lucida Sans"/>
              </a:rPr>
              <a:t> </a:t>
            </a:r>
            <a:r>
              <a:rPr lang="en-US" sz="2400" b="0" i="1" u="none" strike="noStrike" cap="none">
                <a:solidFill>
                  <a:schemeClr val="dk1"/>
                </a:solidFill>
                <a:latin typeface="Lucida Sans"/>
                <a:ea typeface="Lucida Sans"/>
                <a:cs typeface="Lucida Sans"/>
                <a:sym typeface="Lucida Sans"/>
              </a:rPr>
              <a:t>R.sid = S.sid;</a:t>
            </a:r>
            <a:endParaRPr sz="2400" b="0" i="0" u="none" strike="noStrike" cap="none">
              <a:solidFill>
                <a:schemeClr val="dk1"/>
              </a:solidFill>
              <a:latin typeface="Tahoma"/>
              <a:ea typeface="Tahoma"/>
              <a:cs typeface="Tahoma"/>
              <a:sym typeface="Tahoma"/>
            </a:endParaRPr>
          </a:p>
        </p:txBody>
      </p:sp>
      <p:sp>
        <p:nvSpPr>
          <p:cNvPr id="1607" name="Google Shape;1607;p79"/>
          <p:cNvSpPr txBox="1"/>
          <p:nvPr/>
        </p:nvSpPr>
        <p:spPr>
          <a:xfrm>
            <a:off x="775474" y="5513117"/>
            <a:ext cx="6941170" cy="1110708"/>
          </a:xfrm>
          <a:prstGeom prst="rect">
            <a:avLst/>
          </a:prstGeom>
          <a:noFill/>
          <a:ln>
            <a:noFill/>
          </a:ln>
        </p:spPr>
        <p:txBody>
          <a:bodyPr spcFirstLastPara="1" wrap="square" lIns="91425" tIns="45700" rIns="91425" bIns="45700" anchor="t" anchorCtr="0">
            <a:noAutofit/>
          </a:bodyPr>
          <a:lstStyle/>
          <a:p>
            <a:pPr marL="14287" marR="0" lvl="0" indent="0" algn="l" rtl="0">
              <a:lnSpc>
                <a:spcPct val="90000"/>
              </a:lnSpc>
              <a:spcBef>
                <a:spcPts val="0"/>
              </a:spcBef>
              <a:spcAft>
                <a:spcPts val="0"/>
              </a:spcAft>
              <a:buClr>
                <a:schemeClr val="dk1"/>
              </a:buClr>
              <a:buSzPts val="2400"/>
              <a:buFont typeface="Noto Sans Symbols"/>
              <a:buNone/>
            </a:pPr>
            <a:r>
              <a:rPr lang="en-US" sz="2400" b="0" i="0" u="none" strike="noStrike" cap="none">
                <a:solidFill>
                  <a:srgbClr val="FF0000"/>
                </a:solidFill>
                <a:latin typeface="Lucida Sans"/>
                <a:ea typeface="Lucida Sans"/>
                <a:cs typeface="Lucida Sans"/>
                <a:sym typeface="Lucida Sans"/>
              </a:rPr>
              <a:t>SELECT </a:t>
            </a:r>
            <a:r>
              <a:rPr lang="en-US" sz="2400" b="0" i="1" u="none" strike="noStrike" cap="none">
                <a:solidFill>
                  <a:schemeClr val="dk1"/>
                </a:solidFill>
                <a:latin typeface="Lucida Sans"/>
                <a:ea typeface="Lucida Sans"/>
                <a:cs typeface="Lucida Sans"/>
                <a:sym typeface="Lucida Sans"/>
              </a:rPr>
              <a:t>Reserves.sid, sname, age</a:t>
            </a:r>
            <a:br>
              <a:rPr lang="en-US" sz="2400" b="0" i="0" u="none" strike="noStrike" cap="none">
                <a:solidFill>
                  <a:schemeClr val="dk1"/>
                </a:solidFill>
                <a:latin typeface="Lucida Sans"/>
                <a:ea typeface="Lucida Sans"/>
                <a:cs typeface="Lucida Sans"/>
                <a:sym typeface="Lucida Sans"/>
              </a:rPr>
            </a:br>
            <a:r>
              <a:rPr lang="en-US" sz="2400" b="0" i="0" u="none" strike="noStrike" cap="none">
                <a:solidFill>
                  <a:schemeClr val="dk1"/>
                </a:solidFill>
                <a:latin typeface="Lucida Sans"/>
                <a:ea typeface="Lucida Sans"/>
                <a:cs typeface="Lucida Sans"/>
                <a:sym typeface="Lucida Sans"/>
              </a:rPr>
              <a:t>  </a:t>
            </a:r>
            <a:r>
              <a:rPr lang="en-US" sz="2400" b="0" i="0" u="none" strike="noStrike" cap="none">
                <a:solidFill>
                  <a:srgbClr val="FF0000"/>
                </a:solidFill>
                <a:latin typeface="Lucida Sans"/>
                <a:ea typeface="Lucida Sans"/>
                <a:cs typeface="Lucida Sans"/>
                <a:sym typeface="Lucida Sans"/>
              </a:rPr>
              <a:t>FROM </a:t>
            </a:r>
            <a:r>
              <a:rPr lang="en-US" sz="2400" b="0" i="1" u="none" strike="noStrike" cap="none">
                <a:solidFill>
                  <a:schemeClr val="dk1"/>
                </a:solidFill>
                <a:latin typeface="Lucida Sans"/>
                <a:ea typeface="Lucida Sans"/>
                <a:cs typeface="Lucida Sans"/>
                <a:sym typeface="Lucida Sans"/>
              </a:rPr>
              <a:t>Reserves, Sailors</a:t>
            </a:r>
            <a:br>
              <a:rPr lang="en-US" sz="2400" b="0" i="0" u="none" strike="noStrike" cap="none">
                <a:solidFill>
                  <a:schemeClr val="dk1"/>
                </a:solidFill>
                <a:latin typeface="Lucida Sans"/>
                <a:ea typeface="Lucida Sans"/>
                <a:cs typeface="Lucida Sans"/>
                <a:sym typeface="Lucida Sans"/>
              </a:rPr>
            </a:br>
            <a:r>
              <a:rPr lang="en-US" sz="2400" b="0" i="0" u="none" strike="noStrike" cap="none">
                <a:solidFill>
                  <a:schemeClr val="dk1"/>
                </a:solidFill>
                <a:latin typeface="Lucida Sans"/>
                <a:ea typeface="Lucida Sans"/>
                <a:cs typeface="Lucida Sans"/>
                <a:sym typeface="Lucida Sans"/>
              </a:rPr>
              <a:t> </a:t>
            </a:r>
            <a:r>
              <a:rPr lang="en-US" sz="2400" b="0" i="0" u="none" strike="noStrike" cap="none">
                <a:solidFill>
                  <a:srgbClr val="FF0000"/>
                </a:solidFill>
                <a:latin typeface="Lucida Sans"/>
                <a:ea typeface="Lucida Sans"/>
                <a:cs typeface="Lucida Sans"/>
                <a:sym typeface="Lucida Sans"/>
              </a:rPr>
              <a:t>WHERE</a:t>
            </a:r>
            <a:r>
              <a:rPr lang="en-US" sz="2400" b="0" i="0" u="none" strike="noStrike" cap="none">
                <a:solidFill>
                  <a:schemeClr val="dk1"/>
                </a:solidFill>
                <a:latin typeface="Lucida Sans"/>
                <a:ea typeface="Lucida Sans"/>
                <a:cs typeface="Lucida Sans"/>
                <a:sym typeface="Lucida Sans"/>
              </a:rPr>
              <a:t> </a:t>
            </a:r>
            <a:r>
              <a:rPr lang="en-US" sz="2400" b="0" i="1" u="none" strike="noStrike" cap="none">
                <a:solidFill>
                  <a:schemeClr val="dk1"/>
                </a:solidFill>
                <a:latin typeface="Lucida Sans"/>
                <a:ea typeface="Lucida Sans"/>
                <a:cs typeface="Lucida Sans"/>
                <a:sym typeface="Lucida Sans"/>
              </a:rPr>
              <a:t>Reserves.sid = Sailors.sid;</a:t>
            </a:r>
            <a:endParaRPr sz="2400" b="0" i="0" u="none" strike="noStrike" cap="none">
              <a:solidFill>
                <a:schemeClr val="dk1"/>
              </a:solidFill>
              <a:latin typeface="Tahoma"/>
              <a:ea typeface="Tahoma"/>
              <a:cs typeface="Tahoma"/>
              <a:sym typeface="Tahoma"/>
            </a:endParaRPr>
          </a:p>
        </p:txBody>
      </p:sp>
      <p:graphicFrame>
        <p:nvGraphicFramePr>
          <p:cNvPr id="1608" name="Google Shape;1608;p79"/>
          <p:cNvGraphicFramePr/>
          <p:nvPr/>
        </p:nvGraphicFramePr>
        <p:xfrm>
          <a:off x="8635879" y="4357223"/>
          <a:ext cx="1963875" cy="965250"/>
        </p:xfrm>
        <a:graphic>
          <a:graphicData uri="http://schemas.openxmlformats.org/drawingml/2006/table">
            <a:tbl>
              <a:tblPr firstRow="1" bandRow="1">
                <a:noFill/>
              </a:tblPr>
              <a:tblGrid>
                <a:gridCol w="570375">
                  <a:extLst>
                    <a:ext uri="{9D8B030D-6E8A-4147-A177-3AD203B41FA5}">
                      <a16:colId xmlns:a16="http://schemas.microsoft.com/office/drawing/2014/main" val="20000"/>
                    </a:ext>
                  </a:extLst>
                </a:gridCol>
                <a:gridCol w="850275">
                  <a:extLst>
                    <a:ext uri="{9D8B030D-6E8A-4147-A177-3AD203B41FA5}">
                      <a16:colId xmlns:a16="http://schemas.microsoft.com/office/drawing/2014/main" val="20001"/>
                    </a:ext>
                  </a:extLst>
                </a:gridCol>
                <a:gridCol w="543225">
                  <a:extLst>
                    <a:ext uri="{9D8B030D-6E8A-4147-A177-3AD203B41FA5}">
                      <a16:colId xmlns:a16="http://schemas.microsoft.com/office/drawing/2014/main" val="20002"/>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D8D8D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77600" marR="77600" marT="38800" marB="38800">
                    <a:solidFill>
                      <a:srgbClr val="BFBFB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B8999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B89999"/>
                    </a:solidFill>
                  </a:tcPr>
                </a:tc>
                <a:extLst>
                  <a:ext uri="{0D108BD9-81ED-4DB2-BD59-A6C34878D82A}">
                    <a16:rowId xmlns:a16="http://schemas.microsoft.com/office/drawing/2014/main" val="10002"/>
                  </a:ext>
                </a:extLst>
              </a:tr>
            </a:tbl>
          </a:graphicData>
        </a:graphic>
      </p:graphicFrame>
      <p:cxnSp>
        <p:nvCxnSpPr>
          <p:cNvPr id="1609" name="Google Shape;1609;p79"/>
          <p:cNvCxnSpPr/>
          <p:nvPr/>
        </p:nvCxnSpPr>
        <p:spPr>
          <a:xfrm>
            <a:off x="7716644" y="3644937"/>
            <a:ext cx="613317" cy="797258"/>
          </a:xfrm>
          <a:prstGeom prst="straightConnector1">
            <a:avLst/>
          </a:prstGeom>
          <a:noFill/>
          <a:ln w="25400" cap="flat" cmpd="sng">
            <a:solidFill>
              <a:schemeClr val="dk1"/>
            </a:solidFill>
            <a:prstDash val="solid"/>
            <a:round/>
            <a:headEnd type="none" w="sm" len="sm"/>
            <a:tailEnd type="triangle" w="med" len="med"/>
          </a:ln>
        </p:spPr>
      </p:cxnSp>
      <p:cxnSp>
        <p:nvCxnSpPr>
          <p:cNvPr id="1610" name="Google Shape;1610;p79"/>
          <p:cNvCxnSpPr/>
          <p:nvPr/>
        </p:nvCxnSpPr>
        <p:spPr>
          <a:xfrm rot="10800000" flipH="1">
            <a:off x="6490009" y="4841732"/>
            <a:ext cx="1839952" cy="11253"/>
          </a:xfrm>
          <a:prstGeom prst="straightConnector1">
            <a:avLst/>
          </a:prstGeom>
          <a:noFill/>
          <a:ln w="25400" cap="flat" cmpd="sng">
            <a:solidFill>
              <a:schemeClr val="dk1"/>
            </a:solidFill>
            <a:prstDash val="solid"/>
            <a:round/>
            <a:headEnd type="none" w="sm" len="sm"/>
            <a:tailEnd type="triangle" w="med" len="med"/>
          </a:ln>
        </p:spPr>
      </p:cxnSp>
      <p:cxnSp>
        <p:nvCxnSpPr>
          <p:cNvPr id="1611" name="Google Shape;1611;p79"/>
          <p:cNvCxnSpPr>
            <a:stCxn id="1607" idx="3"/>
          </p:cNvCxnSpPr>
          <p:nvPr/>
        </p:nvCxnSpPr>
        <p:spPr>
          <a:xfrm rot="10800000" flipH="1">
            <a:off x="7716644" y="5196371"/>
            <a:ext cx="621600" cy="872100"/>
          </a:xfrm>
          <a:prstGeom prst="straightConnector1">
            <a:avLst/>
          </a:prstGeom>
          <a:noFill/>
          <a:ln w="25400" cap="flat" cmpd="sng">
            <a:solidFill>
              <a:schemeClr val="dk1"/>
            </a:solidFill>
            <a:prstDash val="solid"/>
            <a:round/>
            <a:headEnd type="none" w="sm" len="sm"/>
            <a:tailEnd type="triangle" w="med" len="med"/>
          </a:ln>
        </p:spPr>
      </p:cxnSp>
      <p:sp>
        <p:nvSpPr>
          <p:cNvPr id="1612" name="Google Shape;1612;p79"/>
          <p:cNvSpPr txBox="1"/>
          <p:nvPr/>
        </p:nvSpPr>
        <p:spPr>
          <a:xfrm>
            <a:off x="7258832" y="6057602"/>
            <a:ext cx="304020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ckwell"/>
                <a:ea typeface="Rockwell"/>
                <a:cs typeface="Rockwell"/>
                <a:sym typeface="Rockwell"/>
              </a:rPr>
              <a:t>Technically might work, but not recommended…</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A4DF1CA-E24F-C03F-CBD7-CA802832A045}"/>
                  </a:ext>
                </a:extLst>
              </p14:cNvPr>
              <p14:cNvContentPartPr/>
              <p14:nvPr/>
            </p14:nvContentPartPr>
            <p14:xfrm>
              <a:off x="1994760" y="3373200"/>
              <a:ext cx="1871280" cy="3312000"/>
            </p14:xfrm>
          </p:contentPart>
        </mc:Choice>
        <mc:Fallback xmlns="">
          <p:pic>
            <p:nvPicPr>
              <p:cNvPr id="2" name="Ink 1">
                <a:extLst>
                  <a:ext uri="{FF2B5EF4-FFF2-40B4-BE49-F238E27FC236}">
                    <a16:creationId xmlns:a16="http://schemas.microsoft.com/office/drawing/2014/main" id="{AA4DF1CA-E24F-C03F-CBD7-CA802832A045}"/>
                  </a:ext>
                </a:extLst>
              </p:cNvPr>
              <p:cNvPicPr/>
              <p:nvPr/>
            </p:nvPicPr>
            <p:blipFill>
              <a:blip r:embed="rId4"/>
              <a:stretch>
                <a:fillRect/>
              </a:stretch>
            </p:blipFill>
            <p:spPr>
              <a:xfrm>
                <a:off x="1985400" y="3363840"/>
                <a:ext cx="1890000" cy="3330720"/>
              </a:xfrm>
              <a:prstGeom prst="rect">
                <a:avLst/>
              </a:prstGeom>
            </p:spPr>
          </p:pic>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617"/>
        <p:cNvGrpSpPr/>
        <p:nvPr/>
      </p:nvGrpSpPr>
      <p:grpSpPr>
        <a:xfrm>
          <a:off x="0" y="0"/>
          <a:ext cx="0" cy="0"/>
          <a:chOff x="0" y="0"/>
          <a:chExt cx="0" cy="0"/>
        </a:xfrm>
      </p:grpSpPr>
      <p:sp>
        <p:nvSpPr>
          <p:cNvPr id="1618" name="Google Shape;1618;p80"/>
          <p:cNvSpPr txBox="1">
            <a:spLocks noGrp="1"/>
          </p:cNvSpPr>
          <p:nvPr>
            <p:ph type="title"/>
          </p:nvPr>
        </p:nvSpPr>
        <p:spPr>
          <a:xfrm>
            <a:off x="552450" y="192616"/>
            <a:ext cx="1080135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NONEQUI JOINS</a:t>
            </a:r>
            <a:endParaRPr dirty="0"/>
          </a:p>
        </p:txBody>
      </p:sp>
      <p:sp>
        <p:nvSpPr>
          <p:cNvPr id="1619" name="Google Shape;1619;p80"/>
          <p:cNvSpPr txBox="1">
            <a:spLocks noGrp="1"/>
          </p:cNvSpPr>
          <p:nvPr>
            <p:ph type="body" idx="1"/>
          </p:nvPr>
        </p:nvSpPr>
        <p:spPr>
          <a:xfrm>
            <a:off x="838200" y="1518179"/>
            <a:ext cx="10801350" cy="4009497"/>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dirty="0"/>
              <a:t>The joins we’ve seen so far are </a:t>
            </a:r>
            <a:r>
              <a:rPr lang="en-US" sz="2400" b="1" dirty="0" err="1"/>
              <a:t>equi</a:t>
            </a:r>
            <a:r>
              <a:rPr lang="en-US" sz="2400" b="1" dirty="0"/>
              <a:t> joins</a:t>
            </a:r>
            <a:r>
              <a:rPr lang="en-US" sz="2400" dirty="0"/>
              <a:t>: rows from two tables are</a:t>
            </a:r>
            <a:r>
              <a:rPr lang="en-US" sz="2400" b="1" dirty="0"/>
              <a:t> matched based only on equality conditions</a:t>
            </a:r>
            <a:r>
              <a:rPr lang="en-US" sz="2400" dirty="0"/>
              <a:t>.</a:t>
            </a:r>
            <a:endParaRPr dirty="0"/>
          </a:p>
          <a:p>
            <a:pPr marL="182880" lvl="0" indent="-182880" algn="l" rtl="0">
              <a:lnSpc>
                <a:spcPct val="90000"/>
              </a:lnSpc>
              <a:spcBef>
                <a:spcPts val="1200"/>
              </a:spcBef>
              <a:spcAft>
                <a:spcPts val="0"/>
              </a:spcAft>
              <a:buSzPts val="2040"/>
              <a:buChar char="▪"/>
            </a:pPr>
            <a:r>
              <a:rPr lang="en-US" sz="2400" dirty="0"/>
              <a:t>If rows are </a:t>
            </a:r>
            <a:r>
              <a:rPr lang="en-US" sz="2400" b="1" dirty="0"/>
              <a:t>matched some other way</a:t>
            </a:r>
            <a:r>
              <a:rPr lang="en-US" sz="2400" dirty="0"/>
              <a:t>, then we have a </a:t>
            </a:r>
            <a:r>
              <a:rPr lang="en-US" sz="2400" b="1" dirty="0" err="1"/>
              <a:t>nonequi</a:t>
            </a:r>
            <a:r>
              <a:rPr lang="en-US" sz="2400" b="1" dirty="0"/>
              <a:t> join</a:t>
            </a:r>
            <a:r>
              <a:rPr lang="en-US" sz="2400" dirty="0"/>
              <a:t>.</a:t>
            </a:r>
            <a:endParaRPr dirty="0"/>
          </a:p>
        </p:txBody>
      </p:sp>
      <p:sp>
        <p:nvSpPr>
          <p:cNvPr id="1620" name="Google Shape;1620;p80"/>
          <p:cNvSpPr/>
          <p:nvPr/>
        </p:nvSpPr>
        <p:spPr>
          <a:xfrm>
            <a:off x="1018740" y="2978101"/>
            <a:ext cx="10413107" cy="1570303"/>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6600CC"/>
                </a:solidFill>
                <a:latin typeface="Oi"/>
                <a:ea typeface="Oi"/>
                <a:cs typeface="Oi"/>
                <a:sym typeface="Oi"/>
              </a:rPr>
              <a:t>SELECT  </a:t>
            </a:r>
            <a:r>
              <a:rPr lang="en-US" sz="2400" b="0" i="0" u="none" strike="noStrike" cap="none" dirty="0">
                <a:solidFill>
                  <a:srgbClr val="FF0000"/>
                </a:solidFill>
                <a:latin typeface="Oi"/>
                <a:ea typeface="Oi"/>
                <a:cs typeface="Oi"/>
                <a:sym typeface="Oi"/>
              </a:rPr>
              <a:t>S1.sname as </a:t>
            </a:r>
            <a:r>
              <a:rPr lang="en-US" sz="2400" b="0" i="0" u="none" strike="noStrike" cap="none" dirty="0" err="1">
                <a:solidFill>
                  <a:srgbClr val="FF0000"/>
                </a:solidFill>
                <a:latin typeface="Oi"/>
                <a:ea typeface="Oi"/>
                <a:cs typeface="Oi"/>
                <a:sym typeface="Oi"/>
              </a:rPr>
              <a:t>junior_name</a:t>
            </a:r>
            <a:r>
              <a:rPr lang="en-US" sz="2400" b="0" i="0" u="none" strike="noStrike" cap="none" dirty="0">
                <a:solidFill>
                  <a:srgbClr val="6600CC"/>
                </a:solidFill>
                <a:latin typeface="Oi"/>
                <a:ea typeface="Oi"/>
                <a:cs typeface="Oi"/>
                <a:sym typeface="Oi"/>
              </a:rPr>
              <a:t>, </a:t>
            </a:r>
            <a:r>
              <a:rPr lang="en-US" sz="2400" b="0" i="0" u="none" strike="noStrike" cap="none" dirty="0">
                <a:solidFill>
                  <a:srgbClr val="FF0000"/>
                </a:solidFill>
                <a:latin typeface="Oi"/>
                <a:ea typeface="Oi"/>
                <a:cs typeface="Oi"/>
                <a:sym typeface="Oi"/>
              </a:rPr>
              <a:t>S1.age as </a:t>
            </a:r>
            <a:r>
              <a:rPr lang="en-US" sz="2400" b="0" i="0" u="none" strike="noStrike" cap="none" dirty="0" err="1">
                <a:solidFill>
                  <a:srgbClr val="FF0000"/>
                </a:solidFill>
                <a:latin typeface="Oi"/>
                <a:ea typeface="Oi"/>
                <a:cs typeface="Oi"/>
                <a:sym typeface="Oi"/>
              </a:rPr>
              <a:t>junior_age</a:t>
            </a:r>
            <a:r>
              <a:rPr lang="en-US" sz="2400" b="0" i="0" u="none" strike="noStrike" cap="none" dirty="0">
                <a:solidFill>
                  <a:srgbClr val="6600CC"/>
                </a:solidFill>
                <a:latin typeface="Oi"/>
                <a:ea typeface="Oi"/>
                <a:cs typeface="Oi"/>
                <a:sym typeface="Oi"/>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6600CC"/>
                </a:solidFill>
                <a:latin typeface="Oi"/>
                <a:ea typeface="Oi"/>
                <a:cs typeface="Oi"/>
                <a:sym typeface="Oi"/>
              </a:rPr>
              <a:t>        </a:t>
            </a:r>
            <a:r>
              <a:rPr lang="en-US" sz="2400" b="0" i="0" u="none" strike="noStrike" cap="none" dirty="0">
                <a:solidFill>
                  <a:srgbClr val="5B9BD5"/>
                </a:solidFill>
                <a:latin typeface="Oi"/>
                <a:ea typeface="Oi"/>
                <a:cs typeface="Oi"/>
                <a:sym typeface="Oi"/>
              </a:rPr>
              <a:t>S2.sname as </a:t>
            </a:r>
            <a:r>
              <a:rPr lang="en-US" sz="2400" b="0" i="0" u="none" strike="noStrike" cap="none" dirty="0" err="1">
                <a:solidFill>
                  <a:srgbClr val="5B9BD5"/>
                </a:solidFill>
                <a:latin typeface="Oi"/>
                <a:ea typeface="Oi"/>
                <a:cs typeface="Oi"/>
                <a:sym typeface="Oi"/>
              </a:rPr>
              <a:t>senior_name</a:t>
            </a:r>
            <a:r>
              <a:rPr lang="en-US" sz="2400" b="0" i="0" u="none" strike="noStrike" cap="none" dirty="0">
                <a:solidFill>
                  <a:srgbClr val="6600CC"/>
                </a:solidFill>
                <a:latin typeface="Oi"/>
                <a:ea typeface="Oi"/>
                <a:cs typeface="Oi"/>
                <a:sym typeface="Oi"/>
              </a:rPr>
              <a:t>, </a:t>
            </a:r>
            <a:r>
              <a:rPr lang="en-US" sz="2400" b="0" i="0" u="none" strike="noStrike" cap="none" dirty="0">
                <a:solidFill>
                  <a:srgbClr val="5B9BD5"/>
                </a:solidFill>
                <a:latin typeface="Oi"/>
                <a:ea typeface="Oi"/>
                <a:cs typeface="Oi"/>
                <a:sym typeface="Oi"/>
              </a:rPr>
              <a:t>S2.age as </a:t>
            </a:r>
            <a:r>
              <a:rPr lang="en-US" sz="2400" b="0" i="0" u="none" strike="noStrike" cap="none" dirty="0" err="1">
                <a:solidFill>
                  <a:srgbClr val="5B9BD5"/>
                </a:solidFill>
                <a:latin typeface="Oi"/>
                <a:ea typeface="Oi"/>
                <a:cs typeface="Oi"/>
                <a:sym typeface="Oi"/>
              </a:rPr>
              <a:t>senior_age</a:t>
            </a:r>
            <a:endParaRPr sz="2400" b="0" i="0" u="none" strike="noStrike" cap="none" dirty="0">
              <a:solidFill>
                <a:srgbClr val="5B9BD5"/>
              </a:solidFill>
              <a:latin typeface="Oi"/>
              <a:ea typeface="Oi"/>
              <a:cs typeface="Oi"/>
              <a:sym typeface="Oi"/>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6600CC"/>
                </a:solidFill>
                <a:latin typeface="Oi"/>
                <a:ea typeface="Oi"/>
                <a:cs typeface="Oi"/>
                <a:sym typeface="Oi"/>
              </a:rPr>
              <a:t>FROM    </a:t>
            </a:r>
            <a:r>
              <a:rPr lang="en-US" sz="2400" b="0" i="0" u="none" strike="noStrike" cap="none" dirty="0">
                <a:solidFill>
                  <a:srgbClr val="FF0000"/>
                </a:solidFill>
                <a:latin typeface="Oi"/>
                <a:ea typeface="Oi"/>
                <a:cs typeface="Oi"/>
                <a:sym typeface="Oi"/>
              </a:rPr>
              <a:t>Sailors </a:t>
            </a:r>
            <a:r>
              <a:rPr lang="en-US" sz="2400" b="0" i="0" u="sng" strike="noStrike" cap="none" dirty="0">
                <a:solidFill>
                  <a:srgbClr val="FF0000"/>
                </a:solidFill>
                <a:latin typeface="Oi"/>
                <a:ea typeface="Oi"/>
                <a:cs typeface="Oi"/>
                <a:sym typeface="Oi"/>
              </a:rPr>
              <a:t>AS S1</a:t>
            </a:r>
            <a:r>
              <a:rPr lang="en-US" sz="2400" b="0" i="0" u="none" strike="noStrike" cap="none" dirty="0">
                <a:solidFill>
                  <a:srgbClr val="6600CC"/>
                </a:solidFill>
                <a:latin typeface="Oi"/>
                <a:ea typeface="Oi"/>
                <a:cs typeface="Oi"/>
                <a:sym typeface="Oi"/>
              </a:rPr>
              <a:t>, </a:t>
            </a:r>
            <a:r>
              <a:rPr lang="en-US" sz="2400" b="0" i="0" u="none" strike="noStrike" cap="none" dirty="0">
                <a:solidFill>
                  <a:schemeClr val="accent1"/>
                </a:solidFill>
                <a:latin typeface="Oi"/>
                <a:ea typeface="Oi"/>
                <a:cs typeface="Oi"/>
                <a:sym typeface="Oi"/>
              </a:rPr>
              <a:t>Sailors </a:t>
            </a:r>
            <a:r>
              <a:rPr lang="en-US" sz="2400" b="0" i="0" u="sng" strike="noStrike" cap="none" dirty="0">
                <a:solidFill>
                  <a:schemeClr val="accent1"/>
                </a:solidFill>
                <a:latin typeface="Oi"/>
                <a:ea typeface="Oi"/>
                <a:cs typeface="Oi"/>
                <a:sym typeface="Oi"/>
              </a:rPr>
              <a:t>AS S2</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6600CC"/>
                </a:solidFill>
                <a:latin typeface="Oi"/>
                <a:ea typeface="Oi"/>
                <a:cs typeface="Oi"/>
                <a:sym typeface="Oi"/>
              </a:rPr>
              <a:t>WHERE   </a:t>
            </a:r>
            <a:r>
              <a:rPr lang="en-US" sz="2400" b="0" i="0" u="none" strike="noStrike" cap="none" dirty="0">
                <a:solidFill>
                  <a:srgbClr val="FF0000"/>
                </a:solidFill>
                <a:latin typeface="Oi"/>
                <a:ea typeface="Oi"/>
                <a:cs typeface="Oi"/>
                <a:sym typeface="Oi"/>
              </a:rPr>
              <a:t>S1.age</a:t>
            </a:r>
            <a:r>
              <a:rPr lang="en-US" sz="2400" b="0" i="0" u="none" strike="noStrike" cap="none" dirty="0">
                <a:solidFill>
                  <a:srgbClr val="6600CC"/>
                </a:solidFill>
                <a:latin typeface="Oi"/>
                <a:ea typeface="Oi"/>
                <a:cs typeface="Oi"/>
                <a:sym typeface="Oi"/>
              </a:rPr>
              <a:t> &lt; </a:t>
            </a:r>
            <a:r>
              <a:rPr lang="en-US" sz="2400" b="0" i="0" u="none" strike="noStrike" cap="none" dirty="0">
                <a:solidFill>
                  <a:schemeClr val="accent1"/>
                </a:solidFill>
                <a:latin typeface="Oi"/>
                <a:ea typeface="Oi"/>
                <a:cs typeface="Oi"/>
                <a:sym typeface="Oi"/>
              </a:rPr>
              <a:t>S2.age</a:t>
            </a:r>
            <a:endParaRPr sz="1400" b="0" i="0" u="none" strike="noStrike" cap="none" dirty="0">
              <a:solidFill>
                <a:srgbClr val="000000"/>
              </a:solidFill>
              <a:latin typeface="Arial"/>
              <a:ea typeface="Arial"/>
              <a:cs typeface="Arial"/>
              <a:sym typeface="Arial"/>
            </a:endParaRPr>
          </a:p>
        </p:txBody>
      </p:sp>
      <p:sp>
        <p:nvSpPr>
          <p:cNvPr id="1621" name="Google Shape;1621;p80"/>
          <p:cNvSpPr/>
          <p:nvPr/>
        </p:nvSpPr>
        <p:spPr>
          <a:xfrm>
            <a:off x="272520" y="6308077"/>
            <a:ext cx="539855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1" u="sng" strike="noStrike" cap="none">
                <a:solidFill>
                  <a:srgbClr val="7F7F7F"/>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http://sqlfiddle.com/#!17/53815/4</a:t>
            </a:r>
            <a:r>
              <a:rPr lang="en-US" sz="2000" b="0" i="1" u="none" strike="noStrike" cap="none">
                <a:solidFill>
                  <a:srgbClr val="7F7F7F"/>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graphicFrame>
        <p:nvGraphicFramePr>
          <p:cNvPr id="1622" name="Google Shape;1622;p80"/>
          <p:cNvGraphicFramePr/>
          <p:nvPr/>
        </p:nvGraphicFramePr>
        <p:xfrm>
          <a:off x="1884165" y="4806063"/>
          <a:ext cx="2610475" cy="1287000"/>
        </p:xfrm>
        <a:graphic>
          <a:graphicData uri="http://schemas.openxmlformats.org/drawingml/2006/table">
            <a:tbl>
              <a:tblPr firstRow="1" bandRow="1">
                <a:noFill/>
              </a:tblPr>
              <a:tblGrid>
                <a:gridCol w="505300">
                  <a:extLst>
                    <a:ext uri="{9D8B030D-6E8A-4147-A177-3AD203B41FA5}">
                      <a16:colId xmlns:a16="http://schemas.microsoft.com/office/drawing/2014/main" val="20000"/>
                    </a:ext>
                  </a:extLst>
                </a:gridCol>
                <a:gridCol w="793200">
                  <a:extLst>
                    <a:ext uri="{9D8B030D-6E8A-4147-A177-3AD203B41FA5}">
                      <a16:colId xmlns:a16="http://schemas.microsoft.com/office/drawing/2014/main" val="20001"/>
                    </a:ext>
                  </a:extLst>
                </a:gridCol>
                <a:gridCol w="747425">
                  <a:extLst>
                    <a:ext uri="{9D8B030D-6E8A-4147-A177-3AD203B41FA5}">
                      <a16:colId xmlns:a16="http://schemas.microsoft.com/office/drawing/2014/main" val="20002"/>
                    </a:ext>
                  </a:extLst>
                </a:gridCol>
                <a:gridCol w="564550">
                  <a:extLst>
                    <a:ext uri="{9D8B030D-6E8A-4147-A177-3AD203B41FA5}">
                      <a16:colId xmlns:a16="http://schemas.microsoft.com/office/drawing/2014/main" val="20003"/>
                    </a:ext>
                  </a:extLst>
                </a:gridCol>
              </a:tblGrid>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sng" strike="noStrike" cap="none"/>
                        <a:t>sid</a:t>
                      </a:r>
                      <a:endParaRPr sz="1400" u="sng"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rating</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age</a:t>
                      </a:r>
                      <a:endParaRPr sz="1400" u="none" strike="noStrike" cap="none"/>
                    </a:p>
                  </a:txBody>
                  <a:tcPr marL="91450" marR="91450" marT="45725" marB="45725"/>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22</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solidFill>
                      <a:srgbClr val="C7BAA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7BAA4"/>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31</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a:t>
                      </a:r>
                      <a:endParaRPr sz="1400" u="none" strike="noStrike" cap="none"/>
                    </a:p>
                  </a:txBody>
                  <a:tcPr marL="91450" marR="91450" marT="45725" marB="45725">
                    <a:solidFill>
                      <a:srgbClr val="D2CDCD"/>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D2CDCD"/>
                    </a:solidFill>
                  </a:tcPr>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a:t>
                      </a:r>
                      <a:endParaRPr sz="1400" u="none" strike="noStrike" cap="none"/>
                    </a:p>
                  </a:txBody>
                  <a:tcPr marL="91450" marR="91450" marT="45725" marB="45725">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a:t>
                      </a:r>
                      <a:endParaRPr sz="1400" u="none" strike="noStrike" cap="none"/>
                    </a:p>
                  </a:txBody>
                  <a:tcPr marL="91450" marR="91450" marT="45725" marB="45725">
                    <a:solidFill>
                      <a:srgbClr val="D0BBBB"/>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D0BBBB"/>
                    </a:solidFill>
                  </a:tcPr>
                </a:tc>
                <a:extLst>
                  <a:ext uri="{0D108BD9-81ED-4DB2-BD59-A6C34878D82A}">
                    <a16:rowId xmlns:a16="http://schemas.microsoft.com/office/drawing/2014/main" val="10003"/>
                  </a:ext>
                </a:extLst>
              </a:tr>
            </a:tbl>
          </a:graphicData>
        </a:graphic>
      </p:graphicFrame>
      <p:sp>
        <p:nvSpPr>
          <p:cNvPr id="1623" name="Google Shape;1623;p80"/>
          <p:cNvSpPr txBox="1"/>
          <p:nvPr/>
        </p:nvSpPr>
        <p:spPr>
          <a:xfrm>
            <a:off x="1809010" y="4482082"/>
            <a:ext cx="89159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Sailors</a:t>
            </a:r>
            <a:endParaRPr sz="1400" b="0" i="0" u="none" strike="noStrike" cap="none">
              <a:solidFill>
                <a:srgbClr val="000000"/>
              </a:solidFill>
              <a:latin typeface="Arial"/>
              <a:ea typeface="Arial"/>
              <a:cs typeface="Arial"/>
              <a:sym typeface="Arial"/>
            </a:endParaRPr>
          </a:p>
        </p:txBody>
      </p:sp>
      <p:graphicFrame>
        <p:nvGraphicFramePr>
          <p:cNvPr id="1624" name="Google Shape;1624;p80"/>
          <p:cNvGraphicFramePr/>
          <p:nvPr/>
        </p:nvGraphicFramePr>
        <p:xfrm>
          <a:off x="5349851" y="4727648"/>
          <a:ext cx="5775650" cy="1608750"/>
        </p:xfrm>
        <a:graphic>
          <a:graphicData uri="http://schemas.openxmlformats.org/drawingml/2006/table">
            <a:tbl>
              <a:tblPr firstRow="1" bandRow="1">
                <a:noFill/>
              </a:tblPr>
              <a:tblGrid>
                <a:gridCol w="1453900">
                  <a:extLst>
                    <a:ext uri="{9D8B030D-6E8A-4147-A177-3AD203B41FA5}">
                      <a16:colId xmlns:a16="http://schemas.microsoft.com/office/drawing/2014/main" val="20000"/>
                    </a:ext>
                  </a:extLst>
                </a:gridCol>
                <a:gridCol w="1177875">
                  <a:extLst>
                    <a:ext uri="{9D8B030D-6E8A-4147-A177-3AD203B41FA5}">
                      <a16:colId xmlns:a16="http://schemas.microsoft.com/office/drawing/2014/main" val="20001"/>
                    </a:ext>
                  </a:extLst>
                </a:gridCol>
                <a:gridCol w="1563900">
                  <a:extLst>
                    <a:ext uri="{9D8B030D-6E8A-4147-A177-3AD203B41FA5}">
                      <a16:colId xmlns:a16="http://schemas.microsoft.com/office/drawing/2014/main" val="20002"/>
                    </a:ext>
                  </a:extLst>
                </a:gridCol>
                <a:gridCol w="1579975">
                  <a:extLst>
                    <a:ext uri="{9D8B030D-6E8A-4147-A177-3AD203B41FA5}">
                      <a16:colId xmlns:a16="http://schemas.microsoft.com/office/drawing/2014/main" val="20003"/>
                    </a:ext>
                  </a:extLst>
                </a:gridCol>
              </a:tblGrid>
              <a:tr h="321750">
                <a:tc gridSpan="2">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S1</a:t>
                      </a:r>
                      <a:endParaRPr sz="1400" u="none" strike="noStrike" cap="none"/>
                    </a:p>
                  </a:txBody>
                  <a:tcPr marL="91450" marR="91450" marT="45725" marB="45725">
                    <a:solidFill>
                      <a:srgbClr val="595959"/>
                    </a:solidFill>
                  </a:tcPr>
                </a:tc>
                <a:tc hMerge="1">
                  <a:txBody>
                    <a:bodyPr/>
                    <a:lstStyle/>
                    <a:p>
                      <a:endParaRPr lang="en-US"/>
                    </a:p>
                  </a:txBody>
                  <a:tcPr/>
                </a:tc>
                <a:tc gridSpan="2">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S2</a:t>
                      </a:r>
                      <a:endParaRPr sz="1400" u="none" strike="noStrike" cap="none"/>
                    </a:p>
                  </a:txBody>
                  <a:tcPr marL="91450" marR="91450" marT="45725" marB="45725">
                    <a:solidFill>
                      <a:srgbClr val="595959"/>
                    </a:solidFill>
                  </a:tcPr>
                </a:tc>
                <a:tc hMerge="1">
                  <a:txBody>
                    <a:bodyPr/>
                    <a:lstStyle/>
                    <a:p>
                      <a:endParaRPr lang="en-US"/>
                    </a:p>
                  </a:txBody>
                  <a:tcPr/>
                </a:tc>
                <a:extLst>
                  <a:ext uri="{0D108BD9-81ED-4DB2-BD59-A6C34878D82A}">
                    <a16:rowId xmlns:a16="http://schemas.microsoft.com/office/drawing/2014/main" val="10000"/>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lt1"/>
                          </a:solidFill>
                        </a:rPr>
                        <a:t>junior_name</a:t>
                      </a:r>
                      <a:endParaRPr sz="1400" u="none" strike="noStrike" cap="none">
                        <a:solidFill>
                          <a:schemeClr val="lt1"/>
                        </a:solidFill>
                      </a:endParaRPr>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lt1"/>
                          </a:solidFill>
                        </a:rPr>
                        <a:t>junior_age</a:t>
                      </a:r>
                      <a:endParaRPr sz="1400" u="none" strike="noStrike" cap="none">
                        <a:solidFill>
                          <a:schemeClr val="lt1"/>
                        </a:solidFill>
                      </a:endParaRPr>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lt1"/>
                          </a:solidFill>
                        </a:rPr>
                        <a:t>senior _name</a:t>
                      </a:r>
                      <a:endParaRPr sz="1400" u="none" strike="noStrike" cap="none"/>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lt1"/>
                          </a:solidFill>
                        </a:rPr>
                        <a:t>senior_age</a:t>
                      </a:r>
                      <a:endParaRPr sz="1400" u="none" strike="noStrike" cap="none">
                        <a:solidFill>
                          <a:schemeClr val="lt1"/>
                        </a:solidFill>
                      </a:endParaRPr>
                    </a:p>
                  </a:txBody>
                  <a:tcPr marL="91450" marR="91450" marT="45725" marB="45725">
                    <a:solidFill>
                      <a:schemeClr val="accent1"/>
                    </a:solidFill>
                  </a:tcPr>
                </a:tc>
                <a:extLst>
                  <a:ext uri="{0D108BD9-81ED-4DB2-BD59-A6C34878D82A}">
                    <a16:rowId xmlns:a16="http://schemas.microsoft.com/office/drawing/2014/main" val="10001"/>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C5E0B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C5E0B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9C9C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9C9C9"/>
                    </a:solidFill>
                  </a:tcPr>
                </a:tc>
                <a:extLst>
                  <a:ext uri="{0D108BD9-81ED-4DB2-BD59-A6C34878D82A}">
                    <a16:rowId xmlns:a16="http://schemas.microsoft.com/office/drawing/2014/main" val="10002"/>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dustin</a:t>
                      </a:r>
                      <a:endParaRPr sz="1400" u="none" strike="noStrike" cap="none"/>
                    </a:p>
                  </a:txBody>
                  <a:tcPr marL="91450" marR="91450" marT="45725" marB="45725">
                    <a:solidFill>
                      <a:srgbClr val="C9C9C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45.0</a:t>
                      </a:r>
                      <a:endParaRPr sz="1400" u="none" strike="noStrike" cap="none"/>
                    </a:p>
                  </a:txBody>
                  <a:tcPr marL="91450" marR="91450" marT="45725" marB="45725">
                    <a:solidFill>
                      <a:srgbClr val="C9C9C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B4C7E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B4C7E7"/>
                    </a:solidFill>
                  </a:tcPr>
                </a:tc>
                <a:extLst>
                  <a:ext uri="{0D108BD9-81ED-4DB2-BD59-A6C34878D82A}">
                    <a16:rowId xmlns:a16="http://schemas.microsoft.com/office/drawing/2014/main" val="10003"/>
                  </a:ext>
                </a:extLst>
              </a:tr>
              <a:tr h="3217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rusty</a:t>
                      </a:r>
                      <a:endParaRPr sz="1400" u="none" strike="noStrike" cap="none"/>
                    </a:p>
                  </a:txBody>
                  <a:tcPr marL="91450" marR="91450" marT="45725" marB="45725">
                    <a:solidFill>
                      <a:srgbClr val="C5E0B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35.0</a:t>
                      </a:r>
                      <a:endParaRPr sz="1400" u="none" strike="noStrike" cap="none"/>
                    </a:p>
                  </a:txBody>
                  <a:tcPr marL="91450" marR="91450" marT="45725" marB="45725">
                    <a:solidFill>
                      <a:srgbClr val="C5E0B4"/>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lubber</a:t>
                      </a:r>
                      <a:endParaRPr sz="1400" u="none" strike="noStrike" cap="none"/>
                    </a:p>
                  </a:txBody>
                  <a:tcPr marL="91450" marR="91450" marT="45725" marB="45725">
                    <a:solidFill>
                      <a:srgbClr val="B4C7E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55.5</a:t>
                      </a:r>
                      <a:endParaRPr sz="1400" u="none" strike="noStrike" cap="none"/>
                    </a:p>
                  </a:txBody>
                  <a:tcPr marL="91450" marR="91450" marT="45725" marB="45725">
                    <a:solidFill>
                      <a:srgbClr val="B4C7E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1630" name="Google Shape;1630;p81"/>
          <p:cNvSpPr txBox="1">
            <a:spLocks noGrp="1"/>
          </p:cNvSpPr>
          <p:nvPr>
            <p:ph type="title"/>
          </p:nvPr>
        </p:nvSpPr>
        <p:spPr>
          <a:xfrm>
            <a:off x="456198" y="147120"/>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INNER/NATURAL JOINS</a:t>
            </a:r>
            <a:endParaRPr/>
          </a:p>
        </p:txBody>
      </p:sp>
      <p:sp>
        <p:nvSpPr>
          <p:cNvPr id="1631" name="Google Shape;1631;p81"/>
          <p:cNvSpPr txBox="1">
            <a:spLocks noGrp="1"/>
          </p:cNvSpPr>
          <p:nvPr>
            <p:ph type="body" idx="1"/>
          </p:nvPr>
        </p:nvSpPr>
        <p:spPr>
          <a:xfrm>
            <a:off x="7509932" y="3807534"/>
            <a:ext cx="4295450" cy="2241551"/>
          </a:xfrm>
          <a:prstGeom prst="rect">
            <a:avLst/>
          </a:prstGeom>
          <a:noFill/>
          <a:ln>
            <a:noFill/>
          </a:ln>
        </p:spPr>
        <p:txBody>
          <a:bodyPr spcFirstLastPara="1" wrap="square" lIns="91425" tIns="45700" rIns="91425" bIns="45700" anchor="t" anchorCtr="0">
            <a:noAutofit/>
          </a:bodyPr>
          <a:lstStyle/>
          <a:p>
            <a:pPr marL="182880" lvl="0" indent="-182880" algn="l" rtl="0">
              <a:lnSpc>
                <a:spcPct val="100000"/>
              </a:lnSpc>
              <a:spcBef>
                <a:spcPts val="0"/>
              </a:spcBef>
              <a:spcAft>
                <a:spcPts val="0"/>
              </a:spcAft>
              <a:buSzPts val="2040"/>
              <a:buChar char="▪"/>
            </a:pPr>
            <a:r>
              <a:rPr lang="en-US" sz="2400"/>
              <a:t>“NATURAL” means equijoin for each pair of attributes with the same name</a:t>
            </a:r>
            <a:endParaRPr/>
          </a:p>
        </p:txBody>
      </p:sp>
      <p:sp>
        <p:nvSpPr>
          <p:cNvPr id="1632" name="Google Shape;1632;p81"/>
          <p:cNvSpPr txBox="1"/>
          <p:nvPr/>
        </p:nvSpPr>
        <p:spPr>
          <a:xfrm>
            <a:off x="5949556" y="5970813"/>
            <a:ext cx="1449436" cy="646331"/>
          </a:xfrm>
          <a:prstGeom prst="rect">
            <a:avLst/>
          </a:prstGeom>
          <a:blipFill rotWithShape="1">
            <a:blip r:embed="rId3">
              <a:alphaModFix/>
            </a:blip>
            <a:tile tx="0" ty="0" sx="60000" sy="58999" flip="none" algn="tl"/>
          </a:blipFill>
          <a:ln>
            <a:noFill/>
          </a:ln>
          <a:effectLst>
            <a:outerShdw blurRad="50800" dist="19050" dir="5400000" algn="tl" rotWithShape="0">
              <a:srgbClr val="000000">
                <a:alpha val="60000"/>
              </a:srgbClr>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Rockwell"/>
                <a:ea typeface="Rockwell"/>
                <a:cs typeface="Rockwell"/>
                <a:sym typeface="Rockwell"/>
              </a:rPr>
              <a:t>all 3 are</a:t>
            </a:r>
            <a:br>
              <a:rPr lang="en-US" sz="1800" b="0" i="0" u="none" strike="noStrike" cap="none">
                <a:solidFill>
                  <a:schemeClr val="lt1"/>
                </a:solidFill>
                <a:latin typeface="Rockwell"/>
                <a:ea typeface="Rockwell"/>
                <a:cs typeface="Rockwell"/>
                <a:sym typeface="Rockwell"/>
              </a:rPr>
            </a:br>
            <a:r>
              <a:rPr lang="en-US" sz="1800" b="0" i="0" u="none" strike="noStrike" cap="none">
                <a:solidFill>
                  <a:schemeClr val="lt1"/>
                </a:solidFill>
                <a:latin typeface="Rockwell"/>
                <a:ea typeface="Rockwell"/>
                <a:cs typeface="Rockwell"/>
                <a:sym typeface="Rockwell"/>
              </a:rPr>
              <a:t>equivalent!</a:t>
            </a:r>
            <a:endParaRPr sz="1400" b="0" i="0" u="none" strike="noStrike" cap="none">
              <a:solidFill>
                <a:srgbClr val="000000"/>
              </a:solidFill>
              <a:latin typeface="Arial"/>
              <a:ea typeface="Arial"/>
              <a:cs typeface="Arial"/>
              <a:sym typeface="Arial"/>
            </a:endParaRPr>
          </a:p>
        </p:txBody>
      </p:sp>
      <p:sp>
        <p:nvSpPr>
          <p:cNvPr id="1633" name="Google Shape;1633;p81"/>
          <p:cNvSpPr/>
          <p:nvPr/>
        </p:nvSpPr>
        <p:spPr>
          <a:xfrm>
            <a:off x="8034867" y="6453189"/>
            <a:ext cx="4572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sng" strike="noStrike" cap="none">
                <a:solidFill>
                  <a:srgbClr val="7F7F7F"/>
                </a:solidFill>
                <a:latin typeface="Rockwell"/>
                <a:ea typeface="Rockwell"/>
                <a:cs typeface="Rockwell"/>
                <a:sym typeface="Rockwell"/>
                <a:hlinkClick r:id="rId4">
                  <a:extLst>
                    <a:ext uri="{A12FA001-AC4F-418D-AE19-62706E023703}">
                      <ahyp:hlinkClr xmlns:ahyp="http://schemas.microsoft.com/office/drawing/2018/hyperlinkcolor" val="tx"/>
                    </a:ext>
                  </a:extLst>
                </a:hlinkClick>
              </a:rPr>
              <a:t>http://sqlfiddle.com/#!17/4215a/10</a:t>
            </a:r>
            <a:r>
              <a:rPr lang="en-US" sz="1800" b="0" i="1" u="none" strike="noStrike" cap="none">
                <a:solidFill>
                  <a:srgbClr val="7F7F7F"/>
                </a:solidFill>
                <a:latin typeface="Rockwell"/>
                <a:ea typeface="Rockwell"/>
                <a:cs typeface="Rockwell"/>
                <a:sym typeface="Rockwell"/>
              </a:rPr>
              <a:t> </a:t>
            </a:r>
            <a:endParaRPr sz="2000" b="0" i="1" u="none" strike="noStrike" cap="none">
              <a:solidFill>
                <a:srgbClr val="7F7F7F"/>
              </a:solidFill>
              <a:latin typeface="Rockwell"/>
              <a:ea typeface="Rockwell"/>
              <a:cs typeface="Rockwell"/>
              <a:sym typeface="Rockwell"/>
            </a:endParaRPr>
          </a:p>
        </p:txBody>
      </p:sp>
      <p:sp>
        <p:nvSpPr>
          <p:cNvPr id="1634" name="Google Shape;1634;p81"/>
          <p:cNvSpPr/>
          <p:nvPr/>
        </p:nvSpPr>
        <p:spPr>
          <a:xfrm>
            <a:off x="552449" y="1391400"/>
            <a:ext cx="6728883" cy="46576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Oi"/>
                <a:ea typeface="Oi"/>
                <a:cs typeface="Oi"/>
                <a:sym typeface="Oi"/>
              </a:rPr>
              <a:t>SELECT s.sid, s.sname, r.bid</a:t>
            </a:r>
            <a:endParaRPr sz="2000" b="0" i="0" u="none" strike="noStrike" cap="none">
              <a:solidFill>
                <a:schemeClr val="dk1"/>
              </a:solidFill>
              <a:latin typeface="Oi"/>
              <a:ea typeface="Oi"/>
              <a:cs typeface="Oi"/>
              <a:sym typeface="Oi"/>
            </a:endParaRPr>
          </a:p>
          <a:p>
            <a:pPr marL="0" marR="0" lvl="0" indent="0" algn="l" rtl="0">
              <a:lnSpc>
                <a:spcPct val="100000"/>
              </a:lnSpc>
              <a:spcBef>
                <a:spcPts val="400"/>
              </a:spcBef>
              <a:spcAft>
                <a:spcPts val="0"/>
              </a:spcAft>
              <a:buClr>
                <a:srgbClr val="000000"/>
              </a:buClr>
              <a:buSzPts val="2000"/>
              <a:buFont typeface="Arial"/>
              <a:buNone/>
            </a:pPr>
            <a:r>
              <a:rPr lang="en-US" sz="2000" b="0" i="0" u="none" strike="noStrike" cap="none">
                <a:solidFill>
                  <a:schemeClr val="dk1"/>
                </a:solidFill>
                <a:latin typeface="Oi"/>
                <a:ea typeface="Oi"/>
                <a:cs typeface="Oi"/>
                <a:sym typeface="Oi"/>
              </a:rPr>
              <a:t>    FROM Sailors s, Reserves 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rgbClr val="000000"/>
              </a:buClr>
              <a:buSzPts val="2000"/>
              <a:buFont typeface="Arial"/>
              <a:buNone/>
            </a:pPr>
            <a:r>
              <a:rPr lang="en-US" sz="2000" b="0" i="0" u="none" strike="noStrike" cap="none">
                <a:solidFill>
                  <a:schemeClr val="dk1"/>
                </a:solidFill>
                <a:latin typeface="Oi"/>
                <a:ea typeface="Oi"/>
                <a:cs typeface="Oi"/>
                <a:sym typeface="Oi"/>
              </a:rPr>
              <a:t>   WHERE s.sid = r.sid</a:t>
            </a:r>
            <a:endParaRPr sz="2000" b="0" i="0" u="none" strike="noStrike" cap="none">
              <a:solidFill>
                <a:schemeClr val="dk1"/>
              </a:solidFill>
              <a:latin typeface="Oi"/>
              <a:ea typeface="Oi"/>
              <a:cs typeface="Oi"/>
              <a:sym typeface="Oi"/>
            </a:endParaRPr>
          </a:p>
          <a:p>
            <a:pPr marL="0" marR="0" lvl="0" indent="0" algn="l" rtl="0">
              <a:lnSpc>
                <a:spcPct val="100000"/>
              </a:lnSpc>
              <a:spcBef>
                <a:spcPts val="400"/>
              </a:spcBef>
              <a:spcAft>
                <a:spcPts val="0"/>
              </a:spcAft>
              <a:buClr>
                <a:srgbClr val="000000"/>
              </a:buClr>
              <a:buSzPts val="2000"/>
              <a:buFont typeface="Arial"/>
              <a:buNone/>
            </a:pPr>
            <a:r>
              <a:rPr lang="en-US" sz="2000" b="0" i="0" u="none" strike="noStrike" cap="none">
                <a:solidFill>
                  <a:schemeClr val="dk1"/>
                </a:solidFill>
                <a:latin typeface="Oi"/>
                <a:ea typeface="Oi"/>
                <a:cs typeface="Oi"/>
                <a:sym typeface="Oi"/>
              </a:rPr>
              <a:t>     AND s.age &gt; 20;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rgbClr val="000000"/>
              </a:buClr>
              <a:buSzPts val="2000"/>
              <a:buFont typeface="Arial"/>
              <a:buNone/>
            </a:pPr>
            <a:endParaRPr sz="2000" b="0" i="0" u="none" strike="noStrike" cap="none">
              <a:solidFill>
                <a:schemeClr val="dk1"/>
              </a:solidFill>
              <a:latin typeface="Oi"/>
              <a:ea typeface="Oi"/>
              <a:cs typeface="Oi"/>
              <a:sym typeface="Oi"/>
            </a:endParaRPr>
          </a:p>
          <a:p>
            <a:pPr marL="0" marR="0" lvl="0" indent="0" algn="l" rtl="0">
              <a:lnSpc>
                <a:spcPct val="100000"/>
              </a:lnSpc>
              <a:spcBef>
                <a:spcPts val="400"/>
              </a:spcBef>
              <a:spcAft>
                <a:spcPts val="0"/>
              </a:spcAft>
              <a:buClr>
                <a:srgbClr val="000000"/>
              </a:buClr>
              <a:buSzPts val="2000"/>
              <a:buFont typeface="Arial"/>
              <a:buNone/>
            </a:pPr>
            <a:r>
              <a:rPr lang="en-US" sz="2000" b="0" i="0" u="none" strike="noStrike" cap="none">
                <a:solidFill>
                  <a:schemeClr val="dk1"/>
                </a:solidFill>
                <a:latin typeface="Oi"/>
                <a:ea typeface="Oi"/>
                <a:cs typeface="Oi"/>
                <a:sym typeface="Oi"/>
              </a:rPr>
              <a:t>SELECT s.sid, s.sname, r.bid</a:t>
            </a:r>
            <a:endParaRPr sz="2000" b="0" i="0" u="none" strike="noStrike" cap="none">
              <a:solidFill>
                <a:schemeClr val="dk1"/>
              </a:solidFill>
              <a:latin typeface="Oi"/>
              <a:ea typeface="Oi"/>
              <a:cs typeface="Oi"/>
              <a:sym typeface="Oi"/>
            </a:endParaRPr>
          </a:p>
          <a:p>
            <a:pPr marL="0" marR="0" lvl="0" indent="0" algn="l" rtl="0">
              <a:lnSpc>
                <a:spcPct val="100000"/>
              </a:lnSpc>
              <a:spcBef>
                <a:spcPts val="400"/>
              </a:spcBef>
              <a:spcAft>
                <a:spcPts val="0"/>
              </a:spcAft>
              <a:buClr>
                <a:srgbClr val="000000"/>
              </a:buClr>
              <a:buSzPts val="2000"/>
              <a:buFont typeface="Arial"/>
              <a:buNone/>
            </a:pPr>
            <a:r>
              <a:rPr lang="en-US" sz="2000" b="0" i="0" u="none" strike="noStrike" cap="none">
                <a:solidFill>
                  <a:schemeClr val="dk1"/>
                </a:solidFill>
                <a:latin typeface="Oi"/>
                <a:ea typeface="Oi"/>
                <a:cs typeface="Oi"/>
                <a:sym typeface="Oi"/>
              </a:rPr>
              <a:t>    FROM Sailors s </a:t>
            </a:r>
            <a:r>
              <a:rPr lang="en-US" sz="2000" b="1" i="0" u="none" strike="noStrike" cap="none">
                <a:solidFill>
                  <a:srgbClr val="00B050"/>
                </a:solidFill>
                <a:latin typeface="Oi"/>
                <a:ea typeface="Oi"/>
                <a:cs typeface="Oi"/>
                <a:sym typeface="Oi"/>
              </a:rPr>
              <a:t>INNER JOIN</a:t>
            </a:r>
            <a:r>
              <a:rPr lang="en-US" sz="2000" b="0" i="0" u="none" strike="noStrike" cap="none">
                <a:solidFill>
                  <a:srgbClr val="00B050"/>
                </a:solidFill>
                <a:latin typeface="Oi"/>
                <a:ea typeface="Oi"/>
                <a:cs typeface="Oi"/>
                <a:sym typeface="Oi"/>
              </a:rPr>
              <a:t> </a:t>
            </a:r>
            <a:r>
              <a:rPr lang="en-US" sz="2000" b="0" i="0" u="none" strike="noStrike" cap="none">
                <a:solidFill>
                  <a:schemeClr val="dk1"/>
                </a:solidFill>
                <a:latin typeface="Oi"/>
                <a:ea typeface="Oi"/>
                <a:cs typeface="Oi"/>
                <a:sym typeface="Oi"/>
              </a:rPr>
              <a:t>Reserves 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rgbClr val="000000"/>
              </a:buClr>
              <a:buSzPts val="2000"/>
              <a:buFont typeface="Arial"/>
              <a:buNone/>
            </a:pPr>
            <a:r>
              <a:rPr lang="en-US" sz="2000" b="0" i="0" u="none" strike="noStrike" cap="none">
                <a:solidFill>
                  <a:schemeClr val="dk1"/>
                </a:solidFill>
                <a:latin typeface="Oi"/>
                <a:ea typeface="Oi"/>
                <a:cs typeface="Oi"/>
                <a:sym typeface="Oi"/>
              </a:rPr>
              <a:t>      </a:t>
            </a:r>
            <a:r>
              <a:rPr lang="en-US" sz="2000" b="1" i="0" u="none" strike="noStrike" cap="none">
                <a:solidFill>
                  <a:srgbClr val="00B050"/>
                </a:solidFill>
                <a:latin typeface="Oi"/>
                <a:ea typeface="Oi"/>
                <a:cs typeface="Oi"/>
                <a:sym typeface="Oi"/>
              </a:rPr>
              <a:t>ON</a:t>
            </a:r>
            <a:r>
              <a:rPr lang="en-US" sz="2000" b="0" i="0" u="none" strike="noStrike" cap="none">
                <a:solidFill>
                  <a:schemeClr val="dk1"/>
                </a:solidFill>
                <a:latin typeface="Oi"/>
                <a:ea typeface="Oi"/>
                <a:cs typeface="Oi"/>
                <a:sym typeface="Oi"/>
              </a:rPr>
              <a:t> s.sid = r.sid</a:t>
            </a:r>
            <a:endParaRPr sz="2000" b="0" i="0" u="none" strike="noStrike" cap="none">
              <a:solidFill>
                <a:schemeClr val="dk1"/>
              </a:solidFill>
              <a:latin typeface="Oi"/>
              <a:ea typeface="Oi"/>
              <a:cs typeface="Oi"/>
              <a:sym typeface="Oi"/>
            </a:endParaRPr>
          </a:p>
          <a:p>
            <a:pPr marL="0" marR="0" lvl="0" indent="0" algn="l" rtl="0">
              <a:lnSpc>
                <a:spcPct val="100000"/>
              </a:lnSpc>
              <a:spcBef>
                <a:spcPts val="400"/>
              </a:spcBef>
              <a:spcAft>
                <a:spcPts val="0"/>
              </a:spcAft>
              <a:buClr>
                <a:srgbClr val="000000"/>
              </a:buClr>
              <a:buSzPts val="2000"/>
              <a:buFont typeface="Arial"/>
              <a:buNone/>
            </a:pPr>
            <a:r>
              <a:rPr lang="en-US" sz="2000" b="0" i="0" u="none" strike="noStrike" cap="none">
                <a:solidFill>
                  <a:schemeClr val="dk1"/>
                </a:solidFill>
                <a:latin typeface="Oi"/>
                <a:ea typeface="Oi"/>
                <a:cs typeface="Oi"/>
                <a:sym typeface="Oi"/>
              </a:rPr>
              <a:t>   WHERE s.age &gt; 20;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rgbClr val="000000"/>
              </a:buClr>
              <a:buSzPts val="2000"/>
              <a:buFont typeface="Arial"/>
              <a:buNone/>
            </a:pPr>
            <a:endParaRPr sz="2000" b="0" i="0" u="none" strike="noStrike" cap="none">
              <a:solidFill>
                <a:schemeClr val="dk1"/>
              </a:solidFill>
              <a:latin typeface="Oi"/>
              <a:ea typeface="Oi"/>
              <a:cs typeface="Oi"/>
              <a:sym typeface="Oi"/>
            </a:endParaRPr>
          </a:p>
          <a:p>
            <a:pPr marL="0" marR="0" lvl="0" indent="0" algn="l" rtl="0">
              <a:lnSpc>
                <a:spcPct val="100000"/>
              </a:lnSpc>
              <a:spcBef>
                <a:spcPts val="400"/>
              </a:spcBef>
              <a:spcAft>
                <a:spcPts val="0"/>
              </a:spcAft>
              <a:buClr>
                <a:srgbClr val="000000"/>
              </a:buClr>
              <a:buSzPts val="2000"/>
              <a:buFont typeface="Arial"/>
              <a:buNone/>
            </a:pPr>
            <a:r>
              <a:rPr lang="en-US" sz="2000" b="0" i="0" u="none" strike="noStrike" cap="none">
                <a:solidFill>
                  <a:schemeClr val="dk1"/>
                </a:solidFill>
                <a:latin typeface="Oi"/>
                <a:ea typeface="Oi"/>
                <a:cs typeface="Oi"/>
                <a:sym typeface="Oi"/>
              </a:rPr>
              <a:t>  SELECT s.sid, s.sname, r.bid</a:t>
            </a:r>
            <a:endParaRPr sz="2000" b="0" i="0" u="none" strike="noStrike" cap="none">
              <a:solidFill>
                <a:schemeClr val="dk1"/>
              </a:solidFill>
              <a:latin typeface="Oi"/>
              <a:ea typeface="Oi"/>
              <a:cs typeface="Oi"/>
              <a:sym typeface="Oi"/>
            </a:endParaRPr>
          </a:p>
          <a:p>
            <a:pPr marL="0" marR="0" lvl="0" indent="0" algn="l" rtl="0">
              <a:lnSpc>
                <a:spcPct val="100000"/>
              </a:lnSpc>
              <a:spcBef>
                <a:spcPts val="400"/>
              </a:spcBef>
              <a:spcAft>
                <a:spcPts val="0"/>
              </a:spcAft>
              <a:buClr>
                <a:srgbClr val="000000"/>
              </a:buClr>
              <a:buSzPts val="2000"/>
              <a:buFont typeface="Arial"/>
              <a:buNone/>
            </a:pPr>
            <a:r>
              <a:rPr lang="en-US" sz="2000" b="0" i="0" u="none" strike="noStrike" cap="none">
                <a:solidFill>
                  <a:schemeClr val="dk1"/>
                </a:solidFill>
                <a:latin typeface="Oi"/>
                <a:ea typeface="Oi"/>
                <a:cs typeface="Oi"/>
                <a:sym typeface="Oi"/>
              </a:rPr>
              <a:t>    FROM Sailors s </a:t>
            </a:r>
            <a:r>
              <a:rPr lang="en-US" sz="2000" b="1" i="0" u="none" strike="noStrike" cap="none">
                <a:solidFill>
                  <a:srgbClr val="00B050"/>
                </a:solidFill>
                <a:latin typeface="Oi"/>
                <a:ea typeface="Oi"/>
                <a:cs typeface="Oi"/>
                <a:sym typeface="Oi"/>
              </a:rPr>
              <a:t>NATURAL JOIN </a:t>
            </a:r>
            <a:r>
              <a:rPr lang="en-US" sz="2000" b="0" i="0" u="none" strike="noStrike" cap="none">
                <a:solidFill>
                  <a:schemeClr val="dk1"/>
                </a:solidFill>
                <a:latin typeface="Oi"/>
                <a:ea typeface="Oi"/>
                <a:cs typeface="Oi"/>
                <a:sym typeface="Oi"/>
              </a:rPr>
              <a:t>Reserves r</a:t>
            </a:r>
            <a:br>
              <a:rPr lang="en-US" sz="2000" b="0" i="0" u="none" strike="noStrike" cap="none">
                <a:solidFill>
                  <a:schemeClr val="dk1"/>
                </a:solidFill>
                <a:latin typeface="Oi"/>
                <a:ea typeface="Oi"/>
                <a:cs typeface="Oi"/>
                <a:sym typeface="Oi"/>
              </a:rPr>
            </a:br>
            <a:r>
              <a:rPr lang="en-US" sz="2000" b="0" i="0" u="none" strike="noStrike" cap="none">
                <a:solidFill>
                  <a:schemeClr val="dk1"/>
                </a:solidFill>
                <a:latin typeface="Oi"/>
                <a:ea typeface="Oi"/>
                <a:cs typeface="Oi"/>
                <a:sym typeface="Oi"/>
              </a:rPr>
              <a:t>   WHERE s.age &gt; 20;</a:t>
            </a:r>
            <a:endParaRPr sz="2000" b="0" i="0" u="none" strike="noStrike" cap="none">
              <a:solidFill>
                <a:schemeClr val="dk1"/>
              </a:solidFill>
              <a:latin typeface="Rockwell"/>
              <a:ea typeface="Rockwell"/>
              <a:cs typeface="Rockwell"/>
              <a:sym typeface="Rockwell"/>
            </a:endParaRPr>
          </a:p>
        </p:txBody>
      </p:sp>
      <p:graphicFrame>
        <p:nvGraphicFramePr>
          <p:cNvPr id="1635" name="Google Shape;1635;p81"/>
          <p:cNvGraphicFramePr/>
          <p:nvPr/>
        </p:nvGraphicFramePr>
        <p:xfrm>
          <a:off x="6111932" y="667973"/>
          <a:ext cx="2785525" cy="1341400"/>
        </p:xfrm>
        <a:graphic>
          <a:graphicData uri="http://schemas.openxmlformats.org/drawingml/2006/table">
            <a:tbl>
              <a:tblPr>
                <a:noFill/>
              </a:tblPr>
              <a:tblGrid>
                <a:gridCol w="530575">
                  <a:extLst>
                    <a:ext uri="{9D8B030D-6E8A-4147-A177-3AD203B41FA5}">
                      <a16:colId xmlns:a16="http://schemas.microsoft.com/office/drawing/2014/main" val="20000"/>
                    </a:ext>
                  </a:extLst>
                </a:gridCol>
                <a:gridCol w="786000">
                  <a:extLst>
                    <a:ext uri="{9D8B030D-6E8A-4147-A177-3AD203B41FA5}">
                      <a16:colId xmlns:a16="http://schemas.microsoft.com/office/drawing/2014/main" val="20001"/>
                    </a:ext>
                  </a:extLst>
                </a:gridCol>
                <a:gridCol w="772575">
                  <a:extLst>
                    <a:ext uri="{9D8B030D-6E8A-4147-A177-3AD203B41FA5}">
                      <a16:colId xmlns:a16="http://schemas.microsoft.com/office/drawing/2014/main" val="20002"/>
                    </a:ext>
                  </a:extLst>
                </a:gridCol>
                <a:gridCol w="696375">
                  <a:extLst>
                    <a:ext uri="{9D8B030D-6E8A-4147-A177-3AD203B41FA5}">
                      <a16:colId xmlns:a16="http://schemas.microsoft.com/office/drawing/2014/main" val="20003"/>
                    </a:ext>
                  </a:extLst>
                </a:gridCol>
              </a:tblGrid>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sng" strike="noStrike" cap="none">
                          <a:solidFill>
                            <a:schemeClr val="dk1"/>
                          </a:solidFill>
                          <a:latin typeface="Tahoma"/>
                          <a:ea typeface="Tahoma"/>
                          <a:cs typeface="Tahoma"/>
                          <a:sym typeface="Tahoma"/>
                        </a:rPr>
                        <a:t>sid</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sname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rating</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age</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extLst>
                  <a:ext uri="{0D108BD9-81ED-4DB2-BD59-A6C34878D82A}">
                    <a16:rowId xmlns:a16="http://schemas.microsoft.com/office/drawing/2014/main" val="10000"/>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Fred</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7</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22</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2</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Jim</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2</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39</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3</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Nancy</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8</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27</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graphicFrame>
        <p:nvGraphicFramePr>
          <p:cNvPr id="1636" name="Google Shape;1636;p81"/>
          <p:cNvGraphicFramePr/>
          <p:nvPr/>
        </p:nvGraphicFramePr>
        <p:xfrm>
          <a:off x="9096433" y="667973"/>
          <a:ext cx="2785525" cy="1341400"/>
        </p:xfrm>
        <a:graphic>
          <a:graphicData uri="http://schemas.openxmlformats.org/drawingml/2006/table">
            <a:tbl>
              <a:tblPr>
                <a:noFill/>
              </a:tblPr>
              <a:tblGrid>
                <a:gridCol w="696375">
                  <a:extLst>
                    <a:ext uri="{9D8B030D-6E8A-4147-A177-3AD203B41FA5}">
                      <a16:colId xmlns:a16="http://schemas.microsoft.com/office/drawing/2014/main" val="20000"/>
                    </a:ext>
                  </a:extLst>
                </a:gridCol>
                <a:gridCol w="1283600">
                  <a:extLst>
                    <a:ext uri="{9D8B030D-6E8A-4147-A177-3AD203B41FA5}">
                      <a16:colId xmlns:a16="http://schemas.microsoft.com/office/drawing/2014/main" val="20001"/>
                    </a:ext>
                  </a:extLst>
                </a:gridCol>
                <a:gridCol w="805550">
                  <a:extLst>
                    <a:ext uri="{9D8B030D-6E8A-4147-A177-3AD203B41FA5}">
                      <a16:colId xmlns:a16="http://schemas.microsoft.com/office/drawing/2014/main" val="20002"/>
                    </a:ext>
                  </a:extLst>
                </a:gridCol>
              </a:tblGrid>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sng" strike="noStrike" cap="none">
                          <a:solidFill>
                            <a:schemeClr val="dk1"/>
                          </a:solidFill>
                          <a:latin typeface="Tahoma"/>
                          <a:ea typeface="Tahoma"/>
                          <a:cs typeface="Tahoma"/>
                          <a:sym typeface="Tahoma"/>
                        </a:rPr>
                        <a:t>bid</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bname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color</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extLst>
                  <a:ext uri="{0D108BD9-81ED-4DB2-BD59-A6C34878D82A}">
                    <a16:rowId xmlns:a16="http://schemas.microsoft.com/office/drawing/2014/main" val="10000"/>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101</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Nina</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red</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102</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Pinta</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blue</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3535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103</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Santa Maria</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red</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1637" name="Google Shape;1637;p81"/>
          <p:cNvGraphicFramePr/>
          <p:nvPr/>
        </p:nvGraphicFramePr>
        <p:xfrm>
          <a:off x="7717366" y="2564460"/>
          <a:ext cx="3200400" cy="1028700"/>
        </p:xfrm>
        <a:graphic>
          <a:graphicData uri="http://schemas.openxmlformats.org/drawingml/2006/table">
            <a:tbl>
              <a:tblPr>
                <a:noFil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tblGrid>
              <a:tr h="342900">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sng" strike="noStrike" cap="none">
                          <a:solidFill>
                            <a:schemeClr val="dk1"/>
                          </a:solidFill>
                          <a:latin typeface="Tahoma"/>
                          <a:ea typeface="Tahoma"/>
                          <a:cs typeface="Tahoma"/>
                          <a:sym typeface="Tahoma"/>
                        </a:rPr>
                        <a:t>sid</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sng" strike="noStrike" cap="none">
                          <a:solidFill>
                            <a:schemeClr val="dk1"/>
                          </a:solidFill>
                          <a:latin typeface="Tahoma"/>
                          <a:ea typeface="Tahoma"/>
                          <a:cs typeface="Tahoma"/>
                          <a:sym typeface="Tahoma"/>
                        </a:rPr>
                        <a:t>bid</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sng" strike="noStrike" cap="none">
                          <a:solidFill>
                            <a:schemeClr val="dk1"/>
                          </a:solidFill>
                          <a:latin typeface="Tahoma"/>
                          <a:ea typeface="Tahoma"/>
                          <a:cs typeface="Tahoma"/>
                          <a:sym typeface="Tahoma"/>
                        </a:rPr>
                        <a:t>day</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49411"/>
                      </a:schemeClr>
                    </a:solidFill>
                  </a:tcPr>
                </a:tc>
                <a:extLst>
                  <a:ext uri="{0D108BD9-81ED-4DB2-BD59-A6C34878D82A}">
                    <a16:rowId xmlns:a16="http://schemas.microsoft.com/office/drawing/2014/main" val="10000"/>
                  </a:ext>
                </a:extLst>
              </a:tr>
              <a:tr h="34290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102</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9/12</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42900">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2</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102</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0" i="0" u="none" strike="noStrike" cap="none">
                          <a:solidFill>
                            <a:schemeClr val="dk1"/>
                          </a:solidFill>
                          <a:latin typeface="Tahoma"/>
                          <a:ea typeface="Tahoma"/>
                          <a:cs typeface="Tahoma"/>
                          <a:sym typeface="Tahoma"/>
                        </a:rPr>
                        <a:t>9/13</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638" name="Google Shape;1638;p81"/>
          <p:cNvSpPr txBox="1"/>
          <p:nvPr/>
        </p:nvSpPr>
        <p:spPr>
          <a:xfrm>
            <a:off x="5955260" y="280435"/>
            <a:ext cx="8595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Sailors</a:t>
            </a:r>
            <a:endParaRPr sz="1400" b="0" i="0" u="none" strike="noStrike" cap="none">
              <a:solidFill>
                <a:srgbClr val="000000"/>
              </a:solidFill>
              <a:latin typeface="Arial"/>
              <a:ea typeface="Arial"/>
              <a:cs typeface="Arial"/>
              <a:sym typeface="Arial"/>
            </a:endParaRPr>
          </a:p>
        </p:txBody>
      </p:sp>
      <p:sp>
        <p:nvSpPr>
          <p:cNvPr id="1639" name="Google Shape;1639;p81"/>
          <p:cNvSpPr txBox="1"/>
          <p:nvPr/>
        </p:nvSpPr>
        <p:spPr>
          <a:xfrm>
            <a:off x="9096433" y="298641"/>
            <a:ext cx="79380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Boats</a:t>
            </a:r>
            <a:endParaRPr sz="1400" b="0" i="0" u="none" strike="noStrike" cap="none">
              <a:solidFill>
                <a:srgbClr val="000000"/>
              </a:solidFill>
              <a:latin typeface="Arial"/>
              <a:ea typeface="Arial"/>
              <a:cs typeface="Arial"/>
              <a:sym typeface="Arial"/>
            </a:endParaRPr>
          </a:p>
        </p:txBody>
      </p:sp>
      <p:sp>
        <p:nvSpPr>
          <p:cNvPr id="1640" name="Google Shape;1640;p81"/>
          <p:cNvSpPr txBox="1"/>
          <p:nvPr/>
        </p:nvSpPr>
        <p:spPr>
          <a:xfrm>
            <a:off x="7635278" y="2195128"/>
            <a:ext cx="115288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Reserves</a:t>
            </a:r>
            <a:endParaRPr sz="1800" b="0" i="0" u="none" strike="noStrike" cap="none">
              <a:solidFill>
                <a:schemeClr val="dk1"/>
              </a:solidFill>
              <a:latin typeface="Rockwell"/>
              <a:ea typeface="Rockwell"/>
              <a:cs typeface="Rockwell"/>
              <a:sym typeface="Rockwell"/>
            </a:endParaRPr>
          </a:p>
        </p:txBody>
      </p:sp>
      <p:grpSp>
        <p:nvGrpSpPr>
          <p:cNvPr id="1641" name="Google Shape;1641;p81"/>
          <p:cNvGrpSpPr/>
          <p:nvPr/>
        </p:nvGrpSpPr>
        <p:grpSpPr>
          <a:xfrm>
            <a:off x="8771579" y="5182947"/>
            <a:ext cx="2016303" cy="1270242"/>
            <a:chOff x="8858215" y="5182947"/>
            <a:chExt cx="2016303" cy="1270242"/>
          </a:xfrm>
        </p:grpSpPr>
        <p:sp>
          <p:nvSpPr>
            <p:cNvPr id="1642" name="Google Shape;1642;p81"/>
            <p:cNvSpPr/>
            <p:nvPr/>
          </p:nvSpPr>
          <p:spPr>
            <a:xfrm>
              <a:off x="9604277" y="5306209"/>
              <a:ext cx="524181" cy="1023721"/>
            </a:xfrm>
            <a:custGeom>
              <a:avLst/>
              <a:gdLst/>
              <a:ahLst/>
              <a:cxnLst/>
              <a:rect l="l" t="t" r="r" b="b"/>
              <a:pathLst>
                <a:path w="524181" h="1023721" extrusionOk="0">
                  <a:moveTo>
                    <a:pt x="262091" y="0"/>
                  </a:moveTo>
                  <a:lnTo>
                    <a:pt x="338159" y="62762"/>
                  </a:lnTo>
                  <a:cubicBezTo>
                    <a:pt x="453093" y="177696"/>
                    <a:pt x="524181" y="336476"/>
                    <a:pt x="524181" y="511860"/>
                  </a:cubicBezTo>
                  <a:cubicBezTo>
                    <a:pt x="524181" y="687244"/>
                    <a:pt x="453093" y="846024"/>
                    <a:pt x="338159" y="960959"/>
                  </a:cubicBezTo>
                  <a:lnTo>
                    <a:pt x="262091" y="1023721"/>
                  </a:lnTo>
                  <a:lnTo>
                    <a:pt x="186023" y="960959"/>
                  </a:lnTo>
                  <a:cubicBezTo>
                    <a:pt x="71088" y="846024"/>
                    <a:pt x="0" y="687244"/>
                    <a:pt x="0" y="511860"/>
                  </a:cubicBezTo>
                  <a:cubicBezTo>
                    <a:pt x="0" y="336476"/>
                    <a:pt x="71088" y="177696"/>
                    <a:pt x="186023" y="62762"/>
                  </a:cubicBezTo>
                  <a:close/>
                </a:path>
              </a:pathLst>
            </a:custGeom>
            <a:solidFill>
              <a:srgbClr val="7030A0"/>
            </a:solidFill>
            <a:ln w="127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p:nvGrpSpPr>
            <p:cNvPr id="1643" name="Google Shape;1643;p81"/>
            <p:cNvGrpSpPr/>
            <p:nvPr/>
          </p:nvGrpSpPr>
          <p:grpSpPr>
            <a:xfrm>
              <a:off x="8858215" y="5182947"/>
              <a:ext cx="2016303" cy="1270242"/>
              <a:chOff x="8858215" y="5182947"/>
              <a:chExt cx="2016303" cy="1270242"/>
            </a:xfrm>
          </p:grpSpPr>
          <p:sp>
            <p:nvSpPr>
              <p:cNvPr id="1644" name="Google Shape;1644;p81"/>
              <p:cNvSpPr/>
              <p:nvPr/>
            </p:nvSpPr>
            <p:spPr>
              <a:xfrm>
                <a:off x="8858215" y="5182947"/>
                <a:ext cx="1270242" cy="1270242"/>
              </a:xfrm>
              <a:prstGeom prst="ellipse">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1645" name="Google Shape;1645;p81"/>
              <p:cNvSpPr/>
              <p:nvPr/>
            </p:nvSpPr>
            <p:spPr>
              <a:xfrm>
                <a:off x="9604276" y="5182947"/>
                <a:ext cx="1270242" cy="1270242"/>
              </a:xfrm>
              <a:prstGeom prst="ellipse">
                <a:avLst/>
              </a:prstGeom>
              <a:no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p:grpSp>
      <p:grpSp>
        <p:nvGrpSpPr>
          <p:cNvPr id="1646" name="Google Shape;1646;p81"/>
          <p:cNvGrpSpPr/>
          <p:nvPr/>
        </p:nvGrpSpPr>
        <p:grpSpPr>
          <a:xfrm>
            <a:off x="465598" y="3138130"/>
            <a:ext cx="6655963" cy="1589347"/>
            <a:chOff x="465598" y="3138130"/>
            <a:chExt cx="6655963" cy="1589347"/>
          </a:xfrm>
        </p:grpSpPr>
        <p:sp>
          <p:nvSpPr>
            <p:cNvPr id="1647" name="Google Shape;1647;p81"/>
            <p:cNvSpPr/>
            <p:nvPr/>
          </p:nvSpPr>
          <p:spPr>
            <a:xfrm>
              <a:off x="465598" y="3138130"/>
              <a:ext cx="6464300" cy="1574800"/>
            </a:xfrm>
            <a:prstGeom prst="rect">
              <a:avLst/>
            </a:prstGeom>
            <a:solidFill>
              <a:srgbClr val="FAD8CB">
                <a:alpha val="21568"/>
              </a:srgbClr>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1648" name="Google Shape;1648;p81"/>
            <p:cNvSpPr txBox="1"/>
            <p:nvPr/>
          </p:nvSpPr>
          <p:spPr>
            <a:xfrm>
              <a:off x="4336028" y="4358145"/>
              <a:ext cx="278553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Most common format!</a:t>
              </a:r>
              <a:endParaRPr sz="1400" b="0" i="0" u="none" strike="noStrike" cap="none">
                <a:solidFill>
                  <a:srgbClr val="000000"/>
                </a:solidFill>
                <a:latin typeface="Arial"/>
                <a:ea typeface="Arial"/>
                <a:cs typeface="Arial"/>
                <a:sym typeface="Arial"/>
              </a:endParaRPr>
            </a:p>
          </p:txBody>
        </p:sp>
      </p:gr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1988E5F2-528B-E990-35A7-85998B7E638E}"/>
                  </a:ext>
                </a:extLst>
              </p14:cNvPr>
              <p14:cNvContentPartPr/>
              <p14:nvPr/>
            </p14:nvContentPartPr>
            <p14:xfrm>
              <a:off x="5891400" y="5178600"/>
              <a:ext cx="3953160" cy="1562040"/>
            </p14:xfrm>
          </p:contentPart>
        </mc:Choice>
        <mc:Fallback xmlns="">
          <p:pic>
            <p:nvPicPr>
              <p:cNvPr id="2" name="Ink 1">
                <a:extLst>
                  <a:ext uri="{FF2B5EF4-FFF2-40B4-BE49-F238E27FC236}">
                    <a16:creationId xmlns:a16="http://schemas.microsoft.com/office/drawing/2014/main" id="{1988E5F2-528B-E990-35A7-85998B7E638E}"/>
                  </a:ext>
                </a:extLst>
              </p:cNvPr>
              <p:cNvPicPr/>
              <p:nvPr/>
            </p:nvPicPr>
            <p:blipFill>
              <a:blip r:embed="rId6"/>
              <a:stretch>
                <a:fillRect/>
              </a:stretch>
            </p:blipFill>
            <p:spPr>
              <a:xfrm>
                <a:off x="5882040" y="5169240"/>
                <a:ext cx="3971880" cy="15807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2"/>
                                        </p:tgtEl>
                                        <p:attrNameLst>
                                          <p:attrName>style.visibility</p:attrName>
                                        </p:attrNameLst>
                                      </p:cBhvr>
                                      <p:to>
                                        <p:strVal val="visible"/>
                                      </p:to>
                                    </p:set>
                                    <p:animEffect transition="in" filter="fade">
                                      <p:cBhvr>
                                        <p:cTn id="7" dur="500"/>
                                        <p:tgtEl>
                                          <p:spTgt spid="163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6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653"/>
        <p:cNvGrpSpPr/>
        <p:nvPr/>
      </p:nvGrpSpPr>
      <p:grpSpPr>
        <a:xfrm>
          <a:off x="0" y="0"/>
          <a:ext cx="0" cy="0"/>
          <a:chOff x="0" y="0"/>
          <a:chExt cx="0" cy="0"/>
        </a:xfrm>
      </p:grpSpPr>
      <p:sp>
        <p:nvSpPr>
          <p:cNvPr id="1654" name="Google Shape;1654;p8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JOIN VARIANTS</a:t>
            </a:r>
            <a:endParaRPr dirty="0"/>
          </a:p>
        </p:txBody>
      </p:sp>
      <p:sp>
        <p:nvSpPr>
          <p:cNvPr id="1655" name="Google Shape;1655;p82"/>
          <p:cNvSpPr txBox="1">
            <a:spLocks noGrp="1"/>
          </p:cNvSpPr>
          <p:nvPr>
            <p:ph type="body" idx="1"/>
          </p:nvPr>
        </p:nvSpPr>
        <p:spPr>
          <a:xfrm>
            <a:off x="1303867" y="4045231"/>
            <a:ext cx="10297583" cy="2315228"/>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INNER is default</a:t>
            </a:r>
            <a:endParaRPr dirty="0"/>
          </a:p>
          <a:p>
            <a:pPr marL="182880" lvl="0" indent="-182880" algn="l" rtl="0">
              <a:lnSpc>
                <a:spcPct val="90000"/>
              </a:lnSpc>
              <a:spcBef>
                <a:spcPts val="1200"/>
              </a:spcBef>
              <a:spcAft>
                <a:spcPts val="0"/>
              </a:spcAft>
              <a:buSzPts val="1700"/>
              <a:buChar char="▪"/>
            </a:pPr>
            <a:r>
              <a:rPr lang="en-US" dirty="0"/>
              <a:t>Inner join is akin to what we have seen so far.</a:t>
            </a:r>
            <a:endParaRPr dirty="0"/>
          </a:p>
          <a:p>
            <a:pPr marL="182880" lvl="0" indent="-182880" algn="l" rtl="0">
              <a:lnSpc>
                <a:spcPct val="90000"/>
              </a:lnSpc>
              <a:spcBef>
                <a:spcPts val="1200"/>
              </a:spcBef>
              <a:spcAft>
                <a:spcPts val="0"/>
              </a:spcAft>
              <a:buSzPts val="1700"/>
              <a:buChar char="▪"/>
            </a:pPr>
            <a:r>
              <a:rPr lang="en-US" dirty="0"/>
              <a:t>FULL OUTER is the equivalent of join=‘outer’ in pandas.</a:t>
            </a:r>
            <a:endParaRPr dirty="0"/>
          </a:p>
          <a:p>
            <a:pPr marL="182880" lvl="0" indent="-182880" algn="l" rtl="0">
              <a:lnSpc>
                <a:spcPct val="90000"/>
              </a:lnSpc>
              <a:spcBef>
                <a:spcPts val="1200"/>
              </a:spcBef>
              <a:spcAft>
                <a:spcPts val="0"/>
              </a:spcAft>
              <a:buSzPts val="1700"/>
              <a:buChar char="▪"/>
            </a:pPr>
            <a:r>
              <a:rPr lang="en-US" dirty="0"/>
              <a:t>“OUTER” is optional, but recommended for clarity.</a:t>
            </a:r>
            <a:endParaRPr dirty="0"/>
          </a:p>
        </p:txBody>
      </p:sp>
      <p:sp>
        <p:nvSpPr>
          <p:cNvPr id="1656" name="Google Shape;1656;p82"/>
          <p:cNvSpPr/>
          <p:nvPr/>
        </p:nvSpPr>
        <p:spPr>
          <a:xfrm>
            <a:off x="876300" y="1646238"/>
            <a:ext cx="10725150" cy="1939635"/>
          </a:xfrm>
          <a:prstGeom prst="rect">
            <a:avLst/>
          </a:prstGeom>
          <a:noFill/>
          <a:ln>
            <a:noFill/>
          </a:ln>
        </p:spPr>
        <p:txBody>
          <a:bodyPr spcFirstLastPara="1" wrap="square" lIns="92075" tIns="46025" rIns="92075" bIns="460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2"/>
                </a:solidFill>
                <a:latin typeface="Rockwell"/>
                <a:ea typeface="Rockwell"/>
                <a:cs typeface="Rockwell"/>
                <a:sym typeface="Rockwell"/>
              </a:rPr>
              <a:t>SELECT (column_list)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2"/>
                </a:solidFill>
                <a:latin typeface="Rockwell"/>
                <a:ea typeface="Rockwell"/>
                <a:cs typeface="Rockwell"/>
                <a:sym typeface="Rockwell"/>
              </a:rPr>
              <a:t>FROM  </a:t>
            </a:r>
            <a:r>
              <a:rPr lang="en-US" sz="2400" b="0" i="1" u="none" strike="noStrike" cap="none">
                <a:solidFill>
                  <a:srgbClr val="6600CC"/>
                </a:solidFill>
                <a:latin typeface="Rockwell"/>
                <a:ea typeface="Rockwell"/>
                <a:cs typeface="Rockwell"/>
                <a:sym typeface="Rockwell"/>
              </a:rPr>
              <a:t>table_name</a:t>
            </a:r>
            <a:endParaRPr sz="2400" b="0" i="1" u="none" strike="noStrike" cap="none">
              <a:solidFill>
                <a:srgbClr val="6600CC"/>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6600CC"/>
                </a:solidFill>
                <a:latin typeface="Rockwell"/>
                <a:ea typeface="Rockwell"/>
                <a:cs typeface="Rockwell"/>
                <a:sym typeface="Rockwell"/>
              </a:rPr>
              <a:t>  </a:t>
            </a:r>
            <a:r>
              <a:rPr lang="en-US" sz="2400" b="0" i="0" u="none" strike="noStrike" cap="none">
                <a:solidFill>
                  <a:schemeClr val="accent2"/>
                </a:solidFill>
                <a:latin typeface="Rockwell"/>
                <a:ea typeface="Rockwell"/>
                <a:cs typeface="Rockwell"/>
                <a:sym typeface="Rockwell"/>
              </a:rPr>
              <a:t>[INNER | LEFT OUTER |RIGHT OUTER | FULL OUTER] JOIN</a:t>
            </a:r>
            <a:r>
              <a:rPr lang="en-US" sz="2400" b="0" i="1" u="none" strike="noStrike" cap="none">
                <a:solidFill>
                  <a:srgbClr val="6600CC"/>
                </a:solidFill>
                <a:latin typeface="Rockwell"/>
                <a:ea typeface="Rockwell"/>
                <a:cs typeface="Rockwell"/>
                <a:sym typeface="Rockwell"/>
              </a:rPr>
              <a:t> table_name</a:t>
            </a:r>
            <a:endParaRPr sz="2400" b="0" i="1" u="none" strike="noStrike" cap="none">
              <a:solidFill>
                <a:srgbClr val="6600CC"/>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6600CC"/>
                </a:solidFill>
                <a:latin typeface="Rockwell"/>
                <a:ea typeface="Rockwell"/>
                <a:cs typeface="Rockwell"/>
                <a:sym typeface="Rockwell"/>
              </a:rPr>
              <a:t>    ON</a:t>
            </a:r>
            <a:r>
              <a:rPr lang="en-US" sz="2400" b="0" i="1" u="none" strike="noStrike" cap="none">
                <a:solidFill>
                  <a:srgbClr val="6600CC"/>
                </a:solidFill>
                <a:latin typeface="Rockwell"/>
                <a:ea typeface="Rockwell"/>
                <a:cs typeface="Rockwell"/>
                <a:sym typeface="Rockwell"/>
              </a:rPr>
              <a:t> qualification_list</a:t>
            </a:r>
            <a:endParaRPr sz="2400" b="0" i="1" u="none" strike="noStrike" cap="none">
              <a:solidFill>
                <a:srgbClr val="6600CC"/>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accent2"/>
                </a:solidFill>
                <a:latin typeface="Rockwell"/>
                <a:ea typeface="Rockwell"/>
                <a:cs typeface="Rockwell"/>
                <a:sym typeface="Rockwell"/>
              </a:rPr>
              <a:t>WHERE …</a:t>
            </a:r>
            <a:endParaRPr sz="2400" b="0" i="1" u="none" strike="noStrike" cap="none">
              <a:solidFill>
                <a:schemeClr val="accent2"/>
              </a:solidFill>
              <a:latin typeface="Rockwell"/>
              <a:ea typeface="Rockwell"/>
              <a:cs typeface="Rockwell"/>
              <a:sym typeface="Rockwe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661"/>
        <p:cNvGrpSpPr/>
        <p:nvPr/>
      </p:nvGrpSpPr>
      <p:grpSpPr>
        <a:xfrm>
          <a:off x="0" y="0"/>
          <a:ext cx="0" cy="0"/>
          <a:chOff x="0" y="0"/>
          <a:chExt cx="0" cy="0"/>
        </a:xfrm>
      </p:grpSpPr>
      <p:sp>
        <p:nvSpPr>
          <p:cNvPr id="1662" name="Google Shape;1662;p83"/>
          <p:cNvSpPr txBox="1">
            <a:spLocks noGrp="1"/>
          </p:cNvSpPr>
          <p:nvPr>
            <p:ph type="body" idx="1"/>
          </p:nvPr>
        </p:nvSpPr>
        <p:spPr>
          <a:xfrm>
            <a:off x="940570" y="1646238"/>
            <a:ext cx="10309322" cy="4563533"/>
          </a:xfrm>
          <a:prstGeom prst="rect">
            <a:avLst/>
          </a:prstGeom>
          <a:noFill/>
          <a:ln>
            <a:noFill/>
          </a:ln>
        </p:spPr>
        <p:txBody>
          <a:bodyPr spcFirstLastPara="1" wrap="square" lIns="91425" tIns="45700" rIns="91425" bIns="45700" anchor="t" anchorCtr="0">
            <a:normAutofit fontScale="92500" lnSpcReduction="20000"/>
          </a:bodyPr>
          <a:lstStyle/>
          <a:p>
            <a:pPr marL="182880" lvl="0" indent="-182880" algn="l" rtl="0">
              <a:lnSpc>
                <a:spcPct val="120000"/>
              </a:lnSpc>
              <a:spcBef>
                <a:spcPts val="0"/>
              </a:spcBef>
              <a:spcAft>
                <a:spcPts val="0"/>
              </a:spcAft>
              <a:buSzPct val="85000"/>
              <a:buFont typeface="Rockwell"/>
              <a:buNone/>
            </a:pPr>
            <a:r>
              <a:rPr lang="en-US" sz="2400" dirty="0">
                <a:latin typeface="Rockwell"/>
                <a:ea typeface="Rockwell"/>
                <a:cs typeface="Rockwell"/>
                <a:sym typeface="Rockwell"/>
              </a:rPr>
              <a:t>Returns all matched rows, </a:t>
            </a:r>
            <a:r>
              <a:rPr lang="en-US" sz="2400" u="sng" dirty="0">
                <a:latin typeface="Rockwell"/>
                <a:ea typeface="Rockwell"/>
                <a:cs typeface="Rockwell"/>
                <a:sym typeface="Rockwell"/>
              </a:rPr>
              <a:t>and </a:t>
            </a:r>
            <a:r>
              <a:rPr lang="en-US" sz="2400" i="1" u="sng" dirty="0">
                <a:latin typeface="Rockwell"/>
                <a:ea typeface="Rockwell"/>
                <a:cs typeface="Rockwell"/>
                <a:sym typeface="Rockwell"/>
              </a:rPr>
              <a:t>preserves</a:t>
            </a:r>
            <a:r>
              <a:rPr lang="en-US" sz="2400" dirty="0">
                <a:latin typeface="Rockwell"/>
                <a:ea typeface="Rockwell"/>
                <a:cs typeface="Rockwell"/>
                <a:sym typeface="Rockwell"/>
              </a:rPr>
              <a:t> </a:t>
            </a:r>
            <a:r>
              <a:rPr lang="en-US" sz="2400" u="sng" dirty="0">
                <a:latin typeface="Rockwell"/>
                <a:ea typeface="Rockwell"/>
                <a:cs typeface="Rockwell"/>
                <a:sym typeface="Rockwell"/>
              </a:rPr>
              <a:t>all unmatched rows from the table on the left</a:t>
            </a:r>
            <a:r>
              <a:rPr lang="en-US" sz="2400" dirty="0">
                <a:latin typeface="Rockwell"/>
                <a:ea typeface="Rockwell"/>
                <a:cs typeface="Rockwell"/>
                <a:sym typeface="Rockwell"/>
              </a:rPr>
              <a:t> of the join clause</a:t>
            </a:r>
            <a:endParaRPr dirty="0"/>
          </a:p>
          <a:p>
            <a:pPr marL="182880" lvl="0" indent="-182880" algn="l" rtl="0">
              <a:lnSpc>
                <a:spcPct val="120000"/>
              </a:lnSpc>
              <a:spcBef>
                <a:spcPts val="400"/>
              </a:spcBef>
              <a:spcAft>
                <a:spcPts val="0"/>
              </a:spcAft>
              <a:buSzPct val="85000"/>
              <a:buFont typeface="Rockwell"/>
              <a:buNone/>
            </a:pPr>
            <a:r>
              <a:rPr lang="en-US" sz="2400" dirty="0">
                <a:latin typeface="Rockwell"/>
                <a:ea typeface="Rockwell"/>
                <a:cs typeface="Rockwell"/>
                <a:sym typeface="Rockwell"/>
              </a:rPr>
              <a:t>(use nulls in fields of non-matching tuples)</a:t>
            </a:r>
            <a:endParaRPr dirty="0"/>
          </a:p>
          <a:p>
            <a:pPr marL="182880" lvl="0" indent="-182880" algn="l" rtl="0">
              <a:lnSpc>
                <a:spcPct val="120000"/>
              </a:lnSpc>
              <a:spcBef>
                <a:spcPts val="400"/>
              </a:spcBef>
              <a:spcAft>
                <a:spcPts val="0"/>
              </a:spcAft>
              <a:buSzPct val="85000"/>
              <a:buFont typeface="Rockwell"/>
              <a:buNone/>
            </a:pPr>
            <a:endParaRPr sz="2400" dirty="0">
              <a:latin typeface="Rockwell"/>
              <a:ea typeface="Rockwell"/>
              <a:cs typeface="Rockwell"/>
              <a:sym typeface="Rockwell"/>
            </a:endParaRPr>
          </a:p>
          <a:p>
            <a:pPr marL="182880" lvl="0" indent="-182880" algn="l" rtl="0">
              <a:lnSpc>
                <a:spcPct val="120000"/>
              </a:lnSpc>
              <a:spcBef>
                <a:spcPts val="400"/>
              </a:spcBef>
              <a:spcAft>
                <a:spcPts val="0"/>
              </a:spcAft>
              <a:buSzPct val="85000"/>
              <a:buFont typeface="Oi"/>
              <a:buNone/>
            </a:pPr>
            <a:r>
              <a:rPr lang="en-US" sz="3000" dirty="0">
                <a:solidFill>
                  <a:srgbClr val="0033CC"/>
                </a:solidFill>
                <a:latin typeface="Oi"/>
                <a:ea typeface="Oi"/>
                <a:cs typeface="Oi"/>
                <a:sym typeface="Oi"/>
              </a:rPr>
              <a:t>SELECT </a:t>
            </a:r>
            <a:r>
              <a:rPr lang="en-US" sz="3000" dirty="0" err="1">
                <a:solidFill>
                  <a:srgbClr val="0033CC"/>
                </a:solidFill>
                <a:latin typeface="Oi"/>
                <a:ea typeface="Oi"/>
                <a:cs typeface="Oi"/>
                <a:sym typeface="Oi"/>
              </a:rPr>
              <a:t>s.sid</a:t>
            </a:r>
            <a:r>
              <a:rPr lang="en-US" sz="3000" dirty="0">
                <a:solidFill>
                  <a:srgbClr val="0033CC"/>
                </a:solidFill>
                <a:latin typeface="Oi"/>
                <a:ea typeface="Oi"/>
                <a:cs typeface="Oi"/>
                <a:sym typeface="Oi"/>
              </a:rPr>
              <a:t>, </a:t>
            </a:r>
            <a:r>
              <a:rPr lang="en-US" sz="3000" dirty="0" err="1">
                <a:solidFill>
                  <a:srgbClr val="0033CC"/>
                </a:solidFill>
                <a:latin typeface="Oi"/>
                <a:ea typeface="Oi"/>
                <a:cs typeface="Oi"/>
                <a:sym typeface="Oi"/>
              </a:rPr>
              <a:t>s.sname</a:t>
            </a:r>
            <a:r>
              <a:rPr lang="en-US" sz="3000" dirty="0">
                <a:solidFill>
                  <a:srgbClr val="0033CC"/>
                </a:solidFill>
                <a:latin typeface="Oi"/>
                <a:ea typeface="Oi"/>
                <a:cs typeface="Oi"/>
                <a:sym typeface="Oi"/>
              </a:rPr>
              <a:t>, </a:t>
            </a:r>
            <a:r>
              <a:rPr lang="en-US" sz="3000" dirty="0" err="1">
                <a:solidFill>
                  <a:srgbClr val="0033CC"/>
                </a:solidFill>
                <a:latin typeface="Oi"/>
                <a:ea typeface="Oi"/>
                <a:cs typeface="Oi"/>
                <a:sym typeface="Oi"/>
              </a:rPr>
              <a:t>r.bid</a:t>
            </a:r>
            <a:r>
              <a:rPr lang="en-US" sz="3000" dirty="0">
                <a:solidFill>
                  <a:srgbClr val="0033CC"/>
                </a:solidFill>
                <a:latin typeface="Oi"/>
                <a:ea typeface="Oi"/>
                <a:cs typeface="Oi"/>
                <a:sym typeface="Oi"/>
              </a:rPr>
              <a:t> </a:t>
            </a:r>
            <a:endParaRPr dirty="0"/>
          </a:p>
          <a:p>
            <a:pPr marL="182880" lvl="0" indent="-182880" algn="l" rtl="0">
              <a:lnSpc>
                <a:spcPct val="120000"/>
              </a:lnSpc>
              <a:spcBef>
                <a:spcPts val="400"/>
              </a:spcBef>
              <a:spcAft>
                <a:spcPts val="0"/>
              </a:spcAft>
              <a:buSzPct val="85000"/>
              <a:buFont typeface="Oi"/>
              <a:buNone/>
            </a:pPr>
            <a:r>
              <a:rPr lang="en-US" sz="3000" dirty="0">
                <a:solidFill>
                  <a:srgbClr val="0033CC"/>
                </a:solidFill>
                <a:latin typeface="Oi"/>
                <a:ea typeface="Oi"/>
                <a:cs typeface="Oi"/>
                <a:sym typeface="Oi"/>
              </a:rPr>
              <a:t>FROM Sailors2 s LEFT OUTER JOIN Reserves2 r </a:t>
            </a:r>
            <a:endParaRPr dirty="0"/>
          </a:p>
          <a:p>
            <a:pPr marL="182880" lvl="0" indent="-182880" algn="l" rtl="0">
              <a:lnSpc>
                <a:spcPct val="120000"/>
              </a:lnSpc>
              <a:spcBef>
                <a:spcPts val="400"/>
              </a:spcBef>
              <a:spcAft>
                <a:spcPts val="0"/>
              </a:spcAft>
              <a:buSzPct val="85000"/>
              <a:buFont typeface="Oi"/>
              <a:buNone/>
            </a:pPr>
            <a:r>
              <a:rPr lang="en-US" sz="3000" dirty="0">
                <a:solidFill>
                  <a:srgbClr val="0033CC"/>
                </a:solidFill>
                <a:latin typeface="Oi"/>
                <a:ea typeface="Oi"/>
                <a:cs typeface="Oi"/>
                <a:sym typeface="Oi"/>
              </a:rPr>
              <a:t>ON </a:t>
            </a:r>
            <a:r>
              <a:rPr lang="en-US" sz="3000" dirty="0" err="1">
                <a:solidFill>
                  <a:srgbClr val="0033CC"/>
                </a:solidFill>
                <a:latin typeface="Oi"/>
                <a:ea typeface="Oi"/>
                <a:cs typeface="Oi"/>
                <a:sym typeface="Oi"/>
              </a:rPr>
              <a:t>s.sid</a:t>
            </a:r>
            <a:r>
              <a:rPr lang="en-US" sz="3000" dirty="0">
                <a:solidFill>
                  <a:srgbClr val="0033CC"/>
                </a:solidFill>
                <a:latin typeface="Oi"/>
                <a:ea typeface="Oi"/>
                <a:cs typeface="Oi"/>
                <a:sym typeface="Oi"/>
              </a:rPr>
              <a:t> = </a:t>
            </a:r>
            <a:r>
              <a:rPr lang="en-US" sz="3000" dirty="0" err="1">
                <a:solidFill>
                  <a:srgbClr val="0033CC"/>
                </a:solidFill>
                <a:latin typeface="Oi"/>
                <a:ea typeface="Oi"/>
                <a:cs typeface="Oi"/>
                <a:sym typeface="Oi"/>
              </a:rPr>
              <a:t>r.sid</a:t>
            </a:r>
            <a:r>
              <a:rPr lang="en-US" sz="3000" dirty="0">
                <a:solidFill>
                  <a:srgbClr val="0033CC"/>
                </a:solidFill>
                <a:latin typeface="Oi"/>
                <a:ea typeface="Oi"/>
                <a:cs typeface="Oi"/>
                <a:sym typeface="Oi"/>
              </a:rPr>
              <a:t>;</a:t>
            </a:r>
            <a:endParaRPr sz="3000" dirty="0">
              <a:latin typeface="Oi"/>
              <a:ea typeface="Oi"/>
              <a:cs typeface="Oi"/>
              <a:sym typeface="Oi"/>
            </a:endParaRPr>
          </a:p>
          <a:p>
            <a:pPr marL="182880" lvl="0" indent="-182880" algn="l" rtl="0">
              <a:lnSpc>
                <a:spcPct val="120000"/>
              </a:lnSpc>
              <a:spcBef>
                <a:spcPts val="400"/>
              </a:spcBef>
              <a:spcAft>
                <a:spcPts val="0"/>
              </a:spcAft>
              <a:buSzPct val="85000"/>
              <a:buFont typeface="Rockwell"/>
              <a:buNone/>
            </a:pPr>
            <a:endParaRPr sz="2400" dirty="0">
              <a:latin typeface="Tahoma"/>
              <a:ea typeface="Tahoma"/>
              <a:cs typeface="Tahoma"/>
              <a:sym typeface="Tahoma"/>
            </a:endParaRPr>
          </a:p>
          <a:p>
            <a:pPr marL="182880" lvl="0" indent="-182880" algn="l" rtl="0">
              <a:lnSpc>
                <a:spcPct val="120000"/>
              </a:lnSpc>
              <a:spcBef>
                <a:spcPts val="400"/>
              </a:spcBef>
              <a:spcAft>
                <a:spcPts val="0"/>
              </a:spcAft>
              <a:buSzPct val="85000"/>
              <a:buFont typeface="Rockwell"/>
              <a:buNone/>
            </a:pPr>
            <a:r>
              <a:rPr lang="en-US" sz="2400" dirty="0">
                <a:latin typeface="Rockwell"/>
                <a:ea typeface="Rockwell"/>
                <a:cs typeface="Rockwell"/>
                <a:sym typeface="Rockwell"/>
              </a:rPr>
              <a:t>Returns all sailors &amp; bid for boat in any of their reservations</a:t>
            </a:r>
            <a:endParaRPr dirty="0"/>
          </a:p>
          <a:p>
            <a:pPr marL="182880" lvl="0" indent="-182880" algn="l" rtl="0">
              <a:lnSpc>
                <a:spcPct val="120000"/>
              </a:lnSpc>
              <a:spcBef>
                <a:spcPts val="400"/>
              </a:spcBef>
              <a:spcAft>
                <a:spcPts val="0"/>
              </a:spcAft>
              <a:buSzPct val="85000"/>
              <a:buFont typeface="Rockwell"/>
              <a:buNone/>
            </a:pPr>
            <a:r>
              <a:rPr lang="en-US" sz="2400" b="1" dirty="0">
                <a:latin typeface="Rockwell"/>
                <a:ea typeface="Rockwell"/>
                <a:cs typeface="Rockwell"/>
                <a:sym typeface="Rockwell"/>
              </a:rPr>
              <a:t>Note: If there is a sailor without a boat reservation then the sailor is matched with the NULL bid.</a:t>
            </a:r>
            <a:endParaRPr dirty="0"/>
          </a:p>
        </p:txBody>
      </p:sp>
      <p:sp>
        <p:nvSpPr>
          <p:cNvPr id="1663" name="Google Shape;1663;p8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LEFT JOIN</a:t>
            </a:r>
            <a:endParaRPr/>
          </a:p>
        </p:txBody>
      </p:sp>
      <p:grpSp>
        <p:nvGrpSpPr>
          <p:cNvPr id="1664" name="Google Shape;1664;p83"/>
          <p:cNvGrpSpPr/>
          <p:nvPr/>
        </p:nvGrpSpPr>
        <p:grpSpPr>
          <a:xfrm>
            <a:off x="3466175" y="200417"/>
            <a:ext cx="2016303" cy="1270242"/>
            <a:chOff x="4944973" y="348335"/>
            <a:chExt cx="2016303" cy="1270242"/>
          </a:xfrm>
        </p:grpSpPr>
        <p:grpSp>
          <p:nvGrpSpPr>
            <p:cNvPr id="1665" name="Google Shape;1665;p83"/>
            <p:cNvGrpSpPr/>
            <p:nvPr/>
          </p:nvGrpSpPr>
          <p:grpSpPr>
            <a:xfrm>
              <a:off x="4944973" y="348335"/>
              <a:ext cx="2016303" cy="1270242"/>
              <a:chOff x="8858215" y="5182947"/>
              <a:chExt cx="2016303" cy="1270242"/>
            </a:xfrm>
          </p:grpSpPr>
          <p:sp>
            <p:nvSpPr>
              <p:cNvPr id="1666" name="Google Shape;1666;p83"/>
              <p:cNvSpPr/>
              <p:nvPr/>
            </p:nvSpPr>
            <p:spPr>
              <a:xfrm>
                <a:off x="8858215" y="5182947"/>
                <a:ext cx="1270242" cy="1270242"/>
              </a:xfrm>
              <a:prstGeom prst="ellipse">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1667" name="Google Shape;1667;p83"/>
              <p:cNvSpPr/>
              <p:nvPr/>
            </p:nvSpPr>
            <p:spPr>
              <a:xfrm>
                <a:off x="9604276" y="5182947"/>
                <a:ext cx="1270242" cy="1270242"/>
              </a:xfrm>
              <a:prstGeom prst="ellipse">
                <a:avLst/>
              </a:prstGeom>
              <a:no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p:sp>
          <p:nvSpPr>
            <p:cNvPr id="1668" name="Google Shape;1668;p83"/>
            <p:cNvSpPr/>
            <p:nvPr/>
          </p:nvSpPr>
          <p:spPr>
            <a:xfrm>
              <a:off x="5691035" y="471597"/>
              <a:ext cx="524181" cy="1023721"/>
            </a:xfrm>
            <a:custGeom>
              <a:avLst/>
              <a:gdLst/>
              <a:ahLst/>
              <a:cxnLst/>
              <a:rect l="l" t="t" r="r" b="b"/>
              <a:pathLst>
                <a:path w="524181" h="1023721" extrusionOk="0">
                  <a:moveTo>
                    <a:pt x="262091" y="0"/>
                  </a:moveTo>
                  <a:lnTo>
                    <a:pt x="338159" y="62762"/>
                  </a:lnTo>
                  <a:cubicBezTo>
                    <a:pt x="453093" y="177696"/>
                    <a:pt x="524181" y="336476"/>
                    <a:pt x="524181" y="511860"/>
                  </a:cubicBezTo>
                  <a:cubicBezTo>
                    <a:pt x="524181" y="687244"/>
                    <a:pt x="453093" y="846024"/>
                    <a:pt x="338159" y="960959"/>
                  </a:cubicBezTo>
                  <a:lnTo>
                    <a:pt x="262091" y="1023721"/>
                  </a:lnTo>
                  <a:lnTo>
                    <a:pt x="186023" y="960959"/>
                  </a:lnTo>
                  <a:cubicBezTo>
                    <a:pt x="71088" y="846024"/>
                    <a:pt x="0" y="687244"/>
                    <a:pt x="0" y="511860"/>
                  </a:cubicBezTo>
                  <a:cubicBezTo>
                    <a:pt x="0" y="336476"/>
                    <a:pt x="71088" y="177696"/>
                    <a:pt x="186023" y="62762"/>
                  </a:cubicBezTo>
                  <a:close/>
                </a:path>
              </a:pathLst>
            </a:custGeom>
            <a:solidFill>
              <a:srgbClr val="7030A0"/>
            </a:solidFill>
            <a:ln w="127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673"/>
        <p:cNvGrpSpPr/>
        <p:nvPr/>
      </p:nvGrpSpPr>
      <p:grpSpPr>
        <a:xfrm>
          <a:off x="0" y="0"/>
          <a:ext cx="0" cy="0"/>
          <a:chOff x="0" y="0"/>
          <a:chExt cx="0" cy="0"/>
        </a:xfrm>
      </p:grpSpPr>
      <p:sp>
        <p:nvSpPr>
          <p:cNvPr id="1674" name="Google Shape;1674;p84"/>
          <p:cNvSpPr txBox="1">
            <a:spLocks noGrp="1"/>
          </p:cNvSpPr>
          <p:nvPr>
            <p:ph type="title"/>
          </p:nvPr>
        </p:nvSpPr>
        <p:spPr>
          <a:xfrm>
            <a:off x="1122217" y="609600"/>
            <a:ext cx="10127673" cy="11430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33CC"/>
              </a:buClr>
              <a:buSzPts val="2800"/>
              <a:buFont typeface="Oi"/>
              <a:buNone/>
            </a:pPr>
            <a:r>
              <a:rPr lang="en-US" sz="2800">
                <a:solidFill>
                  <a:srgbClr val="0033CC"/>
                </a:solidFill>
                <a:latin typeface="Oi"/>
                <a:ea typeface="Oi"/>
                <a:cs typeface="Oi"/>
                <a:sym typeface="Oi"/>
              </a:rPr>
              <a:t>SELECT S.SID, S.SNAME, R.BID </a:t>
            </a:r>
            <a:br>
              <a:rPr lang="en-US" sz="2800">
                <a:solidFill>
                  <a:srgbClr val="0033CC"/>
                </a:solidFill>
                <a:latin typeface="Oi"/>
                <a:ea typeface="Oi"/>
                <a:cs typeface="Oi"/>
                <a:sym typeface="Oi"/>
              </a:rPr>
            </a:br>
            <a:r>
              <a:rPr lang="en-US" sz="2800">
                <a:solidFill>
                  <a:srgbClr val="0033CC"/>
                </a:solidFill>
                <a:latin typeface="Oi"/>
                <a:ea typeface="Oi"/>
                <a:cs typeface="Oi"/>
                <a:sym typeface="Oi"/>
              </a:rPr>
              <a:t>FROM SAILORS2 S LEFT OUTER JOIN RESERVES2 R </a:t>
            </a:r>
            <a:br>
              <a:rPr lang="en-US" sz="2800">
                <a:solidFill>
                  <a:srgbClr val="0033CC"/>
                </a:solidFill>
                <a:latin typeface="Oi"/>
                <a:ea typeface="Oi"/>
                <a:cs typeface="Oi"/>
                <a:sym typeface="Oi"/>
              </a:rPr>
            </a:br>
            <a:r>
              <a:rPr lang="en-US" sz="2800">
                <a:solidFill>
                  <a:srgbClr val="0033CC"/>
                </a:solidFill>
                <a:latin typeface="Oi"/>
                <a:ea typeface="Oi"/>
                <a:cs typeface="Oi"/>
                <a:sym typeface="Oi"/>
              </a:rPr>
              <a:t>ON S.SID = R.SID;</a:t>
            </a:r>
            <a:endParaRPr sz="4800">
              <a:solidFill>
                <a:srgbClr val="0033CC"/>
              </a:solidFill>
              <a:latin typeface="Oi"/>
              <a:ea typeface="Oi"/>
              <a:cs typeface="Oi"/>
              <a:sym typeface="Oi"/>
            </a:endParaRPr>
          </a:p>
        </p:txBody>
      </p:sp>
      <p:sp>
        <p:nvSpPr>
          <p:cNvPr id="1675" name="Google Shape;1675;p84"/>
          <p:cNvSpPr/>
          <p:nvPr/>
        </p:nvSpPr>
        <p:spPr>
          <a:xfrm>
            <a:off x="207818" y="6336579"/>
            <a:ext cx="45720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1" u="sng" strike="noStrike" cap="none">
                <a:solidFill>
                  <a:srgbClr val="7F7F7F"/>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http://sqlfiddle.com/#!17/54a88/2</a:t>
            </a:r>
            <a:r>
              <a:rPr lang="en-US" sz="2000" b="0" i="1" u="none" strike="noStrike" cap="none">
                <a:solidFill>
                  <a:srgbClr val="7F7F7F"/>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graphicFrame>
        <p:nvGraphicFramePr>
          <p:cNvPr id="1676" name="Google Shape;1676;p84"/>
          <p:cNvGraphicFramePr/>
          <p:nvPr/>
        </p:nvGraphicFramePr>
        <p:xfrm>
          <a:off x="5754328" y="4467139"/>
          <a:ext cx="5301600" cy="1869440"/>
        </p:xfrm>
        <a:graphic>
          <a:graphicData uri="http://schemas.openxmlformats.org/drawingml/2006/table">
            <a:tbl>
              <a:tblPr firstRow="1" bandRow="1">
                <a:noFill/>
              </a:tblPr>
              <a:tblGrid>
                <a:gridCol w="1767200">
                  <a:extLst>
                    <a:ext uri="{9D8B030D-6E8A-4147-A177-3AD203B41FA5}">
                      <a16:colId xmlns:a16="http://schemas.microsoft.com/office/drawing/2014/main" val="20000"/>
                    </a:ext>
                  </a:extLst>
                </a:gridCol>
                <a:gridCol w="1767200">
                  <a:extLst>
                    <a:ext uri="{9D8B030D-6E8A-4147-A177-3AD203B41FA5}">
                      <a16:colId xmlns:a16="http://schemas.microsoft.com/office/drawing/2014/main" val="20001"/>
                    </a:ext>
                  </a:extLst>
                </a:gridCol>
                <a:gridCol w="176720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sid</a:t>
                      </a:r>
                      <a:endParaRPr sz="2400" b="1"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sname</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bid</a:t>
                      </a:r>
                      <a:endParaRPr sz="1400" u="none" strike="noStrike" cap="none"/>
                    </a:p>
                  </a:txBody>
                  <a:tcPr marL="50800" marR="50800" marT="50800" marB="50800"/>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22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Dustin</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101</a:t>
                      </a:r>
                      <a:endParaRPr sz="1400" u="none" strike="noStrike" cap="none"/>
                    </a:p>
                  </a:txBody>
                  <a:tcPr marL="50800" marR="50800" marT="50800" marB="50800"/>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95</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Bob</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103</a:t>
                      </a:r>
                      <a:endParaRPr sz="1400" u="none" strike="noStrike" cap="none"/>
                    </a:p>
                  </a:txBody>
                  <a:tcPr marL="50800" marR="50800" marT="50800" marB="50800"/>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31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Lubber</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u="sng" strike="noStrike" cap="none"/>
                        <a:t>(null)</a:t>
                      </a:r>
                      <a:endParaRPr sz="1400" u="none" strike="noStrike" cap="none"/>
                    </a:p>
                  </a:txBody>
                  <a:tcPr marL="50800" marR="50800" marT="50800" marB="50800">
                    <a:solidFill>
                      <a:srgbClr val="C39D91"/>
                    </a:solidFill>
                  </a:tcPr>
                </a:tc>
                <a:extLst>
                  <a:ext uri="{0D108BD9-81ED-4DB2-BD59-A6C34878D82A}">
                    <a16:rowId xmlns:a16="http://schemas.microsoft.com/office/drawing/2014/main" val="10003"/>
                  </a:ext>
                </a:extLst>
              </a:tr>
            </a:tbl>
          </a:graphicData>
        </a:graphic>
      </p:graphicFrame>
      <p:graphicFrame>
        <p:nvGraphicFramePr>
          <p:cNvPr id="1677" name="Google Shape;1677;p84"/>
          <p:cNvGraphicFramePr/>
          <p:nvPr/>
        </p:nvGraphicFramePr>
        <p:xfrm>
          <a:off x="560515" y="2385350"/>
          <a:ext cx="4433500" cy="1625600"/>
        </p:xfrm>
        <a:graphic>
          <a:graphicData uri="http://schemas.openxmlformats.org/drawingml/2006/table">
            <a:tbl>
              <a:tblPr firstRow="1" bandRow="1">
                <a:noFill/>
              </a:tblPr>
              <a:tblGrid>
                <a:gridCol w="1108375">
                  <a:extLst>
                    <a:ext uri="{9D8B030D-6E8A-4147-A177-3AD203B41FA5}">
                      <a16:colId xmlns:a16="http://schemas.microsoft.com/office/drawing/2014/main" val="20000"/>
                    </a:ext>
                  </a:extLst>
                </a:gridCol>
                <a:gridCol w="1108375">
                  <a:extLst>
                    <a:ext uri="{9D8B030D-6E8A-4147-A177-3AD203B41FA5}">
                      <a16:colId xmlns:a16="http://schemas.microsoft.com/office/drawing/2014/main" val="20001"/>
                    </a:ext>
                  </a:extLst>
                </a:gridCol>
                <a:gridCol w="1108375">
                  <a:extLst>
                    <a:ext uri="{9D8B030D-6E8A-4147-A177-3AD203B41FA5}">
                      <a16:colId xmlns:a16="http://schemas.microsoft.com/office/drawing/2014/main" val="20002"/>
                    </a:ext>
                  </a:extLst>
                </a:gridCol>
                <a:gridCol w="110837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sid</a:t>
                      </a:r>
                      <a:endParaRPr sz="2000" b="1"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sname</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rating</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age</a:t>
                      </a:r>
                      <a:endParaRPr sz="1400" u="none" strike="noStrike" cap="none"/>
                    </a:p>
                  </a:txBody>
                  <a:tcPr marL="50800" marR="50800" marT="50800" marB="50800"/>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22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Dustin</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7</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45</a:t>
                      </a:r>
                      <a:endParaRPr sz="1400" u="none" strike="noStrike" cap="none"/>
                    </a:p>
                  </a:txBody>
                  <a:tcPr marL="50800" marR="50800" marT="50800" marB="50800"/>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31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Lubber</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8</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55.5</a:t>
                      </a:r>
                      <a:endParaRPr sz="1400" u="none" strike="noStrike" cap="none"/>
                    </a:p>
                  </a:txBody>
                  <a:tcPr marL="50800" marR="50800" marT="50800" marB="50800"/>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95</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Bob</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3</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63.5</a:t>
                      </a:r>
                      <a:endParaRPr sz="1400" u="none" strike="noStrike" cap="none"/>
                    </a:p>
                  </a:txBody>
                  <a:tcPr marL="50800" marR="50800" marT="50800" marB="50800"/>
                </a:tc>
                <a:extLst>
                  <a:ext uri="{0D108BD9-81ED-4DB2-BD59-A6C34878D82A}">
                    <a16:rowId xmlns:a16="http://schemas.microsoft.com/office/drawing/2014/main" val="10003"/>
                  </a:ext>
                </a:extLst>
              </a:tr>
            </a:tbl>
          </a:graphicData>
        </a:graphic>
      </p:graphicFrame>
      <p:graphicFrame>
        <p:nvGraphicFramePr>
          <p:cNvPr id="1678" name="Google Shape;1678;p84"/>
          <p:cNvGraphicFramePr/>
          <p:nvPr/>
        </p:nvGraphicFramePr>
        <p:xfrm>
          <a:off x="5335781" y="2385350"/>
          <a:ext cx="3927775" cy="1222900"/>
        </p:xfrm>
        <a:graphic>
          <a:graphicData uri="http://schemas.openxmlformats.org/drawingml/2006/table">
            <a:tbl>
              <a:tblPr firstRow="1" bandRow="1">
                <a:noFill/>
              </a:tblPr>
              <a:tblGrid>
                <a:gridCol w="1046025">
                  <a:extLst>
                    <a:ext uri="{9D8B030D-6E8A-4147-A177-3AD203B41FA5}">
                      <a16:colId xmlns:a16="http://schemas.microsoft.com/office/drawing/2014/main" val="20000"/>
                    </a:ext>
                  </a:extLst>
                </a:gridCol>
                <a:gridCol w="105295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010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latin typeface="Rockwell"/>
                          <a:ea typeface="Rockwell"/>
                          <a:cs typeface="Rockwell"/>
                          <a:sym typeface="Rockwell"/>
                        </a:rPr>
                        <a:t>sid</a:t>
                      </a:r>
                      <a:endParaRPr sz="2000" b="1" u="none" strike="noStrike" cap="none">
                        <a:latin typeface="Rockwell"/>
                        <a:ea typeface="Rockwell"/>
                        <a:cs typeface="Rockwell"/>
                        <a:sym typeface="Rockwell"/>
                      </a:endParaRPr>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latin typeface="Rockwell"/>
                          <a:ea typeface="Rockwell"/>
                          <a:cs typeface="Rockwell"/>
                          <a:sym typeface="Rockwell"/>
                        </a:rPr>
                        <a:t>bid</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latin typeface="Rockwell"/>
                          <a:ea typeface="Rockwell"/>
                          <a:cs typeface="Rockwell"/>
                          <a:sym typeface="Rockwell"/>
                        </a:rPr>
                        <a:t>day</a:t>
                      </a:r>
                      <a:endParaRPr sz="1400" u="none" strike="noStrike" cap="none"/>
                    </a:p>
                  </a:txBody>
                  <a:tcPr marL="50800" marR="50800" marT="50800" marB="50800"/>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22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101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Century Gothic"/>
                          <a:ea typeface="Century Gothic"/>
                          <a:cs typeface="Century Gothic"/>
                          <a:sym typeface="Century Gothic"/>
                        </a:rPr>
                        <a:t>1996-10-10</a:t>
                      </a:r>
                      <a:endParaRPr sz="1400" u="none" strike="noStrike" cap="none"/>
                    </a:p>
                  </a:txBody>
                  <a:tcPr marL="50800" marR="50800" marT="50800" marB="50800"/>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95</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103</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Century Gothic"/>
                          <a:ea typeface="Century Gothic"/>
                          <a:cs typeface="Century Gothic"/>
                          <a:sym typeface="Century Gothic"/>
                        </a:rPr>
                        <a:t>1996-11-12</a:t>
                      </a:r>
                      <a:endParaRPr sz="1400" u="none" strike="noStrike" cap="none"/>
                    </a:p>
                  </a:txBody>
                  <a:tcPr marL="50800" marR="50800" marT="50800" marB="50800"/>
                </a:tc>
                <a:extLst>
                  <a:ext uri="{0D108BD9-81ED-4DB2-BD59-A6C34878D82A}">
                    <a16:rowId xmlns:a16="http://schemas.microsoft.com/office/drawing/2014/main" val="10002"/>
                  </a:ext>
                </a:extLst>
              </a:tr>
            </a:tbl>
          </a:graphicData>
        </a:graphic>
      </p:graphicFrame>
      <p:sp>
        <p:nvSpPr>
          <p:cNvPr id="1679" name="Google Shape;1679;p84"/>
          <p:cNvSpPr txBox="1"/>
          <p:nvPr/>
        </p:nvSpPr>
        <p:spPr>
          <a:xfrm>
            <a:off x="5224945" y="2091047"/>
            <a:ext cx="128112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Reserves2</a:t>
            </a:r>
            <a:endParaRPr sz="1400" b="0" i="0" u="none" strike="noStrike" cap="none">
              <a:solidFill>
                <a:srgbClr val="000000"/>
              </a:solidFill>
              <a:latin typeface="Arial"/>
              <a:ea typeface="Arial"/>
              <a:cs typeface="Arial"/>
              <a:sym typeface="Arial"/>
            </a:endParaRPr>
          </a:p>
        </p:txBody>
      </p:sp>
      <p:sp>
        <p:nvSpPr>
          <p:cNvPr id="1680" name="Google Shape;1680;p84"/>
          <p:cNvSpPr txBox="1"/>
          <p:nvPr/>
        </p:nvSpPr>
        <p:spPr>
          <a:xfrm>
            <a:off x="454823" y="2091047"/>
            <a:ext cx="98777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Sailors2</a:t>
            </a:r>
            <a:endParaRPr sz="1800" b="0" i="0" u="none" strike="noStrike" cap="none">
              <a:solidFill>
                <a:schemeClr val="dk1"/>
              </a:solidFill>
              <a:latin typeface="Rockwell"/>
              <a:ea typeface="Rockwell"/>
              <a:cs typeface="Rockwell"/>
              <a:sym typeface="Rockwe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76"/>
                                        </p:tgtEl>
                                        <p:attrNameLst>
                                          <p:attrName>style.visibility</p:attrName>
                                        </p:attrNameLst>
                                      </p:cBhvr>
                                      <p:to>
                                        <p:strVal val="visible"/>
                                      </p:to>
                                    </p:set>
                                    <p:animEffect transition="in" filter="fade">
                                      <p:cBhvr>
                                        <p:cTn id="7" dur="500"/>
                                        <p:tgtEl>
                                          <p:spTgt spid="1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685"/>
        <p:cNvGrpSpPr/>
        <p:nvPr/>
      </p:nvGrpSpPr>
      <p:grpSpPr>
        <a:xfrm>
          <a:off x="0" y="0"/>
          <a:ext cx="0" cy="0"/>
          <a:chOff x="0" y="0"/>
          <a:chExt cx="0" cy="0"/>
        </a:xfrm>
      </p:grpSpPr>
      <p:sp>
        <p:nvSpPr>
          <p:cNvPr id="1686" name="Google Shape;1686;p85"/>
          <p:cNvSpPr txBox="1">
            <a:spLocks noGrp="1"/>
          </p:cNvSpPr>
          <p:nvPr>
            <p:ph type="body" idx="1"/>
          </p:nvPr>
        </p:nvSpPr>
        <p:spPr>
          <a:xfrm>
            <a:off x="940570" y="1646238"/>
            <a:ext cx="10309322" cy="4563533"/>
          </a:xfrm>
          <a:prstGeom prst="rect">
            <a:avLst/>
          </a:prstGeom>
          <a:noFill/>
          <a:ln>
            <a:noFill/>
          </a:ln>
        </p:spPr>
        <p:txBody>
          <a:bodyPr spcFirstLastPara="1" wrap="square" lIns="91425" tIns="45700" rIns="91425" bIns="45700" anchor="t" anchorCtr="0">
            <a:normAutofit/>
          </a:bodyPr>
          <a:lstStyle/>
          <a:p>
            <a:pPr marL="182880" lvl="0" indent="-182880" algn="l" rtl="0">
              <a:lnSpc>
                <a:spcPct val="120000"/>
              </a:lnSpc>
              <a:spcBef>
                <a:spcPts val="0"/>
              </a:spcBef>
              <a:spcAft>
                <a:spcPts val="0"/>
              </a:spcAft>
              <a:buSzPts val="2040"/>
              <a:buFont typeface="Oi"/>
              <a:buNone/>
            </a:pPr>
            <a:r>
              <a:rPr lang="en-US" sz="2400" dirty="0">
                <a:solidFill>
                  <a:srgbClr val="0033CC"/>
                </a:solidFill>
                <a:latin typeface="Oi"/>
                <a:ea typeface="Oi"/>
                <a:cs typeface="Oi"/>
                <a:sym typeface="Oi"/>
              </a:rPr>
              <a:t>SELECT </a:t>
            </a:r>
            <a:r>
              <a:rPr lang="en-US" sz="2400" dirty="0" err="1">
                <a:solidFill>
                  <a:srgbClr val="0033CC"/>
                </a:solidFill>
                <a:latin typeface="Oi"/>
                <a:ea typeface="Oi"/>
                <a:cs typeface="Oi"/>
                <a:sym typeface="Oi"/>
              </a:rPr>
              <a:t>s.sid</a:t>
            </a:r>
            <a:r>
              <a:rPr lang="en-US" sz="2400" dirty="0">
                <a:solidFill>
                  <a:srgbClr val="0033CC"/>
                </a:solidFill>
                <a:latin typeface="Oi"/>
                <a:ea typeface="Oi"/>
                <a:cs typeface="Oi"/>
                <a:sym typeface="Oi"/>
              </a:rPr>
              <a:t>, </a:t>
            </a:r>
            <a:r>
              <a:rPr lang="en-US" sz="2400" dirty="0" err="1">
                <a:solidFill>
                  <a:srgbClr val="0033CC"/>
                </a:solidFill>
                <a:latin typeface="Oi"/>
                <a:ea typeface="Oi"/>
                <a:cs typeface="Oi"/>
                <a:sym typeface="Oi"/>
              </a:rPr>
              <a:t>s.sname</a:t>
            </a:r>
            <a:r>
              <a:rPr lang="en-US" sz="2400" dirty="0">
                <a:solidFill>
                  <a:srgbClr val="0033CC"/>
                </a:solidFill>
                <a:latin typeface="Oi"/>
                <a:ea typeface="Oi"/>
                <a:cs typeface="Oi"/>
                <a:sym typeface="Oi"/>
              </a:rPr>
              <a:t>, </a:t>
            </a:r>
            <a:r>
              <a:rPr lang="en-US" sz="2400" dirty="0" err="1">
                <a:solidFill>
                  <a:srgbClr val="0033CC"/>
                </a:solidFill>
                <a:latin typeface="Oi"/>
                <a:ea typeface="Oi"/>
                <a:cs typeface="Oi"/>
                <a:sym typeface="Oi"/>
              </a:rPr>
              <a:t>r.bid</a:t>
            </a:r>
            <a:r>
              <a:rPr lang="en-US" sz="2400" dirty="0">
                <a:solidFill>
                  <a:srgbClr val="0033CC"/>
                </a:solidFill>
                <a:latin typeface="Oi"/>
                <a:ea typeface="Oi"/>
                <a:cs typeface="Oi"/>
                <a:sym typeface="Oi"/>
              </a:rPr>
              <a:t> </a:t>
            </a:r>
            <a:endParaRPr dirty="0"/>
          </a:p>
          <a:p>
            <a:pPr marL="182880" lvl="0" indent="-182880" algn="l" rtl="0">
              <a:lnSpc>
                <a:spcPct val="120000"/>
              </a:lnSpc>
              <a:spcBef>
                <a:spcPts val="400"/>
              </a:spcBef>
              <a:spcAft>
                <a:spcPts val="0"/>
              </a:spcAft>
              <a:buSzPts val="2040"/>
              <a:buFont typeface="Oi"/>
              <a:buNone/>
            </a:pPr>
            <a:r>
              <a:rPr lang="en-US" sz="2400" dirty="0">
                <a:solidFill>
                  <a:srgbClr val="0033CC"/>
                </a:solidFill>
                <a:latin typeface="Oi"/>
                <a:ea typeface="Oi"/>
                <a:cs typeface="Oi"/>
                <a:sym typeface="Oi"/>
              </a:rPr>
              <a:t>FROM Sailors2 s LEFT OUTER JOIN Reserves2 r </a:t>
            </a:r>
            <a:endParaRPr dirty="0"/>
          </a:p>
          <a:p>
            <a:pPr marL="182880" lvl="0" indent="-182880" algn="l" rtl="0">
              <a:lnSpc>
                <a:spcPct val="120000"/>
              </a:lnSpc>
              <a:spcBef>
                <a:spcPts val="400"/>
              </a:spcBef>
              <a:spcAft>
                <a:spcPts val="0"/>
              </a:spcAft>
              <a:buSzPts val="2040"/>
              <a:buFont typeface="Oi"/>
              <a:buNone/>
            </a:pPr>
            <a:r>
              <a:rPr lang="en-US" sz="2400" dirty="0">
                <a:solidFill>
                  <a:srgbClr val="0033CC"/>
                </a:solidFill>
                <a:latin typeface="Oi"/>
                <a:ea typeface="Oi"/>
                <a:cs typeface="Oi"/>
                <a:sym typeface="Oi"/>
              </a:rPr>
              <a:t>ON </a:t>
            </a:r>
            <a:r>
              <a:rPr lang="en-US" sz="2400" dirty="0" err="1">
                <a:solidFill>
                  <a:srgbClr val="0033CC"/>
                </a:solidFill>
                <a:latin typeface="Oi"/>
                <a:ea typeface="Oi"/>
                <a:cs typeface="Oi"/>
                <a:sym typeface="Oi"/>
              </a:rPr>
              <a:t>s.sid</a:t>
            </a:r>
            <a:r>
              <a:rPr lang="en-US" sz="2400" dirty="0">
                <a:solidFill>
                  <a:srgbClr val="0033CC"/>
                </a:solidFill>
                <a:latin typeface="Oi"/>
                <a:ea typeface="Oi"/>
                <a:cs typeface="Oi"/>
                <a:sym typeface="Oi"/>
              </a:rPr>
              <a:t> = </a:t>
            </a:r>
            <a:r>
              <a:rPr lang="en-US" sz="2400" dirty="0" err="1">
                <a:solidFill>
                  <a:srgbClr val="0033CC"/>
                </a:solidFill>
                <a:latin typeface="Oi"/>
                <a:ea typeface="Oi"/>
                <a:cs typeface="Oi"/>
                <a:sym typeface="Oi"/>
              </a:rPr>
              <a:t>r.sid</a:t>
            </a:r>
            <a:r>
              <a:rPr lang="en-US" sz="2400" dirty="0">
                <a:solidFill>
                  <a:srgbClr val="0033CC"/>
                </a:solidFill>
                <a:latin typeface="Oi"/>
                <a:ea typeface="Oi"/>
                <a:cs typeface="Oi"/>
                <a:sym typeface="Oi"/>
              </a:rPr>
              <a:t>;</a:t>
            </a:r>
            <a:endParaRPr sz="2400" dirty="0">
              <a:latin typeface="Oi"/>
              <a:ea typeface="Oi"/>
              <a:cs typeface="Oi"/>
              <a:sym typeface="Oi"/>
            </a:endParaRPr>
          </a:p>
          <a:p>
            <a:pPr marL="182880" lvl="0" indent="-182880" algn="l" rtl="0">
              <a:lnSpc>
                <a:spcPct val="120000"/>
              </a:lnSpc>
              <a:spcBef>
                <a:spcPts val="400"/>
              </a:spcBef>
              <a:spcAft>
                <a:spcPts val="0"/>
              </a:spcAft>
              <a:buSzPts val="2040"/>
              <a:buFont typeface="Rockwell"/>
              <a:buNone/>
            </a:pPr>
            <a:endParaRPr sz="2400" dirty="0">
              <a:latin typeface="Tahoma"/>
              <a:ea typeface="Tahoma"/>
              <a:cs typeface="Tahoma"/>
              <a:sym typeface="Tahoma"/>
            </a:endParaRPr>
          </a:p>
          <a:p>
            <a:pPr marL="182880" lvl="0" indent="-182880" algn="l" rtl="0">
              <a:lnSpc>
                <a:spcPct val="120000"/>
              </a:lnSpc>
              <a:spcBef>
                <a:spcPts val="400"/>
              </a:spcBef>
              <a:spcAft>
                <a:spcPts val="0"/>
              </a:spcAft>
              <a:buSzPts val="2040"/>
              <a:buFont typeface="Tahoma"/>
              <a:buNone/>
            </a:pPr>
            <a:r>
              <a:rPr lang="en-US" sz="2400" dirty="0">
                <a:latin typeface="Tahoma"/>
                <a:ea typeface="Tahoma"/>
                <a:cs typeface="Tahoma"/>
                <a:sym typeface="Tahoma"/>
              </a:rPr>
              <a:t>is the exact same as:</a:t>
            </a:r>
            <a:endParaRPr dirty="0"/>
          </a:p>
          <a:p>
            <a:pPr marL="182880" lvl="0" indent="-182880" algn="l" rtl="0">
              <a:lnSpc>
                <a:spcPct val="120000"/>
              </a:lnSpc>
              <a:spcBef>
                <a:spcPts val="400"/>
              </a:spcBef>
              <a:spcAft>
                <a:spcPts val="0"/>
              </a:spcAft>
              <a:buSzPts val="2040"/>
              <a:buFont typeface="Rockwell"/>
              <a:buNone/>
            </a:pPr>
            <a:endParaRPr sz="2400" dirty="0">
              <a:latin typeface="Tahoma"/>
              <a:ea typeface="Tahoma"/>
              <a:cs typeface="Tahoma"/>
              <a:sym typeface="Tahoma"/>
            </a:endParaRPr>
          </a:p>
          <a:p>
            <a:pPr marL="182880" lvl="0" indent="-182880" algn="l" rtl="0">
              <a:lnSpc>
                <a:spcPct val="120000"/>
              </a:lnSpc>
              <a:spcBef>
                <a:spcPts val="400"/>
              </a:spcBef>
              <a:spcAft>
                <a:spcPts val="0"/>
              </a:spcAft>
              <a:buSzPts val="2040"/>
              <a:buFont typeface="Oi"/>
              <a:buNone/>
            </a:pPr>
            <a:r>
              <a:rPr lang="en-US" sz="2400" dirty="0">
                <a:solidFill>
                  <a:srgbClr val="0033CC"/>
                </a:solidFill>
                <a:latin typeface="Oi"/>
                <a:ea typeface="Oi"/>
                <a:cs typeface="Oi"/>
                <a:sym typeface="Oi"/>
              </a:rPr>
              <a:t>SELECT </a:t>
            </a:r>
            <a:r>
              <a:rPr lang="en-US" sz="2400" dirty="0" err="1">
                <a:solidFill>
                  <a:srgbClr val="0033CC"/>
                </a:solidFill>
                <a:latin typeface="Oi"/>
                <a:ea typeface="Oi"/>
                <a:cs typeface="Oi"/>
                <a:sym typeface="Oi"/>
              </a:rPr>
              <a:t>s.sid</a:t>
            </a:r>
            <a:r>
              <a:rPr lang="en-US" sz="2400" dirty="0">
                <a:solidFill>
                  <a:srgbClr val="0033CC"/>
                </a:solidFill>
                <a:latin typeface="Oi"/>
                <a:ea typeface="Oi"/>
                <a:cs typeface="Oi"/>
                <a:sym typeface="Oi"/>
              </a:rPr>
              <a:t>, </a:t>
            </a:r>
            <a:r>
              <a:rPr lang="en-US" sz="2400" dirty="0" err="1">
                <a:solidFill>
                  <a:srgbClr val="0033CC"/>
                </a:solidFill>
                <a:latin typeface="Oi"/>
                <a:ea typeface="Oi"/>
                <a:cs typeface="Oi"/>
                <a:sym typeface="Oi"/>
              </a:rPr>
              <a:t>s.sname</a:t>
            </a:r>
            <a:r>
              <a:rPr lang="en-US" sz="2400" dirty="0">
                <a:solidFill>
                  <a:srgbClr val="0033CC"/>
                </a:solidFill>
                <a:latin typeface="Oi"/>
                <a:ea typeface="Oi"/>
                <a:cs typeface="Oi"/>
                <a:sym typeface="Oi"/>
              </a:rPr>
              <a:t>, </a:t>
            </a:r>
            <a:r>
              <a:rPr lang="en-US" sz="2400" dirty="0" err="1">
                <a:solidFill>
                  <a:srgbClr val="0033CC"/>
                </a:solidFill>
                <a:latin typeface="Oi"/>
                <a:ea typeface="Oi"/>
                <a:cs typeface="Oi"/>
                <a:sym typeface="Oi"/>
              </a:rPr>
              <a:t>r.bid</a:t>
            </a:r>
            <a:r>
              <a:rPr lang="en-US" sz="2400" dirty="0">
                <a:solidFill>
                  <a:srgbClr val="0033CC"/>
                </a:solidFill>
                <a:latin typeface="Oi"/>
                <a:ea typeface="Oi"/>
                <a:cs typeface="Oi"/>
                <a:sym typeface="Oi"/>
              </a:rPr>
              <a:t> </a:t>
            </a:r>
            <a:endParaRPr dirty="0"/>
          </a:p>
          <a:p>
            <a:pPr marL="182880" lvl="0" indent="-182880" algn="l" rtl="0">
              <a:lnSpc>
                <a:spcPct val="120000"/>
              </a:lnSpc>
              <a:spcBef>
                <a:spcPts val="400"/>
              </a:spcBef>
              <a:spcAft>
                <a:spcPts val="0"/>
              </a:spcAft>
              <a:buSzPts val="2040"/>
              <a:buFont typeface="Oi"/>
              <a:buNone/>
            </a:pPr>
            <a:r>
              <a:rPr lang="en-US" sz="2400" dirty="0">
                <a:solidFill>
                  <a:srgbClr val="0033CC"/>
                </a:solidFill>
                <a:latin typeface="Oi"/>
                <a:ea typeface="Oi"/>
                <a:cs typeface="Oi"/>
                <a:sym typeface="Oi"/>
              </a:rPr>
              <a:t>FROM Sailors2 s LEFT JOIN Reserves2 r </a:t>
            </a:r>
            <a:endParaRPr dirty="0"/>
          </a:p>
          <a:p>
            <a:pPr marL="182880" lvl="0" indent="-182880" algn="l" rtl="0">
              <a:lnSpc>
                <a:spcPct val="120000"/>
              </a:lnSpc>
              <a:spcBef>
                <a:spcPts val="400"/>
              </a:spcBef>
              <a:spcAft>
                <a:spcPts val="0"/>
              </a:spcAft>
              <a:buSzPts val="2040"/>
              <a:buFont typeface="Oi"/>
              <a:buNone/>
            </a:pPr>
            <a:r>
              <a:rPr lang="en-US" sz="2400" dirty="0">
                <a:solidFill>
                  <a:srgbClr val="0033CC"/>
                </a:solidFill>
                <a:latin typeface="Oi"/>
                <a:ea typeface="Oi"/>
                <a:cs typeface="Oi"/>
                <a:sym typeface="Oi"/>
              </a:rPr>
              <a:t>ON </a:t>
            </a:r>
            <a:r>
              <a:rPr lang="en-US" sz="2400" dirty="0" err="1">
                <a:solidFill>
                  <a:srgbClr val="0033CC"/>
                </a:solidFill>
                <a:latin typeface="Oi"/>
                <a:ea typeface="Oi"/>
                <a:cs typeface="Oi"/>
                <a:sym typeface="Oi"/>
              </a:rPr>
              <a:t>s.sid</a:t>
            </a:r>
            <a:r>
              <a:rPr lang="en-US" sz="2400" dirty="0">
                <a:solidFill>
                  <a:srgbClr val="0033CC"/>
                </a:solidFill>
                <a:latin typeface="Oi"/>
                <a:ea typeface="Oi"/>
                <a:cs typeface="Oi"/>
                <a:sym typeface="Oi"/>
              </a:rPr>
              <a:t> = </a:t>
            </a:r>
            <a:r>
              <a:rPr lang="en-US" sz="2400" dirty="0" err="1">
                <a:solidFill>
                  <a:srgbClr val="0033CC"/>
                </a:solidFill>
                <a:latin typeface="Oi"/>
                <a:ea typeface="Oi"/>
                <a:cs typeface="Oi"/>
                <a:sym typeface="Oi"/>
              </a:rPr>
              <a:t>r.sid</a:t>
            </a:r>
            <a:r>
              <a:rPr lang="en-US" sz="2400" dirty="0">
                <a:solidFill>
                  <a:srgbClr val="0033CC"/>
                </a:solidFill>
                <a:latin typeface="Oi"/>
                <a:ea typeface="Oi"/>
                <a:cs typeface="Oi"/>
                <a:sym typeface="Oi"/>
              </a:rPr>
              <a:t>;</a:t>
            </a:r>
            <a:endParaRPr sz="2400" dirty="0">
              <a:latin typeface="Oi"/>
              <a:ea typeface="Oi"/>
              <a:cs typeface="Oi"/>
              <a:sym typeface="Oi"/>
            </a:endParaRPr>
          </a:p>
        </p:txBody>
      </p:sp>
      <p:sp>
        <p:nvSpPr>
          <p:cNvPr id="1687" name="Google Shape;1687;p8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LEFT JOIN                    VS. LEFT OUTER JOIN</a:t>
            </a:r>
            <a:endParaRPr/>
          </a:p>
        </p:txBody>
      </p:sp>
      <p:grpSp>
        <p:nvGrpSpPr>
          <p:cNvPr id="1688" name="Google Shape;1688;p85"/>
          <p:cNvGrpSpPr/>
          <p:nvPr/>
        </p:nvGrpSpPr>
        <p:grpSpPr>
          <a:xfrm>
            <a:off x="3466175" y="200417"/>
            <a:ext cx="2016303" cy="1270242"/>
            <a:chOff x="4944973" y="348335"/>
            <a:chExt cx="2016303" cy="1270242"/>
          </a:xfrm>
        </p:grpSpPr>
        <p:grpSp>
          <p:nvGrpSpPr>
            <p:cNvPr id="1689" name="Google Shape;1689;p85"/>
            <p:cNvGrpSpPr/>
            <p:nvPr/>
          </p:nvGrpSpPr>
          <p:grpSpPr>
            <a:xfrm>
              <a:off x="4944973" y="348335"/>
              <a:ext cx="2016303" cy="1270242"/>
              <a:chOff x="8858215" y="5182947"/>
              <a:chExt cx="2016303" cy="1270242"/>
            </a:xfrm>
          </p:grpSpPr>
          <p:sp>
            <p:nvSpPr>
              <p:cNvPr id="1690" name="Google Shape;1690;p85"/>
              <p:cNvSpPr/>
              <p:nvPr/>
            </p:nvSpPr>
            <p:spPr>
              <a:xfrm>
                <a:off x="8858215" y="5182947"/>
                <a:ext cx="1270242" cy="1270242"/>
              </a:xfrm>
              <a:prstGeom prst="ellipse">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1691" name="Google Shape;1691;p85"/>
              <p:cNvSpPr/>
              <p:nvPr/>
            </p:nvSpPr>
            <p:spPr>
              <a:xfrm>
                <a:off x="9604276" y="5182947"/>
                <a:ext cx="1270242" cy="1270242"/>
              </a:xfrm>
              <a:prstGeom prst="ellipse">
                <a:avLst/>
              </a:prstGeom>
              <a:no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p:sp>
          <p:nvSpPr>
            <p:cNvPr id="1692" name="Google Shape;1692;p85"/>
            <p:cNvSpPr/>
            <p:nvPr/>
          </p:nvSpPr>
          <p:spPr>
            <a:xfrm>
              <a:off x="5691035" y="471597"/>
              <a:ext cx="524181" cy="1023721"/>
            </a:xfrm>
            <a:custGeom>
              <a:avLst/>
              <a:gdLst/>
              <a:ahLst/>
              <a:cxnLst/>
              <a:rect l="l" t="t" r="r" b="b"/>
              <a:pathLst>
                <a:path w="524181" h="1023721" extrusionOk="0">
                  <a:moveTo>
                    <a:pt x="262091" y="0"/>
                  </a:moveTo>
                  <a:lnTo>
                    <a:pt x="338159" y="62762"/>
                  </a:lnTo>
                  <a:cubicBezTo>
                    <a:pt x="453093" y="177696"/>
                    <a:pt x="524181" y="336476"/>
                    <a:pt x="524181" y="511860"/>
                  </a:cubicBezTo>
                  <a:cubicBezTo>
                    <a:pt x="524181" y="687244"/>
                    <a:pt x="453093" y="846024"/>
                    <a:pt x="338159" y="960959"/>
                  </a:cubicBezTo>
                  <a:lnTo>
                    <a:pt x="262091" y="1023721"/>
                  </a:lnTo>
                  <a:lnTo>
                    <a:pt x="186023" y="960959"/>
                  </a:lnTo>
                  <a:cubicBezTo>
                    <a:pt x="71088" y="846024"/>
                    <a:pt x="0" y="687244"/>
                    <a:pt x="0" y="511860"/>
                  </a:cubicBezTo>
                  <a:cubicBezTo>
                    <a:pt x="0" y="336476"/>
                    <a:pt x="71088" y="177696"/>
                    <a:pt x="186023" y="62762"/>
                  </a:cubicBezTo>
                  <a:close/>
                </a:path>
              </a:pathLst>
            </a:custGeom>
            <a:solidFill>
              <a:srgbClr val="7030A0"/>
            </a:solidFill>
            <a:ln w="127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p:sp>
        <p:nvSpPr>
          <p:cNvPr id="1693" name="Google Shape;1693;p85"/>
          <p:cNvSpPr txBox="1"/>
          <p:nvPr/>
        </p:nvSpPr>
        <p:spPr>
          <a:xfrm>
            <a:off x="6095231" y="6038170"/>
            <a:ext cx="47625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ckwell"/>
                <a:ea typeface="Rockwell"/>
                <a:cs typeface="Rockwell"/>
                <a:sym typeface="Rockwell"/>
              </a:rPr>
              <a:t>Also called a Left Outer Join (note that there is no such thing as a Left Inner Join)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698"/>
        <p:cNvGrpSpPr/>
        <p:nvPr/>
      </p:nvGrpSpPr>
      <p:grpSpPr>
        <a:xfrm>
          <a:off x="0" y="0"/>
          <a:ext cx="0" cy="0"/>
          <a:chOff x="0" y="0"/>
          <a:chExt cx="0" cy="0"/>
        </a:xfrm>
      </p:grpSpPr>
      <p:sp>
        <p:nvSpPr>
          <p:cNvPr id="1699" name="Google Shape;1699;p8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RIGHT JOIN</a:t>
            </a:r>
            <a:endParaRPr/>
          </a:p>
        </p:txBody>
      </p:sp>
      <p:sp>
        <p:nvSpPr>
          <p:cNvPr id="1700" name="Google Shape;1700;p86"/>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t>Right join returns all matched rows</a:t>
            </a:r>
            <a:r>
              <a:rPr lang="en-US" sz="2400" b="1"/>
              <a:t>, </a:t>
            </a:r>
            <a:r>
              <a:rPr lang="en-US" sz="2400" b="1">
                <a:latin typeface="Helvetica Neue"/>
                <a:ea typeface="Helvetica Neue"/>
                <a:cs typeface="Helvetica Neue"/>
                <a:sym typeface="Helvetica Neue"/>
              </a:rPr>
              <a:t>and </a:t>
            </a:r>
            <a:r>
              <a:rPr lang="en-US" sz="2400" b="1" i="1">
                <a:latin typeface="Helvetica Neue"/>
                <a:ea typeface="Helvetica Neue"/>
                <a:cs typeface="Helvetica Neue"/>
                <a:sym typeface="Helvetica Neue"/>
              </a:rPr>
              <a:t>preserves</a:t>
            </a:r>
            <a:r>
              <a:rPr lang="en-US" sz="2400" b="1">
                <a:latin typeface="Helvetica Neue"/>
                <a:ea typeface="Helvetica Neue"/>
                <a:cs typeface="Helvetica Neue"/>
                <a:sym typeface="Helvetica Neue"/>
              </a:rPr>
              <a:t> </a:t>
            </a:r>
            <a:r>
              <a:rPr lang="en-US" sz="2400" b="1"/>
              <a:t>all unmatched rows from the table on the right </a:t>
            </a:r>
            <a:r>
              <a:rPr lang="en-US" sz="2400"/>
              <a:t>of the join clause</a:t>
            </a:r>
            <a:endParaRPr/>
          </a:p>
          <a:p>
            <a:pPr marL="182880" lvl="0" indent="-53338" algn="l" rtl="0">
              <a:lnSpc>
                <a:spcPct val="90000"/>
              </a:lnSpc>
              <a:spcBef>
                <a:spcPts val="1200"/>
              </a:spcBef>
              <a:spcAft>
                <a:spcPts val="0"/>
              </a:spcAft>
              <a:buSzPts val="2040"/>
              <a:buNone/>
            </a:pPr>
            <a:endParaRPr sz="2400"/>
          </a:p>
          <a:p>
            <a:pPr marL="400050" lvl="1" indent="0" algn="l" rtl="0">
              <a:lnSpc>
                <a:spcPct val="90000"/>
              </a:lnSpc>
              <a:spcBef>
                <a:spcPts val="400"/>
              </a:spcBef>
              <a:spcAft>
                <a:spcPts val="0"/>
              </a:spcAft>
              <a:buSzPts val="2380"/>
              <a:buNone/>
            </a:pPr>
            <a:r>
              <a:rPr lang="en-US" sz="2800">
                <a:latin typeface="Oi"/>
                <a:ea typeface="Oi"/>
                <a:cs typeface="Oi"/>
                <a:sym typeface="Oi"/>
              </a:rPr>
              <a:t>SELECT r.sid, b.bid, b.bname</a:t>
            </a:r>
            <a:endParaRPr sz="2800">
              <a:latin typeface="Oi"/>
              <a:ea typeface="Oi"/>
              <a:cs typeface="Oi"/>
              <a:sym typeface="Oi"/>
            </a:endParaRPr>
          </a:p>
          <a:p>
            <a:pPr marL="400050" lvl="1" indent="0" algn="l" rtl="0">
              <a:lnSpc>
                <a:spcPct val="90000"/>
              </a:lnSpc>
              <a:spcBef>
                <a:spcPts val="600"/>
              </a:spcBef>
              <a:spcAft>
                <a:spcPts val="0"/>
              </a:spcAft>
              <a:buSzPts val="2380"/>
              <a:buNone/>
            </a:pPr>
            <a:r>
              <a:rPr lang="en-US" sz="2800">
                <a:latin typeface="Oi"/>
                <a:ea typeface="Oi"/>
                <a:cs typeface="Oi"/>
                <a:sym typeface="Oi"/>
              </a:rPr>
              <a:t>FROM Reserves2 r </a:t>
            </a:r>
            <a:r>
              <a:rPr lang="en-US" sz="2800" b="1">
                <a:latin typeface="Oi"/>
                <a:ea typeface="Oi"/>
                <a:cs typeface="Oi"/>
                <a:sym typeface="Oi"/>
              </a:rPr>
              <a:t>RIGHT OUTER JOIN </a:t>
            </a:r>
            <a:r>
              <a:rPr lang="en-US" sz="2800">
                <a:latin typeface="Oi"/>
                <a:ea typeface="Oi"/>
                <a:cs typeface="Oi"/>
                <a:sym typeface="Oi"/>
              </a:rPr>
              <a:t>Boats2 b</a:t>
            </a:r>
            <a:endParaRPr/>
          </a:p>
          <a:p>
            <a:pPr marL="400050" lvl="1" indent="0" algn="l" rtl="0">
              <a:lnSpc>
                <a:spcPct val="90000"/>
              </a:lnSpc>
              <a:spcBef>
                <a:spcPts val="600"/>
              </a:spcBef>
              <a:spcAft>
                <a:spcPts val="0"/>
              </a:spcAft>
              <a:buSzPts val="2380"/>
              <a:buNone/>
            </a:pPr>
            <a:r>
              <a:rPr lang="en-US" sz="2800">
                <a:latin typeface="Oi"/>
                <a:ea typeface="Oi"/>
                <a:cs typeface="Oi"/>
                <a:sym typeface="Oi"/>
              </a:rPr>
              <a:t>ON r.bid = b.bid;</a:t>
            </a:r>
            <a:endParaRPr/>
          </a:p>
          <a:p>
            <a:pPr marL="400050" lvl="1" indent="0" algn="l" rtl="0">
              <a:lnSpc>
                <a:spcPct val="90000"/>
              </a:lnSpc>
              <a:spcBef>
                <a:spcPts val="600"/>
              </a:spcBef>
              <a:spcAft>
                <a:spcPts val="0"/>
              </a:spcAft>
              <a:buSzPts val="2040"/>
              <a:buNone/>
            </a:pPr>
            <a:endParaRPr sz="2400"/>
          </a:p>
          <a:p>
            <a:pPr marL="182880" lvl="0" indent="-182880" algn="l" rtl="0">
              <a:lnSpc>
                <a:spcPct val="90000"/>
              </a:lnSpc>
              <a:spcBef>
                <a:spcPts val="1400"/>
              </a:spcBef>
              <a:spcAft>
                <a:spcPts val="0"/>
              </a:spcAft>
              <a:buSzPts val="2040"/>
              <a:buChar char="▪"/>
            </a:pPr>
            <a:r>
              <a:rPr lang="en-US" sz="2400"/>
              <a:t>Returns all boats &amp; information on which ones are  reserved.</a:t>
            </a:r>
            <a:endParaRPr/>
          </a:p>
          <a:p>
            <a:pPr marL="182880" lvl="0" indent="-182880" algn="l" rtl="0">
              <a:lnSpc>
                <a:spcPct val="90000"/>
              </a:lnSpc>
              <a:spcBef>
                <a:spcPts val="1200"/>
              </a:spcBef>
              <a:spcAft>
                <a:spcPts val="0"/>
              </a:spcAft>
              <a:buSzPts val="2040"/>
              <a:buChar char="▪"/>
            </a:pPr>
            <a:r>
              <a:rPr lang="en-US" sz="2400"/>
              <a:t>No match for b.bid?  r.sid IS NULL!</a:t>
            </a:r>
            <a:endParaRPr/>
          </a:p>
        </p:txBody>
      </p:sp>
      <p:grpSp>
        <p:nvGrpSpPr>
          <p:cNvPr id="1701" name="Google Shape;1701;p86"/>
          <p:cNvGrpSpPr/>
          <p:nvPr/>
        </p:nvGrpSpPr>
        <p:grpSpPr>
          <a:xfrm>
            <a:off x="3842693" y="320675"/>
            <a:ext cx="2016303" cy="1270242"/>
            <a:chOff x="4944973" y="348335"/>
            <a:chExt cx="2016303" cy="1270242"/>
          </a:xfrm>
        </p:grpSpPr>
        <p:grpSp>
          <p:nvGrpSpPr>
            <p:cNvPr id="1702" name="Google Shape;1702;p86"/>
            <p:cNvGrpSpPr/>
            <p:nvPr/>
          </p:nvGrpSpPr>
          <p:grpSpPr>
            <a:xfrm>
              <a:off x="4944973" y="348335"/>
              <a:ext cx="2016303" cy="1270242"/>
              <a:chOff x="8858215" y="5182947"/>
              <a:chExt cx="2016303" cy="1270242"/>
            </a:xfrm>
          </p:grpSpPr>
          <p:sp>
            <p:nvSpPr>
              <p:cNvPr id="1703" name="Google Shape;1703;p86"/>
              <p:cNvSpPr/>
              <p:nvPr/>
            </p:nvSpPr>
            <p:spPr>
              <a:xfrm>
                <a:off x="8858215" y="5182947"/>
                <a:ext cx="1270242" cy="1270242"/>
              </a:xfrm>
              <a:prstGeom prst="ellipse">
                <a:avLst/>
              </a:prstGeom>
              <a:no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1704" name="Google Shape;1704;p86"/>
              <p:cNvSpPr/>
              <p:nvPr/>
            </p:nvSpPr>
            <p:spPr>
              <a:xfrm>
                <a:off x="9604276" y="5182947"/>
                <a:ext cx="1270242" cy="1270242"/>
              </a:xfrm>
              <a:prstGeom prst="ellipse">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p:sp>
          <p:nvSpPr>
            <p:cNvPr id="1705" name="Google Shape;1705;p86"/>
            <p:cNvSpPr/>
            <p:nvPr/>
          </p:nvSpPr>
          <p:spPr>
            <a:xfrm>
              <a:off x="5691035" y="471597"/>
              <a:ext cx="524181" cy="1023721"/>
            </a:xfrm>
            <a:custGeom>
              <a:avLst/>
              <a:gdLst/>
              <a:ahLst/>
              <a:cxnLst/>
              <a:rect l="l" t="t" r="r" b="b"/>
              <a:pathLst>
                <a:path w="524181" h="1023721" extrusionOk="0">
                  <a:moveTo>
                    <a:pt x="262091" y="0"/>
                  </a:moveTo>
                  <a:lnTo>
                    <a:pt x="338159" y="62762"/>
                  </a:lnTo>
                  <a:cubicBezTo>
                    <a:pt x="453093" y="177696"/>
                    <a:pt x="524181" y="336476"/>
                    <a:pt x="524181" y="511860"/>
                  </a:cubicBezTo>
                  <a:cubicBezTo>
                    <a:pt x="524181" y="687244"/>
                    <a:pt x="453093" y="846024"/>
                    <a:pt x="338159" y="960959"/>
                  </a:cubicBezTo>
                  <a:lnTo>
                    <a:pt x="262091" y="1023721"/>
                  </a:lnTo>
                  <a:lnTo>
                    <a:pt x="186023" y="960959"/>
                  </a:lnTo>
                  <a:cubicBezTo>
                    <a:pt x="71088" y="846024"/>
                    <a:pt x="0" y="687244"/>
                    <a:pt x="0" y="511860"/>
                  </a:cubicBezTo>
                  <a:cubicBezTo>
                    <a:pt x="0" y="336476"/>
                    <a:pt x="71088" y="177696"/>
                    <a:pt x="186023" y="62762"/>
                  </a:cubicBezTo>
                  <a:close/>
                </a:path>
              </a:pathLst>
            </a:custGeom>
            <a:solidFill>
              <a:srgbClr val="7030A0"/>
            </a:solidFill>
            <a:ln w="127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p:sp>
        <p:nvSpPr>
          <p:cNvPr id="1706" name="Google Shape;1706;p86"/>
          <p:cNvSpPr txBox="1"/>
          <p:nvPr/>
        </p:nvSpPr>
        <p:spPr>
          <a:xfrm>
            <a:off x="6359652" y="6050202"/>
            <a:ext cx="47625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ckwell"/>
                <a:ea typeface="Rockwell"/>
                <a:cs typeface="Rockwell"/>
                <a:sym typeface="Rockwell"/>
              </a:rPr>
              <a:t>As before, there is no such thing as a right inner join!</a:t>
            </a:r>
            <a:endParaRPr sz="1800" b="0" i="0" u="none" strike="noStrike" cap="none" dirty="0">
              <a:solidFill>
                <a:schemeClr val="dk1"/>
              </a:solidFill>
              <a:latin typeface="Rockwell"/>
              <a:ea typeface="Rockwell"/>
              <a:cs typeface="Rockwell"/>
              <a:sym typeface="Rockwe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711"/>
        <p:cNvGrpSpPr/>
        <p:nvPr/>
      </p:nvGrpSpPr>
      <p:grpSpPr>
        <a:xfrm>
          <a:off x="0" y="0"/>
          <a:ext cx="0" cy="0"/>
          <a:chOff x="0" y="0"/>
          <a:chExt cx="0" cy="0"/>
        </a:xfrm>
      </p:grpSpPr>
      <p:sp>
        <p:nvSpPr>
          <p:cNvPr id="1712" name="Google Shape;1712;p87"/>
          <p:cNvSpPr txBox="1">
            <a:spLocks noGrp="1"/>
          </p:cNvSpPr>
          <p:nvPr>
            <p:ph type="title"/>
          </p:nvPr>
        </p:nvSpPr>
        <p:spPr>
          <a:xfrm>
            <a:off x="791819" y="478087"/>
            <a:ext cx="9566564" cy="11430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2800"/>
              <a:buFont typeface="Oi"/>
              <a:buNone/>
            </a:pPr>
            <a:r>
              <a:rPr lang="en-US" sz="2800">
                <a:latin typeface="Oi"/>
                <a:ea typeface="Oi"/>
                <a:cs typeface="Oi"/>
                <a:sym typeface="Oi"/>
              </a:rPr>
              <a:t>SELECT R.SID, B.BID, B.BNAME </a:t>
            </a:r>
            <a:br>
              <a:rPr lang="en-US" sz="2800">
                <a:latin typeface="Oi"/>
                <a:ea typeface="Oi"/>
                <a:cs typeface="Oi"/>
                <a:sym typeface="Oi"/>
              </a:rPr>
            </a:br>
            <a:r>
              <a:rPr lang="en-US" sz="2800">
                <a:latin typeface="Oi"/>
                <a:ea typeface="Oi"/>
                <a:cs typeface="Oi"/>
                <a:sym typeface="Oi"/>
              </a:rPr>
              <a:t>FROM RESERVES2 R </a:t>
            </a:r>
            <a:r>
              <a:rPr lang="en-US" sz="2800" b="1">
                <a:latin typeface="Oi"/>
                <a:ea typeface="Oi"/>
                <a:cs typeface="Oi"/>
                <a:sym typeface="Oi"/>
              </a:rPr>
              <a:t>RIGHT OUTER </a:t>
            </a:r>
            <a:r>
              <a:rPr lang="en-US" sz="2800">
                <a:latin typeface="Oi"/>
                <a:ea typeface="Oi"/>
                <a:cs typeface="Oi"/>
                <a:sym typeface="Oi"/>
              </a:rPr>
              <a:t>JOIN BOATS2 B </a:t>
            </a:r>
            <a:br>
              <a:rPr lang="en-US" sz="2800">
                <a:latin typeface="Oi"/>
                <a:ea typeface="Oi"/>
                <a:cs typeface="Oi"/>
                <a:sym typeface="Oi"/>
              </a:rPr>
            </a:br>
            <a:r>
              <a:rPr lang="en-US" sz="2800">
                <a:latin typeface="Oi"/>
                <a:ea typeface="Oi"/>
                <a:cs typeface="Oi"/>
                <a:sym typeface="Oi"/>
              </a:rPr>
              <a:t>ON R.BID = B.BID;</a:t>
            </a:r>
            <a:endParaRPr sz="4800">
              <a:latin typeface="Oi"/>
              <a:ea typeface="Oi"/>
              <a:cs typeface="Oi"/>
              <a:sym typeface="Oi"/>
            </a:endParaRPr>
          </a:p>
        </p:txBody>
      </p:sp>
      <p:sp>
        <p:nvSpPr>
          <p:cNvPr id="1713" name="Google Shape;1713;p87"/>
          <p:cNvSpPr txBox="1">
            <a:spLocks noGrp="1"/>
          </p:cNvSpPr>
          <p:nvPr>
            <p:ph type="ftr" idx="4294967295"/>
          </p:nvPr>
        </p:nvSpPr>
        <p:spPr>
          <a:xfrm>
            <a:off x="1524000" y="6453189"/>
            <a:ext cx="2895600" cy="403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sz="12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400"/>
              <a:buNone/>
            </a:pPr>
            <a:endParaRPr sz="1200">
              <a:solidFill>
                <a:schemeClr val="dk2"/>
              </a:solidFill>
              <a:latin typeface="Times New Roman"/>
              <a:ea typeface="Times New Roman"/>
              <a:cs typeface="Times New Roman"/>
              <a:sym typeface="Times New Roman"/>
            </a:endParaRPr>
          </a:p>
        </p:txBody>
      </p:sp>
      <p:sp>
        <p:nvSpPr>
          <p:cNvPr id="1714" name="Google Shape;1714;p87"/>
          <p:cNvSpPr/>
          <p:nvPr/>
        </p:nvSpPr>
        <p:spPr>
          <a:xfrm>
            <a:off x="1003101" y="6254691"/>
            <a:ext cx="45720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1" u="sng" strike="noStrike" cap="none">
                <a:solidFill>
                  <a:srgbClr val="7F7F7F"/>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http://sqlfiddle.com/#!17/a7b2f/1</a:t>
            </a:r>
            <a:r>
              <a:rPr lang="en-US" sz="2000" b="0" i="1" u="none" strike="noStrike" cap="none">
                <a:solidFill>
                  <a:srgbClr val="7F7F7F"/>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graphicFrame>
        <p:nvGraphicFramePr>
          <p:cNvPr id="1715" name="Google Shape;1715;p87"/>
          <p:cNvGraphicFramePr/>
          <p:nvPr/>
        </p:nvGraphicFramePr>
        <p:xfrm>
          <a:off x="907472" y="2222224"/>
          <a:ext cx="3927775" cy="1367450"/>
        </p:xfrm>
        <a:graphic>
          <a:graphicData uri="http://schemas.openxmlformats.org/drawingml/2006/table">
            <a:tbl>
              <a:tblPr firstRow="1" bandRow="1">
                <a:noFill/>
              </a:tblPr>
              <a:tblGrid>
                <a:gridCol w="1046025">
                  <a:extLst>
                    <a:ext uri="{9D8B030D-6E8A-4147-A177-3AD203B41FA5}">
                      <a16:colId xmlns:a16="http://schemas.microsoft.com/office/drawing/2014/main" val="20000"/>
                    </a:ext>
                  </a:extLst>
                </a:gridCol>
                <a:gridCol w="105295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5465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latin typeface="Rockwell"/>
                          <a:ea typeface="Rockwell"/>
                          <a:cs typeface="Rockwell"/>
                          <a:sym typeface="Rockwell"/>
                        </a:rPr>
                        <a:t>sid</a:t>
                      </a:r>
                      <a:endParaRPr sz="2000" b="1" u="none" strike="noStrike" cap="none">
                        <a:latin typeface="Rockwell"/>
                        <a:ea typeface="Rockwell"/>
                        <a:cs typeface="Rockwell"/>
                        <a:sym typeface="Rockwell"/>
                      </a:endParaRPr>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latin typeface="Rockwell"/>
                          <a:ea typeface="Rockwell"/>
                          <a:cs typeface="Rockwell"/>
                          <a:sym typeface="Rockwell"/>
                        </a:rPr>
                        <a:t>bid</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latin typeface="Rockwell"/>
                          <a:ea typeface="Rockwell"/>
                          <a:cs typeface="Rockwell"/>
                          <a:sym typeface="Rockwell"/>
                        </a:rPr>
                        <a:t>day</a:t>
                      </a:r>
                      <a:endParaRPr sz="1400" u="none" strike="noStrike" cap="none"/>
                    </a:p>
                  </a:txBody>
                  <a:tcPr marL="50800" marR="50800" marT="50800" marB="50800"/>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22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101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Century Gothic"/>
                          <a:ea typeface="Century Gothic"/>
                          <a:cs typeface="Century Gothic"/>
                          <a:sym typeface="Century Gothic"/>
                        </a:rPr>
                        <a:t>1996-10-10</a:t>
                      </a:r>
                      <a:endParaRPr sz="1400" u="none" strike="noStrike" cap="none"/>
                    </a:p>
                  </a:txBody>
                  <a:tcPr marL="50800" marR="50800" marT="50800" marB="50800"/>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95</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103</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Century Gothic"/>
                          <a:ea typeface="Century Gothic"/>
                          <a:cs typeface="Century Gothic"/>
                          <a:sym typeface="Century Gothic"/>
                        </a:rPr>
                        <a:t>1996-11-12</a:t>
                      </a:r>
                      <a:endParaRPr sz="1400" u="none" strike="noStrike" cap="none"/>
                    </a:p>
                  </a:txBody>
                  <a:tcPr marL="50800" marR="50800" marT="50800" marB="50800"/>
                </a:tc>
                <a:extLst>
                  <a:ext uri="{0D108BD9-81ED-4DB2-BD59-A6C34878D82A}">
                    <a16:rowId xmlns:a16="http://schemas.microsoft.com/office/drawing/2014/main" val="10002"/>
                  </a:ext>
                </a:extLst>
              </a:tr>
            </a:tbl>
          </a:graphicData>
        </a:graphic>
      </p:graphicFrame>
      <p:graphicFrame>
        <p:nvGraphicFramePr>
          <p:cNvPr id="1716" name="Google Shape;1716;p87"/>
          <p:cNvGraphicFramePr/>
          <p:nvPr/>
        </p:nvGraphicFramePr>
        <p:xfrm>
          <a:off x="5745019" y="1927921"/>
          <a:ext cx="4313400" cy="2032000"/>
        </p:xfrm>
        <a:graphic>
          <a:graphicData uri="http://schemas.openxmlformats.org/drawingml/2006/table">
            <a:tbl>
              <a:tblPr firstRow="1" bandRow="1">
                <a:noFill/>
              </a:tblPr>
              <a:tblGrid>
                <a:gridCol w="1437800">
                  <a:extLst>
                    <a:ext uri="{9D8B030D-6E8A-4147-A177-3AD203B41FA5}">
                      <a16:colId xmlns:a16="http://schemas.microsoft.com/office/drawing/2014/main" val="20000"/>
                    </a:ext>
                  </a:extLst>
                </a:gridCol>
                <a:gridCol w="1437800">
                  <a:extLst>
                    <a:ext uri="{9D8B030D-6E8A-4147-A177-3AD203B41FA5}">
                      <a16:colId xmlns:a16="http://schemas.microsoft.com/office/drawing/2014/main" val="20001"/>
                    </a:ext>
                  </a:extLst>
                </a:gridCol>
                <a:gridCol w="143780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bid</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bname</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color</a:t>
                      </a:r>
                      <a:endParaRPr sz="1400" u="none" strike="noStrike" cap="none"/>
                    </a:p>
                  </a:txBody>
                  <a:tcPr marL="50800" marR="50800" marT="50800" marB="50800"/>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101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Interlake</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blue</a:t>
                      </a:r>
                      <a:endParaRPr sz="1400" u="none" strike="noStrike" cap="none"/>
                    </a:p>
                  </a:txBody>
                  <a:tcPr marL="50800" marR="50800" marT="50800" marB="50800"/>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102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Interlake</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red</a:t>
                      </a:r>
                      <a:endParaRPr sz="1400" u="none" strike="noStrike" cap="none"/>
                    </a:p>
                  </a:txBody>
                  <a:tcPr marL="50800" marR="50800" marT="50800" marB="50800"/>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103</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Clipper</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green</a:t>
                      </a:r>
                      <a:endParaRPr sz="1400" u="none" strike="noStrike" cap="none"/>
                    </a:p>
                  </a:txBody>
                  <a:tcPr marL="50800" marR="50800" marT="50800" marB="50800"/>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104</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Marine</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red</a:t>
                      </a:r>
                      <a:endParaRPr sz="1400" u="none" strike="noStrike" cap="none"/>
                    </a:p>
                  </a:txBody>
                  <a:tcPr marL="50800" marR="50800" marT="50800" marB="50800"/>
                </a:tc>
                <a:extLst>
                  <a:ext uri="{0D108BD9-81ED-4DB2-BD59-A6C34878D82A}">
                    <a16:rowId xmlns:a16="http://schemas.microsoft.com/office/drawing/2014/main" val="10004"/>
                  </a:ext>
                </a:extLst>
              </a:tr>
            </a:tbl>
          </a:graphicData>
        </a:graphic>
      </p:graphicFrame>
      <p:sp>
        <p:nvSpPr>
          <p:cNvPr id="1717" name="Google Shape;1717;p87"/>
          <p:cNvSpPr txBox="1"/>
          <p:nvPr/>
        </p:nvSpPr>
        <p:spPr>
          <a:xfrm>
            <a:off x="796636" y="1927921"/>
            <a:ext cx="128112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Reserves2</a:t>
            </a:r>
            <a:endParaRPr sz="1400" b="0" i="0" u="none" strike="noStrike" cap="none">
              <a:solidFill>
                <a:srgbClr val="000000"/>
              </a:solidFill>
              <a:latin typeface="Arial"/>
              <a:ea typeface="Arial"/>
              <a:cs typeface="Arial"/>
              <a:sym typeface="Arial"/>
            </a:endParaRPr>
          </a:p>
        </p:txBody>
      </p:sp>
      <p:sp>
        <p:nvSpPr>
          <p:cNvPr id="1718" name="Google Shape;1718;p87"/>
          <p:cNvSpPr txBox="1"/>
          <p:nvPr/>
        </p:nvSpPr>
        <p:spPr>
          <a:xfrm>
            <a:off x="5745019" y="1579333"/>
            <a:ext cx="92204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Boats2</a:t>
            </a:r>
            <a:endParaRPr sz="1400" b="0" i="0" u="none" strike="noStrike" cap="none">
              <a:solidFill>
                <a:srgbClr val="000000"/>
              </a:solidFill>
              <a:latin typeface="Arial"/>
              <a:ea typeface="Arial"/>
              <a:cs typeface="Arial"/>
              <a:sym typeface="Arial"/>
            </a:endParaRPr>
          </a:p>
        </p:txBody>
      </p:sp>
      <p:graphicFrame>
        <p:nvGraphicFramePr>
          <p:cNvPr id="1719" name="Google Shape;1719;p87"/>
          <p:cNvGraphicFramePr/>
          <p:nvPr/>
        </p:nvGraphicFramePr>
        <p:xfrm>
          <a:off x="5842001" y="4361154"/>
          <a:ext cx="5338650" cy="2336800"/>
        </p:xfrm>
        <a:graphic>
          <a:graphicData uri="http://schemas.openxmlformats.org/drawingml/2006/table">
            <a:tbl>
              <a:tblPr firstRow="1" bandRow="1">
                <a:noFill/>
              </a:tblPr>
              <a:tblGrid>
                <a:gridCol w="1779550">
                  <a:extLst>
                    <a:ext uri="{9D8B030D-6E8A-4147-A177-3AD203B41FA5}">
                      <a16:colId xmlns:a16="http://schemas.microsoft.com/office/drawing/2014/main" val="20000"/>
                    </a:ext>
                  </a:extLst>
                </a:gridCol>
                <a:gridCol w="1779550">
                  <a:extLst>
                    <a:ext uri="{9D8B030D-6E8A-4147-A177-3AD203B41FA5}">
                      <a16:colId xmlns:a16="http://schemas.microsoft.com/office/drawing/2014/main" val="20001"/>
                    </a:ext>
                  </a:extLst>
                </a:gridCol>
                <a:gridCol w="177955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sid</a:t>
                      </a:r>
                      <a:endParaRPr sz="2400" b="1"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bid</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bname</a:t>
                      </a:r>
                      <a:endParaRPr sz="1400" u="none" strike="noStrike" cap="none"/>
                    </a:p>
                  </a:txBody>
                  <a:tcPr marL="50800" marR="50800" marT="50800" marB="50800"/>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22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101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Interlake</a:t>
                      </a:r>
                      <a:endParaRPr sz="1400" u="none" strike="noStrike" cap="none"/>
                    </a:p>
                  </a:txBody>
                  <a:tcPr marL="50800" marR="50800" marT="50800" marB="50800"/>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95</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103</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Clipper</a:t>
                      </a:r>
                      <a:endParaRPr sz="1400" u="none" strike="noStrike" cap="none"/>
                    </a:p>
                  </a:txBody>
                  <a:tcPr marL="50800" marR="50800" marT="50800" marB="50800"/>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(null)</a:t>
                      </a:r>
                      <a:endParaRPr sz="1400" u="none" strike="noStrike" cap="none"/>
                    </a:p>
                  </a:txBody>
                  <a:tcPr marL="50800" marR="50800" marT="50800" marB="50800">
                    <a:solidFill>
                      <a:srgbClr val="C39D91"/>
                    </a:solidFill>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104</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Marine</a:t>
                      </a:r>
                      <a:endParaRPr sz="1400" u="none" strike="noStrike" cap="none"/>
                    </a:p>
                  </a:txBody>
                  <a:tcPr marL="50800" marR="50800" marT="50800" marB="50800"/>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(null)</a:t>
                      </a:r>
                      <a:endParaRPr sz="1400" u="none" strike="noStrike" cap="none"/>
                    </a:p>
                  </a:txBody>
                  <a:tcPr marL="50800" marR="50800" marT="50800" marB="50800">
                    <a:solidFill>
                      <a:srgbClr val="C39D91"/>
                    </a:solidFill>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102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400"/>
                        <a:buFont typeface="Arial"/>
                        <a:buNone/>
                      </a:pPr>
                      <a:r>
                        <a:rPr lang="en-US" sz="2400" u="none" strike="noStrike" cap="none"/>
                        <a:t>Interlake</a:t>
                      </a:r>
                      <a:endParaRPr sz="1400" u="none" strike="noStrike" cap="none"/>
                    </a:p>
                  </a:txBody>
                  <a:tcPr marL="50800" marR="50800" marT="50800" marB="50800"/>
                </a:tc>
                <a:extLst>
                  <a:ext uri="{0D108BD9-81ED-4DB2-BD59-A6C34878D82A}">
                    <a16:rowId xmlns:a16="http://schemas.microsoft.com/office/drawing/2014/main" val="10004"/>
                  </a:ext>
                </a:extLst>
              </a:tr>
            </a:tbl>
          </a:graphicData>
        </a:graphic>
      </p:graphicFrame>
      <p:sp>
        <p:nvSpPr>
          <p:cNvPr id="1720" name="Google Shape;1720;p87"/>
          <p:cNvSpPr txBox="1"/>
          <p:nvPr/>
        </p:nvSpPr>
        <p:spPr>
          <a:xfrm>
            <a:off x="4850222" y="4573589"/>
            <a:ext cx="89479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Result: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725"/>
        <p:cNvGrpSpPr/>
        <p:nvPr/>
      </p:nvGrpSpPr>
      <p:grpSpPr>
        <a:xfrm>
          <a:off x="0" y="0"/>
          <a:ext cx="0" cy="0"/>
          <a:chOff x="0" y="0"/>
          <a:chExt cx="0" cy="0"/>
        </a:xfrm>
      </p:grpSpPr>
      <p:sp>
        <p:nvSpPr>
          <p:cNvPr id="1726" name="Google Shape;1726;p88"/>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FULL OUTER JOIN</a:t>
            </a:r>
            <a:endParaRPr dirty="0"/>
          </a:p>
        </p:txBody>
      </p:sp>
      <p:sp>
        <p:nvSpPr>
          <p:cNvPr id="1727" name="Google Shape;1727;p88"/>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Autofit/>
          </a:bodyPr>
          <a:lstStyle/>
          <a:p>
            <a:pPr marL="182880" lvl="0" indent="-182880" algn="l" rtl="0">
              <a:lnSpc>
                <a:spcPct val="90000"/>
              </a:lnSpc>
              <a:spcBef>
                <a:spcPts val="0"/>
              </a:spcBef>
              <a:spcAft>
                <a:spcPts val="0"/>
              </a:spcAft>
              <a:buSzPts val="1700"/>
              <a:buChar char="▪"/>
            </a:pPr>
            <a:r>
              <a:rPr lang="en-US" dirty="0"/>
              <a:t>Full Outer Join returns all (matched or unmatched) rows from the tables on both sides of the join clause </a:t>
            </a:r>
            <a:endParaRPr dirty="0"/>
          </a:p>
          <a:p>
            <a:pPr marL="731520" lvl="2" indent="-96518" algn="l" rtl="0">
              <a:lnSpc>
                <a:spcPct val="90000"/>
              </a:lnSpc>
              <a:spcBef>
                <a:spcPts val="400"/>
              </a:spcBef>
              <a:spcAft>
                <a:spcPts val="0"/>
              </a:spcAft>
              <a:buSzPts val="1360"/>
              <a:buNone/>
            </a:pPr>
            <a:endParaRPr dirty="0"/>
          </a:p>
          <a:p>
            <a:pPr marL="400050" lvl="1" indent="0" algn="l" rtl="0">
              <a:lnSpc>
                <a:spcPct val="90000"/>
              </a:lnSpc>
              <a:spcBef>
                <a:spcPts val="600"/>
              </a:spcBef>
              <a:spcAft>
                <a:spcPts val="0"/>
              </a:spcAft>
              <a:buSzPts val="1700"/>
              <a:buNone/>
            </a:pPr>
            <a:r>
              <a:rPr lang="en-US" sz="2000" dirty="0">
                <a:latin typeface="Oi"/>
                <a:ea typeface="Oi"/>
                <a:cs typeface="Oi"/>
                <a:sym typeface="Oi"/>
              </a:rPr>
              <a:t>	</a:t>
            </a:r>
            <a:r>
              <a:rPr lang="en-US" sz="2800" dirty="0">
                <a:latin typeface="Oi"/>
                <a:ea typeface="Oi"/>
                <a:cs typeface="Oi"/>
                <a:sym typeface="Oi"/>
              </a:rPr>
              <a:t>SELECT </a:t>
            </a:r>
            <a:r>
              <a:rPr lang="en-US" sz="2800" dirty="0" err="1">
                <a:latin typeface="Oi"/>
                <a:ea typeface="Oi"/>
                <a:cs typeface="Oi"/>
                <a:sym typeface="Oi"/>
              </a:rPr>
              <a:t>r.sid</a:t>
            </a:r>
            <a:r>
              <a:rPr lang="en-US" sz="2800" dirty="0">
                <a:latin typeface="Oi"/>
                <a:ea typeface="Oi"/>
                <a:cs typeface="Oi"/>
                <a:sym typeface="Oi"/>
              </a:rPr>
              <a:t>, </a:t>
            </a:r>
            <a:r>
              <a:rPr lang="en-US" sz="2800" dirty="0" err="1">
                <a:latin typeface="Oi"/>
                <a:ea typeface="Oi"/>
                <a:cs typeface="Oi"/>
                <a:sym typeface="Oi"/>
              </a:rPr>
              <a:t>b.bid</a:t>
            </a:r>
            <a:r>
              <a:rPr lang="en-US" sz="2800" dirty="0">
                <a:latin typeface="Oi"/>
                <a:ea typeface="Oi"/>
                <a:cs typeface="Oi"/>
                <a:sym typeface="Oi"/>
              </a:rPr>
              <a:t>, </a:t>
            </a:r>
            <a:r>
              <a:rPr lang="en-US" sz="2800" dirty="0" err="1">
                <a:latin typeface="Oi"/>
                <a:ea typeface="Oi"/>
                <a:cs typeface="Oi"/>
                <a:sym typeface="Oi"/>
              </a:rPr>
              <a:t>b.bname</a:t>
            </a:r>
            <a:endParaRPr sz="2800" dirty="0">
              <a:latin typeface="Oi"/>
              <a:ea typeface="Oi"/>
              <a:cs typeface="Oi"/>
              <a:sym typeface="Oi"/>
            </a:endParaRPr>
          </a:p>
          <a:p>
            <a:pPr marL="400050" lvl="1" indent="0" algn="l" rtl="0">
              <a:lnSpc>
                <a:spcPct val="90000"/>
              </a:lnSpc>
              <a:spcBef>
                <a:spcPts val="600"/>
              </a:spcBef>
              <a:spcAft>
                <a:spcPts val="0"/>
              </a:spcAft>
              <a:buSzPts val="2380"/>
              <a:buNone/>
            </a:pPr>
            <a:r>
              <a:rPr lang="en-US" sz="2800" dirty="0">
                <a:latin typeface="Oi"/>
                <a:ea typeface="Oi"/>
                <a:cs typeface="Oi"/>
                <a:sym typeface="Oi"/>
              </a:rPr>
              <a:t>	FROM Reserves2 r FULL OUTER JOIN Boats2 b</a:t>
            </a:r>
            <a:endParaRPr dirty="0"/>
          </a:p>
          <a:p>
            <a:pPr marL="400050" lvl="1" indent="0" algn="l" rtl="0">
              <a:lnSpc>
                <a:spcPct val="90000"/>
              </a:lnSpc>
              <a:spcBef>
                <a:spcPts val="600"/>
              </a:spcBef>
              <a:spcAft>
                <a:spcPts val="0"/>
              </a:spcAft>
              <a:buSzPts val="2380"/>
              <a:buNone/>
            </a:pPr>
            <a:r>
              <a:rPr lang="en-US" sz="2800" dirty="0">
                <a:latin typeface="Oi"/>
                <a:ea typeface="Oi"/>
                <a:cs typeface="Oi"/>
                <a:sym typeface="Oi"/>
              </a:rPr>
              <a:t>	ON </a:t>
            </a:r>
            <a:r>
              <a:rPr lang="en-US" sz="2800" dirty="0" err="1">
                <a:latin typeface="Oi"/>
                <a:ea typeface="Oi"/>
                <a:cs typeface="Oi"/>
                <a:sym typeface="Oi"/>
              </a:rPr>
              <a:t>r.bid</a:t>
            </a:r>
            <a:r>
              <a:rPr lang="en-US" sz="2800" dirty="0">
                <a:latin typeface="Oi"/>
                <a:ea typeface="Oi"/>
                <a:cs typeface="Oi"/>
                <a:sym typeface="Oi"/>
              </a:rPr>
              <a:t> = </a:t>
            </a:r>
            <a:r>
              <a:rPr lang="en-US" sz="2800" dirty="0" err="1">
                <a:latin typeface="Oi"/>
                <a:ea typeface="Oi"/>
                <a:cs typeface="Oi"/>
                <a:sym typeface="Oi"/>
              </a:rPr>
              <a:t>b.bid</a:t>
            </a:r>
            <a:endParaRPr sz="3200" dirty="0"/>
          </a:p>
          <a:p>
            <a:pPr marL="182880" lvl="0" indent="-182880" algn="l" rtl="0">
              <a:lnSpc>
                <a:spcPct val="90000"/>
              </a:lnSpc>
              <a:spcBef>
                <a:spcPts val="1400"/>
              </a:spcBef>
              <a:spcAft>
                <a:spcPts val="0"/>
              </a:spcAft>
              <a:buSzPts val="1700"/>
              <a:buChar char="▪"/>
            </a:pPr>
            <a:r>
              <a:rPr lang="en-US" dirty="0"/>
              <a:t>If no boat for a sailor? 🡪 </a:t>
            </a:r>
            <a:r>
              <a:rPr lang="en-US" dirty="0" err="1"/>
              <a:t>b.bid</a:t>
            </a:r>
            <a:r>
              <a:rPr lang="en-US" dirty="0"/>
              <a:t> IS NULL AND </a:t>
            </a:r>
            <a:r>
              <a:rPr lang="en-US" dirty="0" err="1"/>
              <a:t>b.bname</a:t>
            </a:r>
            <a:r>
              <a:rPr lang="en-US" dirty="0"/>
              <a:t> IS NULL!</a:t>
            </a:r>
            <a:endParaRPr dirty="0"/>
          </a:p>
          <a:p>
            <a:pPr marL="182880" lvl="0" indent="-182880" algn="l" rtl="0">
              <a:lnSpc>
                <a:spcPct val="90000"/>
              </a:lnSpc>
              <a:spcBef>
                <a:spcPts val="1200"/>
              </a:spcBef>
              <a:spcAft>
                <a:spcPts val="0"/>
              </a:spcAft>
              <a:buSzPts val="1700"/>
              <a:buChar char="▪"/>
            </a:pPr>
            <a:r>
              <a:rPr lang="en-US" dirty="0"/>
              <a:t>If no sailor for a boat? 🡪  </a:t>
            </a:r>
            <a:r>
              <a:rPr lang="en-US" dirty="0" err="1"/>
              <a:t>r.sid</a:t>
            </a:r>
            <a:r>
              <a:rPr lang="en-US" dirty="0"/>
              <a:t> IS NULL!</a:t>
            </a:r>
          </a:p>
          <a:p>
            <a:pPr marL="182880" lvl="0" indent="-182880" algn="l" rtl="0">
              <a:lnSpc>
                <a:spcPct val="90000"/>
              </a:lnSpc>
              <a:spcBef>
                <a:spcPts val="1200"/>
              </a:spcBef>
              <a:spcAft>
                <a:spcPts val="0"/>
              </a:spcAft>
              <a:buSzPts val="1700"/>
              <a:buChar char="▪"/>
            </a:pPr>
            <a:r>
              <a:rPr lang="en-US" dirty="0"/>
              <a:t>Is this the same as Cartesian Product?</a:t>
            </a:r>
          </a:p>
          <a:p>
            <a:pPr marL="0" lvl="0" indent="0" algn="l" rtl="0">
              <a:lnSpc>
                <a:spcPct val="90000"/>
              </a:lnSpc>
              <a:spcBef>
                <a:spcPts val="1200"/>
              </a:spcBef>
              <a:spcAft>
                <a:spcPts val="0"/>
              </a:spcAft>
              <a:buSzPts val="1700"/>
              <a:buNone/>
            </a:pPr>
            <a:endParaRPr dirty="0"/>
          </a:p>
        </p:txBody>
      </p:sp>
      <p:grpSp>
        <p:nvGrpSpPr>
          <p:cNvPr id="1728" name="Google Shape;1728;p88"/>
          <p:cNvGrpSpPr/>
          <p:nvPr/>
        </p:nvGrpSpPr>
        <p:grpSpPr>
          <a:xfrm>
            <a:off x="4689858" y="320675"/>
            <a:ext cx="2016303" cy="1270242"/>
            <a:chOff x="4944973" y="348335"/>
            <a:chExt cx="2016303" cy="1270242"/>
          </a:xfrm>
        </p:grpSpPr>
        <p:grpSp>
          <p:nvGrpSpPr>
            <p:cNvPr id="1729" name="Google Shape;1729;p88"/>
            <p:cNvGrpSpPr/>
            <p:nvPr/>
          </p:nvGrpSpPr>
          <p:grpSpPr>
            <a:xfrm>
              <a:off x="4944973" y="348335"/>
              <a:ext cx="2016303" cy="1270242"/>
              <a:chOff x="8858215" y="5182947"/>
              <a:chExt cx="2016303" cy="1270242"/>
            </a:xfrm>
          </p:grpSpPr>
          <p:sp>
            <p:nvSpPr>
              <p:cNvPr id="1730" name="Google Shape;1730;p88"/>
              <p:cNvSpPr/>
              <p:nvPr/>
            </p:nvSpPr>
            <p:spPr>
              <a:xfrm>
                <a:off x="8858215" y="5182947"/>
                <a:ext cx="1270242" cy="1270242"/>
              </a:xfrm>
              <a:prstGeom prst="ellipse">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1731" name="Google Shape;1731;p88"/>
              <p:cNvSpPr/>
              <p:nvPr/>
            </p:nvSpPr>
            <p:spPr>
              <a:xfrm>
                <a:off x="9604276" y="5182947"/>
                <a:ext cx="1270242" cy="1270242"/>
              </a:xfrm>
              <a:prstGeom prst="ellipse">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p:sp>
          <p:nvSpPr>
            <p:cNvPr id="1732" name="Google Shape;1732;p88"/>
            <p:cNvSpPr/>
            <p:nvPr/>
          </p:nvSpPr>
          <p:spPr>
            <a:xfrm>
              <a:off x="5691035" y="471597"/>
              <a:ext cx="524181" cy="1023721"/>
            </a:xfrm>
            <a:custGeom>
              <a:avLst/>
              <a:gdLst/>
              <a:ahLst/>
              <a:cxnLst/>
              <a:rect l="l" t="t" r="r" b="b"/>
              <a:pathLst>
                <a:path w="524181" h="1023721" extrusionOk="0">
                  <a:moveTo>
                    <a:pt x="262091" y="0"/>
                  </a:moveTo>
                  <a:lnTo>
                    <a:pt x="338159" y="62762"/>
                  </a:lnTo>
                  <a:cubicBezTo>
                    <a:pt x="453093" y="177696"/>
                    <a:pt x="524181" y="336476"/>
                    <a:pt x="524181" y="511860"/>
                  </a:cubicBezTo>
                  <a:cubicBezTo>
                    <a:pt x="524181" y="687244"/>
                    <a:pt x="453093" y="846024"/>
                    <a:pt x="338159" y="960959"/>
                  </a:cubicBezTo>
                  <a:lnTo>
                    <a:pt x="262091" y="1023721"/>
                  </a:lnTo>
                  <a:lnTo>
                    <a:pt x="186023" y="960959"/>
                  </a:lnTo>
                  <a:cubicBezTo>
                    <a:pt x="71088" y="846024"/>
                    <a:pt x="0" y="687244"/>
                    <a:pt x="0" y="511860"/>
                  </a:cubicBezTo>
                  <a:cubicBezTo>
                    <a:pt x="0" y="336476"/>
                    <a:pt x="71088" y="177696"/>
                    <a:pt x="186023" y="62762"/>
                  </a:cubicBezTo>
                  <a:close/>
                </a:path>
              </a:pathLst>
            </a:custGeom>
            <a:solidFill>
              <a:srgbClr val="7030A0"/>
            </a:solidFill>
            <a:ln w="127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gr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F9CC636-B36D-D7BC-3143-63683FF45B92}"/>
                  </a:ext>
                </a:extLst>
              </p14:cNvPr>
              <p14:cNvContentPartPr/>
              <p14:nvPr/>
            </p14:nvContentPartPr>
            <p14:xfrm>
              <a:off x="1208160" y="5972760"/>
              <a:ext cx="4919040" cy="241920"/>
            </p14:xfrm>
          </p:contentPart>
        </mc:Choice>
        <mc:Fallback xmlns="">
          <p:pic>
            <p:nvPicPr>
              <p:cNvPr id="2" name="Ink 1">
                <a:extLst>
                  <a:ext uri="{FF2B5EF4-FFF2-40B4-BE49-F238E27FC236}">
                    <a16:creationId xmlns:a16="http://schemas.microsoft.com/office/drawing/2014/main" id="{5F9CC636-B36D-D7BC-3143-63683FF45B92}"/>
                  </a:ext>
                </a:extLst>
              </p:cNvPr>
              <p:cNvPicPr/>
              <p:nvPr/>
            </p:nvPicPr>
            <p:blipFill>
              <a:blip r:embed="rId4"/>
              <a:stretch>
                <a:fillRect/>
              </a:stretch>
            </p:blipFill>
            <p:spPr>
              <a:xfrm>
                <a:off x="1198800" y="5963400"/>
                <a:ext cx="4937760" cy="260640"/>
              </a:xfrm>
              <a:prstGeom prst="rect">
                <a:avLst/>
              </a:prstGeom>
            </p:spPr>
          </p:pic>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38" name="Google Shape;1738;p89"/>
          <p:cNvSpPr txBox="1">
            <a:spLocks noGrp="1"/>
          </p:cNvSpPr>
          <p:nvPr>
            <p:ph type="title"/>
          </p:nvPr>
        </p:nvSpPr>
        <p:spPr>
          <a:xfrm>
            <a:off x="1019728" y="572469"/>
            <a:ext cx="9533709" cy="11430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2800"/>
              <a:buFont typeface="Oi"/>
              <a:buNone/>
            </a:pPr>
            <a:r>
              <a:rPr lang="en-US" sz="2800">
                <a:latin typeface="Oi"/>
                <a:ea typeface="Oi"/>
                <a:cs typeface="Oi"/>
                <a:sym typeface="Oi"/>
              </a:rPr>
              <a:t>SELECT R.SID, B.BID, B.BNAME </a:t>
            </a:r>
            <a:br>
              <a:rPr lang="en-US" sz="2800">
                <a:latin typeface="Oi"/>
                <a:ea typeface="Oi"/>
                <a:cs typeface="Oi"/>
                <a:sym typeface="Oi"/>
              </a:rPr>
            </a:br>
            <a:r>
              <a:rPr lang="en-US" sz="2800">
                <a:latin typeface="Oi"/>
                <a:ea typeface="Oi"/>
                <a:cs typeface="Oi"/>
                <a:sym typeface="Oi"/>
              </a:rPr>
              <a:t>FROM RESERVES3 R FULL JOIN BOATS2 B </a:t>
            </a:r>
            <a:br>
              <a:rPr lang="en-US" sz="2800">
                <a:latin typeface="Oi"/>
                <a:ea typeface="Oi"/>
                <a:cs typeface="Oi"/>
                <a:sym typeface="Oi"/>
              </a:rPr>
            </a:br>
            <a:r>
              <a:rPr lang="en-US" sz="2800">
                <a:latin typeface="Oi"/>
                <a:ea typeface="Oi"/>
                <a:cs typeface="Oi"/>
                <a:sym typeface="Oi"/>
              </a:rPr>
              <a:t>ON R.BID = B.BID</a:t>
            </a:r>
            <a:endParaRPr sz="4800">
              <a:latin typeface="Oi"/>
              <a:ea typeface="Oi"/>
              <a:cs typeface="Oi"/>
              <a:sym typeface="Oi"/>
            </a:endParaRPr>
          </a:p>
        </p:txBody>
      </p:sp>
      <p:sp>
        <p:nvSpPr>
          <p:cNvPr id="1739" name="Google Shape;1739;p89"/>
          <p:cNvSpPr txBox="1">
            <a:spLocks noGrp="1"/>
          </p:cNvSpPr>
          <p:nvPr>
            <p:ph type="ftr" idx="4294967295"/>
          </p:nvPr>
        </p:nvSpPr>
        <p:spPr>
          <a:xfrm>
            <a:off x="1524000" y="6453189"/>
            <a:ext cx="2895600" cy="403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sz="12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400"/>
              <a:buNone/>
            </a:pPr>
            <a:endParaRPr sz="1200">
              <a:solidFill>
                <a:schemeClr val="dk2"/>
              </a:solidFill>
              <a:latin typeface="Times New Roman"/>
              <a:ea typeface="Times New Roman"/>
              <a:cs typeface="Times New Roman"/>
              <a:sym typeface="Times New Roman"/>
            </a:endParaRPr>
          </a:p>
        </p:txBody>
      </p:sp>
      <p:sp>
        <p:nvSpPr>
          <p:cNvPr id="1740" name="Google Shape;1740;p89"/>
          <p:cNvSpPr/>
          <p:nvPr/>
        </p:nvSpPr>
        <p:spPr>
          <a:xfrm>
            <a:off x="191587" y="6325323"/>
            <a:ext cx="497031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1" u="sng" strike="noStrike" cap="none">
                <a:solidFill>
                  <a:srgbClr val="7F7F7F"/>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http://sqlfiddle.com/#!17/e1f3a/3/0</a:t>
            </a:r>
            <a:r>
              <a:rPr lang="en-US" sz="2000" b="0" i="1" u="none" strike="noStrike" cap="none">
                <a:solidFill>
                  <a:srgbClr val="7F7F7F"/>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graphicFrame>
        <p:nvGraphicFramePr>
          <p:cNvPr id="1741" name="Google Shape;1741;p89"/>
          <p:cNvGraphicFramePr/>
          <p:nvPr/>
        </p:nvGraphicFramePr>
        <p:xfrm>
          <a:off x="5786583" y="1984432"/>
          <a:ext cx="4313400" cy="2032000"/>
        </p:xfrm>
        <a:graphic>
          <a:graphicData uri="http://schemas.openxmlformats.org/drawingml/2006/table">
            <a:tbl>
              <a:tblPr firstRow="1" bandRow="1">
                <a:noFill/>
              </a:tblPr>
              <a:tblGrid>
                <a:gridCol w="1437800">
                  <a:extLst>
                    <a:ext uri="{9D8B030D-6E8A-4147-A177-3AD203B41FA5}">
                      <a16:colId xmlns:a16="http://schemas.microsoft.com/office/drawing/2014/main" val="20000"/>
                    </a:ext>
                  </a:extLst>
                </a:gridCol>
                <a:gridCol w="1437800">
                  <a:extLst>
                    <a:ext uri="{9D8B030D-6E8A-4147-A177-3AD203B41FA5}">
                      <a16:colId xmlns:a16="http://schemas.microsoft.com/office/drawing/2014/main" val="20001"/>
                    </a:ext>
                  </a:extLst>
                </a:gridCol>
                <a:gridCol w="143780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bid</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bname</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color</a:t>
                      </a:r>
                      <a:endParaRPr sz="1400" u="none" strike="noStrike" cap="none"/>
                    </a:p>
                  </a:txBody>
                  <a:tcPr marL="50800" marR="50800" marT="50800" marB="50800"/>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101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Interlake</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blue</a:t>
                      </a:r>
                      <a:endParaRPr sz="1400" u="none" strike="noStrike" cap="none"/>
                    </a:p>
                  </a:txBody>
                  <a:tcPr marL="50800" marR="50800" marT="50800" marB="50800"/>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102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Interlake</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red</a:t>
                      </a:r>
                      <a:endParaRPr sz="1400" u="none" strike="noStrike" cap="none"/>
                    </a:p>
                  </a:txBody>
                  <a:tcPr marL="50800" marR="50800" marT="50800" marB="50800"/>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103</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Clipper</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green</a:t>
                      </a:r>
                      <a:endParaRPr sz="1400" u="none" strike="noStrike" cap="none"/>
                    </a:p>
                  </a:txBody>
                  <a:tcPr marL="50800" marR="50800" marT="50800" marB="50800"/>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104</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Marine</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red</a:t>
                      </a:r>
                      <a:endParaRPr sz="1400" u="none" strike="noStrike" cap="none"/>
                    </a:p>
                  </a:txBody>
                  <a:tcPr marL="50800" marR="50800" marT="50800" marB="50800"/>
                </a:tc>
                <a:extLst>
                  <a:ext uri="{0D108BD9-81ED-4DB2-BD59-A6C34878D82A}">
                    <a16:rowId xmlns:a16="http://schemas.microsoft.com/office/drawing/2014/main" val="10004"/>
                  </a:ext>
                </a:extLst>
              </a:tr>
            </a:tbl>
          </a:graphicData>
        </a:graphic>
      </p:graphicFrame>
      <p:sp>
        <p:nvSpPr>
          <p:cNvPr id="1742" name="Google Shape;1742;p89"/>
          <p:cNvSpPr txBox="1"/>
          <p:nvPr/>
        </p:nvSpPr>
        <p:spPr>
          <a:xfrm>
            <a:off x="5786582" y="1684576"/>
            <a:ext cx="92204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Boats2</a:t>
            </a:r>
            <a:endParaRPr sz="1400" b="0" i="0" u="none" strike="noStrike" cap="none">
              <a:solidFill>
                <a:srgbClr val="000000"/>
              </a:solidFill>
              <a:latin typeface="Arial"/>
              <a:ea typeface="Arial"/>
              <a:cs typeface="Arial"/>
              <a:sym typeface="Arial"/>
            </a:endParaRPr>
          </a:p>
        </p:txBody>
      </p:sp>
      <p:graphicFrame>
        <p:nvGraphicFramePr>
          <p:cNvPr id="1743" name="Google Shape;1743;p89"/>
          <p:cNvGraphicFramePr/>
          <p:nvPr/>
        </p:nvGraphicFramePr>
        <p:xfrm>
          <a:off x="907472" y="2209827"/>
          <a:ext cx="3927775" cy="1773850"/>
        </p:xfrm>
        <a:graphic>
          <a:graphicData uri="http://schemas.openxmlformats.org/drawingml/2006/table">
            <a:tbl>
              <a:tblPr firstRow="1" bandRow="1">
                <a:noFill/>
              </a:tblPr>
              <a:tblGrid>
                <a:gridCol w="1046025">
                  <a:extLst>
                    <a:ext uri="{9D8B030D-6E8A-4147-A177-3AD203B41FA5}">
                      <a16:colId xmlns:a16="http://schemas.microsoft.com/office/drawing/2014/main" val="20000"/>
                    </a:ext>
                  </a:extLst>
                </a:gridCol>
                <a:gridCol w="105295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5465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latin typeface="Rockwell"/>
                          <a:ea typeface="Rockwell"/>
                          <a:cs typeface="Rockwell"/>
                          <a:sym typeface="Rockwell"/>
                        </a:rPr>
                        <a:t>sid</a:t>
                      </a:r>
                      <a:endParaRPr sz="2000" b="1" u="none" strike="noStrike" cap="none">
                        <a:latin typeface="Rockwell"/>
                        <a:ea typeface="Rockwell"/>
                        <a:cs typeface="Rockwell"/>
                        <a:sym typeface="Rockwell"/>
                      </a:endParaRPr>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latin typeface="Rockwell"/>
                          <a:ea typeface="Rockwell"/>
                          <a:cs typeface="Rockwell"/>
                          <a:sym typeface="Rockwell"/>
                        </a:rPr>
                        <a:t>bid</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latin typeface="Rockwell"/>
                          <a:ea typeface="Rockwell"/>
                          <a:cs typeface="Rockwell"/>
                          <a:sym typeface="Rockwell"/>
                        </a:rPr>
                        <a:t>day</a:t>
                      </a:r>
                      <a:endParaRPr sz="1400" u="none" strike="noStrike" cap="none"/>
                    </a:p>
                  </a:txBody>
                  <a:tcPr marL="50800" marR="50800" marT="50800" marB="50800"/>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22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101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Century Gothic"/>
                          <a:ea typeface="Century Gothic"/>
                          <a:cs typeface="Century Gothic"/>
                          <a:sym typeface="Century Gothic"/>
                        </a:rPr>
                        <a:t>1996-10-10</a:t>
                      </a:r>
                      <a:endParaRPr sz="1400" u="none" strike="noStrike" cap="none"/>
                    </a:p>
                  </a:txBody>
                  <a:tcPr marL="50800" marR="50800" marT="50800" marB="50800"/>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95</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103</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Century Gothic"/>
                          <a:ea typeface="Century Gothic"/>
                          <a:cs typeface="Century Gothic"/>
                          <a:sym typeface="Century Gothic"/>
                        </a:rPr>
                        <a:t>1996-11-12</a:t>
                      </a:r>
                      <a:endParaRPr sz="1400" u="none" strike="noStrike" cap="none"/>
                    </a:p>
                  </a:txBody>
                  <a:tcPr marL="50800" marR="50800" marT="50800" marB="50800"/>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38</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Rockwell"/>
                          <a:ea typeface="Rockwell"/>
                          <a:cs typeface="Rockwell"/>
                          <a:sym typeface="Rockwell"/>
                        </a:rPr>
                        <a:t>42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latin typeface="Century Gothic"/>
                          <a:ea typeface="Century Gothic"/>
                          <a:cs typeface="Century Gothic"/>
                          <a:sym typeface="Century Gothic"/>
                        </a:rPr>
                        <a:t>2010-08-21</a:t>
                      </a:r>
                      <a:endParaRPr sz="2000" u="none" strike="noStrike" cap="none">
                        <a:latin typeface="Century Gothic"/>
                        <a:ea typeface="Century Gothic"/>
                        <a:cs typeface="Century Gothic"/>
                        <a:sym typeface="Century Gothic"/>
                      </a:endParaRPr>
                    </a:p>
                  </a:txBody>
                  <a:tcPr marL="50800" marR="50800" marT="50800" marB="50800"/>
                </a:tc>
                <a:extLst>
                  <a:ext uri="{0D108BD9-81ED-4DB2-BD59-A6C34878D82A}">
                    <a16:rowId xmlns:a16="http://schemas.microsoft.com/office/drawing/2014/main" val="10003"/>
                  </a:ext>
                </a:extLst>
              </a:tr>
            </a:tbl>
          </a:graphicData>
        </a:graphic>
      </p:graphicFrame>
      <p:sp>
        <p:nvSpPr>
          <p:cNvPr id="1744" name="Google Shape;1744;p89"/>
          <p:cNvSpPr txBox="1"/>
          <p:nvPr/>
        </p:nvSpPr>
        <p:spPr>
          <a:xfrm>
            <a:off x="796636" y="1915524"/>
            <a:ext cx="128112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Reserves3</a:t>
            </a:r>
            <a:endParaRPr sz="1400" b="0" i="0" u="none" strike="noStrike" cap="none">
              <a:solidFill>
                <a:srgbClr val="000000"/>
              </a:solidFill>
              <a:latin typeface="Arial"/>
              <a:ea typeface="Arial"/>
              <a:cs typeface="Arial"/>
              <a:sym typeface="Arial"/>
            </a:endParaRPr>
          </a:p>
        </p:txBody>
      </p:sp>
      <p:graphicFrame>
        <p:nvGraphicFramePr>
          <p:cNvPr id="1745" name="Google Shape;1745;p89"/>
          <p:cNvGraphicFramePr/>
          <p:nvPr/>
        </p:nvGraphicFramePr>
        <p:xfrm>
          <a:off x="5421085" y="4347594"/>
          <a:ext cx="6149700" cy="2255520"/>
        </p:xfrm>
        <a:graphic>
          <a:graphicData uri="http://schemas.openxmlformats.org/drawingml/2006/table">
            <a:tbl>
              <a:tblPr firstRow="1" bandRow="1">
                <a:noFill/>
              </a:tblPr>
              <a:tblGrid>
                <a:gridCol w="2049900">
                  <a:extLst>
                    <a:ext uri="{9D8B030D-6E8A-4147-A177-3AD203B41FA5}">
                      <a16:colId xmlns:a16="http://schemas.microsoft.com/office/drawing/2014/main" val="20000"/>
                    </a:ext>
                  </a:extLst>
                </a:gridCol>
                <a:gridCol w="2049900">
                  <a:extLst>
                    <a:ext uri="{9D8B030D-6E8A-4147-A177-3AD203B41FA5}">
                      <a16:colId xmlns:a16="http://schemas.microsoft.com/office/drawing/2014/main" val="20001"/>
                    </a:ext>
                  </a:extLst>
                </a:gridCol>
                <a:gridCol w="204990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sid</a:t>
                      </a:r>
                      <a:endParaRPr sz="1800" b="1"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bid</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bname</a:t>
                      </a:r>
                      <a:endParaRPr sz="1400" u="none" strike="noStrike" cap="none"/>
                    </a:p>
                  </a:txBody>
                  <a:tcPr marL="50800" marR="50800" marT="50800" marB="50800"/>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101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Interlake </a:t>
                      </a:r>
                      <a:endParaRPr sz="1400" u="none" strike="noStrike" cap="none"/>
                    </a:p>
                  </a:txBody>
                  <a:tcPr marL="50800" marR="50800" marT="50800" marB="50800"/>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95</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103</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Clipper </a:t>
                      </a:r>
                      <a:endParaRPr sz="1400" u="none" strike="noStrike" cap="none"/>
                    </a:p>
                  </a:txBody>
                  <a:tcPr marL="50800" marR="50800" marT="50800" marB="50800"/>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38</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(null)</a:t>
                      </a:r>
                      <a:endParaRPr sz="1400" u="none" strike="noStrike" cap="none"/>
                    </a:p>
                  </a:txBody>
                  <a:tcPr marL="50800" marR="50800" marT="50800" marB="50800">
                    <a:solidFill>
                      <a:srgbClr val="C39D9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(null)</a:t>
                      </a:r>
                      <a:endParaRPr sz="1400" u="none" strike="noStrike" cap="none"/>
                    </a:p>
                  </a:txBody>
                  <a:tcPr marL="50800" marR="50800" marT="50800" marB="50800">
                    <a:solidFill>
                      <a:srgbClr val="C39D91"/>
                    </a:solidFill>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(null)</a:t>
                      </a:r>
                      <a:endParaRPr sz="1400" u="none" strike="noStrike" cap="none"/>
                    </a:p>
                  </a:txBody>
                  <a:tcPr marL="50800" marR="50800" marT="50800" marB="50800">
                    <a:solidFill>
                      <a:srgbClr val="C39D9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104</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Marine </a:t>
                      </a:r>
                      <a:endParaRPr sz="1400" u="none" strike="noStrike" cap="none"/>
                    </a:p>
                  </a:txBody>
                  <a:tcPr marL="50800" marR="50800" marT="50800" marB="50800"/>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(null)</a:t>
                      </a:r>
                      <a:endParaRPr sz="1400" u="none" strike="noStrike" cap="none"/>
                    </a:p>
                  </a:txBody>
                  <a:tcPr marL="50800" marR="50800" marT="50800" marB="50800">
                    <a:solidFill>
                      <a:srgbClr val="C39D9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102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Interlake </a:t>
                      </a:r>
                      <a:endParaRPr sz="1400" u="none" strike="noStrike" cap="none"/>
                    </a:p>
                  </a:txBody>
                  <a:tcPr marL="50800" marR="50800" marT="50800" marB="50800"/>
                </a:tc>
                <a:extLst>
                  <a:ext uri="{0D108BD9-81ED-4DB2-BD59-A6C34878D82A}">
                    <a16:rowId xmlns:a16="http://schemas.microsoft.com/office/drawing/2014/main" val="10005"/>
                  </a:ext>
                </a:extLst>
              </a:tr>
            </a:tbl>
          </a:graphicData>
        </a:graphic>
      </p:graphicFrame>
      <p:sp>
        <p:nvSpPr>
          <p:cNvPr id="1746" name="Google Shape;1746;p89"/>
          <p:cNvSpPr txBox="1"/>
          <p:nvPr/>
        </p:nvSpPr>
        <p:spPr>
          <a:xfrm>
            <a:off x="4449986" y="4457231"/>
            <a:ext cx="89479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Result: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751"/>
        <p:cNvGrpSpPr/>
        <p:nvPr/>
      </p:nvGrpSpPr>
      <p:grpSpPr>
        <a:xfrm>
          <a:off x="0" y="0"/>
          <a:ext cx="0" cy="0"/>
          <a:chOff x="0" y="0"/>
          <a:chExt cx="0" cy="0"/>
        </a:xfrm>
      </p:grpSpPr>
      <p:sp>
        <p:nvSpPr>
          <p:cNvPr id="1752" name="Google Shape;1752;p90"/>
          <p:cNvSpPr txBox="1">
            <a:spLocks noGrp="1"/>
          </p:cNvSpPr>
          <p:nvPr>
            <p:ph type="title"/>
          </p:nvPr>
        </p:nvSpPr>
        <p:spPr>
          <a:xfrm>
            <a:off x="552450" y="385989"/>
            <a:ext cx="1080135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NULL VALUES</a:t>
            </a:r>
            <a:endParaRPr dirty="0"/>
          </a:p>
        </p:txBody>
      </p:sp>
      <p:sp>
        <p:nvSpPr>
          <p:cNvPr id="1753" name="Google Shape;1753;p90"/>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Field values are sometimes </a:t>
            </a:r>
            <a:r>
              <a:rPr lang="en-US" dirty="0">
                <a:solidFill>
                  <a:srgbClr val="FF0000"/>
                </a:solidFill>
              </a:rPr>
              <a:t>unknown</a:t>
            </a:r>
            <a:endParaRPr dirty="0"/>
          </a:p>
          <a:p>
            <a:pPr marL="457200" lvl="1" indent="-182880" algn="l" rtl="0">
              <a:lnSpc>
                <a:spcPct val="90000"/>
              </a:lnSpc>
              <a:spcBef>
                <a:spcPts val="400"/>
              </a:spcBef>
              <a:spcAft>
                <a:spcPts val="0"/>
              </a:spcAft>
              <a:buSzPts val="1530"/>
              <a:buChar char="▪"/>
            </a:pPr>
            <a:r>
              <a:rPr lang="en-US" dirty="0"/>
              <a:t>SQL provides a special value </a:t>
            </a:r>
            <a:r>
              <a:rPr lang="en-US" dirty="0">
                <a:solidFill>
                  <a:srgbClr val="FF0000"/>
                </a:solidFill>
              </a:rPr>
              <a:t>NULL </a:t>
            </a:r>
            <a:r>
              <a:rPr lang="en-US" dirty="0"/>
              <a:t>for such situations.</a:t>
            </a:r>
            <a:endParaRPr dirty="0"/>
          </a:p>
          <a:p>
            <a:pPr marL="457200" lvl="1" indent="-182880" algn="l" rtl="0">
              <a:lnSpc>
                <a:spcPct val="90000"/>
              </a:lnSpc>
              <a:spcBef>
                <a:spcPts val="600"/>
              </a:spcBef>
              <a:spcAft>
                <a:spcPts val="0"/>
              </a:spcAft>
              <a:buSzPts val="1530"/>
              <a:buChar char="▪"/>
            </a:pPr>
            <a:r>
              <a:rPr lang="en-US" dirty="0"/>
              <a:t>Every data type can be NULL</a:t>
            </a:r>
            <a:endParaRPr dirty="0"/>
          </a:p>
          <a:p>
            <a:pPr marL="182880" lvl="0" indent="-182880" algn="l" rtl="0">
              <a:lnSpc>
                <a:spcPct val="90000"/>
              </a:lnSpc>
              <a:spcBef>
                <a:spcPts val="1400"/>
              </a:spcBef>
              <a:spcAft>
                <a:spcPts val="0"/>
              </a:spcAft>
              <a:buSzPts val="1700"/>
              <a:buChar char="▪"/>
            </a:pPr>
            <a:r>
              <a:rPr lang="en-US" dirty="0"/>
              <a:t>The presence of null complicates many issues. E.g.:</a:t>
            </a:r>
            <a:endParaRPr dirty="0"/>
          </a:p>
          <a:p>
            <a:pPr marL="457200" lvl="1" indent="-182880" algn="l" rtl="0">
              <a:lnSpc>
                <a:spcPct val="90000"/>
              </a:lnSpc>
              <a:spcBef>
                <a:spcPts val="400"/>
              </a:spcBef>
              <a:spcAft>
                <a:spcPts val="0"/>
              </a:spcAft>
              <a:buSzPts val="1530"/>
              <a:buChar char="▪"/>
            </a:pPr>
            <a:r>
              <a:rPr lang="en-US" dirty="0"/>
              <a:t>Selection predicates (WHERE)</a:t>
            </a:r>
            <a:endParaRPr dirty="0"/>
          </a:p>
          <a:p>
            <a:pPr marL="457200" lvl="1" indent="-182880" algn="l" rtl="0">
              <a:lnSpc>
                <a:spcPct val="90000"/>
              </a:lnSpc>
              <a:spcBef>
                <a:spcPts val="600"/>
              </a:spcBef>
              <a:spcAft>
                <a:spcPts val="0"/>
              </a:spcAft>
              <a:buSzPts val="1530"/>
              <a:buChar char="▪"/>
            </a:pPr>
            <a:r>
              <a:rPr lang="en-US" dirty="0"/>
              <a:t>Aggregation</a:t>
            </a:r>
            <a:endParaRPr dirty="0"/>
          </a:p>
          <a:p>
            <a:pPr marL="182880" lvl="0" indent="-182880" algn="l" rtl="0">
              <a:lnSpc>
                <a:spcPct val="90000"/>
              </a:lnSpc>
              <a:spcBef>
                <a:spcPts val="1400"/>
              </a:spcBef>
              <a:spcAft>
                <a:spcPts val="0"/>
              </a:spcAft>
              <a:buSzPts val="1700"/>
              <a:buChar char="▪"/>
            </a:pPr>
            <a:r>
              <a:rPr lang="en-US" dirty="0"/>
              <a:t>But NULLs are common after outer joins</a:t>
            </a:r>
            <a:endParaRPr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53">
                                            <p:txEl>
                                              <p:pRg st="0" end="0"/>
                                            </p:txEl>
                                          </p:spTgt>
                                        </p:tgtEl>
                                        <p:attrNameLst>
                                          <p:attrName>style.visibility</p:attrName>
                                        </p:attrNameLst>
                                      </p:cBhvr>
                                      <p:to>
                                        <p:strVal val="visible"/>
                                      </p:to>
                                    </p:set>
                                    <p:animEffect transition="in" filter="fade">
                                      <p:cBhvr>
                                        <p:cTn id="7" dur="500"/>
                                        <p:tgtEl>
                                          <p:spTgt spid="17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53">
                                            <p:txEl>
                                              <p:pRg st="1" end="1"/>
                                            </p:txEl>
                                          </p:spTgt>
                                        </p:tgtEl>
                                        <p:attrNameLst>
                                          <p:attrName>style.visibility</p:attrName>
                                        </p:attrNameLst>
                                      </p:cBhvr>
                                      <p:to>
                                        <p:strVal val="visible"/>
                                      </p:to>
                                    </p:set>
                                    <p:animEffect transition="in" filter="fade">
                                      <p:cBhvr>
                                        <p:cTn id="12" dur="500"/>
                                        <p:tgtEl>
                                          <p:spTgt spid="175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53">
                                            <p:txEl>
                                              <p:pRg st="2" end="2"/>
                                            </p:txEl>
                                          </p:spTgt>
                                        </p:tgtEl>
                                        <p:attrNameLst>
                                          <p:attrName>style.visibility</p:attrName>
                                        </p:attrNameLst>
                                      </p:cBhvr>
                                      <p:to>
                                        <p:strVal val="visible"/>
                                      </p:to>
                                    </p:set>
                                    <p:animEffect transition="in" filter="fade">
                                      <p:cBhvr>
                                        <p:cTn id="17" dur="500"/>
                                        <p:tgtEl>
                                          <p:spTgt spid="175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53">
                                            <p:txEl>
                                              <p:pRg st="3" end="3"/>
                                            </p:txEl>
                                          </p:spTgt>
                                        </p:tgtEl>
                                        <p:attrNameLst>
                                          <p:attrName>style.visibility</p:attrName>
                                        </p:attrNameLst>
                                      </p:cBhvr>
                                      <p:to>
                                        <p:strVal val="visible"/>
                                      </p:to>
                                    </p:set>
                                    <p:animEffect transition="in" filter="fade">
                                      <p:cBhvr>
                                        <p:cTn id="22" dur="500"/>
                                        <p:tgtEl>
                                          <p:spTgt spid="175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53">
                                            <p:txEl>
                                              <p:pRg st="4" end="4"/>
                                            </p:txEl>
                                          </p:spTgt>
                                        </p:tgtEl>
                                        <p:attrNameLst>
                                          <p:attrName>style.visibility</p:attrName>
                                        </p:attrNameLst>
                                      </p:cBhvr>
                                      <p:to>
                                        <p:strVal val="visible"/>
                                      </p:to>
                                    </p:set>
                                    <p:animEffect transition="in" filter="fade">
                                      <p:cBhvr>
                                        <p:cTn id="27" dur="500"/>
                                        <p:tgtEl>
                                          <p:spTgt spid="175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53">
                                            <p:txEl>
                                              <p:pRg st="5" end="5"/>
                                            </p:txEl>
                                          </p:spTgt>
                                        </p:tgtEl>
                                        <p:attrNameLst>
                                          <p:attrName>style.visibility</p:attrName>
                                        </p:attrNameLst>
                                      </p:cBhvr>
                                      <p:to>
                                        <p:strVal val="visible"/>
                                      </p:to>
                                    </p:set>
                                    <p:animEffect transition="in" filter="fade">
                                      <p:cBhvr>
                                        <p:cTn id="32" dur="500"/>
                                        <p:tgtEl>
                                          <p:spTgt spid="175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53">
                                            <p:txEl>
                                              <p:pRg st="6" end="6"/>
                                            </p:txEl>
                                          </p:spTgt>
                                        </p:tgtEl>
                                        <p:attrNameLst>
                                          <p:attrName>style.visibility</p:attrName>
                                        </p:attrNameLst>
                                      </p:cBhvr>
                                      <p:to>
                                        <p:strVal val="visible"/>
                                      </p:to>
                                    </p:set>
                                    <p:animEffect transition="in" filter="fade">
                                      <p:cBhvr>
                                        <p:cTn id="37" dur="500"/>
                                        <p:tgtEl>
                                          <p:spTgt spid="175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757"/>
        <p:cNvGrpSpPr/>
        <p:nvPr/>
      </p:nvGrpSpPr>
      <p:grpSpPr>
        <a:xfrm>
          <a:off x="0" y="0"/>
          <a:ext cx="0" cy="0"/>
          <a:chOff x="0" y="0"/>
          <a:chExt cx="0" cy="0"/>
        </a:xfrm>
      </p:grpSpPr>
      <p:sp>
        <p:nvSpPr>
          <p:cNvPr id="1758" name="Google Shape;1758;p9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NULL IN THE WHERE CLAUSE</a:t>
            </a:r>
            <a:endParaRPr/>
          </a:p>
        </p:txBody>
      </p:sp>
      <p:sp>
        <p:nvSpPr>
          <p:cNvPr id="1759" name="Google Shape;1759;p91"/>
          <p:cNvSpPr txBox="1">
            <a:spLocks noGrp="1"/>
          </p:cNvSpPr>
          <p:nvPr>
            <p:ph type="body" idx="1"/>
          </p:nvPr>
        </p:nvSpPr>
        <p:spPr>
          <a:xfrm>
            <a:off x="838200" y="1825626"/>
            <a:ext cx="10515600" cy="4548278"/>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dirty="0"/>
              <a:t>Consider a tuple where </a:t>
            </a:r>
            <a:r>
              <a:rPr lang="en-US" sz="2000" dirty="0">
                <a:latin typeface="Oi"/>
                <a:ea typeface="Oi"/>
                <a:cs typeface="Oi"/>
                <a:sym typeface="Oi"/>
              </a:rPr>
              <a:t>rating </a:t>
            </a:r>
            <a:r>
              <a:rPr lang="en-US" sz="2400" dirty="0"/>
              <a:t>IS NULL. </a:t>
            </a:r>
            <a:endParaRPr dirty="0"/>
          </a:p>
          <a:p>
            <a:pPr marL="182880" lvl="0" indent="-53338" algn="l" rtl="0">
              <a:lnSpc>
                <a:spcPct val="90000"/>
              </a:lnSpc>
              <a:spcBef>
                <a:spcPts val="1200"/>
              </a:spcBef>
              <a:spcAft>
                <a:spcPts val="0"/>
              </a:spcAft>
              <a:buSzPts val="2040"/>
              <a:buNone/>
            </a:pPr>
            <a:endParaRPr sz="2400" dirty="0"/>
          </a:p>
          <a:p>
            <a:pPr marL="182880" lvl="0" indent="-53338" algn="l" rtl="0">
              <a:lnSpc>
                <a:spcPct val="90000"/>
              </a:lnSpc>
              <a:spcBef>
                <a:spcPts val="1200"/>
              </a:spcBef>
              <a:spcAft>
                <a:spcPts val="0"/>
              </a:spcAft>
              <a:buSzPts val="2040"/>
              <a:buNone/>
            </a:pPr>
            <a:endParaRPr sz="2400" dirty="0"/>
          </a:p>
          <a:p>
            <a:pPr marL="182880" lvl="0" indent="-182880" algn="l" rtl="0">
              <a:lnSpc>
                <a:spcPct val="90000"/>
              </a:lnSpc>
              <a:spcBef>
                <a:spcPts val="1200"/>
              </a:spcBef>
              <a:spcAft>
                <a:spcPts val="0"/>
              </a:spcAft>
              <a:buSzPts val="2040"/>
              <a:buChar char="▪"/>
            </a:pPr>
            <a:r>
              <a:rPr lang="en-US" sz="2400" dirty="0"/>
              <a:t>If we run the following query</a:t>
            </a:r>
            <a:endParaRPr dirty="0"/>
          </a:p>
          <a:p>
            <a:pPr marL="182880" lvl="0" indent="-53338" algn="l" rtl="0">
              <a:lnSpc>
                <a:spcPct val="90000"/>
              </a:lnSpc>
              <a:spcBef>
                <a:spcPts val="1200"/>
              </a:spcBef>
              <a:spcAft>
                <a:spcPts val="0"/>
              </a:spcAft>
              <a:buSzPts val="2040"/>
              <a:buNone/>
            </a:pPr>
            <a:endParaRPr sz="2400" dirty="0"/>
          </a:p>
          <a:p>
            <a:pPr marL="182880" lvl="0" indent="-53338" algn="l" rtl="0">
              <a:lnSpc>
                <a:spcPct val="90000"/>
              </a:lnSpc>
              <a:spcBef>
                <a:spcPts val="1200"/>
              </a:spcBef>
              <a:spcAft>
                <a:spcPts val="0"/>
              </a:spcAft>
              <a:buSzPts val="2040"/>
              <a:buNone/>
            </a:pPr>
            <a:endParaRPr sz="2400" dirty="0"/>
          </a:p>
          <a:p>
            <a:pPr marL="182880" lvl="0" indent="-182880" algn="l" rtl="0">
              <a:lnSpc>
                <a:spcPct val="90000"/>
              </a:lnSpc>
              <a:spcBef>
                <a:spcPts val="1200"/>
              </a:spcBef>
              <a:spcAft>
                <a:spcPts val="0"/>
              </a:spcAft>
              <a:buSzPts val="2040"/>
              <a:buChar char="▪"/>
            </a:pPr>
            <a:r>
              <a:rPr lang="en-US" sz="2400" dirty="0"/>
              <a:t>Jack Sparrow will not be included in the output.</a:t>
            </a:r>
            <a:endParaRPr dirty="0"/>
          </a:p>
          <a:p>
            <a:pPr marL="182880" lvl="0" indent="-53338" algn="l" rtl="0">
              <a:lnSpc>
                <a:spcPct val="90000"/>
              </a:lnSpc>
              <a:spcBef>
                <a:spcPts val="1200"/>
              </a:spcBef>
              <a:spcAft>
                <a:spcPts val="0"/>
              </a:spcAft>
              <a:buSzPts val="2040"/>
              <a:buNone/>
            </a:pPr>
            <a:endParaRPr sz="2400" dirty="0"/>
          </a:p>
        </p:txBody>
      </p:sp>
      <p:sp>
        <p:nvSpPr>
          <p:cNvPr id="1760" name="Google Shape;1760;p91"/>
          <p:cNvSpPr/>
          <p:nvPr/>
        </p:nvSpPr>
        <p:spPr>
          <a:xfrm>
            <a:off x="2324100" y="2353475"/>
            <a:ext cx="8077200"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Oi"/>
                <a:ea typeface="Oi"/>
                <a:cs typeface="Oi"/>
                <a:sym typeface="Oi"/>
              </a:rPr>
              <a:t>INSERT INTO sailors VALUES</a:t>
            </a:r>
            <a:br>
              <a:rPr lang="en-US" sz="2800" b="0" i="0" u="none" strike="noStrike" cap="none">
                <a:solidFill>
                  <a:schemeClr val="dk1"/>
                </a:solidFill>
                <a:latin typeface="Oi"/>
                <a:ea typeface="Oi"/>
                <a:cs typeface="Oi"/>
                <a:sym typeface="Oi"/>
              </a:rPr>
            </a:br>
            <a:r>
              <a:rPr lang="en-US" sz="2800" b="0" i="0" u="none" strike="noStrike" cap="none">
                <a:solidFill>
                  <a:schemeClr val="dk1"/>
                </a:solidFill>
                <a:latin typeface="Oi"/>
                <a:ea typeface="Oi"/>
                <a:cs typeface="Oi"/>
                <a:sym typeface="Oi"/>
              </a:rPr>
              <a:t> (11, 'Jack Sparrow', NULL, 35);</a:t>
            </a:r>
            <a:endParaRPr sz="1400" b="0" i="0" u="none" strike="noStrike" cap="none">
              <a:solidFill>
                <a:srgbClr val="000000"/>
              </a:solidFill>
              <a:latin typeface="Arial"/>
              <a:ea typeface="Arial"/>
              <a:cs typeface="Arial"/>
              <a:sym typeface="Arial"/>
            </a:endParaRPr>
          </a:p>
        </p:txBody>
      </p:sp>
      <p:sp>
        <p:nvSpPr>
          <p:cNvPr id="1761" name="Google Shape;1761;p91"/>
          <p:cNvSpPr/>
          <p:nvPr/>
        </p:nvSpPr>
        <p:spPr>
          <a:xfrm>
            <a:off x="267788" y="6373904"/>
            <a:ext cx="4572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http://sqlfiddle.com/#!17/36ca9/2</a:t>
            </a:r>
            <a:r>
              <a:rPr lang="en-US" sz="1800" b="0" i="0" u="none" strike="noStrike" cap="none">
                <a:solidFill>
                  <a:schemeClr val="dk1"/>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sp>
        <p:nvSpPr>
          <p:cNvPr id="1762" name="Google Shape;1762;p91"/>
          <p:cNvSpPr/>
          <p:nvPr/>
        </p:nvSpPr>
        <p:spPr>
          <a:xfrm>
            <a:off x="2553788" y="3756886"/>
            <a:ext cx="6096000"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Oi"/>
                <a:ea typeface="Oi"/>
                <a:cs typeface="Oi"/>
                <a:sym typeface="Oi"/>
              </a:rPr>
              <a:t>SELECT * FROM sailors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Oi"/>
                <a:ea typeface="Oi"/>
                <a:cs typeface="Oi"/>
                <a:sym typeface="Oi"/>
              </a:rPr>
              <a:t>WHERE rating &gt; 8;</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1767" name="Google Shape;1767;p9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NULL IN COMPARATORS</a:t>
            </a:r>
            <a:endParaRPr dirty="0"/>
          </a:p>
        </p:txBody>
      </p:sp>
      <p:sp>
        <p:nvSpPr>
          <p:cNvPr id="1768" name="Google Shape;1768;p92"/>
          <p:cNvSpPr txBox="1">
            <a:spLocks noGrp="1"/>
          </p:cNvSpPr>
          <p:nvPr>
            <p:ph type="body" idx="1"/>
          </p:nvPr>
        </p:nvSpPr>
        <p:spPr>
          <a:xfrm>
            <a:off x="1044949" y="2164962"/>
            <a:ext cx="10515600" cy="435133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040"/>
              <a:buNone/>
            </a:pPr>
            <a:r>
              <a:rPr lang="en-US" sz="2400" dirty="0">
                <a:latin typeface="Oi"/>
                <a:ea typeface="Oi"/>
                <a:cs typeface="Oi"/>
                <a:sym typeface="Oi"/>
              </a:rPr>
              <a:t>SELECT rating = NULL FROM sailors;</a:t>
            </a:r>
            <a:endParaRPr dirty="0"/>
          </a:p>
          <a:p>
            <a:pPr marL="0" lvl="0" indent="0" algn="l" rtl="0">
              <a:lnSpc>
                <a:spcPct val="90000"/>
              </a:lnSpc>
              <a:spcBef>
                <a:spcPts val="1200"/>
              </a:spcBef>
              <a:spcAft>
                <a:spcPts val="0"/>
              </a:spcAft>
              <a:buSzPts val="2040"/>
              <a:buNone/>
            </a:pPr>
            <a:r>
              <a:rPr lang="en-US" sz="2400" dirty="0">
                <a:latin typeface="Oi"/>
                <a:ea typeface="Oi"/>
                <a:cs typeface="Oi"/>
                <a:sym typeface="Oi"/>
              </a:rPr>
              <a:t>SELECT rating &lt; NULL FROM sailors;</a:t>
            </a:r>
            <a:endParaRPr dirty="0"/>
          </a:p>
          <a:p>
            <a:pPr marL="0" lvl="0" indent="0" algn="l" rtl="0">
              <a:lnSpc>
                <a:spcPct val="90000"/>
              </a:lnSpc>
              <a:spcBef>
                <a:spcPts val="1200"/>
              </a:spcBef>
              <a:spcAft>
                <a:spcPts val="0"/>
              </a:spcAft>
              <a:buSzPts val="2040"/>
              <a:buNone/>
            </a:pPr>
            <a:r>
              <a:rPr lang="en-US" sz="2400" dirty="0">
                <a:latin typeface="Oi"/>
                <a:ea typeface="Oi"/>
                <a:cs typeface="Oi"/>
                <a:sym typeface="Oi"/>
              </a:rPr>
              <a:t>SELECT rating &gt;= NULL FROM sailors;</a:t>
            </a:r>
            <a:endParaRPr dirty="0"/>
          </a:p>
          <a:p>
            <a:pPr marL="0" lvl="0" indent="0" algn="l" rtl="0">
              <a:lnSpc>
                <a:spcPct val="90000"/>
              </a:lnSpc>
              <a:spcBef>
                <a:spcPts val="1200"/>
              </a:spcBef>
              <a:spcAft>
                <a:spcPts val="0"/>
              </a:spcAft>
              <a:buSzPts val="2040"/>
              <a:buNone/>
            </a:pPr>
            <a:endParaRPr sz="2400" dirty="0">
              <a:latin typeface="Oi"/>
              <a:ea typeface="Oi"/>
              <a:cs typeface="Oi"/>
              <a:sym typeface="Oi"/>
            </a:endParaRPr>
          </a:p>
          <a:p>
            <a:pPr marL="0" lvl="0" indent="0" algn="l" rtl="0">
              <a:lnSpc>
                <a:spcPct val="90000"/>
              </a:lnSpc>
              <a:spcBef>
                <a:spcPts val="1200"/>
              </a:spcBef>
              <a:spcAft>
                <a:spcPts val="0"/>
              </a:spcAft>
              <a:buSzPts val="2040"/>
              <a:buNone/>
            </a:pPr>
            <a:r>
              <a:rPr lang="en-US" sz="2400" dirty="0">
                <a:latin typeface="Oi"/>
                <a:ea typeface="Oi"/>
                <a:cs typeface="Oi"/>
                <a:sym typeface="Oi"/>
              </a:rPr>
              <a:t>SELECT * FROM sailors WHERE </a:t>
            </a:r>
            <a:r>
              <a:rPr lang="en-US" sz="2400" b="1" dirty="0">
                <a:latin typeface="Oi"/>
                <a:ea typeface="Oi"/>
                <a:cs typeface="Oi"/>
                <a:sym typeface="Oi"/>
              </a:rPr>
              <a:t>rating = NULL</a:t>
            </a:r>
            <a:r>
              <a:rPr lang="en-US" sz="2400" dirty="0">
                <a:latin typeface="Oi"/>
                <a:ea typeface="Oi"/>
                <a:cs typeface="Oi"/>
                <a:sym typeface="Oi"/>
              </a:rPr>
              <a:t>;</a:t>
            </a:r>
            <a:endParaRPr dirty="0"/>
          </a:p>
          <a:p>
            <a:pPr marL="0" lvl="0" indent="0" algn="l" rtl="0">
              <a:lnSpc>
                <a:spcPct val="90000"/>
              </a:lnSpc>
              <a:spcBef>
                <a:spcPts val="1200"/>
              </a:spcBef>
              <a:spcAft>
                <a:spcPts val="0"/>
              </a:spcAft>
              <a:buSzPts val="2040"/>
              <a:buNone/>
            </a:pPr>
            <a:r>
              <a:rPr lang="en-US" sz="2400" b="1" dirty="0">
                <a:latin typeface="Helvetica Neue"/>
                <a:ea typeface="Helvetica Neue"/>
                <a:cs typeface="Helvetica Neue"/>
                <a:sym typeface="Helvetica Neue"/>
              </a:rPr>
              <a:t>Rule</a:t>
            </a:r>
            <a:r>
              <a:rPr lang="en-US" sz="2400" dirty="0">
                <a:latin typeface="Helvetica Neue"/>
                <a:ea typeface="Helvetica Neue"/>
                <a:cs typeface="Helvetica Neue"/>
                <a:sym typeface="Helvetica Neue"/>
              </a:rPr>
              <a:t>: (x </a:t>
            </a:r>
            <a:r>
              <a:rPr lang="en-US" sz="2400" i="1" dirty="0">
                <a:latin typeface="Helvetica Neue"/>
                <a:ea typeface="Helvetica Neue"/>
                <a:cs typeface="Helvetica Neue"/>
                <a:sym typeface="Helvetica Neue"/>
              </a:rPr>
              <a:t>op </a:t>
            </a:r>
            <a:r>
              <a:rPr lang="en-US" sz="2400" dirty="0">
                <a:latin typeface="Helvetica Neue"/>
                <a:ea typeface="Helvetica Neue"/>
                <a:cs typeface="Helvetica Neue"/>
                <a:sym typeface="Helvetica Neue"/>
              </a:rPr>
              <a:t>NULL) evaluates to … NULL!</a:t>
            </a:r>
            <a:endParaRPr sz="2400" dirty="0">
              <a:latin typeface="Oi"/>
              <a:ea typeface="Oi"/>
              <a:cs typeface="Oi"/>
              <a:sym typeface="Oi"/>
            </a:endParaRPr>
          </a:p>
          <a:p>
            <a:pPr marL="0" lvl="0" indent="0" algn="l" rtl="0">
              <a:lnSpc>
                <a:spcPct val="90000"/>
              </a:lnSpc>
              <a:spcBef>
                <a:spcPts val="1200"/>
              </a:spcBef>
              <a:spcAft>
                <a:spcPts val="0"/>
              </a:spcAft>
              <a:buSzPts val="2040"/>
              <a:buNone/>
            </a:pPr>
            <a:endParaRPr sz="2400" dirty="0">
              <a:latin typeface="Oi"/>
              <a:ea typeface="Oi"/>
              <a:cs typeface="Oi"/>
              <a:sym typeface="Oi"/>
            </a:endParaRPr>
          </a:p>
          <a:p>
            <a:pPr marL="0" lvl="0" indent="0" algn="l" rtl="0">
              <a:lnSpc>
                <a:spcPct val="90000"/>
              </a:lnSpc>
              <a:spcBef>
                <a:spcPts val="1200"/>
              </a:spcBef>
              <a:spcAft>
                <a:spcPts val="0"/>
              </a:spcAft>
              <a:buSzPts val="2040"/>
              <a:buNone/>
            </a:pPr>
            <a:endParaRPr sz="2400" dirty="0">
              <a:latin typeface="Oi"/>
              <a:ea typeface="Oi"/>
              <a:cs typeface="Oi"/>
              <a:sym typeface="Oi"/>
            </a:endParaRPr>
          </a:p>
        </p:txBody>
      </p:sp>
      <p:sp>
        <p:nvSpPr>
          <p:cNvPr id="1769" name="Google Shape;1769;p92"/>
          <p:cNvSpPr/>
          <p:nvPr/>
        </p:nvSpPr>
        <p:spPr>
          <a:xfrm>
            <a:off x="6225045" y="5953125"/>
            <a:ext cx="45720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1" u="sng" strike="noStrike" cap="none">
                <a:solidFill>
                  <a:srgbClr val="7F7F7F"/>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http://sqlfiddle.com/#!17/f35aa/6</a:t>
            </a:r>
            <a:r>
              <a:rPr lang="en-US" sz="2000" b="0" i="1" u="none" strike="noStrike" cap="none">
                <a:solidFill>
                  <a:srgbClr val="7F7F7F"/>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sp>
        <p:nvSpPr>
          <p:cNvPr id="1770" name="Google Shape;1770;p92"/>
          <p:cNvSpPr txBox="1"/>
          <p:nvPr/>
        </p:nvSpPr>
        <p:spPr>
          <a:xfrm>
            <a:off x="7928788" y="2194571"/>
            <a:ext cx="3154680" cy="830997"/>
          </a:xfrm>
          <a:prstGeom prst="rect">
            <a:avLst/>
          </a:prstGeom>
          <a:blipFill rotWithShape="1">
            <a:blip r:embed="rId4">
              <a:alphaModFix/>
            </a:blip>
            <a:tile tx="0" ty="0" sx="60000" sy="58999" flip="none" algn="tl"/>
          </a:blipFill>
          <a:ln>
            <a:noFill/>
          </a:ln>
          <a:effectLst>
            <a:outerShdw blurRad="50800" dist="19050" dir="5400000" algn="tl" rotWithShape="0">
              <a:srgbClr val="000000">
                <a:alpha val="60000"/>
              </a:srgbClr>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All of these queries evaluate to null!</a:t>
            </a:r>
            <a:endParaRPr sz="1400" b="0" i="0" u="none" strike="noStrike" cap="none">
              <a:solidFill>
                <a:srgbClr val="000000"/>
              </a:solidFill>
              <a:latin typeface="Arial"/>
              <a:ea typeface="Arial"/>
              <a:cs typeface="Arial"/>
              <a:sym typeface="Arial"/>
            </a:endParaRPr>
          </a:p>
        </p:txBody>
      </p:sp>
      <p:sp>
        <p:nvSpPr>
          <p:cNvPr id="1771" name="Google Shape;1771;p92"/>
          <p:cNvSpPr/>
          <p:nvPr/>
        </p:nvSpPr>
        <p:spPr>
          <a:xfrm>
            <a:off x="7928788" y="3544292"/>
            <a:ext cx="2651760" cy="510778"/>
          </a:xfrm>
          <a:prstGeom prst="wedgeRoundRectCallout">
            <a:avLst>
              <a:gd name="adj1" fmla="val -48994"/>
              <a:gd name="adj2" fmla="val 116206"/>
              <a:gd name="adj3" fmla="val 16667"/>
            </a:avLst>
          </a:prstGeom>
          <a:blipFill rotWithShape="1">
            <a:blip r:embed="rId4">
              <a:alphaModFix/>
            </a:blip>
            <a:tile tx="0" ty="0" sx="60000" sy="58999" flip="none" algn="tl"/>
          </a:blipFill>
          <a:ln>
            <a:noFill/>
          </a:ln>
          <a:effectLst>
            <a:outerShdw blurRad="50800" dist="19050" dir="5400000" algn="tl" rotWithShape="0">
              <a:srgbClr val="000000">
                <a:alpha val="60000"/>
              </a:srgbClr>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Even this one!</a:t>
            </a:r>
            <a:endParaRPr sz="1400" b="0" i="0" u="none" strike="noStrike" cap="none">
              <a:solidFill>
                <a:srgbClr val="000000"/>
              </a:solidFill>
              <a:latin typeface="Arial"/>
              <a:ea typeface="Arial"/>
              <a:cs typeface="Arial"/>
              <a:sym typeface="Arial"/>
            </a:endParaRPr>
          </a:p>
        </p:txBody>
      </p:sp>
      <p:sp>
        <p:nvSpPr>
          <p:cNvPr id="1772" name="Google Shape;1772;p92"/>
          <p:cNvSpPr txBox="1"/>
          <p:nvPr/>
        </p:nvSpPr>
        <p:spPr>
          <a:xfrm>
            <a:off x="674111" y="1509019"/>
            <a:ext cx="890179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Rockwell"/>
                <a:ea typeface="Rockwell"/>
                <a:cs typeface="Rockwell"/>
                <a:sym typeface="Rockwell"/>
              </a:rPr>
              <a:t>What entries are in the output of all these queries?</a:t>
            </a: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70"/>
                                        </p:tgtEl>
                                        <p:attrNameLst>
                                          <p:attrName>style.visibility</p:attrName>
                                        </p:attrNameLst>
                                      </p:cBhvr>
                                      <p:to>
                                        <p:strVal val="visible"/>
                                      </p:to>
                                    </p:set>
                                    <p:animEffect transition="in" filter="fade">
                                      <p:cBhvr>
                                        <p:cTn id="7" dur="500"/>
                                        <p:tgtEl>
                                          <p:spTgt spid="17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71"/>
                                        </p:tgtEl>
                                        <p:attrNameLst>
                                          <p:attrName>style.visibility</p:attrName>
                                        </p:attrNameLst>
                                      </p:cBhvr>
                                      <p:to>
                                        <p:strVal val="visible"/>
                                      </p:to>
                                    </p:set>
                                    <p:animEffect transition="in" filter="fade">
                                      <p:cBhvr>
                                        <p:cTn id="12" dur="500"/>
                                        <p:tgtEl>
                                          <p:spTgt spid="1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776"/>
        <p:cNvGrpSpPr/>
        <p:nvPr/>
      </p:nvGrpSpPr>
      <p:grpSpPr>
        <a:xfrm>
          <a:off x="0" y="0"/>
          <a:ext cx="0" cy="0"/>
          <a:chOff x="0" y="0"/>
          <a:chExt cx="0" cy="0"/>
        </a:xfrm>
      </p:grpSpPr>
      <p:sp>
        <p:nvSpPr>
          <p:cNvPr id="1777" name="Google Shape;1777;p9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EXPLICIT NULL CHECKS</a:t>
            </a:r>
            <a:endParaRPr dirty="0"/>
          </a:p>
        </p:txBody>
      </p:sp>
      <p:sp>
        <p:nvSpPr>
          <p:cNvPr id="1778" name="Google Shape;1778;p93"/>
          <p:cNvSpPr txBox="1">
            <a:spLocks noGrp="1"/>
          </p:cNvSpPr>
          <p:nvPr>
            <p:ph type="body" idx="1"/>
          </p:nvPr>
        </p:nvSpPr>
        <p:spPr>
          <a:xfrm>
            <a:off x="838200" y="1950720"/>
            <a:ext cx="10515600" cy="4226244"/>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To check if a value is NULL you must use explicit NULL checks</a:t>
            </a:r>
            <a:endParaRPr dirty="0"/>
          </a:p>
          <a:p>
            <a:pPr marL="457200" lvl="1" indent="-96519" algn="l" rtl="0">
              <a:lnSpc>
                <a:spcPct val="90000"/>
              </a:lnSpc>
              <a:spcBef>
                <a:spcPts val="400"/>
              </a:spcBef>
              <a:spcAft>
                <a:spcPts val="0"/>
              </a:spcAft>
              <a:buSzPts val="1360"/>
              <a:buNone/>
            </a:pPr>
            <a:endParaRPr sz="1600" dirty="0">
              <a:latin typeface="Oi"/>
              <a:ea typeface="Oi"/>
              <a:cs typeface="Oi"/>
              <a:sym typeface="Oi"/>
            </a:endParaRPr>
          </a:p>
          <a:p>
            <a:pPr marL="0" lvl="0" indent="0" algn="l" rtl="0">
              <a:lnSpc>
                <a:spcPct val="90000"/>
              </a:lnSpc>
              <a:spcBef>
                <a:spcPts val="1400"/>
              </a:spcBef>
              <a:spcAft>
                <a:spcPts val="0"/>
              </a:spcAft>
              <a:buSzPts val="2040"/>
              <a:buNone/>
            </a:pPr>
            <a:r>
              <a:rPr lang="en-US" sz="2400" dirty="0">
                <a:latin typeface="Oi"/>
                <a:ea typeface="Oi"/>
                <a:cs typeface="Oi"/>
                <a:sym typeface="Oi"/>
              </a:rPr>
              <a:t>SELECT * FROM sailors WHERE rating IS NULL;</a:t>
            </a:r>
            <a:endParaRPr dirty="0"/>
          </a:p>
          <a:p>
            <a:pPr marL="0" lvl="0" indent="0" algn="l" rtl="0">
              <a:lnSpc>
                <a:spcPct val="90000"/>
              </a:lnSpc>
              <a:spcBef>
                <a:spcPts val="1200"/>
              </a:spcBef>
              <a:spcAft>
                <a:spcPts val="0"/>
              </a:spcAft>
              <a:buSzPts val="2040"/>
              <a:buNone/>
            </a:pPr>
            <a:endParaRPr sz="2400" dirty="0">
              <a:latin typeface="Oi"/>
              <a:ea typeface="Oi"/>
              <a:cs typeface="Oi"/>
              <a:sym typeface="Oi"/>
            </a:endParaRPr>
          </a:p>
          <a:p>
            <a:pPr marL="0" lvl="0" indent="0" algn="l" rtl="0">
              <a:lnSpc>
                <a:spcPct val="90000"/>
              </a:lnSpc>
              <a:spcBef>
                <a:spcPts val="1200"/>
              </a:spcBef>
              <a:spcAft>
                <a:spcPts val="0"/>
              </a:spcAft>
              <a:buSzPts val="2040"/>
              <a:buNone/>
            </a:pPr>
            <a:r>
              <a:rPr lang="en-US" sz="2400" dirty="0">
                <a:latin typeface="Oi"/>
                <a:ea typeface="Oi"/>
                <a:cs typeface="Oi"/>
                <a:sym typeface="Oi"/>
              </a:rPr>
              <a:t>SELECT * FROM sailors WHERE rating IS NOT NULL;</a:t>
            </a:r>
            <a:endParaRPr dirty="0"/>
          </a:p>
        </p:txBody>
      </p:sp>
      <p:sp>
        <p:nvSpPr>
          <p:cNvPr id="1779" name="Google Shape;1779;p93"/>
          <p:cNvSpPr/>
          <p:nvPr/>
        </p:nvSpPr>
        <p:spPr>
          <a:xfrm>
            <a:off x="7247021" y="6281391"/>
            <a:ext cx="45720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1" u="sng" strike="noStrike" cap="none">
                <a:solidFill>
                  <a:srgbClr val="7F7F7F"/>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http://sqlfiddle.com/#!17/f35aa/4</a:t>
            </a:r>
            <a:r>
              <a:rPr lang="en-US" sz="2000" b="0" i="1" u="none" strike="noStrike" cap="none">
                <a:solidFill>
                  <a:srgbClr val="7F7F7F"/>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783"/>
        <p:cNvGrpSpPr/>
        <p:nvPr/>
      </p:nvGrpSpPr>
      <p:grpSpPr>
        <a:xfrm>
          <a:off x="0" y="0"/>
          <a:ext cx="0" cy="0"/>
          <a:chOff x="0" y="0"/>
          <a:chExt cx="0" cy="0"/>
        </a:xfrm>
      </p:grpSpPr>
      <p:sp>
        <p:nvSpPr>
          <p:cNvPr id="1784" name="Google Shape;1784;p9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NULL IN BOOLEAN LOGIC</a:t>
            </a:r>
            <a:endParaRPr/>
          </a:p>
        </p:txBody>
      </p:sp>
      <p:sp>
        <p:nvSpPr>
          <p:cNvPr id="1785" name="Google Shape;1785;p94"/>
          <p:cNvSpPr txBox="1">
            <a:spLocks noGrp="1"/>
          </p:cNvSpPr>
          <p:nvPr>
            <p:ph type="body" idx="1"/>
          </p:nvPr>
        </p:nvSpPr>
        <p:spPr>
          <a:xfrm>
            <a:off x="1069848" y="2013120"/>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US" dirty="0"/>
              <a:t>Three-valued logic:</a:t>
            </a:r>
            <a:endParaRPr dirty="0"/>
          </a:p>
          <a:p>
            <a:pPr marL="0" lvl="0" indent="0" algn="l" rtl="0">
              <a:lnSpc>
                <a:spcPct val="90000"/>
              </a:lnSpc>
              <a:spcBef>
                <a:spcPts val="1200"/>
              </a:spcBef>
              <a:spcAft>
                <a:spcPts val="0"/>
              </a:spcAft>
              <a:buSzPts val="1700"/>
              <a:buNone/>
            </a:pPr>
            <a:endParaRPr sz="2000" dirty="0">
              <a:latin typeface="Oi"/>
              <a:ea typeface="Oi"/>
              <a:cs typeface="Oi"/>
              <a:sym typeface="Oi"/>
            </a:endParaRPr>
          </a:p>
          <a:p>
            <a:pPr marL="0" lvl="0" indent="0" algn="l" rtl="0">
              <a:lnSpc>
                <a:spcPct val="90000"/>
              </a:lnSpc>
              <a:spcBef>
                <a:spcPts val="1200"/>
              </a:spcBef>
              <a:spcAft>
                <a:spcPts val="0"/>
              </a:spcAft>
              <a:buSzPts val="1700"/>
              <a:buNone/>
            </a:pPr>
            <a:endParaRPr sz="2000" dirty="0">
              <a:latin typeface="Oi"/>
              <a:ea typeface="Oi"/>
              <a:cs typeface="Oi"/>
              <a:sym typeface="Oi"/>
            </a:endParaRPr>
          </a:p>
          <a:p>
            <a:pPr marL="0" lvl="0" indent="0" algn="l" rtl="0">
              <a:lnSpc>
                <a:spcPct val="90000"/>
              </a:lnSpc>
              <a:spcBef>
                <a:spcPts val="1200"/>
              </a:spcBef>
              <a:spcAft>
                <a:spcPts val="0"/>
              </a:spcAft>
              <a:buSzPts val="1700"/>
              <a:buNone/>
            </a:pPr>
            <a:endParaRPr sz="2000" dirty="0">
              <a:latin typeface="Oi"/>
              <a:ea typeface="Oi"/>
              <a:cs typeface="Oi"/>
              <a:sym typeface="Oi"/>
            </a:endParaRPr>
          </a:p>
          <a:p>
            <a:pPr marL="0" lvl="0" indent="0" algn="l" rtl="0">
              <a:lnSpc>
                <a:spcPct val="90000"/>
              </a:lnSpc>
              <a:spcBef>
                <a:spcPts val="1200"/>
              </a:spcBef>
              <a:spcAft>
                <a:spcPts val="0"/>
              </a:spcAft>
              <a:buSzPts val="1700"/>
              <a:buNone/>
            </a:pPr>
            <a:endParaRPr sz="2000" dirty="0">
              <a:latin typeface="Oi"/>
              <a:ea typeface="Oi"/>
              <a:cs typeface="Oi"/>
              <a:sym typeface="Oi"/>
            </a:endParaRPr>
          </a:p>
          <a:p>
            <a:pPr marL="0" lvl="0" indent="0" algn="l" rtl="0">
              <a:lnSpc>
                <a:spcPct val="90000"/>
              </a:lnSpc>
              <a:spcBef>
                <a:spcPts val="1200"/>
              </a:spcBef>
              <a:spcAft>
                <a:spcPts val="0"/>
              </a:spcAft>
              <a:buSzPts val="1700"/>
              <a:buNone/>
            </a:pPr>
            <a:r>
              <a:rPr lang="en-US" sz="2000" dirty="0">
                <a:latin typeface="Oi"/>
                <a:ea typeface="Oi"/>
                <a:cs typeface="Oi"/>
                <a:sym typeface="Oi"/>
              </a:rPr>
              <a:t>SELECT * FROM sailors WHERE rating &gt; 8 AND TRUE;</a:t>
            </a:r>
            <a:endParaRPr dirty="0"/>
          </a:p>
          <a:p>
            <a:pPr marL="0" lvl="0" indent="0" algn="l" rtl="0">
              <a:lnSpc>
                <a:spcPct val="90000"/>
              </a:lnSpc>
              <a:spcBef>
                <a:spcPts val="1200"/>
              </a:spcBef>
              <a:spcAft>
                <a:spcPts val="0"/>
              </a:spcAft>
              <a:buSzPts val="1700"/>
              <a:buNone/>
            </a:pPr>
            <a:r>
              <a:rPr lang="en-US" sz="2000" dirty="0">
                <a:latin typeface="Oi"/>
                <a:ea typeface="Oi"/>
                <a:cs typeface="Oi"/>
                <a:sym typeface="Oi"/>
              </a:rPr>
              <a:t>SELECT * FROM sailors WHERE rating &gt; 8 OR TRUE;</a:t>
            </a:r>
            <a:endParaRPr dirty="0"/>
          </a:p>
          <a:p>
            <a:pPr marL="0" lvl="0" indent="0" algn="l" rtl="0">
              <a:lnSpc>
                <a:spcPct val="90000"/>
              </a:lnSpc>
              <a:spcBef>
                <a:spcPts val="1200"/>
              </a:spcBef>
              <a:spcAft>
                <a:spcPts val="0"/>
              </a:spcAft>
              <a:buSzPts val="1700"/>
              <a:buNone/>
            </a:pPr>
            <a:r>
              <a:rPr lang="en-US" sz="2000" dirty="0">
                <a:latin typeface="Oi"/>
                <a:ea typeface="Oi"/>
                <a:cs typeface="Oi"/>
                <a:sym typeface="Oi"/>
              </a:rPr>
              <a:t>SELECT * FROM sailors WHERE NOT (rating &gt; 8);</a:t>
            </a:r>
            <a:endParaRPr dirty="0"/>
          </a:p>
          <a:p>
            <a:pPr marL="0" lvl="0" indent="0" algn="l" rtl="0">
              <a:lnSpc>
                <a:spcPct val="90000"/>
              </a:lnSpc>
              <a:spcBef>
                <a:spcPts val="1200"/>
              </a:spcBef>
              <a:spcAft>
                <a:spcPts val="0"/>
              </a:spcAft>
              <a:buSzPts val="1700"/>
              <a:buNone/>
            </a:pPr>
            <a:endParaRPr sz="2000" dirty="0">
              <a:latin typeface="Oi"/>
              <a:ea typeface="Oi"/>
              <a:cs typeface="Oi"/>
              <a:sym typeface="Oi"/>
            </a:endParaRPr>
          </a:p>
        </p:txBody>
      </p:sp>
      <p:sp>
        <p:nvSpPr>
          <p:cNvPr id="1786" name="Google Shape;1786;p94"/>
          <p:cNvSpPr/>
          <p:nvPr/>
        </p:nvSpPr>
        <p:spPr>
          <a:xfrm>
            <a:off x="7393978" y="6176964"/>
            <a:ext cx="45720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1" u="sng" strike="noStrike" cap="none">
                <a:solidFill>
                  <a:srgbClr val="7F7F7F"/>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http://sqlfiddle.com/#!17/f35aa/2</a:t>
            </a:r>
            <a:r>
              <a:rPr lang="en-US" sz="2000" b="0" i="1" u="none" strike="noStrike" cap="none">
                <a:solidFill>
                  <a:srgbClr val="7F7F7F"/>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graphicFrame>
        <p:nvGraphicFramePr>
          <p:cNvPr id="1787" name="Google Shape;1787;p94"/>
          <p:cNvGraphicFramePr/>
          <p:nvPr/>
        </p:nvGraphicFramePr>
        <p:xfrm>
          <a:off x="5501640" y="1627505"/>
          <a:ext cx="2401400" cy="2418460"/>
        </p:xfrm>
        <a:graphic>
          <a:graphicData uri="http://schemas.openxmlformats.org/drawingml/2006/table">
            <a:tbl>
              <a:tblPr firstRow="1" firstCol="1" bandRow="1">
                <a:noFill/>
              </a:tblPr>
              <a:tblGrid>
                <a:gridCol w="600350">
                  <a:extLst>
                    <a:ext uri="{9D8B030D-6E8A-4147-A177-3AD203B41FA5}">
                      <a16:colId xmlns:a16="http://schemas.microsoft.com/office/drawing/2014/main" val="20000"/>
                    </a:ext>
                  </a:extLst>
                </a:gridCol>
                <a:gridCol w="600350">
                  <a:extLst>
                    <a:ext uri="{9D8B030D-6E8A-4147-A177-3AD203B41FA5}">
                      <a16:colId xmlns:a16="http://schemas.microsoft.com/office/drawing/2014/main" val="20001"/>
                    </a:ext>
                  </a:extLst>
                </a:gridCol>
                <a:gridCol w="600350">
                  <a:extLst>
                    <a:ext uri="{9D8B030D-6E8A-4147-A177-3AD203B41FA5}">
                      <a16:colId xmlns:a16="http://schemas.microsoft.com/office/drawing/2014/main" val="20002"/>
                    </a:ext>
                  </a:extLst>
                </a:gridCol>
                <a:gridCol w="600350">
                  <a:extLst>
                    <a:ext uri="{9D8B030D-6E8A-4147-A177-3AD203B41FA5}">
                      <a16:colId xmlns:a16="http://schemas.microsoft.com/office/drawing/2014/main" val="20003"/>
                    </a:ext>
                  </a:extLst>
                </a:gridCol>
              </a:tblGrid>
              <a:tr h="636850">
                <a:tc>
                  <a:txBody>
                    <a:bodyPr/>
                    <a:lstStyle/>
                    <a:p>
                      <a:pPr marL="0" marR="0" lvl="0" indent="0" algn="ctr" rtl="0">
                        <a:lnSpc>
                          <a:spcPct val="100000"/>
                        </a:lnSpc>
                        <a:spcBef>
                          <a:spcPts val="0"/>
                        </a:spcBef>
                        <a:spcAft>
                          <a:spcPts val="0"/>
                        </a:spcAft>
                        <a:buClr>
                          <a:srgbClr val="000000"/>
                        </a:buClr>
                        <a:buSzPts val="3200"/>
                        <a:buFont typeface="Arial"/>
                        <a:buNone/>
                      </a:pPr>
                      <a:endParaRPr sz="32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T</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F</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N</a:t>
                      </a:r>
                      <a:endParaRPr sz="1400" u="none" strike="noStrike" cap="none"/>
                    </a:p>
                  </a:txBody>
                  <a:tcPr marL="84725" marR="84725" marT="42350" marB="42350" anchor="ctr"/>
                </a:tc>
                <a:extLst>
                  <a:ext uri="{0D108BD9-81ED-4DB2-BD59-A6C34878D82A}">
                    <a16:rowId xmlns:a16="http://schemas.microsoft.com/office/drawing/2014/main" val="10000"/>
                  </a:ext>
                </a:extLst>
              </a:tr>
              <a:tr h="549650">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T</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T</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F</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solidFill>
                            <a:schemeClr val="lt1"/>
                          </a:solidFill>
                        </a:rPr>
                        <a:t>N</a:t>
                      </a:r>
                      <a:endParaRPr sz="1400" u="none" strike="noStrike" cap="none"/>
                    </a:p>
                  </a:txBody>
                  <a:tcPr marL="84725" marR="84725" marT="42350" marB="42350" anchor="ctr">
                    <a:solidFill>
                      <a:schemeClr val="accent1"/>
                    </a:solidFill>
                  </a:tcPr>
                </a:tc>
                <a:extLst>
                  <a:ext uri="{0D108BD9-81ED-4DB2-BD59-A6C34878D82A}">
                    <a16:rowId xmlns:a16="http://schemas.microsoft.com/office/drawing/2014/main" val="10001"/>
                  </a:ext>
                </a:extLst>
              </a:tr>
              <a:tr h="549650">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F</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F</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F</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b="1" u="none" strike="noStrike" cap="none">
                          <a:solidFill>
                            <a:schemeClr val="lt1"/>
                          </a:solidFill>
                        </a:rPr>
                        <a:t>F</a:t>
                      </a:r>
                      <a:endParaRPr sz="1400" u="none" strike="noStrike" cap="none"/>
                    </a:p>
                  </a:txBody>
                  <a:tcPr marL="84725" marR="84725" marT="42350" marB="42350" anchor="ctr">
                    <a:solidFill>
                      <a:schemeClr val="accent4"/>
                    </a:solidFill>
                  </a:tcPr>
                </a:tc>
                <a:extLst>
                  <a:ext uri="{0D108BD9-81ED-4DB2-BD59-A6C34878D82A}">
                    <a16:rowId xmlns:a16="http://schemas.microsoft.com/office/drawing/2014/main" val="10002"/>
                  </a:ext>
                </a:extLst>
              </a:tr>
              <a:tr h="636850">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N</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solidFill>
                            <a:schemeClr val="lt1"/>
                          </a:solidFill>
                        </a:rPr>
                        <a:t>N</a:t>
                      </a:r>
                      <a:endParaRPr sz="1400" u="none" strike="noStrike" cap="none"/>
                    </a:p>
                  </a:txBody>
                  <a:tcPr marL="84725" marR="84725" marT="42350" marB="42350" anchor="ctr">
                    <a:solidFill>
                      <a:schemeClr val="accent1"/>
                    </a:solidFill>
                  </a:tcP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b="1" u="none" strike="noStrike" cap="none">
                          <a:solidFill>
                            <a:schemeClr val="lt1"/>
                          </a:solidFill>
                        </a:rPr>
                        <a:t>F</a:t>
                      </a:r>
                      <a:endParaRPr sz="1400" u="none" strike="noStrike" cap="none"/>
                    </a:p>
                  </a:txBody>
                  <a:tcPr marL="84725" marR="84725" marT="42350" marB="42350" anchor="ctr">
                    <a:solidFill>
                      <a:schemeClr val="accent4"/>
                    </a:solidFill>
                  </a:tcP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solidFill>
                            <a:schemeClr val="lt1"/>
                          </a:solidFill>
                        </a:rPr>
                        <a:t>N</a:t>
                      </a:r>
                      <a:endParaRPr sz="1400" u="none" strike="noStrike" cap="none"/>
                    </a:p>
                  </a:txBody>
                  <a:tcPr marL="84725" marR="84725" marT="42350" marB="42350" anchor="ctr">
                    <a:solidFill>
                      <a:schemeClr val="accent1"/>
                    </a:solidFill>
                  </a:tcPr>
                </a:tc>
                <a:extLst>
                  <a:ext uri="{0D108BD9-81ED-4DB2-BD59-A6C34878D82A}">
                    <a16:rowId xmlns:a16="http://schemas.microsoft.com/office/drawing/2014/main" val="10003"/>
                  </a:ext>
                </a:extLst>
              </a:tr>
            </a:tbl>
          </a:graphicData>
        </a:graphic>
      </p:graphicFrame>
      <p:graphicFrame>
        <p:nvGraphicFramePr>
          <p:cNvPr id="1788" name="Google Shape;1788;p94"/>
          <p:cNvGraphicFramePr/>
          <p:nvPr/>
        </p:nvGraphicFramePr>
        <p:xfrm>
          <a:off x="8684427" y="1646238"/>
          <a:ext cx="2324300" cy="2418460"/>
        </p:xfrm>
        <a:graphic>
          <a:graphicData uri="http://schemas.openxmlformats.org/drawingml/2006/table">
            <a:tbl>
              <a:tblPr firstRow="1" firstCol="1" bandRow="1">
                <a:noFill/>
              </a:tblPr>
              <a:tblGrid>
                <a:gridCol w="581075">
                  <a:extLst>
                    <a:ext uri="{9D8B030D-6E8A-4147-A177-3AD203B41FA5}">
                      <a16:colId xmlns:a16="http://schemas.microsoft.com/office/drawing/2014/main" val="20000"/>
                    </a:ext>
                  </a:extLst>
                </a:gridCol>
                <a:gridCol w="581075">
                  <a:extLst>
                    <a:ext uri="{9D8B030D-6E8A-4147-A177-3AD203B41FA5}">
                      <a16:colId xmlns:a16="http://schemas.microsoft.com/office/drawing/2014/main" val="20001"/>
                    </a:ext>
                  </a:extLst>
                </a:gridCol>
                <a:gridCol w="581075">
                  <a:extLst>
                    <a:ext uri="{9D8B030D-6E8A-4147-A177-3AD203B41FA5}">
                      <a16:colId xmlns:a16="http://schemas.microsoft.com/office/drawing/2014/main" val="20002"/>
                    </a:ext>
                  </a:extLst>
                </a:gridCol>
                <a:gridCol w="581075">
                  <a:extLst>
                    <a:ext uri="{9D8B030D-6E8A-4147-A177-3AD203B41FA5}">
                      <a16:colId xmlns:a16="http://schemas.microsoft.com/office/drawing/2014/main" val="20003"/>
                    </a:ext>
                  </a:extLst>
                </a:gridCol>
              </a:tblGrid>
              <a:tr h="636850">
                <a:tc>
                  <a:txBody>
                    <a:bodyPr/>
                    <a:lstStyle/>
                    <a:p>
                      <a:pPr marL="0" marR="0" lvl="0" indent="0" algn="ctr" rtl="0">
                        <a:lnSpc>
                          <a:spcPct val="100000"/>
                        </a:lnSpc>
                        <a:spcBef>
                          <a:spcPts val="0"/>
                        </a:spcBef>
                        <a:spcAft>
                          <a:spcPts val="0"/>
                        </a:spcAft>
                        <a:buClr>
                          <a:srgbClr val="000000"/>
                        </a:buClr>
                        <a:buSzPts val="3200"/>
                        <a:buFont typeface="Arial"/>
                        <a:buNone/>
                      </a:pPr>
                      <a:endParaRPr sz="32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T</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F</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N</a:t>
                      </a:r>
                      <a:endParaRPr sz="1400" u="none" strike="noStrike" cap="none"/>
                    </a:p>
                  </a:txBody>
                  <a:tcPr marL="84725" marR="84725" marT="42350" marB="42350" anchor="ctr"/>
                </a:tc>
                <a:extLst>
                  <a:ext uri="{0D108BD9-81ED-4DB2-BD59-A6C34878D82A}">
                    <a16:rowId xmlns:a16="http://schemas.microsoft.com/office/drawing/2014/main" val="10000"/>
                  </a:ext>
                </a:extLst>
              </a:tr>
              <a:tr h="549650">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T</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T</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T</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b="1" u="none" strike="noStrike" cap="none">
                          <a:solidFill>
                            <a:schemeClr val="lt1"/>
                          </a:solidFill>
                        </a:rPr>
                        <a:t>T</a:t>
                      </a:r>
                      <a:endParaRPr sz="1400" u="none" strike="noStrike" cap="none"/>
                    </a:p>
                  </a:txBody>
                  <a:tcPr marL="84725" marR="84725" marT="42350" marB="42350" anchor="ctr">
                    <a:solidFill>
                      <a:schemeClr val="accent4"/>
                    </a:solidFill>
                  </a:tcPr>
                </a:tc>
                <a:extLst>
                  <a:ext uri="{0D108BD9-81ED-4DB2-BD59-A6C34878D82A}">
                    <a16:rowId xmlns:a16="http://schemas.microsoft.com/office/drawing/2014/main" val="10001"/>
                  </a:ext>
                </a:extLst>
              </a:tr>
              <a:tr h="549650">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F</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T</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F</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solidFill>
                            <a:schemeClr val="lt1"/>
                          </a:solidFill>
                        </a:rPr>
                        <a:t>N</a:t>
                      </a:r>
                      <a:endParaRPr sz="1400" u="none" strike="noStrike" cap="none"/>
                    </a:p>
                  </a:txBody>
                  <a:tcPr marL="84725" marR="84725" marT="42350" marB="42350" anchor="ctr">
                    <a:solidFill>
                      <a:schemeClr val="accent1"/>
                    </a:solidFill>
                  </a:tcPr>
                </a:tc>
                <a:extLst>
                  <a:ext uri="{0D108BD9-81ED-4DB2-BD59-A6C34878D82A}">
                    <a16:rowId xmlns:a16="http://schemas.microsoft.com/office/drawing/2014/main" val="10002"/>
                  </a:ext>
                </a:extLst>
              </a:tr>
              <a:tr h="636850">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t>N</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b="1" u="none" strike="noStrike" cap="none">
                          <a:solidFill>
                            <a:schemeClr val="lt1"/>
                          </a:solidFill>
                        </a:rPr>
                        <a:t>T</a:t>
                      </a:r>
                      <a:endParaRPr sz="1400" u="none" strike="noStrike" cap="none"/>
                    </a:p>
                  </a:txBody>
                  <a:tcPr marL="84725" marR="84725" marT="42350" marB="42350" anchor="ctr">
                    <a:solidFill>
                      <a:schemeClr val="accent4"/>
                    </a:solidFill>
                  </a:tcP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solidFill>
                            <a:schemeClr val="lt1"/>
                          </a:solidFill>
                        </a:rPr>
                        <a:t>N</a:t>
                      </a:r>
                      <a:endParaRPr sz="1400" u="none" strike="noStrike" cap="none"/>
                    </a:p>
                  </a:txBody>
                  <a:tcPr marL="84725" marR="84725" marT="42350" marB="42350" anchor="ctr">
                    <a:solidFill>
                      <a:schemeClr val="accent1"/>
                    </a:solidFill>
                  </a:tcPr>
                </a:tc>
                <a:tc>
                  <a:txBody>
                    <a:bodyPr/>
                    <a:lstStyle/>
                    <a:p>
                      <a:pPr marL="0" marR="0" lvl="0" indent="0" algn="ctr" rtl="0">
                        <a:lnSpc>
                          <a:spcPct val="100000"/>
                        </a:lnSpc>
                        <a:spcBef>
                          <a:spcPts val="0"/>
                        </a:spcBef>
                        <a:spcAft>
                          <a:spcPts val="0"/>
                        </a:spcAft>
                        <a:buClr>
                          <a:srgbClr val="000000"/>
                        </a:buClr>
                        <a:buSzPts val="3200"/>
                        <a:buFont typeface="Arial"/>
                        <a:buNone/>
                      </a:pPr>
                      <a:r>
                        <a:rPr lang="en-US" sz="3200" u="none" strike="noStrike" cap="none">
                          <a:solidFill>
                            <a:schemeClr val="lt1"/>
                          </a:solidFill>
                        </a:rPr>
                        <a:t>N</a:t>
                      </a:r>
                      <a:endParaRPr sz="1400" u="none" strike="noStrike" cap="none"/>
                    </a:p>
                  </a:txBody>
                  <a:tcPr marL="84725" marR="84725" marT="42350" marB="42350" anchor="ctr">
                    <a:solidFill>
                      <a:schemeClr val="accent1"/>
                    </a:solidFill>
                  </a:tcPr>
                </a:tc>
                <a:extLst>
                  <a:ext uri="{0D108BD9-81ED-4DB2-BD59-A6C34878D82A}">
                    <a16:rowId xmlns:a16="http://schemas.microsoft.com/office/drawing/2014/main" val="10003"/>
                  </a:ext>
                </a:extLst>
              </a:tr>
            </a:tbl>
          </a:graphicData>
        </a:graphic>
      </p:graphicFrame>
      <p:graphicFrame>
        <p:nvGraphicFramePr>
          <p:cNvPr id="1789" name="Google Shape;1789;p94"/>
          <p:cNvGraphicFramePr/>
          <p:nvPr/>
        </p:nvGraphicFramePr>
        <p:xfrm>
          <a:off x="2560319" y="2732405"/>
          <a:ext cx="1857075" cy="1104900"/>
        </p:xfrm>
        <a:graphic>
          <a:graphicData uri="http://schemas.openxmlformats.org/drawingml/2006/table">
            <a:tbl>
              <a:tblPr firstRow="1" firstCol="1" bandRow="1">
                <a:noFill/>
              </a:tblPr>
              <a:tblGrid>
                <a:gridCol w="619025">
                  <a:extLst>
                    <a:ext uri="{9D8B030D-6E8A-4147-A177-3AD203B41FA5}">
                      <a16:colId xmlns:a16="http://schemas.microsoft.com/office/drawing/2014/main" val="20000"/>
                    </a:ext>
                  </a:extLst>
                </a:gridCol>
                <a:gridCol w="619025">
                  <a:extLst>
                    <a:ext uri="{9D8B030D-6E8A-4147-A177-3AD203B41FA5}">
                      <a16:colId xmlns:a16="http://schemas.microsoft.com/office/drawing/2014/main" val="20001"/>
                    </a:ext>
                  </a:extLst>
                </a:gridCol>
                <a:gridCol w="619025">
                  <a:extLst>
                    <a:ext uri="{9D8B030D-6E8A-4147-A177-3AD203B41FA5}">
                      <a16:colId xmlns:a16="http://schemas.microsoft.com/office/drawing/2014/main" val="20002"/>
                    </a:ext>
                  </a:extLst>
                </a:gridCol>
              </a:tblGrid>
              <a:tr h="593050">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t>T</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t>F</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t>N</a:t>
                      </a:r>
                      <a:endParaRPr sz="1400" u="none" strike="noStrike" cap="none"/>
                    </a:p>
                  </a:txBody>
                  <a:tcPr marL="84725" marR="84725" marT="42350" marB="42350" anchor="ctr"/>
                </a:tc>
                <a:extLst>
                  <a:ext uri="{0D108BD9-81ED-4DB2-BD59-A6C34878D82A}">
                    <a16:rowId xmlns:a16="http://schemas.microsoft.com/office/drawing/2014/main" val="10000"/>
                  </a:ext>
                </a:extLst>
              </a:tr>
              <a:tr h="511850">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t>F</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2800"/>
                        <a:buFont typeface="Arial"/>
                        <a:buNone/>
                      </a:pPr>
                      <a:r>
                        <a:rPr lang="en-US" sz="2800" u="none" strike="noStrike" cap="none"/>
                        <a:t>T</a:t>
                      </a:r>
                      <a:endParaRPr sz="1400" u="none" strike="noStrike" cap="none"/>
                    </a:p>
                  </a:txBody>
                  <a:tcPr marL="84725" marR="84725" marT="42350" marB="42350"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0" u="none" strike="noStrike" cap="none">
                          <a:solidFill>
                            <a:schemeClr val="lt1"/>
                          </a:solidFill>
                        </a:rPr>
                        <a:t>N</a:t>
                      </a:r>
                      <a:endParaRPr sz="1400" u="none" strike="noStrike" cap="none"/>
                    </a:p>
                  </a:txBody>
                  <a:tcPr marL="84725" marR="84725" marT="42350" marB="42350" anchor="ctr">
                    <a:solidFill>
                      <a:schemeClr val="accent1"/>
                    </a:solidFill>
                  </a:tcPr>
                </a:tc>
                <a:extLst>
                  <a:ext uri="{0D108BD9-81ED-4DB2-BD59-A6C34878D82A}">
                    <a16:rowId xmlns:a16="http://schemas.microsoft.com/office/drawing/2014/main" val="10001"/>
                  </a:ext>
                </a:extLst>
              </a:tr>
            </a:tbl>
          </a:graphicData>
        </a:graphic>
      </p:graphicFrame>
      <p:sp>
        <p:nvSpPr>
          <p:cNvPr id="1790" name="Google Shape;1790;p94"/>
          <p:cNvSpPr txBox="1"/>
          <p:nvPr/>
        </p:nvSpPr>
        <p:spPr>
          <a:xfrm>
            <a:off x="3018056" y="2329682"/>
            <a:ext cx="718466" cy="46166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1" i="0" u="none" strike="noStrike" cap="none" dirty="0">
                <a:solidFill>
                  <a:schemeClr val="accent4"/>
                </a:solidFill>
                <a:latin typeface="Rockwell"/>
                <a:ea typeface="Rockwell"/>
                <a:cs typeface="Rockwell"/>
                <a:sym typeface="Rockwell"/>
              </a:rPr>
              <a:t>Not</a:t>
            </a:r>
            <a:endParaRPr sz="1400" b="0" i="0" u="none" strike="noStrike" cap="none" dirty="0">
              <a:solidFill>
                <a:srgbClr val="000000"/>
              </a:solidFill>
              <a:latin typeface="Arial"/>
              <a:ea typeface="Arial"/>
              <a:cs typeface="Arial"/>
              <a:sym typeface="Arial"/>
            </a:endParaRPr>
          </a:p>
        </p:txBody>
      </p:sp>
      <p:sp>
        <p:nvSpPr>
          <p:cNvPr id="1791" name="Google Shape;1791;p94"/>
          <p:cNvSpPr txBox="1"/>
          <p:nvPr/>
        </p:nvSpPr>
        <p:spPr>
          <a:xfrm>
            <a:off x="6302230" y="1129618"/>
            <a:ext cx="800219" cy="46166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1" i="0" u="none" strike="noStrike" cap="none" dirty="0">
                <a:solidFill>
                  <a:schemeClr val="accent4"/>
                </a:solidFill>
                <a:latin typeface="Rockwell"/>
                <a:ea typeface="Rockwell"/>
                <a:cs typeface="Rockwell"/>
                <a:sym typeface="Rockwell"/>
              </a:rPr>
              <a:t>And</a:t>
            </a:r>
            <a:endParaRPr sz="1400" b="0" i="0" u="none" strike="noStrike" cap="none" dirty="0">
              <a:solidFill>
                <a:srgbClr val="000000"/>
              </a:solidFill>
              <a:latin typeface="Arial"/>
              <a:ea typeface="Arial"/>
              <a:cs typeface="Arial"/>
              <a:sym typeface="Arial"/>
            </a:endParaRPr>
          </a:p>
        </p:txBody>
      </p:sp>
      <p:sp>
        <p:nvSpPr>
          <p:cNvPr id="1792" name="Google Shape;1792;p94"/>
          <p:cNvSpPr txBox="1"/>
          <p:nvPr/>
        </p:nvSpPr>
        <p:spPr>
          <a:xfrm>
            <a:off x="9522911" y="1058471"/>
            <a:ext cx="647332" cy="46166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1" i="0" u="none" strike="noStrike" cap="none" dirty="0">
                <a:solidFill>
                  <a:schemeClr val="accent4"/>
                </a:solidFill>
                <a:latin typeface="Rockwell"/>
                <a:ea typeface="Rockwell"/>
                <a:cs typeface="Rockwell"/>
                <a:sym typeface="Rockwell"/>
              </a:rPr>
              <a:t>Or</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CD83A28-7755-0746-CECE-4688F09081AB}"/>
                  </a:ext>
                </a:extLst>
              </p14:cNvPr>
              <p14:cNvContentPartPr/>
              <p14:nvPr/>
            </p14:nvContentPartPr>
            <p14:xfrm>
              <a:off x="743400" y="1021320"/>
              <a:ext cx="6641640" cy="5211720"/>
            </p14:xfrm>
          </p:contentPart>
        </mc:Choice>
        <mc:Fallback xmlns="">
          <p:pic>
            <p:nvPicPr>
              <p:cNvPr id="2" name="Ink 1">
                <a:extLst>
                  <a:ext uri="{FF2B5EF4-FFF2-40B4-BE49-F238E27FC236}">
                    <a16:creationId xmlns:a16="http://schemas.microsoft.com/office/drawing/2014/main" id="{2CD83A28-7755-0746-CECE-4688F09081AB}"/>
                  </a:ext>
                </a:extLst>
              </p:cNvPr>
              <p:cNvPicPr/>
              <p:nvPr/>
            </p:nvPicPr>
            <p:blipFill>
              <a:blip r:embed="rId5"/>
              <a:stretch>
                <a:fillRect/>
              </a:stretch>
            </p:blipFill>
            <p:spPr>
              <a:xfrm>
                <a:off x="734040" y="1011960"/>
                <a:ext cx="6660360" cy="5230440"/>
              </a:xfrm>
              <a:prstGeom prst="rect">
                <a:avLst/>
              </a:prstGeom>
            </p:spPr>
          </p:pic>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796"/>
        <p:cNvGrpSpPr/>
        <p:nvPr/>
      </p:nvGrpSpPr>
      <p:grpSpPr>
        <a:xfrm>
          <a:off x="0" y="0"/>
          <a:ext cx="0" cy="0"/>
          <a:chOff x="0" y="0"/>
          <a:chExt cx="0" cy="0"/>
        </a:xfrm>
      </p:grpSpPr>
      <p:sp>
        <p:nvSpPr>
          <p:cNvPr id="1797" name="Google Shape;1797;p9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NULL AND AGGREGATION</a:t>
            </a:r>
            <a:endParaRPr/>
          </a:p>
        </p:txBody>
      </p:sp>
      <p:sp>
        <p:nvSpPr>
          <p:cNvPr id="1798" name="Google Shape;1798;p95"/>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040"/>
              <a:buNone/>
            </a:pPr>
            <a:r>
              <a:rPr lang="en-US" sz="2400">
                <a:latin typeface="Oi"/>
                <a:ea typeface="Oi"/>
                <a:cs typeface="Oi"/>
                <a:sym typeface="Oi"/>
              </a:rPr>
              <a:t>SELECT count(rating) FROM sailors;</a:t>
            </a:r>
            <a:endParaRPr/>
          </a:p>
          <a:p>
            <a:pPr marL="800100" lvl="1" indent="-342900" algn="l" rtl="0">
              <a:lnSpc>
                <a:spcPct val="90000"/>
              </a:lnSpc>
              <a:spcBef>
                <a:spcPts val="400"/>
              </a:spcBef>
              <a:spcAft>
                <a:spcPts val="0"/>
              </a:spcAft>
              <a:buSzPts val="2380"/>
              <a:buChar char="▪"/>
            </a:pPr>
            <a:r>
              <a:rPr lang="en-US" sz="2800">
                <a:latin typeface="Oi"/>
                <a:ea typeface="Oi"/>
                <a:cs typeface="Oi"/>
                <a:sym typeface="Oi"/>
              </a:rPr>
              <a:t>4</a:t>
            </a:r>
            <a:endParaRPr/>
          </a:p>
          <a:p>
            <a:pPr marL="0" lvl="0" indent="0" algn="l" rtl="0">
              <a:lnSpc>
                <a:spcPct val="90000"/>
              </a:lnSpc>
              <a:spcBef>
                <a:spcPts val="1400"/>
              </a:spcBef>
              <a:spcAft>
                <a:spcPts val="0"/>
              </a:spcAft>
              <a:buSzPts val="2040"/>
              <a:buNone/>
            </a:pPr>
            <a:r>
              <a:rPr lang="en-US" sz="2400">
                <a:latin typeface="Oi"/>
                <a:ea typeface="Oi"/>
                <a:cs typeface="Oi"/>
                <a:sym typeface="Oi"/>
              </a:rPr>
              <a:t>SELECT sum(rating) FROM sailors;</a:t>
            </a:r>
            <a:endParaRPr/>
          </a:p>
          <a:p>
            <a:pPr marL="800100" lvl="1" indent="-342900" algn="l" rtl="0">
              <a:lnSpc>
                <a:spcPct val="90000"/>
              </a:lnSpc>
              <a:spcBef>
                <a:spcPts val="400"/>
              </a:spcBef>
              <a:spcAft>
                <a:spcPts val="0"/>
              </a:spcAft>
              <a:buSzPts val="2380"/>
              <a:buChar char="▪"/>
            </a:pPr>
            <a:r>
              <a:rPr lang="en-US" sz="2800">
                <a:solidFill>
                  <a:srgbClr val="000000"/>
                </a:solidFill>
                <a:latin typeface="Oi"/>
                <a:ea typeface="Oi"/>
                <a:cs typeface="Oi"/>
                <a:sym typeface="Oi"/>
              </a:rPr>
              <a:t>27</a:t>
            </a:r>
            <a:endParaRPr>
              <a:latin typeface="Oi"/>
              <a:ea typeface="Oi"/>
              <a:cs typeface="Oi"/>
              <a:sym typeface="Oi"/>
            </a:endParaRPr>
          </a:p>
          <a:p>
            <a:pPr marL="0" lvl="0" indent="0" algn="l" rtl="0">
              <a:lnSpc>
                <a:spcPct val="90000"/>
              </a:lnSpc>
              <a:spcBef>
                <a:spcPts val="1400"/>
              </a:spcBef>
              <a:spcAft>
                <a:spcPts val="0"/>
              </a:spcAft>
              <a:buSzPts val="2040"/>
              <a:buNone/>
            </a:pPr>
            <a:r>
              <a:rPr lang="en-US" sz="2400">
                <a:latin typeface="Oi"/>
                <a:ea typeface="Oi"/>
                <a:cs typeface="Oi"/>
                <a:sym typeface="Oi"/>
              </a:rPr>
              <a:t>SELECT avg(rating) FROM sailors;</a:t>
            </a:r>
            <a:endParaRPr/>
          </a:p>
          <a:p>
            <a:pPr marL="800100" lvl="1" indent="-342900" algn="l" rtl="0">
              <a:lnSpc>
                <a:spcPct val="90000"/>
              </a:lnSpc>
              <a:spcBef>
                <a:spcPts val="400"/>
              </a:spcBef>
              <a:spcAft>
                <a:spcPts val="0"/>
              </a:spcAft>
              <a:buSzPts val="2380"/>
              <a:buChar char="▪"/>
            </a:pPr>
            <a:r>
              <a:rPr lang="en-US" sz="2800">
                <a:solidFill>
                  <a:srgbClr val="000000"/>
                </a:solidFill>
                <a:latin typeface="Oi"/>
                <a:ea typeface="Oi"/>
                <a:cs typeface="Oi"/>
                <a:sym typeface="Oi"/>
              </a:rPr>
              <a:t>??</a:t>
            </a:r>
            <a:endParaRPr>
              <a:latin typeface="Oi"/>
              <a:ea typeface="Oi"/>
              <a:cs typeface="Oi"/>
              <a:sym typeface="Oi"/>
            </a:endParaRPr>
          </a:p>
          <a:p>
            <a:pPr marL="0" lvl="0" indent="0" algn="l" rtl="0">
              <a:lnSpc>
                <a:spcPct val="90000"/>
              </a:lnSpc>
              <a:spcBef>
                <a:spcPts val="1400"/>
              </a:spcBef>
              <a:spcAft>
                <a:spcPts val="0"/>
              </a:spcAft>
              <a:buSzPts val="2040"/>
              <a:buNone/>
            </a:pPr>
            <a:r>
              <a:rPr lang="en-US" sz="2400">
                <a:latin typeface="Oi"/>
                <a:ea typeface="Oi"/>
                <a:cs typeface="Oi"/>
                <a:sym typeface="Oi"/>
              </a:rPr>
              <a:t>SELECT count(*) FROM sailors;</a:t>
            </a:r>
            <a:endParaRPr/>
          </a:p>
          <a:p>
            <a:pPr marL="800100" lvl="1" indent="-342900" algn="l" rtl="0">
              <a:lnSpc>
                <a:spcPct val="90000"/>
              </a:lnSpc>
              <a:spcBef>
                <a:spcPts val="400"/>
              </a:spcBef>
              <a:spcAft>
                <a:spcPts val="0"/>
              </a:spcAft>
              <a:buSzPts val="2380"/>
              <a:buChar char="▪"/>
            </a:pPr>
            <a:r>
              <a:rPr lang="en-US" sz="2800">
                <a:solidFill>
                  <a:srgbClr val="000000"/>
                </a:solidFill>
                <a:latin typeface="Oi"/>
                <a:ea typeface="Oi"/>
                <a:cs typeface="Oi"/>
                <a:sym typeface="Oi"/>
              </a:rPr>
              <a:t>??</a:t>
            </a:r>
            <a:endParaRPr/>
          </a:p>
          <a:p>
            <a:pPr marL="0" lvl="0" indent="0" algn="l" rtl="0">
              <a:lnSpc>
                <a:spcPct val="90000"/>
              </a:lnSpc>
              <a:spcBef>
                <a:spcPts val="1400"/>
              </a:spcBef>
              <a:spcAft>
                <a:spcPts val="0"/>
              </a:spcAft>
              <a:buSzPts val="2040"/>
              <a:buNone/>
            </a:pPr>
            <a:endParaRPr sz="2400">
              <a:latin typeface="Oi"/>
              <a:ea typeface="Oi"/>
              <a:cs typeface="Oi"/>
              <a:sym typeface="Oi"/>
            </a:endParaRPr>
          </a:p>
        </p:txBody>
      </p:sp>
      <p:sp>
        <p:nvSpPr>
          <p:cNvPr id="1799" name="Google Shape;1799;p95"/>
          <p:cNvSpPr/>
          <p:nvPr/>
        </p:nvSpPr>
        <p:spPr>
          <a:xfrm>
            <a:off x="7802193" y="6356351"/>
            <a:ext cx="45720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1" u="sng" strike="noStrike" cap="none">
                <a:solidFill>
                  <a:srgbClr val="7F7F7F"/>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http://sqlfiddle.com/#!17/f35aa/7</a:t>
            </a:r>
            <a:r>
              <a:rPr lang="en-US" sz="2000" b="0" i="1" u="none" strike="noStrike" cap="none">
                <a:solidFill>
                  <a:srgbClr val="7F7F7F"/>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graphicFrame>
        <p:nvGraphicFramePr>
          <p:cNvPr id="1800" name="Google Shape;1800;p95"/>
          <p:cNvGraphicFramePr/>
          <p:nvPr/>
        </p:nvGraphicFramePr>
        <p:xfrm>
          <a:off x="7282543" y="3462866"/>
          <a:ext cx="4645350" cy="2438400"/>
        </p:xfrm>
        <a:graphic>
          <a:graphicData uri="http://schemas.openxmlformats.org/drawingml/2006/table">
            <a:tbl>
              <a:tblPr firstRow="1" bandRow="1">
                <a:noFill/>
              </a:tblPr>
              <a:tblGrid>
                <a:gridCol w="746600">
                  <a:extLst>
                    <a:ext uri="{9D8B030D-6E8A-4147-A177-3AD203B41FA5}">
                      <a16:colId xmlns:a16="http://schemas.microsoft.com/office/drawing/2014/main" val="20000"/>
                    </a:ext>
                  </a:extLst>
                </a:gridCol>
                <a:gridCol w="1890300">
                  <a:extLst>
                    <a:ext uri="{9D8B030D-6E8A-4147-A177-3AD203B41FA5}">
                      <a16:colId xmlns:a16="http://schemas.microsoft.com/office/drawing/2014/main" val="20001"/>
                    </a:ext>
                  </a:extLst>
                </a:gridCol>
                <a:gridCol w="1166675">
                  <a:extLst>
                    <a:ext uri="{9D8B030D-6E8A-4147-A177-3AD203B41FA5}">
                      <a16:colId xmlns:a16="http://schemas.microsoft.com/office/drawing/2014/main" val="20002"/>
                    </a:ext>
                  </a:extLst>
                </a:gridCol>
                <a:gridCol w="84177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sid</a:t>
                      </a:r>
                      <a:endParaRPr sz="2000" b="1"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sname</a:t>
                      </a:r>
                      <a:endParaRPr sz="2000" b="1"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rating</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age</a:t>
                      </a:r>
                      <a:endParaRPr sz="1400" u="none" strike="noStrike" cap="none"/>
                    </a:p>
                  </a:txBody>
                  <a:tcPr marL="50800" marR="50800" marT="50800" marB="50800"/>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Popeye </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10</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22</a:t>
                      </a:r>
                      <a:endParaRPr sz="1400" u="none" strike="noStrike" cap="none"/>
                    </a:p>
                  </a:txBody>
                  <a:tcPr marL="50800" marR="50800" marT="50800" marB="50800"/>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OliveOyl </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39</a:t>
                      </a:r>
                      <a:endParaRPr sz="1400" u="none" strike="noStrike" cap="none"/>
                    </a:p>
                  </a:txBody>
                  <a:tcPr marL="50800" marR="50800" marT="50800" marB="50800"/>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3</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Garfield </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27</a:t>
                      </a:r>
                      <a:endParaRPr sz="1400" u="none" strike="noStrike" cap="none"/>
                    </a:p>
                  </a:txBody>
                  <a:tcPr marL="50800" marR="50800" marT="50800" marB="50800"/>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4</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Bob </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5</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19</a:t>
                      </a:r>
                      <a:endParaRPr sz="1400" u="none" strike="noStrike" cap="none"/>
                    </a:p>
                  </a:txBody>
                  <a:tcPr marL="50800" marR="50800" marT="50800" marB="50800"/>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Jack Sparrow </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solidFill>
                            <a:schemeClr val="lt1"/>
                          </a:solidFill>
                        </a:rPr>
                        <a:t>(null)</a:t>
                      </a:r>
                      <a:endParaRPr sz="1400" u="none" strike="noStrike" cap="none"/>
                    </a:p>
                  </a:txBody>
                  <a:tcPr marL="50800" marR="50800" marT="50800" marB="50800">
                    <a:solidFill>
                      <a:schemeClr val="accent4"/>
                    </a:solidFill>
                  </a:tcPr>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35</a:t>
                      </a:r>
                      <a:endParaRPr sz="1400" u="none" strike="noStrike" cap="none"/>
                    </a:p>
                  </a:txBody>
                  <a:tcPr marL="50800" marR="50800" marT="50800" marB="50800"/>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8">
                                            <p:txEl>
                                              <p:pRg st="0" end="0"/>
                                            </p:txEl>
                                          </p:spTgt>
                                        </p:tgtEl>
                                        <p:attrNameLst>
                                          <p:attrName>style.visibility</p:attrName>
                                        </p:attrNameLst>
                                      </p:cBhvr>
                                      <p:to>
                                        <p:strVal val="visible"/>
                                      </p:to>
                                    </p:set>
                                    <p:animEffect transition="in" filter="fade">
                                      <p:cBhvr>
                                        <p:cTn id="7" dur="500"/>
                                        <p:tgtEl>
                                          <p:spTgt spid="17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98">
                                            <p:txEl>
                                              <p:pRg st="1" end="1"/>
                                            </p:txEl>
                                          </p:spTgt>
                                        </p:tgtEl>
                                        <p:attrNameLst>
                                          <p:attrName>style.visibility</p:attrName>
                                        </p:attrNameLst>
                                      </p:cBhvr>
                                      <p:to>
                                        <p:strVal val="visible"/>
                                      </p:to>
                                    </p:set>
                                    <p:animEffect transition="in" filter="fade">
                                      <p:cBhvr>
                                        <p:cTn id="12" dur="500"/>
                                        <p:tgtEl>
                                          <p:spTgt spid="17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98">
                                            <p:txEl>
                                              <p:pRg st="2" end="2"/>
                                            </p:txEl>
                                          </p:spTgt>
                                        </p:tgtEl>
                                        <p:attrNameLst>
                                          <p:attrName>style.visibility</p:attrName>
                                        </p:attrNameLst>
                                      </p:cBhvr>
                                      <p:to>
                                        <p:strVal val="visible"/>
                                      </p:to>
                                    </p:set>
                                    <p:animEffect transition="in" filter="fade">
                                      <p:cBhvr>
                                        <p:cTn id="17" dur="500"/>
                                        <p:tgtEl>
                                          <p:spTgt spid="17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98">
                                            <p:txEl>
                                              <p:pRg st="3" end="3"/>
                                            </p:txEl>
                                          </p:spTgt>
                                        </p:tgtEl>
                                        <p:attrNameLst>
                                          <p:attrName>style.visibility</p:attrName>
                                        </p:attrNameLst>
                                      </p:cBhvr>
                                      <p:to>
                                        <p:strVal val="visible"/>
                                      </p:to>
                                    </p:set>
                                    <p:animEffect transition="in" filter="fade">
                                      <p:cBhvr>
                                        <p:cTn id="22" dur="500"/>
                                        <p:tgtEl>
                                          <p:spTgt spid="179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98">
                                            <p:txEl>
                                              <p:pRg st="4" end="4"/>
                                            </p:txEl>
                                          </p:spTgt>
                                        </p:tgtEl>
                                        <p:attrNameLst>
                                          <p:attrName>style.visibility</p:attrName>
                                        </p:attrNameLst>
                                      </p:cBhvr>
                                      <p:to>
                                        <p:strVal val="visible"/>
                                      </p:to>
                                    </p:set>
                                    <p:animEffect transition="in" filter="fade">
                                      <p:cBhvr>
                                        <p:cTn id="27" dur="500"/>
                                        <p:tgtEl>
                                          <p:spTgt spid="179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98">
                                            <p:txEl>
                                              <p:pRg st="5" end="5"/>
                                            </p:txEl>
                                          </p:spTgt>
                                        </p:tgtEl>
                                        <p:attrNameLst>
                                          <p:attrName>style.visibility</p:attrName>
                                        </p:attrNameLst>
                                      </p:cBhvr>
                                      <p:to>
                                        <p:strVal val="visible"/>
                                      </p:to>
                                    </p:set>
                                    <p:animEffect transition="in" filter="fade">
                                      <p:cBhvr>
                                        <p:cTn id="32" dur="500"/>
                                        <p:tgtEl>
                                          <p:spTgt spid="179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98">
                                            <p:txEl>
                                              <p:pRg st="6" end="6"/>
                                            </p:txEl>
                                          </p:spTgt>
                                        </p:tgtEl>
                                        <p:attrNameLst>
                                          <p:attrName>style.visibility</p:attrName>
                                        </p:attrNameLst>
                                      </p:cBhvr>
                                      <p:to>
                                        <p:strVal val="visible"/>
                                      </p:to>
                                    </p:set>
                                    <p:animEffect transition="in" filter="fade">
                                      <p:cBhvr>
                                        <p:cTn id="37" dur="500"/>
                                        <p:tgtEl>
                                          <p:spTgt spid="179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98">
                                            <p:txEl>
                                              <p:pRg st="7" end="7"/>
                                            </p:txEl>
                                          </p:spTgt>
                                        </p:tgtEl>
                                        <p:attrNameLst>
                                          <p:attrName>style.visibility</p:attrName>
                                        </p:attrNameLst>
                                      </p:cBhvr>
                                      <p:to>
                                        <p:strVal val="visible"/>
                                      </p:to>
                                    </p:set>
                                    <p:animEffect transition="in" filter="fade">
                                      <p:cBhvr>
                                        <p:cTn id="42" dur="500"/>
                                        <p:tgtEl>
                                          <p:spTgt spid="179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98">
                                            <p:txEl>
                                              <p:pRg st="8" end="8"/>
                                            </p:txEl>
                                          </p:spTgt>
                                        </p:tgtEl>
                                        <p:attrNameLst>
                                          <p:attrName>style.visibility</p:attrName>
                                        </p:attrNameLst>
                                      </p:cBhvr>
                                      <p:to>
                                        <p:strVal val="visible"/>
                                      </p:to>
                                    </p:set>
                                    <p:animEffect transition="in" filter="fade">
                                      <p:cBhvr>
                                        <p:cTn id="47" dur="500"/>
                                        <p:tgtEl>
                                          <p:spTgt spid="179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805"/>
        <p:cNvGrpSpPr/>
        <p:nvPr/>
      </p:nvGrpSpPr>
      <p:grpSpPr>
        <a:xfrm>
          <a:off x="0" y="0"/>
          <a:ext cx="0" cy="0"/>
          <a:chOff x="0" y="0"/>
          <a:chExt cx="0" cy="0"/>
        </a:xfrm>
      </p:grpSpPr>
      <p:sp>
        <p:nvSpPr>
          <p:cNvPr id="1806" name="Google Shape;1806;p9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NULL AND AGGREGATION</a:t>
            </a:r>
            <a:endParaRPr/>
          </a:p>
        </p:txBody>
      </p:sp>
      <p:sp>
        <p:nvSpPr>
          <p:cNvPr id="1807" name="Google Shape;1807;p96"/>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040"/>
              <a:buNone/>
            </a:pPr>
            <a:r>
              <a:rPr lang="en-US" sz="2400">
                <a:latin typeface="Oi"/>
                <a:ea typeface="Oi"/>
                <a:cs typeface="Oi"/>
                <a:sym typeface="Oi"/>
              </a:rPr>
              <a:t>SELECT count(rating) FROM sailors;</a:t>
            </a:r>
            <a:endParaRPr/>
          </a:p>
          <a:p>
            <a:pPr marL="800100" lvl="1" indent="-342900" algn="l" rtl="0">
              <a:lnSpc>
                <a:spcPct val="90000"/>
              </a:lnSpc>
              <a:spcBef>
                <a:spcPts val="400"/>
              </a:spcBef>
              <a:spcAft>
                <a:spcPts val="0"/>
              </a:spcAft>
              <a:buSzPts val="2380"/>
              <a:buChar char="▪"/>
            </a:pPr>
            <a:r>
              <a:rPr lang="en-US" sz="2800">
                <a:latin typeface="Oi"/>
                <a:ea typeface="Oi"/>
                <a:cs typeface="Oi"/>
                <a:sym typeface="Oi"/>
              </a:rPr>
              <a:t>4</a:t>
            </a:r>
            <a:endParaRPr/>
          </a:p>
          <a:p>
            <a:pPr marL="0" lvl="0" indent="0" algn="l" rtl="0">
              <a:lnSpc>
                <a:spcPct val="90000"/>
              </a:lnSpc>
              <a:spcBef>
                <a:spcPts val="1400"/>
              </a:spcBef>
              <a:spcAft>
                <a:spcPts val="0"/>
              </a:spcAft>
              <a:buSzPts val="2040"/>
              <a:buNone/>
            </a:pPr>
            <a:r>
              <a:rPr lang="en-US" sz="2400">
                <a:latin typeface="Oi"/>
                <a:ea typeface="Oi"/>
                <a:cs typeface="Oi"/>
                <a:sym typeface="Oi"/>
              </a:rPr>
              <a:t>SELECT sum(rating) FROM sailors;</a:t>
            </a:r>
            <a:endParaRPr/>
          </a:p>
          <a:p>
            <a:pPr marL="800100" lvl="1" indent="-342900" algn="l" rtl="0">
              <a:lnSpc>
                <a:spcPct val="90000"/>
              </a:lnSpc>
              <a:spcBef>
                <a:spcPts val="400"/>
              </a:spcBef>
              <a:spcAft>
                <a:spcPts val="0"/>
              </a:spcAft>
              <a:buSzPts val="2380"/>
              <a:buChar char="▪"/>
            </a:pPr>
            <a:r>
              <a:rPr lang="en-US" sz="2800">
                <a:solidFill>
                  <a:srgbClr val="000000"/>
                </a:solidFill>
                <a:latin typeface="Oi"/>
                <a:ea typeface="Oi"/>
                <a:cs typeface="Oi"/>
                <a:sym typeface="Oi"/>
              </a:rPr>
              <a:t>27</a:t>
            </a:r>
            <a:endParaRPr>
              <a:latin typeface="Oi"/>
              <a:ea typeface="Oi"/>
              <a:cs typeface="Oi"/>
              <a:sym typeface="Oi"/>
            </a:endParaRPr>
          </a:p>
          <a:p>
            <a:pPr marL="0" lvl="0" indent="0" algn="l" rtl="0">
              <a:lnSpc>
                <a:spcPct val="90000"/>
              </a:lnSpc>
              <a:spcBef>
                <a:spcPts val="1400"/>
              </a:spcBef>
              <a:spcAft>
                <a:spcPts val="0"/>
              </a:spcAft>
              <a:buSzPts val="2040"/>
              <a:buNone/>
            </a:pPr>
            <a:r>
              <a:rPr lang="en-US" sz="2400">
                <a:latin typeface="Oi"/>
                <a:ea typeface="Oi"/>
                <a:cs typeface="Oi"/>
                <a:sym typeface="Oi"/>
              </a:rPr>
              <a:t>SELECT avg(rating) FROM sailors;</a:t>
            </a:r>
            <a:endParaRPr/>
          </a:p>
          <a:p>
            <a:pPr marL="800100" lvl="1" indent="-342900" algn="l" rtl="0">
              <a:lnSpc>
                <a:spcPct val="90000"/>
              </a:lnSpc>
              <a:spcBef>
                <a:spcPts val="400"/>
              </a:spcBef>
              <a:spcAft>
                <a:spcPts val="0"/>
              </a:spcAft>
              <a:buSzPts val="2380"/>
              <a:buChar char="▪"/>
            </a:pPr>
            <a:r>
              <a:rPr lang="en-US" sz="2800">
                <a:solidFill>
                  <a:srgbClr val="000000"/>
                </a:solidFill>
                <a:latin typeface="Oi"/>
                <a:ea typeface="Oi"/>
                <a:cs typeface="Oi"/>
                <a:sym typeface="Oi"/>
              </a:rPr>
              <a:t>(10+11+1+5) / </a:t>
            </a:r>
            <a:r>
              <a:rPr lang="en-US" sz="2800" b="1" i="1" u="sng">
                <a:solidFill>
                  <a:srgbClr val="000000"/>
                </a:solidFill>
                <a:latin typeface="Oi"/>
                <a:ea typeface="Oi"/>
                <a:cs typeface="Oi"/>
                <a:sym typeface="Oi"/>
              </a:rPr>
              <a:t>4</a:t>
            </a:r>
            <a:r>
              <a:rPr lang="en-US" sz="2800">
                <a:solidFill>
                  <a:srgbClr val="000000"/>
                </a:solidFill>
                <a:latin typeface="Oi"/>
                <a:ea typeface="Oi"/>
                <a:cs typeface="Oi"/>
                <a:sym typeface="Oi"/>
              </a:rPr>
              <a:t> = 6.75</a:t>
            </a:r>
            <a:endParaRPr>
              <a:latin typeface="Oi"/>
              <a:ea typeface="Oi"/>
              <a:cs typeface="Oi"/>
              <a:sym typeface="Oi"/>
            </a:endParaRPr>
          </a:p>
          <a:p>
            <a:pPr marL="0" lvl="0" indent="0" algn="l" rtl="0">
              <a:lnSpc>
                <a:spcPct val="90000"/>
              </a:lnSpc>
              <a:spcBef>
                <a:spcPts val="1400"/>
              </a:spcBef>
              <a:spcAft>
                <a:spcPts val="0"/>
              </a:spcAft>
              <a:buSzPts val="2040"/>
              <a:buNone/>
            </a:pPr>
            <a:r>
              <a:rPr lang="en-US" sz="2400">
                <a:latin typeface="Oi"/>
                <a:ea typeface="Oi"/>
                <a:cs typeface="Oi"/>
                <a:sym typeface="Oi"/>
              </a:rPr>
              <a:t>SELECT count(*) FROM sailors;</a:t>
            </a:r>
            <a:endParaRPr/>
          </a:p>
          <a:p>
            <a:pPr marL="800100" lvl="1" indent="-342900" algn="l" rtl="0">
              <a:lnSpc>
                <a:spcPct val="90000"/>
              </a:lnSpc>
              <a:spcBef>
                <a:spcPts val="400"/>
              </a:spcBef>
              <a:spcAft>
                <a:spcPts val="0"/>
              </a:spcAft>
              <a:buSzPts val="2380"/>
              <a:buChar char="▪"/>
            </a:pPr>
            <a:r>
              <a:rPr lang="en-US" sz="2800">
                <a:solidFill>
                  <a:srgbClr val="000000"/>
                </a:solidFill>
                <a:latin typeface="Oi"/>
                <a:ea typeface="Oi"/>
                <a:cs typeface="Oi"/>
                <a:sym typeface="Oi"/>
              </a:rPr>
              <a:t>5</a:t>
            </a:r>
            <a:endParaRPr/>
          </a:p>
          <a:p>
            <a:pPr marL="0" lvl="0" indent="0" algn="l" rtl="0">
              <a:lnSpc>
                <a:spcPct val="90000"/>
              </a:lnSpc>
              <a:spcBef>
                <a:spcPts val="1400"/>
              </a:spcBef>
              <a:spcAft>
                <a:spcPts val="0"/>
              </a:spcAft>
              <a:buSzPts val="2040"/>
              <a:buNone/>
            </a:pPr>
            <a:endParaRPr sz="2400">
              <a:latin typeface="Oi"/>
              <a:ea typeface="Oi"/>
              <a:cs typeface="Oi"/>
              <a:sym typeface="Oi"/>
            </a:endParaRPr>
          </a:p>
        </p:txBody>
      </p:sp>
      <p:sp>
        <p:nvSpPr>
          <p:cNvPr id="1808" name="Google Shape;1808;p96"/>
          <p:cNvSpPr/>
          <p:nvPr/>
        </p:nvSpPr>
        <p:spPr>
          <a:xfrm>
            <a:off x="7802193" y="6356351"/>
            <a:ext cx="457200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1" u="sng" strike="noStrike" cap="none">
                <a:solidFill>
                  <a:srgbClr val="7F7F7F"/>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http://sqlfiddle.com/#!17/f35aa/7</a:t>
            </a:r>
            <a:r>
              <a:rPr lang="en-US" sz="2000" b="0" i="1" u="none" strike="noStrike" cap="none">
                <a:solidFill>
                  <a:srgbClr val="7F7F7F"/>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graphicFrame>
        <p:nvGraphicFramePr>
          <p:cNvPr id="1809" name="Google Shape;1809;p96"/>
          <p:cNvGraphicFramePr/>
          <p:nvPr/>
        </p:nvGraphicFramePr>
        <p:xfrm>
          <a:off x="7282543" y="3462866"/>
          <a:ext cx="4645350" cy="2438400"/>
        </p:xfrm>
        <a:graphic>
          <a:graphicData uri="http://schemas.openxmlformats.org/drawingml/2006/table">
            <a:tbl>
              <a:tblPr firstRow="1" bandRow="1">
                <a:noFill/>
              </a:tblPr>
              <a:tblGrid>
                <a:gridCol w="746600">
                  <a:extLst>
                    <a:ext uri="{9D8B030D-6E8A-4147-A177-3AD203B41FA5}">
                      <a16:colId xmlns:a16="http://schemas.microsoft.com/office/drawing/2014/main" val="20000"/>
                    </a:ext>
                  </a:extLst>
                </a:gridCol>
                <a:gridCol w="1890300">
                  <a:extLst>
                    <a:ext uri="{9D8B030D-6E8A-4147-A177-3AD203B41FA5}">
                      <a16:colId xmlns:a16="http://schemas.microsoft.com/office/drawing/2014/main" val="20001"/>
                    </a:ext>
                  </a:extLst>
                </a:gridCol>
                <a:gridCol w="1166675">
                  <a:extLst>
                    <a:ext uri="{9D8B030D-6E8A-4147-A177-3AD203B41FA5}">
                      <a16:colId xmlns:a16="http://schemas.microsoft.com/office/drawing/2014/main" val="20002"/>
                    </a:ext>
                  </a:extLst>
                </a:gridCol>
                <a:gridCol w="84177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sid</a:t>
                      </a:r>
                      <a:endParaRPr sz="2000" b="1"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sname</a:t>
                      </a:r>
                      <a:endParaRPr sz="2000" b="1"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rating</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t>age</a:t>
                      </a:r>
                      <a:endParaRPr sz="1400" u="none" strike="noStrike" cap="none"/>
                    </a:p>
                  </a:txBody>
                  <a:tcPr marL="50800" marR="50800" marT="50800" marB="50800"/>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Popeye </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10</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22</a:t>
                      </a:r>
                      <a:endParaRPr sz="1400" u="none" strike="noStrike" cap="none"/>
                    </a:p>
                  </a:txBody>
                  <a:tcPr marL="50800" marR="50800" marT="50800" marB="50800"/>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2</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OliveOyl </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39</a:t>
                      </a:r>
                      <a:endParaRPr sz="1400" u="none" strike="noStrike" cap="none"/>
                    </a:p>
                  </a:txBody>
                  <a:tcPr marL="50800" marR="50800" marT="50800" marB="50800"/>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3</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Garfield </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27</a:t>
                      </a:r>
                      <a:endParaRPr sz="1400" u="none" strike="noStrike" cap="none"/>
                    </a:p>
                  </a:txBody>
                  <a:tcPr marL="50800" marR="50800" marT="50800" marB="50800"/>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4</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Bob </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5</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19</a:t>
                      </a:r>
                      <a:endParaRPr sz="1400" u="none" strike="noStrike" cap="none"/>
                    </a:p>
                  </a:txBody>
                  <a:tcPr marL="50800" marR="50800" marT="50800" marB="50800"/>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11</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Jack Sparrow </a:t>
                      </a:r>
                      <a:endParaRPr sz="1400" u="none" strike="noStrike" cap="none"/>
                    </a:p>
                  </a:txBody>
                  <a:tcPr marL="50800" marR="50800" marT="50800" marB="50800"/>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solidFill>
                            <a:schemeClr val="lt1"/>
                          </a:solidFill>
                        </a:rPr>
                        <a:t>(null)</a:t>
                      </a:r>
                      <a:endParaRPr sz="1400" u="none" strike="noStrike" cap="none"/>
                    </a:p>
                  </a:txBody>
                  <a:tcPr marL="50800" marR="50800" marT="50800" marB="50800">
                    <a:solidFill>
                      <a:schemeClr val="accent4"/>
                    </a:solidFill>
                  </a:tcPr>
                </a:tc>
                <a:tc>
                  <a:txBody>
                    <a:bodyPr/>
                    <a:lstStyle/>
                    <a:p>
                      <a:pPr marL="0" marR="0" lvl="0" indent="0" algn="l" rtl="0">
                        <a:lnSpc>
                          <a:spcPct val="100000"/>
                        </a:lnSpc>
                        <a:spcBef>
                          <a:spcPts val="0"/>
                        </a:spcBef>
                        <a:spcAft>
                          <a:spcPts val="0"/>
                        </a:spcAft>
                        <a:buClr>
                          <a:srgbClr val="000000"/>
                        </a:buClr>
                        <a:buSzPts val="2000"/>
                        <a:buFont typeface="Arial"/>
                        <a:buNone/>
                      </a:pPr>
                      <a:r>
                        <a:rPr lang="en-US" sz="2000" u="none" strike="noStrike" cap="none"/>
                        <a:t>35</a:t>
                      </a:r>
                      <a:endParaRPr sz="1400" u="none" strike="noStrike" cap="none"/>
                    </a:p>
                  </a:txBody>
                  <a:tcPr marL="50800" marR="50800" marT="50800" marB="50800"/>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07">
                                            <p:txEl>
                                              <p:pRg st="0" end="0"/>
                                            </p:txEl>
                                          </p:spTgt>
                                        </p:tgtEl>
                                        <p:attrNameLst>
                                          <p:attrName>style.visibility</p:attrName>
                                        </p:attrNameLst>
                                      </p:cBhvr>
                                      <p:to>
                                        <p:strVal val="visible"/>
                                      </p:to>
                                    </p:set>
                                    <p:animEffect transition="in" filter="fade">
                                      <p:cBhvr>
                                        <p:cTn id="7" dur="500"/>
                                        <p:tgtEl>
                                          <p:spTgt spid="18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07">
                                            <p:txEl>
                                              <p:pRg st="1" end="1"/>
                                            </p:txEl>
                                          </p:spTgt>
                                        </p:tgtEl>
                                        <p:attrNameLst>
                                          <p:attrName>style.visibility</p:attrName>
                                        </p:attrNameLst>
                                      </p:cBhvr>
                                      <p:to>
                                        <p:strVal val="visible"/>
                                      </p:to>
                                    </p:set>
                                    <p:animEffect transition="in" filter="fade">
                                      <p:cBhvr>
                                        <p:cTn id="12" dur="500"/>
                                        <p:tgtEl>
                                          <p:spTgt spid="18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07">
                                            <p:txEl>
                                              <p:pRg st="2" end="2"/>
                                            </p:txEl>
                                          </p:spTgt>
                                        </p:tgtEl>
                                        <p:attrNameLst>
                                          <p:attrName>style.visibility</p:attrName>
                                        </p:attrNameLst>
                                      </p:cBhvr>
                                      <p:to>
                                        <p:strVal val="visible"/>
                                      </p:to>
                                    </p:set>
                                    <p:animEffect transition="in" filter="fade">
                                      <p:cBhvr>
                                        <p:cTn id="17" dur="500"/>
                                        <p:tgtEl>
                                          <p:spTgt spid="18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07">
                                            <p:txEl>
                                              <p:pRg st="3" end="3"/>
                                            </p:txEl>
                                          </p:spTgt>
                                        </p:tgtEl>
                                        <p:attrNameLst>
                                          <p:attrName>style.visibility</p:attrName>
                                        </p:attrNameLst>
                                      </p:cBhvr>
                                      <p:to>
                                        <p:strVal val="visible"/>
                                      </p:to>
                                    </p:set>
                                    <p:animEffect transition="in" filter="fade">
                                      <p:cBhvr>
                                        <p:cTn id="22" dur="500"/>
                                        <p:tgtEl>
                                          <p:spTgt spid="18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07">
                                            <p:txEl>
                                              <p:pRg st="4" end="4"/>
                                            </p:txEl>
                                          </p:spTgt>
                                        </p:tgtEl>
                                        <p:attrNameLst>
                                          <p:attrName>style.visibility</p:attrName>
                                        </p:attrNameLst>
                                      </p:cBhvr>
                                      <p:to>
                                        <p:strVal val="visible"/>
                                      </p:to>
                                    </p:set>
                                    <p:animEffect transition="in" filter="fade">
                                      <p:cBhvr>
                                        <p:cTn id="27" dur="500"/>
                                        <p:tgtEl>
                                          <p:spTgt spid="18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07">
                                            <p:txEl>
                                              <p:pRg st="5" end="5"/>
                                            </p:txEl>
                                          </p:spTgt>
                                        </p:tgtEl>
                                        <p:attrNameLst>
                                          <p:attrName>style.visibility</p:attrName>
                                        </p:attrNameLst>
                                      </p:cBhvr>
                                      <p:to>
                                        <p:strVal val="visible"/>
                                      </p:to>
                                    </p:set>
                                    <p:animEffect transition="in" filter="fade">
                                      <p:cBhvr>
                                        <p:cTn id="32" dur="500"/>
                                        <p:tgtEl>
                                          <p:spTgt spid="180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07">
                                            <p:txEl>
                                              <p:pRg st="6" end="6"/>
                                            </p:txEl>
                                          </p:spTgt>
                                        </p:tgtEl>
                                        <p:attrNameLst>
                                          <p:attrName>style.visibility</p:attrName>
                                        </p:attrNameLst>
                                      </p:cBhvr>
                                      <p:to>
                                        <p:strVal val="visible"/>
                                      </p:to>
                                    </p:set>
                                    <p:animEffect transition="in" filter="fade">
                                      <p:cBhvr>
                                        <p:cTn id="37" dur="500"/>
                                        <p:tgtEl>
                                          <p:spTgt spid="180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07">
                                            <p:txEl>
                                              <p:pRg st="7" end="7"/>
                                            </p:txEl>
                                          </p:spTgt>
                                        </p:tgtEl>
                                        <p:attrNameLst>
                                          <p:attrName>style.visibility</p:attrName>
                                        </p:attrNameLst>
                                      </p:cBhvr>
                                      <p:to>
                                        <p:strVal val="visible"/>
                                      </p:to>
                                    </p:set>
                                    <p:animEffect transition="in" filter="fade">
                                      <p:cBhvr>
                                        <p:cTn id="42" dur="500"/>
                                        <p:tgtEl>
                                          <p:spTgt spid="180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07">
                                            <p:txEl>
                                              <p:pRg st="8" end="8"/>
                                            </p:txEl>
                                          </p:spTgt>
                                        </p:tgtEl>
                                        <p:attrNameLst>
                                          <p:attrName>style.visibility</p:attrName>
                                        </p:attrNameLst>
                                      </p:cBhvr>
                                      <p:to>
                                        <p:strVal val="visible"/>
                                      </p:to>
                                    </p:set>
                                    <p:animEffect transition="in" filter="fade">
                                      <p:cBhvr>
                                        <p:cTn id="47" dur="500"/>
                                        <p:tgtEl>
                                          <p:spTgt spid="180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813"/>
        <p:cNvGrpSpPr/>
        <p:nvPr/>
      </p:nvGrpSpPr>
      <p:grpSpPr>
        <a:xfrm>
          <a:off x="0" y="0"/>
          <a:ext cx="0" cy="0"/>
          <a:chOff x="0" y="0"/>
          <a:chExt cx="0" cy="0"/>
        </a:xfrm>
      </p:grpSpPr>
      <p:sp>
        <p:nvSpPr>
          <p:cNvPr id="1814" name="Google Shape;1814;p9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NULLS: SUMMARY</a:t>
            </a:r>
            <a:endParaRPr/>
          </a:p>
        </p:txBody>
      </p:sp>
      <p:sp>
        <p:nvSpPr>
          <p:cNvPr id="1815" name="Google Shape;1815;p97"/>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NULL </a:t>
            </a:r>
            <a:r>
              <a:rPr lang="en-US" i="1" dirty="0"/>
              <a:t>op </a:t>
            </a:r>
            <a:r>
              <a:rPr lang="en-US" dirty="0"/>
              <a:t>NULL is NULL</a:t>
            </a:r>
            <a:endParaRPr dirty="0"/>
          </a:p>
          <a:p>
            <a:pPr marL="182880" lvl="0" indent="-182880" algn="l" rtl="0">
              <a:lnSpc>
                <a:spcPct val="90000"/>
              </a:lnSpc>
              <a:spcBef>
                <a:spcPts val="1200"/>
              </a:spcBef>
              <a:spcAft>
                <a:spcPts val="0"/>
              </a:spcAft>
              <a:buSzPts val="1700"/>
              <a:buChar char="▪"/>
            </a:pPr>
            <a:r>
              <a:rPr lang="en-US" dirty="0"/>
              <a:t>WHERE NULL: do not send to output</a:t>
            </a:r>
            <a:endParaRPr dirty="0"/>
          </a:p>
          <a:p>
            <a:pPr marL="182880" lvl="0" indent="-182880" algn="l" rtl="0">
              <a:lnSpc>
                <a:spcPct val="90000"/>
              </a:lnSpc>
              <a:spcBef>
                <a:spcPts val="1200"/>
              </a:spcBef>
              <a:spcAft>
                <a:spcPts val="0"/>
              </a:spcAft>
              <a:buSzPts val="1700"/>
              <a:buChar char="▪"/>
            </a:pPr>
            <a:r>
              <a:rPr lang="en-US" dirty="0"/>
              <a:t>Boolean connectives: 3-valued logic</a:t>
            </a:r>
            <a:endParaRPr dirty="0"/>
          </a:p>
          <a:p>
            <a:pPr marL="182880" lvl="0" indent="-182880" algn="l" rtl="0">
              <a:lnSpc>
                <a:spcPct val="90000"/>
              </a:lnSpc>
              <a:spcBef>
                <a:spcPts val="1200"/>
              </a:spcBef>
              <a:spcAft>
                <a:spcPts val="0"/>
              </a:spcAft>
              <a:buSzPts val="1700"/>
              <a:buChar char="▪"/>
            </a:pPr>
            <a:r>
              <a:rPr lang="en-US" dirty="0"/>
              <a:t>Aggregates ignore NULL-valued inputs</a:t>
            </a:r>
            <a:endParaRPr dirty="0"/>
          </a:p>
          <a:p>
            <a:pPr marL="457200" lvl="1" indent="-85725" algn="l" rtl="0">
              <a:lnSpc>
                <a:spcPct val="90000"/>
              </a:lnSpc>
              <a:spcBef>
                <a:spcPts val="400"/>
              </a:spcBef>
              <a:spcAft>
                <a:spcPts val="0"/>
              </a:spcAft>
              <a:buSzPts val="1530"/>
              <a:buNone/>
            </a:pPr>
            <a:endParaRP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819"/>
        <p:cNvGrpSpPr/>
        <p:nvPr/>
      </p:nvGrpSpPr>
      <p:grpSpPr>
        <a:xfrm>
          <a:off x="0" y="0"/>
          <a:ext cx="0" cy="0"/>
          <a:chOff x="0" y="0"/>
          <a:chExt cx="0" cy="0"/>
        </a:xfrm>
      </p:grpSpPr>
      <p:pic>
        <p:nvPicPr>
          <p:cNvPr id="1820" name="Google Shape;1820;p98"/>
          <p:cNvPicPr preferRelativeResize="0"/>
          <p:nvPr/>
        </p:nvPicPr>
        <p:blipFill rotWithShape="1">
          <a:blip r:embed="rId3">
            <a:alphaModFix/>
          </a:blip>
          <a:srcRect/>
          <a:stretch/>
        </p:blipFill>
        <p:spPr>
          <a:xfrm>
            <a:off x="1737560" y="-30980"/>
            <a:ext cx="8716879" cy="6858000"/>
          </a:xfrm>
          <a:prstGeom prst="rect">
            <a:avLst/>
          </a:prstGeom>
          <a:noFill/>
          <a:ln>
            <a:noFill/>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4665</TotalTime>
  <Words>5886</Words>
  <Application>Microsoft Macintosh PowerPoint</Application>
  <PresentationFormat>宽屏</PresentationFormat>
  <Paragraphs>1587</Paragraphs>
  <Slides>69</Slides>
  <Notes>69</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69</vt:i4>
      </vt:variant>
    </vt:vector>
  </HeadingPairs>
  <TitlesOfParts>
    <vt:vector size="88" baseType="lpstr">
      <vt:lpstr>Noto Sans Symbols</vt:lpstr>
      <vt:lpstr>Oi</vt:lpstr>
      <vt:lpstr>Aptos</vt:lpstr>
      <vt:lpstr>Arial</vt:lpstr>
      <vt:lpstr>Book Antiqua</vt:lpstr>
      <vt:lpstr>Calibri</vt:lpstr>
      <vt:lpstr>Century Gothic</vt:lpstr>
      <vt:lpstr>Comic Sans MS</vt:lpstr>
      <vt:lpstr>Consolas</vt:lpstr>
      <vt:lpstr>Courier New</vt:lpstr>
      <vt:lpstr>Gill Sans MT</vt:lpstr>
      <vt:lpstr>Helvetica Neue</vt:lpstr>
      <vt:lpstr>Lucida Sans</vt:lpstr>
      <vt:lpstr>Rockwell</vt:lpstr>
      <vt:lpstr>Tahoma</vt:lpstr>
      <vt:lpstr>Times New Roman</vt:lpstr>
      <vt:lpstr>Wingdings</vt:lpstr>
      <vt:lpstr>Wingdings 2</vt:lpstr>
      <vt:lpstr>Oriel</vt:lpstr>
      <vt:lpstr>Databases with sql</vt:lpstr>
      <vt:lpstr>ANNOUNCEMENTS</vt:lpstr>
      <vt:lpstr>SQL IS A DECLARATIVE LANGUAGE (REVIEW) </vt:lpstr>
      <vt:lpstr>RELATIONAL TERMINOLOGY</vt:lpstr>
      <vt:lpstr>TWO SUBLANGUAGES OF SQL</vt:lpstr>
      <vt:lpstr>INTERACTING WITH A DBMS IN PANDAS </vt:lpstr>
      <vt:lpstr>COMMON SQL TYPES (THERE ARE OTHERS...)</vt:lpstr>
      <vt:lpstr>CREATING TABLES &amp; POPULATING TABLES</vt:lpstr>
      <vt:lpstr>CREATING TABLES</vt:lpstr>
      <vt:lpstr>INSERTING RECORDS INTO A TABLE</vt:lpstr>
      <vt:lpstr>Multiple tables aka schema</vt:lpstr>
      <vt:lpstr>PowerPoint 演示文稿</vt:lpstr>
      <vt:lpstr>DELETING AND MODIFYING RECORDS</vt:lpstr>
      <vt:lpstr>DELETING AND MODIFYING RECORDS</vt:lpstr>
      <vt:lpstr>DROPPING TABLES</vt:lpstr>
      <vt:lpstr>QUERYING TABLES</vt:lpstr>
      <vt:lpstr>SQL DML: BASIC SINGLE-TABLE QUERIES</vt:lpstr>
      <vt:lpstr>BASIC SINGLE-TABLE QUERIES</vt:lpstr>
      <vt:lpstr>FIND THE NAME AND GPA FOR ALL CS STUDENTS</vt:lpstr>
      <vt:lpstr>FIND THE NAME AND GPA FOR ALL CS STUDENTS</vt:lpstr>
      <vt:lpstr>COMBINING PREDICATES WITH OR AND AND</vt:lpstr>
      <vt:lpstr>SELECT DISTINCT</vt:lpstr>
      <vt:lpstr>SELECT DISTINCT</vt:lpstr>
      <vt:lpstr>FUNCTIONS IN THE SELECT LIST</vt:lpstr>
      <vt:lpstr>AGGREGATES</vt:lpstr>
      <vt:lpstr>GROUP BY</vt:lpstr>
      <vt:lpstr>WHAT IF WE WANTED TO ONLY CONSIDER DEPARTMENTS THAT HAVE GREATER THAN TWO STUDENTS?</vt:lpstr>
      <vt:lpstr>WHAT IF WE WANTED TO ONLY CONSIDER DEPARTMENTS THAT HAVE GREATER THAN TWO STUDENTS?</vt:lpstr>
      <vt:lpstr>HAVING</vt:lpstr>
      <vt:lpstr>ORDER BY</vt:lpstr>
      <vt:lpstr>ORDER BY</vt:lpstr>
      <vt:lpstr>CONCEPTUAL SQL EVALUATION</vt:lpstr>
      <vt:lpstr>LIMIT</vt:lpstr>
      <vt:lpstr>TEST YOUR UNDERSTANDING #1</vt:lpstr>
      <vt:lpstr>TEST YOUR UNDERSTANDING #1</vt:lpstr>
      <vt:lpstr>TEST YOUR UNDERSTANDING #2</vt:lpstr>
      <vt:lpstr>TEST YOUR UNDERSTANDING #2</vt:lpstr>
      <vt:lpstr>DATA IN THE ORGANIZATION</vt:lpstr>
      <vt:lpstr>MULTIDIMENSIONAL DATA MODEL</vt:lpstr>
      <vt:lpstr>CONNECTIONS BETWEEN TABLE</vt:lpstr>
      <vt:lpstr>JOINS!</vt:lpstr>
      <vt:lpstr>JOINS</vt:lpstr>
      <vt:lpstr>BASIC JOINS</vt:lpstr>
      <vt:lpstr>THE CARTESIAN PRODUCT (×)</vt:lpstr>
      <vt:lpstr>THE CARTESIAN PRODUCT IN SQL</vt:lpstr>
      <vt:lpstr>JOINING SAILORS AND RESERVATIONS</vt:lpstr>
      <vt:lpstr>RELATIONAL ALGEBRA</vt:lpstr>
      <vt:lpstr>JOINING SAILORS AND RESERVATIONS IN SQL</vt:lpstr>
      <vt:lpstr>JOINING SAILORS AND RESERVATIONS IN SQL</vt:lpstr>
      <vt:lpstr>RANGE VARIABLES AND AS</vt:lpstr>
      <vt:lpstr>NONEQUI JOINS</vt:lpstr>
      <vt:lpstr>INNER/NATURAL JOINS</vt:lpstr>
      <vt:lpstr>JOIN VARIANTS</vt:lpstr>
      <vt:lpstr>LEFT JOIN</vt:lpstr>
      <vt:lpstr>SELECT S.SID, S.SNAME, R.BID  FROM SAILORS2 S LEFT OUTER JOIN RESERVES2 R  ON S.SID = R.SID;</vt:lpstr>
      <vt:lpstr>LEFT JOIN                    VS. LEFT OUTER JOIN</vt:lpstr>
      <vt:lpstr>RIGHT JOIN</vt:lpstr>
      <vt:lpstr>SELECT R.SID, B.BID, B.BNAME  FROM RESERVES2 R RIGHT OUTER JOIN BOATS2 B  ON R.BID = B.BID;</vt:lpstr>
      <vt:lpstr>FULL OUTER JOIN</vt:lpstr>
      <vt:lpstr>SELECT R.SID, B.BID, B.BNAME  FROM RESERVES3 R FULL JOIN BOATS2 B  ON R.BID = B.BID</vt:lpstr>
      <vt:lpstr>NULL VALUES</vt:lpstr>
      <vt:lpstr>NULL IN THE WHERE CLAUSE</vt:lpstr>
      <vt:lpstr>NULL IN COMPARATORS</vt:lpstr>
      <vt:lpstr>EXPLICIT NULL CHECKS</vt:lpstr>
      <vt:lpstr>NULL IN BOOLEAN LOGIC</vt:lpstr>
      <vt:lpstr>NULL AND AGGREGATION</vt:lpstr>
      <vt:lpstr>NULL AND AGGREGATION</vt:lpstr>
      <vt:lpstr>NULLS: SUMMARY</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DATA SCIENCE</dc:title>
  <dc:subject/>
  <dc:creator>sathya@uic.edu</dc:creator>
  <cp:keywords/>
  <dc:description/>
  <cp:lastModifiedBy>yuting lu</cp:lastModifiedBy>
  <cp:revision>219</cp:revision>
  <dcterms:created xsi:type="dcterms:W3CDTF">2017-08-21T17:08:06Z</dcterms:created>
  <dcterms:modified xsi:type="dcterms:W3CDTF">2024-10-29T17:41:43Z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
    <vt:lpwstr>Sathya Ravi</vt:lpwstr>
  </property>
</Properties>
</file>