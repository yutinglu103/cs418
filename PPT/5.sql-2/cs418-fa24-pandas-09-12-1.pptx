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ink/ink5.xml" ContentType="application/inkml+xml"/>
  <Override PartName="/ppt/notesSlides/notesSlide5.xml" ContentType="application/vnd.openxmlformats-officedocument.presentationml.notesSlide+xml"/>
  <Override PartName="/ppt/ink/ink6.xml" ContentType="application/inkml+xml"/>
  <Override PartName="/ppt/notesSlides/notesSlide6.xml" ContentType="application/vnd.openxmlformats-officedocument.presentationml.notesSlide+xml"/>
  <Override PartName="/ppt/ink/ink7.xml" ContentType="application/inkml+xml"/>
  <Override PartName="/ppt/notesSlides/notesSlide7.xml" ContentType="application/vnd.openxmlformats-officedocument.presentationml.notesSlide+xml"/>
  <Override PartName="/ppt/ink/ink8.xml" ContentType="application/inkml+xml"/>
  <Override PartName="/ppt/notesSlides/notesSlide8.xml" ContentType="application/vnd.openxmlformats-officedocument.presentationml.notesSlide+xml"/>
  <Override PartName="/ppt/ink/ink9.xml" ContentType="application/inkml+xml"/>
  <Override PartName="/ppt/notesSlides/notesSlide9.xml" ContentType="application/vnd.openxmlformats-officedocument.presentationml.notesSlide+xml"/>
  <Override PartName="/ppt/ink/ink10.xml" ContentType="application/inkml+xml"/>
  <Override PartName="/ppt/notesSlides/notesSlide10.xml" ContentType="application/vnd.openxmlformats-officedocument.presentationml.notesSlide+xml"/>
  <Override PartName="/ppt/ink/ink1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5.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6.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36"/>
  </p:notesMasterIdLst>
  <p:sldIdLst>
    <p:sldId id="256" r:id="rId2"/>
    <p:sldId id="377" r:id="rId3"/>
    <p:sldId id="378" r:id="rId4"/>
    <p:sldId id="379" r:id="rId5"/>
    <p:sldId id="391" r:id="rId6"/>
    <p:sldId id="380" r:id="rId7"/>
    <p:sldId id="381" r:id="rId8"/>
    <p:sldId id="382" r:id="rId9"/>
    <p:sldId id="383" r:id="rId10"/>
    <p:sldId id="384" r:id="rId11"/>
    <p:sldId id="385" r:id="rId12"/>
    <p:sldId id="386" r:id="rId13"/>
    <p:sldId id="387" r:id="rId14"/>
    <p:sldId id="388" r:id="rId15"/>
    <p:sldId id="258" r:id="rId16"/>
    <p:sldId id="259" r:id="rId17"/>
    <p:sldId id="260" r:id="rId18"/>
    <p:sldId id="261" r:id="rId19"/>
    <p:sldId id="395" r:id="rId20"/>
    <p:sldId id="263" r:id="rId21"/>
    <p:sldId id="264" r:id="rId22"/>
    <p:sldId id="265" r:id="rId23"/>
    <p:sldId id="266" r:id="rId24"/>
    <p:sldId id="267" r:id="rId25"/>
    <p:sldId id="268" r:id="rId26"/>
    <p:sldId id="269" r:id="rId27"/>
    <p:sldId id="396" r:id="rId28"/>
    <p:sldId id="272" r:id="rId29"/>
    <p:sldId id="274" r:id="rId30"/>
    <p:sldId id="275" r:id="rId31"/>
    <p:sldId id="276" r:id="rId32"/>
    <p:sldId id="277" r:id="rId33"/>
    <p:sldId id="279" r:id="rId34"/>
    <p:sldId id="397" r:id="rId35"/>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2"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81"/>
    <p:restoredTop sz="83567"/>
  </p:normalViewPr>
  <p:slideViewPr>
    <p:cSldViewPr snapToGrid="0">
      <p:cViewPr varScale="1">
        <p:scale>
          <a:sx n="91" d="100"/>
          <a:sy n="91" d="100"/>
        </p:scale>
        <p:origin x="472"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13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3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13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134"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137" Type="http://schemas.microsoft.com/office/2018/10/relationships/authors" Targe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19.116"/>
    </inkml:context>
    <inkml:brush xml:id="br0">
      <inkml:brushProperty name="width" value="0.05292" units="cm"/>
      <inkml:brushProperty name="height" value="0.05292" units="cm"/>
      <inkml:brushProperty name="color" value="#FF0000"/>
    </inkml:brush>
  </inkml:definitions>
  <inkml:trace contextRef="#ctx0" brushRef="#br0">11667 14167 8912,'-24'0'0,"5"0"0,-1 0 0,9 0 0,-2 0 0,-3 0 0,-1 0 0,7 0 0,7 0 0,12 0 0,10 0 0,8 0 0,9 0 0,1-7 0,9-5 0,1-3 0,3-2 0,8-6 0,-1 0 0,0 0 0,-5 6 0,-1-1 0,1 1 0,-8 2 0,-4 3 0,-11-1 0,-6 7 0,-4 1 0,-9 5 0,-10 0 0,-10 0 0,0 0 0,3 0 0,22 0 0,-3-8 0,12-2 0</inkml:trace>
  <inkml:trace contextRef="#ctx0" brushRef="#br0" timeOffset="1">13061 13462 8912,'-7'10'0,"-3"-3"0,-7-7 0,5 0 0,1 0 0,-2 0 0,5 0 0,0 0 0,8 10 0,0 7 0,10 10 0,7 13 0,0 6 0,6 11 0,2 6 0,-2 12 0,0 3-255,-6 8 1,0 4 254,1-4 0,-7-6 0,1-17 0,-9-4 0,3-7 0,-4-10 0,-2-8 0,-2-15 0,-4-13 0,-1-8 0,-5-9 0,-3-16 0,5-17 0</inkml:trace>
  <inkml:trace contextRef="#ctx0" brushRef="#br0" timeOffset="2">12872 13514 8912,'17'-10'0,"-7"1"0,-4 3 0,1-4 0,-1-7 0,2 0 0,-3 0 0,7 0 0,11-1 0,4-4 0,9-1 0,2 4 0,2 5 0,10 1 0,2 7 0,-1 2 0,7 10 0,-11 3 0,-1 9 0,-9 8 0,-3 9 0,-9 1 0,-14 10 0,-11 0 0,-11 5 0,-14 3 0,-9 3 0,-8-3 0,-10 3 0,8-5 0,4-7 0,3 3 0,3-8 0,7 0 0,4-5 0,6-8 0,6-5 0,3-10 0,10-4 0,4-8 0,3-8 0,8-2 0</inkml:trace>
  <inkml:trace contextRef="#ctx0" brushRef="#br0" timeOffset="3">13457 13909 8912,'29'6'0,"0"0"0,-8-1 0,3-6 0,-6-5 0,-7 2 0,1-7 0,-7 7 0,7-2 0,-1 6 0,6 6 0,3 1 0,3 5 0,-2 9 0,7-4 0,-7 6 0,2 0 0,-4-2 0,-1 8 0,-9-3 0,-3 3 0,-4-2 0,-2-4 0,-2-4 0,-4 4 0,2-6 0,-7-6 0,-1-3 0,-5-8 0,0 0 0,5-4 0,1-7 0,7-3 0,-2-14 0,5-1 0,1-5 0,7-1 0,5 1 0,9-6 0,2 0 0,7-1 0,-1 7 0,3 2 0,3 3 0,-3 2 0,-3 4 0,4 10 0,-5-4 0,-1 5 0,2 1 0,-8 3 0,2 8 0,3 0 0,3 0 0,-10 6 0,-2 0 0,-5 7 0,-1-2 0,-3 5 0,-8 1 0,0 0 0,0 0 0,-13-5 0,-5-1 0,-5 1 0,1 5 0,2 0 0,-3 0 0,6 6 0,6 0 0,-3 8 0,9-3 0,-1-3 0,6-2 0,0 2 0,0-2 0,2 0 0,4-6 0,9-6 0,8 1 0,0-8 0,-6 1 0,2-8 0,4-3 0,-6-13 0,0 2 0,1-14 0,-7-3 0,-3-1 0,-3-5 0,-3 4 0,-2 1 0,-7 1 0,-5 0 0,-5 5 0,-6 0 0,2 8 0,-8-2 0,8 12 0,-2 5 0,4-3 0,10 7 0,3 0 0,12 8 0,5-1 0,12-5 0,6 0 0,11 0 0,4 0 0,8 0 0</inkml:trace>
  <inkml:trace contextRef="#ctx0" brushRef="#br0" timeOffset="4">14662 13755 8912,'0'11'0,"0"0"0,0-5 0,0 6 0,0-9 0,0 5 0,0-8 0,0 0 0,0 8 0,0 3 0,0 4 0,0 3 0,7 7 0,5 3 0,3 5 0,2 1 0,-1 8 0,-5 4 0,4-2 0,-3 2 0,-4-2 0,-3 1 0,-3 3 0,-2-8 0,0-1 0,0-11 0,-7 3 0,-5-8 0,-9 5 0,-2-5 0,0-2 0,6-9 0,-6-3 0,0-3 0,0-4 0,6 4 0,0-12 0,0-6 0,-1-5 0,1-6 0,-2-11 0,-4-12 0,4-4 0,-6-1 0</inkml:trace>
  <inkml:trace contextRef="#ctx0" brushRef="#br0" timeOffset="5">14472 13222 8912,'-17'-18'0,"0"1"0,0 2 0,0 3 0,-1 5 0,1 7 0,6 2 0,-1 3 0,1 13 0,-6 10 0,7 7 0,4 5 0,4 2 0,2 4 0,8-4 0,4-8 0,9-1 0,2-5 0,7-5 0,-1-11 0,3-5 0,3-7 0,-9 0 0,-3 0 0,-3-9 0,-3-9 0,-8 1 0,-3-6 0,-6-1 0,-6 1 0,-3-2 0,-8 2 0,-8 6 0,-4-1 0,2 3 0,-1 9 0,7 1 0,-2 5 0,5 7 0,7 5 0,3 5 0,8 6 0,10 2 0,7 3 0,16 5 0,10-6 0</inkml:trace>
  <inkml:trace contextRef="#ctx0" brushRef="#br0" timeOffset="6">15092 13978 8912,'-34'27'0,"-1"-4"0,1-6 0,-1-6 0,7-3 0,-1-8 0,8 0 0,4-2 0,11-4 0,14-3 0,9-8 0,2-2 0,10-4 0,-1 2 0,7-8 0,-3 6 0,-3-6 0,-2 6 0,-4-5 0,-4 7 0,4-2 0,-12-2 0,-5 2 0,-4 6 0,-2 5 0,-2 9 0,-4-3 0,-11 4 0,-12 2 0,-5 9 0,-6 9 0,3 14 0,-3 14 0,4 4 0,2 1 0,9 7 0,7-1 0,9 0 0,9-5 0,11-8 0,12-4 0,21-13 0,25-10 0,6-8 0,5-9 0,2-15-253,-7-8 1,7-23 0,-4-7 0</inkml:trace>
  <inkml:trace contextRef="#ctx0" brushRef="#br0" timeOffset="7">15763 13634 8912,'-23'0'0,"0"0"0,-2 0 0,2 0 0,-3 2 0,-9 4 0,1 5 0,-1 12 0,9 4 0,3 7 0,4 8 0,1 4 0,9 10 0,3 1 0,14 0 0,9-5 0,8-8 0,9-4 0,3-13 0,3-10 0,-2-8 0,8-9 0,0-2 0,5-3 0,-1-12 0,-4-12 0,2-6 0,-8-5 0,4-4 0,-10-7 0,-3-3 0,-14-3 0,0 4 0,1-5 0,-9-1 0,-3 2 0,-4-3 0,-2 3 0,0-4 0,0-8 0,-6 2 0,0 4 0,-5 12 0,5 11 0,0 11 0,6 12 0,0 21 0,0 19 0,0 15 0,0 25 0,-5 6 0,-1 11 0,-6 4-202,7-4 1,-1 2 201,6-2 0,0 8 0,0-7 0,2-3 0,4-15 0,3 0 0,8-11 0,2-1 0,4-16 0,2-7 0,4-16 0,2-5 0,-9-7 0,-1-9 0,-9-8 0,3-1 0,-5-6 0</inkml:trace>
  <inkml:trace contextRef="#ctx0" brushRef="#br0" timeOffset="8">16142 13669 8912,'-37'0'0,"-3"0"0,6 0 0,-1 0 0,3 0 0,9 0 0,0 0 0,6 0 0,7 0 0,12 0 0,15 0 0,18-2 0,16-4 0,14-4 0,10-7 0,7-8-268,-1-3 1,3-3 267,2 2 0,-8-1 0,-3 7 0,-5-8 0,-1 5 0</inkml:trace>
  <inkml:trace contextRef="#ctx0" brushRef="#br0" timeOffset="9">19067 13720 8912,'16'-11'0,"-3"-1"0,-4-1 0,-1-2 0,-4-3 0,4 7 0,-3-1 0,1 11 0,-6 1 0,0 22 0,0 19 0,2 14 0,2 8 0,2 6 0,-3 5 0,1 5 0,2 7 0,-4 5-245,4 1 1,-5-6 244,-1-6 0,-5-7 0,-3 1 0,0-7 0,1-10 0,-7-15 0,5-32 0,-8-12 0</inkml:trace>
  <inkml:trace contextRef="#ctx0" brushRef="#br0" timeOffset="10">18930 13669 8912,'-10'0'0,"4"-8"0,12-4 0,5-5 0,12-6 0,6 4 0,11-4 0,0 4 0,12 4 0,9 2 0,10 1 0,2 8 0,7-1 0,-9 18 0,-3 10 0,-14 9 0,-14 8 0,-13 4 0,-10 8 0,-17 7 0,-17 4 0,-16 4-205,-12 2 0,-5-2 205,-2-4 0,6-12 0,0-11 0,8-3 0,-2-3 0,11-9 0,6-8 0,12 0 0,3-17 0,8 0 0,0-7 0,0-10 0,14-8 0,3-4 0,12 2 205,-1-1 0,5 5-205,1-6 0,6 6 0,0-6 0,6 7 0,-5-7 0,-1 8 0,-6-2 0,1 2 0,-1-2 0,-5 4 0,-1-4 0,-7 4 0,2 2 0,-4 7 0,-1 4 0,-1 4 0,0 2 0,-2 4 0,-3 8 0,3 1 0,-3 16 0,-3 1 0,3 10 0,-3-3 0,3 3 0,-3-6 0,-3-5 0,-4 3 0,4-3 0,-5-4 0,-1-2 0,0-10 0,0-1 0,-1-9 0,-5 3 0,2-4 0,-7-2 0,7-2 0,-2-4 0,4-11 0,2-11 0,0 1 0,0-2 0,10 1 0,7-7 0,2-5 0,10 0 0,-1 0 0,7 5 0,5 7 0,0-1 0,8 8 0,-2-2 0,-4 6 0,-2 6 0,-4-3 0,-1 8 0,-9 1 0,-3 5 0,-11 0 0,-4 0 0,-10 7 0,-4 5 0,-9 5 0,-8 6 0,0 4 0,5 7 0,3 6 0,4 0 0,-3 0 0,9-5 0,-1-3 0,6-3 0,8 1 0,3-7 0,6-5 0,6-7 0,-2-7 0,8 2 0,0-14 0,5-9 0,-2-8 0,-3-9 0,-4-1 0,-8 1 0,-2-6 0,-3 0 0,-4 1 0,-8 11 0,-2-5 0,-4 5 0,-6-3 0,-10 2 0,1 6 0,-8 12 0,2-2 0,-2 7 0,5 0 0,6 6 0,9 2 0,3 4 0,6-2 0,6 7 0,9-1 0,8 1 0,8 2 0,-3-7 0,5 0 0,1-6 0,1 0 0,-1 0 0,-1 0 0,-5 0 0,3-6 0,-8 0 0,0 1 0,-6 5 0,0-8 0,-7-1 0,-3-1 0,-7-5 0,-5 15 0,-1 0 0,-2 9 0,2 14 0,5 4 0,-5 7 0,4 8 0,2 4 0,0 4 0,0 1 0,0 7 0,0-1 0,0 0 0,0-5 0,2 3 0,4-3 0,-5 3 0,5-9 0,-4-4 0,-2-2 0,-6 0 0,1-5 0,-9-12 0,5-16 0,-9-7 0</inkml:trace>
  <inkml:trace contextRef="#ctx0" brushRef="#br0" timeOffset="11">20668 13772 8912,'-18'-16'0,"1"3"0,2 2 0,3-3 0,-1-1 0,7-2 0,1 0 0,8 1 0,9 5 0,9 1 0,19 5 0,4 3 0,8-4 0,7 6 0,4 6 0,4 5 0,2 12 0,-8 4 0,-4 7 0,-11 2 0,-6 5 0,-17-3 0,-5 8 0,-17-1 0,-6 7 0,-16-6 0,-25 0 0,0-8 0,-11 2 0,3-6 0,2-5 0,10-4 0,8-8 0,7-7 0,10-5 0,7-3 0,3-2 0</inkml:trace>
  <inkml:trace contextRef="#ctx0" brushRef="#br0" timeOffset="12">21649 13737 8912,'-35'35'0,"-1"-9"0,-4-3 0,3-2 0,-3 2 0,4 4 0,3 7 0,5 1 0,5-1 0,11 1 0,6-1 0,8-2 0,10-3 0,1-4 0,16-8 0,-6-5 0,6-1 0,-1-7 0,7 2 0,-7-12 0,1-6 0,-6-5 0,6-6 0,-8 2 0,2-7 0,-12-1 0,-5-5 0,-4-1 0,-2 1 0,-8-1 0,-3 1 0,-7 5 0,-5 1 0,4 7 0,-4-2 0,0 4 0,6 2 0,-4 7 0,10 4 0,3-3 0,0 7 0,24-6 0,7 8 0,23 0 0,7 0 0</inkml:trace>
  <inkml:trace contextRef="#ctx0" brushRef="#br0" timeOffset="13">22302 13565 8912,'-17'-9'0,"-2"-1"0,-4 5 0,0 3 0,-11-4 0,3 6 0,-9 6 0,4 5 0,1 4 0,3 8 0,3 0 0,6 8 0,12-3 0,-3-1 0,9 2 0,7-6 0,9 5 0,6-7 0,6 2 0,2-4 0,4-1 0,3-3 0,-3-4 0,-2 5 0,1-5 0,-1 4 0,2 3 0,-4-7 0,-8 1 0,-2-1 0,-3 6 0,1 0 0,-7 1 0,-1 5 0,-5-1 0,-7 1 0,-5-5 0,-9-1 0,-2 0 0,-7 6 0,1 0 0,-3 0 0,-3-6 0,6-2 0,1-3 0,7-5 0,-4-7 0,15-7 0,5-5 0,10-11 0,13-11 0,8-10 0</inkml:trace>
  <inkml:trace contextRef="#ctx0" brushRef="#br0" timeOffset="14">22819 13634 8912,'-18'0'0,"1"0"0,0 0 0,-8 0 0,-3 0 0,-13 2 0,-3 6 0,-1 7 0,-1 6 0,7 11 0,-1 3 0,12 1 0,5 10 0,11-6 0,6 6 0,6-10 0,6-1 0,9-3 0,8-9 0,8-2 0,-2-9 0,3-5 0,3-7 0,-7-7 0,1-5 0,-6-5 0,6-6 0,-8-4 0,2-7 0,-4-1 0,-2 1 0,-6-6 0,1 0 0,-8-8 0,1 2 0,-3 2 0,-2-2 0,0 8 0,0-2 0,0 11 0,-2 7 0,-3 10 0,1 6 0,-8 12 0,9 13 0,-3 16 0,4 1 0,2 10 0,2 0 0,4 5 0,3-1 0,8-4 0,2 1 0,4-6 0,-2-3 0,8-10 0,-6-10 0,6-13 0,-1-5 0,7-5 0,-7-9 0,1-14 0,-6-3 0,6-15 0,-8 0 0,2-5 0,-4-1 0,-2 1 0,0-3 0,0-3 0,1-12-187,-1-11 1,-6-4 186,1-2 0,-1 2 0,7 3 0,-1 13 0,0 10 0,0 20 0,-7 13 0,-3 27 0,-7 15 0,0 16 0,0 13 0,0 13 0,0 10 0,0 3-205,0 14 0,0-9 205,0 9 0,0-12 0,0 1 0,2-5 0,4-1 0,4-10 178,7-7 1,0-4-179,0-14 0,6 0 0,0-16 0,8-5 0,-3-13 0,-1-13 0,2-5 0,0-12 0,5-4 0,-5-1 213,-1-5 0,-7-2-213,2 2 0,0-8 0,-6 2 0,4 2 0,-9-2 0,-3 3 0,3-3 0,-8-2 0,2 8 0,-5 7 0,-2 10 0,-5 12 0,-4 11 0,-7 11 0,2 18 0,3 5 0,-1 7 0,7-1 0,0-2 0,6 8 0,2-8 0,4 2 0,4-4 0,7-1 0,6 3 0,0-4 0,7 5 0,-1-11 0,-4-3 0,-2-2 0,-12 2 0,-5-2 0,-6 0 0,-6-6 0,-7-6 0,-16 1 0,-7-1 0,-16 6 0,1-5 0,-1-1 0,0-7 0,1 2 0,7-8 0,4-9 0,-4-16 0,0-17 0</inkml:trace>
  <inkml:trace contextRef="#ctx0" brushRef="#br0" timeOffset="15">26037 13703 8912,'15'-12'0,"-4"1"0,3 5 0,-8-5 0,-3-3 0,-1-1 0,-2-4 0,0-4 0,-7 2 0,-5-6 0,-5 3 0,-6 3 0,2 1 0,-6 3 0,1 2 0,-1 3 0,4 5 0,-4 7 0,0 4 0,0 7 0,-1 10 0,-5 19 0,5 8 0,5 7 0,4 1 0,1 7 0,3 0 0,2 4 0,3-6 0,2-10 0,5-7 0,8-9 0,5-8 0,7-5 0,8-12 0,4-10 0,3-11 0,3-18 0,7-9 0,4-20 0,1 3 0,-1-8 0,2 0-221,-8-6 1,0-5 220,-5-1 0,-10-5 0,-8 5 0,-8-5 0,-9 6 0,-2 3 0,-3 14 0,-5 9 0,-7 19 0,6 12 0,-1 11 0,8 4 0,-3 12 0,7 7 0,0 12 0,0 17 0,1 1 0,5 16 0,4-1 0,7 1 0,-2 2 0,-3-8 0,3 6 0,-3-6 0,3 1 0,2-7 0,0-7 220,0-4 1,-5-11-221,-1-6 0,1-4 0,5-10 0,0-3 0,0-12 0,1-5 0,-1-10 0,0-2 0,6-8 0,0 3 0,-2-10 0,-9-3 0,1 3 0,-7 10 0,5-5 0,-5 4 0,0 5 0,-6 1 0,0 4 0,0 1 0,0 9 0,0 1 0,0 31 0,0-8 0,0 20 0,1-5 0,5 5 0,-2-3 0,8-3 0,-7 1 0,7-7 0,-1 0 0,6-5 0,1-3 0,-1-4 0,0 3 0,0-9 0,2-1 0,4-10 0,-2-3 0,8-8 0,-8-2 0,2-4 0,-4-2 0,-2-4 0,-1-1 0,-5 7 0,-3-2 0,-8 2 0,2 6 0,3 0 0,-3-1 0,6 16 0,-8-3 0,0 10 0,2 7 0,4 11 0,3-2 0,8 8 0,8-8 0,4 1 0,3-2 0,3-3 0,1 0 0,4 0 0,-3-7 0,3-5 0,2-3 0,-2-2 0,0-9 0,-5-8 0,-9-1 0,-3-5 0,-11 4 0,-6 2 0,-5 0 0,-1 0 0,-7-4 0,-5 4 0,-9-4 0,-2 9 0,-7 4 0,1 3 0,-2-3 0,3 2 0,-3 3 0,8 8 0,-2 5 0,2 7 0,6 0 0,0 0 0,2 8 0,9 4 0,0-2 0,6 1 0,10-1 0,7 2 0,8 1 0,9-7 0,16 0 0,7-6 0,10-7 0,8-4 0,5-6-325,12-6 1,-2-13 324,-41 2 0,-1-1 0,44-14 0,-43 10 0,0-2 0,0-3 0,1-1 0,1-4 0,-1 1 0</inkml:trace>
  <inkml:trace contextRef="#ctx0" brushRef="#br0" timeOffset="16">29272 12757 8912,'-27'0'0,"-5"-7"0,3-5 0,4-3 0,2 0 0,4 3 0,2 5 0,0 7 0,7 15 0,4 8 0,-1 17 0,1 11 0,0 9 0,6 8 0,0 3-217,0 4 1,0 9 216,0 7 0,8-1 0,3-10 0,-1-3 0,1-8 0,-1-14 0,1-3 0,3-14 0,-8-4 0,-1-15 0,-12-19 0,-3-9 0,-7-8 0</inkml:trace>
  <inkml:trace contextRef="#ctx0" brushRef="#br0" timeOffset="17">28738 13290 8912,'-17'-7'0,"0"-3"0,0-7 0,0 7 0,-1 3 0</inkml:trace>
  <inkml:trace contextRef="#ctx0" brushRef="#br0" timeOffset="18">28670 13222 8912,'17'-8'0,"0"6"0,8-13 0,11 5 0,16-7 0,15-4 0,13 4 0,10-4 0,2 9 0,0 5 0,-8 1 0,-8 4 0,-13 2 0,-13-8 0,-21-3 0,3-4 0,-5-3 0</inkml:trace>
  <inkml:trace contextRef="#ctx0" brushRef="#br0" timeOffset="19">29719 13204 8912,'-34'19'0,"0"4"0,-1-11 0,6-1 0,1 6 0,1-1 0,-2 12 0,4-5 0,8 6 0,8 0 0,3 5 0,4 0 0,2 1 0,4-8 0,7-5 0,3-8 0,14-3 0,1-7 0,6 2 0,-1-12 0,0-5 0,1-7 0,-1-4 0,-1-3 0,-5-4 0,-3-3 0,-8 3 0,-1-5 0,-5-7 0,-3 7 0,-8 0 0,-2-1 0,-4 7 0,-3 3 0,-9 2 0,1 6 0,0 5 0,-6-1 0,0 7 0,0 0 0,6 6 0,0 8 0,7 2 0,3 7 0</inkml:trace>
  <inkml:trace contextRef="#ctx0" brushRef="#br0" timeOffset="20">30494 13445 8912,'15'-10'0,"-3"-5"0,-7-8 0,-3-3 0,-4-1 0,-3-2 0,-13-1 0,-10 7 0,-7-6 0,-3 8 0,-2 4 0,2 3 0,1 11 0,3-3 0,-1 12 0,3 7 0,1 8 0,3 8 0,7 5 0,-2 6 0,4-2 0,1 8 0,7-8 0,-1 3 0,9-7 0,-3-5 0,4-3 0,2-3 0,2-9 0,4 3 0,3-11 0,8-1 0,8-10 0,4-7 0,3-11 0,3-6 0,-1-5 0,1-6 0,-1 2 0,0-8 0,1 0 0,-1-6 0,-5-1 0,0-4 0,-8-4 0,2-8 0,-6 0 0,-6 0 0,3 8 0,-9 4 0,1 13 0,-6 9 0,0 9 0,-2 18 0,-3 8 0,1 10 0,-8 13 0,1 11 0,-6 12 0,-1 9 0,1 3 0,8 6 0,3 0 0,6-3 0,6 2 0,7-8 0,16 2 0,9 1 0,19-7 0,6-5-151,12-17 0,-4-6 151,3-12 0,-13-5 0,-9-12 0,-8-3 0,-10-12 0,1 3 0,-1 5 0</inkml:trace>
  <inkml:trace contextRef="#ctx0" brushRef="#br0" timeOffset="21">31148 13256 8912,'0'-25'0,"-8"-5"0,-3-5 0,-7-3 0,-5 9 0,4 4 0,-4 3 0,2 4 0,-2 7 0,4 3 0,-4 12 0,4 6 0,2 7 0,0 19 0,0 4 0,5 8 0,1 4 0,7-1 0,-2 1 0,4-3 0,2-3 0,0-4 0,0-7 0,8-9 0,3-3 0,6-6 0,6-5 0,-3-6 0,2-12 0,3-4 0,-2-7 0,8-8 0,-4-3 0,-1-5 0,-3-1 0,2-1 0,-2 1 0,0 0 0,-6-1 0,1-1 0,-1-4 0,-6 4 0,1-5 0,-3 11 0,3 1 0,-5 14 0,-7-2 0,0 11 0,0 0 0,0 12 0,0 6 0,0 10 0,-5 5 0,-1 8 0,0-7 0,6 1 0,0-6 0,0 5 0,6-7 0,0 2 0,7-9 0,-2-3 0,5-7 0,1 2 0,2-4 0,2-2 0,4-2 0,2-4 0,-4-4 0,5-7 0,-5-6 0,6 0 0,-8 1 0,2 4 0,-6 7 0,-5-1 0,3 9 0,-4-3 0,-3 4 0,0 10 0,-8 3 0,0-1 0,0 1 0,0-7 0,7 11 0,3-13 0,7 4 0,0-10 0,1-2 0,5-7 0,-1 1 0,0-3 0,-11-2 0,2 0 0,-7 0 0,6-1 0,-7 1 0,1 0 0,-6 7 0,-2 5 0,-4 10 0,3 15 0,-7 16 0,0 15 0,1 16 0,3 12 0,-5 12 0,1 5-239,5-45 1,-1 1-1,-2 4 1,0 1 238,3 3 0,-1 0 0,-2 0 0,-1 0 0,-3 4 0,1-2 0,1-4 0,1-3 0,-2-2 0,-1-3 0,-15 36-139,-2-17 1,-5-8 138,-6-9 0,3-10 0,-3-8 0,-4-7 0,0-12 0,-2-5 0,0-10 0,14-12 0,-2-16 0,12-9 0,5-14 0,2-8 0,9-4 0,0-2 0,6 2 0,8-4 0,4 4 0,5-6 288,6-6 0,5 5-288,13-5 0,3 12 0,7 6 0,1 3 0,-1 3 0,-1 13 0,-4 3 0,-4 12 0,-7 0 0,-1 12 0,0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357"/>
    </inkml:context>
    <inkml:brush xml:id="br0">
      <inkml:brushProperty name="width" value="0.05292" units="cm"/>
      <inkml:brushProperty name="height" value="0.05292" units="cm"/>
      <inkml:brushProperty name="color" value="#FF0000"/>
    </inkml:brush>
  </inkml:definitions>
  <inkml:trace contextRef="#ctx0" brushRef="#br0">7296 12912 8912,'0'12'0,"-1"-3"0,-5-1 0,4-3 0,-6-5 0,8 0 0,0-7 0,0 3 0,0-7 0,-2 7 0,-3-2 0,3 4 0,-14 2 0,7 0 0,-3 0 0,1 0 0,7 0 0,-5 0 0,3 0 0,4 0 0,-6 0 0,8 0 0,0-2 0,0-4 0,-2 4 0,-3-3 0,3-5 0,-6 8 0,8-13 0,-2 13 0,-4-4 0,4 4 0,-5 2 0,7-7 0,-8 5 0,6-6 0,-5 8 0,7 0 0,0 0 0,2 6 0,3 0 0,5 7 0,7-1 0,0 3 0,2 2 0,4 0 0,-2 6 0,8 0 0,0 0 0,5-6 0,2 6 0,5 0 0,3 0 0,7-6 0,7-5 0,-1-1 0,8-7 0,-2 2 0,4-4 0,0-4 0,-2-4 0,-2-6 0,-6-3 0,6-2 0,-5 0 0,5 0 0,-2-6 0,2 0 0,4-2-127,-4 2 1,4-2 126,2-4 0,-8-3 0,-3 3 0,-5-3 0,-1-2 0,-1-3 0,1-3 0,-2 4 0,-4-4 0,3-2 0,-3 2 0,2-8 0,-2 2 0,2-2 0,-8 2 0,6-3 0,-6 3 0,4-10 0,-10-1 0,4-8 0,-11 2 0,0-4 0,2 4 0,-8-4 0,-4-5 0,-2-7 0,-3-1 0</inkml:trace>
  <inkml:trace contextRef="#ctx0" brushRef="#br0" timeOffset="1">9688 11709 8912,'20'-81'0,"3"1"0,-4 7-362,6-3 1,-8 2 361,0-1 0,-7-1 0,-5 1 0,-3-1 0,-2-5 0,-7-1 0,-5 8 0,-9-1 0,-2 7 0,-6-1 0,6 0 0,0 23 0,6 6 0</inkml:trace>
  <inkml:trace contextRef="#ctx0" brushRef="#br0" timeOffset="2">9620 10281 8912,'-18'-59'0,"1"6"0,0-5 0,-6 7 0,0 5 0,0-2 0,6 6 0,0-2 0,0-3 0,-6 3 0,0-2 0,-8 6 0,2-6 0,-3 8 0,-3-3 0,-7-1 0,-3 2 0,1 2 0,-2 9 0,0-1 0,-6 7 0,-3 0 0,3 6 0,-1 2 0,12 3 0,-6-1 0,1 7 0,2-5 0,-2 5 0,0 0 0,-6 6 0,-5 0 0,0 0 0,-7 8 0,7 3 0,-6 4 0,6 3 0,-1-1 0,7 0 0,-7 6 0,1 0 0,-8 2 0,2-2 0,2 3-154,-2 9 1,-1 1 153,-4 4 0,6-2 0,5 8 0,4-6 0,1 6 0,0-2 0,3 2 0,3-6 0,6-4 0,3-1 0,3-1 0,-4-1 0,3-5 0,-3 5 0,9-5 0,2 1 0,-1 6 0,7-11 0,-2 11 0,0 1 0,2 4 0,0-2 0,-2-1 0</inkml:trace>
  <inkml:trace contextRef="#ctx0" brushRef="#br0" timeOffset="3">6763 10367 8912,'-17'42'0,"0"1"0,-1 2 0,3 3 0,4-8 0,-5 8 0,5-2 0,-3 2 0,1-1 0,4-1 0,1 2 0,-4-4 0,7 2 0,-9-16 0,5 3 0</inkml:trace>
  <inkml:trace contextRef="#ctx0" brushRef="#br0" timeOffset="4">6591 11107 8912,'0'44'0,"0"5"0,0-5 0,0 6 0,0-4 0,0 2 0,0-8 0,6 7 0,1-3 0,1 2 0,0 0 0,3-6 0,-5 6 0,5 6 0,-5 5 0,5 0 0,-5-5 0,8-1 0,-3 1 0,4 0 0,3-1 0,-7-1 0,1-4 0,-1 1 0,6-6 0,-3 4 0,3-4 0,-10 1 0,11-2 0,-5-4 0,4 4 0,0-4 0,1-1 0,-7-7 0,1 1 0,-1-6 0,6 6 0,2-6 0,4 5 0,-4-7 0,4 2 0,-2-4 0,2-2 0,-3 3 0,2 2 0,0-2 0,0 3 0,-2-4 0,3-2 0,1 0 0,-1 0 0,2 0 0,-2 1 0,-4-7 0,4 1 0,-4-1 0,-1 6 0,1-5 0,4-1 0,-8-5 0,8 5 0,-12-7 0,12 2 0,-13 1 0,7-1 0,-2-2 0,1 6 0,1-9 0,-8 7 0,7-8 0,-14 2 0,3 4 0,-3-4 0,0 5 0,4-7 0,-4 0 0,5 0 0,-7 8 0,0-6 0,0 6 0</inkml:trace>
  <inkml:trace contextRef="#ctx0" brushRef="#br0" timeOffset="5">7623 13222 8912,'0'0'0</inkml:trace>
  <inkml:trace contextRef="#ctx0" brushRef="#br0" timeOffset="6">7623 13222 8912,'0'0'0</inkml:trace>
  <inkml:trace contextRef="#ctx0" brushRef="#br0" timeOffset="7">7623 13239 8912,'-3'36'0,"-9"4"0,-7-4 0,-23 6 0,-2-7 0</inkml:trace>
  <inkml:trace contextRef="#ctx0" brushRef="#br0" timeOffset="8">981 5657 8912,'9'-8'0,"5"-2"0,-8-7 0,1 2 0,-3 2 0,2 1 0,1 10 0,-3 2 0,2 10 0,2 18 0,-3 7 0,-3 12 0,6 5 0,-2 9 0,-1 6 0,3 8 0,-2-1 0,-4 1 0,3-7 0,3 5 0,-2-6 0,-2-12 0,5-9 0,1-12 0</inkml:trace>
  <inkml:trace contextRef="#ctx0" brushRef="#br0" timeOffset="9">860 7135 8912,'-5'-17'0,"-1"0"0,2 0 0,2-1 0,2 1 0,2 6 0,4-1 0,11 3 0,12-3 0,3 7 0,3 3 0,-1 2 0,1 0 0,-7 3 0,1 9 0,-10 5 0,-2 12 0,-7 9 0,-10-4 0,-8 10 0,-3-4 0,-3 1 0,3 1 0,-5-6 0,5 4 0,3-8 0,3 3 0,3-12 0,2 5 0,2-7 0,3-3 0,13-9 0,10-3 0,12-6 0,6-6 0,10-9 0,1-8 0,0-8 0,-5-3 0,0-10 0</inkml:trace>
  <inkml:trace contextRef="#ctx0" brushRef="#br0" timeOffset="10">740 8562 8912,'-17'-7'0,"1"-5"0,5-3 0,5 0 0,12 3 0,0 4 0,9 8 0,4-1 0,0-5 0,6 4 0,0-4 0,0 4 0,0 2 0,-2 0 0,-6 0 0,4 2 0,-4 4 0,2 3 0,-13 9 0,-2 1 0,-2 4 0,-6 3 0,-8 9 0,-1-1 0,-16 1 0,3-1 0,-3 0 0,4 6 0,8 1 0,0-7 0,-1-5 0,9-3 0,3 3 0,4-4 0,2-8 0,2-2 0,4-3 0,3-5 0,9-7 0,5 6 0,-1 0 0,9 0 0,-2-6 0,3 0 0,3 0 0,-3 0 0,-3 0 0,0 2 0,-12 3 0,2 7 0,-13 11 0,-1-2 0,-5 7 0,-7-1 0,-5 2 0,-3 3 0,-2-3 0,0 9 0,-1 2 0,1 0 0,-8-5 0,-2-1 0</inkml:trace>
  <inkml:trace contextRef="#ctx0" brushRef="#br0" timeOffset="11">878 10041 8912,'-6'-17'0,"0"-1"0,-5 7 0,5-1 0,0 1 0,-1 1 0,3 5 0,-8 12 0,-1 11 0,-2 8 0,-3 9 0,1 5 0,0 0 0,0 12 0,1-5 0,5 11 0,-2-7 0,7-3 0,2-2 0,2 2 0,2-6 0,0-2 0,0-12 0,0-5 0,8-6 0,5-5 0,8-6 0,8-4 0,5-10 0,6-4 0,3-10 0,2-7 0,5-4 0,-4-1 0,2 0 0,-2-1 0,2 7 0,-8-1 0,-8 6 0,-9-6 0,-4 1 0,-2-7 0</inkml:trace>
  <inkml:trace contextRef="#ctx0" brushRef="#br0" timeOffset="12">912 10161 8912,'-17'0'0,"0"0"0,-1 2 0,1 4 0,6 3 0,-1 9 0,8 8 0,-1 9 0,3 11 0,2 17 0,2 7 0,3 16 0,-1 0-274,8 0 0,-3 2 274,3 4 0,3-1 0,-3 1 0,-5-8 0,8-15 0,-5 0 0</inkml:trace>
  <inkml:trace contextRef="#ctx0" brushRef="#br0" timeOffset="13">723 11468 8912,'-10'-12'0,"3"3"0,1-1 0,0 1 0,-2 3 0,3-5 0,3 5 0,-6-4 0,0 3 0,7 1 0,-9 8 0,4 4 0,4 3 0,-3 8 0,3 6 0,2 4 0,0 3 0,0 7 0,2 9 0,3-1 0,5 7 0,7 5 0,2-1 0,4 7 0,-2-8 0,8 3 0,-8-13 0,2-5 0,-4-3 0,-2-3 0,-1-7 0,-5-4 0,4-4 0,-13-2 0,-2-2 0,-11-3 0,-10-3 0,-2-3 0,-8-4 0,2 4 0,3-4 0,-3-2 0,6-8 0,-6-3 0,1-20 0,-7-5 0</inkml:trace>
  <inkml:trace contextRef="#ctx0" brushRef="#br0" timeOffset="14">465 11674 8912,'-8'-17'0,"-3"0"0,3 0 0,2-1 0,14-1 0,9-4 0,15 2 0,16-7 0,10-3 0,10-1 0,9-1 0,9 5 0,2-3-445,4 8 0,-2 2 445,-42 15 0,1 1 0,39-9 0,-2 8 0,-15 1 0,-12 12 0,-7 3 0</inkml:trace>
  <inkml:trace contextRef="#ctx0" brushRef="#br0" timeOffset="15">843 12723 8912,'-7'-17'0,"-5"1"0,-3 5 0,0 7 0,1 10 0,3 11 0,-3 10 0,-1 15 0,-2 9 0,1 11 0,5 4 0,3 11 0,8 5 0,0 8 0,0 7 0,2-5 0,4-8 0,7-13 0,8-12 0,0-21 0,6-11 0,-2-12 0,-4-9 0,4-12 0,-2-7 0,-2-8 0,-2-8 0,-9-3 0,-5-3 0,-3 1 0,-2-1 0,-2 3 0,-3 3 0,-7 6 0,-3 4 0,-8 4 0,0 4 0,-8 5 0,3 12 0,-5 11 0,-1 11 0,7 12 0,-6 4 0,7 8 0</inkml:trace>
  <inkml:trace contextRef="#ctx0" brushRef="#br0" timeOffset="16">688 14270 8912,'-32'2'0,"3"2"0,4 2 0,2-2 0,0-2 0,2-2 0,10 0 0,3 0 0,24 0 0,1 0 0,13 0 0,1 0 0,5 0 0,1-6 0,9 0 0,-6-5 0,6 5 0,-6 0 0,4 6 0,-2 0 0,-4 0 0,-4 0 0,-5 0 0,2 10 0,-8 7 0,-2 10 0,-10 13 0,-3 6 0,-8 11 0,-8-2 0,-3 8 0,-5 0 0,-1 6 0,2-8 0,3-3 0,-1-11 0,7-1 0,-5-10 0,5-1 0,0-8 0,4-18 0,-3-3 0,-5-4 0,-7-2 0</inkml:trace>
  <inkml:trace contextRef="#ctx0" brushRef="#br0" timeOffset="17">826 14683 8912,'-15'-2'0,"3"-4"0,-3 4 0,13-5 0,-6 7 0,18 0 0,7 0 0,10-8 0,13-3 0,14-7 0,14-4 0,9-5 0,9-8 0,0 3-214,0 3 0,-8 6 214,-3 12 0,-12 3 0,-4 8 0</inkml:trace>
  <inkml:trace contextRef="#ctx0" brushRef="#br0" timeOffset="18">964 15869 8912,'-18'-17'0,"-4"0"0,-1 0 0,2-1 0,1 1 0,9 0 0,-1 2 0,1 1 0,1 3 0,-5 5 0,4-5 0,3 7 0,-7-4 0,5 10 0,-1 6 0,-1 9 0,1 2 0,-6 10 0,1 1 0,5 3 0,-3 3 0,9 4 0,-1-3 0,6 3 0,0 2 0,0 0 0,2 0 0,4 0 0,3-2 0,8-6 0,1-1 0,-1-5 0,6 3 0,0-8 0,0 0 0,-6-6 0,0 0 0,0 0 0,-7 1 0,3-1 0,-9-2 0,-6-3 0,-6-5 0,-9-7 0,6 0 0,-1 0 0,1-4 0,-6-7 0,5-2 0,1-16 0,7-5 0,-2-7 0,8-12 0,9 1 0,5-9 0,18 4 0,-1-6-206,13 6 0,9-6 206,14 5 0,0 3 0,5 9 0,-3 12 0,-2-1 0,-4 12 0,-8 10 0,-7 7 0</inkml:trace>
  <inkml:trace contextRef="#ctx0" brushRef="#br0" timeOffset="19">895 17382 8912,'0'-17'0,"-8"6"0,-3 1 0,-5 2 0,-1 5 0,0 1 0,0 6 0,-2 5 0,-4 12 0,-6 10 0,2 3 0,1 16 0,1 3 0,4 1 0,2-1 0,3-1 0,5-3 0,5-3 0,12-9 0,5-13 0,6-5 0,6-9 0,4-14 0,8-9 0,1-10 0,4-11 0,-9-1 0,3-5 0,-9 4 0,4 1 0,-8 7 0,2 3 0,-4 4 0,-2 6 0,0 13 0,0 7 0,-5 22 0,-1 25 0,-5 16 0,5 18 0,-7 10-259,-1-42 0,0 1 0,1 2 1,0 0 258,-2 7 0,1-1 0,3-6 0,0 0 0,-3 1 0,0-1 0,3-7 0,1-1-161,4 43 1,3-6 160,-3-6 0,3-4 0,-9-7 0,-1-1 0</inkml:trace>
  <inkml:trace contextRef="#ctx0" brushRef="#br0" timeOffset="20">26002 4694 8912,'16'-2'0,"-5"-4"0,-3 4 0,-8-5 0,0 16 0,0 8 0,0 10 0,0 6 0,5 9 0,3 3 0,0 7 0,-1 5 0,7 4 0,-3 8 0,-1 2 0,1 3 0,1 5 0,-3-1 0,7 6 0,-7-6 0</inkml:trace>
  <inkml:trace contextRef="#ctx0" brushRef="#br0" timeOffset="21">26002 7118 8912,'10'-17'0,"-1"0"0,-3-1 0,6 3 0,3 4 0,-4-3 0,1 9 0,1 3 0,1 5 0,-1 9 0,-1 3 0,-7 2 0,7 1 0,-7 6 0,5 5 0,-2 4 0,-5 1 0,-1 0 0,-2 1 0,0 5 0,0 0 0,-7 2 0,-5-2 0,-3 2 0,-2 4 0,5-4 0,1-8 0,7-7 0,-2-4 0,14-6 0,9-5 0,18-7 0,16-10 0,3-7 0,9-11 0,0 2 0,6-7-344,-8 7 0,-9-12 0,-10 6 0</inkml:trace>
  <inkml:trace contextRef="#ctx0" brushRef="#br0" timeOffset="22">25830 9198 8912,'-7'-11'0,"-5"1"0,-1 1 0,-1-1 0,3-3 0,9-2 0,2-3 0,15 1 0,14 0 0,3 2 0,3 3 0,1-1 0,4 7 0,-3 0 0,1 8 0,-8 4 0,-7 6 0,-5 10 0,-7 7 0,-11 13 0,-11 10 0,-12-1 0,-6 7 0,-3 1 0,-3-2 0,3-5 0,3-6 0,0-8 0,12 2 0,-4-11 0,10-7 0,3-2 0,2-3 0,8-8 0,10-3 0,9-12 0,19-5 0,6-6 0,11-6 0,10 2 0,7-8 0,7 2-168,-7-1 1,1 3 167,-6 8 0,-18 7 0,-10 4 0,-15 20 0,-14 9 0,-7 17 0,-10 11 0,-14 9 0,-16 8 0,-7 3-289,-9 4 1,-9-5 288,29-32 0,-1-1 0,-27 28 0,2-2 0,5-8-143,6 2 0,-4 3 143,4-3 0,4-7 0,0-3 0,8-3 0,-1 6 0,1 5 0</inkml:trace>
  <inkml:trace contextRef="#ctx0" brushRef="#br0" timeOffset="23">25882 11296 8912,'-17'0'0,"-1"0"0,1 0 0,0 0 0,0 9 0,0 9 0,-1 10 0,1 11 0,0 4 0,0 9 0,0 0 0,-1-1 0,7 6 0,-1 1 0,9 5 0,-3-6 0,4-3 0,2-7 0,6-6 0,-1-13 0,11-5 0,1-11 0,2-5 0,10-7 0,-1-7 0,7-7 0,1-7 0,4-7 0,-1-5 0,6-1 0,1-1 0,6 1 0,-2-1 0,-4 1 0,-12 5 0,-11 1 0,-12 7 0,-3-12 0,-8 7 0</inkml:trace>
  <inkml:trace contextRef="#ctx0" brushRef="#br0" timeOffset="24">25899 11640 8912,'-11'11'0,"-1"1"0,3-1 0,-3 6 0,-1 8 0,7 4 0,0 13 0,6 9 0,0 12 0,0 18 0,8 1-270,-3-34 0,1 1 0,5 3 1,1 1 269,2 4 0,1 1 0,-2-1 0,1 1 0,0 2 0,0 0-308,-3-9 1,-1-1 0,3 5-1,-1-1 1,6 32 0</inkml:trace>
  <inkml:trace contextRef="#ctx0" brushRef="#br0" timeOffset="25">25744 13858 8912,'-25'11'0,"-1"-1"0,-1-1 0,4-1 0,4 1 0,0 3 0,-4 7 0,5 0 0,-1 10 0,8 3 0,3 6 0,2-1 0,6 3 0,0-4 0,0-1 0,8-1 0,4 0 0,3-5 0,4-2 0,2-2 0,2-4 0,0-2 0,-6-2 0,2 4 0,4-4 0,-4 4 0,4-9 0,-4 9 0,-1 1 0,-1 1 0,0-5 0,-6 5 0,1-1 0,-8 9 0,2-2 0,1 1 0,-1-1 0,-2 3 0,-10-3 0,2-4 0,-7-2 0,-1-6 0,-5-6 0,0-3 0,0-16 0,-1-1 0</inkml:trace>
  <inkml:trace contextRef="#ctx0" brushRef="#br0" timeOffset="26">25572 14253 8912,'6'-17'0,"0"0"0,-1 0 0,3-1 0,-4 1 0,7 0 0,3-8 0,9-4 0,0-3 0,11-2 0,-2-1 0,14 1 0,0 1 0,6 5 0,-8 3 0,-2 15 0,-8 3 0</inkml:trace>
  <inkml:trace contextRef="#ctx0" brushRef="#br0" timeOffset="27">25830 15577 8912,'-17'8'0,"0"3"0,-2 4 0,-2 3 0,-2-1 0,2 2 0,3 4 0,7 5 0,-2 7 0,7 7 0,4 8 0,6 5 0,7 12 0,12 0 0,6 5 0,3 1 0,-3-12 0,0-9 0,-1-12 0,-1-10 0,4-13 0,-8-11 0,-2-6 0,-10-6 0,3-7 0,-9-16 0,1-1 0,-6-14 0,0 0 0,0 0 0,-8 6 0,-3-2 0,-4 9 0,-3 2 0,-1 16 0,-4 2 0,2 7 0,-7 4 0,5 17 0,-6 12 0,8 11 0,-2 11 0,4 1 0,-6 7 0,-2 2 0</inkml:trace>
  <inkml:trace contextRef="#ctx0" brushRef="#br0" timeOffset="28">25744 17657 8912,'-2'18'0,"-2"-1"0,-3-2 0,-3-2 0,-1-1 0,-1-1 0,1-1 0,9-2 0,2-8 0,9-2 0,14-4 0,6-6 0,4-3 0,9-2 0,4 0 0,5 0 0,7-1 0,-3 9 0,8 3 0,-7 12 0,1 5 0,-5 14 0,-7 9 0,-3 14 0,-9 13 0,-6 6 0,-10 10 0,-7 5 0,-10 4 0,0 4-196,0-4 0,0-4 196,0-14 0,-6-8 0,0-9 0,-2-3 0,3-14 0,3-3 0,-14-22 0,7-1 0,-8-8 0</inkml:trace>
  <inkml:trace contextRef="#ctx0" brushRef="#br0" timeOffset="29">26157 18225 8912,'0'42'0,"-2"-8"0,-3 1 0,-3-14 0,-4-10 0,26-15 0,14-2 0,24-24 0,5-16 0,10-11 0,-30 23 0,1-1 0,1 0 0,0 1-191,4 0 0,0-1 1,1 1-1,0 0 191,2-1 0,0 1 0,1 3 0,2 1 0,2 1 0,1 0 0,-4 2 0,0 1 0,-2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38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12425 3989 8912,'0'9'0,"0"-1"0,0-8 0,-2 0 0,-4 0 0,-5 0 0,3 0 0,-2 0 0,5 0 0,3 0 0,-8 0 0,4 0 0,4 0 0,-5 0 0,7-2 0,0-4 0,0 3 0,0-9 0,0 1 0,2-7 0,3 1 0,3 0 0,4 0 0,3-6 0,-4 0 0,5 0 0,1 4 0,2-4 0,4-6 0,2 3 0,3-3 0,5 6 0,-4-6 0,3 8 0,3-2 0,1 4 0,4 2 0,-2 0 0,8 0 0,0 2 0,6 3 0,-1-1 0,-1 5 0,-2 0 0,-2 1 0,0-7 0,5 3 0,-5-4 0,0-3 0,0 1 0,6 0 0,1 0 0,4 0 0,3-6 0,3 0 0,9-2-115,-3 2 0,2 6 115,-8 0 0,-5 1 0,-13 11 0,3-1 0,-8 6 0,-1 2 0,-3 4 0,4-3 0,0 9 0,0-8 0,-5 1 0,-3 3 0,-3-2 0,2 0 0,-8-6 0,-1 5 230,-4 1-230,-1 0 0,-6-6 0,1 0 0,-8 0 0,3 0 0,-7 0 0,0 0 0,-7 0 0,5 0 0,-6 0 0,6 0 0,-4 0 0,5-8 0,-7-1 0</inkml:trace>
  <inkml:trace contextRef="#ctx0" brushRef="#br0" timeOffset="1">14421 2802 8912,'-17'0'0,"-1"0"0,9 0 0,1 0 0,10 0 0,4 0 0,5 0 0,12 2 0,6 4 0,3 4 0,3 7 0,1 0 0,4 0 0,-3 8 0,3 4 0,-4 5 0,-1 6 0,-9-2 0,-3 8 0,-11 2 0,-6 9 0,-6-3 0,-6 3 0,-11-3 0,-12-3 0,-9 1 0,-2-1 0,1-7 0,11-4 0,-3-5 0,8-7 0,2-3 0,10-7 0,3-9 0,8-17 0,0-11 0</inkml:trace>
  <inkml:trace contextRef="#ctx0" brushRef="#br0" timeOffset="2">15591 2940 8912,'17'-11'0,"0"1"0,-1 0 0,-5 1 0,-5-4 0,-4-3 0,-2-1 0,0 0 0,0 0 0,0 5 0,0 1 0,-6 5 0,0-5 0,1 16 0,5 7 0,0 5 0,0 12 0,0 3 0,0 6 0,0 0 0,0 8 0,0-2 0,0 2 0,2 2 0,3-8 0,3 0 0,3-5 0,5-3 0,-5-3 0,5-6 0,3-12 0,4-5 0,5-4 0,-1-18 0,2-7 0,-1-9 0,7-8 0,-3-6 0,-3-11 0,-4 9 0,-8-4 0,-7 5 0,-5-5 0,-3 6 0,-2 0 0,0 14 0,0-1 0,-2 9 0,-3 8 0,3 7 0,-12 11 0,9 3 0,-1 13 0,6 10 0,0 7 0,0 5 0,0 2 0,0 4 0,8 3 0,3-3 0,4 2 0,2-2 0,1-6 0,-1-4 0,2-1 0,4-1 0,-4-2 0,4-3 0,-4-4 0,-2-8 0</inkml:trace>
  <inkml:trace contextRef="#ctx0" brushRef="#br0" timeOffset="3">16555 3232 8912,'15'-11'0,"-2"1"0,-1 1 0,-1-1 0,1-1 0,-3-1 0,-1 1 0,-2-1 0,-4-3 0,2 2 0,1 1 0,1 8 0,-6 1 0,0 14 0,-6 8 0,1 17 0,-1 5 0,-2 4 0,4-1 0,-7 2 0,7 0 0,-2 6 0,4-7 0,2 1 0,0-7 0,0 1 0,0-12 0,0-5 0,8-4 0,-6-9 0,13-10 0,-5-10 0</inkml:trace>
  <inkml:trace contextRef="#ctx0" brushRef="#br0" timeOffset="4">16933 2871 8912,'-2'-9'0,"-1"1"0,-3 0 0,0 7 0,4-13 0,-4 8 0,5 1 0,-7 5 0,14 13 0,-1 4 0,9 18 0,-3-1 0,5 12 0,1 0 0,0 9 0,0 2 0,2 1 0,4-7 0,-4-1 0,4-6 0,-5-10 0,-7-9 0,4-8 0,-3-5 0,-3-5 0,3-7 0,-6-9 0,5-8 0,0-16 0,7-13 0,1-5 0,4-7 0,-4-1 0,4-4 0,2-4 0,-2 4 0,0-2 0,-6 2 0,0-2 0,0 8 0,-5 2 0,-1 9 0,-7 11 0,4 18 0,-8 13 0,0 16 0,0 11 0,0 7 0,7 5 0,5-1 0,3 1 0,2-1 0</inkml:trace>
  <inkml:trace contextRef="#ctx0" brushRef="#br0" timeOffset="5">18258 3146 8912,'0'-17'0,"0"0"0,0 0 0,0 0 0,0-1 0,0 1 0,-7 0 0,-5 0 0,-3 2 0,-2 3 0,-2 4 0,-2 8 0,-4 0 0,-2 0 0,4 10 0,-6 7 0,8 2 0,-2 10 0,6 1 0,6 3 0,-5 3 0,5 4 0,3-3 0,3 3 0,3-6 0,2-5 0,0 1 0,0-7 0,0 0 0,0-6 0,7-7 0,7-4 0,7-4 0,0-6 0,7-8 0,-5-1 0,6-16 0,-2 1 0,2-7 0,1-1 0,-7-4 0,0 4 0,-6-5 0,-2-1 0,-3 2 0,1 6 0,-7 5 0,0 8 0,-6-2 0,0 4 0,0 10 0,0 3 0,0 12 0,0 5 0,0 6 0,0 4 0,0 4 0,0 2 0,0-4 0,0 5 0,2-6 0,3 0 0,3-2 0,4-3 0,3-6 0,-4 1 0,5-9 0,1 5 0,0-8 0,0-8 0,0-3 0,1-10 0,-1-2 0,-2-6 0,-1 5 0,-3-1 0,2 0 0,-3-4 0,1 6 0,-7 6 0,2 6 0,2 5 0,-3-6 0,1 9 0,0-3 0,0 12 0,1 3 0,-1 8 0,-2 6 0,7 0 0,1 0 0,5-6 0,2 6 0,2 0 0,4-4 0,2-5 0,-4-1 0,5-7 0,-5 0 0,6-6 0,-6-2 0,6-4 0,-8-4 0,2-7 0,-10-6 0,-2 0 0,-1-5 0,2 5 0,-5-6 0,-7 6 0,-2 0 0,-3 6 0,-5 2 0,-7 3 0,0 5 0,-1 7 0,1 0 0,0 0 0,0 13 0,-1 4 0,7 12 0,0 0 0,7 5 0,-2 6 0,4-4 0,2 4 0,4 2 0,7-1 0,3-3 0,14-10 0,7 3 0,5-8 0,2-6 0,-2-5 0,-2-9 0,8 3 0,-7-6 0,1-6 0,-4-7 0,-1-8 0,7-6 0,9-22 0,10-5 0</inkml:trace>
  <inkml:trace contextRef="#ctx0" brushRef="#br0" timeOffset="6">19859 2579 8912,'-17'-8'0,"5"1"0,1-5 0,5-1 0,-6 7 0,7 0 0,-7 6 0,8 10 0,-1 7 0,3 8 0,2 9 0,0 8 0,0 4 0,6 4 0,-1 1 0,9 7 0,-3-1 0,-1 6 0,1-6 0,-1 1 0,1-7 0,3 5 0,-9-5 0,1 3 0,-6-14 0,0-4 0,0-5 0,-8-8 0,-3-12 0,-4-3 0,-3-8 0</inkml:trace>
  <inkml:trace contextRef="#ctx0" brushRef="#br0" timeOffset="7">19704 3181 8912,'-27'-8'0,"2"-1"0,8-9 0,2 1 0,3 0 0,5 0 0,7 0 0,0-1 0,15 3 0,8 4 0,9-5 0,9 5 0,3-6 0,7-6 0,1 4 0,-1-4 0,1 4 0,-2 1 0,-4 1 0,-6 0 0,4-8 0,0-2 0</inkml:trace>
  <inkml:trace contextRef="#ctx0" brushRef="#br0" timeOffset="8">20220 2682 8912,'-6'-11'0,"1"-1"0,-7 6 0,7-5 0,-9 7 0,10-9 0,-7 7 0,7 0 0,-4 6 0,8 8 0,0 5 0,0 8 0,0 12 0,0 7 0,0 8 0,0-2 0,0 3 0,0 3 0,0-1 0,0 1 0,0-2 0,0-4 0,-5-1 0,-1-10 0,-6 1 0,7-13 0,-1-6 0,6-5 0,0-9 0,0-3 0,0-11 0,0-4 0,0-10 0,0-4 0,8-5 0,3-6 0,4 3 0,3-3 0,-1 10 0,0 1 0,0 14 0,0-2 0,1 5 0,-1 1 0,0-3 0,0 9 0,6 1 0,0 9 0,0 5 0,-6 7 0,0 2 0,1 4 0,1-4 0,4 4 0,-4-6 0,4-5 0,2 1 0,-2-7 0,5 0 0,-5-6 0,6-2 0,-6-4 0,6-3 0,-6-9 0,-1 1 0,-4 0 0,-3-2 0,-4-4 0,3 4 0,-8-4 0,-1 10 0,-5 1 0,-7 3 0,-5-3 0,-3 4 0,-2 8 0,-1 0 0,1 0 0,0 8 0,0 4 0,0 9 0,-1 1 0,9 1 0,3-5 0,-2-1 0,3 0 0,-1 2 0,6 4 0,8-4 0,3 4 0,12-4 0,6-2 0,11-7 0,6-4 0,5-4 0,7-6 0,5-8 0,4-14 0,2-18 0</inkml:trace>
  <inkml:trace contextRef="#ctx0" brushRef="#br0" timeOffset="9">21786 2734 8912,'-7'-10'0,"3"-3"0,-8 7 0,8-7 0,-3 18 0,7 3 0,0 11 0,0 10 0,7 5 0,5 4 0,3 4 0,2 2 0,-3-4 0,3 6 0,-4-7 0,10 1 0,-4-6 0,-1-5 0,-1-12 0,0-11 0,2-4 0,2-4 0,2-4 0,-2-6 0,-7-10 0,-3-7 0,1-4 0,5-1 0,-8 0 0,-3-1 0,2 7 0,-3-1 0,1 8 0,-6-2 0,0 12 0,0 11 0,2 11 0,2 12 0,2 6 0,7 3 0,-2 2 0,1 3 0,3-1 0,4 0 0,0-3 0,6-10 0,-2 0 0,6-6 0,-6-6 0,6-3 0,-6-8 0,-1-4 0,-4-7 0,-1-3 0,-2-12 0,-3-1 0,-7 0 0,-3-2 0,-2-5 0,6 5 0,0 1 0,0 7 0,-6-2 0,0 4 0,-8 9 0,6 4 0,-4 12 0,4 6 0,2 10 0,0 7 0,0 4 0,0 1 0,-2 6 0,-3 0 0,3-2 0,-4-9 0,4 2 0,2-8 0,0 0 0,0-6 0,0 0 0,0-9 0,0-8 0,8-10 0,3-13 0,5 2 0,1-8 0,0 1 0,0-7 0,0 7 0,1-1 0,-1 8 0,2-2 0,2 6 0,2 5 0,0-1 0,-6 7 0,0 1 0,0 5 0,-5 7 0,-1 5 0,-1-3 0,1 3 0,3-1 0,-7 4 0,3-3 0,-4-4 0,5-8 0,-1-2 0,1-4 0,5-2 0,-5-3 0,2-6 0,-1-1 0,1 1 0,-5-4 0,0 6 0,-1 3 0,7 1 0,-11 1 0,9 5 0,-8 3 0,5 9 0,-3 5 0,-4 3 0,4 4 0,-3 2 0,3 2 0,-2 2 0,8-2 0,-9-4 0,11 6 0,-9-8 0,9-7 0,-6-5 0,3-10 0,-3-12 0,-8-10 0</inkml:trace>
  <inkml:trace contextRef="#ctx0" brushRef="#br0" timeOffset="10">22939 2545 8912,'-9'11'0,"1"-1"0,0-3 0,4-1 0,-7-6 0,7 0 0,-3 0 0,7 2 0,0 4 0,7-3 0,5 9 0,11-1 0,3 7 0,9-1 0</inkml:trace>
  <inkml:trace contextRef="#ctx0" brushRef="#br0" timeOffset="11">23524 2871 8912,'-17'0'0,"0"0"0,0 0 0,-1 0 0,-5 0 0,1 0 0,-1 0 0,5 0 0,-5 2 0,0 4 0,2 5 0,2 5 0,2 7 0,0-1 0,2 15 0,3-3 0,5 2 0,7-7 0,0 2 0,0-8 0,1 0 0,5-8 0,6-4 0,3-5 0,2-4 0,0-2 0,6-10 0,0-7 0,6-8 0,-6-9 0,2 5 0,-2 1 0,-4-1 0,4-5 0,-6-1 0,-4 3 0,-1 3 0,1 6 0,-3 2 0,1-2 0,-7 12 0,4-5 0,-8 24 0,0 4 0,0 16 0,0 7 0,0 16 0,0 1 0,0 9 0,0-4 0,0 6 0,2-5 0,1-5 0,3-5 0,2-2 0,-2-12 0,-3-5 0,9-18 0,-6-3 0,5-8 0,-5-4 0,5-7 0,1-9 0,5-16 0,-2-2 0,-3-2 0,3-12 0,-4 6 0,-1-5 0,1 11 0,-5-6 0,6 6 0,-8-4 0,1 9 0,-3-1 0,-2 13 0,8-7 0,1 3 0</inkml:trace>
  <inkml:trace contextRef="#ctx0" brushRef="#br0" timeOffset="12">24075 2751 8912,'-2'11'0,"-4"1"0,2-8 0,-7 3 0,-2 1 0,5-6 0,-5 13 0,7-3 0,0 3 0,6 8 0,0 0 0,2 0 0,4 1 0,-2-4 0,7 3 0,-5-4 0,5-2 0,-5 4 0,5-4 0,-5 2 0,6-13 0,1-2 0,2-2 0,3-2 0,-7-8 0,1-4 0,-3-5 0,3-6 0,3-3 0,-4-9 0,3 1 0,-3-1 0,3 7 0,-9-1 0,9 0 0,-11 3 0,9 3 0,-8 11 0,3 7 0,-7 12 0,0 10 0,0 10 0,2 8 0,4 5 0,-4-2 0,4 8 0,-2-8 0,1 2 0,5-4 0,7-1 0,0-8 0,0-5 0,1-10 0,-1-6 0,6-6 0,2-8 0,0-9 0,-1-10 0,5-5 0,-6-3 0,8-1 0,-3-4 0,-3 3 0,-2-3 0,-9 4 0,-3 2 0,-7-1 0,2 1 0,-5 0 0,-8 9 0,-5 7 0,-9 9 0,-2 9 0,-2 15 0,3 8 0,2 8 0,-3 3 0,2 6 0,2 0 0,2-1 0,8-3 0,5-2 0,4 1 0,0-3 0,0-3 0,13-4 0,4-8 0,14-2 0,3-3 0,5-5 0,12-7 0,-9-2 0,10-3 0,-12-20 0,2-12 0</inkml:trace>
  <inkml:trace contextRef="#ctx0" brushRef="#br0" timeOffset="13">25039 2785 8912,'0'12'0,"-2"-1"0,-4 3 0,-4 3 0,-7 4 0,2 4 0,3 1 0,-1 5 0,7 9 0,2 4 0,3 0 0,1 4 0,1-8 0,7-2 0,9-2 0,6-11 0,8-8 0,-2-9 0,1-6 0,8-12 0,3-7 0,-1-10 0,-8-13 0,-3-7 0,-6-9 0,-6 3 0,-5-5 0,-7 5 0,-10 3 0,-9 4 0,-7 6 0,-8 6 0,-11 5 0,4 6 0,-4 12 0,-2 3 0,2 8 0,-1 10 0,7 7 0,9 4 0,8 13 0,2-1 0,9 13 0,8-8 0,9 2 0,12-11 0,4-5 0,7-6 0</inkml:trace>
  <inkml:trace contextRef="#ctx0" brushRef="#br0" timeOffset="14">26002 2493 8912,'0'-42'0,"0"6"0,0-4 0,-9-2 0,-7 3 0,-5 5 0,0 3 0,2 18 0,2 2 0,7 7 0,-3 6 0,7 3 0,1 9 0,5 14 0,0 9 0,0 14 0,0 10 0,0 8 0,0 2-135,0 9 1,0-7 134,0 1 0,0-1 0,0-1 0,0 1 0,0-6 0,2 0 0,3-10 0,-3 6 0,4-6 0,-4-9 0,-2-14 0,0 1 0,0-10 0,0-4 0,0-6 0</inkml:trace>
  <inkml:trace contextRef="#ctx0" brushRef="#br0" timeOffset="15">25675 2992 8912,'-9'0'0,"-7"0"0,15-2 0,-5-4 0,8 4 0,9-4 0,5-3 0,20-3 0,14-3 0,15-2 0,15 0 0,-32 8 0,1 0 0,1-2 0,0-2-214,7-1 0,1-1 0,-1-1 1,0-1-1,4 0 0,-1 0 1</inkml:trace>
  <inkml:trace contextRef="#ctx0" brushRef="#br0" timeOffset="16">27310 2149 8912,'-17'-9'0,"0"1"0,0 8 0,1 15 0,5 8 0,-3 10 0,9 7 0,1 8 0,2 7 0,2 0 0,0 8 0,0 0 0,2 6 0,4 0 0,5 0 0,-1-8 0,1-4 0,-7-11 0,2-6 0,-4-5 0,-2-7 0,-8-3 0,-2-8 0</inkml:trace>
  <inkml:trace contextRef="#ctx0" brushRef="#br0" timeOffset="17">27052 2923 8912,'-15'-17'0,"3"-1"0,-3-4 0,3-1 0,-1-6 0,2 6 0,3-2 0,8 2 0,2 4 0,4-4 0,5 2 0,12-2 0,11 2 0,12-7 0,2 7 0,-2-2 0,4 4 0,-4 1 0,5-1 0,7-4 0,-12-3 0,-1-9 0,-6 1 0,-5-1 0,1 1 0,-1 0 0,-7 1 0,-6 5 0,-6 5 0,-4 4 0,-7 7 0,2 1 0,-6 5 0,-6-4 0,-5 3 0,3 3 0,2 10 0,3 11 0,-3 11 0,4 14 0,-4 10 0,4 3 0,2 14 0,0-4 0,0 10 0,0-10 0,0-2 0,0-6 0,0 2 0,0-3 0,0-7 0,0-14 0,0-1 0,0-11 0,0 0 0,0-12 0,0-11 0,0-9 0,2-10 0,4-4 0,-2-6 0,5-9 0,1-4 0,-1-2 0,3-2 0,5-5 0,2 7 0,2 3 0,2 5 0,-2 2 0,-2 5 0,-1 0 0,-7 14 0,1-2 0,-1 11 0,4 6 0,-3 12 0,1 3 0,-7 2 0,2 6 0,-3 0 0,-3 8 0,6-5 0,-2 1 0,-1-4 0,7-4 0,-6-2 0,7-1 0,-2-5 0,-1 2 0,1-7 0,1 0 0,5-6 0,-5-2 0,-1-4 0,-1-3 0,1-8 0,2-1 0,-7 1 0,6-6 0,-7 0 0,1-2 0,-6 3 0,6 2 0,0-3 0,-3 4 0,-1 2 0,-2 8 0,0-7 0,0 16 0,2 0 0,4 10 0,-2 5 0,7 2 0,-5 6 0,6 0 0,1-4 0,2-5 0,-3 1 0,-1-4 0,1-3 0,5-2 0,6-4 0,0-2 0,2 0 0,-2 0 0,-2-2 0,7-4 0,-7-3 0,2-9 0,-4-5 0,-1 1 0,5-7 0,-1 6 0,-4-8 0,-7 3 0,-5-3 0,3 1 0,-1 3 0,-4 2 0,-2 8 0,-2 5 0,0 10 0,0 2 0,0 10 0,0 13 0,0-2 0,0 8 0,0-1 0,0 7 0,0-3 0,0-3 0,6 3 0,-1-3 0,3 1 0,-2-1 0,-4 2 0,3-8 0,-3 0 0,-2-6 0,0 0 0,-2 0 0,-3-2 0,-7-3 0,-3-5 0,-2-7 0,-6 0 0,0 0 0,-8 0 0,2 0 0,-3-7 0,-2-5 0,-9-18 0,-1-6 0</inkml:trace>
  <inkml:trace contextRef="#ctx0" brushRef="#br0" timeOffset="18">27981 1874 8912,'-17'0'0,"6"0"0,-1 0 0,1 2 0,-7 4 0,7 3 0,0 10 0,-1 4 0,2 6 0,3-2 0,7 1 0,0-1 0,2 2 0,5-4 0,11-1 0,-1-12 0,6-1 0,2-7 0,-2-4 0,0 0 0,-6 0 0,-6-9 0,1-9 0,-9 1 0,3-6 0,-6-2 0,-6 3 0,-3-1 0,-8 5 0,-2 9 0,-4 3 0,-2 4 0,-4 2 0,-1 2 0,7 4 0,-8 3 0,12 16 0,-6 2 0</inkml:trace>
  <inkml:trace contextRef="#ctx0" brushRef="#br0" timeOffset="19">27775 3576 8912,'0'-11'0,"-2"-1"0,-4 1 0,-5 1 0,-7 3 0,-3 7 0,-3 2 0,-3 3 0,-2 12 0,-5 12 0,5 11 0,2 6 0,2 6 0,4 5 0,10 2 0,5 4 0,4-5 0,2-5 0,4-3 0,8-4 0,1-14 0,14-15 0,1-9 0,5-6 0,-1-4 0,14-4 0,-6-5 0,6-12 0,-7-4 0,1-7 0,-4-8 0,-2-4 0,-7-2 0,-4 2 0,-6-2 0,-5 8 0,-4 0 0,-8 6 0,0 7 0,0 4 0,-2 6 0,-4 5 0,2 5 0,-7 11 0,-1 7 0,3 12 0,-5 9 0,8 9 0,1 4 0,5 13 0,0-7 0,0 1 0,2-2 0,3-10 0,7-2 0,3-2 0,4-17 0,4-7 0,-4-8 0,4-4 0,2-10 0,-2-7 0,2-8 0,-2-9 0,-10-7 0,4 1 0,-11-6 0,0 6 0,-6 0 0,-6 6 0,-3-1 0,-9 1 0,-6 5 0,-5 1 0,-2 13 0,1-1 0,3 7 0,2 5 0,0 2 0,2 2 0,6 8 0,0 3 0,2 6 0,9 4 0,2 2 0,2-2 0,4-4 0,4-5 0,11 3 0,10-5 0</inkml:trace>
  <inkml:trace contextRef="#ctx0" brushRef="#br0" timeOffset="20">28394 3421 8912,'10'-24'0,"-4"-5"0,-4 4 0,-2 2 0,0 4 0,0 2 0,0 7 0,-2 3 0,-4 7 0,4 15 0,-4 8 0,4 17 0,2 12 0,0 5 0,0 6 0,0 6 0,0-1 0,6-1 0,0 2 0,9 4 0,2-10 0,2-2 0,10-15 0,-6-4 0,4-10 0,0-5 0,-1-10 0,-5-9 0,2-14 0,2-11 0,-2-12 0,-2-5 0,-2-6 0,-2 2 0,1-8 0,-3 0 0,-4-6 0,-1 6 0,-4 1 0,-4 6 0,3-1 0,-3 6 0,-2 5 0,0-3 0,0 20 0,0-3 0,0 25 0,0 7 0,0 2 0,0 9 0,0-5 0,0 6 0,2-2 0,4 3 0,4-3 0,-1-2 0,6-4 0,-3-10 0,3 3 0,2-8 0,1 5 0,-1-5 0,0-2 0,0-10 0,2 2 0,2-7 0,2-5 0,-2-5 0,-2 2 0,-1-4 0,-3 2 0,-4-2 0,3 10 0,-8-4 0,-1 3 0,-5 5 0,-2 9 0,-3 11 0,3 6 0,-4 6 0,4-2 0,2 8 0,0-6 0,0 4 0,2-2 0,4-4 0,3-8 0,8-2 0,1-7 0,-1 2 0,6-4 0,0-2 0,2-8 0,-2-3 0,1-12 0,5-6 0,2-1 0,-8-1 0,-2 2 0,-2-1 0,-8 3 0,1-2 0,-3 8 0,3-2 0,1 10 0,-5 4 0,1 1 0,-5 2 0,4 4 0,-8-3 0,0 3 0,0-8 0,0 4 0,6 3 0,-1-9 0,9 8 0,-12-11 0,13 13 0,-13-13 0,6 13 0,-8-6 0,0 16 0,0 3 0,0 5 0,0 8 0,0 3 0,0 0 0,0-4 0,0-4 0,0-2 0,0 0 0,0 1 0,0-7 0,0 0 0,0-5 0,0 6 0,0-9 0,0 5 0,1-16 0,5-3 0,-4-10 0,4-2 0,-2-8 0,1 3 0,-1-5 0,8-1 0,-1 2 0,6 3 0,-5-2 0,-1 8 0,1 0 0,5 6 0,-6 8 0,1 3 0,-1 4 0,7 4 0,-1 4 0,-6 3 0,1 8 0,-3 1 0,3-1 0,1 0 0,-5 0 0,-1 0 0,1 1 0,5-9 0,-3 6 0,7-13 0,0 4 0,1-12 0,-7 1 0,-1-11 0,-1-3 0,1 0 0,1 0 0,7 2 0,-7-6 0,0 0 0,3 2 0,-5 4 0,3 5 0,-6-1 0,5 7 0,-7 0 0,11 6 0,-3 0 0,-3 2 0,3 4 0,-1 2 0,6 3 0,1 4 0,-1-3 0,0-4 0,0-3 0,0-3 0,1-2 0,5 0 0,0 0 0,-2 0 0,-2 0 0,-2-7 0,0-5 0,0-3 0,1-2 0,-1-6 0,0 0 0,-6-2 0,1 2 0,-3 4 0,3-4 0,-6 4 0,-4 9 0,-2 3 0,0 9 0,0 3 0,0 7 0,5 3 0,1 2 0,0 1 0,-6-1 0,6 0 0,-1 0 0,1 0 0,-6 0 0,0 1 0,0-9 0,8-1 0,-6-10 0,3-4 0,3-9 0,0-10 0,1-2 0,5-3 0,-1-1 0,-2 3 0,8-3 0,-7 8 0,9 2 0,-4 10 0,0-3 0,6 8 0,2 1 0,0 5 0,0 0 0,0 0 0,5 5 0,-1 1 0,4 6 0,1-7 0,2 1 0,4-6 0,-3 0 0,13-7 0,-7-3 0</inkml:trace>
  <inkml:trace contextRef="#ctx0" brushRef="#br0" timeOffset="21">21322 6035 8912,'0'-17'0,"0"-1"0,0-1 0,0-2 0,0-2 0,0 2 0,0 2 0,0 2 0,0 0 0,0 0 0,0-1 0,0 1 0,0 6 0,0 3 0,0 6 0,0 8 0,0 19 0,1 11 0,5 14 0,-4 11 0,4 13 0,-4 5 0,-2 5 0,0-4 0,0-5 0,0-5 0,0-1 0,7-4 0,5-8 0,3-9 0,4-19 0,2-8 0,2-8 0,14-9 0,-3-16 0,6-7 0,0-15 0,-1-6 0,6 0 0,-1-12 0,2 6 0,-9-7 0,-9 7 0,-7-6 0,2-5 0,0 2 0,-6-8 0,-5 0 0,-2 1 0,-9-1 0,5 12 0,-4-1 0,-2 18 0,0 11 0,-2 15 0,-4 8 0,5 16 0,-5 6 0,-2 13 0,2 11 0,-5 3 0,5 20 0,0-6 0,6 6 0,0 0 0,0-6 0,8-2 0,4 2 0,5-8 0,6 3 0,-2-11 0,7-1 0,1-13 0,6 1 0,-1-7 0,0-4 0,7-2 0,-1-15 0,-6-6 0,-5-10 0,1-5 0,3-14 0,1-15 0</inkml:trace>
  <inkml:trace contextRef="#ctx0" brushRef="#br0" timeOffset="22">23541 5811 8912,'0'-17'0,"0"0"0,0 0 0,0 0 0,0-1 0,0 1 0,0 8 0,0 3 0,0 12 0,6 11 0,0 11 0,7 13 0,-1 4 0,-3 13 0,3 5 0,-1-2 0,7 2 0,-1-6 0,0 6 0,0-7 0,0 1 0,6-11 0,0-6 0,8-6 0,-2-5 0,3-6 0,2-12 0,3-5 0,3-12 0,4-5 0,8-12 0,5-9 0,0-9 0,-5-12-181,-6 1 1,-2-13 180,2-3 0,1-3 0,-6-7 0,-3 1 0,-2 5 0,-3-3 0,-5 6 0,-5 12 0,-11 17 0,3 4 0,-13 9 0,6 12 0,-8 15 0,0 7 0,0 10 0,0-5 0,0-1 0,7 5 0,5 1 0,18 4 0,7-12 0</inkml:trace>
  <inkml:trace contextRef="#ctx0" brushRef="#br0" timeOffset="23">17811 7943 8912,'0'-17'0,"0"0"0,0 0 0,0-1 0,0 1 0,0 6 0,0-1 0,0 1 0,0 1 0,0 10 0,0 14 0,0 7 0,0 7 0,0 12 0,0 6 0,-2 4 0,-2 3 0,-3 3 0,-3 1 0,0 1 0,-1-7 0,-4-1 0,3-4 0,-3 1 0,-2-7 0,5-1 0,1-11 0,5-5 0,-5-11 0,7-5 0,-4-16 0,8-8 0,2-16 0,4-13 0,-1-11 0,13-6 0,-5-12 0,10-3 0,-4-2 0,-2 0 0,1-2 0,-1-10 0,6-2-191,-12 45 0,1 1 1,16-40 190,-5 8 0,8 15 0,-2 2 0,3 19 0,2 15 0,-7 12 0,-2 21 0,-2 7 0,0 12 0,6 17 0,-6 12 0,0 7 0,-6 10 0,-6 5-161,1 1 0,-1 5 161,6-5 0,-7 1 0,-4-2 0,1-3 0,-1 4 0,0-7 0,-6-5 0,0-5 0,0-12 0,0-6 0,0-12 0,0 3 554,0-8-554,0-8 0,0-9 0,0-12 0,0-5 0,0-5 0,0-1 0,7-15 0,3-5 0</inkml:trace>
  <inkml:trace contextRef="#ctx0" brushRef="#br0" timeOffset="24">17691 8046 8912,'-23'8'0,"0"3"0,-4-1 0,10 2 0,5-9 0,18 3 0,9-6 0,12-6 0,19-3 0,23-10 0,11-2 0,10-2 0,0 0 0,-41 14 0,-1 1 0,36-10 0,1 3 0,-7 4 0,-11-5 0,-8 7 0</inkml:trace>
  <inkml:trace contextRef="#ctx0" brushRef="#br0" timeOffset="25">21132 7771 8912,'-9'0'0,"-1"0"0,6-2 0,-3-3 0,-3-7 0,1 3 0,-3-3 0,6-1 0,-1 3 0,1-1 0,2-3 0,2 5 0,2-3 0,0 9 0,0 3 0,0 11 0,0 6 0,0 6 0,0 6 0,0 3 0,0-1 0,0 3 0,-6-3 0,1 9 0,-1-9 0,6-3 0,0 1 0,0 5 0,-6-7 0,1-4 0,-1-4 0,6-2 0,0-7 0,7-3 0,3-12 0,7-1 0,0-7 0,1 1 0,1-5 0,4-6 0,3 4 0,9-4 0,-6 4 0,-1 2 0,1 1 0,5 5 0,-5-2 0,0 7 0,-1 2 0,-1 2 0,4 2 0,-8 0 0,0 8 0,-6 3 0,-6 6 0,1 6 0,-8 4 0,1 7 0,-3 3 0,-2 3 0,0-4 0,0 4 0,-2-2 0,-3 3 0,-5-11 0,-7 4 0,0-5 0,-2 0 0,-3-6 0,0-4 0,-3 2 0,2-4 0,4 4 0,-4-9 0,-2-5 0,2-1 0,-6 2 0,6-3 0,0 1 0,6-6 0,0-2 0,0-4 0,1-3 0,5-8 0,-4-16 0,5-3 0</inkml:trace>
  <inkml:trace contextRef="#ctx0" brushRef="#br0" timeOffset="26">21012 7754 8912,'-16'-17'0,"5"0"0,5 0 0,4 5 0,2 1 0,0-3 0,2-1 0,4 0 0,7 1 0,8 3 0,6-1 0,8-5 0,1 0 0,2 0 0,4 0 0,2-1 0,2-3 0,6 4 0,-1-8 0,1 14 0,-8-6 0,-4 11 0,-5 0 0,-5 6 0,-1 0 0,-10 2 0,-2 4 0,-7 3 0,-10 9 0,-10 5 0,-7-1 0,0 1 0,-8-5 0,8-1 0</inkml:trace>
  <inkml:trace contextRef="#ctx0" brushRef="#br0" timeOffset="27">24023 7462 8912,'-17'0'0,"6"0"0,-1 0 0,8-8 0,-3 8 0,7 2 0,0 13 0,0 4 0,0 12 0,0 5 0,0 8 0,5 12 0,1 1 0,0 10 0,-6 0 0,-2 7 0,-4 5 0,2-9 0,-7-1 0,7-2 0,-2-10 0,-1-7 0,1-10 0,0-11 0,6-6 0,-2-4 0,-3-2 0,3-8 0,-6-1 0,8-8 0,0-8 0,-2-3 0,-4-12 0,3 2 0,-9-8 0,8-1 0,-1-10 0,3-4 0,2-8 0,0-5 0,0-4 0,0-2 0,0-2 0,0-6 0,0 8 0,5-4 0,1-2 0,6 4 0,-7 8 0,7 9 0,-6 20 0,7 3 0,-11 17 0,4 8 0,1 10 0,-1 13 0,2 1 0,-3 5 0,-1 4 0,8-5 0,-7-1 0,7 2 0,-8-3 0,1 3 0,3 4 0,-2-5 0,1 5 0,-1 1 0,-4-5 0,4-1 0,-4 3 0,5-6 0,3 0 0</inkml:trace>
  <inkml:trace contextRef="#ctx0" brushRef="#br0" timeOffset="28">17759 9319 8912,'12'-2'0,"-3"-4"0,1-5 0,-2-5 0,-1-1 0,-1 0 0,-6 0 0,0 7 0,0 10 0,0 12 0,0 5 0,2 8 0,2 7 0,1 6 0,1 16 0,-6-3 0,0 12 0,0 0 0,0 4 0,0 2 0,0-6 0,0 0 0,0-9 0,0-3 0,-6-1 0,1-10 0,-7-7 0,5-12 0,-3-8 0,6-5 0,-11-24 0,5-3 0</inkml:trace>
  <inkml:trace contextRef="#ctx0" brushRef="#br0" timeOffset="29">17725 9301 8912,'-17'10'0,"0"3"0,-1-7 0,7 0 0,-1-6 0,7 0 0,-5-2 0,2-4 0,5-3 0,8-9 0,11 1 0,7 0 0,13-2 0,-2-4 0,12 4 0,0-4 0,6 4 0,5 2 0,-3 5 0,3 1 0,-3 7 0,-3-2 0,-7 14 0,-6 9 0,-9 10 0,-12 5 0,-7 10 0,-10 4 0,-15 4 0,-8 1 0,-10 1 0,-7 0 0,-2-3 0,-4-1 0,4-4 0,0-2 0,7-4 0,1-9 0,7-4 0,18-8 0,1-9 0,8-8 0,8-2 0,3-10 0,12 1 0,6-6 0,-2-1 0,1 1 0,1 8 0,5 3 0,1 4 0,-1 2 0,-1 0 0,-3 2 0,-3 4 0,-2 5 0,-8 10 0,-5 2 0,-9 8 0,3-3 0,-14 5 0,-9 1 0,-13 6 0,-10 0 0,-8 2 0,2-2 0,-10-3 0,-1 3 0,0-10 0,18-8 0</inkml:trace>
  <inkml:trace contextRef="#ctx0" brushRef="#br0" timeOffset="30">17669 10177 8912,'-13'-33'0</inkml:trace>
  <inkml:trace contextRef="#ctx0" brushRef="#br0" timeOffset="31">21339 9386 8912,'5'-10'0,"1"-1"0,0-1 0,-6-5 0,0 7 0,0 5 0,0 10 0,0 7 0,0 11 0,-6-2 0,5-17 0</inkml:trace>
  <inkml:trace contextRef="#ctx0" brushRef="#br0" timeOffset="32">21482 9386 8912,'88'-6'0,"-36"2"0,1-2 0,7-1 0,1-3 0,-1-5 0,0-2 0,4-2 0,0 1 0</inkml:trace>
  <inkml:trace contextRef="#ctx0" brushRef="#br0" timeOffset="33">23748 9301 8912,'-12'10'0,"1"-4"0,-2-4 0,-3-4 0,-1-4 0,8 2 0,3-7 0,6 1 0,7-3 0,11 1 0,8 7 0,15-7 0,5 1 0,3 1 0,3-3 0,-1 5 0,1 1 0,0-1 0,-3 2 0,-3 6 0,-4 2 0,-9 4 0,-4 7 0,-6 8 0,-12 8 0,-5 11 0,-4 4 0,-4 9 0,-4 5 0,-5 5 0,-5 4 0,-1 1 0,0 1 0,0 0 0,12-53 0</inkml:trace>
  <inkml:trace contextRef="#ctx0" brushRef="#br0" timeOffset="34">24006 9611 8912,'-27'-2'0,"2"-4"0,3-3 0,-1-1 0,7 1 0,11 3 0,3 4 0,2-6 0,2 8 0,5 0 0,10 0 0,24-7 0,16-3 0,10-1 0,7-1 0,5 1 0,7-6 0,2 5-251,4 1 1,-6 5 250,0-6 0,-12 9 0,-16-3 0,-11 4 0,-18 2 0,-12 8 0,-11 3 0,-14 4 0,-11 1 0,-13-5 0,-10-3 0,-10-8 0</inkml:trace>
  <inkml:trace contextRef="#ctx0" brushRef="#br1" timeOffset="35">16279 16265 8912,'10'-8'0,"0"4"0,-7-7 0,3-3 0,0 5 0,-6-3 0,2 9 0,3-3 0,-1 4 0,8 2 0,1 0 0,2 0 0,8 0 0,2 0 0,2 0 0,4 0 0,1 6 0,3-1 0,5 1 0,2-4 0,2 2 0,4 2 0,1 1 0,3-1 0,-6-4 0,0 4 0,7-4 0,10-2 0,-2 0 0,3 0 0,2 0 0,7 0 0,7-2 0,12-4 0,-11 2-168,-1-7 0,-7 5 168,-5-6 0,3 9 0,4-3 0,-3-2 0,9 2 0,-7-1 0,7 1 0,-7 4 0,6-4 0,-13 5 0,2 1 0,-2 0 0,0 0 0,8 0 0,-1 0 0,3 0 0,-5 1 0,5 3 0,1 2 0,1 0 0,1-6 0,0 0 0,0 0 0,3-2-201,-35-1 0,1 0 0,47-1 201,-47-1 0,-1-1 0,44-6 0,-12-5 0,-1 0 0,-5 0 0,3 0 0,3-1 0,-5 1 0,-5 0 0,-3 6 0,-3-1 0,-1 1 0,-12-7 0,5-4 0,-10-1 0,-2 0 0,1 5 0,-1-4 158,2-1 0,-4-2-158,-7 2 0,-3 4 155,-3-4 1,-6 4 0,-12 2 0,-5-1-156,-4 1 0,-2 0 0,0 0 0,-2-2 0,-4-2 0,-3-2 0,-1 2 0,-5 2 0,4 1 0,-11-5 0,0 1 0,-3-1 0,2 5 0,-4 1 0,-7 0 0,-3-6 0,-3 0 0,2 0 0,-8 6 0,6 6 0,-6-1 0,-2-1 0,-2-2 0,4-1 0,1 5 0,-3 1 0,-10 4 0,-3 5 0,-8-5 0,6 4 0,0 2 0,0 0 0,-6 0 0,2 0 0,4 0 0,2 0 0,4 0 0,1 0 0,-7 0 0,2 2 0,-2 2 0,4 1 0,-1-1 0,7-2 0,-5-2 0,5 0 0,1 0 0,6 0 0,0 0 0,6 0 0,-6 0 0,-5-2 0,-7-4 0,-5 5 0,6-5 0,-8 4 0,2 2 0,-2 0 0,2 0 0,3 0 0,9 0 0,-3 0 0,-1 0 0,-2 0 0,1 0 0,-3-6 0,1 0 0,-8 1 0,-3 5 0,7 0 0,-1 0 0,8 0 0,3 0 0,6 0 0,1 0 0,4 0 0,-3 0 0,2 0 0,4 0 0,-6 0 0,-2 0 0,4 0 0,2 0 0,-2 5 0,2 1 0,-2 2 0,2-2 0,3-3 0,-3 9 0,4-3 0,1 3 0,1 3 0,0-3 0,1 3 0,4 2 0,-3-5 0,3-1 0,-3 2 0,-3 3 0,1-5 0,-1 1 0,1-1 0,0 6 0,-1 0 0,1 1 0,1-1 0,5 0 0,-5 0 0,4 0 0,3 1 0,-3-1 0,8 6 0,-2 0 0,10 5 0,1-5 0,1 8 0,-7-3 0,1 3 0,0-2 0,5 3 0,1-3 0,0 3 0,-7 3 0,7-1 0,-1 0 0,9 1 0,-3-1 0,2 1 0,-2-1 0,4-2 0,-3-3 0,8 2 0,3-8 0,8 0 0,-3-6 0,6-6 0,6-1 0,6-3 0,3-3 0,5-2 0,3-2 0,-2 0 0,8 0 0,-6 0 0,6 0 0,0 0 0,6 0 0,-1-6 0,1 1 0,-8-7 0,-4 6 0,-2-5 0,2 5 0,-11-5 0,0 5 0,-4-2 0,-6 5 0,-4-3 0,0 2 0,-7 0 0,-2-2 0,-4 5 0,-2-7 0,0 8 0,0 0 0,7 0 0,3 8 0,7 1 0</inkml:trace>
  <inkml:trace contextRef="#ctx0" brushRef="#br1" timeOffset="36">18465 16265 8912,'0'-12'0,"0"1"0,0-3 0,2-1 0,4-2 0,-5 5 0,5 1 0,-4-2 0,-2-3 0,0 5 0,0-1 0,0 1 0,0 3 0,0 8 0,0 12 0,0 9 0,0 7 0,0 13 0,6-3 0,0 8 0,-3 1 0,-1 3 0,-2 2 0,2-1 0,2-1 0,2-4 0,0-2 0,-6-4 0,5-4 0,1 2 0,-2-7 0,-2-8 0,-2-4 0,0-2 0,0-7 0,0-10 0,0-12 0,-6-9 0,0-2 0,-7-7 0,3 3 0</inkml:trace>
  <inkml:trace contextRef="#ctx0" brushRef="#br1" timeOffset="37">18310 16832 8912,'-11'-11'0,"1"-1"0,0-1 0,3-2 0,-3-3 0,1 1 0,5 0 0,-4 2 0,2 1 0,1 3 0,-1 7 0,6-7 0,0 11 0,2 3 0,4 15 0,3 4 0,8 1 0,1 8 0,-1-2 0,0 3 0,0 2 0,0-1 0,1-2 0,-1-5 0,0-1 0,0-2 0,0-6 0,1 0 0,-1 1 0,0-1 0,0-8 0,1-1 0</inkml:trace>
  <inkml:trace contextRef="#ctx0" brushRef="#br1" timeOffset="38">18947 16591 8912,'0'-17'0,"0"0"0,0 0 0,-8 7 0,-3 5 0,-5 3 0,-1 2 0,-8 9 0,-3 8 0,-5 16 0,-1 13 0,-3 5 0,-3 7 0,6 1 0,-1 4 0,3-4 0,9-7 0,0-1 0,6 1 0,0-6 0,-1-1 0,1-14 0,-8 2 0,-2-16 0</inkml:trace>
  <inkml:trace contextRef="#ctx0" brushRef="#br1" timeOffset="39">17191 17468 8912,'-11'0'0,"0"0"0,-3-2 0,1-3 0,-1-7 0,3-3 0,1 3 0,-3 1 0,3-2 0,3-3 0,-1 5 0,2-1 0,4 7 0,-3-7 0,5 8 0,5-1 0,5 3 0,7 2 0,6 2 0,2 1 0,0 7 0,0 5 0,3 1 0,-5 12 0,6-5 0,-6 6 0,-2 1 0,-8 9 0,-3 3 0,-2 2 0,-3-6 0,-5 2 0,-2-4 0,-3-1 0,-7-1 0,-11 0 0,4-7 0,-6-10 0,8-11 0,6-4 0,-1-2 0,8-10 0,-1-9 0,3-13 0,2-12 0,9-6 0,8-1 0,1 1 0,5 4 0,3-2 0,3 8 0,4 0 0,1 6 0,-2 7 0,-3 4 0,4 12 0,-5 5 0,5-4 0,1 1 0</inkml:trace>
  <inkml:trace contextRef="#ctx0" brushRef="#br1" timeOffset="40">17725 17589 8912,'0'17'0,"0"0"0,0-7 0,0-3 0,0-7 0,0-2 0,0-3 0,0 1 0,0-8 0,8 1 0,3-6 0,-1-1 0,1 1 0,1 0 0,-3 0 0,-1 0 0,-8-1 0,6 1 0,-1 0 0,1 0 0,-14 0 0,-1 7 0,-8 4 0,-1 4 0,1 4 0,0 4 0,0 6 0,0 10 0,-1 7 0,7 4 0,-1 1 0,9 0 0,-3 1 0,4-1 0,2-1 0,2-3 0,4-1 0,5-10 0,12-2 0,-2-2 0,8-9 0,-1-2 0,7-10 0,-1-5 0,1-12 0,-1-4 0,0-7 0,-5-6 0,0 0 0,-10-6 0,0 6 0,-7-1 0,-5-1 0,5 6 0,-7-4 0,1 4 0,-6 1 0,0 3 0,0 3 0,0 10 0,0 8 0,-8 7 0,5 0 0,-9 15 0,8 3 0,-1 16 0,3 5 0,2 3 0,0 10 0,0-2 0,2-2 0,3 1 0,-1-1 0,8 2 0,-1-4 0,6-7 0,8-3 0,4-3 0,-2-6 0,1-12 0,1-3 0,5-8 0,-1-2 0,-4-4 0,1-3 0,-7-9 0,0-5 0,-6 0 0,-7-7 0,-4 1 0,-5 4 0,-1 2 0,0-1 0,0 1 0,-1 0 0,-5-2 0,2 12 0,-7-5 0,1 11 0,-1-5 0,-5 8 0,5-1 0,1 3 0,-1 2 0,5 7 0,-5 5 0,7 3 0,-2 2 0,4 6 0,2 0 0,0 0 0,0-6 0,0 1 0,0-1 0,0 0 0,0 0 0,6-5 0,0-1 0,7-7 0,-4 4 0,3-8 0,-1 0 0,3 0 0,1 7 0,0-3 0,-3 7 0,1-5 0,-7 6 0,7-9 0,-3 5 0,1-2 0,1 0 0,-1 7 0,7-11 0,-1 6 0,0-1 0,0 3 0</inkml:trace>
  <inkml:trace contextRef="#ctx0" brushRef="#br1" timeOffset="41">18826 17210 8912,'0'-17'0,"0"6"0,0-1 0,0 6 0,-2-3 0,-3 1 0,1 4 0,-8 10 0,7 6 0,-7 11 0,6 3 0,-5 9 0,7 7 0,-2 4 0,4 1 0,2-1 0,2 4 0,4-4 0,4 1 0,7-1 0,0 0 0,0-11 0,8-1 0,4-17 0,-2 2 0,1-13 0,1-2 0,3-10 0,-1-7 0,-2-8 0,-6 0 0,5-8 0,-7-5 0,2-6 0,-4-1 0,-1 7 0,-7 0 0,1-1 0,-9 7 0,3-1 0,-4 8 0,-4-2 0,-4 12 0,3 5 0,-9 12 0,3 5 0,-3 12 0,-1 2 0,7 3 0,-2 5 0,3-4 0,3-5 0,-4-1 0,6 2 0,6-4 0,7-4 0,8-3 0,8-10 0,11 1 0,-2-5 0,8-5 0,2-7 0,9-11 0,-3-2 0,3-3 0,-5-5 0,-6 5 0,-6-3 0,-4 2 0,-11-1 0,-8 7 0,-7-6 0,-10 6 0,-2 2 0,-4 10 0,-3-3 0,-9 9 0,-1-1 0,-2 6 0,-2 2 0,2 4 0,2-1 0,2 12 0,0-3 0,-1 9 0,3-2 0,4 2 0,3-4 0,8 4 0,0-4 0,0-2 0,0 0 0,0 0 0,8-5 0,3-1 0,6-7 0,6 2 0,-2-4 0,8-2 0,-6-10 0,6-7 0,-3 0 0,3-6 0,-4-4 0,-8 0 0,0-3 0,1-4 0,-1 9 0,0-10 0,-7-1 0,-5-4 0,3-2 0,-2 2 0,-1-2 0,-5-4 0,0 4 0,0 7 0,-1 9 0,-5 3 0,-2 13 0,-3 10 0,1 16 0,4 12 0,4 12 0,-3 6 0,3 4 0,2 1 0,0 1 0,0 0 0,0-1 0,0 1 0,0-6 0,0-1 0,6 1 0,-1 4 0,1-4 0,2-6 0,-6 2 0,3-2 0,-3-6 0,-2-5 0,-7-8 0,-3 4 0</inkml:trace>
  <inkml:trace contextRef="#ctx0" brushRef="#br1" timeOffset="42">18809 17589 8912,'-61'9'0,"9"-1"0,12-8 0,19 0 0,23-8 0,27-3 0,18-5 0,17-3 0,2-4 0,3-5 0,2 1 0,4-2 0,-12 8 0,0-2 0,-10-1 0,-7 1 0,4-8 0,-6 4 0</inkml:trace>
  <inkml:trace contextRef="#ctx0" brushRef="#br1" timeOffset="43">19257 17468 8912,'-10'-2'0,"4"-3"0,-3 3 0,-1-6 0,-1 8 0,-1 0 0,8 0 0,-3 0 0,14 0 0,5 0 0,5-8 0,4-1 0,2-1 0,0-5 0,-6 4 0,0-5 0,1-1 0,-7 0 0,0 0 0,-7-1 0,2 1 0,-4 6 0,-2-1 0,-2 9 0,-4-3 0,-3 4 0,-10 4 0,-2 4 0,-2 5 0,0 6 0,6 6 0,5 4 0,1 7 0,7 1 0,-2-1 0,4 0 0,2 1 0,4-3 0,7-3 0,9 2 0,14-9 0,2-1 0,4-9 0,4-4 0,8-8 0</inkml:trace>
  <inkml:trace contextRef="#ctx0" brushRef="#br1" timeOffset="44">21270 17056 8912,'8'-25'0,"-7"6"0,5-6 0,-2 2 0,2 0 0,-4 0 0,3 6 0,-10 9 0,-7 10 0,-3 13 0,0 10 0,1 12 0,5 3 0,1 6 0,0-1 0,3 7 0,3-4 0,-4 9 0,4-4 0,2-1 0,0 0 0,0-1 0,2-1 0,4-4 0,-4 2 0,3-8 0,3-8 0,-2-9 0,7-4 0,-3-2 0</inkml:trace>
  <inkml:trace contextRef="#ctx0" brushRef="#br1" timeOffset="45">21046 17313 8912,'-27'0'0,"3"0"0,6 0 0,3-7 0,4-5 0,3 3 0,8-3 0,15 7 0,8-7 0,17 1 0,10-6 0,7-1 0,5 1 0,-5 0 0,6 0 0,-6 5 0,7 1 0,-11 1 0,-1-1 0,-1 3 0,-5 8 0,-4-6 0,-2 1 0,4-1 0,0 6 0</inkml:trace>
  <inkml:trace contextRef="#ctx0" brushRef="#br1" timeOffset="46">21889 17159 8912,'-24'0'0,"-1"-6"0,-4 0 0,-2 1 0,9 5 0,-7 1 0,6 5 0,0 4 0,6 9 0,1 2 0,5 2 0,3 7 0,8-1 0,2-2 0,4 1 0,5-5 0,12 6 0,6-10 0,11-2 0,-3-1 0,3-11 0,-4 1 0,-2-6 0,1-2 0,-3-4 0,-1-5 0,-2-4 0,-8-8 0,2 0 0,-10-8 0,-2 3 0,-7-5 0,2-1 0,-6-1 0,-6 1 0,-5 0 0,-12-1 0,-4 8 0,-7 5 0,-1 4 0,-1 7 0,-4 7 0,-6 8 0,-4 7 0,-1 12 0,-1 10 0,0 7-247,1 8 1,7-12 0,2 6-1</inkml:trace>
  <inkml:trace contextRef="#ctx0" brushRef="#br1" timeOffset="47">23868 17021 8912,'0'-17'0,"0"0"0,0 0 0,0-1 0,0 1 0,0 0 0,0 0 0,0 5 0,0 1 0,0 9 0,0 2 0,0 10 0,6 13 0,0 5 0,7 5 0,-1 3 0,3 4 0,2 6 0,0-2 0,1 2 0,-1-8 0,0 2 0,-5-6 0,-3-3 0,1-4 0,-1-2 0,-5-8 0,2-6 0,3-7 0,-7 2 0,4-12 0,4-11 0,1-12 0,-1-3 0,1-5 0,1-3 0,-3-6 0,5 2 0,-9-1 0,7 1 0,-7-2 0,1 4 0,-6 7 0,0 7 0,0-1 0,8 8 0,-6-4 0,13 16 0,-5 1 0</inkml:trace>
  <inkml:trace contextRef="#ctx0" brushRef="#br1" timeOffset="48">24729 17004 8912,'-36'0'0,"-3"-2"0,-1-2 0,2-1 0,2-1 0,1 6 0,1 2 0,-1 3 0,9 5 0,3 9 0,5 2 0,7 2 0,3 2 0,8-2 0,2-4 0,4 4 0,3-4 0,9-2 0,-1-5 0,0-1 0,0-7 0,2 0 0,2-6 0,2-4 0,2-7 0,-2 1 0,-4-3 0,4-2 0,-4-2 0,-1-4 0,-1 4 0,0-4 0,-5 4 0,-1 1 0,0 1 0,5 0 0,-5 0 0,-1 7 0,-4 5 0,-5 3 0,7 9 0,-8 5 0,0 9 0,0 2 0,0 7 0,0-1 0,0-2 0,0 1 0,2-7 0,4 2 0,3 4 0,8-8 0,3 2 0,1-8 0,2-7 0,0-4 0,1-10 0,3-1 0</inkml:trace>
  <inkml:trace contextRef="#ctx0" brushRef="#br1" timeOffset="49">25090 16660 8912,'0'17'0,"-5"8"0,-1 4 0,-8 11 0,5 6 0,-3 3 0,1 3 0,7 0 0,-2-1 0,4 1 0,2-1 0,0-9 0,0-7 0,2-8 0,2-10 0,4-2 0,1-4 0,3-3 0,5-8 0,0-8 0,0-3 0,1-6 0,-1-6 0,0-4 0,0-7 0,0-1 0,1 1 0,3 0 0,-4-1 0,4 3 0,-11 3 0,1 6 0,0 4 0,-7 2 0,2 0 0,4 7 0,-8 2 0,5 18 0,-7 7 0,-6 2 0,1 10 0,1 0 0,2-3 0,2 5 0,0-8 0,0 0 0,0-6 0,8 0 0,3 0 0,4-1 0,3-5 0,-1-3 0,0-8 0,2 0 0,4 0 0,-2-8 0,6-3 0,0-5 0,-1-1 0,-3-6 0,6 0 0,-8-5 0,2 5 0,-4-6 0,-2 6 0,1 0 0,-1 6 0,-8 6 0,-1 1 0,0 2 0,-6 3 0,5 12 0,-7 5 0,6 5 0,0 6 0,1-4 0,-1 4 0,-2-4 0,5-2 0,1-2 0,0-3 0,-5 3 0,7-3 0,-7-5 0,7-1 0,-6-4 0,5-2 0,-5 0 0,5 0 0,-7-8 0,4-3 0,-1-4 0,-5-3 0,4 1 0,-4-6 0,-2 0 0,0 6 0,0 6 0,-6-1 0,1-5 0,-3 8 0,2 3 0,-5 4 0,-3 4 0,3 4 0,1 5 0,5 12 0,3-2 0,-4 8 0,4-7 0,2 7 0,0-8 0,2 2 0,4-4 0,5-2 0,10 1 0,2-1 0,6-8 0,-6-3 0,7-4 0,-1-2 0,4-2 0,1-4 0,0-9 0,1-10 0,-1-2 0,1-3 0,-1-3 0,0-1 0,-7 0 0,-4-1 0,-4 3 0,-2 3 0,-5-1 0,-1 7 0,-7 5 0,2 7 0,-10 15 0,-2 2 0,-5 15 0,5 7 0,-5 5 0,5 1 0,-2 0 0,3 1 0,3-3 0,-4-3 0,2 3 0,0-5 0,-3 2 0,-3-1 0,-3-6 0,-10 0 0,-4-2 0,-7-3 0,-8 6 0,-4 0 0,-4-1 0,-17-4 0,-4-1 0</inkml:trace>
  <inkml:trace contextRef="#ctx0" brushRef="#br1" timeOffset="50">16451 13531 8912,'0'17'0,"0"-5"0,0-1 0,0-7 0,-7 4 0,5-8 0,-6-2 0,8-4 0,2 4 0,4-4 0,-4-3 0,5 7 0,-5-12 0,2 7 0,2-3 0,0 6 0,-6-11 0,0 13 0,0-7 0,0 3 0,-2 4 0,-4-4 0,2 4 0,-7 2 0,-1 0 0,-5 0 0,0 0 0,0 0 0,-1 6 0,1 0 0,-6 2 0,0-3 0,-7 5 0,1 7 0,2-4 0,-1 5 0,1-5 0,-2 10 0,-1-4 0,7-2 0,-6 0 0,6 1 0,0 4 0,8 1 0,1-2 0,3-1 0,5-3 0,-5 0 0,7 0 0,-2 0 0,4 2 0,2 4 0,0-11 0,0 3 0</inkml:trace>
  <inkml:trace contextRef="#ctx0" brushRef="#br1" timeOffset="51">16176 13772 8912,'10'-8'0,"3"4"0,-5-7 0,-1-3 0,3-1 0,0-2 0,-5 0 0,5 0 0,-1-1 0,1 1 0,-4 0 0,3 0 0,-1 0 0,3-1 0,-3 1 0,2 0 0,-7 7 0,5-5 0,-8 13 0,0-5 0,0 7 0,-8 0 0,5-6 0,-9 0 0,6 0 0,-5 6 0,5 0 0,-5 0 0,-1 6 0,-5 0 0,-2 7 0,-4-1 0,2 3 0,-6 2 0,0 0 0,1 1 0,-3-1 0,-6 0 0,7 2 0,-1 4 0,0-4 0,-5 4 0,7-4 0,2-2 0,2 2 0,1 4 0,-7 2 0,6 4 0,-6 3 0,6-3 0,2 3 0,10 3 0,-5-1 0,7-1 0,-1-3 0,5-1 0,-3-8 0,2 2 0,0 2 0,6-2 0,-5 0 0,-1-6 0,-2 2 0,3 4 0,-3-4 0,-4 6 0,5-2 0,-1 0 0,4 1 0,-7-1 0,7-4 0,-2 4 0,4-4 0,2-1 0,0 5 0,0-1 0,0 7 0,0-4 0,0 0 0,0 0 0,0 5 0,0-1 0,0 3 0,0 3 0,0-1 0,0 0 0,6 1 0,0-1 0,5 1 0,-3-3 0,2-1 0,3-3 0,-3 1 0,1 5 0,0-5 0,7 0 0,-1-3 0,0 3 0,0 4 0,1-5 0,1 3 0,4-3 0,-2 5 0,7-6 0,3 1 0,1 1 0,3-2 0,-1 1 0,1 5 0,-1-4 0,2-3 0,5 3 0,-5-8 0,4 4 0,-4-2 0,-1 0 0,1 0 0,4-6 0,-1 0 0,6 0 0,3 0 0,10 0 0,-1-1 0,12-5 0,-4 3 0,9-9 0,-3 7 0,0-6 0,1-1 0,3 3 0,0-6 0,-7 4 0,9-5-198,3-1 1,-1 0 197,1 0 0,-4 0 0,-1 0 0,5-1 0,-11-5 0,8 2 0,-1-6 0,6 3 0,1 3 0,-7 2 0,4 2 0,-7 0 0,2 0 0,-5 0 0,-1 0 0,2 0 0,3 0 0,5 0 0,7 0 0,0 0 0,0 0 0,-6 6 0,1 0 0,1 5 0,10-5 0,1 5-143,-44-8 0,0 0 0,0 3 0,-1-1 143,38 1 0,8 2 0,-14-4 0,-3 1-176,-4-1 0,3-2 176,4-2 0,10 0 0,2 0 0,-6 0 0,-6 0 0,1 0 0,5 0 0,2 0 0,1 0 0,5 2 0,2 4 0,-6-2 0,1 7 0,3-5 0,-2 5 0,0-7 0,-6 2 0,5 1 0,3-1 0,-2-2 0,-4-2 0,-6 4 0,-13-1 0,7 1 0,5-6 0,9 6 0,1-1 0,-5 7 0,-5-6 0,-10 1 0,1-3 0,-5 4-45,-2 1 0,0-5 45,-8 2 0,-1 2 0,7-3 0,-8 7 0,3-7 0,-12 3 71,-6-2 0,-4 1 0,1 7 0,1-5 0,2 1-71,-2-1 0,6 3 0,-2-1 283,4 1 1,10-1-284,-5 7 0,7-7 0,-1 0 0,-5-1 0,1 3 0,-7-1 192,-4 1 0,-4 1-192,-9-3 0,2 4 51,-9-3 1,7 1-52,-6-1 0,6 3 0,-6-4 0,0 3 0,-4-1 0,2-1 0,2 1 0,0-5 0,-6-3 0,-6 3 0,1-2 0,-8 1 0,1-1 0,-3-4 0,-2 6 0,0-8 0,0 0 0,-7 0 0,3 0 0,-8 0 0,7 0 0,-7 0 0,-1 0 0,-2 0 0,5 0 0,-13 0 0,4 0 0</inkml:trace>
  <inkml:trace contextRef="#ctx0" brushRef="#br1" timeOffset="52">24608 16213 8912,'27'-8'0,"-4"-1"0,-4-1 0,-2 3 0,-1 14 0,-3 7 0,-3 5 0,-3 4 0,-1 7 0,-6-1 0,-2 3 0,-4 3 0,3-1 0,-9 1 0,-1-1 0,-8-1 0,-4-3 0,-2-1 0,-2-3 0,-5 3 0,-8 4 0,-4-5 0,-8 1 0,-9 5-286,0-3 1,18-10-1,-1 0 1,-42 13-1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440"/>
    </inkml:context>
    <inkml:brush xml:id="br0">
      <inkml:brushProperty name="width" value="0.05292" units="cm"/>
      <inkml:brushProperty name="height" value="0.05292" units="cm"/>
    </inkml:brush>
  </inkml:definitions>
  <inkml:trace contextRef="#ctx0" brushRef="#br0">15987 13961 8912,'0'27'0,"2"3"0,4-7 0,1 8 0,7-5 0,-5 1 0,-1-4 0,5-4 0,-1-2 0,3-3 0,2 3 0,-5-9 0,-1 9 0,4-4 0,6-3 0,-1 5 0,2-4 0,3 3 0,-2-3 0,8 3 0,-2-9 0,3 7 0,2-6 0,1 5 0,-1-5 0,6 5 0,1-5 0,1 5 0,-2-5 0,-2 7 0,8-1 0,-8 3 0,4 2 0,-2 1 0,1-1 0,-1 6 0,-6 0 0,1-2 0,-1-2 0,6 0 0,0 4 0,2-6 0,-3 2 0,3-6 0,2 1 0,2-5 0,5 3 0,1-8 0,-1 1 0,-5 3 0,0-2 0,-2 7 0,2-1 0,4-3 0,-4 3 0,0-7 0,5 7 0,-3-6 0,9 5 0,5-7 0,1 2 0,4-3 0,1 3 0,13-4-196,-1 4 0,6-4 196,-11-2 0,7 5 0,-2 1 0,10 8 0,2-5 0,-2 3 0,-2-1 0,-2-1 0,0 1 0,0 4 0,0-3 0,0 3 0,0 2 0,-2 0 0,-2 1 0,-3-1 0,-3 0 0,-5 0 0,-6 0 0,7 1 0,-3-1 0,12 0 0,-3 0 0,2-2 0,1-3 0,-7 3 0,7-3 0,1 1 0,2-2 0,4 5 0,4-5 0,-3-1-213,-40-5 0,0 1 0,47 6 213,-48-4 0,1 1 0,45 8 0,-8 0 0,6 2 0,-1 4 0,-42-13 0,0-1 0,43 14 0,-8 2 0,-10-2 0,-9 6-97,-1-6 1,-1 5 96,5-5 0,3 2 0,4-2 0,-4-2 0,3 8 0,-3-1 0,-2-1 0,-8 4 0,-4-8 0,-1 1 0,1-1 0,-3-4 0,5 6 0,-2-2 0,1 0 0,-1 6 0,-5-6 0,-3 2 179,-3-3 1,-6-2-180,-11 2 0,2 3 0,-8-2 0,7 0 0,-1-6 0,-4 1 0,0-1 0,-3 0 325,1 0 1,6-2-326,-6-3 0,0 1 107,-6-7 0,-2 2-107,-3-3 0,1-1 0,-7 8 0,0-9 0,0 7 0,-1-4 0,1-2 0,-6 7 0,0-5 0,0 5 0,0-5 0,0 5 0,0-5 0,0 6 0,0-9 0,0 13 0,0-14 0,0 5 0,0-7 0,0 2 0,0 4 0,0-4 0,-8 5 0,-1-7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441"/>
    </inkml:context>
    <inkml:brush xml:id="br0">
      <inkml:brushProperty name="width" value="0.05292" units="cm"/>
      <inkml:brushProperty name="height" value="0.05292" units="cm"/>
    </inkml:brush>
  </inkml:definitions>
  <inkml:trace contextRef="#ctx0" brushRef="#br0">23060 9422 8912,'0'-27'0,"0"0"0,2 6 0,1-2 0,3 2 0,0 2 0,-4 4 0,3 4 0,-3-5 0,4 5 0,-4-4 0,-2 3 0,-2 3 0,-4 1 0,3 0 0,-9 4 0,-1-1 0,-3 1 0,-1 2 0,0 2 0,-8 0 0,-2 0 0,-3 0 0,-5 0 0,3 0 0,-14 0 0,6 2 0,-6 4 0,-8-5 0,-9 5 0,-4-2 0,-1 2 0,-1-2 0,0 7 0,-2-5 0,-2 3 0,1 1 0,5-1 0,4 1 0,5 1 0,3 5 0,-8-5 0,13-1 0,-1 1 0,8-5 0,-2 5 0,4 1 0,-3 5 0,2 0 0,4 0 0,2 6 0,1 0 0,7 8 0,-1-2 0,0 3 0,3-13 0,1-4 0</inkml:trace>
  <inkml:trace contextRef="#ctx0" brushRef="#br0" timeOffset="1">21218 9663 8912,'-25'30'0,"-3"4"0,3 5 0,-8-5 0,14 0 0,-4 1 0,2 5 0,2-2 0,0-3 0,4-5 0,7-3 0,-3 2 0,5 3 0,-6-3 0,9-3 0,-3 3 0,4 0 0,2 5 0,0 0 0,0 1 0,0-1 0,0 1 0,0 1 0,0 4 0,2-4 0,4 4 0,5-5 0,4-6 0,-3 3 0,-1-3 0,7 1 0,4-1 0,1 1 0,-5-7 0,5 0 0,0-6 0,7 1 0,-1-1 0,3 0 0,3 0 0,-1 0 0,1 1 0,1-1 0,4 0 0,-4-2 0,5-3 0,2 3 0,3-3 0,6 1 0,5-2 0,5 5 0,6-5 0,-5-1 0,1 1 0,-1-5 0,4 5 0,-2 1 0,-2-3 0,0-1 0,6-8 0,7 2-210,4 4 0,3-4 210,-3 3 0,-4-3 0,-7-2 0,-2 0-77,-4 0 0,4 2 77,-4 4 0,0-4 0,6 3 0,6-3 0,1-2 0,7 0 0,-9 0 0,1 0 0,-6 0 0,11 0-200,0 0 0,8 0 200,-8 0 0,3 0 0,-3 0 0,8 0 0,-8 0 0,0 0 0,-11 0 0,0 0 0,4 0 0,3-2 0,5-3 0,-1 3 0,-11-4 0,1-2 0,5 3 0,-4-7 0,3 7 0,5-3 0,1 2 0,12 2 0,-44-1 0,1-1 0,0-1 0,0 0 0,43-8 0,-6 4 0,-12-1 0,-3-1 0,4-10 0,7 2 0,-2-8 0,6 6 0,-11-3 0,-5-1-80,-4 0 0,-7-2 80,-8-5 0,-1 5 0,-4 1 0,4-7 0,-4-5 0,3-2 0,3 2 0,-2 2 0,-4-8 0,-4 6 0,-8-6 0,0 0 0,1-5 0,-8-1 195,-4 1 0,-6 1-195,-6 4 0,-3-2 0,-8 8 0,0 0 75,0-2 0,-2 4-75,-4-8 0,-3 6 208,-9-6 1,-4 6-209,-1-6 0,-8 2 44,2-2 0,-9-2 1,-2 8-1,0 4-44,-2 5 0,-2 1 0,-8 7 0,-5-6 0,-1 6 0,-1 0 0,2 6 0,1 0 0,-7 0 0,0-6 0,-8 0 0,-3 2 0,-7 2 0,-10 2 0,42 9 0,0-1 0,-1-3 0,1-1-128,0-2 0,0 1 1,-1 1-1,1 1 128,-43-11 0,-2-2 0,3 3 0,5-1 0,-1 5 0,13 3-66,9 4 1,0-5 65,8 5 0,-3 3 0,3 3 0,-4-3 0,-8 2 0,-2-5 0,-2 3 0,-1 0 0,1 1 0,-3-5 0,1 7 0,-7-9-181,2 3 1,3 3 180,3 2 0,5 5 0,6 1 0,3 0 0,9 0 0,7 0 0,4 0 0,3 0 0,3 0 0,-2 1 242,-5 5 1,3-4-243,-8 4 0,0 1 0,-5-1 0,-9 6 0,-3-7 0,-2 7 0,2-6 0,-2 7 0,8-2 0,5 3 66,6-3 1,8 4-67,-2-3 0,4 3 0,1 2 0,-1 1 192,-4-1 1,3-6-193,-3 1 0,-2-1 0,2 6 0,-8 1 0,2-3 0,-1-2 0,1-1 0,-2-1 0,8 6 0,5-5 0,7-1 0,7 1 0,-2 5 0,4-6 0,1 1 0,1 1 0,0 3 0,5 1 0,1 0 0,5-6 0,-5 1 0,5-3 0,-5 3 0,-1 3 0,-5-3 0,3 3 0,-3 2 0,2 2 0,-14 4 0,-1 6 0,-10 11 0,-12 13 0,-11 16 0,26-31 0,-1 1 0,-1 4 0,0 0 0</inkml:trace>
  <inkml:trace contextRef="#ctx0" brushRef="#br0" timeOffset="2">24608 8683 8912,'-17'9'0,"0"-1"0,0-8 0,0 0 0,-1 2 0,1 3 0,0-3 0,0 4 0,7-4 0,3-2 0,14-8 0,5-3 0,3-6 0,4-8 0,6-8 0,9-5 0,3-17 0,9-3 0,5-14-179,-23 32 0,2 0 1,1 0-1,1 1 179,-3-1 0,-1 0 0,29-33 0,-5-1 0,-4 15 0,-8 13 0,-15 19 0,-18 27 0,-12 10 0,-1 7 0,0 0 0,6 0 0,0 0 0,0 1 0,0-7 357,0 1 1,8-9-358,3 3 0,-1-4 0,1-2 0,1-8 0,5-1 0</inkml:trace>
  <inkml:trace contextRef="#ctx0" brushRef="#br0" timeOffset="3">25056 7634 8912,'-17'-8'0,"-1"6"0,1-4 0,6-1 0,-1 1 0,8-7 0,12 5 0,15-3 0,8 3 0,3 8 0,10 0 0,8 0 0,1 8 0,8 5 0,-1 8 0,-5 8 0,-3 5 0,-6 6 0,-4 2 0,-8 4 0,-15 4 0,-7-4 0,-8 3 0,-4 3 0,-8-6 0,-4 0 0,-11-8 0,-5 2 0,3-6 0,2-5 0,4-8 0,2-8 0,7-5 0,-5-31 0,5-6 0</inkml:trace>
  <inkml:trace contextRef="#ctx0" brushRef="#br0" timeOffset="4">25933 7341 8912,'6'12'0,"0"-1"0,-2 5 0,-2 5 0,5 5 0,5 11 0,3 3 0,2 6 0,1 9 0,-1 2 0,2 8 0,4-2 0,-6-1 0,0-1 0,-9-2 0,-6-4 0,-4-9 0,-4-6 0,-9-7 0,-8-10 0,-8-8 0,5-30 0,-9-4 0</inkml:trace>
  <inkml:trace contextRef="#ctx0" brushRef="#br0" timeOffset="5">25813 7290 8912,'10'-19'0,"-3"-2"0,-1-2 0,0 2 0,7 7 0,-1 3 0,-1 5 0,6-5 0,-1 7 0,12-2 0,3 4 0,1 2 0,10 6 0,4 0 0,4 7 0,2-1 0,-1 9 0,1 2 0,-10 7 0,-8-1 0,-3 3 0,-14 3 0,-3-1 0,-16 2 0,-6 3 0,-9 1 0,-8 6 0,-10-6 0,-5 0 0,0-6 0,-2-5 0,2-1 0,6-7 0,-1 2 0,8-4 0,18-9 0,1-4 0,8-12 0,2-7 0,4-8 0,5-6 0,12-7 0,2-3 0,6-1 0,-1-2 0,7 2 0,-3 1 0,6 3 0,-4 2 0,-1 3 0,-3 4 0,-3 8 0,-4 7 0,-8 5 0,0 3 0,-1 11 0,-5 8 0,3 3 0,-7 8 0,1 3 0,-1 1 0,1 3 0,-2-1 0,-2 0 0,7 1 0,-7-3 0,2-3 0,-2 1 0,1-7 0,-3 0 0,4-6 0,-6-7 0,-6-4 0,-3-4 0,-9-2 0</inkml:trace>
  <inkml:trace contextRef="#ctx0" brushRef="#br0" timeOffset="6">26450 7152 8912,'-8'-17'0,"6"0"0,-5 0 0,7 7 0,1 3 0,5 8 0,6 3 0,3 2 0,10 5 0,3-5 0,-1 8 0,2-3 0,-6-1 0,6 1 0,-1 1 0,7 5 0</inkml:trace>
  <inkml:trace contextRef="#ctx0" brushRef="#br0" timeOffset="7">26846 7376 8912,'9'42'0,"-3"-8"0,-2-5 0,1-6 0,-3-4 0,6 6 0,-8-8 0,0-7 0,8-3 0,3-7 0,-1-2 0,3-3 0,6-7 0,-2-9 0,6-2 0,-4-13 0,-1 1 0,-7-3 0,1 4 0,-3-1 0,3 1 0,-5 2 0,-7 3 0,0 2 0,0 4 0,0 4 0,0-6 0,2 16 0,4 3 0,-2 4 0,7 2 0,-7 0 0,19 8 0,-4 1 0</inkml:trace>
  <inkml:trace contextRef="#ctx0" brushRef="#br0" timeOffset="8">27379 7273 8912,'-17'0'0,"0"-2"0,-1-4 0,1 4 0,0-4 0,-6 10 0,0 2 0,0 13 0,8-2 0,3 2 0,7 0 0,3 4 0,2 0 0,0 2 0,2-4 0,3 2 0,7-2 0,11-9 0,-2-5 0,7-7 0,-5-2 0,6-3 0,-8-11 0,2-7 0,-4-5 0,-3 3 0,-3 0 0,-2 0 0,-7 0 0,2 2 0,-6 4 0,-6-4 0,-3 4 0,-9 2 0,-5 2 0,1 3 0,-9 5 0,2 7 0,2 0 0,-1 0 0,9 2 0,0 1 0,5 3 0,10 0 0,-3-6 0,7 0 0</inkml:trace>
  <inkml:trace contextRef="#ctx0" brushRef="#br0" timeOffset="9">27809 6654 8912,'-17'0'0,"6"0"0,-1 0 0,6 0 0,-3 2 0,1 3 0,2 5 0,6 7 0,0 14 0,0 3 0,0 12 0,2 0 0,2 3 0,2 3 0,7 3 0,-1-3 0,3 1 0,2-12 0,0-1 0,1-6 0,-1-7 0,0-4 0,-5-6 0,-1-6 0,2-5 0,-3-6 0,1-6 0,-5-3 0,6-8 0,-3-8 0,3-4 0,1-3 0,-7-3 0,5 7 0,-5-1 0,0 6 0,-6-6 0,7 8 0,-5-3 0,6 12 0,-8 1 0,0 9 0,0 2 0,0 9 0,0 7 0,6 7 0,-1-1 0,9 9 0,-3-2 0,1-3 0,3 1 0,4-2 0,0-4 0,6-4 0,-2-5 0,2 1 0,-2-7 0,-4 0 0,4-6 0,-4-8 0,-2-6 0,-1-5 0,-5-4 0,2-1 0,-7 1 0,6-2 0,-7-4 0,3 4 0,-2 8 0,-4 0 0,3 0 0,-3 7 0,6 3 0,-6 7 0,11 7 0,-5 5 0,1 3 0,5 2 0,1-2 0,2-3 0,1 3 0,-1-3 0,2-5 0,4-1 0,-2-4 0,8-2 0,-7 0 0,7 0 0,-6-8 0,4-3 0,0-6 0,-1-6 0,-5 2 0,2-8 0,-5 6 0,-7-6 0,2 3 0,-7-3 0,0-3 0,-6 13 0,0-4 0,-2 11 0,-4 6 0,2 6 0,-7 6 0,7 4 0,-2 7 0,5 6 0,1 0 0,0 7 0,0-1 0,1 3 0,5 3 0,4-1 0,-1 1 0,7-1 0,-5 0 0,2 1 0,-1-1 0,1 1 0,-7-3 0,0-3 0,1-6 0,-5 1 0,4-1 0,-12 0 0,-5-6 0,-4 1 0,-3-1 0,-6-8 0,-5-3 0,-2-4 0,3-2 0,-5-8 0,4-3 0,-3-20 0,-3-5 0</inkml:trace>
  <inkml:trace contextRef="#ctx0" brushRef="#br0" timeOffset="10">28429 6568 8912,'-16'-23'0,"3"0"0,3 2 0,3 2 0,1 7 0,6 1 0,0 7 0,0-4 0,0 10 0,0 4 0,6 4 0,0 9 0,-3 2 0,-1 2 0,-6 5 0,-7-5 0,-8 8 0,-16-4 0</inkml:trace>
  <inkml:trace contextRef="#ctx0" brushRef="#br0" timeOffset="11">27637 7187 8912,'-44'0'0,"4"0"0,11 0 0,10 0 0,8 0 0,7-2 0,0-4 0,12-5 0,15-5 0,11-8 0,18-5 0,13-4 0,4-1 0,15 0-273,-4-1 0,8 3 273,-8 3 0,4-1 0,2 7 0,0 0 0,1-2 0,-9-2 0,-2-7 0</inkml:trace>
  <inkml:trace contextRef="#ctx0" brushRef="#br0" timeOffset="12">29496 6637 8912,'-18'17'0,"1"-8"0,0-3 0,0-4 0,0-2 0,-1 2 0,1 4 0,0-5 0,0 7 0,0 0 0,-1 3 0,1 12 0,0 6 0,5-2 0,1 1 0,7 1 0,-2 5 0,5 1 0,1-1 0,0-7 0,0-4 0,5-4 0,1-2 0,7-2 0,-1-3 0,3-5 0,2-7 0,1 0 0,-1 0 0,2-7 0,2-7 0,2-5 0,-2-4 0,-2-1 0,-2 1 0,-5 2 0,-1-8 0,-1 2 0,3-3 0,-3 3 0,-3 2 0,1 2 0,-2 6 0,-4 0 0,5 7 0,-7 4 0,0 12 0,0 6 0,0 9 0,0 3 0,0 3 0,2 0 0,4 2 0,2 1 0,3-7 0,4 0 0,-3-6 0,3 0 0,2-7 0,1-4 0,-1-4 0,-6-10 0,1-3 0,-8-5 0,1-1 0,-3 0 0,-2 0 0,-7-1 0,-5 1 0,-5 0 0,-4 2 0,-2 1 0,2 3 0,-4 7 0,2-2 0,0 4 0,6 2 0,0 0 0,-1 0 0,1 0 0</inkml:trace>
  <inkml:trace contextRef="#ctx0" brushRef="#br0" timeOffset="13">29926 6465 8912,'-17'-8'0,"-1"4"0,1-7 0,6 1 0,-1-1 0,8 3 0,-3 8 0,7 15 0,0 8 0,0 8 0,6 5 0,-1 4 0,3 2 0,-2 4 0,-4 4 0,3-4 0,3-4 0,-2-2 0,5-4 0,-3-2 0,-1-1 0,1-4 0,6-5 0,-5-14 0,8-2 0,1-8 0,-1-14 0,0-3 0,0-12 0,0 1 0,1-5 0,-1-1 0,0-6 0,0 0 0,-5 0 0,-1 5 0,-1 3 0,1 3 0,-5 6 0,-4 4 0,-2 9 0,0-5 0,0 23 0,0 3 0,0 6 0,0 12 0,0 2 0,0 1 0,0 3 0,0-1 0,0-5 0,0-1 0,2-7 0,3 2 0,-3-4 0,14-3 0,-5-5 0,4-5 0,3-6 0,-1-6 0,0-5 0,0-12 0,0 2 0,1-8 0,-3 0 0,-4-5 0,5 5 0,-5 1 0,3 5 0,-3-4 0,-5 2 0,-2 4 0,1 10 0,-3 3 0,6 16 0,-8 3 0,0 12 0,0 6 0,0 3 0,0 3 0,0-7 0,0 1 0,0-2 0,0 1 0,2-3 0,4-8 0,5 0 0,10-1 0,4-5 0,2-5 0,1-6 0,7-6 0,-1-3 0,1-9 0,-1-6 0,0-5 0,-5-4 0,0-1 0,-8 2 0,0 1 0,-6 2 0,-3-1 0,-8 5 0,1 2 0,-3 4 0,-2 2 0,-2 0 0,-3-1 0,1 9 0,-8 3 0,8 6 0,-1 6 0,-3 3 0,2 9 0,-5-1 0,5 0 0,-5 8 0,5 3 0,-6 5 0,7 1 0,1 1 0,2-1 0,2-3 0,0 3 0,0-9 0,0 9 0,-6-11 0,0 0 0,1-4 0,5-2 0,0 1 0,0-9 0,2-1 0,3-8 0,-1-15 0,8-8 0,1-8 0,2-3 0,4-8 0,4-4 0,-9 4 0,3 2 0,-4-2 0,5 1 0,-7 7 0,1 5 0,-3 8 0,3-2 0,-3 12 0,-3 5 0,-4 6 0,3 6 0,3 4 0,-2 7 0,5 6 0,-3 2 0,0-1 0,-1 1 0,-1 0 0,-6-2 0,6-4 0,0 4 0,-1-10 0,-5-1 0,0-1 0,0-1 0,8-3 0,-6-10 0,4-9 0,3 1 0,3-12 0,-3-4 0,3-2 0,-1 3 0,6-3 0,0 2 0,1-1 0,-1 5 0,0 4 0,-5 1 0,-1 1 0,1 8 0,5 1 0,0 8 0,0 0 0,0 8 0,1 3 0,-1 4 0,2 1 0,2-3 0,2-1 0,2-7 0,-2 7 0,-4-8 0,4 1 0,-4-3 0,-2-2 0,0-2 0,0-3 0,-5 1 0,-2-8 0,-1-1 0,1-2 0,-7-3 0,3 1 0,2 0 0,-2 0 0,-1 5 0,-5 1 0,0 7 0,0-11 0,0 15 0,0 0 0,0 7 0,0 13 0,0 1 0,0 1 0,0 7 0,0-6 0,0 6 0,0-6 0,0 0 0,0-6 0,0 0 0,0 0 0,0 0 0,-2-3 0,-3-9 0,3-6 0,-4-17 0,6-7 0,6-3 0,-2-5 0,7-1 0,1-8 0,5-4 0,2-2 0,4 2 0,-2-1 0,8 7 0,-8 1 0,2 11 0,-2 5 0,1 11 0,-2 5 0,3 11 0,-4 5 0,-2 8 0,6 14 0,0 3 0,-4 1 0,-2 5 0,-4-4 0,10-2 0,-9 7 0,-3-1 0,3-4 0,9-2 0,-2-9 0,7 10 0,-7-13 0,20 3 0,-5-7 0</inkml:trace>
  <inkml:trace contextRef="#ctx0" brushRef="#br0" timeOffset="14">14059 12087 8912,'12'-2'0,"-1"-4"0,-7-3 0,6-3 0,-4 1 0,-5 5 0,5-6 0,-4 9 0,-4-5 0,-4 8 0,-3 8 0,-8 3 0,-1 6 0,1 4 0,-2 4 0,-4 2 0,-2 2 0,-3 5 0,-5-2 0,4-3 0,-1 5 0,1 1 0,-3-1 0,5 6 0,-2-3 0,1-3 0,8 0 0,3 1 0,6-7 0,5 1 0,4-8 0,-4 2 0,14-6 0,9-5 0,4 1 0,14-7 0,-3 0 0,14-6 0,2-2 0,2-4 0,9-4 0,4-7 0,4-6 0,2 0 0,0-7-182,-1 1 0,7 2 182,0-1 0,-10 7 0,-14-2 0,-14 6 0,-16 3 0,-8 3 0,-5 7 0,-10-4 0,-4 8 0,-4 0 0,-7 0 0,0 0 0,0 0 0,0 0 0,-1 0 0,1 0 0,-8-7 0,-2-3 0</inkml:trace>
  <inkml:trace contextRef="#ctx0" brushRef="#br0" timeOffset="15">14249 12035 8912,'0'-17'0,"0"0"0,0 0 0,0-1 0,-2 11 0,-4 7 0,4 11 0,-5 18 0,-1 11 0,-4 8 0,5 17 0,1 4 0,2 11-257,-1 0 1,3 6 256,-4 6 0,10-6 0,1 0 0,7-10 0,-6-13 0,7-6 0,-3-11 0,1-8 0,1-7 0,-9-6 0,5-16 0,-8-3 0,0-12 0,-8-3 0,-1-8 0</inkml:trace>
  <inkml:trace contextRef="#ctx0" brushRef="#br0" timeOffset="16">15385 11949 8912,'0'-11'0,"0"-1"0,0-1 0,0-2 0,0-3 0,0 7 0,0 0 0,0-3 0,0 5 0,0-3 0,7 8 0,5-1 0,3 5 0,2 5 0,0 7 0,1 3 0,1 4 0,4 4 0,-4 4 0,4 7 0,-4 3 0,-2 3 0,-2-2 0,-3 8 0,1-6 0,-7 6 0,-8 5 0,-9 7 0,-10 1 0,-2-2 0,-8 2 0,2 4 0,-3-7 0,-3-8 0,-1-6 0,-4-8 0,11-7 0,1-4 0,1-12 0,4-5 0,6-4 0,5-2 0,6-2 0,-5-4 0,7-5 0,-2-10 0,4-4 0,2-2 0,0-2 0,0-5 0,2-2 0,4-4 0,-2-4 0,7-8 0,1 6 0,5 0 0,-5 8 0,-1-2 0,1 6 0,5 5 0,0 6 0,0 12 0,2 3 0,4 8 0,-4 9 0,4 9 0,-2 8 0,2 7 0,-2 9 0,8 4 0,-6 3 0,6 3 0,1-8 0,10-4 0,4-11 0,8-6 0,7 0 0,4-6 0,-2-4 0,3-13-232,-9 0 0,4-7 1,-7-3-1</inkml:trace>
  <inkml:trace contextRef="#ctx0" brushRef="#br0" timeOffset="17">19532 12173 8912,'11'0'0,"1"0"0,1-2 0,2-4 0,1-5 0,-3-5 0,-1-1 0,-9 0 0,3 0 0,-2 0 0,2-1 0,-4 1 0,3 0 0,-3 0 0,-2 0 0,-7-1 0,-5 1 0,-3 0 0,-2 0 0,-8 2 0,-4 1 0,-3 5 0,-3 1 0,5 2 0,-5 6 0,5 8 0,-11 5 0,5 8 0,2 8 0,1 5 0,5 6 0,-3-1 0,8 7 0,6-8 0,5 2 0,8-6 0,-1-5 0,5 1 0,5-9 0,7-5 0,3-9 0,10-5 0,4-2 0,3-7 0,3-5 0,1-5 0,4-6 0,-2-4 0,8-7 0,-6 5 0,6 1 0,-7 1 0,-1-2 0,-6 6 0,-3 4 0,-14 4 0,3 3 0,-11 7 0,5 10 0,-9 15 0,3 14 0,-4 8 0,-2 10 0,0 7 0,0 6 0,-2 7 0,-4 9 0,5-7 0,-5-5 0,2-8 0,-2-9 0,4-9 0,-3-2 0,3-13 0,2-5 0,7-11 0,5-7 0,3-3 0,2-9 0,1-5 0,-1-11 0,8-11 0,1-10 0</inkml:trace>
  <inkml:trace contextRef="#ctx0" brushRef="#br0" timeOffset="18">20530 12156 8912,'-2'-18'0,"-2"1"0,-2 0 0,3 0 0,-1-6 0,-2 0 0,4 0 0,-5 6 0,-1-2 0,-4-4 0,3 9 0,-3-3 0,-1 11 0,-10 1 0,2 10 0,-8 7 0,1 11 0,-7 6 0,3 11 0,3 5 0,4 5 0,8 0 0,2-2 0,3-3 0,5-8 0,7-3 0,0-1 0,0-10 0,15-8 0,8-9 0,7-6 0,5-6 0,5-6 0,0-11 0,0 2 0,-5-7 0,-7-1 0,1-7 0,0-2 0,-2-3 0,-3 1 0,-6 6 0,-1 1 0,0 5 0,-7 3 0,-5 8 0,-3 7 0,-2 6 0,0 18 0,-2 13 0,-3 9 0,1 14 0,-8 1 0,7 3 0,-7 9 0,8 0 0,-2 5 0,5-1 0,1-4 0,1-3 0,5-9 0,6-1 0,3-4 0,-4-8 0,1-15 0,-8-8 0,19-15 0,-4 0 0</inkml:trace>
  <inkml:trace contextRef="#ctx0" brushRef="#br0" timeOffset="19">21373 12087 8912,'0'-35'0,"-7"3"0,-5 3 0,-3 4 0,-4 8 0,-2 2 0,-2 3 0,-14 5 0,3 7 0,-4 9 0,3 9 0,-5 1 0,0 11 0,4 5 0,5 3 0,12 0 0,7-9 0,9 3 0,-3-3 0,6 1 0,6-1 0,3 2 0,8-8 0,2-6 0,4-6 0,2-7 0,6 2 0,-4-4 0,-2-2 0,3-8 0,-5-3 0,6-5 0,-6-1 0,0 0 0,-6 0 0,0 0 0,0-1 0,1 9 0,-1 3 0,0 4 0,-6 10 0,1 3 0,-8 20 0,1 9 0,-3 10 0,-2 7 0,0 6 0,0 11 0,-7-3 0,-5 4 0,5-12 0,-1-6 0,2-2 0,0 3 0,-5-12 0,5-1 0,1-14 0,-11-6 0,-3-8 0</inkml:trace>
  <inkml:trace contextRef="#ctx0" brushRef="#br0" timeOffset="20">24092 12276 8912,'-11'0'0,"-1"0"0,1-2 0,1-4 0,3 2 0,7-7 0,0-2 0,0 3 0,0-1 0,0-3 0,9-1 0,6-2 0,8 0 0,4-1 0,2 1 0,5 0 0,6 6 0,0-1 0,1 8 0,-5-2 0,2 8 0,2 10 0,-1 15 0,-11 18 0,-5 15 0,-11 8 0,-7 11 0,-10 12 0,-12-1 0,2-42 0,-1 0 0,-2-2 0,0-1 0,-23 40 0,-4-3 0,4-14 0,1-5 0,6-17 0,-1-6 0,1-3 0,0-11 0,-1-3 0,3-5 0,3-7 0,-2-3 0,8-8 0,0-6 0,6 0 0,6-13 0,-1 2 0,8-12 0,-1 1 0,3-7 0,2-5 0,7 2 0,5-8 0,5 8 0,6-2 0,2-2 0,6 4 0,-3 3 0,3 5 0,-4 10 0,1 3 0,1 8 0,5 13 0,-1 9 0,-4 16 0,-3 18 0,-3 16 0,-2 6 0,8 6 0,0-10 0,5 3 0,18-18 0,13-6 0,17-13 0,14-14 0,-46-24 0,1-7 0,1-5 0,-1 0 0</inkml:trace>
  <inkml:trace contextRef="#ctx0" brushRef="#br0" timeOffset="21">10807 13651 8912,'10'-2'0,"-5"-3"0,-3-7 0,-2-3 0,0-2 0,0 0 0,2 1 0,2 3 0,2 1 0,-2-1 0,-3-2 0,-1-2 0,0-1 0,0 9 0,0 11 0,0 15 0,0 14 0,0 12 0,-5 5 0,-1 15 0,0 6 0,6 6 0,0 5 0,0-6 0,0-1 0,0-8 0,2-6 0,4-5 0,-2-7 0,7-12 0,1-9 0,5-1 0,0-8 0,-7 1 0,-10-9 0,-10-1 0</inkml:trace>
  <inkml:trace contextRef="#ctx0" brushRef="#br0" timeOffset="22">10601 15560 8912,'0'-12'0,"0"1"0,-2-3 0,-2-1 0,-2-2 0,0 2 0,-1 3 0,5-3 0,-4 4 0,4-5 0,2-1 0,8 0 0,3 0 0,6-1 0,6 1 0,10 2 0,9 2 0,0 3 0,0 2 0,6 5 0,-2 8 0,-4 7 0,-4 11 0,-5 7 0,-5 9 0,-9 4 0,-1 9 0,-9 5 0,-9 1 0,-4 7 0,-7-2 0,-8 3 0,-18 3 0,-5 0 0,-9 0 0,-9-4 0,-8 4 0,1-18-162,4 6 0,-2-16 162,7-7 0,9-7 0,8-10 0,20-8 0,6-3 0,15-12 0,0-5 0,0-4 0,8-4 0,3-4 0,6-4 0,6-7 0,-2-3 0,8-3 0,0 6 81,5-1 0,1 3 0,-1 7 0,0 0-81,1 0 0,-3 10 0,-3 9 0,3 6 0,-3 6 0,9 11 0,3 12 0,1 9 0,-2 2 0,-2 6 0,8-4 0,2 0 0,1 0 0,3-2 0,0-5-137,-8-9 0,-2 7 0,-8-6 0</inkml:trace>
  <inkml:trace contextRef="#ctx0" brushRef="#br0" timeOffset="23">13956 13703 8912,'-9'0'0,"-1"0"0,4 0 0,4 0 0,-5 0 0,7-2 0,0-4 0,0 4 0,0-5 0,0 7 0,0 0 0,0-8 0,0 6 0,0-5 0,-2 7 0,-4 0 0,4-2 0,-3-4 0,3 4 0,2-6 0,0 8 0,0 0 0,0-7 0,7 5 0,5-4 0,5 4 0,6 2 0,-2 0 0,8 0 0,5 0 0,6 0 0,6 0 0,-6 0 0,6 0 0,-6 2 0,-3 4 0,-7 5 0,-5 5 0,-8 1 0,-7 0 0,-4 0 0,-12 6 0,-6 0 0,-11 6 0,-5-6 0,-5 5 0,-1-5 0,-1 0 0,1 2 0,0-6 0,-1 4 0,8-4 0,4-2 0,4 0 0,2-1 0,0-5 0,7-3 0,3-8 0,14 0 0,5 0 0,11 0 0,5 0 0,5 0 0,1 0 0,1 0 0,-1 0 0,2 0 0,5 0 0,-5 2 0,4 2 0,-4 3 0,-1 3 0,-8-5 0,-4 7 0,-4-1 0,-2 7 0,-8-1 0,-3 0 0,-17 8 0,-6 3 0,-20-1 0,-3 2 0,-8-6 0,-3 5 0,-1-7 0,0 2 0,6-4 0,1-1 0,6-1 0,1-2 0,8-1 0,7-3 0,-2-5 0,2 5 0,-2 3 0,2 8 0,-4-2 0,-15 4 0,-2-6 0</inkml:trace>
  <inkml:trace contextRef="#ctx0" brushRef="#br0" timeOffset="24">18930 13909 8912,'0'17'0,"0"1"0,0-16 0,1-10 0,5-15 0,-2 0 0,7 8 0,3 1 0,1 3 0,8 1 0,0-1 0,8-2 0,-5 7 0,3 2 0,0 2 0,3 2 0,3 0 0,3 10 0,-9 7 0,1 11 0,-1 11 0,-6 12 0,-12 12 0,-3 4 0,-8 2 0,-8 0 0,-5 0 0,-8-3 0,-8-3 0,-9-9 0,-2-8 0,-2-8 0,2 2 0,3-6 0,-3-5 0,4-4 0,1-8 0,3-2 0,3-3 0,6-6 0,4-4 0,10-10 0,1-7 0,8-8 0,0-2 0,0 2 0,9-2 0,7-5 0,5 3 0,0 2 0,4 2 0,-2 6 0,1 2 0,-1 3 0,-2 4 0,8 8 0,-6 0 0,6 0 0,7 2 0,10 4 0,6 4 0,5 7 0,8 0 0,8 0 0,5 6 0,8 0-441,8 0 1,-6-13 0,5-3 0</inkml:trace>
  <inkml:trace contextRef="#ctx0" brushRef="#br0" timeOffset="25">23679 14322 8912,'-2'-8'0,"-4"8"0,5 8 0,-5 9 0,4 6 0,2 2 0,0 2 0,0 3 0,6 3 0,1 1 0,3 0 0,3 1 0,-3-1 0,1 1 0,1-1 0,3 0 0,-3 1 0,-7-1 0,-3 0 0,-2 1 0,-4-10 0,-7-6 0,-12-6 0,-8-17 0,-3 2 0</inkml:trace>
  <inkml:trace contextRef="#ctx0" brushRef="#br0" timeOffset="26">23283 14666 8912,'-17'9'0,"2"-3"0,3-12 0,7-5 0,3-4 0,2-3 0,9 1 0,10-2 0,12-2 0,7-2 0,12-6 0,2 7 0,1-3 0,10 2 0,6-2-184,6-4 0,5 4 184,-6 8 0,-7 2 0,-9 4 0,-7-3 0,-5 8 0,-11 1 0,-18-3 0,-17 6 0,-12-4 0,-5 5 0,-6 1 0,-5 0 0,-5 0 0,-1 7 0,-1 5 0,1 5 0,-1 4 0,1 4 184,0 1 0,-1 3-184,1 5 0,-1 1 0,1-1 0,-6 6 0,0 0 0,-2 6 0,1-6 0,5 6 0,-6-8 0,2-5 0,0-8 0,-8-6 0,4-10 0,-8-1 0</inkml:trace>
  <inkml:trace contextRef="#ctx0" brushRef="#br0" timeOffset="27">23387 14288 8912,'17'-18'0,"2"1"0,4 2 0,6 3 0,1 7 0,-1 10 0,3 13 0,-3 10 0,4 7 0,1 5 0,14-2 0,3 8 0,9 0 0,3 5 0,9 3 0,5 3 0,-33-28 0,0 1 0,-4 1 0,0 1 0,1 1 0,-2-1-273,30 26 1,-8-1 0,-1-6-1</inkml:trace>
  <inkml:trace contextRef="#ctx0" brushRef="#br0" timeOffset="28">7968 12018 8912,'-23'-6'0,"-2"-1"0,-2-3 0,-2-1 0,1-1 0,-1 3 0,0-1 0,3 1 0,-7 5 0,6-2 0,-1 4 0,-1 2 0,8 2 0,-2 4 0,4 7 0,2 8 0,1 6 0,5 7 0,-3 6 0,9 0 0,-1 8 0,6-2 0,6-2 0,-1 2 0,9-8 0,-3 2 0,10-5 0,4-5 0,0-5 0,0-6 0,6 0 0,-3-13 0,-1-2 0,2-10 0,-3-4 0,3-7 0,2-8 0,-8-3 0,-6 1 0,-8-4 0,-1-3 0,-4-4 0,-10-2 0,-5 5 0,-7 1 0,-4 0 0,-5 5 0,-8 0 0,3 8 0,3-2 0,4 12 0,8 5 0,0-3 0,7 7 0,5 2 0,10 11 0,7 4 0,5 3 0,4-3 0,4-2 0,2-1 0,9-1 0,8 6 0</inkml:trace>
  <inkml:trace contextRef="#ctx0" brushRef="#br0" timeOffset="29">8002 12173 8912,'12'-6'0,"-1"0"0,-7-1 0,2 1 0,1-4 0,-1-7 0,5 0 0,-5 0 0,6 5 0,-7 1 0,9 5 0,-3-5 0,4 7 0,3-2 0,1 12 0,4 5 0,-4 6 0,4 6 0,-4 4 0,-2 8 0,-5 5 0,-1 0 0,-7 2 0,2-2 0,-4-4 0,-2 4 0,0-9 0,0-2 0,0-8 0,0 2 0,0-12 0,0-19 0,0-15 0,0-9 0,0-8 0,7 2 0,5-8 0,-3 2 0,3-2 0,-1 4 0,6 8 0,1 1 0,-1 4 0,6-1 0,0 7 0,7 0 0,-3 6 0,8 0 0</inkml:trace>
  <inkml:trace contextRef="#ctx0" brushRef="#br0" timeOffset="30">8862 12052 8912,'-7'10'0,"3"-2"0,-7-8 0,-1 5 0,-5 1 0,0 7 0,-1-3 0,1 7 0,0 0 0,0 1 0,7 4 0,3 3 0,1 0 0,0 0 0,0 0 0,6-2 0,0-4 0,0 4 0,8-4 0,2-10 0,7-1 0,0-10 0,0-4 0,0-7 0,1-8 0,-3-6 0,-4-7 0,5 0 0,-5-1 0,3-5 0,-3 0 0,2-8 0,-7 2 0,6-1 0,-7 1 0,3-2 0,-2 8 0,-4 0 0,3 5 0,-3 16 0,-2 4 0</inkml:trace>
  <inkml:trace contextRef="#ctx0" brushRef="#br0" timeOffset="31">8880 11794 8912,'-2'25'0,"-4"4"0,4 3 0,-11 3 0,7-1 0,0 1 0,6-1 0,2 6 0,4 0 0,3 0 0,11-7 0,3-3 0,5-1 0,5-8 0,1 2 0,1-6 0,-1-5 0,0-5 0,1-7 0</inkml:trace>
  <inkml:trace contextRef="#ctx0" brushRef="#br0" timeOffset="32">9448 12018 8912,'-2'-11'0,"-4"-1"0,4 8 0,-8-1 0,5 10 0,3 5 0,-4 7 0,4 0 0,2 2 0,0 2 0,0 2 0,0 6 0,0-6 0,0 2 0,0-2 0,0-4 0,0 4 0,0-4 0,0-2 0,0 0 0,0-7 0,0-3 0,0-7 0,0-13 0,0-4 0,0-10 0,0 4 0,6-8 0,2 3 0,-1-5 0,1-1 0,3 7 0,-5 4 0,7 0 0,-1 6 0,-3-2 0,3 13 0,-1 1 0,7 12 0,-1 5 0,-2 11 0,-3 5 0,3 5 0,-4 1 0,5-5 0,1-1 0,0-5 0,0 4 0,0-2 0,1-4 0,5-4 0,0-5 0,0-5 0,-6-7 0,0 0 0,0 0 0,6-7 0,0-5 0,-6-5 0,-7-6 0,-1-6 0,1-3 0,-6-1 0,1 5 0,-3-5 0,-2 5 0,0-3 0,0 2 0,0 5 0,0 6 0,0 7 0,0 0 0,0 14 0,0 3 0,0 15 0,0 8 0,6-3 0,0 3 0,13-2 0,-2 2 0,6 1 0,-2-7 0,4-2 0,2-2 0,0-2 0,1 1 0,3-9 0,-8-3 0,7-4 0,-1-2 0,-4-8 0,-2-3 0,-4-7 0,-2-5 0,-5 2 0,-1-7 0,-7 1 0,2-2 0,-4-1 0,-2 7 0,0 0 0,0 6 0,-8 7 0,4 12 0,-7 15 0,7 6 0,-2 6 0,4 2 0,2-9 0,2 7 0,4-6 0,3 6 0,9-6 0,1-2 0,4-10 0,3-3 0,9-8 0,-1 0 0,1 0 0,-1-4 0,1-8 0,-1-1 0,0-16 0,-7 6 0,-4-5 0,-10-1 0,-1-5 0,-8 5 0,2 0 0,-5 3 0,-1-3 0,-5 10 0,-1 8 0,-7 7 0,11 4 0,-4 11 0,6 6 0,6 6 0,3 2 0,8 4 0,-1 3 0,-5-3 0,8-2 0,-7 1 0,7-7 0,-8 2 0,3-4 0,-3-1 0,-1-3 0,-4-4 0,-5-3 0,7-8 0,-14-2 0,1-4 0,-7-5 0,6-12 0,-1 2 0,1-8 0,4 1 0,-4-7 0,4 1 0,2-1 0,2 7 0,4-1 0,-2 8 0,7-2 0,1 4 0,5 2 0,0 7 0,1 5 0,-1 3 0,0 2 0,0 7 0,0 5 0,1 3 0,-1 2 0,-6 0 0,1 1 0,-8-1 0,3 0 0,-1 0 0,0 0 0,-1-5 0,-5-1 0,0-7 0,0 11 0,0-13 0,6 4 0,0-12 0,7-5 0,-1-12 0,3 2 0,2-8 0,0 6 0,-1-3 0,-3 1 0,-1 4 0,-1 2 0,6 1 0,0 3 0,1 4 0,-1 3 0,0 8 0,8 0 0,4 0 0,7 8 0,10 3 0,9 3 0,20-3 0,11-11 0,10-10 0</inkml:trace>
  <inkml:trace contextRef="#ctx0" brushRef="#br0" timeOffset="33">4182 13720 8912,'-35'33'0,"1"-7"0,1-7 0,3-5 0,3-1 0,2 4 0,4 6 0,10-11 0,3 3 0</inkml:trace>
  <inkml:trace contextRef="#ctx0" brushRef="#br0" timeOffset="34">3958 13978 8912,'0'29'0,"0"-3"0,0-1 0,0-2 0,2-2 0,4-2 0,5-5 0,4-5 0,5-3 0,2-6 0,5 0 0,10 0 0,3-2 0,6-4 0,3-5 0,3-12 0,-10-4 0,-8-7 0,-7 15 0,-10 3 0</inkml:trace>
  <inkml:trace contextRef="#ctx0" brushRef="#br0" timeOffset="35">4405 13926 8912,'-7'-24'0,"-3"5"0,-7-14 0,-4 14 0,-8-4 0,-3 6 0,-20 5 0,4-1 0,-9 7 0,3 2 0,5 10 0,1 8 0,2 7 0,8 5 0,-2 9 0,11 7 0,4 2 0</inkml:trace>
  <inkml:trace contextRef="#ctx0" brushRef="#br0" timeOffset="36">4319 15130 8912,'0'-10'0,"0"7"0,2 14 0,2 14 0,2 11 0,5 23 0,-5 16 0,7 11 0,-7-38 0,0 1 0,1 6 0,1 1 0,1 5 0,-1 0 0,1 0 0,0 1 0,-1 2 0,1 0 0</inkml:trace>
  <inkml:trace contextRef="#ctx0" brushRef="#br0" timeOffset="37">23490 16007 8912,'-17'23'0,"-1"-2"0,1-6 0,0-7 0,0-5 0,0 3 0,-1 6 0,1 1 0,0-1 0,7 3 0,3-11 0,7 7 0,0-5 0,0 5 0,0 3 0,0 1 0,0 4 0,0 4 0,0 2 0,0 3 0,0 5 0,0-4 0,0 3 0,0 2 0,-2 1 0,-4-1 0,4-5 0,-4 0 0,-1-7 0,1 7 0,0-14 0,6 3 0,0-5 0,0-3 0,0-3 0,0-7 0,0 0 0,0-7 0,0-5 0,0-5 0,0-6 0,0-4 0,0-7 0,0-2 0,0-5 0,0-3 0,0-7 0,0-3 0,0-3 0,0 4 0,0-5 0,0 1 0,0 5 0,0 5 0,2 14 0,4 4 0,-4 5 0,6 14 0,-8 10 0,0 10 0,0 9 0,0 4 0,0-4 0,0 6 0</inkml:trace>
  <inkml:trace contextRef="#ctx0" brushRef="#br0" timeOffset="38">23318 16162 8912,'7'34'0,"-5"16"0,14-12 0,-14 19 0,3-11 0,3 4 0,-2 1 0,-1 5 0,-5-3 0,2-5 0,4-4 0,-4-4 0,4-6 0,-4-7 0,-2-4 0,0-4 0,0-2 0,0-7 0,0-3 0,0-7 0,0 0 0,0-7 0,0-3 0,0-7 0,0-6 0,-2-2 0,-2-1 0,-2-5 0,0-7 0,6-2 0,-5-2 0,-1 2 0,0-4 0,6-8 0,0 2 0,0 5 0,-6-3 0,1 8 0,-1-6 0,6 6 0,0 0 0,-2 7 0,-2 4 0,-2 6 0,1 4 0,5 10 0,0 16 0,0 16 0,0 10 0,0 7 0,0 4 0,0 8 0,5 5 0,1 0 0,0 0 0,-6-5 0,0 0 0,0-3 0,2-1 0,4-2 0,-4-8 0,3 2 0,-3-11 0,-2-6 0,0-10 0,0-1 0,0-9 0,0 5 0,0-16 0,0-1 0,0-8 0,0 0 0,0-1 0,0-1 0,0-4 0,0-3 0,0-9 0,-6-1 0,1-4 0,-1 2 0,6-8 0,-6 0 0,0-6 0,1-1 0,5-5 0,-6 5 0,0-2 0,2 7 0,3 8 0,1 9 0,0 2 0,-2 14 0,-4-2 0,4 11 0,-6 6 0,8 12 0,2 11 0,4 5 0,-4 12 0,4 6 0,1 4 0,-1 2 0,0-1 0,-6 1 0,5-1 0,1 1 0,-2-2 0,-2-5 0,-2-1 0,0-4 0,6-5 0,-1-1 0,1 1 0,-6-16 0,0-2 0,0-9 0,0-16 0,0-4 0,0-3 0,0-2 0,0 0 0,-2-2 0,-3-4 0,3-4 0,-4-7 0,-2-1 0,2 1 0,-1-8 0,1-4 0,4-4 0,-4-1 0,-1-7 0,1 1 0,0 0 0,4 7 0,-1 4 0,-3 6 0,0 11 0,6 12 0,0 25 0,0 15 0,0 23 0,0 11 0,0 10 0,2 5 0,2 3 0,2-2 0,1-9 0,-1 0 0,-4 4-148,4 7 1,-4 1 147,-2-1 0,-8 3 0,0 6 0,-3-4 0,5-5 0,4-4 0</inkml:trace>
  <inkml:trace contextRef="#ctx0" brushRef="#br0" timeOffset="39">18585 16316 8912,'16'-25'0,"-5"-3"0,3 1 0,-7 0 0,3 2 0,1 20 0,4 16 0,-1 16 0,-3 11 0,7 6 0,6 8 0,3-1 0,2-7 0,5-2 0</inkml:trace>
  <inkml:trace contextRef="#ctx0" brushRef="#br0" timeOffset="40">18482 16196 8912,'-9'-10'0,"3"-5"0,6-8 0,6-5 0,5-7 0,4-3 0,3-4 0,-1 4 0,0-4 0,0-2 0,0 7 0,-1 3 0,-3 9 0,-1 6 0,-7 10 0,7 5 0,1 8 0,-5 13 0,-1 15 0,-1 14 0,0 17 0,5 12 0,-5 11 0,2 5 0,-4 3 0,3-1 0,3 1 0,-6-4-182,1-10 1,-3-3 181,-2-9 0,0-3 0,0-7 0,-2-13 0,-3-6 0,-13-13 0,-10-3 0,-5-11 0,-5 1 0,-8-7 0,-7 0 0</inkml:trace>
  <inkml:trace contextRef="#ctx0" brushRef="#br0" timeOffset="41">18413 16609 8912,'0'-29'0,"0"0"0,0 3 0,0-3 0,-5-2 0,-1 8 0,-2 0 0,2 6 0,5 0 0,-5 0 0,12 0 0,5-1 0,12 1 0,6 0 0,11-2 0,6-4 0,17-4 0,6-5 0,1 1 0,1 3 0,-4 7 0,-4-2 0,-6 5 0,-11 7 0,-11-4 0,-18 13 0,-11-6 0,-12 8 0,-5 8 0,-12 3 0,3 5 0,-3 1 0,-1 6 0,1 2 0,2 1 0,2 5 0,-1 3 0,-3 6 0,4-3 0,-4 3 0,6 2 0,6-2 0,-5 0 0,5-6 0,-2 7 0,1-1 0,-3 0 0,3-6 0,-1 1 0,1-1 0,-9-2 0,4-3 0,-6-6 0,0-12 0,-5-7 0,-5-8 0,-9-13 0,-2-9 0</inkml:trace>
  <inkml:trace contextRef="#ctx0" brushRef="#br0" timeOffset="42">18396 16437 8912,'6'-35'0,"0"1"0,1 1 0,-1 5 0,-2 5 0,7 11 0,1 5 0,5 7 0,8 2 0,3 3 0,5 7 0,1 11 0,8 3 0,4 9 0,4-1 0,2 1 0,-1 1 0,1 4 0,5-2 0,1 8 0,-3-8 0,-11 1 0,-10-9 0,-7 3 0,-10-7 0</inkml:trace>
  <inkml:trace contextRef="#ctx0" brushRef="#br0" timeOffset="43">14318 15680 8912,'15'-2'0,"-4"-3"0,-5-3 0,-4 4 0,4 14 0,0 18 0,-1 7 0,3 5 0,1 6 0,7 13 0,-3 10 0,-1 9 0,-1 6 0,6 2 0,0 0 0,1 0 0,-9-14 0,-3-3 0,-4-13 0,-2-3 0,0-7 0,0-4 0,-10-4 0,-7-9 0,-15-12 0,-12-17 0,-8-9 0</inkml:trace>
  <inkml:trace contextRef="#ctx0" brushRef="#br0" timeOffset="44">14094 16316 8912,'-6'-23'0,"0"0"0,1 6 0,5 6 0,0 5 0,0-5 0,4 5 0,7-6 0,8 1 0,16-6 0,7-8 0,5-4 0,9-3 0,7-3 0,-2 3 0,2 3 0,-7-3 0,1 3 0,-3 2 0,-3-1 0,-13 9 0,-3 1 0,-14 1 0,-4 6 0,-9 3 0,-14 2 0,-4 4 0,-7 2 0,-6 8 0,0 4 0,-7 5 0,1 6 0,-3 3 0,-3 9 0,3 1 0,3 4 0,-4 6 0,5 10 0,-3 1 0,3-2 0,-3 6 0,8 2 0,0-1 0,6 1 0,5-8 0,1 2 0,7-5 0,-2-6 0,4-12 0,2-11 0,0-4 0,0-2 0,-7-9 0,-5-8 0,-11-15 0,-3-20 0,-9-9 0</inkml:trace>
  <inkml:trace contextRef="#ctx0" brushRef="#br0" timeOffset="45">14094 15852 8912,'11'-8'0,"1"-3"0,1-4 0,4 5 0,6 4 0,8 14 0,15 9 0,15 18 0,19 16 0,-34-21 0,0 1-135,2 6 1,2 1 0,4 1-1,3 2 1,3 5 0,2 2-1,6 3 1,2 3 134,6 5 0,1 0 0,-2-1 0,-1 1-303,-2 3 1,-1 2 0,-2-6 0,-2 2-1,-11 4 1,1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487"/>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12493 12242 8912,'-11'0'0,"0"0"0,-3 0 0,-1 0 0,3 0 0,1 0 0,-2 0 0,-3 0 0,-1 0 0,0 1 0,0 5 0,-3 4 0,1 9 0,-2 4 0,0 5 0,12 7 0,-8 5 0,11-2 0,0 6 0,4-2 0,2-4 0,2-3 0,4-7 0,9-9 0,8-7 0,8-8 0,-3 1 0,5-12 0,-1-8 0,-1-8 0,-2-4 0,-8-4 0,2-9 0,-6 4 0,-6-4 0,-3 3 0,-8 3 0,-2 0 0,-4-1 0,-5 3 0,-12 3 0,-4 4 0,-7 8 0,1 8 0,3 3 0,3 4 0,2 2 0,4 8 0,9 3 0,5 4 0,14 1 0,5-5 0,11 4 0,4-5 0</inkml:trace>
  <inkml:trace contextRef="#ctx0" brushRef="#br0" timeOffset="1">12683 12224 8912,'27'0'0,"-8"-7"0,-8-5 0,-7 3 0,2-3 0,-4 6 0,-2-5 0,0 7 0,0-3 0,7 14 0,5 5 0,3 3 0,2 2 0,0-3 0,1 3 0,-7-4 0,1 10 0,-3-4 0,3-2 0,1 0 0,-7 1 0,-2-1 0,-2 0 0,-4-7 0,-4-5 0,2-3 0,-7-2 0,-1 0 0,1-9 0,1-7 0,2-5 0,5 0 0,1 0 0,2-2 0,7 4 0,5-4 0,9 2 0,2-2 0,5 4 0,-3-2 0,2 8 0,2-10 0,5 4 0</inkml:trace>
  <inkml:trace contextRef="#ctx0" brushRef="#br0" timeOffset="2">13251 12138 8912,'-18'0'0,"1"8"0,0-6 0,0 4 0,0-3 0,-1 1 0,1 2 0,2 2 0,3-3 0,-3 5 0,8 7 0,-5 0 0,4 1 0,8-1 0,0 0 0,0-6 0,0 1 0,2-8 0,4 1 0,-2-3 0,7-2 0,-1-2 0,1-3 0,5-7 0,-5-11 0,3 2 0,-1-7 0,-2-3 0,3-1 0,-7-3 0,-1 1 0,2-6 0,-2 0 0,-1-1 0,-5 7 0,0 2 0,0 3 0,0 4 0,0 8 0,0 7 0,0 5 0,0 10 0,0 14 0,0 14 0,0 7 0,0 4 0,0-6 0,0 2 0,2 2 0,4-2 0,3 1 0,9-7 0,-7-7 0,1-4 0,1-4 0,2-2 0,3-8 0,-1 7 0,0-7 0</inkml:trace>
  <inkml:trace contextRef="#ctx0" brushRef="#br0" timeOffset="3">13526 12052 8912,'17'0'0,"-7"8"0,-3-4 0,-7 7 0,0-5 0,0 6 0,0-1 0,0 6 0,0 0 0,0 1 0,-5-1 0,-1 0 0,0 0 0,6 0 0,-6 1 0,1-1 0,1 0 0,2-6 0,2 1 0,0-8 0,0 3 0,-8-7 0,6-7 0,-3-5 0,3-3 0,2-2 0,0-6 0,0 0 0,2-2 0,3 2 0,-1 4 0,8-4 0,-3 4 0,3 2 0,1 5 0,-7 1 0,7 7 0,-1-2 0,3 4 0,0 4 0,-3 4 0,1 4 0,-7 7 0,7 0 0,-1 0 0,-3-2 0,3-3 0,-3 3 0,3-3 0,1-3 0,-5 1 0,1-3 0,5-3 0,-5-2 0,3-2 0,-1 0 0,7-6 0,-1 1 0,-8-9 0,-1 3 0,-2-4 0,-1-3 0,7 1 0,-6 0 0,-1 0 0,-5 0 0,0 5 0,0 1 0,0 7 0,0-2 0,0 12 0,0 5 0,0 5 0,0 1 0,2-2 0,4-3 0,-4 3 0,6-6 0,-1 1 0,3 3 0,7-7 0,-6 0 0,1-6 0,-1 0 0,7 0 0,-7 0 0,1-2 0,1-4 0,2-3 0,2-9 0,-7 7 0,-4-1 0,-4 9 0,-2-5 0,7 8 0,-5 0 0,6 2 0,-8 4 0,0 3 0,6 8 0,-1 1 0,3-7 0,-2 0 0,-4 1 0,5 3 0,-1-1 0,0-3 0,0-5 0,-6 5 0,1-7 0,5 2 0,-4 3 0,6-7 0,-8 6 0,0-10 0,0-4 0,2 2 0,1-7 0,3-2 0,-2-3 0,-2 5 0,-2-1 0,6 7 0,-1-7 0,3 6 0,-2-5 0,-4 7 0,13-3 0,-4 7 0,-1 0 0,2 0 0,-9 7 0,11 3 0,-9 7 0,3-6 0,-2 1 0,-4-8 0,5 11 0,-1-11 0,0 7 0,0-7 0,-4 4 0,3-8 0,-3-2 0,4-4 0,-4-3 0,4-9 0,-1 1 0,3 0 0,-2 0 0,3 0 0,8-1 0,1 7 0,-1-1 0,0-1 0,0-2 0,0 5 0,1 4 0,-7 5 0,1 1 0,-1 0 0,6 0 0,-1 7 0,-5 5 0,2-3 0,-7 3 0,8-1 0,-3 6 0,-1-1 0,1-3 0,1-2 0,-3 3 0,6-5 0,-3 3 0,-3-8 0,3 1 0,-1-3 0,7-2 0,-1 0 0</inkml:trace>
  <inkml:trace contextRef="#ctx0" brushRef="#br0" timeOffset="4">18551 11759 8912,'0'-49'0,"0"-2"0,0 11 0,0 9 0,-2 25 0,-4 12 0,-3 21 0,-8 25 0,1 9 0,11-30 0</inkml:trace>
  <inkml:trace contextRef="#ctx0" brushRef="#br0" timeOffset="5">21236 12156 8912,'0'-18'0,"0"1"0,0 0 0,0 0 0,-8 7 0,-4 4 0,-3 5 0,-4 8 0,-2 7 0,-2 5 0,2 4 0,0 7 0,0-1 0,-2 3 0,2 3 0,2-1 0,2 0 0,7-7 0,2-4 0,1-4 0,5-2 0,-4-9 0,12-8 0,0-8 0,9-11 0,4-4 0,0-5 0,6-5 0,-2-1 0,0 1 0,-6 5 0,-2-3 0,-3 8 0,1 0 0,-7 6 0,7 8 0,-5 5 0,3 15 0,-3 12 0,0 8 0,-6 11 0,3 4 0,3 9 0,-2 2 0,1 3 0,-1-3 0,-2-9 0,7 3 0,-7-18 0,4-5 0,0-7 0,1-13 0,8-8 0,-3-15 0,3-14 0,-4-13 0,10-10 0,-4 1 0,-1-6 0,-3-3 0,-4 3 0,-3 2 0,0 1 0,-6 4 0,3 5 0,-3 4 0,-2 13 0,0 3 0,0 15 0,0 10 0,0 12 0,8 11 0,1 4 0</inkml:trace>
  <inkml:trace contextRef="#ctx0" brushRef="#br0" timeOffset="6">22044 11880 8912,'0'-17'0,"0"0"0,0 0 0,-2 2 0,-3 3 0,-3 6 0,-3 12 0,3 8 0,8 14 0,-2 3 0,-4 15 0,4-6 0,-3 6 0,3-1 0,2-1 0,0 0 0,0-4 0,2-3 0,3 3 0,-1-4 0,8-2 0,-9-7 0,3-4 0,2-9 0,-2-3 0,-1-7 0,3-4 0,2-10 0</inkml:trace>
  <inkml:trace contextRef="#ctx0" brushRef="#br0" timeOffset="7">21993 12173 8912,'7'-10'0,"-5"-5"0,14 7 0,-5-3 0,4-3 0,3 9 0,6-9 0,5 3 0,5 1 0,7-1 0,3-1 0,9-5 0,3 0 0,1 0 0,-2 0 0,-9-1 0,2 3 0,-8 4 0,-7-3 0,-10 9 0,-10-1 0,-1 6 0,-9 0 0,5 2 0,-8 3 0,0 5 0,0 9 0,0 2 0,0 2 0,0 0 0,0-6 0,0 0 0,0 1 0,0-1 0,0 0 0,8-7 0,3-5 0,4-3 0,3-2 0,5 0 0,1-2 0,1-3 0,0-7 0,6-9 0,-3-2 0,-1-7 0,2 1 0,-6-4 0,4-1 0,-3 2 0,-3 3 0,-3 4 0,-7 8 0,-1 7 0,-5 5 0,-3 7 0,4 9 0,-6 16 0,-6 19 0,-3 5 0,-8 6 0,-1 5 0,1-1 0,2 9 0,3-7 0,-3 6 0,4-11 0,-3-3 0,3-9 0,-4 2 0,3-10 0,-3-6 0,-2-7 0,-3-13 0,-3-7 0,-1-3 0,-5-2 0,-4-7 0,-1-18 0,-10-12 0</inkml:trace>
  <inkml:trace contextRef="#ctx0" brushRef="#br0" timeOffset="8">12958 12981 8912,'0'9'0,"0"-3"0,0-12 0,0 4 0,0 8 0,0 11 0,0 2 0,0 8 0,0 2 0,0 3 0,0 3 0,0 5 0,0 2 0,2 0 0,4 0 0,-4 4 0,3-6 0,-3 6 0,-2-6 0,0-2 0,0-9 0,0-4 0</inkml:trace>
  <inkml:trace contextRef="#ctx0" brushRef="#br0" timeOffset="9">13096 13909 8912,'-2'16'0,"-2"-3"0,-2-2 0,3 3 0,1-5 0,2 3 0,0-8 0,0 5 0,0-3 0,0-4 0,0 5 0</inkml:trace>
  <inkml:trace contextRef="#ctx0" brushRef="#br0" timeOffset="10">13010 14081 8912,'11'-6'0,"-1"-1"0,-3-3 0,-1-3 0,2-2 0,-6-3 0,3 1 0,-3 6 0,-4 1 0,-3 3 0,3 1 0,-6 13 0,8 5 0,0 5 0,0 4 0,0 2 0,0-2 0,0 4 0,0 0 0,0 0 0,0-1 0,0 1 0,0-2 0,0-2 0,0 8 0,0-6 0,0 4 0,0-3 0,0-3 0,0-2 0,0-1 0</inkml:trace>
  <inkml:trace contextRef="#ctx0" brushRef="#br0" timeOffset="11">13147 15027 8912,'-17'7'0,"6"-5"0,-1 4 0,-1-4 0,0-4 0,1-4 0,6-1 0,12-5 0,6 7 0,3 3 0,2 2 0,0 0 0,0 0 0,1 0 0,-3 2 0,-2 3 0,-1 7 0,-1-3 0,6 3 0,-5 1 0,-1 10 0,-7-4 0,2 6 0,-4 0 0,-2 3 0,-8 5 0,-3 1 0,-10 3 0,-2 3 0,-6-4 0,6 4 0,-6-5 0,7-7 0,-7-3 0,6-8 0,0-2 0,6-3 0,0-4 0,-1-16 0,1-4 0,8-9 0,3-1 0,4-3 0,2 4 0,0-4 0,0-2 0,0 12 0,0-2 0,8 9 0,3-2 0,4 3 0,3 3 0,4 10 0,1 5 0,8-1 0,-2 1 0,3 1 0,3 5 0,-1 0 0,0 0 0,3-5 0,3-1 0,-4-1 0,4 1 0,-9 4 0,-2-3 0,-8 3 0,4 2 0</inkml:trace>
  <inkml:trace contextRef="#ctx0" brushRef="#br0" timeOffset="12">13302 16007 8912,'2'11'0,"4"1"0,-4-7 0,4 7 0,-4-6 0,-2 7 0,0 4 0,0 4 0,0 17 0,0 3 0,0 6 0,0 5 0,0 13 0,0 4 0,0 11 0,0 0 0,0 6 0,0 6 0,-8-4 0,7-38 0,0 1 0,-7 44 0</inkml:trace>
  <inkml:trace contextRef="#ctx0" brushRef="#br0" timeOffset="13">17484 15422 8912,'0'-11'0,"2"-1"0,2-1 0,1-2 0,-1-3 0,0 1 0,2 0 0,-4 0 0,5 0 0,1 0 0,2 7 0,7 4 0,0 4 0,0 2 0,2 2 0,2 6 0,2 9 0,-2 2 0,-9 10 0,1-1 0,-5 7 0,0-1 0,-1 1 0,-3 5 0,-10 0 0,2 0 0,-7-6 0,-2 1 0,-10-1 0,2 1 0,-6-3 0,2-3 0,4-6 0,2-6 0,2-6 0,-1-3 0,1-8 0,6-2 0,-1-4 0,8-5 0,-1-12 0,3-2 0,2-4 0,6 5 0,1 6 0,3 1 0,3 0 0,-3 5 0,1 1 0,1 7 0,5-2 0,6 5 0,0 1 0,5 0 0,-5 0 0,8 5 0,-2 1 0,9 5 0,2-3 0,-4 2 0,-5 3 0,1 2 0,-5 3 0,8-1 0</inkml:trace>
  <inkml:trace contextRef="#ctx0" brushRef="#br0" timeOffset="14">16985 16763 8912,'8'-25'0,"-1"1"0,5-5 0,-7 6 0,-3 4 0,-2 2 0,0 9 0,0 8 0,0 10 0,0 7 0,0 6 0,-5 4 0,-3 7 0,0 2 0,1 4 0,-7-3 0,3 3 0,1 2 0,-1-2 0,-1 0 0,-5-6 0,2 1 0,3-1 0,-1-1 0,7-5 0,-1 3 0,1-8 0,4 0 0,-4-6 0,12-8 0,5-3 0,12-12 0,6-7 0,5-6 0,7-4 0,-3-9 0,8-3 0,0 1 0,5-6 0,-1 5 0,-4 7 0,-6 3 0,-11 8 0,-4 5 0,-8 1 0,0 7 0,-9-4 0,-10 10 0,-12 4 0,-7 5 0,-9-1 0,1 1 0,-3-7 0,-3 4 0,1-8 0</inkml:trace>
  <inkml:trace contextRef="#ctx0" brushRef="#br0" timeOffset="15">17054 16763 8912,'9'18'0,"-1"-7"0,-8 0 0,0 1 0,0 5 0,0 2 0,0 4 0,0 6 0,0 11 0,0 2 0,0 4 0,8 3 0,3-3 0,6 4 0,6 2 0,-2-3 0,6-5 0,0-8 0,0-5 0,-4-10 0,5 2 0,-12-6 0,1-5 0,-10-9 0,5-14 0,-1-8 0,7-16 0</inkml:trace>
  <inkml:trace contextRef="#ctx0" brushRef="#br0" timeOffset="16">17742 16574 8912,'10'-7'0,"5"-3"0,-5-7 0,7 0 0,0 5 0,0 1 0,8 7 0,4-2 0,3 4 0,3 2 0,-1 2 0,0 4 0,-5 11 0,0 12 0,-8 3 0,0 4 0,-6 3 0,-3 1 0,-8 8 0,1-3 0,-5 3 0,-5-2 0,-7 2 0,-11-8 0,2 0 0,-8-6 0,3-1 0,-5-4 0,4-8 0,2-8 0,-3-5 0,5-8 0,0 0 0,6 0 0,1-10 0,5-7 0,3-6 0,8-6 0,0-3 0,0 3 0,0-1 0,0 1 0,2 6 0,4 4 0,3 2 0,9-1 0,1 9 0,4 3 0,3-1 0,9 1 0,7 0 0,4 6 0,11 0 0,6-2 0,4-2 0,2-1 0,0-9 0,0 3 0,1-12-175,5-6 1,11-11 0,-38 18 0,0 0 0</inkml:trace>
  <inkml:trace contextRef="#ctx0" brushRef="#br0" timeOffset="17">21373 13050 8912,'0'11'0,"-2"-1"0,-3-3 0,-5-1 0,2-6 0,8 0 0,8-2 0,11-2 0,2-1 0,2 1 0,2 2 0,-4 2 0,2 0 0,-2 0 0,-2 0 0,-2 0 0,0 2 0,-1 3 0,-5 7 0,-3 3 0,-8 2 0,-8 2 0,-3 4 0,-5-4 0,-1 4 0,2 2 0,2-2 0,1-4 0,-1-5 0,5 1 0,-7-6 0,13 1 0,2-2 0,9-8 0,11 0 0,2 0 0,3 0 0,6 0 0,-2 2 0,1 3 0,-3 11 0,2 7 0,-10 1 0,-2-1 0,-2 4 0,-9 7 0,0-1 0,-6-4 0,-10 3 0,-7-3 0,-6-3 0,-8 3 0,3 0 0,-3-3 0,6-1 0,2-7 0,-1-9 0,1-3 0,0-4 0,5-2 0,1-16 0,0-3 0</inkml:trace>
  <inkml:trace contextRef="#ctx0" brushRef="#br0" timeOffset="18">21442 14391 8912,'-10'-8'0,"3"4"0,7-7 0,0-3 0,0-1 0,2 4 0,3 1 0,9 1 0,7-1 0,6 6 0,7-2 0,0 5 0,1 1 0,-1 3 0,-1 7 0,-5 9 0,-5 6 0,-5 3 0,-7 7 0,-7 1 0,-8 4 0,-7-2 0,-12 8 0,-4-2 0,-7 2 0,-1-6 0,1-3 0,-1-3 0,1 0 0,1-7 0,5-4 0,5-10 0,9-3 0,5-4 0,1-8 0,2-2 0,6-13 0,0 1 0,0-12 0,6 5 0,0-6 0,5 2 0,-5-1 0,6 9 0,-7 7 0,9 3 0,-3-5 0,4 5 0,3 1 0,1 2 0,4 6 0,3 2 0,9 4 0,1-2 0,4 7 0,6-5 0,12 5 0,-3-1 0,8 1 0,-7 5 0,1-5 0,-3 5 0,-3 1 0</inkml:trace>
  <inkml:trace contextRef="#ctx0" brushRef="#br0" timeOffset="19">21511 15611 8912,'9'-2'0,"-3"-3"0,-6-3 0,-6 4 0,3 8 0,-7 19 0,0 8 0,1 7 0,5 0 0,-2 8 0,4 2 0,2 1 0,0 3 0,0 1 0,2 3 0,4 1 0,-2 0 0,5-7 0,-1-4 0,5 4 0,-3-7 0</inkml:trace>
  <inkml:trace contextRef="#ctx0" brushRef="#br0" timeOffset="20">21373 16712 8912,'-7'9'0,"3"-1"0,-8-8 0,-1 0 0,5-8 0,2-3 0,5-4 0,1-3 0,3 1 0,7 2 0,7 3 0,6 5 0,-2 7 0,4 0 0,2 0 0,-4 7 0,5 5 0,-5 11 0,4 5 0,-2 7 0,-4 5 0,-10 4 0,-5 7 0,-4 1 0,-2 0 0,-8-1 0,-5 1 0,-8-1 0,-8 1 0,-3-6 0,-3 0 0,3-14 0,3 3 0,-3-14 0,3-4 0,4-8 0,2-9 0,4-2 0,2-3 0,0-5 0,0-7 0,5-6 0,1 0 0,7-6 0,-2 6 0,4 1 0,10 4 0,3 1 0,5 8 0,1 3 0,2 4 0,4 2 0,5 0 0,5 0 0,3 2 0,4 4 0,4-3 0,8 9 0,15-6 0,8 5 0,5-7-254,0 2 1,12-12 0,-4-4 0</inkml:trace>
  <inkml:trace contextRef="#ctx0" brushRef="#br0" timeOffset="21">10222 13462 8912,'0'-17'0,"-2"0"0,-4 0 0,-5 1 0,-4 5 0,-3 5 0,-1 4 0,-2 2 0,-4 4 0,-1 8 0,5 1 0,-2 16 0,0-1 0,4 7 0,5-1 0,5 0 0,3-5 0,8 0 0,3-1 0,7-1 0,11-2 0,6-8 0,3-2 0,2-3 0,1-6 0,-1-4 0,1-2 0,-1 0 0,1-10 0,-1-7 0,-1 0 0,-5-8 0,-7 0 0,-7-4 0,-7-1 0,-7 1 0,-2-2 0,-3 9 0,-11-7 0,-7 6 0,-11 0 0,5 6 0,-11 5 0,11 1 0,-7 9 0,7 2 0,-1 11 0,1 10 0,6 8 0,12 11 0,3-3 0,0 12 0,-1-5 0</inkml:trace>
  <inkml:trace contextRef="#ctx0" brushRef="#br0" timeOffset="22">10669 14459 8912,'-11'0'0,"1"2"0,1 2 0,-1 4 0,-3-1 0,-2 1 0,-1 7 0,3 1 0,3 7 0,3 3 0,1 5 0,6 7 0,0 2 0,0-2 0,13 4 0,6 0 0,6 2 0,6 4 0,-6-6 0,7 8 0,-5-6 0</inkml:trace>
  <inkml:trace contextRef="#ctx0" brushRef="#br0" timeOffset="23">10463 15543 8912,'0'-18'0,"0"7"0,0-1 0,0-1 0,2 0 0,2-1 0,1 3 0,3 1 0,-2-3 0,5 3 0,4 3 0,3 3 0,-1 2 0,0 4 0,0 4 0,1 5 0,-3 4 0,-2 3 0,-3 1 0,-3 4 0,1-4 0,-2 4 0,-4-4 0,3-2 0,-5 0 0,-5 0 0,1 1 0,-8-1 0,7-2 0,-7-3 0,6 3 0,-5-4 0,5-1 0,-5 1 0,7-7 0,-4 4 0,18-8 0,7 0 0,8-6 0,9 0 0,3-5 0,1 3 0,4 1 0,2-1 0,-6 2 0,12-1 0,-6-3 0</inkml:trace>
  <inkml:trace contextRef="#ctx0" brushRef="#br0" timeOffset="24">10824 16368 8912,'-17'-8'0,"2"-3"0,3-5 0,-1 5 0,7 0 0,2-3 0,2 5 0,2-3 0,8 6 0,4-5 0,3 0 0,2 1 0,0-3 0,0 7 0,1 0 0,-1 4 0,0-2 0,0-1 0,-5-1 0,-1 6 0,1 0 0,5 0 0,-6 8 0,1 3 0,-8 4 0,1 3 0,-3 4 0,-2 1 0,-2 6 0,-1-6 0,-5 0 0,-2 2 0,5-6 0,-7 4 0,8-4 0,-1-2 0,3 0 0,2 0 0,0 1 0,0-7 0,2-1 0,3-3 0,5-1 0,7-6 0,0 0 0,1 0 0,1 0 0,4 0 0,-4 6 0,4-1 0,-6 3 0,-6-2 0,-3 3 0,-8 9 0,-2 6 0,-6 5 0,-11 5 0,-13 7 0,-10-3 0,-10 8 0,-7-1-164,-4 7 1,3-2 163,3-4 0,2-1 0,-3 1 0,-3 8 0</inkml:trace>
  <inkml:trace contextRef="#ctx0" brushRef="#br0" timeOffset="25">4354 12276 8912,'-2'15'0,"-4"-3"0,4-3 0,-4-3 0,5-2 0,1 9 0,0 6 0,0-9 0,0 5 0</inkml:trace>
  <inkml:trace contextRef="#ctx0" brushRef="#br0" timeOffset="26">4371 12551 8912,'6'40'0,"-1"0"0,1 6 0,-6-6 0,2 2 0,2-4 0,2 3 0,-2-3 0,-3-4 0,-1-5 0,-1 1 0,-5-9 0,-6-5 0,-1-9 0,1-12 0,-3-5 0,-2-22 0,-10-5 0</inkml:trace>
  <inkml:trace contextRef="#ctx0" brushRef="#br0" timeOffset="27">4164 12396 8912,'-1'-13'0,"-5"-4"0,4 3 0,-4-9 0,4 4 0,2 2 0,0 6 0,0-1 0,2 1 0,4-6 0,5 5 0,12 1 0,6-1 0,11-5 0,-2 5 0,8 1 0,2 0 0,2 1 0,-4 2 0,0 8 0,-16 2 0,-1 4 0,-16 5 0,-7 12 0,-6 4 0,-6 8 0,-11 7 0,-12 1 0,-1 3 0,1 0 0,-1-6 0,7 6 0,-4-8 0,10 2 0,-3-9 0,15-2 0,-1-8 0,21-4 0,4-9 0</inkml:trace>
  <inkml:trace contextRef="#ctx0" brushRef="#br0" timeOffset="28">4732 12499 8912,'8'10'0,"2"-2"0,7-8 0</inkml:trace>
  <inkml:trace contextRef="#ctx0" brushRef="#br0" timeOffset="29">4750 12499 8912,'2'12'0,"3"-1"0,-3-7 0,12 11 0,-7-5 0,3 1 0,3 1 0,2 3 0,3 2 0,1 10 0,4-10 0,-2 2 0,7-7 0,-7 1 0,2-7 0,-2 0 0,0-6 0,2 0 0,-2-2 0,-9-4 0,-3-3 0,-3-9 0,-4-1 0,4-4 0,-4 2 0,-2-5 0,0-1 0,0 0 0,0 6 0,0-2 0,-6 10 0,0 1 0,1 1 0,5 1 0,0 5 0,0 10 0,0 7 0,1 9 0,5 2 0,2 5 0,3-5 0,5 6 0,-5-4 0,4 0 0,3-1 0,5-1 0,-1-5 0,1-3 0,-5-4 0,-7 3 0,1-9 0,-9 1 0,5-6 0,-8-15 0,0-4 0</inkml:trace>
  <inkml:trace contextRef="#ctx0" brushRef="#br0" timeOffset="30">5249 12482 8912,'26'0'0,"-1"0"0,-8 0 0,1 0 0,-1 0 0,0 0 0,0 0 0,1 0 0,-1 0 0,6 6 0,0 0 0,0 7 0,-6-1 0,0 3 0,0 2 0,0 0 0,1 0 0,-3 6 0,-4 0 0,-5-2 0,-4-2 0,4-7 0,0-1 0,-1-5 0,-5 5 0,0-7 0,-2 2 0,-3-12 0,3 1 0,-4-11 0,6-3 0,6 0 0,-2-8 0,7-1 0,6 1 0,6-2 0,2 3 0,-2-3 0,-4-2 0,6 6 0,-2 1 0,0-1 0,7 2 0,-3 6 0,8-1 0</inkml:trace>
  <inkml:trace contextRef="#ctx0" brushRef="#br0" timeOffset="31">6006 12345 8912,'9'9'0,"-1"-1"0,-10-6 0,-4 4 0,-3-3 0,-8 9 0,-1-6 0,1 5 0,0 0 0,0 7 0</inkml:trace>
  <inkml:trace contextRef="#ctx0" brushRef="#br0" timeOffset="32">5868 12534 8912,'0'42'0,"0"-6"0,0 0 0,2-7 0,4 2 0,3-7 0,9-1 0,5-5 0,-1-7 0,9-3 0,-2-8 0,3-4 0,3-8 0,-9-1 0,-3-16 0,-4-3 0,-1-6 0,-1-1 0,0-6 0,-7-9 0,-3-7 0</inkml:trace>
  <inkml:trace contextRef="#ctx0" brushRef="#br0" timeOffset="33">6161 12207 8912,'9'0'0,"-1"0"0,-8 8 0,0 1 0,0 9 0,0-1 0,0 0 0,-2 10 0,-4 7 0,4 2 0,-3 10 0,3 0 0,2 6 0,5-7 0,1 1 0,2-7 0,-2 1 0,-5-6 0,7-5 0,0-6 0,-6-4 0,5-10 0,-7-9 0,0-11 0,6-12 0,2-4 0,-1-2 0,1 1 0,5-1 0,-1-5 0,3 1 0,2 5 0,1 3 0,-1 8 0</inkml:trace>
  <inkml:trace contextRef="#ctx0" brushRef="#br0" timeOffset="34">6384 12517 8912,'18'0'0,"-9"7"0,6-5 0,-5 13 0,7-3 0,2-3 0,4 3 0,-4-3 0,4 5 0,-2-5 0,2-1 0,-2-2 0,8-6 0,-8 0 0,2 0 0,2-8 0,-2-3 0,0 3 0,-6 0 0</inkml:trace>
  <inkml:trace contextRef="#ctx0" brushRef="#br0" timeOffset="35">6797 12482 8912,'0'-19'0,"0"-4"0,8 4 0,-6-6 0,4 8 0,-6 2 0,-6 3 0,2-1 0,-7 7 0,-1 0 0,-5 6 0,0 0 0,0 8 0,-1 4 0,3 5 0,4 6 0,-3-2 0,8 7 0,-5 1 0,5 5 0,1-5 0,5 0 0,0-8 0,0 2 0,0-10 0,0-2 0,1-7 0,5 2 0,6-4 0,3-10 0,2-3 0,-2-4 0,-3-3 0,3 1 0,-3 0 0,-3 0 0,3 0 0,-7-1 0,7 1 0,-2 6 0,3 1 0,-2 1 0,3-1 0,-5 6 0,3-1 0,-1 3 0,6 2 0,-5 2 0,-1 3 0,1 3 0,5 3 0,0 5 0,1-5 0,-7-1 0,0 1 0,1-5 0,5 3 0,0-1 0,1-2 0,-1-6 0,6-8 0,0-3 0,0-10 0,-6-2 0,-2-2 0,-3 2 0,1-2 0,-7-3 0,5 3 0,-5 7 0,0 1 0,-6 0 0,0 0 0,0 7 0,0 10 0,0 12 0,2 9 0,3 2 0,5 5 0,7-5 0,-7 0 0,-3-6 0</inkml:trace>
  <inkml:trace contextRef="#ctx0" brushRef="#br0" timeOffset="36">7365 12517 8912,'0'17'0,"8"0"0,2 0 0,-1 0 0,-3 1 0,-4-1 0,-2 0 0,-10 0 0,-5 0 0,-8 1 0,-4-1 0,-2-6 0,-5 1 0,0-7 0,-1 7 0,3-8 0,3 1 0,10-10 0,7-7 0,9-11 0,-3-5 0,14-12 0,9-6 0,8-12 0,9-3 0</inkml:trace>
  <inkml:trace contextRef="#ctx0" brushRef="#br0" timeOffset="37">7537 12259 8912,'35'34'0,"-16"-13"0,-8-4 0,-7-9 0,-4 3 0,0 1 0,0 5 0,8-7 0,3-3 0,12-7 0,-2 0 0,8-2 0,2-1 0,1-3 0,3-13 0,-1 1 0,0-3 0,1 4 0,-7-2 0,1-4 0,-8 2 0,2-7 0,-9 5 0,-3-6 0,-7 0 0,2-5 0,-6 5 0,-6 1 0,-9 9 0,-8 1 0,-8 9 0,2 9 0,-5 2 0,-6 3 0,3 13 0,-3 10 0,4 7 0,1 5 0,3 6 0,3 11 0,4-4 0,8 5 0,8-3 0,3 2 0,19-5 0,10 0 0,10-10 0,7-14 0,2-5 0,6-11 0,-4-7 0,-2-3 0,-2-17 0,-6-8 0,-1-7 0,-4-5 0,-5-1 0,-6-4 0,-1-2 0,0-4 0,-5 2 0,-1 6 0,0-4 0,-1-2 0,3 7 0,-7 3 0,0 2 0,-6 9 0,0 7 0,0 11 0,0 10 0,6 5 0,-1 7 0,9 8 0,-3 4 0,5 3 0,1 3 0,0-1 0,0 0 0,0 1 0,1-1 0,-3-1 0,-4-5 0,3 5 0,-9-5 0,1-3 0,-6-2 0,-7 2 0,-5-2 0,-11 0 0,-6-6 0,3-6 0,-3 1 0,2-8 0,-1 1 0,-3-3 0,8-2 0,2 0 0,10-9 0,5-8 0,-4-16 0,1-11 0</inkml:trace>
  <inkml:trace contextRef="#ctx0" brushRef="#br0" timeOffset="38">9000 11984 8912,'17'0'0,"-7"-8"0,-1 6 0,-3-4 0,-4 4 0,6 2 0,-8 0 0,0 2 0,0 4 0,0 4 0,0 7 0</inkml:trace>
  <inkml:trace contextRef="#ctx0" brushRef="#br0" timeOffset="39">9086 12499 8912,'6'33'0,"0"-4"0,7-12 0,-11-10 0,6-7 0,-8 0 0,2 0 0,3 0 0,5-15 0,7-4 0</inkml:trace>
  <inkml:trace contextRef="#ctx0" brushRef="#br0" timeOffset="40">23765 11966 8912,'0'-17'0,"0"0"0,0 0 0,0 0 0,0-1 0,0 1 0,6-2 0,0-2 0,-3-4 0,-1-1 0,-2 5 0,0-2 0,0 4 0,-2 3 0,-3 5 0,1 3 0,-8 8 0,1 0 0,-4 2 0,1 4 0,3 5 0,-1 6 0,-5 6 0,2 10 0,3 7 0,-3 10 0,4 1 0,1 8 0,-1 10 0,7 8 0,-2 5 0,4 9 0,2-40 0,0 2 0,0 6 0,0 2-293,0 7 1,0 2 0,0-1 0,0 1 292,0 4 0,0 1 0,0 3 0,0 1-373,0 3 0,0 2 0,-2 2 0,-2 2 373,2 3 0,-1 1 0,-1-1 0,0 1 0,1 5 0,0 1 0,1-32 0,-1 0 0,-1-1 0,-2 0 0,0-1 0,0 2 0,2 3 0,0 2 0,1-1 0,0-1 0,0 0 0,-1-1 0,1 0 0,0 0 0,0-1 0,-2 28 0,0-1 0,3-5 0,-1-2 0,-3-4 0,0 0 0,4-1 0,0-2-230,0-2 0,-1-1 0,-1-3 0,0-1 230,1-1 0,0-1 0,-3-3 0,-1-2 0,1 1 0,0-2 0,-1-5 0,-1 0-135,0 4 0,-1-2 0,-2-6 0,-1-1 135,1 3 0,-1-1 0,-2-4 0,-1-1 0,4-3 0,-1-1 0,-11 42 295,-2-8 0,6-13-295,-4-12 0,12-13 660,5-9 1,-1-9-661,1-8 1109,0-9-1109,6-1 807,0-8-807,0 0 294,0-8-294,0 6 0,0-5 0,0 7 0,0 0 0,0-8 0,0 4 0,0-7 0,2-3 0,4-9 0,-2-3 0,7-9 0,1 1 0,5-8 0,0-2 0</inkml:trace>
  <inkml:trace contextRef="#ctx0" brushRef="#br0" timeOffset="41">17037 12138 8912,'-2'44'0,"-4"-4"0,-4-3 0,-1-3 0,-1 0 0,3 1 0,-5-1 0,5 1 0,1-1 0,1 0 0,3-1 0,-2-4 0,2-7 0,2-2 0,2-3 0,0 0 0,0-9 0,0-8 0,8-16 0,2-10 0</inkml:trace>
  <inkml:trace contextRef="#ctx0" brushRef="#br0" timeOffset="42">16985 11915 8912,'0'-17'0,"0"-1"0,2 1 0,2 0 0,1 0 0,1 2 0,2 3 0,1-1 0,9 7 0,1 2 0,4 2 0,-2 2 0,9 0 0,3 2 0,-1 4 0,5 5 0,-14 12 0,-2 4 0,-2 0 0,-10 5 0,-3-3 0,-12 3 0,-7 3 0,-8-3 0,-8-3 0,-9 3 0,-2-3 0,-6-2 0,6 1 0,0-7 0,3 2 0,1-3 0,2-3 0,3-8 0,14-3 0,1-6 0,5-6 0,3-3 0,8-8 0</inkml:trace>
  <inkml:trace contextRef="#ctx0" brushRef="#br0" timeOffset="43">17587 12052 8912,'0'-9'0,"0"1"0,0 10 0,0 4 0,0 3 0,0 9 0,-2 6 0,-3 5 0,3 4 0,-4 1 0,-2 6 0,3 0 0,-1 6 0,4-6 0,-4-2 0,-3-1 0,-9-3 0</inkml:trace>
  <inkml:trace contextRef="#ctx0" brushRef="#br0" timeOffset="44">17553 12018 8912,'0'-34'0,"2"1"0,2 4 0,1 7 0,3 2 0,-2 3 0,3 8 0,8 3 0,1 4 0,1 4 0,4 4 0,5 5 0,3 4 0,-2 3 0,9-1 0,-4 0 0,12 0 0,-2 0 0</inkml:trace>
  <inkml:trace contextRef="#ctx0" brushRef="#br0" timeOffset="45">18310 11966 8912,'-23'0'0,"0"0"0,-2 0 0,2 0 0,-3 0 0,-9 0 0,1 2 0,-1 4 0,1 6 0,-1 10 0,3-2 0,3 2 0,4 3 0,8-2 0,8 6 0,3-6 0,4 0 0,2-6 0,0 0 0,8-2 0,3-3 0,6-4 0,6-8 0,-2-8 0,8-4 0,0-9 0,5-5 0,1-5 0,-1-5 0,-5-4 0,-1 0 0,-7 1 0,2-6 0,-4-1 0,-1-6 0,-3 0 0,-4 1 0,-1 1 0,-4 4 0,-4 4 0,3 8 0,-5 15 0,-5 7 0,1 12 0,-8 12 0,7 17 0,-7 22 0,6 14 0,-5 10 0,7 7 0,-2-2 0,-1-2 0,1 1 0,4-3 0,6-3 0,0-5 0,7-5 0,3-3 0,8-9 0,-2-7 0,4-2 0</inkml:trace>
  <inkml:trace contextRef="#ctx0" brushRef="#br0" timeOffset="46">17088 12981 8912,'-9'7'0,"-5"-3"0,7 8 0,-3 1 0,-1 2 0,-1 3 0,1-1 0,-1 0 0,-5 2 0,-2 2 0,-4 2 0,10 6 0,-5-4 0,3-1 0,0 1 0,-2 4 0,1-6 0,5 0 0,5 2 0,4-12 0,2 4 0,0-4 0,2 3 0,4-5 0,5-5 0,6-4 0,6-2 0,-2-8 0,8-3 0,0-3 0,5 3 0,1-4 0,-1 3 0,2-3 0,4-2 0,-3-1 0,3 1 0,-6 6 0,-5-1 0,-4 7 0,-8-7 0,-7 8 0,-3-3 0,-9 7 0,-5 0 0,-10 0 0,-8 0 0,-17 7 0,-2 3 0</inkml:trace>
  <inkml:trace contextRef="#ctx0" brushRef="#br0" timeOffset="47">17002 13050 8912,'0'17'0,"0"0"0,0 0 0,0 0 0,0 2 0,0 4 0,0 4 0,0 8 0,0 7 0,0 3 0,0 5 0,0 2 0,0-1 0,0 1 0,2-1 0,4 1 0,-2-8 0,7-4 0,-7-11 0,2-6 0,3-12 0,-7-3 0,6-16 0,-8-1 0</inkml:trace>
  <inkml:trace contextRef="#ctx0" brushRef="#br0" timeOffset="48">17518 13067 8912,'10'-17'0,"5"-1"0,-3 1 0,-1-6 0,5 0 0,3 2 0,0 2 0,2 2 0,2 0 0,-4 7 0,4 5 0,-4 3 0,-2 2 0,-2 2 0,-3 3 0,-3 12 0,-3 12 0,-4 0 0,2 3 0,-6 5 0,-4-1 0,-7 2 0,1 2 0,-3-2 0,-2 8 0,0-8 0,0 3 0,-1-5 0,1-2 0,0-1 0,0-5 0,7-3 0,4-8 0,4 1 0,4-9 0,4-3 0,11-6 0,12-6 0,11-3 0,6-9 0,11 1 0,7 0 0,8 0 0,3 0 0,-3-1-182,-8 1 0,10 0 0,-3 0 0</inkml:trace>
  <inkml:trace contextRef="#ctx0" brushRef="#br0" timeOffset="49">17088 14391 8912,'0'-18'0,"0"1"0,-2 0 0,-3 0 0,-7 0 0,-3 0 0,-2-1 0,-1 1 0,-1 0 0,-4 0 0,2 7 0,-5 3 0,-1 1 0,0 0 0,4 2 0,-6 10 0,6 9 0,-3 10 0,-1 4 0,0 7 0,6-2 0,-2 7 0,6 1 0,5-2 0,3 2 0,3-2 0,4-11 0,-2-1 0,8-7 0,8-4 0,5-7 0,6-4 0,-2-8 0,8-10 0,-3-1 0,3-16 0,-2 1 0,-4-7 0,-4 1 0,4-1 0,-4 1 0,-2 0 0,0-1 0,1 1 0,-3 7 0,-4 4 0,-5 4 0,-4 10 0,-2 3 0,0 13 0,0 11 0,-6 14 0,0 14 0,-5 11 0,3 6 0,1 4 0,-1 2 0,2 0 0,6 0 0,0-1 0,0 1 0,6-10 0,0-7 0,7-10 0,-1-13 0,3-5 0,2-14 0,0-2 0</inkml:trace>
  <inkml:trace contextRef="#ctx0" brushRef="#br0" timeOffset="50">17604 14253 8912,'-11'-17'0,"0"2"0,-3 1 0,-1 3 0,1 7 0,-3-2 0,-4 12 0,-13 5 0,-3 18 0,-3 5 0,2 12 0,-8 0 0,10 8 0,1-1 0,11-3 0,4 0 0,11-8 0,3-2 0,4-6 0,2-5 0,8-12 0,1-9 0,9-8 0,-1-2 0,0-4 0,0-11 0,1-12 0,-1-3 0,0-3 0,0 3 0,0 3 0,1-3 0,-1 3 0,2 4 0,4 2 0,-4-2 0,4 2 0,-4 2 0,-2 10 0,-5 3 0,-1 8 0,-5 2 0,5 4 0,-7 13 0,2 15 0,-4 8 0,-2 10 0,0 0 0,0-1 0,0 1 0,0-1 0,0-1 0,0-4 0,0 2 0,0-8 0,0-2 0,0-9 0,0-6 0,0-12 0,7-3 0,3-8 0</inkml:trace>
  <inkml:trace contextRef="#ctx0" brushRef="#br0" timeOffset="51">17931 14322 8912,'0'-12'0,"0"1"0,-1 1 0,-5-1 0,-4 3 0,-7 8 0,-6 0 0,0 0 0,-7 2 0,1 4 0,2 4 0,-2 7 0,8 0 0,-2 0 0,6 0 0,6 0 0,3 1 0,8-1 0,0 0 0,0 0 0,2-5 0,4-1 0,3-7 0,9 2 0,-1-4 0,0-2 0,6-8 0,0-3 0,0 1 0,-6-1 0,0 5 0,0-6 0,1 8 0,-1-3 0,-2 14 0,-3 5 0,1 11 0,-7 6 0,-1 5 0,-5 6 0,2 6 0,4 11 0,-4-1 0,4 7 0,-4-8 0,-2 2 0,5-3 0,1-3 0,0-7 0,-6-4 0,-8-11 0,-1-4 0</inkml:trace>
  <inkml:trace contextRef="#ctx0" brushRef="#br0" timeOffset="52">26536 12190 8912,'-10'-2'0,"3"-2"0,-1-3 0,-4-3 0,3 6 0,-1-3 0,1 1 0,-1 0 0,6-2 0,-3 5 0,-1-3 0,8-2 0,0 3 0,2 3 0,9-4 0,3 4 0,7 2 0,4 0 0,2 0 0,-5 2 0,7 4 0,-6 11 0,6 11 0,-1 5 0,-1 1 0,-4 3 0,-11 3 0,-5 6 0,-7 11 0,-2 4 0,-3 8 0,-13-8 0,-10-4 0,-5-3 0,-1-3 0,-1-3 0,1-8 0,1-7 0,5-16 0,3-8 0,8-3 0,0-4 0,-1-2 0,9-13 0,3-6 0,2-6 0,-2-6 0,5-3 0,-5-6 0,4 3 0,4-5 0,4 4 0,5 4 0,-1-3 0,1 15 0,1-1 0,10 13 0,1 4 0,0 8 0,-5 10 0,5 7 0,-1 15 0,9 1 0,-2-1 0,3 0 0,3 1 0,5-7 0,0 1 0,6-8 0,-6 2 0,8-4 0,-4-4 0,0-3 0,-4-6 0,-6-12 0,-5-6 0,4-3 0,-7-2 0</inkml:trace>
  <inkml:trace contextRef="#ctx0" brushRef="#br0" timeOffset="53">28532 12156 8912,'6'-12'0,"-1"1"0,1-3 0,0-1 0,0-2 0,-3 0 0,-1-1 0,-2 7 0,0-1 0,-7 9 0,-5-3 0,-11 14 0,-5 9 0,1 2 0,-2 10 0,1-1 0,-7 7 0,1-1 0,-1 0 0,3 1 0,3 1 0,4 2 0,0 2 0,8 0 0,0-5 0,2-3 0,9-3 0,0-4 0,6-8 0,14-2 0,3-3 0,19-7 0,4-10 0,10-12 0,7-12 0,3 2 0,3-2 0,-4 1 0,-7-7 0,-7 7 0,1-1 0,-15 8 0,-2-2 0,-10 4 0,-8 2 0,-3 5 0,-8 1 0,0 0 0,-15-7 0,-5 1 0</inkml:trace>
  <inkml:trace contextRef="#ctx0" brushRef="#br0" timeOffset="54">28601 12138 8912,'-17'0'0,"-1"0"0,7 0 0,-1 0 0,9 2 0,-3 4 0,-2-2 0,3 7 0,-1 1 0,6 5 0,0 8 0,0 3 0,0 7 0,0 5 0,0 6 0,0 3 0,0 3 0,0 0 0,6-1 0,-1 1 0,1-8 0,-6-4 0,2-6 0,4-5 0,-4-4 0,13-16 0,-6-1 0</inkml:trace>
  <inkml:trace contextRef="#ctx0" brushRef="#br0" timeOffset="55">28911 12138 8912,'5'-17'0,"3"0"0,2 0 0,-5 1 0,7 5 0,-1-4 0,6 11 0,1-8 0,5 9 0,0-3 0,5 4 0,-5 2 0,2 8 0,-2 3 0,-10 6 0,5 6 0,-13 4 0,1 7 0,-6 1 0,-6-1 0,-5 8 0,-12 4 0,2-2 0,-8 2 0,6-6 0,-5 6 0,6-8 0,0 2 0,2-6 0,3-5 0,8-4 0,1-14 0,8 1 0,4-8 0,7 1 0,8-12 0,16-10 0,7-3 0,4-8 0,3 7 0,3-2 0,-6-2 0,0 2 0,-8 0 0,4-2 0,-7-1 0</inkml:trace>
  <inkml:trace contextRef="#ctx0" brushRef="#br0" timeOffset="56">31044 12156 8912,'-11'-6'0,"0"0"0,5-7 0,-6 3 0,-1-1 0,-2-1 0,-3 3 0,1-5 0,-2 5 0,-4 1 0,4 2 0,-4 6 0,2 2 0,-2 4 0,4 4 0,-4 7 0,6 2 0,3 4 0,5 4 0,1-1 0,1-1 0,1-8 0,4 1 0,-4-1 0,4-6 0,4-1 0,4-3 0,5-3 0,10-4 0,2-6 0,6-3 0,-6-8 0,2 0 0,-2-1 0,-4 1 0,4 0 0,-4 0 0,-2 0 0,0 5 0,1 1 0,-7 7 0,1-2 0,-9 4 0,5 17 0,-8 8 0,-2 14 0,-4 3 0,-3 13 0,-8-1 0,-1 11 0,1 0 0,6-4 0,-1-2 0,8-9 0,-1-2 0,3-10 0,2-1 0,0-8 0,0-10 0,2-8 0,3-3 0,3-12 0,4-5 0,10-12 0,-2-4 0</inkml:trace>
  <inkml:trace contextRef="#ctx0" brushRef="#br0" timeOffset="57">31698 12001 8912,'-17'-27'0,"0"2"0,0 8 0,0 2 0,-1 3 0,-1 5 0,-4 7 0,4 2 0,-4 3 0,-2 11 0,2 7 0,0 9 0,6 0 0,2 7 0,3-1 0,-1-2 0,7-1 0,1-9 0,5-3 0,2 0 0,3-6 0,-1 2 0,8-13 0,-1 0 0,6-6 0,6-2 0,0-4 0,0-3 0,-6-8 0,0-3 0,1-3 0,3 4 0,-4-4 0,8-1 0,-14 1 0,8 2 0,-7 9 0,1-3 0,-1 3 0,3 5 0,-11-1 0,7 8 0,-7 14 0,2 3 0,-4 17 0,-2 1 0,-6 10 0,0 1 0,-1 4 0,1 1 0,4 1 0,-4 0 0,4-8 0,2-4 0,0-6 0,0-5 0,0-4 0,16-24 0,3-2 0</inkml:trace>
  <inkml:trace contextRef="#ctx0" brushRef="#br0" timeOffset="58">32421 11846 8912,'-17'0'0,"0"0"0,0 0 0,-1 0 0,-1 2 0,-4 4 0,-5 5 0,-11 10 0,-1 4 0,2 2 0,2 3 0,1 10 0,10-3 0,8 3 0,8-6 0,9-5 0,1-4 0,5-8 0,9-2 0,8-3 0,6-5 0,-6-7 0,8-7 0,-3-5 0,3-3 0,-2-2 0,-5-6 0,-6 0 0,1-6 0,4 6 0,-10 0 0,4 6 0,-3 0 0,3 0 0,-8 9 0,-3 8 0,-4 15 0,-2 14 0,-8 19 0,-3 9 0,-10 16 0,-2 7 0,-2 6-321,2 6 0,4-3 321,8-40 0,-1 0 0,-5 39 0,5-2 0,-3-8 0,4-9 0,3-8 0,-5 2 0,7-11 0,2-8 0,2-6 0</inkml:trace>
  <inkml:trace contextRef="#ctx0" brushRef="#br0" timeOffset="59">24264 13720 8912,'-2'10'0,"-3"-5"0,-5-1 0,-1 0 0,-1 2 0,6 0 0,-5-6 0,7 1 0,-4 3 0,1 2 0,5 7 0,-4 1 0,4 7 0,2 0 0,0 7 0,0 1 0,0 7 0,0 3 0,0 1 0,0 7 0,0-1 0,0 6 0,0 5 0,2-9 0,2 2 0,2-6 0,-3-6 0,-1-8 0,-2-1 0,0-8 0,0-4 0,0-9 0,0-8 0,0-8 0,0-3 0,0-5 0,0-1 0,0-2 0,0-4 0,0-4 0,0-7 0,-5 0 0,-1-1 0,-2-1 0,3-4 0,3-4 0,-4-8 0,4 5 0,2-5 0,0 6 0,0-5 0,0 10 0,0 11 0,0 5 0,0 8 0,0 0 0,0 19 0,0 15 0,0 10 0,0 18 0,0 7 0,0 5 0,0 1 0,0-7 0,0 1 0,0-3 0,0-3 0,0-6 0,0-3 0,0-3 0,0-1 0,0-5 0,6-9 0,-1-7 0,3-3 0,-2 3 0,-4-5 0,5-7 0</inkml:trace>
  <inkml:trace contextRef="#ctx0" brushRef="#br0" timeOffset="60">24023 15319 8912,'-11'0'0,"-1"0"0,1-2 0,1-4 0,3-3 0,9-6 0,3 3 0,7-3 0,9 5 0,2 1 0,2 1 0,-4 8 0,4 0 0,1 0 0,-3 8 0,6 3 0,-6 12 0,4 6 0,-4 5 0,-8 6 0,0 6 0,-9 11 0,0-1 0,-6 7 0,-8 0 0,-3 6 0,-12-8 0,-6-4 0,-4-3 0,-1-5 0,-2-3 0,-5-6 0,5-3 0,-4-3 0,4-7 0,1-4 0,3-12 0,3-5 0,4-4 0,8-2 0,6-10 0,-1-7 0,8-8 0,-1-9 0,3-3 0,2-3 0,0-4 0,0 0 0,5-3 0,1 7 0,7 5 0,-1 7 0,3 7 0,2-2 0,1 11 0,-1 6 0,2 5 0,4 1 0,4 7 0,7 5 0,-5 9 0,-1 2 0,1 7 0,6-1 0,-1-2 0,2-1 0,3-1 0,1-4 0,2-4 0,-2-5 0,4 1 0,8-7 0,-7 0 0,1-6 0,0-8 0,6-2 0</inkml:trace>
  <inkml:trace contextRef="#ctx0" brushRef="#br0" timeOffset="61">26484 13531 8912,'-15'-2'0,"1"-4"0,3-3 0,-2-3 0,-1 1 0,1-1 0,1 3 0,9 1 0,-5 10 0,8 4 0,0 5 0,2 12 0,2 6 0,1 3 0,7 5 0,-6 3 0,5-2 0,-5 8 0,-2 2 0,-2 1 0,3 3 0,1-1 0,0 1 0,-6 0 0,0-3 0,-2-3 0,-2-6 0,-2-3 0,-1-9 0,1 1 0,4-8 0,-4 2 0,2-12 0,-1-5 0,-5-4 0,-7-2 0</inkml:trace>
  <inkml:trace contextRef="#ctx0" brushRef="#br0" timeOffset="62">26106 13926 8912,'0'-17'0,"0"0"0,0 0 0,5 0 0,1-1 0,7 1 0,-1 0 0,5 0 0,6 0 0,10 0 0,7-1 0,8 3 0,-3 4 0,-1-3 0,2 8 0,-7 1 0,1 5 0,-12 2 0,-5 3 0,-6 5 0,-5 7 0,-4 0 0,-8 1 0,0-1 0,0 0 0,-2 0 0,-4 0 0,2-1 0,-7-5 0,7 4 0,-11-13 0,13 14 0,-6-15 0,8 5 0,0-12 0,0 5 0,0-7 0,-8 8 0,6 0 0,-5 0 0</inkml:trace>
  <inkml:trace contextRef="#ctx0" brushRef="#br0" timeOffset="63">26433 13995 8912,'-20'35'0,"-3"-1"0,2 6 0,-7 0 0,5 6 0,-6-6 0,8 0 0,-2-5 0,10-3 0,3-3 0,3-6 0,3-4 0,2-10 0,2-9 0,0-17 0,0-10 0</inkml:trace>
  <inkml:trace contextRef="#ctx0" brushRef="#br0" timeOffset="64">26312 13669 8912,'10'7'0,"3"3"0,-7 7 0,1 8 0,-1 3 0,-2 13 0,7 4 0,9 7 0,8 5 0,9 3 0,8 3 0,9 1-1002,15-6 1002,0-9 0,7 1 0,3-6 0</inkml:trace>
  <inkml:trace contextRef="#ctx0" brushRef="#br0" timeOffset="65">28222 13703 8912,'8'9'0,"-8"-1"0,0-8 0,-2 0 0,-10 0 0,3 10 0,-3 7 0,-1 2 0,7 8 0,1-1 0,-3 1 0,4 0 0,-5 4 0,1-5 0,4-1 0,-4 4 0,3-6 0,-1-6 0,6-6 0,0-5 0,0 6 0,0-9 0,13-3 0,5-11 0,8-4 0,-3-3 0,6 7 0,-6-1 0,7 1 0,-10 1 0,4 3 0</inkml:trace>
  <inkml:trace contextRef="#ctx0" brushRef="#br0" timeOffset="66">28412 13961 8912,'17'7'0,"0"5"0,6 3 0,0 2 0,0 1 0,-6-1 0,-6 0 0,-1 0 0,-2 2 0,-5 4 0,-1-4 0,-2 4 0,-13 2 0,-4-2 0,-12 8 0,0-3 0,-3-1 0,-2 2 0,-7-6 0,1 5 0,-6-5 0,6 6 0,0-10 0,6-2 0,5-7 0,0-10 0,8-8 0,-11-9 0,5-10 0</inkml:trace>
  <inkml:trace contextRef="#ctx0" brushRef="#br0" timeOffset="67">28067 13806 8912,'-11'-11'0,"-1"-1"0,9 8 0,-5-5 0,8 3 0,2 2 0,5-5 0,15-3 0,16-3 0,23-6 0,25-13 0,-39 15 0,2 1-306,4-2 1,3 0-1,0-1 1,2 0 305,5-2 0,1 0 0,-8 5 0,0 2 0,-1 3 0,-1 3 0,-2 3 0,-2 2 0,36 0 0,4-12 0,-12-3 0</inkml:trace>
  <inkml:trace contextRef="#ctx0" brushRef="#br0" timeOffset="68">30735 13617 8912,'-18'-2'0,"3"-4"0,4-5 0,5-4 0,4-3 0,4 1 0,4 0 0,5 0 0,6-2 0,4-2 0,4-2 0,0 2 0,2 4 0,0 5 0,-1-1 0,5 5 0,-4 0 0,-2 1 0,5 1 0,-1 6 0,-4 10 0,-2 5 0,-4 10 0,-2 7 0,-2 1 0,-3 13 0,-5 5 0,-7 6 0,-7 3 0,-5-3 0,-11 10 0,-5 7 0,-7-1 0,-5-2 0,4-5 0,-4-2 0,-2-5 0,1-8 0,1-9 0,6-7 0,5-14 0,1-10 0,7-7 0,-1 0 0,7-10 0,4-11 0,7-8 0,-2-9 0,4-3 0,2-3 0,8 4 0,3-4 0,7-2 0,5 2 0,-2 2 0,5 7 0,-1 4 0,-4 2 0,4 10 0,-2 9 0,6 6 0,-6 6 0,0 7 0,-6 16 0,2 2 0,4 15 0,-2-1 0,6 5 0,-1-2 0,1-2 0,0-8 0,2 2 0,11 4 0,-4 0 0</inkml:trace>
  <inkml:trace contextRef="#ctx0" brushRef="#br0" timeOffset="69">26484 15543 8912,'2'-10'0,"4"4"0,-4-3 0,13 7 0,-13-8 0,4 5 0,-4 1 0,-2-8 0,5 7 0,1-7 0,0 6 0,-6-5 0,7-1 0,-5-5 0,4 0 0,-4 6 0,-2-1 0,2 6 0,4-5 0,-4 7 0,5-11 0,-7 13 0,0-4 0,0 12 0,0 11 0,0 12 0,-2 13 0,-3 9 0,3 9 0,-6 8 0,2 1 0,1 0 0,-3 0 0,2-1 0,4 7-120,-4-1 0,3-5 120,-3-6-116,4-15 1,-13 2 0,5-16 0</inkml:trace>
  <inkml:trace contextRef="#ctx0" brushRef="#br0" timeOffset="70">28085 15560 8912,'26'-37'0,"-5"-1"0,-7-2 0,-9 4 0,-3 5 0,-2 8 0,0 14 0,0 9 0,0 9 0,0 14 0,0 8 0,0 7 0,2 4 0,4 4 0,-2 4 0,5-5 0,1 3 0,0-2 0,-7-2 0,3-4 0,-2-2 0,2 8 0,-4-6 0,-1 6 0,-8 2 0,-10 2 0,-12 1 0,0 1 0,-11-1 0,-4 1 0</inkml:trace>
  <inkml:trace contextRef="#ctx0" brushRef="#br0" timeOffset="71">27878 15921 8912,'6'-33'0,"0"5"0,7-5 0,-2 6 0,7-1 0,5-1 0,3 6 0,9-5 0,-1 5 0,2-4 0,3 2 0,1 6 0,-2 6 0,-9-3 0,-4 14 0,-8-3 0,-6 5 0,-1 5 0,-2 7 0,-5 3 0,-8 8 0,-7 0 0,-3 13 0,-2-1 0,-1 3 0,1-4 0,0 6 0,0 1 0,-6 1 0,0-2 0,0-2 0,6 8 0,0-6 0,-1 6 0,-1-6 0,-4 6 0,4-10 0,-4-2 0,4-7 0,-6-10 0,-2 0 0</inkml:trace>
  <inkml:trace contextRef="#ctx0" brushRef="#br0" timeOffset="72">27947 15680 8912,'0'-23'0,"0"0"0,6-7 0,1 3 0,1 0 0,0 4 0,5 4 0,-3 10 0,7 3 0,2 6 0,4 6 0,0 5 0,11 12 0,-1 4 0,13 7 0,-1 1 0,7-1 0,5 8 0,1 4 0,7-6-185,-2-6 1,-4 1-1,0-9 1</inkml:trace>
  <inkml:trace contextRef="#ctx0" brushRef="#br0" timeOffset="73">30201 15096 8912,'6'17'0,"2"-2"0,1-3 0,-5 5 0,4-2 0,-3 8 0,1 4 0,0 1 0,-6 7 0,6 1 0,1 4 0,1 4 0,0 0 0,-1 6 0,-1-4 0,-4-3 0,4 3 0,-6-2 0,-6 2 0,-4-12 0,-7-11 0,6-4 0,-1-1 0,1-9 0,-7-1 0,1-8 0</inkml:trace>
  <inkml:trace contextRef="#ctx0" brushRef="#br0" timeOffset="74">30098 15663 8912,'-8'-27'0,"4"-5"0,-7 3 0,7-9 0,-2-2 0,6 2 0,6 9 0,9-2 0,8 8 0,8-7 0,-2 1 0,5 4 0,6 2 0,-1 2 0,6-2 0,3 10 0,10-4 0,-7 5 0,1 1 0,-10 3 0,-6 1 0,-7 5 0,0-4 0,-16 4 0,2 2 0,-17 8 0,-3 3 0,-13 6 0,-10 6 0,-5-2 0,-1 8 0,-1 2 0,1 9 0,-6-4 0,0 4 0,0-4 0,5-1 0,-5-1 0,0-1 0,2-5 0,1-5 0,5-6 0,3-5 0,4-6 0,8-14 0,0-9 0,0-10 0,7-15 0,4-10 0,4 1 0,2-6 0,-5 3 0,-1 3 0,-2 1 0,2 4 0,5 2 0,-5 8 0,4 1 0,6 7 0,7 16 0,10 5 0,19 7 0,6 9 0,12 8 0,12 2 0,16 10 0,-39-15 0,2-1-189,5 1 0,1 1 0,0 1 1,1 0 188,1-1 0,1-1 0,-6-6 0,-1 1 0,-2 4 0,-1 1 0,42 1 0,0 4 0,2 4 0</inkml:trace>
  <inkml:trace contextRef="#ctx0" brushRef="#br1" timeOffset="75">22698 13978 8912,'-27'10'0,"5"-3"0,2-1 0,3 0 0,0-2 0,0-3 0,0-1 0,5 0 0,1 0 0,7 0 0,-4-1 0,8-5 0,0 4 0,0-6 0,8 1 0,1-3 0</inkml:trace>
  <inkml:trace contextRef="#ctx0" brushRef="#br1" timeOffset="76">22561 13926 8912,'0'-17'0,"0"0"0,0-8 0,0 4 0,0-7 0,0 1 0,1-4 0,3 3 0,2-3 0,7-1 0,-1-3 0,5 1 0,6-1 0,-2-1 0,8-4 0,-1 2 0,7-8 0,-1 2 0,1-4 0,-1 4 0,1 2 0,7-4 0,3 6 0,-1 0 0,2 6 0,2 7 0,10 4 0,5 4 0,4 2 0,-1 2 0,-2 3 0,1-1 0,-8 7 0,4-2 0,-2 5 0,6-3 0,0 2 0,2-4 0,8 3 0,1-7-133,5 6 1,-5-5 132,-7 5 0,0-5 0,0 5 0,-2 0 0,-6 6 0,-8 2 0,-5 4 0,-4 3 0,2 9 0,0 1 0,-12 4 0,5-2 0,-11 7 0,-1-1 0,0 6 0,0-3 0,-1 1 0,-5 13 0,2-16 0,-7 12 0,1-3 0,4-3 0</inkml:trace>
  <inkml:trace contextRef="#ctx0" brushRef="#br1" timeOffset="77">25039 13256 8912,'11'32'0,"1"-3"0,7 4 0,-12-14 0,7 4 0,-5-4 0,-1-2 0,-4 0 0,-2-7 0,-2-3 0,0-7 0,0 0 0,0-7 0,0-3 0,0-7 0,-6 0 0,0-1 0,-1 1 0,1 0 0,4 0 0,-4-2 0,2-4 0,-1-6 0,3-11 0,-6-4 0</inkml:trace>
  <inkml:trace contextRef="#ctx0" brushRef="#br1" timeOffset="78">25228 12706 8912,'-17'0'0,"-1"-6"0,1 0 0,2-7 0,2 3 0,1 1 0,8-6 0,4 13 0,14-4 0,7 6 0,7 6 0,5 11 0,1 11 0,6 7 0,1 5 0,-1 4 0,-6 7 0,-1 1 0,-5 0 0,-8 7 0,-9 4 0,-9 4 0,-2 2 0,-17-1 0,-18 1 0,-1-6 0,-10-2 0,-2-2 0,-1-3 0,-3-18 0,0-5 0,1-16 0</inkml:trace>
  <inkml:trace contextRef="#ctx0" brushRef="#br1" timeOffset="79">16297 17881 8912,'0'-17'0,"0"-2"0,0-4 0,-6 4 0,0-4 0,-2 4 0,3 1 0,3 9 0,-6 3 0,8 14 0,0 9 0,0 4 0,0 13 0,2-1 0,2 11 0,2 0 0,-3 0 0,-1-6 0,0 4 0,2-2 0,2 0 0,0 0 0,-6-5 0,0-7 0,0 1 0,0-8 0,0 2 0,-2-14 0,-4-9 0,2-15 0,-7-14 0,-1-11 0,-5-6 0,6-3 0,-1-3 0,1 1 0,-7-1 0,3 0 0,4 1 0,-3 7 0,8 4 0,1 11 0,5 6 0,0-4 0,9 10 0,9-2 0,8 8 0,7 3 0,1 2 0,1 6 0,5 0 0,0 0 0,0 6 0,-6 0 0,1 7 0,-4-1 0,-7 3 0,-6 2 0,-13 2 0,1 4 0,-4-2 0,-2 8 0,-8-6 0,-3 5 0,-4-5 0,-3 6 0,7-8 0,-1 2 0,9-4 0,-3-2 0,4 0 0,2 1 0,2-3 0,4-2 0,5-1 0,4-7 0,3 7 0,-7-6 0,-1 5 0,-3 2 0,-3 3 0,-2 1 0,-2 0 0,-8 2 0,-3 4 0,-10-2 0,-2 8 0,-6-8 0,4 2 0,0-4 0,1-2 0,1-2 0,5-3 0,1-3 0,0-3 0,2-6 0,3-2 0,7-13 0,10-10 0,7-9 0,11-8 0,3-2 0</inkml:trace>
  <inkml:trace contextRef="#ctx0" brushRef="#br1" timeOffset="80">17002 17984 8912,'-11'0'0,"-1"0"0,8 0 0,-3 0 0,9 0 0,1 2 0,3 4 0,8-4 0,-3 3 0,6-3 0,4-2 0,2 0 0,-2 0 0,4-6 0,-2 1 0,0-9 0,-6 3 0,-7-4 0,-6-1 0,-16 5 0,-1-2 0,-16 7 0,2 0 0,-1 6 0,-7 8 0,1 3 0,5 10 0,-5 2 0,11 8 0,0-3 0,6 11 0,5 1 0,5 5 0,7-4 0,9-1 0,8-6 0,16-1 0,13-5 0,11-5 0,6-11 0,6-9 0,6-6 0,1-15 0,4-10 0,-3-20 0,-8-5 0</inkml:trace>
  <inkml:trace contextRef="#ctx0" brushRef="#br1" timeOffset="81">17914 17485 8912,'-17'10'0,"0"3"0,0-7 0,-1 7 0,1-1 0,0 5 0,0 6 0,0 6 0,-1 3 0,3 8 0,4 0 0,3 8 0,8-2 0,0 4 0,0 1 0,0-5 0,0 0 0,6-6 0,-1 6 0,7-8 0,-6 2 0,-1-3 0,-5-3 0,0-2 0,0-3 0,-7 2 0,-5-8 0,-3-8 0,-2-9 0,0-5 0,-1-1 0</inkml:trace>
  <inkml:trace contextRef="#ctx0" brushRef="#br1" timeOffset="82">17570 18104 8912,'8'-9'0,"-4"-5"0,7 9 0,0-9 0,9 5 0,3-3 0,5 1 0,12-1 0,6-5 0,4 0 0,2 0 0,5-2 0,0-4 0,-1 9 0,-10-3 0,-6 6 0,-11-1 0,-12 5 0,-12 7 0,-10 2 0,-9 5 0,-7 10 0,-4 6 0,-3 6 0,-3 5 0,8 1 0,0-7 0,6 7 0,8-7 0,3 1 0,4-6 0,2-4 0,2-4 0,4-3 0,5-4 0,12-8 0,4-2 0,7-4 0,1-11 0,-1-12 0,-5-3 0,-1-3 0,-7 1 0,2-1 0,-6 7 0,-5-1 0,-4 6 0,-8-5 0,-2 8 0,-4 1 0,-6 8 0,-3 3 0,-2 2 0,0 8 0,0 4 0,7 4 0,4 7 0,4 0 0,2 0 0</inkml:trace>
  <inkml:trace contextRef="#ctx0" brushRef="#br1" timeOffset="83">18430 17950 8912,'12'0'0,"-1"0"0,-7 0 0,4 0 0,-6 0 0,4 0 0,1 2 0,5 3 0,3-1 0,-4 8 0,3-1 0,-3 6 0,5 0 0,-5 1 0,-1-1 0,1 0 0,-7 0 0,2 0 0,-3-5 0,3-1 0,-4 1 0,6-1 0,-8 1 0,0-8 0,-6 1 0,0-10 0,1-5 0,5-7 0,0-2 0,1-2 0,5-2 0,6 2 0,9-4 0,2 2 0,5 0 0,-5 6 0,8 0 0,-2-1 0,3 1 0,2 0 0</inkml:trace>
  <inkml:trace contextRef="#ctx0" brushRef="#br1" timeOffset="84">19119 17967 8912,'-17'27'0,"-1"-4"0,-5-4 0,1-2 0,0 0 0,11-7 0,3-3 0,18-7 0,7 0 0,2-2 0,10-3 0,2-5 0,9-7 0,-4 0 0,4-1 0,-3-5 0,-3 1 0,-7-1 0,-4 5 0,0 1 0,-4 0 0,-6 0 0,-3 0 0,-5-1 0,-5 1 0,-7 0 0,-5 0 0,-5 7 0,-6 5 0,-4 3 0,-7 2 0,-6 7 0,0 5 0,1 11 0,11 5 0,-3 7 0,8 5 0,0-2 0,6 8 0,7-8 0,5 2 0,7 0 0,9-5 0,8 1 0,16-13 0,9-2 0,5-10 0,9-7 0,3-8 0,2-13 0,6-9 0</inkml:trace>
  <inkml:trace contextRef="#ctx0" brushRef="#br1" timeOffset="85">25675 17692 8912,'0'-27'0,"0"4"0,0 4 0,0 2 0,0 0 0,6 11 0,0 10 0,-2 11 0,-2 16 0,-2 1 0,0 6 0,0 0 0,0 6 0,0 0 0,0 0 0,0-4 0,0 2 0,0-2 0,-6 1 0,-2-9 0,1-1 0,-1-3 0,-6-12 0,3-1 0,-2-4 0,1-1 0,-1-8 0,7-2 0,0-12 0,6-16 0,0-5 0,2-18 0,4-7 0,5-1 0,5-10 0,1 1 0,0-1 0,0-6 0,1 6 0,-1 6 0,-6 6 0,1 11 0,-1 12 0,6 17 0,1 11 0,-7 21 0,1 14 0,5 13 0,6 15 0,0 4 0,-6 8 0,6 0-102,0 0 0,5-2 102,-5-4 0,0-4 0,-5-8 0,-7-1 0,-1-2 0,-3-6 0,-3-6 0,-4 0 0,-6-13 0,-7 0 0,-16-5 0,1-9 0,-22 6 0,6-5 0</inkml:trace>
  <inkml:trace contextRef="#ctx0" brushRef="#br1" timeOffset="86">25572 17967 8912,'-8'-17'0,"5"-1"0,-9 1 0,8 6 0,-1-1 0,5 9 0,5-3 0,13 4 0,12 0 0,8-2 0,8-2 0,0 1 0,6 5 0,-3 0 0,15 0 0,6-6 0,11 0-342,-5 0 0,8-9 0,-5-4 1</inkml:trace>
  <inkml:trace contextRef="#ctx0" brushRef="#br1" timeOffset="87">26742 17451 8912,'-25'-2'0,"-3"-4"0,-5-3 0,-1-1 0,-1 3 0,1 7 0,7 0 0,4 0 0,0 13 0,6 4 0,-2 20 0,13 3 0,1 7 0,5 5 0,0 7 0,0 4 0,0 2 0,0-2 0,0 2 0,0-8 0,0-1 0,0-3 0,1-9 0,5-4 0,-4-3 0,4-3 0,-4-5 0,-2-1 0,-2-7 0,-4 2 0,2-11 0,-7-6 0,-1-5 0,-5-8 0,0-3 0</inkml:trace>
  <inkml:trace contextRef="#ctx0" brushRef="#br1" timeOffset="88">26140 18087 8912,'-11'-2'0,"1"-3"0,0-7 0,1-3 0,5 3 0,-2 1 0,20-1 0,9-5 0,15 0 0,8 0 0,3 0 0,3-1 0,0 1 0,-1 0 0,3 6 0,3-1 0,-9 1 0,4-7 0,-12 1 0,2-8 0,-8-1 0</inkml:trace>
  <inkml:trace contextRef="#ctx0" brushRef="#br1" timeOffset="89">27172 17348 8912,'-17'-2'0,"2"-4"0,2-5 0,1-5 0,1 7 0,-7 3 0,5 4 0,-2 4 0,-4 4 0,0 5 0,7 12 0,2 12 0,5 11 0,3 3 0,-4 5 0,4 1 0,2 2 0,2 6 0,4-5 0,-2-3 0,7-9 0,-5-4 0,5-8 0,-5-1 0,6-4 0,-3-10 0,3-8 0,3-7 0,-4 2 0,5-6 0,1-6 0,0 2 0,-2-7 0,-1-3 0,-3-1 0,1-2 0,-3 0 0,-3-1 0,-4 1 0,-2 0 0,0 6 0,0-1 0,0 8 0,-8-3 0,1 9 0,-5 3 0,4 5 0,8 7 0,0 0 0,0 0 0,0 1 0,0-1 0,8-6 0,4 1 0,3-1 0,2 6 0,0-5 0,1-3 0,-1-1 0,0-4 0,6-2 0,0-2 0,2 0 0,-2 0 0,-4-8 0,4-3 0,2-5 0,-2-1 0,5 0 0,-5 0 0,6 0 0,-6-2 0,0-1 0,2 3 0,-6-4 0,4 10 0,-10 3 0,-2 2 0,1 4 0,-2 6 0,-5 8 0,-3-1 0,-2 14 0,0 0 0,0 4 0,0-3 0,0 3 0,0-6 0,0 6 0,2-7 0,4 7 0,-4-14 0,3 3 0,-3-13 0,-2 3 0</inkml:trace>
  <inkml:trace contextRef="#ctx0" brushRef="#br1" timeOffset="90">27086 17778 8912,'-68'0'0,"14"0"0,20-2 0,22-4 0,12 4 0,12-4 0,22-3 0,25-4 0,14-9 0,13-6 0,0-12 0,-32 15 0,1-2 0,-2-3 0,-1-1 0</inkml:trace>
  <inkml:trace contextRef="#ctx0" brushRef="#br1" timeOffset="91">24832 13256 8912,'-15'11'0,"1"-1"0,3-2 0,-2-5 0,-3-1 0,7-2 0,1-2 0,8-3 0,0 3 0,0-8 0,0 4 0,0 5 0,0-7 0,2 8 0,4 0 0,3 0 0,8 0 0,8 0 0,-13 0 0,3 0 0</inkml:trace>
  <inkml:trace contextRef="#ctx0" brushRef="#br1" timeOffset="92">25073 13204 8912,'52'-7'0,"-1"-3"0,1 1 0,7-5 0,4 8 0,-2 1 0,3 5 0,-7 0 0,6 0 0,0 2 0,-2 3 0,1-3 0,-5 4 0,-2 2 0,8-3 0,4 3 0,2-2 0,-19-4 0,-18 5 0</inkml:trace>
  <inkml:trace contextRef="#ctx0" brushRef="#br1" timeOffset="93">26312 13222 8912,'0'0'0</inkml:trace>
  <inkml:trace contextRef="#ctx0" brushRef="#br1" timeOffset="94">27706 13204 8912,'56'-3'0,"1"-1"0,-1 0 0,-1-2 0,-3-2 0,-1-1 0,1 0 0,-1 1-334,1-1 0,-1 1 0,2 1 0,0 2 334,1-1 0,1 1 0,-6-1 0,1 0 0,2-2 0,-1-1 0,-2 3 0,0 1 0,-1-2 0,1 2 0,2 2 0,0 0 0,-3-3 0,1 1 0,2 3 0,-1 0 0,2-2 0,0 0 0,-2 1 0,-1 1-36,43-4 1,0 0 35,-12 6 0,6 0 0,6 0 0,0 2 0,-1 4 0,-6-4 0,-17 3 0,-5-3 77,1-2 1,1 0-78,9 0 0,8 0 0,16 0 0,-1-2 0,-42 1 0,1-1 0,-1-2 0,-1 0 0,1-1 0,-1 0 0,1 3 0,-1-1-159,-2-3 1,0 0-1,2 4 1,1 0 158,-1 0 0,1-1 0,-2-1 0,-1 0 0,39-2 0,-8 1 273,-20 5 0,-4 0-273,-7 0 0,-3-6 186,-3 0 0,-6-1-186,-11 1 183,4 4-183,-22-6 239,-3 8 0,-22 0 1,-14 0-240,-12 0 0,-10 6 0,-8 0 0,-10 7 0,-11-3 0</inkml:trace>
  <inkml:trace contextRef="#ctx0" brushRef="#br1" timeOffset="95">25813 12345 8912,'-10'-8'0,"5"-3"0,-3-5 0,2-1 0,3 0 0,1 0 0,2 0 0,0 5 0,0 1 0,0-1 0,0 4 0,0 8 0,5 10 0,1 13 0,0 8 0,-6 14 0,0 11 0,0 22 0,0 14 0,0-40 0,0 3 0,-4 13 0,-2 3 0,-2 6 0,-1 1 0,0 9 0,-1 2-409,-4 5 1,-1 1 0,6-30-1,0 2 1,0 0 408,0 3 0,-1 1 0,1 0 0,0-1 0,1 0 0,0 0 0,2-2 0,0 1 0,1-2 0,-3 27 0,0-3 0,3-4 0,-1-2 0,-2-1 0,1 0-337,1 5 1,0 0-1,-1 0 1,1 0 336,0 0 0,0-1 0,-1 1 0,1-2 0,3-6 0,0-1 0,-3 1 0,1 0-230,2 0 0,0-1 1,-3-5-1,1 0 230,1 3 0,2-1 0,-1-5 0,0-1 0,3 1 0,0 0 0,0-2 0,0 1-162,0 1 0,0-1 1,0-4-1,0 0 162,0 2 0,0 0 0,-2-7 0,-2 0 0,1-2 0,1 0 0,-2-2 0,2-1 337,2-2 1,0-1-1,-6 35-337,0-3 0,1-21 0,3-13 0,-2-12 1238,-2-9-1238,0-14 583,6-10 0,0-8-583,0-5 0,0-13 533,0-16 0,2-16-533,4-18 0,4-23 0,-2 38 0,1-2 0,0-5 0,-1-1 0,-3 1 0,0 0 0,-2-3 0,1 0 0</inkml:trace>
  <inkml:trace contextRef="#ctx0" brushRef="#br1" timeOffset="96">25280 13050 8912,'-2'9'0,"-4"-3"0,-6-4 0,3-2 0,-3 0 0,9 0 0,-3 2 0,12 3 0,3-3 0,8 4 0,2-2 0,2 0 0,4 1 0,2-1 0,4-2 0,9-2 0,-4 0 0,4 0 0,4 0 0,2 0 0,4-2 0,2-2 0,-1-1 0,1 1 0,5-4 0,1 3 0,7-1 0,-2 6 0,9-6-164,3 0 0,5 1 164,-5 5 0,-1 0 0,-5 0 0,-6 0 0,2 0 0,2-2 0,0-4 0,8 2 0,-6-7 0,1 5 0,11-6 0,-5 7 0,-1-7 0,-3 8 0,-14-1 0,5 3-41,-6 2 0,8 0 41,-2 0 0,4 2 0,2 3 0,0-3 0,0 4 0,-1-4 0,1-2 0,-6 0 0,0 0 0,-5 0 0,5 0 0,4 0 0,2 0 0,3 0 0,-9 0 0,-5 0 0,-7 0 0,1 0 0,-8 0 0,0 2 0,-4 4 0,-2-4 0,3 3 0,1-3 0,4-2 0,3 6 162,-3 0 1,4-1-163,1-5 0,7 0 42,-1 0 1,-1 0-43,-10 0 0,1-5 0,-6-1 0,4-7 0,-4 1 0,-3-1 0,-2 1 0,-1-3 0,-1 4 0,-7 3 0,-2-2 0,-8 5 0,-6 3 0,1-4 0,-8 4 0,3 2 0,-7 0 0,-2 0 0,-3 0 0,3 0 0,-6 0 0,8 2 0,0 4 0,0-4 0,0 5 0</inkml:trace>
  <inkml:trace contextRef="#ctx0" brushRef="#br1" timeOffset="97">26553 13875 8912,'0'17'0,"0"-5"0,0-1 0,-2-9 0,-4-2 0,4-2 0,-5-8 0,-1 3 0,4-5 0,-7 7 0,-3 1 0,5 8 0,-3 1 0,3 16 0,-5 2 0,3 10 0,-2 7 0,5 6 0,2 11 0,4 4 0,2 8 0,0 0 0,0-1 0,8-6 0,3-5 0,10-6 0,2-5 0,2-6 0,-2-11 0,-2-12 0,8-11 0,0-4 0,5-2 0,2-15 0,3-8 0,1-10 0,-2-7 0,-2-6 0,-1-11 0,-3 3 0,-3-5 0,-6 0 0,-4-4 0,-4-4 0,-3-2 0,-7 1-124,-10-1 0,-12 0 124,-12 0 0,-9 4 0,-3 8 0,-6 7 0,1 16 0,-4 13 0,-2 4 0,3 11 0,3 0 0,10 12 0,7 5 0,8 7 0,-2 5 0,0 3 0,6 9 0,3-1 0,14 1 0,0-3 124,0-3 0,14 3-124,3-3 0,10-2 0,-4 1 0,0-14 0,1 8 0,3-12 0</inkml:trace>
  <inkml:trace contextRef="#ctx0" brushRef="#br1" timeOffset="98">28566 15715 8912,'-5'-12'0,"-1"1"0,2-3 0,0-1 0,0-2 0,-1 0 0,-9-1 0,3 1 0,1-6 0,-1-2 0,-4 1 0,-7-1 0,3-6 0,-4 3 0,2 3 0,-2 2 0,4 6 0,-4 5 0,4 6 0,2 4 0,-6 6 0,0 8 0,-2 9 0,2 19 0,4 11 0,-4 13 0,4 2 0,2 5 0,2 4 0,3 5 0,-1 6 0,7 5 0,2-10 0,10-1 0,5-11 0,5-12 0,7-4 0,0-18 0,9-12 0,3-17 0,3-5 0,13-1 0,-1-9 0,13-8 0,-5-16 0,5-13 0,-8-13-256,3-10 0,-13-1 256,-4-11 0,-13 9 0,-5-3 0,-11 5 0,-7 1 0,-5 2 0,-9 2 0,-12 4 0,-12 2 0,-18 3 0,-1 11 0,-17-3 0,0 10 0,1 7 0,3 12 0,0 9 0,7 10 0,10 2 0,14 4 0,9 11 0,14 12 0,11 1 0,11-1 0,14 4 0,9-5 0,8-5 0,10-6 0,7-7 0,-3-10 0,7 0 0,0 0 0</inkml:trace>
  <inkml:trace contextRef="#ctx0" brushRef="#br1" timeOffset="99">30322 15182 8912,'0'-12'0,"-2"1"0,-2-3 0,-2-1 0,-7 4 0,1 1 0,-5 2 0,-6 4 0,2-3 0,-6 3 0,1 6 0,-1 7 0,-2 16 0,-5 10 0,-1 14 0,1 14 0,1 12-298,5 5 1,5 12 297,16-44 0,2 1 0,1 1 0,1 0 0,5 47 0,5-5 0,10-4 0,4-10 0,14-4 0,-5-20 0,11-16 0,-5-17 0,-2-13 0,3-16 0,3-9 0,-2-17 0,8-18 0,0-7 0,6-10 0,5-7-61,-28 36 0,-1-1 0,1 1 0,-2-2 0,19-40 61,-6 2-242,-4 0 0,-17-3 242,-7-3 0,-12 10 0,-12-10 0,-16 14 0,-24 3 0,-9 10 0,-14 13 0,-1 13 0,-5 16 0,-3 23 0,4 20 0,-4 18 0,40-14 0,2 3 0,-1 2 0,2 1 0,-1 6 0,3 2 0,4-1 0,3 2 0,6 3 0,5 1 0,-12 43 0,14-4 0,7 0 0,1 4 0,3 3 0</inkml:trace>
  <inkml:trace contextRef="#ctx0" brushRef="#br1" timeOffset="100">27964 11743 8912,'-17'0'0,"0"-6"0,-1-1 0,1-3 0,0-3 0,0-3 0,7-1 0,5 0 0,3 0 0,2 0 0,-2 1 0,-2 3 0,-2 1 0,-1 3 0,1-4 0,-6 1 0,-9 8 0,-2-1 0,-5-3 0,1 2 0,-4 2 0,-5 2 0,-4 2 0,0 0 0,-4 0 0,-8 0 0,2 0 0,4 0 0,-3 0 0,3 0 0,-2 0 0,2 0 0,-4 2 0,5 4 0,-13-2 0,-5 7 0,-4 5 0,-2 5 0,6-2 0,0 4 0,8 1 0,-3-1 0,7 14 0,5-3 0,-2 4 0,8-3 0,5 5 0,7 0 0,-1 8 0,-5-2 0,1-3 0,3 3 0,3 2 0,2 2 0,-4 1 0,6 1 0,2-1 0,10 1 0,-5 7 0,5 4 0,1 4 0,-1 2 0,7-2 0,-2-4 0,5-4 0,1-7 0,1-8 0,5-4 0,6-4 0,3-2 0,8-5 0,0 0 0,13-1 0,-1 7 0,5-7 0,0 1 0,6-6 0,11 6 0,-3-8 0,3 2 0,4-6 0,2-6 0,14 5-312,9-5 0,8-1 312,-43-4 0,1-1 0,-1-3 0,1 0 0,0 1 0,1 0 0,1-2 0,1-1 0,2 1 0,1-2 0,2-1 0,0-1 0,3 1 0,1-2 0,-3-5 0,0-1-220,2 2 0,0-1 0,-3-2 0,-1-1 220,1 0 0,0 1 0,-2 1 0,1 1 0,4-3 0,0 1 0,-2 0 0,0 1 0,0-2 0,-1 1 0,-3 1 0,1 1 0,-1-3 0,0 1 0,-2 1 0,-1 1 0,3 0 0,1 1 0,0-1 0,1 0 0,0 1 0,0-1 0,-1 1 0,-1-1 0,0 0 0,1 1 0,-4 2 0,1 2 0,2 1 0,0 1 0,3-2 0,1 0 0,2 1 0,0 0 0,-2-1 0,-2 0 0,-1 1 0,-1 1 0,-3 0 0,-1 0 0,2-3 0,-1-2 0,2 2 0,1-1 0,1-2 0,-1-1 0,-2 0 0,-1 1-133,-2 0 0,-1-2 0,43-14 133,-14-5 0,4-4 0,-2-3 0,-37 16 0,0-2 0,4-3 0,0-1 0,-5 0 0,-2-2 0,-1-2 0,-2-3 0,-3-1 0,-1-1 0,-3-2 0,-1 0 0,28-38 0,-7 6 0,-10 1 0,-8-1 0,-9 6 0,-13 0 0,-14-8 0,-15-9 0,-18 2 0,9 37 0,-3 1 0,-6 0 0,-3 0 0,-5 0 0,-4 2 0,-7-1 0,-3 1 0,-5 3 0,-2 2 0,-4 1 0,-4 3-300,-7-1 0,-2 2 0,3 5 1,-1 2 299,-1 3 0,-1 2 0,1-1 0,0 1 0,-4 4 0,1 1 0,12 3 0,1 1 0,0 3 0,2 2 0,9 2 0,2 0 0,4 2 0,1 2 0,-2 3 0,0 3-19,-3 4 1,0 1-1,6-2 1,0-1 18,-3 0 0,-1-1 0,-38 0 0,44-4 0,0 0 0,-37-2 0,4 1 0</inkml:trace>
  <inkml:trace contextRef="#ctx0" brushRef="#br1" timeOffset="101">27999 10006 8912,'-18'-17'0,"1"0"0,0 0 0,7 9 0,5 8 0,3 10 0,2 15 0,0 9 0,0 10 0,0 19 0,0 6 0,0 17 0,0 0 0,5 9 0,3-1 0,2-3 0,3-3 0,-3 4-150,1-17 1,1 1 149,5-19 0,-6-7 0,1-10 0,-9 0 0,3-5 0,-8-7 0,-9-16 0,-1-5 0,-20-7 0,5 0 0</inkml:trace>
  <inkml:trace contextRef="#ctx0" brushRef="#br1" timeOffset="102">27586 10780 8912,'0'17'0,"0"0"0,0 1 0,7 7 0,5 3 0,11 5 0,-12-14 0,4-4 0</inkml:trace>
  <inkml:trace contextRef="#ctx0" brushRef="#br1" timeOffset="103">27861 11090 8912,'40'7'0,"0"5"0,8-5 0,-12 9 0,6-14 0,-7 3 0,-1-3 0,1-2 0,-1-7 0,-7-3 0,-2-7 0</inkml:trace>
  <inkml:trace contextRef="#ctx0" brushRef="#br1" timeOffset="104">28257 10849 8912,'0'-10'0,"-2"1"0,-4 3 0,2 4 0,-7-4 0,-1 12 0,-5 6 0,-8 16 0,-4 7 0,-3 12 0,-2 5 0,-1 7 0,1 10 0,-1 0-662,1 0 662,-1-8 0,1-10 0,0-9 0</inkml:trace>
  <inkml:trace contextRef="#ctx0" brushRef="#br1" timeOffset="105">26519 9181 8912,'-8'-9'0,"4"-7"0,-7 5 0,-3-4 0,-1-1 0,-2 5 0,0-4 0,-1 5 0,-1 0 0,-4 5 0,2 3 0,-7 4 0,-3 3 0,-2 7 0,5 13 0,1 7 0,0 8 0,0 4 0,6 8 0,-2 5 0,6-3 0,6-7 0,3 1 0,8-8 0,2-2 0,4-9 0,5-8 0,5-7 0,3-7 0,4-7 0,-2-9 0,7-9 0,-7-14 0,2-14 0,2-5 0,-2-7 0,-2-3 0,-2 0 0,-7-8 0,-1 0 0,-7-1-162,2-11 0,-4 3 162,-2-2 0,0 13 0,0 15 0,-8 18 0,-3 17 0,3 17 0,2 17 0,4 16 0,2 12 0,2 11 0,4 1 0,-2 8 0,7-2 0,1-4 0,3-1 0,-2-5 0,-1-1 0,-1-8 0,7-4 0,-1-10 162,0-1 0,0-16-162,0-1 0,1-8 0,-1-6 0,0-4 0,0-11 0,0-12 0,1 2 0,-1-1 0,0-7 0,0-5 0,-7 0 0,-4 6 0,1-1 0,-1 1 0,0 2 0,-6 3 0,0 4 0,0 15 0,0 5 0,0 10 0,0 7 0,0 13 0,0 7 0,0 6 0,5 4 0,1-1 0,2-5 0,-2 4 0,-3-9 0,9-3 0,-6-7 0,5 2 0,-5-6 0,5-5 0,-7-6 0,2-12 0,-4-4 0,-10-22 0,-2-5 0</inkml:trace>
  <inkml:trace contextRef="#ctx0" brushRef="#br1" timeOffset="106">26656 8734 8912,'-27'0'0,"5"0"0,10-8 0,4 7 0,8-7 0,10 14 0,7-1 0,10 3 0,13-2 0,4 1 0,8 5 0,1-3 0,5-3 0,-5-4 0,6 6 0,-7-8 0</inkml:trace>
  <inkml:trace contextRef="#ctx0" brushRef="#br1" timeOffset="107">27362 8614 8912,'0'-17'0,"0"-1"0,0 1 0,-8 0 0,-3 0 0,-7 5 0,-4 1 0,0 7 0,-6-2 0,5 18 0,-6 5 0,8 12 0,-2-1 0,6 10 0,4 6 0,3 4 0,2 6 0,3 3 0,5 0 0,7-1 0,5 7 0,3-8 0,2 2 0,0-5 0,1-6 0,5-4 0,-2-8 0,-4-1 0,-4-5 0,-3-3 0,1-8 0,-3-5 0,-8-1 0,0-7 0,-8 4 0,-1-8 0</inkml:trace>
  <inkml:trace contextRef="#ctx0" brushRef="#br1" timeOffset="108">27000 9147 8912,'8'-10'0,"-4"-3"0,7 7 0,-5-2 0,6 3 0,1-3 0,10-3 0,4-5 0,7 5 0,2-4 0,5-3 0,4 7 0,13-1 0,-5-5 0,5-6 0,1-1 0,-2 1 0,8-4 0,-3-8 0</inkml:trace>
  <inkml:trace contextRef="#ctx0" brushRef="#br1" timeOffset="109">27809 8579 8912,'-32'-2'0,"3"-3"0,-3 3 0,3-4 0,2 2 0,-2-1 0,8 3 0,-2-4 0,6 12 0,4 5 0,3 6 0,3 6 0,1 6 0,6 11 0,0-4 0,0-1 0,0-10 0</inkml:trace>
  <inkml:trace contextRef="#ctx0" brushRef="#br1" timeOffset="110">27603 8958 8912,'2'51'0,"3"1"0,-1-3 0,8-3 0,-3-4 0,3-7 0,1-3 0,-7-3 0,1-4 0,-1-8 0,-4-8 0,-2-1 0,-15-10 0,-8-4 0,0-3 0,6-8 0</inkml:trace>
  <inkml:trace contextRef="#ctx0" brushRef="#br1" timeOffset="111">27517 9130 8912,'17'-8'0,"-6"0"0,1-3 0,-8-4 0,1 3 0,5 3 0,1-3 0,12 3 0,6-3 0,5-3 0,7 3 0,5-3 0,11-2 0,-4-8 0,7-2 0</inkml:trace>
  <inkml:trace contextRef="#ctx0" brushRef="#br1" timeOffset="112">28635 8751 8912,'-2'21'0,"-3"-3"0,-5-11 0,-5 5 0,1 1 0,3 2 0,7-5 0,-4-3 0</inkml:trace>
  <inkml:trace contextRef="#ctx0" brushRef="#br1" timeOffset="113">28549 8940 8912,'0'35'0,"0"7"0,0-6 0,6 6 0,0-7 0,7-1 0,-1 0 0,-3 1 0,1-3 0,-1-1 0,1-3 0,-6-7 0,1 2 0,-3-11 0,-9 3 0,-3-5 0</inkml:trace>
  <inkml:trace contextRef="#ctx0" brushRef="#br1" timeOffset="114">28480 8803 8912,'0'-17'0,"2"0"0,2-1 0,2 1 0,7 0 0,-1 0 0,5 1 0,6 5 0,-2 1 0,8 5 0,-1 3 0,7-4 0,5 6 0,0 4 0,-4 5 0,-5 7 0,1-3 0,-3 10 0,-4 2 0,-2-2 0,-6 7 0,-5-1 0,-5 3 0,-7 3 0,-2-1 0,-3 1 0,-5-1 0,-7 0 0,-2-7 0,-4-4 0,4 0 0,-4-6 0,9-3 0,3-14 0,7-10 0,-2-7 0,12-4 0,5-14 0,7 3 0,5-14 0,-2 6 0,7-6 0,-5 8 0,6-2 0,-6 9 0,6 3 0,-1 1 0,5 0 0,-3 8 0,-1 6 0,-8 9 0,2-2 0,-4 4 0,-2 2 0,-5 8 0,-1 3 0,-5 5 0,5 1 0,-5 2 0,6 4 0,-8-2 0,1 7 0,-3-5 0,-2 6 0,6-6 0,0 6 0,-1-8 0,-5 2 0,0-10 0,0-2 0,0 3 0,0-7 0,0 1 0,0-8 0,0-8 0,0-5 0,0-8 0,6 0 0,2-6 0,1 2 0,5 4 0,1-3 0,2 1 0,0 0 0,1 6 0,5 5 0,0 1 0,-1 7 0,-4-4 0,-1 0 0,8 7 0,2-7 0</inkml:trace>
  <inkml:trace contextRef="#ctx0" brushRef="#br1" timeOffset="115">29651 8734 8912,'-2'10'0,"-4"-5"0,2-3 0,-7-2 0,-1 0 0,-5 2 0,0 4 0,1-2 0,5 7 0,-4 1 0,5-3 0,-7-1 0</inkml:trace>
  <inkml:trace contextRef="#ctx0" brushRef="#br1" timeOffset="116">29478 8940 8912,'0'20'0,"0"2"0,0-2 0,0 4 0,8-6 0,2-1 0,7-8 0,0-5 0,0-15 0,1-3 0,-1-14 0,0 5 0,0-6 0,0 0 0,1-5 0,-1 0 0,0-1 0,-2 7 0,-3 1 0,-5 2 0,1 4 0,-6 2 0,4 2 0,-4 7 0,-10 3 0,-4 7 0,3 0 0,-3 0 0,7 0 0,-7 0 0,8 7 0,-5-5 0,3 4 0,4 3 0,-5-7 0,7 6 0,0-8 0,0 8 0,0-7 0,0 7 0,0-8 0,0 0 0,7 0 0,3 8 0,7 1 0</inkml:trace>
  <inkml:trace contextRef="#ctx0" brushRef="#br1" timeOffset="117">30115 8769 8912,'0'-18'0,"-6"7"0,1-1 0,-9 3 0,3-3 0,-4 3 0,-3 5 0,-1-2 0,-4 2 0,2 4 0,-7 6 0,7 6 0,-2 11 0,-2-1 0,2 13 0,2-5 0,9 11 0,-1 1 0,7-2 0,0-2 0,6-9 0,8 3 0,7-15 0,8 0 0,8-9 0,-2-14 0,3-11 0,3-12 0,-3-11 0,-1-4 0,-5-1 0,-1-1 0,2-6 0,-10-5 0,2 0 0,-13 5 0,0 0 0,-6 1 0,0-5 0,0 5 0,-2 3 0,-4 14 0,-1 13 0,-5 3 0,-3 13 0,7-1 0,-3 12 0,-5 13 0,5 15 0,3 3 0,2 8 0,5-1 0,1 2 0,0 2 0,0-8 0,0 6 0,0-6 0,0-2 0,0-1 0,7-9 0,5 1 0,3-8 0,2 2 0,0-10 0,1-1 0,-1-9 0,0 3 0,0-12 0,0-5 0,1-4 0,-1-3 0,0-4 0,0-1 0,0-6 0,1 6 0,-1-6 0,0 6 0,-2-5 0,-3 5 0,1 0 0,-7 6 0,7 0 0,-11-1 0,6 9 0,-8 3 0,0 12 0,0 5 0,0 10 0,-2 2 0,-4-2 0,4 4 0,-3-2 0,3 6 0,2-6 0,2 3 0,1-7 0,5-3 0,2-1 0,1-5 0,6 1 0,1-7 0,-1 2 0,6-6 0,0-8 0,0-7 0,1-6 0,-3-8 0,8 6 0,-8-8 0,2 3 0,-4-5 0,-2 1 0,1 1 0,-1 3 0,0 7 0,-7-4 0,-3 15 0,-7 5 0,0 10 0,0 9 0,0 7 0,0 3 0,0 5 0,0 2 0,0-8 0,0 5 0,0-5 0,0 6 0,0-6 0,8 0 0,5-8 0,8-4 0,-1-3 0,2-8 0,-2-2 0,-3-4 0,8-11 0,-6-9 0,6-9 0</inkml:trace>
  <inkml:trace contextRef="#ctx0" brushRef="#br1" timeOffset="118">31113 8476 8912,'0'-17'0,"0"0"0,0 5 0,0 1 0,-7 7 0,-3-4 0,-5 10 0,1 6 0,3 9 0,-1 2 0,-5 10 0,6 0 0,-1 5 0,8 0 0,-1 1 0,3-1 0,2 1 0,2-3 0,3-3 0,7 1 0,11-7 0,-2-2 0,8-9 0,1-5 0,10-7 0,2-9 0,4-8 0,2-8 0,-8-10 0,8-7 0,-4-2 0</inkml:trace>
  <inkml:trace contextRef="#ctx0" brushRef="#br1" timeOffset="119">31630 7978 8912,'-25'0'0,"6"0"0,-4 0 0,3 0 0,9 0 0,0 0 0,7 9 0,-2 8 0,4 10 0,2 13 0,0 12 0,0 11 0,0 4 0,0 1 0,2 7-119,4-1 0,3-1 119,8-10 0,1-6 0,-1-11 0,0 0 0,0-11 0,1-7 0,-1-16 0,0 3 0,0-15 0,0 0 0,1-8 0,-1-9 0,0-8 0,2-3 0,2-5 0,2-1 0,-2-1 59,-9 1 1,3 0-1,-4-1 1,5 1-60,1-1 0,-8 3 0,-3 3 0,-4 4 0,6 8 0,-6 8 0,0 11 0,-8 15 0,0 8 0,6 9 0,0 6 0,0 0 0,0 8 0,0-2 0,2 2 0,4-3 0,3 5 0,9-4 0,4-2 0,1 2 0,-5-14 0,-7 3 0,-7-12 0,-2-1 0,-12-2 0,-9-11 0,-15-3 0,-8-4 0,-4-2 0,-2-8 0,2-3 0,-2-7 0,8-4 0,0-13 0,-2-16 0,-2-11 0</inkml:trace>
  <inkml:trace contextRef="#ctx0" brushRef="#br1" timeOffset="120">31165 8648 8912,'17'0'0,"0"0"0,4-2 0,8-3 0,25-13 0,26-10 0,-27 8 0,3-2-670,8-4 0,4 0 0,6-2 0,3-1 670,6-2 0,0-1 0,1-2 0,-1 1 0,-2 2 0,-2-1 0,-7-1 0,-4-3 0,-7-1 0,-2 0 0,0 1 0,-1 1 0,2-3 0,0-1 0</inkml:trace>
  <inkml:trace contextRef="#ctx0" brushRef="#br1" timeOffset="121">25744 14580 8912,'-2'-10'0,"-2"3"0,-1-1 0,-1 6 0,6-8 0,0 5 0,0 3 0,0-6 0,8 1 0,1 5 0,1-6 0,5 8 0,-5 0 0,1 0 0,1 0 0,-9 8 0,3 3 0,-4 4 0,-2 3 0,-2 5 0,-4-1 0,-1 9 0,-5-2 0,-3-3 0,3 3 0,3-8 0,-3 2 0,7-2 0,-5 0 0,2 2 0,3 0 0,5-12 0,0 1 0,0-8 0,7 3 0,5-7 0,3 0 0,2 0 0,-1-2 0,-5-3 0,4 3 0,-3-4 0,3 4 0,2 2 0,-7 0 0,-2 2 0,-8 4 0,0-2 0,0 7 0,-6-5 0,0 5 0,-7 1 0,1 5 0,-3 0 0,-2-2 0,0-1 0,-1-3 0,1 1 0,0 5 0,2 0 0,3 0 0,-3-2 0,3-3 0,3 3 0,-3-3 0,9-5 0,-5 1 0,8-8 0,0 0 0</inkml:trace>
  <inkml:trace contextRef="#ctx0" brushRef="#br1" timeOffset="122">26088 14786 8912,'-17'10'0,"0"-5"0,7-3 0,3-2 0,7 0 0,0 0 0,0-7 0,7 5 0,5-4 0,-5-4 0,1 9 0,-8-7 0</inkml:trace>
  <inkml:trace contextRef="#ctx0" brushRef="#br1" timeOffset="123">26415 14631 8912,'-11'0'0,"-1"0"0,-1 0 0,-2 0 0,-3 0 0,1 0 0,0 0 0,0 6 0,0 0 0,5 1 0,1-1 0,-1 4 0,-5 7 0,0 0 0,7 0 0,5 1 0,3-1 0,2 0 0,2 0 0,3 0 0,11 0 0,6 1 0,7-7 0,-6 1 0,2-3 0,-4 5 0,2-5 0,-2-1 0,-2 3 0,-2-5 0,1 5 0,-1-5 0,-8 7 0,-1-3 0,-8 7 0,-8-5 0,-3-1 0,-6-5 0,-6 5 0,4-7 0,-6 4 0,2-2 0,0-1 0,0 1 0,6-6 0,-8-8 0,-2-1 0</inkml:trace>
  <inkml:trace contextRef="#ctx0" brushRef="#br1" timeOffset="124">26346 14597 8912,'-17'0'0,"6"-6"0,-1 1 0,9-3 0,-3 2 0,17 2 0,8-7 0,6-3 0,6-1 0,9-2 0,6 0 0,9 0 0,3-1 0,9-4 0,1-1 0,9-8 0,9 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612"/>
    </inkml:context>
    <inkml:brush xml:id="br0">
      <inkml:brushProperty name="width" value="0.05292" units="cm"/>
      <inkml:brushProperty name="height" value="0.05292" units="cm"/>
      <inkml:brushProperty name="color" value="#FF0000"/>
    </inkml:brush>
  </inkml:definitions>
  <inkml:trace contextRef="#ctx0" brushRef="#br0">10945 13170 8912,'-8'15'0,"-3"-3"0,-5-7 0,-1-3 0,6-2 0,-1 0 0,-1 0 0,-3 0 0,7 0 0,1 0 0,8-7 0,2 5 0,4-4 0,5 4 0,5-4 0,1 1 0,-6-3 0,1 2 0,-1 2 0,7-7 0,4 0 0,1-7 0,2-1 0,0-2 0,8-4 0,5-1 0,15-3 0,-1-5 0,19-1 0,3 1 0,10-2-38,-38 16 1,0-1 0,1 1 0,0-2 0,2-1 0,1 1 0,0 0 0,0 2 37,2-2 0,1 2 0,3 0 0,3 1-292,6-3 0,2-2 0,0 2 0,1-1 292,4-3 0,0 0 0,-3 4 0,-1 0 0,-4 2 0,-1 0 0,1 2 0,2 2 0,2 1 0,1 1 0,0 1 0,0 1 0,-5 3 0,-2 1 0,0-1 0,-1 1-147,-12-1 0,-1 1 0,5 1 0,1 2 147,1-1 0,-1 1 0,-1 0 0,-1 0 0,38-6 0,-15 5 0,-14 4 0,-15 2 0,-6 0 0,-4 0 122,-1 0 0,-8 2-122,-5 4 0,3-5 561,-2 5 0,-2-2-561,-9 2 687,3-4-687,-13 5 0,13-7 0,-13 0 0,6 0 0,-8 0 0,0 0 0,0 8 0,0-6 0,0 6 0,0-8 0</inkml:trace>
  <inkml:trace contextRef="#ctx0" brushRef="#br0" timeOffset="1">14455 11812 8912,'-26'0'0,"8"-8"0,11-2 0</inkml:trace>
  <inkml:trace contextRef="#ctx0" brushRef="#br0" timeOffset="2">14369 11777 8912,'0'0'0</inkml:trace>
  <inkml:trace contextRef="#ctx0" brushRef="#br0" timeOffset="3">14386 11794 8912,'0'18'0,"0"-1"0,0 0 0,0 0 0,10 8 0,7 4 0,2-1 0,10 7 0,5-5 0,7 10 0,-3 3 0,-9-3 0,-5 2 0,-6-2 0,-9-2 0,-3 8 0,-8 0 0,-10 5 0,-9 1 0,-19-1 0,0 3 0,-11 3-388,3-3 0,-27-3 0,4-9 0</inkml:trace>
  <inkml:trace contextRef="#ctx0" brushRef="#br0" timeOffset="4">14283 13101 8912,'-9'8'0,"-7"-6"0,5 3 0,1-3 0,-1-2 0,5 0 0,-5 0 0,7 0 0,-4 0 0,8-7 0,0 5 0,0-8 0,0 5 0,8 3 0,-6-6 0,5 8 0,-7 0 0,0 0 0,-2 6 0,-3-1 0,3 1 0,-8-4 0,5 4 0,3-4 0,-6 5 0,8-7 0,-2 0 0,-4 0 0,4 0 0,-5 0 0,7 0 0,0 0 0,0-7 0,0 5 0,0-8 0,0 5 0,0-5 0,-6-1 0,0-1 0,-1 8 0,1-1 0,2-3 0,-6 0 0,3-1 0,-1 5 0,2-2 0,5 4 0,-15-5 0,12 5 0,-7-4 0,5 6 0,-5 6 0,7-4 0,-4 13 0,8-11 0,0 7 0,0-7 0,2 6 0,4-5 0,-2-1 0,7 8 0,-7-7 0,4 7 0,-1 1 0,-5-3 0,4 1 0,4-7 0,-7 5 0,9-3 0,-8-4 0,5 6 0,-3-8 0,-4-2 0,4-4 0,1 2 0,-1-7 0,0 7 0,-6-11 0,2 5 0,3 1 0,-3-7 0,4 5 0,-4 1 0,-2-1 0,0-1 0,0-5 0,0 0 0,0 0 0,0 0 0,-6 5 0,0 1 0,-7 1 0,2-1 0,-5 3 0,-1 8 0,-6 0 0,0 0 0,-5 8 0,3 5 0,0 6 0,0 4 0,-4 13 0,6-1 0,0 11 0,6-1 0,8 7 0,3 5 0,4-5 0,2 0 0,2-9 0,2-8 0,3-5 0,3-7 0,1-2 0,7-15 0,5 0 0,-1-6 0,1-10 0,-5-7 0,5-8 0,0-9 0,-1-1 0,-4 1 0,-1-2 0,0-4 0,-5 3 0,-1-3 0,-5 10 0,5 1 0,-7 2 0,2-1 0,-4 9 0,-2 7 0,0 10 0,2 2 0,3 10 0,-1 7 0,8 6 0,-7 4 0,7 7 0,-6-5 0,5-1 0,-1-5 0,3 4 0,0-2 0,7-4 0,-7-2 0,10-2 0,-14-2 0,9-3 0,-5-5 0,4-7 0,-5 0 0,-1 0 0,-7-7 0,2-5 0,1-3 0,-1-4 0,-2-2 0,-2-2 0,-4-8 0,-4 3 0,-1-5 0,-5-1 0,3 5 0,3 1 0,4 7 0,-4-2 0,4 4 0,10 9 0,3 4 0,10 6 0,2 6 0,6 11 0,-6 12 0,6-2 0,-6 1 0,0 1 0,-6 5 0,0-5 0,0 0 0,-5-8 0,-3 2 0,-1-4 0,-4-2 0,-2-8 0,-2-1 0,0-8 0,-6-9 0,-2-9 0,-1-8 0,5-7 0,-4-1 0,2-3 0,1-3 0,-1 4 0,6-4 0,2 4 0,4 1 0,5 1 0,12-1 0,-4 9 0,4 3 0,-4 6 0,-2 5 0,6 3 0,0 3 0,0 4 0,-6-4 0,6 10 0,0 2 0,6 7 0,-6-1 0,0-3 0,-6 3 0,2-1 0,4 6 0,-4 0 0,2 1 0,-5-3 0,-5-4 0,-7-3 0,4-8 0,-8 0 0,0 0 0,0-8 0,0-3 0,0-4 0,0-3 0,0 1 0,0 0 0,5-6 0,1 0 0,2 6 0,-3 6 0,-3-1 0,4-5 0,-4 7 0,-10-3 0,-5 9 0,-8 6 0,2 6 0,-4 9 0,4 6 0,2 0 0,-1 7 0,1-1 0,2 2 0,3-3 0,5 5 0,7-5 0,0 5 0,2-1 0,3-3 0,7-6 0,11-4 0,5-2 0,13-7 0,5-5 0,3-10 0,3-7 0,-1-11 0,1-5 0,-2-5 0,-4-1 0,-6-1 0,-11 3 0,-8 1 0,-8 3 0,-5 5 0,-8-6 0,0 8 0,0-2 0,-8 10 0,-4 1 0,-3 9 0,-2-5 0,0 8 0,0 0 0,1 8 0,5 3 0,-3-1 0,9 1 0,-3 0 0,2 7 0,4-1 0,-3 0 0,3 0 0,2 0 0,0 1 0,7-9 0,3-1 0,7-8 0,0 0 0,1-8 0,-1-3 0,0-5 0,0-1 0,0 0 0,1 0 0,-1 2 0,0 3 0,0-1 0,0 5 0,1-1 0,-1 5 0,0-2 0,0 4 0,0 2 0,3 2 0,3 4 0,-4-4 0,4 3 0,-2-3 0,2-2 0,-2-2 0,7-3 0,3-5 0,1 1 0,-3-7 0,0 5 0,-2-10 0,1-2 0,3-6 0,-8 6 0,-2-7 0,-8 3 0,-1 0 0,1 4 0,-5-2 0,-3 3 0,-5 4 0,-5 7 0,-5 7 0,-7-2 0,0 6 0,-1 6 0,-4 6 0,-1 10 0,-6 5 0,6 8 0,4-3 0,5-3 0,1 3 0,7-3 0,1 1 0,5-1 0,2-4 0,3-8 0,5-2 0,7-3 0,6-5 0,2-7 0,0-1 0,0-5 0,3-6 0,-5-11 0,4-3 0,-10-9 0,2 1 0,-13 0 0,5-1 0,-5 1 0,-2-4 0,-10 1 0,-5 7 0,-4 3 0,-3 4 0,1 6 0,0 2 0,0 3 0,-1 4 0,9 8 0,1 0 0,24-7 0,3-3 0</inkml:trace>
  <inkml:trace contextRef="#ctx0" brushRef="#br0" timeOffset="5">16744 12138 8912,'0'-17'0,"0"-2"0,-2-2 0,-4-2 0,3 6 0,-9 5 0,1 7 0,-8-5 0,-3 3 0,0 3 0,-7 9 0,6 7 0,0 11 0,6 5 0,5 7 0,1 5 0,7-2 0,-2 8 0,6-2 0,6 2 0,4 4 0,7-5 0,-6 3 0,1-2 0,-1 4 0,6-6 0,1 0 0,-1-4 0,-6-10 0,1-1 0,-8-8 0,1 2 0,-3-4 0,-2-10 0,0-1 0</inkml:trace>
  <inkml:trace contextRef="#ctx0" brushRef="#br0" timeOffset="6">16400 12551 8912,'-17'0'0,"7"0"0,2 0 0,31-8 0,12-3 0,20-12 0,14-6 0,8-3 0,7-1 0,-6 5 0,-9 5 0,-4 4 0,-13 1 0,-12 9 0,-17 3 0,-12 4 0,-11 2 0,-9 0 0</inkml:trace>
  <inkml:trace contextRef="#ctx0" brushRef="#br0" timeOffset="7">14524 14253 8912,'-8'17'0,"5"1"0,-7-1 0,1 0 0,-1 0 0,6 0 0,-2 2 0,4 2 0,2 2 0,0 2 0,0-4 0,2 2 0,4-2 0,2-2 0,3-2 0,5 1 0,-5-3 0,4-4 0,3-5 0,-1-4 0,0-2 0,-2-2 0,-3-4 0,1-5 0,-7-12 0,7-11 0,-3-10 0</inkml:trace>
  <inkml:trace contextRef="#ctx0" brushRef="#br0" timeOffset="8">14455 13995 8912,'-17'10'0,"-2"-3"0,-2-1 0,-2 0 0,0 7 0,6-9 0,0 8 0,7-9 0,2 5 0,8-8 0,2 0 0,4 0 0,-4-2 0,4-4 0,-4 3 0,-2-9 0,0 6 0,0-5 0,0 5 0,0-5 0,-8 7 0,-2-4 0,-5 10 0,4 4 0,1 3 0,4 9 0,4 5 0,-3-1 0,10 9 0,5-4 0</inkml:trace>
  <inkml:trace contextRef="#ctx0" brushRef="#br0" timeOffset="9">14713 14305 8912,'10'-12'0,"-4"1"0,-4-3 0,5-1 0,-5 6 0,6 1 0,-8 8 0,0 8 0,2 3 0,2 4 0,1 3 0,1 1 0,-6 4 0,0-4 0,0 4 0,0-2 0,0 1 0,0-2 0,0 4 0,0-6 0,0-9 0,0-1 0,0-23 0,0-5 0,0-14 0,0 0 0,0-1 0,0-1 0,0-2 0,2-2 0,4 1 0,1 5 0,5 5 0,3-1 0,-3 7 0,5 6 0,6 5 0,-2 10 0,7 2 0,-5 10 0,6 13 0,-6 4 0,6 7 0,-6 0 0,5 1 0,-5-7 0,2 1 0,-4 0 0,-6-3 0,-3-1 0,-1-8 0,5-7 0,-14-2 0,5-16 0,-7-2 0</inkml:trace>
  <inkml:trace contextRef="#ctx0" brushRef="#br0" timeOffset="10">15385 13617 8912,'-18'0'0,"3"-2"0,4-4 0,-5 4 0,5-3 0,1 5 0,1 5 0,-1 7 0,1 3 0,5 10 0,-2 4 0,4 9 0,2 2 0,8 10 0,3 1 0,5 1 0,1 5 0,0-3 0,0-5 0,2-3 0,4-6 0,-4-11 0,4-6 0,-4-6 0,-1-6 0,-1-3 0,0-8 0,0-2 0,0-4 0,1-9 0,-1-8 0,-6-7 0,1 1 0,-6-5 0,5-6 0,-7 3 0,3-3 0,-1 4 0,0 1 0,0 7 0,-6-1 0,0 8 0,0-2 0,-8 12 0,4 3 0,-7 8 0,7 10 0,-2 7 0,4 2 0,2 10 0,0 1 0,0 10 0,0-5 0,0-1 0,0-1 0,0-11 0,2 3 0,4-4 0,5 0 0,5-5 0,-5-7 0,1-9 0,-1 0 0,6 0 0,2-7 0,4-5 0,-4-5 0,4-6 0,-3-2 0,-3-4 0,-2-3 0,-3 3 0,3-1 0,-6-1 0,1 4 0,-4 3 0,1 1 0,-1 5 0,0 1 0,1 8 0,-5 1 0,8 16 0,-4 3 0,-3 4 0,9 3 0,-6-1 0,5 0 0,-5-5 0,5-1 0,1-1 0,5 1 0,0 2 0,0-7 0,1 0 0,-1-6 0,0-2 0,0-4 0,1 2 0,-1-7 0,0-1 0,0-5 0,0 0 0,1 0 0,-1 0 0,0-1 0,-2 1 0,-3 0 0,1-2 0,-7-4 0,0 4 0,-6-4 0,0 4 0,0 2 0,0 0 0,0-1 0,0 1 0,-8 8 0,-2-7 0,1 14 0,-5-3 0,9 10 0,-7 5 0,7 7 0,1 0 0,2 1 0,2-1 0,0 0 0,0 0 0,0 0 0,2-1 0,3-5 0,5 4 0,7-13 0,0 4 0,-5-4 0,-1-2 0,1 0 0,5 0 0,0-8 0,0-3 0,-5-4 0,-1-3 0,3 1 0,-1 0 0,-1 0 0,3 0 0,-13-1 0,4 1 0,-3 6 0,3-1 0,-4 8 0,6-5 0,-8 3 0,0 4 0,0-5 0,0 7 0,0 0 0,0-8 0,0 6 0,0-6 0,0 8 0,0-2 0,0-3 0,0 3 0,0-6 0,0 1 0,7-3 0,1-7 0,3 0 0,3-1 0,-8 1 0,1 0 0,-1 0 0,-2 2 0,7 3 0,-7-3 0,2 3 0,-4 3 0,-2-3 0,0 9 0,0-5 0,0 10 0,0 4 0,0 3 0,0 10 0,0 2 0,0 2 0,0-2 0,0 0 0,0 2 0,5-4 0,1 4 0,8 2 0,-3-2 0,-1 0 0,1-6 0,1 6 0,5 0 0,0-2 0,0-10 0,-5 5 0,-1-5 0,1 4 0,-3 3 0,-1-1 0,-10 0 0,-4-2 0,-5-1 0,-5-3 0,-7-5 0,1 5 0,-9-1 0,2 1 0,-1 3 0,1-9 0,-2-1 0,8-10 0,-7-11 0,3-10 0</inkml:trace>
  <inkml:trace contextRef="#ctx0" brushRef="#br0" timeOffset="11">16968 13067 8912,'-2'-17'0,"-2"-1"0,-4 1 0,-1 0 0,5 7 0,-4 5 0,8 10 0,0 7 0,0 11 0,0 9 0,0 10 0,2 2 0,4 4 0,-2 0 0,7-2 0,-5 1 0,5-6 0,1 1 0,5-2 0,0-6 0,1 0 0,-7 1 0,1-7 0,-7-3 0,7-2 0,-8-4 0,3-9 0,-14 5 0,-3-5 0</inkml:trace>
  <inkml:trace contextRef="#ctx0" brushRef="#br0" timeOffset="12">16796 13376 8912,'-18'10'0,"1"-4"0,0-5 0,7-1 0,3-1 0,7-5 0,15-4 0,8-7 0,10-6 0,7 0 0,-2-7 0,8 1 0,-2 4 0,2 2 0,0 0 0,-12 6 0,-3-4 0,-14 10 0,-8-12 0,-1-4 0</inkml:trace>
  <inkml:trace contextRef="#ctx0" brushRef="#br0" timeOffset="13">15247 13995 8912,'-8'17'0,"6"-5"0,-3-1 0,3-9 0,4-2 0,5-9 0,10-7 0,8-8 0,10-5 0,-1-2 0,1 3 0,-1-5 0,0 5 0,1-3 0,-1 2 0,1-1 0,-3 7 0,-3 2 0,-4-6 0,-8 0 0</inkml:trace>
  <inkml:trace contextRef="#ctx0" brushRef="#br0" timeOffset="14">15333 13531 8912,'-12'0'0,"1"2"0,-2 2 0,-1 3 0,3 3 0,-3 1 0,9 7 0,1-1 0,2 0 0,2 8 0,0 3 0,2 7 0,4 5 0,3 4 0,8 7 0,1 9 0,-1 1 0,0 2 0,0 0 0,0-8 0,1 3 0,-1 3 0,0 0 0</inkml:trace>
  <inkml:trace contextRef="#ctx0" brushRef="#br0" timeOffset="15">9121 16660 8912,'11'-2'0,"-1"-3"0,-3-7 0,5-3 0,-7-2 0,-6 7 0,-11 6 0,-3 8 0,-2 7 0,-1 12 0,1 8 0,0 7 0,0 8 0,0 11 0,-1 6 0,1 12 0,0 5 0,-2 4 0,-4 2 0,4 6 0,-4 0 0,4-5 0,1-4 0,7-9 0,0-11 0,7-4 0,-2-7 0,4-10 0,2-8 0,2-11 0,4-9 0,3-7 0,8-7 0,3-9 0,3-8 0,-4-8 0,6-17 0,-8-2 0</inkml:trace>
  <inkml:trace contextRef="#ctx0" brushRef="#br0" timeOffset="16">9293 17176 8912,'0'-10'0,"0"-5"0,0 13 0,-2-4 0,-4 12 0,2 4 0,-7 7 0,7 6 0,-2 0 0,-1 7 0,1-1 0,0 2 0,6-3 0,0 5 0,0-5 0,0-3 0,0-2 0,-6 2 0,1-2 0,-1 0 0,6-12 0,0 1 0,0-8 0,0 1 0,0-12 0,0-11 0,0-6 0,0-11 0,6-1 0,1-2 0,3-4 0,3-2 0,-3 0 0,1-2 0,-5-2 0,5 8 0,-1 2 0,1 9 0,5 1 0,-5 10 0,-1-1 0,1 14 0,1 3 0,-3 5 0,7 9 0,-5 11 0,4 7 0,3 9 0,-7-3 0,1 4 0,-3-4 0,3-1 0,3-1 0,-4 0 0,-1-1 0,1-4 0,-7 1 0,2-7 0,-2 6 0,1-6 0,-3-6 0,4-6 0,-6-7 0,-6 2 0,-3 3 0,-8 1 0</inkml:trace>
  <inkml:trace contextRef="#ctx0" brushRef="#br0" timeOffset="17">9396 17279 8912,'-17'0'0,"5"0"0,1 0 0,-1 0 0,3 0 0,1 2 0,8 4 0,0-4 0,15 5 0,8-7 0,4 0 0,8 0 0,-5 0 0,10 0 0,-1-2 0,1-3 0,-10 1 0,5-8 0,-5 1 0,5-6 0</inkml:trace>
  <inkml:trace contextRef="#ctx0" brushRef="#br0" timeOffset="18">10050 17056 8912,'-19'-10'0,"-4"4"0,4-1 0,-6 1 0,2 2 0,0 2 0,-8 12 0,3 7 0,1 2 0,-2 10 0,8 1 0,-2 10 0,6-3 0,6 5 0,5-2 0,4 0 0,2 0 0,0-6 0,8-5 0,3 0 0,6-8 0,6 2 0,-2-12 0,8-5 0,0-6 0,5-6 0,6-5 0,0-12 0,0 4 0,3-21 0,0 3 0</inkml:trace>
  <inkml:trace contextRef="#ctx0" brushRef="#br0" timeOffset="19">10308 17090 8912,'-10'-8'0,"-5"5"0,4-9 0,1 8 0,-1-1 0,-1 3 0,-5 2 0,0 2 0,0 3 0,-1 1 0,1 11 0,6-2 0,-1 14 0,6-6 0,-5 6 0,7-6 0,-2 5 0,4-5 0,2 6 0,0-8 0,0 2 0,8-4 0,4-2 0,-1 0 0,6 0 0,-3 1 0,9-1 0,-4-8 0,0-1 0,2-2 0,2 0 0,2-1 0,-2-5 0,-4-2 0,4-3 0,-4 3 0,-2-4 0,0-2 0,0 3 0,-7-9 0,5 12 0,-13-7 0,4 3 0,-4 4 0,-2-6 0,0 8 0,0 0 0,-8 0 0,6 0 0,-5 0 0,7 0 0,0 0 0,7 0 0,-3 0 0,8 0 0,-1-7 0,6-3 0</inkml:trace>
  <inkml:trace contextRef="#ctx0" brushRef="#br0" timeOffset="20">10497 17451 8912,'-2'15'0,"-1"-1"0,-3-3 0,-8-7 0,11 4 0,-9-8 0,8-2 0,-1-4 0,3 4 0,4-11 0,3 5 0,7-1 0,3-3 0,2-5 0,2 0 0,2-1 0,4 1 0,2 0 0,-4 0 0,6 0 0,-6-6 0,3-2 0,1 0 0,0 0 0,-8-3 0,-2 5 0,0-2 0,-5 2 0,-4 4 0,-3-4 0,-7 11 0,-9 7 0,-2 7 0,-16 9 0,0 2 0,-5 16 0,1 0 0,5 5 0,1 2 0,4 5 0,6-5 0,-2 4 0,7-6 0,4-5 0,3 2 0,5-8 0,4-1 0,7-4 0,2-9 0,16-3 0,5-6 0,7-6 0,-1-5 0,2-5 0,-4-6 0,8-1 0,-6-8 0,6 2 0,-8-3 0,2-3 0,-9 1 0,-4 0 0,-2 1 0,-4 5 0,-10-3 0,-5 8 0,-4 6 0,-2 5 0,0 9 0,-2-5 0,-4 8 0,-1 8 0,-5 3 0,-3 4 0,3 3 0,5-1 0,1 2 0,4 2 0,2 2 0,0 0 0,0-6 0,2 0 0,4 0 0,3 0 0,1 1 0,5-1 0,-3 0 0,1 0 0,-2 0 0,-1-5 0,-4-1 0,-4 1 0,3 5 0,-3 0 0,-9 0 0,-5 1 0,-3-7 0,-2 1 0,5-9 0,1 3 0,-1-4 0,-5-2 0,5-2 0,3-4 0,1-5 0,3-12 0,12-4 0,3-7 0</inkml:trace>
  <inkml:trace contextRef="#ctx0" brushRef="#br0" timeOffset="21">11702 16970 8912,'9'-35'0,"-1"3"0,-2 3 0,0 6 0,-1 4 0,-12 10 0,-5 3 0,-5 12 0,-6 7 0,-8 8 0,-7 8 0,2 3 0,-4 2 0,3 3 0,3 3 0,7-4 0,4 4 0,4-3 0,2-3 0,7 0 0,5 1 0,3-3 0,2-1 0,2-4 0,3-3 0,11-1 0,7-6 0,7 1 0,-1-1 0,-2-6 0,1 1 0,-7-3 0,2 5 0,-4-5 0,-1-1 0,-9 5 0,-3-1 0,-4-3 0,-2 3 0,-8-1 0,-3 6 0,-14 1 0,-10-1 0,-1 0 0,-10 0 0,-5 4 0,-7-4 0,-7 4 0,4-11 0</inkml:trace>
  <inkml:trace contextRef="#ctx0" brushRef="#br0" timeOffset="22">10274 17846 8912,'-8'-9'0,"4"-6"0,-7 3 0,7-3 0,-2-2 0,2 0 0,-1-1 0,3 1 0,-6 0 0,2 0 0,0 0 0,-7 7 0,4 2 0,-9 8 0,-5 2 0,0 4 0,2 7 0,2 8 0,-4 8 0,0 11 0,0-2 0,6 8 0,2-2 0,2 4 0,3-2 0,2 2 0,3-1 0,5-1 0,0 2 0,0-8 0,0 2 0,0-2 0,0-5 0,0-1 0,0-7 0,0-10 0,0 0 0,0 0 0,0 0 0</inkml:trace>
  <inkml:trace contextRef="#ctx0" brushRef="#br0" timeOffset="23">9757 18087 8912,'0'12'0,"0"-1"0,0-7 0,2 4 0,4-8 0,4 0 0,7 0 0,8 0 0,3 0 0,12 0 0,4-16 0,8-3 0</inkml:trace>
  <inkml:trace contextRef="#ctx0" brushRef="#br0" timeOffset="24">10239 18036 8912,'-11'9'0,"-1"-3"0,8-4 0,-3-4 0,7-4 0,7 4 0,3-5 0,7 9 0,-2 3 0,-3 7 0,3 5 0,-3 6 0,-3 4 0,3 7 0,-8 0 0,1 1 0,-3-1 0,-2 1 0,0-7 0,0 1 0,0-8 0,0 2 0,0-4 0,0-10 0,0-3 0,0-12 0,0-11 0,2-10 0,2-3 0,2-4 0,7 7 0,-1-13 0,9 9 0,2-3 0,5 1 0,-5 10 0,6 0 0,-6 6 0,7 0 0,-1 0 0,4 7 0,1 5 0,-5-3 0,-1 2 0,1 0 0,4 6 0,-5 0 0,-5 0 0,-9 0 0,-3 0 0,-7 0 0,3 0 0,-14 0 0,-5 0 0,-3 0 0,-2 0 0,0 0 0,-1 0 0,-5 0 0,1 0 0,-1 8 0,5 4 0,3-3 0,4 3 0,-5-1 0,5 6 0,1 0 0,1 1 0,1-1 0,0 0 0,3 0 0,3-5 0,-4-1 0,12-7 0,5 4 0,12-8 0,-2 0 0,8 0 0,0 0 0,-3 0 0,7-6 0,-4 0 0,-3-5 0,3 5 0,-8-6 0,2 7 0,-4-3 0,-2 2 0,1 2 0,-1-7 0,0 5 0,0-5 0,-5 5 0,-1-3 0,2 1 0,3-5 0,1 11 0,-7-6 0,-3 8 0,-7 0 0,0 0 0,0 8 0,0-5 0,0 9 0,0-1 0,0 7 0,0-1 0,0 0 0,0 0 0,0 0 0,0 1 0,0-1 0,0 0 0,0 0 0,-6 0 0,1 1 0,-1-7 0,6 0 0,0-7 0,0 2 0,0-12 0,0-3 0,0-8 0,0-3 0,0-3 0,0-3 0,0-1 0,6 0 0,-1 4 0,7 4 0,-6-4 0,1 10 0,-1 1 0,-2 3 0,7-3 0,-5 5 0,6 7 0,-7 0 0,7 0 0,-7 0 0,7 0 0,-6 2 0,3 3 0,-1 7 0,5-4 0,-11 7 0,6-13 0,-1 5 0,-3-7 0,8 0 0,-6-2 0,5-3 0,-5-3 0,5-3 0,-5-5 0,5 5 0,-5 1 0,6-1 0,-7 7 0,5-4 0,-1 3 0,1-1 0,-4 0 0,5 6 0,-5 2 0,5 4 0,1 3 0,5 9 0,0-1 0,2 0 0,4 0 0,-3 0 0,2 1 0,3-9 0,-2-3 0,2 1 0,-2-1 0,2-2 0,4-10 0,1-3 0,-5-10 0,2-4 0,3-6 0,-3-11 0,2-6 0,-8-4 0,2-1 0,-12-1 0,-5 1 0,-4 7 0,-2 4 0,-2 13 0,-4 10 0,-5 11 0,-12 17 0,-4 10 0,-7 18 0,-1 5 0,1 5 0,1-1 0,5 9 0,-3-3 0,8-3 0,6-5 0,5 0 0,9-8 0,-3 2 0,14 1 0,9-7 0,8-3 0,9-14 0,6-2 0,0-4 0,8 3 0,-2-8 0,-4-1 0,0-12 0,-7-3 0</inkml:trace>
  <inkml:trace contextRef="#ctx0" brushRef="#br0" timeOffset="25">19067 14958 8912,'-17'0'0,"0"0"0,0 0 0,-1 0 0,1-2 0,0-4 0,5 4 0,1-3 0,7 12 0,-2 9 0,5 7 0,1 3 0,0 9 0,0 7 0,0 2 0,0 3 0,0 3 0,0 2 0,-6-6 0,0-3 0,0-2 0,-1-9 0,5-5 0,-4-10 0,-4 0 0,9-7 0,-7-18 0,6-15 0,-2-9 0,-2-8 0,1-6 0,5-12 0,0-3 0,0-7 0,0 5 0,0-1 0,0 7 0,0-6 0,5 8 0,1-3 0,0 14 0,-6 10 0,0 13 0,2 12 0,2 3 0,1 8 0,9 15 0,-3 17 0,5 8 0,1 10 0,0-1 0,0 1 0,0 0 0,1-1 0,-1-5 0,0 0 0,0-6 0,0 6 0,1-8 0,-3 2 0,-4-5 0,-5-7 0,2 3 0,-2-8 0,-3-2 0,-8-10 0,-5 4 0,-7-5 0</inkml:trace>
  <inkml:trace contextRef="#ctx0" brushRef="#br0" timeOffset="26">18740 15302 8912,'-7'9'0,"3"5"0,-8-8 0,8-1 0,-3-5 0,7-7 0,2-3 0,5-3 0,11-3 0,8-3 0,9-2 0,5 4 0,4 0 0,8 0 0,-3 0 0,-3-1 0,2 1 0,-8 0 0,0 6 0,-5-1 0,-1 1 0,1-7 0</inkml:trace>
  <inkml:trace contextRef="#ctx0" brushRef="#br0" timeOffset="27">19394 14992 8912,'-7'-9'0,"3"1"0,-8 8 0,6 0 0,-5 0 0,1 2 0,-1 4 0,-4 3 0,5 11 0,-1 1 0,-1 1 0,8 11 0,-1 1 0,3 1 0,2 5 0,0-4 0,0-1 0,7-1 0,5 0 0,3-7 0,2-4 0,8-12 0,4-5 0,-2-6 0,1-7 0,1-11 0,-2-8 0,13-15 0,-4-2 0</inkml:trace>
  <inkml:trace contextRef="#ctx0" brushRef="#br0" timeOffset="28">19652 14958 8912,'-9'8'0,"-1"-6"0,4 3 0,3-1 0,-9 2 0,6-2 0,-5 7 0,5-5 0,-5 5 0,-1 5 0,3 5 0,-1 0 0,4 7 0,4-5 0,-3 6 0,3-6 0,2 5 0,2-1 0,3 2 0,-1-4 0,8-8 0,-1-2 0,8-3 0,4-7 0,-4-3 0,4-2 0,2-7 0,-2-5 0,0-3 0,-6-2 0,1-6 0,-1 0 0,0-6 0,0 6 0,-5-5 0,-1 5 0,-7 0 0,2 6 0,-4-1 0,-4 11 0,-4 7 0,-2 7 0,-3 11 0,-3 5 0,9-1 0,-7 7 0,7-6 0,-1 8 0,6-3 0,0 3 0,0-3 0,0-5 0,0-4 0,7-1 0,5-1 0,3-8 0,2-3 0,1-4 0,-1-2 0,2-13 0,4-5 0,-2-10 0,8-1 0,-8 2 0,2-1 0,-4-3 0,-2-1 0,-6-1 0,1 5 0,-8-5 0,1 4 0,-3 5 0,-2 1 0,0 9 0,0 3 0,0 7 0,-2-4 0,-3 8 0,3 10 0,-6 5 0,2 6 0,1 0 0,-1 6 0,6 2 0,0-4 0,0-3 0,8-1 0,3 2 0,4-4 0,3 4 0,4-3 0,1-3 0,0 0 0,-5 0 0,-1 0 0,-8 0 0,-3 1 0,-6-3 0,-6-4 0,-5 5 0,-12-5 0,2 4 0,-8 3 0,6-9 0,-5-3 0,7 2 0,-2-3 0,9 1 0,5-8 0,1-4 0,2-5 0,6-12 0,16-4 0,3-7 0,15-1 0</inkml:trace>
  <inkml:trace contextRef="#ctx0" brushRef="#br0" timeOffset="29">20530 15027 8912,'0'-17'0,"0"-1"0,0 1 0,0 6 0,0-1 0,-2 3 0,-4-3 0,2-1 0,-7 7 0,-2 2 0,3 2 0,-1 2 0,-1 8 0,-5 4 0,0 10 0,-1 7 0,3-2 0,4 2 0,-3-3 0,9 3 0,-1 2 0,6-9 0,0 7 0,0-6 0,2 0 0,4 2 0,-3-6 0,9 4 0,-1-4 0,6-2 0,-1 2 0,-5 4 0,5-4 0,-5 4 0,4-4 0,3-2 0,-9 1 0,-1-1 0,-3 0 0,1 0 0,0 0 0,-6 1 0,-2-3 0,-4-4 0,-3 3 0,-8-9 0,-6 9 0,0-3 0,-2-3 0,4-2 0,-2-4 0,2-2 0,2 0 0,1-16 0,1-3 0</inkml:trace>
  <inkml:trace contextRef="#ctx0" brushRef="#br0" timeOffset="30">19773 15904 8912,'-16'-29'0,"3"2"0,2 1 0,-3-1 0,-1-4 0,-4-1 0,-4-3 0,4 9 0,-4 3 0,4 4 0,1 1 0,1 3 0,0 4 0,0 5 0,0 4 0,1 10 0,3 5 0,3 10 0,3 11 0,-5 3 0,7 8 0,1 3 0,2 2 0,0 7 0,-4 1 0,4-1 0,-3-6 0,3 1 0,2 0 0,0-7 0,0 1 0,2-8 0,3 3 0,-3-11 0,4-1 0,-4-14 0,-2 2 0,0-11 0,-8 2 0,-1-8 0</inkml:trace>
  <inkml:trace contextRef="#ctx0" brushRef="#br0" timeOffset="31">19239 16058 8912,'-11'-5'0,"-1"-1"0,9-2 0,-3 3 0,4 3 0,4-12 0,4 9 0,5-9 0,12 3 0,6 1 0,11-1 0,-2-1 0,8-5 0,-6 6 0,6 1 0,0 0 0,-2 1 0,-2 5 0,-8-2 0,-7 6 0,-4 6 0,-6 4 0,-5 7 0,-5 0 0,-7 0 0,0 2 0,0 4 0,-2-2 0,-1 8 0,-5 0 0,-2-3 0,5-1 0,-7-8 0,6 1 0,-5-1 0,7 0 0,-11 0 0,13-7 0,-6-3 0,8-14 0,0-5 0,8-3 0,3-4 0,5-2 0,1-2 0,2-2 0,4 2 0,-4 4 0,4-4 0,2 4 0,-2 2 0,0 0 0,-6-1 0,0 7 0,0 0 0,1-3 0,-9 6 0,-1 1 0,-8 7 0,0 2 0,0 3 0,-6-1 0,0 8 0,-5-6 0,3 5 0,1 2 0,-1 3 0,0-5 0,3 1 0,3-1 0,-4 6 0,4-5 0,2-1 0,0-5 0,0 5 0,0-7 0,0 11 0,2-13 0,4 4 0,5-4 0,4-8 0,3 1 0,-1-9 0,0 3 0,-2 1 0,-3-1 0,3 5 0,-3-6 0,1 7 0,-2-7 0,5 8 0,-5-1 0,5 3 0,-5 2 0,0 0 0,-7 0 0,10 2 0,-9 3 0,1-1 0,-6 8 0,2-3 0,4 3 0,-4 3 0,3-4 0,-3 5 0,-2 1 0,0 0 0,0 0 0,0 1 0,0-1 0,0-8 0,0-1 0,0-8 0,2-2 0,4-4 0,-2-1 0,7-5 0,-5-3 0,6 3 0,-7 3 0,7-3 0,1-1 0,-3 0 0,1 1 0,1 5 0,5 7 0,0 0 0,0 0 0,-5 0 0,-1 0 0,1 1 0,-3 5 0,7-2 0,-5 8 0,-1-7 0,1 7 0,0-8 0,7 3 0,-1-7 0,0 0 0,0 0 0,1 0 0,-1-2 0,0-3 0,-6 1 0,1-8 0,-3 1 0,3-6 0,1-1 0,-7 1 0,0 0 0,-6 0 0,0 0 0,0 5 0,0 1 0,-2 9 0,-4 2 0,-2 7 0,-3 11 0,-4 1 0,3 4 0,5 3 0,1 9 0,4-7 0,2 1 0,0-6 0,0 6 0,8-8 0,3 2 0,12-6 0,6-6 0,9-3 0,2-8 0,8-4 0,-2-7 0,-4-5 0,-2-18 0,-4-4 0,-1-14 0</inkml:trace>
  <inkml:trace contextRef="#ctx0" brushRef="#br0" timeOffset="32">20840 14769 8912,'-8'-17'0,"-2"1"0,-7 5 0,-6 21 0,0 18 0,-7 24 0,1 26 0,13-28 0,2 3 0,-1 9 0,1 4 0,-3 13 0,1 5-541,1 9 1,2 3 0,4-29 0,1 1-1,0 1 541,0 5 0,0 1 0,1 0 0,0 1 0,1 1 0,0-1 0,0-3 0,0 0 0,1-1 0,1-3 0,1 0 0,2-3 0,1 18 0,4-4 0,3-2 0,3-1 0,2-4 0,3-1 0,5-2 0,2 0 0,-5-1 0,0-1 0,2 1 0,0 0 0</inkml:trace>
  <inkml:trace contextRef="#ctx0" brushRef="#br0" timeOffset="33">27861 11949 8912,'-12'-17'0,"1"0"0,-2-2 0,-1-2 0,1 0 0,3 4 0,3 3 0,-7 10 0,12-1 0,-3 10 0,3-1 0,2 8 0,0-1 0,0 6 0,5 0 0,1 1 0,-2-1 0,0-2 0,1-3 0,-3 3 0,6-13 0,-8 5 0,0-7 0,0-1 0,0-5 0,-6-4 0,1-7 0,-7 0 0,4-2 0,-1-4 0,-1 4 0,-1-4 0,1 4 0,5 1 0,3 7 0,-4 0 0,4-1 0,2 3 0,0 1 0,0 10 0,2 4 0,4 5 0,-3 12 0,9 6 0,-6 20 0,5 14 0,3 21 0,-3-33 0,0 2 0,0 10 0,-1 3 0,4 10 0,1 3 0,1 9 0,1 2-386,-5-25 0,1 1 0,0 0 0,5 27 0,0 1 386,-5-29 0,1 1 0,-1-2 0,6 19 0,-1-2 0,-1-2 0,0-3 0,0-14 0,1-2 0,-1-4 0,0-3 0,10 19 0,-2-10 0,-4-15 0,-4-8 0,4-5 0,-10-5 0,-3-12 0,0-10 0,-8-7 965,0 0 0,-6 2-965,0 4 0,-7-4 0,9 11 0,-8-7 0,9 0 0,-5 1 0,8-5 0,0-2 0,0-11 0,0-14 0,0-7 0,0-7 0,-2-8 0,-4 1 0,-11-4 0,-10-1 0</inkml:trace>
  <inkml:trace contextRef="#ctx0" brushRef="#br0" timeOffset="34">28067 11605 8912,'16'12'0,"-3"-3"0,-1-1 0,-7 7 0,7 3 0,1 14 0,2 18 0,5 18 0,-9-18 0,0 4 0,3 7 0,1 4-517,4 13 0,2 4 1,-4-20-1,0 2 1,1 1 516,3 8 0,0 2 0,0 1 0,-1-2 0,0 1 0,-1 1 0,1 4 0,-1 1 0,0-1 0,0-4 0,0-1 0,0-1 0,-1-1 0,0-1 0,0-1 0,-2-5 0,0-1 0,-1-1 0,8 26 0,-2-4 0,-3-17 0,-1-5 95,-2-7 0,-2-5 0,3 27-95,1-16 0,-9-10 0,3-7 0,-7-4 0,2-8 0,-3-7 0,1-4 0,2-4 0,2-9 0,-3-5 0,-3-14 967,4-14 1,-4-13-968,-2-22 0,0-5 0,0-11 0,0-14-132,0 37 0,0-1 1,-3-3-1,-2-1 132,0-4 0,-1 0 0,1 6 0,0 1 0,0 1 0,1 1 0,0 0 0,0 0 0,-2 0 0,1-1 0,1-1 0,2-1 0,0 0 0,0-1 0,-2-2 0,0 0 0,1 2 0,1 1 0,-2-4 0,2-1 0,2 2 0,0 0 0,0-5 0,0-1 0,0 0 0,0 0 0,0 4 0,0 2 0,0 4 0,0 3 0,0-36 0,0 17 0,0 29 0,0 28 0,6 26 0,-1 37 0,3 22 0,-5-23 0,0 3 0,1 9 0,1 2-300,3 7 1,2 1-1,-1 4 1,1-1 299,0 2 0,3 1 0,2 4 0,2 0 0,3 0 0,2-1 0,0-2 0,0-2 0,1-3 0,2-2 0,3-1 0,1 1 0,1-1 0,0-1 0,1 0 0,1 0 0,-3-1 0,-1-1 0,-4-4 0,-2-2-127,-1-6 0,-2-3 0,-4-4 1,-1 0 126,9 42 0,-4-5 246,-2-6 0,-7-5-246,-5-12 0,-1-13 0,0-14 0,2-5 0,-1-18 598,-5 2 1,0-32-599,0-12 0,-7-15 0,-5-19 0,-3-15 0,-2-16 0,5 43 0,-1-3 0,0-6 0,-1 0 0</inkml:trace>
  <inkml:trace contextRef="#ctx0" brushRef="#br0" timeOffset="35">29324 13118 8912,'0'-44'0,"0"8"0,0 7 0,-8 8 0,6 4 0,-4 21 0,12 19 0,4 31 0,7 31 0,-8-31 0,-1 3 0,0 10 0,1 4 0,2 8 0,1 2-417,-1 7 0,1 2 0,-2-23 0,0 1 0,1 1 417,-1 5 0,-1 1 0,0 0 0,0-4 0,0 1 0,0-1 0,1 2 0,-1 0 0,1-1 0,-1-7 0,0 0 0,2-2-46,5 24 1,2-3-1,0-8 1,0-3 0,1-7-1,0-4 1,1-5 0,1-3 45,-2-7 0,0-2 0,10 41 0,-6-12 0,-12-1 0,-5-10 0,-14-11 0,-9-12 0,-18-13 0,-16-10 0,-1-8 0,-15-7 0,4-8 0,-4-7 0</inkml:trace>
  <inkml:trace contextRef="#ctx0" brushRef="#br0" timeOffset="36">27586 12379 8912,'-18'17'0,"1"0"0,0 1 0,0 8 0,1 9 0,5 13 0,5 13 0,14 21 0,-1-30 0,3 5 0,5 11 0,4 5 0,7 13 0,2 4 0,-7-25 0,2 1 0,0 1-552,2 3 0,2 1 0,-1 1 0,2 7 0,0 2 0,0 1 552,1 5 0,0 0 0,-1 3 0,-5-19 0,-1 2 0,1 0 0,-1 0 0,2 3 0,-1 1 0,1 1 0,1-1 0,0 0 0,2 1 0,-1-1 0,1 0 0,0-1 0,1-1 0,0 0 0,0-1 0,0-2 0,-1-2 0,1 1 0,0-1 0,-1-1 0,1 0 0,0 0 0,-2-1 0,6 16 0,-1 0 0,-2-2 0,-5-4 0,-1 0 0,-1-5 0,5 18 0,-1-6 43,-5-14 1,-2-4-1,-4-11 1,-3-3-44,5 27 0,-2-6 0,-9-11 0,0-11 0,-6-14 0,0-7 0,0-16 0,0-15 0,-8-17 0,-3-18 0,-10-29 0,-2-22 0,7 31 0,-1-1 351,1-4 0,-2-1-351,-3-1 0,0 0 0,-1-2 0,0 0 0,1-1 0,0 0 0</inkml:trace>
  <inkml:trace contextRef="#ctx0" brushRef="#br0" timeOffset="37">27981 12723 8912,'0'63'0,"0"0"0,0 2 0,0 2 0,8 26 0,-3-39 0,1 1 0,6 12 0,1 2 0,4 11 0,3 2 0,4 10 0,3 2-741,-6-26 1,2 1 0,0 2 0,4 6 0,1 2-1,1 0 741,3 4 0,1 1 0,0 1 0,0 2 0,1-1 0,0 1 0,1-3 0,-1 0 0,0 0 0,-2-1 0,-1 0 0,0-1 0,-1 0 0,0-1 0,0-1 0,-2-4 0,1 0 0,0-3 0,0-4 0,0-2 0,1-2 0,14 21 0,0-6 83,-4-12 0,0-4 0,-5-9 0,-3-3-83,-5-5 0,-2-2 0,17 25 419,-13-18 1,-10-16-420,-8-13 0,-7-13 0,2-10 0,-8-18 0,-10-16 0,8-8 0,-11-10 0</inkml:trace>
  <inkml:trace contextRef="#ctx0" brushRef="#br0" timeOffset="38">29151 12895 8912,'12'0'0,"-1"0"0,-7 9 0,2 9 0,-4 8 0,-2 18 0,0 14 0,0 14 0,9 22 0,-2-40 0,2 3 0,2 6 0,1 4 0,1 4 0,0 3 0,4 12 0,1 3 0,-4-26 0,1 1 0,0 0 0,1 5 0,-1 0 0,2 2-459,0 3 1,1 1 0,0-1 0,2-2 0,1 0 0,-1 0 458,0 1 0,-2 0 0,2-1 0,0-4 0,2-2 0,-1 0 0,-2-2 0,-1-2 0,0 0 0,8 25 0,-2 0 0,-1-6 0,-2 0 0,-3-6 0,-2-1 0,2-2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651"/>
    </inkml:context>
    <inkml:brush xml:id="br0">
      <inkml:brushProperty name="width" value="0.05292" units="cm"/>
      <inkml:brushProperty name="height" value="0.05292" units="cm"/>
      <inkml:brushProperty name="color" value="#FF0000"/>
    </inkml:brush>
  </inkml:definitions>
  <inkml:trace contextRef="#ctx0" brushRef="#br0">11444 14081 8912,'-10'-7'0,"-5"-3"0,13-1 0,-4-1 0,2 6 0,1-5 0,-3-2 0,0-3 0,6-1 0,2 7 0,2 3 0,2-1 0,1 6 0,-1-3 0,-2 3 0,7 2 0,1 0 0,7 0 0,4 0 0,6 0 0,9 2 0,2 3 0,10-3 0,1 4 0,9-4 0,-15-2 0,-4 0 0</inkml:trace>
  <inkml:trace contextRef="#ctx0" brushRef="#br0" timeOffset="1">12184 13926 8912,'48'-3'0,"1"-1"0,0-2 0,0 0 0,41-1-525,3-9 0,-7 7 525,0-8 0,8-1 0,-45 10 0,0-1 0,0 1 0,1-1 0,-1 0 0,0 1 0,37-2 0,-12 5 0,-3-3 0,-2 2 0,9-1 0,8 1 0,-2 4 0,2-4 0,-9 4 105,-6 2 1,-14 0-106,0 0 0,-17 0 101,1 0 1,-5 0-102,-7 0 0,-3 0 0,3 0 0,-8 6 0,2 0 267,-4 0 0,-7-6-267,-1 0 102,-7 0-102,4 0 0,-8 0 0,-8 0 0,-2 0 0,-7 0 0,-2 0 0,-4 0 0,-6 1 0,-11 5 0,0-4 0,-11 4 0,1 1 0,-13-1 0,-2 6 0,-10-7 0,-5 9 0,-12-3 0,-2 4 0,45-6 0,-1 0 0,1-1 0,0 1 0,0-1 0,-1 1 0,-1 0 0,1-1-154,-2 1 1,0-1 0,2 1 0,-1 0 153,2-1 0,1 1 0,-40 6 0,7-3 0,9-5-29,-3-7 0,14 0 29,9 0 0,1 0 0,5 0 0,-4-2 0,-2-2 0,1-3 0,-1-3 0,0 6 0,1-1 0,3 3 0,0-2 0,0-7 0,3-9 0</inkml:trace>
  <inkml:trace contextRef="#ctx0" brushRef="#br0" timeOffset="2">11891 13944 8912,'-17'0'0,"0"0"0,7 0 0,3 0 0</inkml:trace>
  <inkml:trace contextRef="#ctx0" brushRef="#br0" timeOffset="3">11822 13944 8912,'0'9'0,"0"-1"0,2-8 0,4 0 0,4 6 0,7-1 0,17 1 0,12-6 0,11 0 0,-11 0 0,-6 0 0</inkml:trace>
  <inkml:trace contextRef="#ctx0" brushRef="#br0" timeOffset="4">12545 13944 8912,'96'-12'0,"-45"6"0,1 1 0,7-1 0,1 0-385,1-2 1,0-1 0,0 1 0,-2-1 384,-4 1 0,-1-1 0,-2-2 0,0-1 0,-4 0 0,1 1 0,6-1 0,1 1 0,-3 2 0,-1 1 0,-1-1 0,0 1 61,-2-1 1,-1 0 0,34-8-62,-13 0 0,-4 5 0,-13 1 0,-4 5 160,-14-5 0,-5 7-160,-1-2 0,-12 4 0,1 2 0,-11 0 390,1 0 0,-9 0-390,-3 0 0,1 0 63,-8 0 0,-1 0 0,-10 0 0,-6 0-63,-3 0 0,-3 2 0,1 4 0,-8-4 0,-4 4 0,-4 1 0,-1-1 0,-11 5 0,-6-5 0,-9 8-198,-9-3 0,38-6 0,-1 0 198,0 0 0,0 1 0,-4-1 0,-1 2 0,3 1 0,-1 1 0,-8 0 0,-3 1-340,-7 1 1,-3 1-1,-6 0 1,-1 1 339,-5 0 0,-2 2 0,0 1 0,0 1 0,3-3 0,0 0 0</inkml:trace>
  <inkml:trace contextRef="#ctx0" brushRef="#br0" timeOffset="5">12046 13978 8912,'-56'8'0,"-1"-1"0,1-2 0,1 2 0,-33 18 0,6-14 0,19 1 0,-2-1 0,8 6 0,9-7 0,13-5 0,16-3 0,12-2 0,7 0 0,9 0 0,8 0 0,3 0 0,10 0 0,5-2 0,3-3 0,4 3 0,-2-4 0,4 4 0,8 2 0,-8 8 0,-4 3 0,-11 5 0,3-7 0,-5-1 0</inkml:trace>
  <inkml:trace contextRef="#ctx0" brushRef="#br0" timeOffset="6">16916 15388 8912,'12'0'0,"-1"0"0,2 0 0,1-2 0,-1-4 0,-1-5 0,-7-5 0,7-1 0,-8 6 0,1-1 0,-3-1 0,6 5 0,-6-7 0,4 13 0,-12-4 0,2 5 0,-7 1 0,-3 0 0,-1 0 0,-2 0 0,-6 0 0,0 0 0,-2 1 0,2 5 0,-4-2 0,-7 7 0,-1-5 0,1 6 0,-8-7 0,-4 7 0,-11-1 0,-6 8 0,-4 2 0,-2 2 0,-2 6 0,-3-6 0,-5 7 0,-7-1 0,0 2 0,0-3 0,0-3 0,0 0 0,0-6-164,0 4 1,15-4 163,8-2 0,8-5 0,3-3 0,-2 1 0,-3-1 0,5-5 0,1 2 0,-1-4 0,6-2 0,-3 2 0,-3 4 0,8-5 0,4 5 0,5-4 0,5-2 0,1 0 0,-1 0 0,5 0 109,2 0 0,9 0 0,3 0-109,-3 0 0,7 0 0,-1 0 0,8 0 0,0-8 0,0 7 0,0-7 0,0 8 0,0 0 0,-2 8 0,-3 3 0,-5 4 0,-7-5 0,0-3 0</inkml:trace>
  <inkml:trace contextRef="#ctx0" brushRef="#br0" timeOffset="7">15212 15164 8912,'-1'-15'0,"-5"4"0,2-5 0,-7 5 0,7-4 0,-2-3 0,-4 9 0,8-6 0,-13 13 0,4-4 0,-5 4 0,-3 4 0,-4 4 0,-5 11 0,-12 11 0,-4 7 0,-8 5 0,0 6 0,1 4 0,-1 7 0,0 0 0,3 0 0,3-5 0,4-6 0,7 0 0,3-14 0,3 3 0,-1-12 0,7-2 0,2-8 0,9-5 0,4-8 0,10 0 0,4 0 0,-4 0 0,8 0 0,-5 0 0,-3 0 0,14 7 0,-7 3 0,8 7 0,0 6 0,1 2 0,1 0 0,4-1 0,2 7 0,3-2 0,5-3 0,-5 3 0,3-6 0,-2 6 0,7-8 0,-7 1 0,7 1 0,-7-5 0,3 3 0,3-10 0,-1-1 0,1 1 0,-3-5 0,-3 5 0,-2-5 0,-5 5 0,-2-7 0,3 2 0,-10 4 0,-2 1 0,-7 8 0,2 10 0,-19-1 0,-14 22 0,-17-6 0</inkml:trace>
  <inkml:trace contextRef="#ctx0" brushRef="#br0" timeOffset="8">17966 15766 8912,'15'-29'0,"-3"1"0,-7-1 0,-3 2 0,-2 4 0,0 4 0,-7 12 0,-5 7 0,-1 9 0,-1 8 0,3 6 0,7 4 0,-2 9 0,4 5 0,2 4 0,0-1 0,0 2 0,0 0 0,0 4 0,0-1 0,0 3 0,0-4 0,2 9 0,2-3 0,2-3 0,0 3 0,-6 3 0,0-9 0,-2 1 0,-2-5 0,-2-6 0,-7-1 0,1-3 0,3-3 0,-3-8 0,-1-12 0,-2-7 0,-10-12 0,-2-9 0,-7-10 0</inkml:trace>
  <inkml:trace contextRef="#ctx0" brushRef="#br0" timeOffset="9">17811 15715 8912,'10'-12'0,"-5"1"0,-3-1 0,-2-5 0,0 0 0,0 0 0,0-1 0,0 1 0,8 6 0,3-1 0,5 3 0,1-3 0,2 5 0,4 7 0,4 0 0,7 0 0,0 2 0,1 3 0,-3 5 0,-3 7 0,2 6 0,-8 0 0,-8 7 0,-9-1 0,-4 4 0,-2 1 0,-10 0 0,-7 1 0,-10-1 0,-13 0 0,2 7 0,-8-1 0,2 0 0,-2-6 0,6 1 0,3-1 0,3-7 0,0-4 0,7-12 0,2-3 0,8-8 0</inkml:trace>
  <inkml:trace contextRef="#ctx0" brushRef="#br0" timeOffset="10">18379 15904 8912,'11'-12'0,"1"1"0,-8-1 0,3-5 0,-9 6 0,-3-1 0,-5 8 0,-5 4 0,3 12 0,3 3 0,3 2 0,4 0 0,-4 1 0,4-1 0,2 0 0,0 0 0,0 0 0,0 1 0,0-1 0,0 0 0,0 0 0,0-7 0,0-3 0,8-22 0,-4 2 0,7-16 0,-1 8 0,1-2 0,5 4 0,-5 2 0,-1 2 0,1 3 0,-5-1 0,5 7 0,-5 0 0,6 6 0,-7 0 0,7 0 0,-6 8 0,3 3 0,1 5 0,-1 1 0,-3 2 0,5 4 0,-5-4 0,6 4 0,-8 2 0,1-2 0,-3-6 0,-2-6 0,0-7 0,0 4 0,0-16 0,6-7 0,0-8 0,1 0 0,-3 6 0,4 0 0,1-1 0,-3 7 0,6 0 0,-1-1 0,4 1 0,-3-1 0,3 8 0,-3-1 0,-3 3 0,3 2 0,-1 7 0,6 5 0,-1 3 0,-5 2 0,4 2 0,-3 4 0,1-2 0,-1 8 0,3-2 0,-4 1 0,-3 3 0,-2-8 0,-4-2 0,-2-2 0,0-8 0,0 1 0,0-6 0,0 5 0,0-7 0,0 2 0,0-12 0,0-4 0,0-7 0,0-6 0,0 0 0,0-7 0,2 1 0,1-3 0,3-3 0,8 1 0,-3-1 0,4 7 0,3-1 0,-1 0 0,0-5 0,0 5 0,0 1 0,8-1 0,2-5 0</inkml:trace>
  <inkml:trace contextRef="#ctx0" brushRef="#br0" timeOffset="11">19222 15543 8912,'17'0'0,"1"0"0,-9 0 0,-1 7 0,-8 5 0,-8 11 0,-3 5 0,1 10 0,-1 3 0,5 6 0,-6-1 0,9-2 0,-3 2 0,4-8 0,2 2 0,0-3 0,0-3 0,0-7 0,0-4 0,6-4 0,-1-2 0,9-7 0,-5-5 0,9-10 0,-1-7 0,0-11 0,0 2 0,0-8 0,1 1 0,-1-7 0,0 7 0,0-1 0,-5 8 0,-1-2 0,1 4 0,5 2 0,0 7 0,-2 5 0,-3 10 0,-3 7 0,-3 11 0,-4-2 0,4 7 0,1 1 0,-1 5 0,6 1 0,-7-1 0,3-1 0,-2-5 0,-2 3 0,7-8 0,-1 0 0,1-6 0,-3-2 0,-1-3 0,-3-7 0,8-10 0,-3-7 0,3-11 0,1-9 0,-7-8 0,7-8 0,-3 2 0,1-4 0,1-1 0,-7 7 0,7 4 0,-8-2 0,1 2 0,-1-6 0,2 6 0,-4 0 0,4 7 0,-3 4 0,3 7 0,-4 2 0,6 11 0,-8 5 0,0 15 0,0 3 0,0 15 0,-2-1 0,-4 7 0,-3-3 0,-9-3 0,-7 3 0,-1-5 0,-9 7 0</inkml:trace>
  <inkml:trace contextRef="#ctx0" brushRef="#br0" timeOffset="12">19136 15921 8912,'-19'-8'0,"-4"-1"0,13-9 0,1 1 0,11 2 0,15 4 0,10-3 0,13 8 0,6-5 0,11 5 0,6 2 0,4 2 0,10 2 0,3 0 0,2-1-140,-2-5 0,-5 4 140,-12-4 0,-4 4 0,-7 2 0,-14-5 0,-5-1 0,-6 2 0,-6 2 0,-2 2 0,-2 0 0,-8 8 0,-3 3 0,-4-1 0,-2 1 0,-13-5 0,-4 5 0,-6-5 0,2 4 0,-2-1 0,2 1 0,-4 1 280,2 6-280,0 1 0,8-1 0,3 0 0,3 0 0,3 0 0,4 1 0,-4-1 0,6-2 0,6-3 0,-2 1 0,7-7 0,1 7 0,13-11 0,-1-2 0,5-12 0,-4-3 0,-8-2 0,6-6 0,0 0 0,2-7 0,-4 3 0,2-2 0,-2 1 0,-2 7 0,-2-2 0,-5 3 0,-1 3 0,-7 8 0,11 1 0,-13 10 0,4 4 0,-2 5 0,1 12 0,-1-2 0,8 8 0,-1-1 0,6 7 0,1-6 0,-1-1 0,2-5 0,4 6 0,4-8 0,7 0 0,1-8 0,-1-7 0,0-4 0,1-2 0,-1-14 0,1-3 0,-7-11 0,1-1 0,-2-5 0,1-7 0,3-1 0,-8-3 0,0-5 0,-6 4 0,0-6 0,1-5 0,-1-4 0,0-8 0,-7 6 0,-5 0 0,-3 10 0,-2 1 0,-2 12 0,-3 17 0,-5 2 0,-7 15 0,0 10 0,-1 13 0,-5 8 0,0 11 0,2 5 0,2 4 0,2 7 0,0 5 0,2-3 0,3 3 0,4-3 0,8-3 0,0-1 0,0-4 0,8 1 0,4-6 0,3-1 0,2-6 0,6 0 0,0 1 0,0-1 0,-6 1 0,0-16 0,1 4 0,-1-14 0</inkml:trace>
  <inkml:trace contextRef="#ctx0" brushRef="#br0" timeOffset="13">22096 15990 8912,'0'-18'0,"0"1"0,0-2 0,0-2 0,0-2 0,0 2 0,0 2 0,-8 2 0,-3 2 0,-4 1 0,-3 3 0,-1 7 0,-4-2 0,-5 6 0,-5 6 0,-1 5 0,-1 10 0,1 4 0,-1 2 0,7 2 0,-1 5 0,2-1 0,-1-5 0,5 3 0,11-8 0,5-2 0,-1-2 0,6-2 0,-6-7 0,16-5 0,3-10 0,12-5 0,6-9 0,4-4 0,1-6 0,0-3 0,1-3 0,3-1 0,-4-4 0,5 4 0,-11-4 0,-3-4 0,-2-2 0,-6 2 0,-5-2 0,1 8 0,-7-2 0,0 3 0,-6 3 0,-6 13 0,-2 6 0,-1 5 0,-5 6 0,5 4 0,-3 6 0,1 6 0,-6 10 0,1 11 0,5 7 0,-4 8 0,3-2 0,5-2 0,1 1 0,4-1 0,2 2 0,2-4 0,4 0 0,3-5 0,8 3 0,2-4 0,4-2 0,4-1 0,8-4 0,-1-7 0,0-10 0,1-4 0,-1-8 0,-5-14 0,0-3 0,-3-12 0,5 1 0,-4-5 0,-2-1 0,-3-1 0,-4 1 0,-3 0 0,-4-1 0,-3 9 0,-8 3 0,-2 5 0,-4 7 0,-5 3 0,-10 8 0,-4 0 0,-2 0 0,1 8 0,-3 3 0,-2 5 0,8 1 0,0 2 0,6 4 0,0-4 0,0 4 0,5-4 0,1-2 0,7 0 0,-2 1 0,4-1 0,4-2 0,4-3 0,4-5 0,7-7 0,0 0 0,0 0 0,0-7 0,1-5 0,-1 3 0,0-3 0,0 1 0,0-5 0,-1 3 0,-5 2 0,5 5 0,-5-6 0,-1 8 0,1-1 0,-5 3 0,5 2 0,-7 0 0,9 7 0,-7 5 0,2 3 0,-4 2 0,1 1 0,9 3 0,-3-4 0,-1 2 0,1-13 0,1 7 0,5-3 0</inkml:trace>
  <inkml:trace contextRef="#ctx0" brushRef="#br0" timeOffset="14">22836 15508 8912,'17'-34'0,"-7"5"0,-5 1 0,3 12 0,-2-1 0,0 11 0,-6 6 0,0 12 0,-8 13 0,-4 9 0,-1 10 0,2 6 0,-3 1 0,8 1 0,1-1 0,5 1 0,0-6 0,0 0 0,0-2 0,0 1 0,0 3 0,0-8 0,7 0 0,5-5 0,3-8 0,2-5 0,1-10 0,1-6 0,2-4 0,2-2 0,7-8 0,-1-4 0,2-10 0,-3-7 0,3 2 0,-8-2 0,0 3 0,-6-3 0,0-3 0,-7 12 0,-5-2 0,5 10 0,-8 4 0,6 16 0,-8 4 0,1 9 0,5 2 0,4-1 0,7-4 0,2 5 0,4-1 0,-4 3 0,4-2 0,-4-2 0,-2 8 0,-5-8 0,-1 2 0,-14-4 0,1-2 0</inkml:trace>
  <inkml:trace contextRef="#ctx0" brushRef="#br0" timeOffset="15">22767 15990 8912,'-44'-35'0,"12"1"0,14-1 0,11 14 0,12 4 0,15 10 0,16-5 0,14-1 0,11-3 0,15 5 0,10 0-468,-32 2 0,1-2 1,6-1-1,1-2 1,7-3-1,-1-1 1</inkml:trace>
  <inkml:trace contextRef="#ctx0" brushRef="#br0" timeOffset="16">24247 15680 8912,'15'12'0,"-3"-1"0,-5 1 0,-8 5 0,-5 0 0,-4 6 0,-7 0 0,-2 2 0,-4-2 0,4 1 0,-4 5 0,4 9 0,2-3 0,5 5 0,3 0 0,1 6 0,2 5 0,6 7 0,2 5 0,4 3 0,3 11 0,7-1-262,-5 5 1,4 3-1,-5-6 1</inkml:trace>
  <inkml:trace contextRef="#ctx0" brushRef="#br0" timeOffset="17">25021 15543 8912,'0'-35'0,"0"8"0,0 5 0,0-3 0,0 2 0,0-2 0,0 2 0,2 4 0,2-4 0,2 4 0,-2 2 0,0 1 0,1 5 0,-3 5 0,4 12 0,2 4 0,-3 7 0,1 8 0,-6 5 0,0 8 0,0 8 0,0 4 0,0 1 0,0 7 0,0-1 0,-2 0 0,-4-5 0,4-2 0,-3-5 0,3-3 0,2-7 0,7 3 0,5-4 0,5-5 0,6-17 0,4-5 0,7-7 0,8-2 0,4-3 0,4-13 0,0-8 0,-4-3 0,-6 0 0,0 6 0,-6-5 0,-3 5 0,-14-6 0,-7 8 0,-5-4 0,-3 2 0,-2 0 0,-9 1 0,-8 4 0,-3 9 0,-8 3 0,-1-2 0,-5 3 0,-1 1 0,1 10 0,-1 5 0,1 4 0,1 8 0,5 0 0,3 6 0,8-6 0,1 7 0,5-1 0,3 2 0,8-3 0,8 3 0,3-8 0,20-2 0,9-10 0,8 3 0,4-9 0,7 1 0,4-6 0,-2-8 0,2-3 0,-7-4 0,-1-4 0,-7-2 0,-8-2 0,-5-2 0,-7 2 0,-5 4 0,-11-4 0,-5 4 0,-7 1 0,-2 1 0,-3 0 0,-7 0 0,-3 0 0,-2 1 0,-1 5 0,1 3 0,0 8 0,0 0 0,0 0 0,-1 0 0,3 8 0,4 3 0,-3 5 0,8 1 0,-5 0 0,5 0 0,1 0 0,5 1 0,0-7 0,1 1 0,5 1 0,4-3 0,7 1 0,0-7 0,0 2 0,3-5 0,2-1 0,-2-1 0,3-5 0,-4-4 0,-2-7 0,0 6 0,0-1 0,-5 1 0,-1-7 0,-7 1 0,2 0 0,-2 6 0,-1-1 0,3-1 0,0 5 0,-6 1 0,0 7 0,0 7 0,0-3 0,2 6 0,4-3 0,3 1 0,8-2 0,1-5 0,-1 5 0,2-4 0,4-2 0,-2 0 0,6 0 0,-1 0 0,1 0 0,-4-2 0,6-4 0,-8 3 0,2-9 0,-4 1 0,-2-6 0,-7-1 0,-5 1 0,-1 6 0,2-1 0,-4 6 0,4-5 0,-5 7 0,-2-2 0,-3 12 0,-2 8 0,2 7 0,-3 2 0,1 11 0,-6-2 0,7 14 0,-3-6 0,2 6 0,4 0 0,-3 6 0,3 5 0,2-2 0,0-3 0,0-4 0,0-12 0,0-2 0,0-1 0,0-10 0,0-8 0,0-7 0,0-10 0,0-4 0,-2-5 0,-4-12 0,4-4 0,-4-7 0,4-3 0,2-3 0,0-4 0,0-7 0,0-1 0,0 0 0,0 1 0,0-1 0,0 3 0,0 3 0,0 0 0,2 10 0,4 5 0,6 4 0,9 6 0,2 10 0,5-3 0,-5 9 0,6-1 0,-6 6 0,5 10 0,-5 7 0,0 0 0,-5 6 0,-7-2 0,1 2 0,-9-2 0,3 6 0,-6-3 0,-6-3 0,3 4 0,-9-2 0,-5 0 0,-6-6 0,-2 6 0,2 0 0,4 0 0,-4-6 0,4-7 0,2-4 0,-1-5 0,-6-1 0,-3 0 0</inkml:trace>
  <inkml:trace contextRef="#ctx0" brushRef="#br0" timeOffset="18">26914 15525 8912,'-26'0'0,"3"0"0,4 0 0,1 0 0,1 2 0,0 4 0,2 6 0,3 3 0,4 2 0,8 0 0,0 0 0,0 1 0,10-7 0,7 0 0,8-5 0,10 4 0,1-3 0,4-3 0,-4-2 0,4-2 0,-3-6 0,-3 1 0,-5-7 0,0 6 0,-8-7 0,2 2 0,-4-5 0,-2-1 0,-6 0 0,1 0 0,-8 7 0,3 5 0,-9 10 0,-3 7 0,1 13 0,-8 9 0,1 2 0,-6 10 0,5 2 0,1 9 0,-1-1 0,-5 7 0,0-6 0,0 6 0,-1-8 0,1 3 0,0-7 0,0-5 0,0-10 0,-3-11 0,-2-4 0,-7-6 0,2-3 0,-2-1 0,1-5 0,-7-12 0,7-3 0,-1-8 0,8-2 0,-2-4 0,12-4 0,5-7 0,4-3 0,2-1 0,4 0 0,7 5 0,3-1 0,14 5 0,1 3 0,5-3 0,8 8 0,4-2 0,4 4 0,2 2 0,7-1 0,4 1 0,4 0 0,2 0 0,-6 0 0,0-1 0,0-1 0,6-4 0,-14 8 0,-3-8 0,-14 12 0,-3-12 0,-9 11 0,-8-11 0,-9 14 0,-3-8 0,-12 3 0,-5-3 0,-5 6 0,-1-1 0,-6 8 0,0-1 0,-7 5 0,1 5 0,2 1 0,-1 9 0,-1 5 0,2-1 0,-3 7 0,7 3 0,0-2 0,5 1 0,3-1 0,4 2 0,-3-2 0,9-4 0,-1-4 0,6 4 0,2-6 0,3-6 0,5-3 0,9-8 0,4 0 0,6 0 0,1-2 0,-1-4 0,4-3 0,-5-9 0,5-1 0,-1-2 0,-3-2 0,-6 2 0,-4 0 0,-2-2 0,0 4 0,1-4 0,-3 4 0,-4 2 0,-3 0 0,-8 7 0,0 5 0,0 10 0,0-1 0,0 8 0,0-1 0,0 6 0,2-1 0,4-5 0,-3 2 0,7-5 0,0 0 0,-1-1 0,-3-1 0,5-6 0,1 0 0,5 0 0,0 0 0,0 0 0,1 0 0,-3-2 0,-4-4 0,5 5 0,-7-13 0,7 7 0,-3-1 0,-2 0 0,-7 1 0,2 1 0,4 4 0,-1-6 0,8 8 0,-5 0 0,-1 0 0,-7 2 0,2 4 0,1-2 0,1 5 0,0 1 0,-1-1 0,7-5 0,-5 10 0,9-9 0,-7 1 0,1-6 0,1 0 0,2 0 0,2 0 0,-5 0 0,-1 0 0,1-6 0,5 1 0,-7-9 0,-3 12 0,-7-5 0,0 14 0,0 5 0,0 9 0,0 2 0,0-2 0,0-2 0,0 4 0,0 0 0,-5 0 0,-1-6 0,-8-8 0,5-1 0</inkml:trace>
  <inkml:trace contextRef="#ctx0" brushRef="#br0" timeOffset="19">29220 15835 8912,'-9'-8'0,"-1"6"0,6-5 0,-3 3 0,-3 4 0,-3 8 0,-3 14 0,-3 13 0,-4 11 0,-5 9 0,-5 14 0,-1 11 0,13-34 0,-2 2-259,-3 3 0,0 1 1,1-1-1,-1-1 259,-3 2 0,0-1-212,3 1 1,-1-1-1,-3-3 1,0 0-1,0 4 1,-1-1 0</inkml:trace>
  <inkml:trace contextRef="#ctx0" brushRef="#br0" timeOffset="20">19996 17571 8912,'-24'0'0,"-3"0"0,-2 0 0,0-2 0,1-3 0,-1-9 0,2-5 0,3-4 0,1 0 0,7 4 0,3-2 0,1-2 0,9-5 0,-3 3 0,4 0 0,2 0 0,0-3 0,0 3 0,2 0 0,4 0 0,-3 2 0,9 6 0,-6 2 0,5 3 0,-7 5 0,9 20 0,-7 4 0,6 18 0,-7-1 0,1 17 0,-6 1 0,0 11 0,0 0 0,-6 8 0,-1 0 0,-3-7 0,-3-2 0,3-5 0,-1-6 0,1-7 0,-1-3 0,-5-13 0,14-9 0,-3-7 0,3-8 0,2-4 0,0-12 0,0-3 0,0-4 0,2-2 0,3-2 0,-3-8 0,4 3 0,2 1 0,-3-2 0,7 8 0,-6-2 0,-1 4 0,3 4 0,3 3 0,5 5 0,1 20 0,0 4 0,0 12 0,1 0 0,-1 9 0,0 2 0,2 0 0,4-6 0,-4 1 0,4-1 0,-4-1 0,-3-5 0,-3-5 0,-2-4 0,-7-1 0,4-17 0,-16-10 0,-1-18 0</inkml:trace>
  <inkml:trace contextRef="#ctx0" brushRef="#br0" timeOffset="21">20100 17761 8912,'0'-18'0,"0"1"0,0 0 0,2 5 0,3 1 0,5 0 0,15 1 0,3 4 0,5 4 0,3 4 0,3 4 0,1 5 0,0 5 0,-6 1 0,1 2 0,-1 4 0,-7-4 0,-4 4 0,-10-4 0,-1-2 0,-8 0 0,1 1 0,-3-7 0,-2 1 0,0-9 0,-2 5 0,-3-8 0,1 0 0,-8 0 0,8-2 0,-1-4 0,3-7 0,2-8 0,2 0 0,3-8 0,5 1 0,7-7 0,6 1 0,0 0 0,6 7 0,-6 4 0,7 4 0,-1 2 0,-4 5 0,-2 1 0,-4-3 0,-2-1 0,0-2 0</inkml:trace>
  <inkml:trace contextRef="#ctx0" brushRef="#br0" timeOffset="22">21046 17451 8912,'-9'-17'0,"-5"-6"0,9 0 0,-1 0 0,6 6 0,15 2 0,8 3 0,10 4 0,7 1 0,2 5 0,4-4 0,7 4 0,-7 2 0,2 0 0,-8 0 0,-6 8 0,1 3 0,-5 10 0,-12 2 0,1 10 0,-13 1 0,-3 1 0,-6 7 0,-5-2 0,-2 0 0,-7 2 0,-6-2 0,0-9 0,6 3 0,0-5 0,0-1 0,1-3 0,5-8 0,-4 0 0,7 1 0,-4-1 0,5-8 0,7-1 0,0-16 0,0-1 0</inkml:trace>
  <inkml:trace contextRef="#ctx0" brushRef="#br0" timeOffset="23">21803 17417 8912,'0'-18'0,"2"1"0,4 0 0,-2 6 0,7-1 0,3 1 0,7-7 0,4 1 0,1 0 0,3 2 0,5 3 0,1 5 0,-1 7 0,-7 2 0,-4 3 0,-6 11 0,-5 7 0,-3 7 0,-3-1 0,-6 3 0,0 3 0,-2-1 0,-9 0 0,1 1 0,-1-1 0,-3-7 0,7-4 0,-1-4 0,0-2 0,-5-7 0,11-3 0,-6-7 0,16 0 0,5-2 0,8-3 0,6-5 0,8-7 0,-3 0 0,-3 0 0,3-1 0,-3 1 0,3-8 0,3-1 0</inkml:trace>
  <inkml:trace contextRef="#ctx0" brushRef="#br0" timeOffset="24">22767 17262 8912,'0'-17'0,"0"0"0,0-1 0,0 9 0,0 1 0,-2 8 0,-4 4 0,-5 7 0,-6 3 0,-6 14 0,-4 7 0,-7 5 0,-1 8 0,1-4 0,1 2 0,5-1 0,3-6 0,8 1 0,7-4 0,4-2 0,6-7 0,6-4 0,7-12 0,16-5 0,7-4 0,16-2 0,2-8 0,3-3 0,-4-4 0,5-2 0,-5-1 0,-1 1 0,-2 0 0,-4 0 0,-12 5 0,-11 1 0,-12-1 0,5-5 0,-7 0 0</inkml:trace>
  <inkml:trace contextRef="#ctx0" brushRef="#br0" timeOffset="25">22870 17279 8912,'-17'0'0,"0"0"0,0 0 0,-1 8 0,1 3 0,6 12 0,-1 6 0,3 13 0,-3 9 0,7 11 0,3 4 0,2 3 0,0 0 0,0 0 0,0-1 0,2-6 0,3-5 0,5-5 0,7-7 0,0-10 0,0-12 0,1-12 0,-1-3 0</inkml:trace>
  <inkml:trace contextRef="#ctx0" brushRef="#br0" timeOffset="26">23714 17761 8912,'-25'-8'0,"-4"8"0,-11 23 0,-6 17 0,-9 17 0,-3 12 0,27-28 0,1 2-70,3 5 1,2 1 0,0 4 0,3 1 0,4 2 0,3-1 0,1 1 0,1-1 69,4 0 0,1 1 0,-1 1 0,1 0-894,2-2 0,0-1 894,-4 1 0,-3-1 0,1 2 0,-2-1 0,0-12 0</inkml:trace>
  <inkml:trace contextRef="#ctx0" brushRef="#br0" timeOffset="27">24505 17606 8912,'-17'17'0,"0"0"0,0 0 0,1 1 0,5-1 0,5 0 0,4 8 0,2 3 0,0 3 0,0-2 0,2 1 0,4-7 0,3 0 0,1 2 0,5-6 0,-3 2 0,1-6 0,-1-3 0,-3-7 0,-5 7 0,4-1 0,1-1 0,-5-2 0,4-8 0,-8-16 0,0-3 0</inkml:trace>
  <inkml:trace contextRef="#ctx0" brushRef="#br0" timeOffset="28">24505 17296 8912,'-27'0'0,"-5"6"0,3 0 0,4 5 0,2-3 0,4 1 0,2 5 0,8 1 0,3 2 0,12 0 0,3-7 0,8-4 0,2-4 0,4-2 0,-4 0 0,4 0 0,2-8 0,-2-3 0,-2-5 0,-9-1 0,1 0 0,-7 0 0,0-1 0,-6 1 0,-4 0 0,-8 0 0,1 7 0,-12 5 0,-2 3 0,2 2 0,-6 2 0,6 3 0,-5 7 0,5 11 0,6-2 0,5 7 0,8-5 0,-1 6 0,10 0 0,5 5 0</inkml:trace>
  <inkml:trace contextRef="#ctx0" brushRef="#br0" timeOffset="29">24832 17675 8912,'-17'0'0,"0"0"0,-1 0 0,9 0 0,-6 0 0,5 0 0,1 7 0,3 5 0,4 3 0,2 2 0,0 0 0,0 1 0,0 4 0,0 1 0,0 0 0,0-6 0,0 1 0,0-1 0,0-8 0,0-1 0,0-10 0,0-4 0,0-9 0,0-8 0,0-7 0,0 1 0,2-3 0,4-3 0,-3 6 0,9 1 0,-8 7 0,1-2 0,5 4 0,1 2 0,-1 5 0,1 1 0,1 7 0,5-2 0,-5 12 0,-1 5 0,1 5 0,5 1 0,-6 2 0,1 4 0,-3-4 0,3 4 0,3-4 0,-4-2 0,-1 0 0,2 1 0,-1-9 0,6-1 0,0-8 0,1 0 0,-7-8 0,1-3 0,-7-5 0,7-1 0,-8-2 0,1-4 0,-3 10 0,-2-4 0,8 3 0,-6-3 0,7 7 0,-3 5 0,-4 5 0,4 5 0,1 5 0,-1 7 0,6 0 0,-7 1 0,9-3 0,-3-4 0,4 3 0,3-9 0,-1 7 0,0-6 0,0-1 0,1-5 0,4-2 0,1-3 0,0-7 0,-5-11 0,5-2 0,-1-3 0,1-5 0,-5 5 0,-3-5 0,-4-1 0,3 5 0,-8 1 0,-1 12 0,-5-1 0,0 11 0,0 1 0,0 10 0,0 12 0,0 12 0,0 11 0,0 6 0,-5 4 0,-1 1 0,0 3 0,6 3 0,6-3 0,0 3 0,5-4 0,-5-1 0,1-8 0,-1-4 0,-2-4 0,7-1 0,-7-1 0,2 1 0,-4-9 0,-2-3 0,0-11 0,0-5 0,-8-14 0,-1-3 0</inkml:trace>
  <inkml:trace contextRef="#ctx0" brushRef="#br0" timeOffset="30">25434 17468 8912,'10'-17'0,"5"0"0,-3 0 0,9-1 0,2 1 0,7 2 0,-1 4 0,4 3 0,1 0 0,-5 6 0,-1-3 0,-7 10 0,2 7 0,-11 5 0,-7 6 0,-3 4 0,-2 7 0,-7 2 0,-5 4 0,-5 4 0,-6 8 0,2-6 0,-8 0 0,6-8 0,-5 2 0,5-2 0,-6 2 0,10-11 0,2 0 0,2-8 0,9-4 0,-8-8 0,5-1 0</inkml:trace>
  <inkml:trace contextRef="#ctx0" brushRef="#br0" timeOffset="31">25882 17331 8912,'0'-18'0,"0"7"0,0 0 0,-2 7 0,-4-2 0,4 6 0,-3 6 0,3 5 0,2 12 0,0 4 0,0 7 0,0 3 0,0 3 0,0-2 0,0 8 0,2-8 0,3 2 0,-1-4 0,8-1 0,-7-3 0,7-3 0,-1 0 0,6-12 0,1 4 0,-1-10 0,0-3 0,0-2 0,2-5 0,4-1 0,-2-1 0,8-5 0,0-6 0,5-11 0,-1 2 0,-5-7 0,-3-1 0,-8-5 0,-5-1 0,-1 1 0,-7 5 0,2 1 0,-10 7 0,-2-2 0,-9 11 0,-2 7 0,0 3 0,-6 2 0,-2 7 0,2 5 0,0 11 0,6 5 0,1 3 0,5-2 0,3 3 0,8-3 0,0 1 0,0-1 0,8 1 0,3-7 0,12 0 0,6-6 0,4-1 0,1-5 0,2-3 0,5-8 0,-5 0 0,4 0 0,2 0 0,-2 0 0,-7 0 0,7-15 0,-4-5 0</inkml:trace>
  <inkml:trace contextRef="#ctx0" brushRef="#br0" timeOffset="32">26811 17589 8912,'-23'0'0,"-2"-2"0,-1-4 0,5 4 0,3-6 0,11 16 0,7 3 0,0 5 0,7 1 0,5 0 0,-3 6 0,3 0 0,-3 6 0,3-6 0,-3 1 0,-3-1 0,-4-4 0,4 4 0,-4-4 0,-2-1 0,0-1 0,0 0 0,0-5 0,0-1 0,-8-7 0,-2 3 0,-7-7 0,2-7 0,4-5 0,3-11 0,8-5 0,0-5 0,0-1 0,0-2 0,0-5 0,0 5 0,0-4 0,8-2 0,3 2 0,4 2 0,2 9 0,3 4 0,3 8 0,-4 7 0,4 5 0,1 3 0,-1 2 0,6 4 0,-6 7 0,0 1 0,-6 11 0,-5 1 0,-1-1 0,-7 2 0,2-2 0,1-4 0,-1 4 0,0-10 0,-6-1 0,2-3 0,3 3 0,-3 3 0,6-13 0,-6 6 0,4-8 0,-2-2 0,7-4 0,-1-3 0,1-9 0,4 1 0,-3 0 0,-3 2 0,3 3 0,-1-3 0,6 5 0,1 1 0,-1 1 0,0 10 0,0 4 0,-3-2 0,3 7 0,-4-1 0,10 1 0,-2 3 0,2-9 0,-2 7 0,8-7 0,-6 1 0,6-6 0,-8 0 0,2 0 0,-4-6 0,-2 1 0,0-9 0,0 3 0,-5-4 0,-1-3 0,-7 1 0,2 0 0,-6 0 0,-6 0 0,-3-1 0,-9 1 0,1 8 0,0 3 0,0 4 0,-1 2 0,1 2 0,0 4 0,0 5 0,0 12 0,1-2 0,5 8 0,3-6 0,8 5 0,0-5 0,0 6 0,8-6 0,3 5 0,7-7 0,4 2 0,0-5 0,6-7 0,3 2 0,9-7 0,-2 0 0,8-6 0,-6 0 0,6 0 0,-10-8 0,-1-3 0,-3-10 0,-9-2 0,0 0 0,-6 6 0,-7 0 0,-4-1 0,-4 1 0,-4 6 0,-4-1 0,-4 8 0,-7-1 0,0 3 0,0 2 0,0 2 0,-1 3 0,7-1 0,-1 8 0,9-1 0,-3 6 0,-2 1 0,3-1 0,-1 0 0,6 0 0,0 0 0,0-5 0,0-1 0,0-7 0,0 4 0,0-8 0,2 0 0,3 0 0,-1-8 0,8-3 0,-3-5 0,3-1 0,3 0 0,-3 0 0,-3 5 0,3 1 0,-1 1 0,6-1 0,-5 3 0,-1 8 0,1 0 0,5 0 0,0 0 0,0 8 0,1 3 0,-1 5 0,0 1 0,0-2 0,0-4 0,2 5 0,4-5 0,-3-3 0,2-2 0,0-4 0,0-2 0,-2-2 0,3-4 0,-4-4 0,-2-7 0,-6-8 0,1-3 0,-3-7 0,3-5 0,-5-6 0,-7-11 0,6 2 0,0-8 0,0 9 0,-6 2 0,-6 3 0,0 9 0,-1 7 0,1 10 0,4 12 0,-6 7 0,8 15 0,0 5 0,0 18 0,-2 1 0,-3 16 0,1-1 0,-6 13 0,3 2 0,3 2 0,-4-6 0,2-4 0,1-2 0,5 3 0,0-5 0,0 5 0,0-11 0,0-1 0,0-8 0,0 3 0,0-5 0,0-9 0,-8-18 0,-2-11 0</inkml:trace>
  <inkml:trace contextRef="#ctx0" brushRef="#br0" timeOffset="33">28102 17640 8912,'-2'-11'0,"-4"-1"0,4 8 0,-4-3 0,12 7 0,11 0 0,12 0 0,13 0 0,10 0 0,9 0 0,14 0-408,3 0 0,16 0 1,1 0-1</inkml:trace>
  <inkml:trace contextRef="#ctx0" brushRef="#br0" timeOffset="34">28893 17657 8912,'-42'0'0,"6"0"0,-4 0 0,5 0 0,7 0 0,3 8 0,8 3 0,-1-1 0,1 1 0,8 1 0,3 5 0,4 0 0,2 1 0,0-1 0,0 0 0,2-6 0,4 1 0,-4-8 0,13 3 0,-4-7 0,-1-2 0,1-3 0,-5 1 0,6-8 0,-7 9 0,7-3 0,-6-2 0,5 2 0,-5 1 0,5 5 0,1 0 0,5 0 0,0 0 0,0 0 0,1 0 0,-1 0 0,-6 0 0,1 0 0,-1 7 0,6-3 0,1 8 0,-1-9 0,0 3 0,0-4 0,0 6 0,1 1 0</inkml:trace>
  <inkml:trace contextRef="#ctx0" brushRef="#br0" timeOffset="35">29134 17348 8912,'-17'-2'0,"0"-4"0,5 4 0,1-3 0,7 10 0,-4 5 0,8 7 0,0 8 0,0 4 0,2 3 0,4 2 0,-4 1 0,4-1 0,1 1 0,-1-1 0,0 0 0,-6 1 0,0-3 0,0-3 0,0-4 0,0-8 0,-2 0 0,-4 0 0,-3 0 0,-9-7 0,1-10 0,0-11 0,7-5 0,5-1 0,-3-2 0,2-4 0,1 4 0,5-4 0,2 2 0,3-2 0,-1 6 0,8 0 0,1 0 0,10 5 0,-4 3 0,4-3 0,2 8 0,-2-2 0,2 5 0,-2 1 0,-4 0 0,4 0 0,1 7 0,-1 5 0,-5 9 0,-7 2 0,-1 1 0,1-1 0,-1-4 0,-5 4 0,-3-3 0,4-3 0,-6 0 0,-6 0 0,3 0 0,-9 0 0,8-5 0,-2-1 0,-3-7 0,7 2 0,-4-12 0,-3-3 0,-1-9 0</inkml:trace>
  <inkml:trace contextRef="#ctx0" brushRef="#br0" timeOffset="36">29220 17417 8912,'-9'-18'0,"1"7"0,8 0 0,8 7 0,3-2 0,10 4 0,2 2 0,8 6 0,-3 0 0,13-1 0,3-5 0</inkml:trace>
  <inkml:trace contextRef="#ctx0" brushRef="#br0" timeOffset="37">29633 17743 8912,'-44'0'0,"2"2"0,8 4 0,7 4 0,4 7 0,6 0 0,5 0 0,5 0 0,7 0 0,2-1 0,3-5 0,5 3 0,7-9 0,2 1 0,4-6 0,-4 0 0,4 0 0,2-2 0,-2-4 0,0-3 0,-6-8 0,1-1 0,-7 1 0,0 0 0,-7 0 0,2 0 0,-2 1 0,2 5 0,-4-4 0,13 5 0,2-7 0,10 0 0</inkml:trace>
  <inkml:trace contextRef="#ctx0" brushRef="#br0" timeOffset="38">29909 17812 8912,'-18'17'0,"1"-7"0,2-1 0,3-3 0,5-4 0,7 13 0,0-5 0,0 1 0,0 1 0,6-6 0,-1 5 0,1-7 0,-6 3 0,8-7 0,1 0 0,7-7 0,-5-5 0,4-5 0,-3-6 0,3 2 0,2-7 0,1 7 0,-1-2 0,0 4 0,0 1 0,2 3 0,4 4 0,-4-3 0,4 8 0,-4 3 0,-1 8 0,-1 13 0,0 10 0,0 5 0,0 1 0,-5 8 0,-1 4 0,-7 2 0,2-2 0,3-4 0,1-8 0</inkml:trace>
  <inkml:trace contextRef="#ctx0" brushRef="#br0" timeOffset="39">25675 18311 8912,'-15'-27'0,"4"4"0,5 4 0,-4-4 0,1 0 0,-3 4 0,1 6 0,-3 7 0,-7 8 0,-4 9 0,-3 16 0,-9 15 0,3 6 0,-6 15 0,-2 6 0,4 7 0,3 2 0,5 4 0,10-5 0,3-3 0,10-5 0,5-6 0,19-5 0,12-15 0,-18-34 0</inkml:trace>
  <inkml:trace contextRef="#ctx0" brushRef="#br0" timeOffset="40">25951 18517 8912,'-8'-17'0,"-3"2"0,-5 1 0,-1 5 0,0 1 0,2 4 0,1 12 0,5 9 0,1 10 0,2 5 0,6 3 0,0-1 0,0 0 0,0 1 0,0-1 0,0 1 0,0-1 0,0-5 0,0-1 0,6-1 0,2 4 0,-1-5 0,1-1 0,0-8 0,-3-5 0,-3-8 0,13-4 0,-5-18 0,7-8 0</inkml:trace>
  <inkml:trace contextRef="#ctx0" brushRef="#br0" timeOffset="41">26192 18397 8912,'0'-12'0,"-2"3"0,-4 1 0,-4 6 0,-7 14 0,6 7 0,-1 15 0,1 8 0,-6 4 0,7-2 0,4 2 0,-1-2 0,1 1 0,2 3 0,10-8 0,3-5 0,9-7 0,-1-8 0,0-3 0,6-8 0,0-9 0,2-2 0,-2-3 0,-4-5 0,4-7 0,-6-6 0,-6 0 0,-3-6 0,-8 6 0,0-5 0,0 5 0,-9 0 0,-9 6 0,-7 1 0,-9 5 0,2-2 0,3 7 0,-7 0 0,7 6 0,-6 2 0,12 4 0,1 3 0,4 9 0,9-1 0,1 0 0,18-8 0,7-3 0,15-4 0,12-2 0</inkml:trace>
  <inkml:trace contextRef="#ctx0" brushRef="#br0" timeOffset="42">26467 18465 8912,'0'-26'0,"-6"-5"0,0 8 0,1 0 0,3 14 0,-4 3 0,4 14 0,-4 9 0,5 2 0,1 10 0,0 5 0,0 6 0,0 0 0,0-5 0,0-1 0,0 0 0,0-1 0,0-5 0,-6 3 0,0-8 0,0 6 0,6-6 0,0-6 0,0-6 0,0-5 0,0 5 0,0-7 0,0 2 0,0-12 0,2-3 0,4-9 0,-2 1 0,7 0 0,1-6 0,5 0 0,0 0 0,0 6 0,1 0 0,-1 0 0,6 1 0,0 5 0,0 1 0,-6 5 0,0 3 0,-2 2 0,-3 11 0,-5 5 0,-7 1 0,-1 6 0,-5 0 0,-4 5 0,-7-5 0,0 6 0,0-6 0,-1 5 0,1-5 0,0-2 0,0-9 0,5 1 0,1-7 0,7 0 0,-4-14 0,8-2 0</inkml:trace>
  <inkml:trace contextRef="#ctx0" brushRef="#br0" timeOffset="43">26846 18620 8912,'9'0'0,"-1"0"0,-8 8 0,-2 1 0,-4 9 0,4-1 0,-4 0 0,5 2 0,1 4 0,0-2 0,0 8 0,0-6 0,0 5 0,0-7 0,0 2 0,0-9 0,0-3 0,0-7 0,0 3 0</inkml:trace>
  <inkml:trace contextRef="#ctx0" brushRef="#br0" timeOffset="44">26828 18534 8912,'-9'-17'0,"-7"0"0,15 0 0,-7 7 0,10 2 0,4 8 0,5 0 0,12 0 0,-4 6 0,4 0 0,4 7 0,0-3 0</inkml:trace>
  <inkml:trace contextRef="#ctx0" brushRef="#br0" timeOffset="45">27276 18465 8912,'-6'-22'0,"0"-1"0,2 2 0,3 1 0,-7 11 0,6 3 0,-4 12 0,-1 11 0,1 12 0,0 5 0,6 6 0,0 4 0,0 0 0,-6 10 0,1-9 0,-1 7 0,6-12 0,0 6 0,0-6 0,0 4 0,0-10 0,6 3 0,-1-14 0,1 0 0,2-14 0,1-1 0</inkml:trace>
  <inkml:trace contextRef="#ctx0" brushRef="#br0" timeOffset="46">27155 18620 8912,'-26'0'0,"1"0"0,7 0 0,3-2 0,4-3 0,3 3 0,10-6 0,6 8 0,9 0 0,10 0 0,13 0 0,-2 0 0,8 0 0,5 0 0,7 0 0,-1 0 0,-5 0 0,-1 0 0,1-8 0,0-1 0</inkml:trace>
  <inkml:trace contextRef="#ctx0" brushRef="#br0" timeOffset="47">27895 18586 8912,'-27'-8'0,"5"-3"0,2-5 0,3 7 0,8 9 0,1 15 0,8 8 0,6 2 0,-1-2 0,9-2 0,-3 7 0,-3-5 0,-2 6 0,1-6 0,-1 6 0,0-8 0,-6 2 0,0 1 0,0-1 0,0-5 0,0-7 0,0-7 0,0 3 0,0-14 0,0-3 0</inkml:trace>
  <inkml:trace contextRef="#ctx0" brushRef="#br0" timeOffset="48">27861 18586 8912,'-17'-44'0,"1"2"0,5 7 0,3 9 0,8 1 0,0 8 0,0 7 0,8 2 0,3 8 0,10 8 0,2 4 0,6 3 0,-6 2 0,6-2 0,-6-3 0,7 11 0,-3-4 0</inkml:trace>
  <inkml:trace contextRef="#ctx0" brushRef="#br0" timeOffset="49">28274 18620 8912,'-8'10'0,"-3"-5"0,1-1 0,-1 2 0,-1-4 0,-5 4 0,6-4 0,-1-2 0,6 0 0,-5 0 0,7 0 0,-4 7 0,8-3 0,0 7 0,0 3 0,0-5 0,0 3 0,0-8 0,0 3 0,0 1 0,2-8 0,4 0 0,-2-2 0,7-9 0,1-1 0,5-5 0,0 0 0,0 0 0,1-1 0,-1 1 0,0 2 0,0 3 0,-1-3 0,-5 4 0,4 3 0,-3 2 0,3 4 0,2 2 0,1 2 0,-1 4 0,-2 4 0,-4 7 0,5 0 0,-5 0 0,5 0 0,1 1 0,0-3 0,0-4 0,0-3 0,1-8 0,6 0 0,1-2 0,4-4 0,-10-5 0,-7-12 0,-1-4 0,6-7 0,-5-1 0,-1 1 0,-5-6 0,5 0 0,-7-8 0,2 2 0,-4 4 0,-2 2 0,0 11 0,0 6 0,0 4 0,-6 12 0,0 7 0,-5 15 0,5 14 0,-5 5 0,5 6 0,-5 10 0,5 7 0,0 0 0,6-5 0,0 0 0,0-1 0,0-1 0,0-4 0,0 1 0,0-6 0,2-7 0,4-5 0,-4-1 0,11-1 0,-7-4 0,1-12 0,-1-5 0,-4-19 0,6-6 0</inkml:trace>
  <inkml:trace contextRef="#ctx0" brushRef="#br0" timeOffset="50">28652 18534 8912,'-24'0'0,"4"0"0,3 2 0,12 4 0,3-4 0,17 7 0,8-3 0,17-4 0,12 4 0,1-6 0,10-6 0,8-4 0,7-7 0</inkml:trace>
  <inkml:trace contextRef="#ctx0" brushRef="#br0" timeOffset="51">29857 18414 8912,'-11'0'0,"1"2"0,0 2 0,1 3 0,-4 3 0,5-4 0,2 5 0,4-7 0,-5 3 0,10-8 0,-3-5 0,4-4 0,-4-7 0,0 0 0,0-2 0,0-4 0,0 4 0,0-4 0,0 4 0,0 2 0,0-1 0,0 1 0,0 0 0,0 0 0,2 1 0,4 5 0,-4 5 0,4 12 0,1 11 0,-1 12 0,5 7 0,-5 10 0,2 0 0,-3 11 0,-3-3 0,4-3 0,-4 7 0,-2-1 0,0 0 0,0-5 0,-2-1 0,-4 1 0,-3-14 0,-8-4 0,-8-18 0,6-1 0,-6-15 0</inkml:trace>
  <inkml:trace contextRef="#ctx0" brushRef="#br0" timeOffset="52">29633 18620 8912,'10'-17'0,"3"6"0,-7-1 0,7 1 0,-1-7 0,5 7 0,6-1 0,4 9 0,7-3 0,3-2 0,3 3 0,-2-1 0,8 6 0,-8-6 0,2 0 0,-3-1 0,-3 1 0,-7 2 0,-4-7 0,-12 5 0,-5-5 0,-4 7 0,-4-4 0,-4 8 0,2 4 0,-7 7 0,-1 3 0,-3 14 0,2 3 0,1 1 0,3 3 0,-3-1 0,5-1 0,7-5 0,0 3 0,0-8 0,0-6 0,0-6 0,7-7 0,5 2 0,3-4 0,2-2 0,0-13 0,1-5 0,-1-10 0,0-1 0,0-9 0,0-2 0,-7 0 0,-4 5 0,-4 3 0,-2 3 0,0-1 0,0 7 0,-8 5 0,-3 7 0,-5 7 0,-1-2 0,6 4 0,-1 2 0,8 8 0,-3 2 0,7 7 0</inkml:trace>
  <inkml:trace contextRef="#ctx0" brushRef="#br0" timeOffset="53">30890 18156 8912,'9'-54'0,"-1"1"0,-8 19 0,0-3 0,0 14 0,0 0 0,0 6 0,-2 8 0,-4 3 0,-2 6 0,-3 6 0,-4 3 0,3 8 0,-3 3 0,-2 2 0,1-2 0,5 3 0,-2 1 0,7-1 0,-6 8 0,7-3 0,-1-3 0,6-2 0,0 2 0,0-2 0,2 2 0,4-2 0,-3-4 0,9 4 0,-1-4 0,7-2 0,-1 0 0,0 0 0,0-1 0,0-5 0,1 3 0,-1-9 0,-6 9 0,1-3 0,-8-1 0,1 1 0,-3 1 0,-9 5 0,-5 0 0,-5-2 0,-6-3 0,2 3 0,-8-3 0,8-3 0,-2 3 0,4-9 0,10 3 0,3-12 0,4-5 0,2-12 0,15-4 0,4-7 0</inkml:trace>
  <inkml:trace contextRef="#ctx0" brushRef="#br0" timeOffset="54">31113 17864 8912,'17'0'0,"-5"-8"0,-1-3 0,-7 3 0,4-7 0,-8 13 0,2 2 0,4 11 0,1 6 0,5 6 0,1-2 0,-7 8 0,5-2 0,-5 1 0,5 5 0,-5-4 0,0 3 0,-6 2 0,0-5 0,0 0 0,-6-1 0,0 7 0,-13-3 0,2-3 0,-4-4 0,4-8 0,0 4 0,-1-4 0,1-4 0,0-13 0,0 0 0,7-7 0,5-5 0,3-11 0,2-5 0,7 1 0,5-2 0,3 1 0,2-7 0,6 7 0,0-1 0,0 8 0,-6-2 0,6-2 0,0 2 0,0 2 0,-6 10 0,1-3 0,-1 9 0,4-3 0,-4 2 0,4 4 0,-9-3 0,3 3 0,0 4 0,-3 3 0,-3-1 0,-3 8 0,-4-1 0,4 6 0,-5 1 0,-1-7 0,0 1 0,0-7 0,0 7 0,2-7 0,4 7 0,-4-8 0,8 5 0,-5-3 0,-3-4 0,14 6 0,-15-8 0,7 0 0,-8-2 0,0-4 0,0 2 0,0-7 0,0 7 0,0-11 0,0 3 0,2 3 0,2-3 0,2-1 0,5-3 0,-5-1 0,1 6 0,-1-1 0,-2 3 0,7-3 0,-5-3 0,6 4 0,-3 1 0,3-1 0,3 5 0,-4-6 0,5 7 0,1-7 0,0 6 0,0-5 0,1 7 0,-1-2 0,0 4 0,0 2 0,0 0 0,1 0 0,-9 2 0,-3 4 0,3 4 0,-7 7 0,4 0 0,-4 0 0,-2 0 0,0 1 0,0-7 0,0 1 0,0-9 0,8 5 0,1-8 0,8 0 0,1-2 0,-1-4 0,0 4 0,0-3 0,1-3 0,-1 2 0,2-7 0,4 2 0,4-5 0,7-1 0,-5 6 0,-1-1 0,-1 1 0,2-7 0,-4 1 0,-8 0 0,-2 0 0,-3 0 0,-5 0 0,-7-1 0,0 7 0,-2 1 0,-3 3 0,-7 3 0,-5 2 0,-6 2 0,2 2 0,-8 4 0,3 5 0,-3 12 0,4-2 0,8 8 0,0-1 0,-1 7 0,9-1 0,3 0 0,8 1 0,9-1 0,9-5 0,14 0 0,2-3 0,4 3 0,4-6 0,0-4 0,-2-4 0,-7-3 0,-1-5 0,1-7 0</inkml:trace>
  <inkml:trace contextRef="#ctx0" brushRef="#br0" timeOffset="55">31561 18620 8912,'-12'-7'0,"3"-5"0,1-3 0,4-2 0,2-1 0,4 1 0,4 0 0,5 0 0,7 0 0,5-1 0,-6 1 0,0 0 0,0 7 0,-5 5 0,3 3 0,0 4 0,-3 3 0,-5 7 0,-7 11 0,-2 4 0,-3 7 0,-5 0 0,-7 1 0,0-1 0,1 1 0,3-1 0,2 0 0,1-5 0,-1 0 0,-3-8 0,8 2 0,1-10 0,5-2 0,2-7 0,3 2 0,11-6 0,7-6 0,5-3 0,-5-9 0,8 7 0,-3 0 0,3-1 0,-2-5 0,3 0 0,-3 0 0,3-8 0,3-2 0</inkml:trace>
  <inkml:trace contextRef="#ctx0" brushRef="#br0" timeOffset="56">32146 18517 8912,'-15'-17'0,"3"0"0,-3-1 0,3 1 0,3 10 0,-3 7 0,6 7 0,-5 10 0,0 8 0,-7 4 0,1 5 0,0 6 0,-6-1 0,0 5 0,2-2 0,2-4 0,9-2 0,5-2 0,3-7 0,2-4 0,2 0 0,3-6 0,7-3 0,11-14 0,0-2 0,11-4 0,-1-5 0,12-12 0,-6-2 0,1-4 0,-4-3 0,-1 3 0,-3-3 0,-3-3 0,-4 1 0,-8-1 0,-8 7 0,-3-1 0,-6 2 0,-6-1 0,-7 7 0,-8 7 0,-4 7 0,-4 7 0,-1 0 0,7 0 0,2 7 0,9 5 0,-1-3 0,7 3 0,1-7 0,5 7 0,7-1 0,3 7 0</inkml:trace>
  <inkml:trace contextRef="#ctx0" brushRef="#br0" timeOffset="57">32438 18431 8912,'10'-25'0,"3"-2"0,-7-7 0,7 7 0,-1 4 0,-3 6 0,3 6 0,-8 3 0,3 8 0,-7 10 0,-2 7 0,-3 10 0,-1 7 0,-11 6 0,5-4 0,-5 5 0,0-3 0,5 2 0,-3-4 0,-2 4 0,5-5 0,1-7 0,5-1 0,-3-6 0,1 2 0,4-2 0,2-10 0,12-3 0,7-8 0,8-8 0,9-3 0,8-4 0,4-2 0,4-3 0,2-3 0,-3 4 0,-3-4 0,-4 6 0,-7 6 0,-8 1 0,-5 5 0,-10 3 0,-12-14 0,-10 7 0</inkml:trace>
  <inkml:trace contextRef="#ctx0" brushRef="#br0" timeOffset="58">32610 18311 8912,'0'17'0,"-5"-6"0,-1 1 0,-6 5 0,7 6 0,-3 2 0,4 0 0,-3 7 0,-3 6 0,6 10 0,-1-2 0,3 4 0,2 1 0,0-1 0,0-4 0,7 1 0,5-6 0,-3 4 0,3-5 0,-1-7 0,6-10 0,-3-5 0</inkml:trace>
  <inkml:trace contextRef="#ctx0" brushRef="#br0" timeOffset="59">32766 19049 8912,'17'-16'0</inkml:trace>
  <inkml:trace contextRef="#ctx0" brushRef="#br0" timeOffset="60">33109 18190 8912,'-26'-17'0,"3"-2"0,4-4 0,1 4 0,7 2 0,0 11 0,1 8 0,-3 8 0,3 7 0,2 2 0,-3 8 0,5 1 0,0 5 0,6 1 0,0 1 0,0-1 0,0-2 0,0-3 0,2 9 0,4-3 0,-2-3 0,7-3 0,1-1 0,5 7 0,0-1 0,0 1 0,-1-3 0,-5-3 0,3 1 0,-7-7 0,1-2 0,0-2 0,-3-2 0,-12-1 0,-5-5 0,-5-3 0,-6-8 0,2-2 0,-8-4 0,8-9 0,-2-8 0,6-8 0,6 3 0,3-7 0,8-5 0,8 2 0,3-8 0,6 6 0,6-6 0,4 6 0,7-6 0,1 8 0,-1-2 0,1 4 0,-1 1 0,1 7 0,-1-1 0,-7 8 0,5-19 0,-5 4 0</inkml:trace>
  <inkml:trace contextRef="#ctx0" brushRef="#br0" timeOffset="61">33213 17331 8912,'-10'-8'0,"-3"4"0,7-7 0,2 11 0,10 5 0,5 17 0,10 16 0,2 8 0,0 19 0,-5 9 0,-3 18-360,-9-42 0,-1 3 1,0 9-1,-2 2 360,-2 6 0,-2 3 0,0 8 0,-2 1 0,-1 3 0,-3 2 0,-4 1 0,-1 1 0,-3-2 0,-1 0 0,-1-1 0,0 0 0,0 3 0,1-9 0</inkml:trace>
  <inkml:trace contextRef="#ctx0" brushRef="#br0" timeOffset="62">3803 18070 8912,'10'0'0,"-3"0"0,-7 0 0,8 0 0,-6 0 0,6 0 0,-8 0 0,0 0 0,-8 0 0,6-8 0,-8 5 0,7-9 0,-3-1 0,-8 3 0,3-1 0,-4-1 0,-3-5 0,-1 4 0,-4-5 0,-5 5 0,-12-10 0,-6 2 0,-4-2 0,-7 4 0,-1-4 0,-1-2 0,2 2 0,5 6 0,0 6 0,3 1 0,9-1 0,5-5 0,6 5 0,8 3 0,-3 1 0,14-1 0,2 6 0,8-5 0,0 7 0,0 0 0,8 0 0,-6 1 0,4 5 0,3-4 0,1 6 0</inkml:trace>
  <inkml:trace contextRef="#ctx0" brushRef="#br0" timeOffset="63">3098 17193 8912,'-25'-7'0,"4"-1"0,-8-4 0,6-1 0,-4 9 0,1 6 0,-1 8 0,0 7 0,-2 6 0,-9 9 0,4 8 0,-5 8 0,5-2 0,7 11 0,4 6 0,4 4 0,2 2 0,7 0 0,5 0 0,5-6 0,5 0 0,13-14 0,10 3 0,7-14 0,5-4 0,4-7 0,7-10 0,9-1 0,3-5-220,-4-3 0,0-16 0,-7-1 1</inkml:trace>
  <inkml:trace contextRef="#ctx0" brushRef="#br0" timeOffset="64">843 16299 8912,'-2'-15'0,"-2"1"0,-3 3 0,-1-2 0,-1-3 0,1-1 0,0 0 0,5 0 0,-5 5 0,2 1 0,-5 9 0,5 4 0,2 13 0,2 16 0,4 11 0,2 2 0,2 3 0,-1 3 0,-3 2 0,2-1 0,2 1 0,5-6 0,-5 0 0,2-6 0,-4 4 0,1-1 0,-1 1 0,-2-5 0,-2 1 0,6-4 0,-1-2 0,1-7 0,-6-4 0,0-11 0,-7-5 0,-3-14 0,-7-3 0</inkml:trace>
  <inkml:trace contextRef="#ctx0" brushRef="#br0" timeOffset="65">671 16385 8912,'0'-27'0,"0"4"0,0 2 0,2 0 0,4-2 0,5 2 0,10 2 0,2 2 0,14 0 0,-3 0 0,6 0 0,0-1 0,-3 9 0,3 3 0,-6 4 0,-5 2 0,-4 10 0,-8 7 0,-8 8 0,-3 9 0,-12 8 0,-5 4 0,-12-2 0,-4 0 0,1-2 0,3-4 0,2 4 0,-2-2 0,9-5 0,-3-7 0,6-7 0,-1 2 0,4-4 0,8-1 0,2-9 0,4-3 0,11-4 0,12-2 0,3 0 0,3 0 0,5 0 0,0 0 0,6 0 0,-6 0 0,-7 0 0,-10 0 0,-6 7 0,-6 5 0,-5 3 0,-12 2 0,-5 8 0,-12 4 0,-10-2 0,-7 1 0,2 1 0,2-2 0,3 3 0,5-7 0,-3-2 0,8-9 0,0 1 0,6-7 0,0-8 0,-1-8 0</inkml:trace>
  <inkml:trace contextRef="#ctx0" brushRef="#br0" timeOffset="66">1377 16351 8912,'0'-18'0,"0"1"0,0 0 0,0 8 0,0 3 0,0 12 0,0-3 0,0 9 0,0 1 0,0 2 0,5-3 0,1-1 0,8 1 0,-3 5 0,4-5 0,3-1 0,-1-7 0,0 2 0,0-5 0,0-1 0,1 0 0,-1 0 0,0 0 0,0 0 0,-2-7 0,-3-5 0,1-3 0,-7-2 0,6-6 0,-7-2 0,-1 0 0,-2 0 0,-2 3 0,0 4 0,0 1 0,0 0 0,0 7 0,0 5 0,0 10 0,0 5 0,0 7 0,6 6 0,0 0 0,7 8 0,-2-3 0,5-3 0,1-2 0,0-4 0,0-2 0,2-1 0,4-5 0,6-5 0,4-4 0,-5-4 0,1-4 0,0-5 0,5-12 0,-1-4 0,-5-8 0,-3-7 0,-8-3 0,2-5 0,0-2 0,1 3 0,-5 3 0,-7-2 0,3 8 0,-7 6 0,2 5 0,-4 16 0,-2-1 0,0 20 0,0 5 0,0 12 0,0 4 0,0 7 0,1 3 0,3 1 0,4 4 0,1 2 0,1-8 0,1-1 0,5-1 0,-5-5 0,3-3 0,-3 3 0,2-8 0,-7 2 0,0-4 0,-6-2 0,0 0 0,0 1 0,-13-1 0,-7 0 0,-4 0 0,-13 8 0,-7 2 0</inkml:trace>
  <inkml:trace contextRef="#ctx0" brushRef="#br0" timeOffset="67">843 17313 8912,'0'-34'0,"0"0"0,0-1 0,0 3 0,0 3 0,0-3 0,0 5 0,0 0 0,-7 4 0,-5 12 0,-3 5 0,-2 8 0,-1 8 0,1 9 0,0 6 0,0 3 0,0 7 0,1-1 0,3 2 0,3 2 0,3 3 0,1-1 0,6-6 0,0-5 0,0-1 0,0-1 0,2 4 0,4-5 0,5-1 0,4-4 0,3-9 0,1 3 0,4-4 0,-2-3 0,7-2 0,-1-4 0,2-2 0,1 0 0,-7 0 0,-2 0 0,-2 0 0,-9 0 0,-2 7 0,-8 5 0,-8 3 0,-3 2 0,-10 2 0,-2 4 0,-6-2 0,6 8 0,-2-10 0,2-2 0,10-1 0,-4-11 0,3 1 0,-3-6 0</inkml:trace>
  <inkml:trace contextRef="#ctx0" brushRef="#br0" timeOffset="68">1067 17262 8912,'-27'0'0,"2"0"0,8 0 0,-4 8 0,4 3 0,-2 12 0,11 4 0,0 1 0,1 1 0,3 0 0,10 5 0,3-5 0,8-1 0,6-7 0,0 2 0,14-11 0,-3-7 0,4-3 0,-3-2 0,5-2 0,0-3 0,0-7 0,-5-11 0,-9 4 0,7-21 0,-6 4 0</inkml:trace>
  <inkml:trace contextRef="#ctx0" brushRef="#br0" timeOffset="69">1377 17021 8912,'-18'-7'0,"7"7"0,0 0 0,7 7 0,-2 10 0,4 8 0,2 4 0,0-2 0,0 1 0,0-1 0,0 2 0,0 1 0,0-7 0,2 6 0,4-6 0,1 2 0,5-2 0,3-6 0,-5 2 0,1-8 0,1-3 0,-3 0 0,3-3 0,3-3 0,-7 4 0,3-12 0,2-5 0,-7-12 0,8 2 0,-3-8 0,2 6 0,-1-5 0,3 5 0,-3-4 0,1 2 0,-1 4 0,3 2 0,-4 2 0,-1 0 0,1-1 0,1 7 0,5-1 0,-5 7 0,-1-5 0,2 1 0,3-1 0,1 6 0,0-1 0,0 1 0,0-2 0,1 4 0,-1-4 0,0 4 0,-2 0 0,-3-3 0,-4 3 0,-8-6 0,0 8 0,-2 0 0,-4 0 0,4 8 0,-11 1 0,7 9 0,-6-1 0,7 0 0,-1 0 0,6 0 0,0 6 0,0 0 0,2 6 0,4-6 0,7-2 0,8-2 0,6-8 0,7 1 0,8-8 0,2-4 0,8-10 0</inkml:trace>
  <inkml:trace contextRef="#ctx0" brushRef="#br0" timeOffset="70">2272 16987 8912,'-8'-17'0,"4"-1"0,-7 1 0,-1 8 0,-5 3 0,5 4 0,1 2 0,0 0 0,-7 8 0,1 3 0,8 4 0,3 3 0,-2 5 0,2 1 0,3 3 0,1 4 0,2-5 0,0 3 0,0-8 0,0 2 0,2 0 0,3-6 0,5 4 0,7-19 0,0 4 0,1-4 0,-1-18 0,0-6 0,0-9 0,0-3 0,1-8 0,-1-4 0,-6 2 0,1-2 0,-8 0 0,1-6 0,-3 3 0,-2 3 0,0 10 0,0 9 0,0 2 0,0 10 0,-6 15 0,1 11 0,-1 12 0,6 6 0,0 3 0,0 3 0,0-1 0,0 0 0,2 1 0,4-1 0,1-5 0,5 0 0,3-10 0,-3-2 0,3 0 0,2-5 0,0-5 0,0-1 0,1-6 0,-1-6 0,0-5 0,0-5 0,0-1 0,-5-6 0,-1 0 0,-7-1 0,2 1 0,2 2 0,-3-6 0,-1 2 0,-2 4 0,-2 2 0,0 2 0,0 5 0,0 1 0,0 7 0,0-4 0,0 8 0,0 8 0,0 2 0,0 7 0,6-6 0,1-1 0,1-1 0,0 1 0,5-6 0,-9 3 0,7-7 0,-5 0 0,6 0 0,-7 0 0,7 0 0,-8-2 0,3-1 0,-1-5 0,0-2 0,1 1 0,-1-3 0,-4-3 0,8 7 0,-7-5 0,3 2 0,8 7 0,-11-4 0,9 8 0,-6 2 0,5 4 0,-5-2 0,5 7 0,-7-5 0,4 3 0,-2 1 0,-1-1 0,9-5 0,-5 4 0,8-8 0,-1-2 0,-5-4 0,4-11 0,-5-10 0</inkml:trace>
  <inkml:trace contextRef="#ctx0" brushRef="#br0" timeOffset="71">2908 16368 8912,'-11'-2'0,"-1"-4"0,7 4 0,-7-3 0,8 3 0,-3 4 0,7 3 0,0 5 0,0 7 0,0 8 0,0 4 0,2-3 0,3 3 0,-1-2 0,8 1 0,-3 3 0,3-8 0,3 6 0,-4-7 0,3 1 0,-3-5 0,3-1 0,-9 0 0,9-8 0,-3-3 0,-1-4 0,1-2 0,1 0 0,5-9 0,0-9 0,-2 1 0,-3-6 0,1 4 0,-7 2 0,0 0 0,-6 0 0,0 5 0,-2 3 0,-4 1 0,-3 10 0,-9 9 0,7 5 0,-1 1 0,9 2 0,-3 4 0,4-4 0,2 4 0,0 2 0,0-2 0,13-6 0,5-8 0,1-1 0,0-4 0,4-2 0,0-2 0,5-2 0,-5-4 0,6-3 0,-6-9 0,-2-5 0,-10 0 0,5-1 0,-5 1 0,-1 6 0,1-1 0,-7 1 0,2 6 0,-2 3 0,1 2 0,-1 4 0,8 2 0,1 0 0,2 0 0,3 2 0,-1 4 0,6 4 0,0 7 0,0 0 0,-6 0 0,0 2 0,0 4 0,-2 4 0,-3 0 0,-4 5 0,-8-3 0,-10 3 0,-7 3 0,-2-3 0,-10-3 0,8 1 0,-2-7 0,4-2 0,2-9 0,-8 3 0,-2-5 0</inkml:trace>
  <inkml:trace contextRef="#ctx0" brushRef="#br0" timeOffset="72">3838 16849 8912,'-18'0'0,"1"4"0,0 8 0,-6 1 0,0 16 0,-6 7 0,6 10 0,-1 3 0,1 3 0,3 9 0,-2 8 0,4-2 0,7 2-339,3 7 1,1-13 0,-3 13 0</inkml:trace>
  <inkml:trace contextRef="#ctx0" brushRef="#br0" timeOffset="73">1136 14511 8912,'-23'-2'0,"0"-2"0,2-3 0,2-1 0,2 0 0,1 12 0,3 13 0,3 10 0,3 6 0,1 1 0,6 0 0,0 3 0,0 3 0,0-4 0,0 4 0,0-2 0,2 1 0,4-1 0,5-6 0,-1 1 0,1-10 0,-5 0 0,3-6 0,-1 0 0,5-7 0,-11-5 0,4-10 0,-4-5 0,6-15 0,1-2 0</inkml:trace>
  <inkml:trace contextRef="#ctx0" brushRef="#br0" timeOffset="74">964 14563 8912,'-8'-18'0,"0"1"0,-3 0 0,-4 0 0,13 0 0,-4-1 0,6 7 0,6 0 0,3 1 0,8-2 0,10 3 0,8 3 0,-1 4 0,6-3 0,2 3 0,-2 2 0,-1 0 0,-3 0 0,-2 0 0,1 0 0,-10 7 0,-8 5 0,-8 3 0,-9 2 0,-1 8 0,-5 4 0,-4 1 0,-9 1 0,-2-2 0,-2 1 0,-7 3 0,1 1 0,4-7 0,2-4 0,4 1 0,2-1 0,5-5 0,1-7 0,7-5 0,-2 5 0,6-7 0,6 2 0,4-4 0,7-2 0,2 0 0,2 2 0,2 1 0,-2 3 0,6 8 0,-10-5 0,0 8 0,-7 0 0,-10 1 0,0-1 0,0 0 0,-2 6 0,-4 0 0,-4 0 0,-7-6 0,-6 0 0,0 0 0,2 1 0,2-1 0,8-2 0,-1-3 0,8-5 0,-3-22 0,7-4 0</inkml:trace>
  <inkml:trace contextRef="#ctx0" brushRef="#br0" timeOffset="75">1532 14580 8912,'-18'0'0,"7"0"0,-1 0 0,1 0 0,-4 2 0,3 3 0,6 7 0,5 3 0,1 2 0,0 1 0,0-1 0,7 0 0,5 0 0,5 0 0,6 1 0,-2-3 0,8-4 0,-7-3 0,7-8 0,-2 0 0,2 0 0,-6 0 0,-4 0 0,-2-2 0,0-4 0,0-3 0,-1-8 0,-5-1 0,-3 1 0,-8 0 0,0 0 0,0 0 0,0 7 0,-2 2 0,-2 10 0,-2 4 0,0-2 0,6 7 0,0 1 0,8 3 0,4-4 0,-1 3 0,6-8 0,-3-1 0,9-5 0,1-2 0,-1-3 0,6-5 0,-6-7 0,0 0 0,2 0 0,-6-6 0,4 0 0,-6-6 0,-5 6 0,1-6 0,-7 7 0,7-1 0,-11 5 0,4 1 0,-4 8 0,-2 1 0,2 21 0,1 5 0,3 1 0,2 6 0,-2-3 0,-3 7 0,9-6 0,-6 6 0,5-6 0,-7 5 0,2-5 0,-4 2 0,-2-2 0,0-4 0,0 4 0,0-4 0,0-2 0,-2 0 0,-4 1 0,-4-1 0,-7 0 0,0-5 0,0-1 0,5-1 0,1 1 0,7-3 0,-4-8 0,1-8 0,-3-2 0</inkml:trace>
  <inkml:trace contextRef="#ctx0" brushRef="#br0" timeOffset="76">2375 14545 8912,'-17'0'0,"1"2"0,5 4 0,3-2 0,8 7 0,0 1 0,0 5 0,0 0 0,0 0 0,0 6 0,0 0 0,6 0 0,0-6 0,7 1 0,-3-1 0,1 0 0,1 0 0,-9-7 0,13 5 0,-7-6 0</inkml:trace>
  <inkml:trace contextRef="#ctx0" brushRef="#br0" timeOffset="77">2375 14459 8912,'-17'-49'0,"-1"3"0,3 10 0,4 7 0,3 8 0,8-2 0,0 10 0,0 1 0,0 8 0,2-3 0,4 9 0,5 3 0,10-1 0,2 8 0,8-1 0,-3 6 0,5 1 0,1-1 0,-1 0 0,-5 0 0,-3 0 0,-7 0 0,-1 1 0,0-1 0,-8-6 0,-3 1 0,-4 1 0,-2 2 0,-2-3 0,-4-1 0,5-7 0,-7 11 0,8-5 0,0 1 0,0 1 0,0-6 0,0 5 0,0 3 0,0-7 0,0 8 0,0-13 0,0 14 0,0-14 0,2-2 0,4-14 0,5-7 0,2 2 0,-1-4 0,3 2 0,-3-2 0,3 4 0,2-4 0,0 4 0,1 2 0,-1 0 0,0 1 0,0 5 0,0 5 0,1 4 0,-1 2 0,0 6 0,0 0 0,0 5 0,1-5 0,-1 5 0,0-5 0,-5 6 0,-1-7 0,1 1 0,5-6 0,0 0 0,-2-2 0,-3-4 0,-7-5 0,-3-4 0,-2-3 0,0 1 0,0 0 0,0 0 0,0 0 0,-5 0 0,-1-1 0,-6 7 0,5 1 0,-3 3 0,6-1 0,-1 2 0,1 4 0,-2-3 0,4 3 0,-5 9 0,7 5 0,1 3 0,5 0 0,6-3 0,-3 1 0,3-7 0,-1 5 0,6-5 0,1 2 0,-1-2 0,-2-3 0,-3 9 0,3-6 0,-4 5 0,-1 0 0,-1 7 0,1-1 0,0 0 0,-7 0 0,3 0 0,-4 1 0,-2-1 0,0 6 0,0 0 0,0 0 0,0-6 0,0 0 0,0 0 0,-6-5 0,1-1 0,1 2 0,2-5 0,2-2 0,0-12 0,0-5 0,0-12 0,9 2 0,9-8 0,6-7 0,11-8 0</inkml:trace>
  <inkml:trace contextRef="#ctx0" brushRef="#br0" timeOffset="78">3528 14236 8912,'0'-19'0,"0"-4"0,0 10 0,0-5 0,-6 5 0,0-4 0,1 7 0,3 3 0,-4 7 0,4 0 0,-6 7 0,6 5 0,-1 5 0,-3 6 0,0 2 0,6 3 0,2 3 0,4-8 0,-4 5 0,3-5 0,3 6 0,-2-6 0,5 0 0,-5-6 0,6 0 0,-7 0 0,1 1 0,2-1 0,-6 0 0,5 0 0,-7 0 0,6-5 0,0-1 0,-1-5 0,-5 6 0,-2-7 0,-3 7 0,1-8 0,-8 1 0,9-1 0,-5 0 0,0 2 0,6-1 0,-13-5 0,13 0 0,-5-7 0,14 3 0,5-6 0,3 3 0,2-7 0,0 3 0,3-4 0,2-3 0,-2 1 0,4-2 0,-1-2 0,0-2 0,0 0 0,-6 6 0,-5 0 0,-1 0 0,-5-1 0,6 1 0,-9 6 0,3-1 0,-4 7 0,-2-7 0,0 8 0,-8-3 0,-3 7 0,-4 2 0,-1 3 0,3 7 0,2 3 0,1 2 0,-1 0 0,1 1 0,4-1 0,4 0 0,-3 0 0,3-5 0,2-1 0,0 1 0,2 3 0,3-4 0,-1-1 0,8-6 0,1 1 0,2-1 0,2-2 0,1-2 0,-1 0 0,0 0 0,0 0 0,1 0 0,-7 6 0,0 0 0,1 7 0,-2-3 0,-5 7 0,-3 0 0,-2 0 0,-2 2 0,-3 4 0,-5-2 0,-7 8 0,-6-8 0,0 2 0,2 2 0,9-2 0,-3-8 0,5 8 0,-7-4 0</inkml:trace>
  <inkml:trace contextRef="#ctx0" brushRef="#br0" timeOffset="79">4096 14803 8912,'-2'19'0,"-4"4"0,-5 6 0,-12 11 0,-4 8 0,-8 15 0,-5 2 0,0 15 0,17-37 0,0 2-763,3 3 1,0 1 762,0-2 0,0 0 0,-1 4 0,0-1 0,-1-2 0,0 0 0</inkml:trace>
  <inkml:trace contextRef="#ctx0" brushRef="#br0" timeOffset="80">929 18190 8912,'10'0'0,"-3"0"0,-7 0 0,0-7 0,0-5 0,0-3 0,0-2 0,0 0 0,2 5 0,4 1 0,-4 5 0,4-6 0,-4 7 0,-2-7 0,0 8 0,0-5 0,0 3 0,0 4 0,0-5 0,0 7 0,0 0 0,-2-6 0,-4 0 0,4 0 0,-7 6 0,3 0 0,4 0 0,-6 0 0,6 0 0,-3 0 0,3 0 0,-6 0 0,8 0 0,-2 0 0,-4 0 0,4 0 0,-5 0 0,7 0 0,0 0 0,-8 0 0,4 0 0,-7 2 0,-2 4 0,-3 4 0,-1 1 0,0 1 0,0 5 0,-1 6 0,1 0 0,0 1 0,0-3 0,0 6 0,1-2 0,5-4 0,3 4 0,8-2 0,0-2 0,0-2 0,8-2 0,3 0 0,6 0 0,5-1 0,2-3 0,3-1 0,2-7 0,5 7 0,-5-6 0,-2 3 0,-1 1 0,1-1 0,-6-3 0,2 5 0,-11-5 0,-7 6 0,-3-1 0,-2 6 0,-4 0 0,-7 1 0,0-1 0,-14 0 0,0 0 0,-4 0 0,2 4 0,-1-3 0,5 3 0,-6-10 0,8 2 0,-2-1 0,-2 3 0,2-3 0,0-5 0,6 1 0,0-8 0,7-15 0,3-4 0</inkml:trace>
  <inkml:trace contextRef="#ctx0" brushRef="#br0" timeOffset="81">1119 18036 8912,'9'-8'0,"-1"4"0,-8-7 0,0 5 0,0-6 0,0 9 0,2-5 0,3 8 0,-1 10 0,8 7 0,1 10 0,2 5 0,-3 4 0,-1 4 0,1 2 0,5 4 0,0 6 0,-1-4 0,-5 3 0,-5-1 0,-4-4 0,-2 0 0,-2-10 0,-4-7 0,-11-8 0,-10 3 0</inkml:trace>
  <inkml:trace contextRef="#ctx0" brushRef="#br0" timeOffset="82">1050 18276 8912,'0'-17'0,"0"0"0,5 5 0,1 1 0,9 5 0,1-3 0,7-1 0,4 1 0,-5 3 0,7-6 0,2 7 0,9-7 0,-10 8 0,5-1 0,-5-3 0,5 0 0,-3 1 0,-3-1 0,-4 0 0,-8 3 0,0 3 0,-7-6 0,-2 8 0,-8 0 0,-8 2 0,-4 4 0,3 3 0,-3 9 0,3 1 0,-5 4 0,5 5 0,1 5 0,1-5 0,1 1 0,4-2 0,-4 1 0,4 3 0,2-8 0,2-2 0,4-2 0,-2-7 0,7-1 0,-5-7 0,5 2 0,3-5 0,1-1 0,4-9 0,4-8 0,-4-2 0,4-10 0,-6 0 0,-5-5 0,1 1 0,-7 5 0,0-3 0,-6 8 0,0-5 0,0 5 0,-2 2 0,-4 9 0,2-1 0,-7 7 0,-3 2 0,-1 4 0,-2 6 0,7-4 0,3 6 0,7-8 0</inkml:trace>
  <inkml:trace contextRef="#ctx0" brushRef="#br0" timeOffset="83">1945 18036 8912,'-10'0'0,"-5"-8"0,1-2 0,-5 1 0,-4 3 0,0 4 0,4 2 0,-2 2 0,-2 4 0,-5 3 0,5 9 0,5 6 0,9 5 0,1 4 0,4 1 0,2 0 0,2 1 0,2-7 0,4 1 0,6-2 0,11 1 0,-2-3 0,7-8 0,-5-1 0,6-5 0,0-3 0,5-8 0,0 0 0,-1-2 0,-3-6 0,-1-9 0,-8-2 0,2-10 0,4-7 0,0-8 0</inkml:trace>
  <inkml:trace contextRef="#ctx0" brushRef="#br0" timeOffset="84">2048 17778 8912,'0'-17'0,"0"7"0,0 2 0,0 31 0,0-2 0,0 19 0,6-3 0,-1-3 0,3 6 0,-2 0 0,-4 0 0,3-5 0,3 5 0,-2 2 0,-1 0 0,3 0 0,-6-4 0,6-9 0,-3-6 0,1-4 0,8-10 0,-5-9 0,8-9 0</inkml:trace>
  <inkml:trace contextRef="#ctx0" brushRef="#br0" timeOffset="85">2254 17915 8912,'0'-17'0,"-2"0"0,-3 0 0,3 5 0,-4 1 0,4-1 0,0 3 0,-4 3 0,3 4 0,-9 2 0,8 10 0,-1 7 0,-3 0 0,2 8 0,2-2 0,3 0 0,-5 2 0,0-3 0,0-2 0,6 3 0,0-4 0,0-2 0,0 0 0,0 0 0,0 0 0,0 1 0,6-7 0,0 0 0,7-7 0,-1 2 0,3-4 0,2-2 0,2 0 0,4 0 0,-4-8 0,6-3 0,-2-4 0,0-3 0,0 1 0,-6 0 0,4-6 0,-4 0 0,4 0 0,-11 6 0,0-2 0,-5-4 0,-3 4 0,-2-4 0,0 4 0,-2 2 0,-3-1 0,3 9 0,-14 1 0,14 10 0,-3 4 0,3 3 0,2 9 0,0 7 0,0 3 0,7-1 0,5 2 0,3-1 0,2 5 0,1-3 0,-1-1 0,-2-6 0,-3 5 0,-5-5 0,-7 6 0,0-2 0,0 1 0,-9 5 0,-8-4 0,-8 3 0,-10 2 0,-7 1 0,-4-1 0,4-7 0,-7 5 0,5-5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737"/>
    </inkml:context>
    <inkml:brush xml:id="br0">
      <inkml:brushProperty name="width" value="0.05292" units="cm"/>
      <inkml:brushProperty name="height" value="0.05292" units="cm"/>
      <inkml:brushProperty name="color" value="#FF0000"/>
    </inkml:brush>
  </inkml:definitions>
  <inkml:trace contextRef="#ctx0" brushRef="#br0">22801 18001 8912,'18'0'0,"-1"0"0,0 0 0,0 0 0,1-7 0,-1-3 0,0-1 0,0-1 0,0 3 0,1-5 0,-1 3 0,0-3 0,-6 1 0,1 0 0,1 1 0,-7 3 0,-6-3 0,-15 6 0,-14 12 0,-13 9 0,-8 10 0,-9 2 0,-8 4 0,2-5 0,-9 3 0,-7 0-352,-5 5 1,-4 0 351,39-16 0,-1-1 0,5 0 0,0 0 0,-4 0 0,-1 1 0,4-1 0,1 0 0,-5 0 0,0 0 0,-3 1 0,-3-1 0,-3 0 0,0 0 0,4-2 0,-1-1 0,0 0 0,2 0 0,6-3 0,2-1 0,-38 13 0,10-4 0,12-1 0,13-3 0,11-4 0,5 3 0,9-7 0,8 3 0,9-6 0,9 3 0,2-5 0,3 4 0,-1 4 703,8 7-703,-8-8 0,11 7 0,-6-7 0</inkml:trace>
  <inkml:trace contextRef="#ctx0" brushRef="#br0" timeOffset="1">21597 17967 8912,'0'9'0,"0"-1"0,0-8 0,-10 0 0,-7 0 0,-8 2 0,-13 4 0,-8 7 0,-11 8 0,-10 13 0,-8 12 0,33-18 0,-2 2-36,-4 1 0,-1 1 0,1 1 0,2 1 0,0 0 1,2 2-1,3 0 0,2 1 36,3 0 0,3 0 0,-24 36 0,16-10 0,9-12 0,15-10 0,7-5 35,4-2 1,5-7-36,1-4 0,1-4 0,5-2 0,6-1 0,11-5 0,5 4 0,12-3 0,6-5 0,12-1 0,7-4 0,7-2 0,11 0 0,3 0 0,4 0-83,-10 0 0,-4 2 83,-1 4 0,-4-4 0,3 5 0,1-7 0,-3 0 0,-1 0 0</inkml:trace>
  <inkml:trace contextRef="#ctx0" brushRef="#br0" timeOffset="2">14679 7565 8912,'-17'-2'0,"1"-4"0,3-3 0,2-1 0,1 5 0,-1 10 0,5 7 0,2 3 0,0 2 0,-2 0 0,3 1 0,-1-1 0,0 0 0,-4 0 0,-1 0 0,3 6 0,-5 0 0,-1 0 0,-7-6 0,-4 2 0,-6 4 0,-5-2 0,-6 8 0,-4-8 0,-10 2 0,-3-4 0,-6-2 0,4 0 0,1 1 0,5-9 0,1-3 0,0-4 0,1-2 0,-1 0 0,1 0 0,-1-6 0,0 0 0,1-9 0,-1-2 0,6 0 0,0-6 0,8 4 0,-2 1 0,5 1 0,7 0 0,3 6 0,10-1 0,3-1 0,4-3 0,8 7 0,2 1 0,4 8 0,-2 0 0,7 0 0,-7 0 0,4-15 0,-8-4 0</inkml:trace>
  <inkml:trace contextRef="#ctx0" brushRef="#br0" timeOffset="3">13044 7324 8912,'-17'-7'0,"0"-1"0,0-5 0,-1 1 0,1-1 0,-6 5 0,-2 2 0,-1 6 0,-5 6 0,-3 6 0,-7 11 0,20-4 0,-2 5 0</inkml:trace>
  <inkml:trace contextRef="#ctx0" brushRef="#br0" timeOffset="4">12631 7513 8912,'-17'50'0,"-8"-4"0,6 21 0,-6-14 0,10 5 0,1-7 0,3-5 0,7 6 0,-2-1 0,4-7 0,4 2 0,4-8 0,-4-11 0,6-2 0</inkml:trace>
  <inkml:trace contextRef="#ctx0" brushRef="#br0" timeOffset="5">12580 8201 8912,'34'12'0,"0"-1"0,1-7 0,7 4 0,2-8 0,23-16 0,4-3 0</inkml:trace>
  <inkml:trace contextRef="#ctx0" brushRef="#br0" timeOffset="6">14214 7376 8912,'8'-10'0,"-4"-3"0,5 5 0,1-1 0,0-5 0,-1 5 0,6-1 0,1 1 0,3-1 0,4 1 0,2-5 0,7 5 0,6 1 0,4 2 0,-1 6 0,-5 0 0,6 0 0,-2 2 0,0 4 0,-5 11 0,-7 12 0,-7 3 0,4-13 0,-8-3 0</inkml:trace>
  <inkml:trace contextRef="#ctx0" brushRef="#br0" timeOffset="7">14799 7513 8912,'0'35'0,"0"-1"0,8 8 0,-6 2 0,4 6 0,-12-4 0,-4 3 0,-7-3 0,0-4 0,-8 0 0,-2-7 0</inkml:trace>
  <inkml:trace contextRef="#ctx0" brushRef="#br0" timeOffset="8">4922 10522 8912,'0'-17'0,"0"0"0,0 0 0,-6-1 0,-2 1 0,1 0 0,-1 0 0,0 5 0,5 1 0,-5-1 0,-2 3 0,5-4 0,-7 5 0,-1 0 0,-3 1 0,-3 3 0,-4 10 0,-5 7 0,-5 8 0,-3 8 0,-4 11 0,1 6 0,-5 9 0,2 4 0,4 2 0,4 0 0,5 2 0,2 6-110,4 0 0,12-6 110,-1 6 0,9-12 0,3 0 0,7-5 0,5-6 0,5-12 0,6-11 0,0-6 0,11-5 0,-1-5 0,13-7 0,0 0 0,5 0 0,3-7 0,1-5 0,4-3 0,3-2 0,-3 0 0,-2 0 0,-1-1 110,-16 1 0,-6 0-110,-5 0 0,-16-6 0,-1 0 0,-1-8 0,-1 5 0</inkml:trace>
  <inkml:trace contextRef="#ctx0" brushRef="#br0" timeOffset="9">5524 10729 8912,'15'-29'0,"-3"2"0,-7 2 0,-3 2 0,-2 14 0,0 3 0,-2 14 0,-3 9 0,1 8 0,-8 9 0,9 8 0,-3 4 0,4 4 0,2 1 0,0 1 0,2-1 0,4 3 0,5 3 0,6-3 0,6 3 0,-2-5 0,8-7 0,-8-3 0,2-7 0,-12-16 0,5 4 0,-7-14 0</inkml:trace>
  <inkml:trace contextRef="#ctx0" brushRef="#br0" timeOffset="10">5369 10763 8912,'10'-8'0,"-1"-1"0,-3-8 0,-2-1 0,7 1 0,6 0 0,10-2 0,6-2 0,9-2 0,8 2 0,7 9 0,2-1 0,4 7 0,0 4 0,-11 14 0,0 1 0,-18 16 0,2 5 0,-13 6 0,-2 6 0,-9-6 0,-5 8 0,-8-2 0,-5 4 0,-6 1 0,-9 5 0,-2-5 0,-5 5 0,5-11 0,-8-1 0,2 2 0,3-9 0,-3-3 0,10-2 0,2-9 0,1-5 0,11-7 0,-9-7 0,14-6 0,0-15 0,8-8 0,9-10 0</inkml:trace>
  <inkml:trace contextRef="#ctx0" brushRef="#br0" timeOffset="11">6470 10780 8912,'-9'0'0,"-6"0"0,13 2 0,-4 4 0,-2 5 0,3 12 0,-1-2 0,6 8 0,6 5 0,1 8 0,3 0 0,3 0 0,2 6 0,3-2 0,-1-2 0,0 2 0,-7-8 0,-5 2 0,-3-9 0,-2-3 0,0-14 0,-7 16 0,-3-11 0</inkml:trace>
  <inkml:trace contextRef="#ctx0" brushRef="#br0" timeOffset="12">6126 10763 8912,'-17'-19'0,"0"-2"0,0-2 0,7 0 0,4 11 0,12 1 0,11 5 0,16-5 0,11-1 0,13 3 0,10-6 0,8 3 0,3-3-225,8-2 1,-6-1 224,1 1 0,-7 2 0,7 3 0,-16 5 0,-2 7 0,-16 0 0,-8 0 0,-9 0 0,3 7 0,-6 3 0</inkml:trace>
  <inkml:trace contextRef="#ctx0" brushRef="#br0" timeOffset="13">7210 10797 8912,'-17'0'0,"8"0"0,1-2 0,8-3 0,2-3 0,4-3 0,5-5 0,12 7 0,4-3 0,0 1 0,11-1 0,-4-5 0,5 6 0,-5-1 0,0 8 0,1-1 0,-7 3 0,1 2 0,-14 2 0,3 3 0,-5 5 0,4 7 0</inkml:trace>
  <inkml:trace contextRef="#ctx0" brushRef="#br0" timeOffset="14">7279 11227 8912,'-17'10'0,"0"-3"0,0-7 0,9 0 0,8 0 0,15 0 0,14-7 0,11-5 0,4-3 0,8-2 0,-1-6 0,1 0 0,0 2 0,-24 2 0,-5 2 0</inkml:trace>
  <inkml:trace contextRef="#ctx0" brushRef="#br0" timeOffset="15">7761 11055 8912,'25'0'0,"4"0"0,-4 0 0,-1 0 0,-14 0 0,-2 8 0,-16-6 0,-4 3 0,-3 5 0,-10-8 0,-1 6 0</inkml:trace>
  <inkml:trace contextRef="#ctx0" brushRef="#br0" timeOffset="16">6866 10436 8912,'-11'-5'0,"-1"-1"0,1 0 0,-6 6 0,-1 2 0,1 6 0,0 9 0,0 10 0,0 7 0,1 6 0,3 8 0,1 7 0,7 10 0,-5 17 0,5-34 0,1 2 0,-1 4 0,0 3 0,2 5 0,0 2 0,-2 2 0,-1 1 0,0 3 0,0 0-375,2 1 0,-1 1 0,-2-1 0,0-1 375,5-3 0,-1-2 0,-3-8 0,0-3 0,0 36 0,3-19 176,1-18 1,2-5-177,0-14 0,5-3 0,1-14 0,-17-17 0</inkml:trace>
  <inkml:trace contextRef="#ctx0" brushRef="#br0" timeOffset="17">5713 12637 8912,'-23'-8'0,"-2"-3"0,-1-4 0,-3-1 0,0 5 0,-1 5 0,-7 4 0,1 10 0,-10 5 0,0 10 0,2 12 0,4 1 0,10 12 0,3 5 0,2 8 0,10 0 0,9 0 0,4 1 0,2-1 0,8-4 0,3 6 0,6-13 0,4-1 0,6-7 0,6-9 0,1-6 0,18-10 0,-4-8 0,9-3 0,4-19 0,2-10-446,-4-23 0,8-8 0,-5-14 0</inkml:trace>
  <inkml:trace contextRef="#ctx0" brushRef="#br0" timeOffset="18">6316 12603 8912,'-8'-18'0,"-7"3"0,-8 4 0,-14 3 0,3 8 0,-6 10 0,0 7 0,-4 9 0,0 7 0,-4 3 0,8 4 0,7-1 0,10 6 0,6-6 0,6 1 0,-3 2 0,8-2 0,8 0 0,10-6 0,3-1 0,2-4 0,6 3 0,0-3 0,8-5 0,-2-1 0,3-9 0,4-3 0,3 3 0,1 1 0,0-6 0,-6-3 0,6 2 0,1-2 0,-3 1 0,-9-1 0,-5-4 0,-6 4 0,-3 3 0,-4 3 0,-3 3 0,-8 2 0,-10 0 0,-7 0 0,-9 6 0,-15 0 0,5 6 0,-4-6 0,5 6 0,7-7 0,3 1 0,8-5 0,-1-9 0,1-3 0,8-4 0,1-18 0,8-3 0</inkml:trace>
  <inkml:trace contextRef="#ctx0" brushRef="#br0" timeOffset="19">6763 12826 8912,'0'-17'0,"0"0"0,0 0 0,0 9 0,0 8 0,0 13 0,0 10 0,2 8 0,2-1 0,3 7 0,3 3 0,-4 0 0,5-6 0,1 3 0,5 3 0,2-2 0,4 8 0,-4-8 0,4 2 0,-6-4 0,-5-1 0,-5-9 0,-7-1 0,0-8 0</inkml:trace>
  <inkml:trace contextRef="#ctx0" brushRef="#br0" timeOffset="20">6608 12895 8912,'-19'2'0,"-2"2"0,-2 1 0,8 1 0,7-6 0,12 0 0,9 0 0,18-2 0,17-4 0,15-5 0,17-12 0,8-4-195,-37 10 1,1 0-1,-1 0 1,0 0 194,-2-1 0,-1 1 0,-1 0 0,-2 0 0,35-18 0,-11 1 0,-10 0 0</inkml:trace>
  <inkml:trace contextRef="#ctx0" brushRef="#br0" timeOffset="21">8742 10883 8912,'-10'2'0,"5"6"0,3 9 0,2 12 0,0 9 0,2 13 0,3 16 0,7 10 0,3 9 0,-6-38 0,1 1 0,1 0 0,1 0 0,15 35 0,7-10 0,3-15 0,1-19 0,4-13 0,2-12 0,0-18 0,2-20 0,-4-14 0,-8-20 0,1 2 0,-3-8 0,-5-2 0,-10-2 0,-1 4 0,-11 0 0,1-2-115,-6-10 0,-9 10 115,-9-3 0,1 10 0,-6 1 0,4 17 0,2 5 0,0 13 0,7 4 0,4 11 0,12 7 0,11 0 0,18 7 0,9 3 0</inkml:trace>
  <inkml:trace contextRef="#ctx0" brushRef="#br0" timeOffset="22">10411 10729 8912,'10'-8'0,"-3"-2"0,-7-7 0,-7 8 0,3-5 0,-6 10 0,3 6 0,1 14 0,6 12 0,0 7 0,0 5 0,0 8 0,0 7 0,8 0 0,3 8 0,4 0 0,3 6 0,-7-2 0,1-4 0,-9-4 0,3-7-190,-4-1 1,-17-7 0,-4-2 0</inkml:trace>
  <inkml:trace contextRef="#ctx0" brushRef="#br0" timeOffset="23">9826 10986 8912,'-7'-44'0,"-3"6"0,0 6 0,5 3 0,3 14 0,2-2 0,7 3 0,9-1 0,10 2 0,15 1 0,10 3 0,10-5 0,10 3 0,6-3 0,-3 5 0,7-3 0,-1 7-240,6-7 1,0 1 239,0-6 0,0-1 0,0 1 0</inkml:trace>
  <inkml:trace contextRef="#ctx0" brushRef="#br0" timeOffset="24">11375 10574 8912,'-36'6'0,"-3"1"0,-3 3 0,-2 3 0,2 12 0,-6 7 0,-1 9 0,1 2 0,10 5 0,3 10 0,9-1 0,8 12 0,9-4 0,3 9 0,12-11 0,5-6 0,6-3 0,6-3 0,4-12 0,8-5 0,-1-17 0,0 0 0,8-11 0,4 0 0,4-12 0,2-5 0,-8-12 0,13-4 0,-3-7 0</inkml:trace>
  <inkml:trace contextRef="#ctx0" brushRef="#br0" timeOffset="25">11926 11055 8912,'-20'0'0,"1"-2"0,0-2 0,4-1 0,9-1 0,8 4 0,15-4 0,16 3 0,13-9 0,19 1 0,9-7 0,7 1 0,-1 0 0,-4 0 0,-9-2 0,-2-2 0,-2-2 0,-15-8 0,2 4 0</inkml:trace>
  <inkml:trace contextRef="#ctx0" brushRef="#br0" timeOffset="26">13216 10591 8912,'-17'0'0,"0"0"0,0 0 0,-1 0 0,-1 0 0,-4 0 0,4 2 0,-4 4 0,0 3 0,4 8 0,6 1 0,3-1 0,-1 6 0,5 0 0,2 7 0,10-1 0,4-2 0,7 1 0,8-1 0,3 2 0,-1 1 0,2-7 0,-6 2 0,5-2 0,-1-4 0,2 4 0,-4 2 0,-8-2 0,0 0 0,0-6 0,1 0 0,-3 0 0,-4 0 0,-5 1 0,-4-1 0,-4 0 0,-4 0 0,-5 0 0,-12 1 0,2-7 0,-8 0 0,2-7 0,-1 2 0,-5-4 0,6-2 0</inkml:trace>
  <inkml:trace contextRef="#ctx0" brushRef="#br0" timeOffset="27">12872 10608 8912,'10'-25'0,"5"4"0,-4-7 0,10 7 0,2-2 0,14 9 0,-3 3 0,10 5 0,-2-3 0,2 1 0,4 4 0,2 2 0,1 2 0,7 0 0,-1 0 0,0 0 0,10-15 0,4-4 0</inkml:trace>
  <inkml:trace contextRef="#ctx0" brushRef="#br0" timeOffset="28">14404 10006 8912,'9'0'0,"5"8"0,-9 4 0,-7 10 0,-11 11 0,-8 13 0,-8 17 0,-3 21 0,14-33 0,-1 3 0,1 4 0,0 0 0,1 4 0,0 1 0,-2 4 0,1 1-359,6 1 0,1 0 1,3-4-1,1 0 359,3 1 0,2 0 0,2-11 0,0-2 0,3-3 0,0-2 0,7 34 84,7-8 1,0-18 0,0-10 0,1-12-85,-1-11 0,0-8 0,-7-15 0,-3 0 0</inkml:trace>
  <inkml:trace contextRef="#ctx0" brushRef="#br0" timeOffset="29">15350 10264 8912,'0'-25'0,"0"6"0,0-4 0,-2 6 0,-4 10 0,-5 12 0,-4 20 0,-2 21 0,-8 19 0,-4 9 0,-4 9 0,-1 3 0,0 1 0,1 5 0,18-44 0,1 2 0,2 0 0,2 1 0,0 44-321,10-3 1,11-14 320,18-9 0,2-15 0,15-14 0,-1-13 39,7-10 0,-2-8 0,-4-9 0,-6-4-39,-4-7 0,-11-6 0,-8-12 0,-7-9 0,-10 4 0,-10-5 0,-7 5 0,-15-4 0,-14 3 0,-19-1 0,-10 13 0,-9 8-51,-8 9 1,4 10 50,-4 13 0,12 12 0,36-5 0,0 1 0,-36 21 0,0-4 0</inkml:trace>
  <inkml:trace contextRef="#ctx0" brushRef="#br0" timeOffset="30">17708 12568 8912,'0'-9'0,"0"1"0,0 0 0,0 6 0,0-13 0,0 11 0,0-7 0,0 7 0,7-9 0,5 7 0,-3 0 0,5 6 0,3 0 0,4 0 0,12-2 0,1-3 0,2 3 0,10-4 0,4 4 0,5 2 0,1 0 0,7 0 0,-2-6 0,2 1 0,-5-1 0,-13 6 0,5 0 0,-4 0 0,2-6 0,-2 0 0,2 1 0,-8 5 0,7 0 0,-1 0 0,4 0 0,2 0 0,-3 0 0,-3 0 0,2-2 0,-8-4 0,6 2 0,-8-5 0,-3-1 0,-5 1 0,-14 5 0,1-2 0,-11 4 0,1 2 0,-9 0 0,-3 0 0,-5 0 0,-7 0 0,-6 0 0,0 0 0,-8 0 0,3 0 0,-5 0 0,-1 0 0,-1 6 0,1 0 0,-6 7 0,-4-4 0,-4 3 0,-6-1 0,-1-5 0,3 6 0,16-1 0,4 6 0</inkml:trace>
  <inkml:trace contextRef="#ctx0" brushRef="#br0" timeOffset="31">18344 12517 8912,'-68'7'0,"-9"3"0,-7 1 0,-8 1 0,2 1 0,4-3 0,6 1 0,13-1 0,15 1 0,8 4 0,10-3 0,2-4 0,3-3 0,4 3 0,8-2 0,0-1 0,7-5 0,2 0 0,10 0 0,4 0 0,4 0 0,7 0 0,8 0 0,3 0 0,5 0 0,1 0 0,3-2 0,3-3 0,6-5 0,3 1 0,5-7 0,3 5 0,4-3 0,8 3-215,0-4 0,-31 5 0,-7-7 1</inkml:trace>
  <inkml:trace contextRef="#ctx0" brushRef="#br0" timeOffset="32">18396 12499 8912,'52'-17'0,"-1"0"0,9 2 0,3 3 0,-6-1 0,-5 7 0,-1-5 0,-7 5 0,0 0 0,-4-1 0,-17 5 0,-5-4 0,-5 4 0,-3 2 0,-3 0 0,-7 0 0,-7 0 0,-3 0 0,-7 0 0,-2 0 0,-4 2 0,-6 4 0,-4-2 0,-1 7 0,-2-5 0,-2 3 0,-5 1 0,-1-1 0,-1 1 0,-7 1 0,16 5 0,3-7 0</inkml:trace>
  <inkml:trace contextRef="#ctx0" brushRef="#br0" timeOffset="33">18276 12517 8912,'-60'7'0,"-1"-3"0,-8 8 0,0-3 0,1 3 0,-1 1 0,2-7 0,4-1 0,5 3 0,11-4 0,1 7 0,6-7 0,-6 2 0,2-2 0,-2 1 0,6-3 0,11 6 0,6-2 0,4-1 0,9 1 0,3-6 0,14 0 0,5 0 0,5 0 0,6 0 0,4 0 0,7 0 0,8 0 0,4 0 0,-2-2 0,2-3 0,0 3 0,6-4 0,5-2 0,0 2 0,8-5 0,-2 5 0,4-5 0,4 3 0,4-1 0,-35-3 0,-2-5 0</inkml:trace>
  <inkml:trace contextRef="#ctx0" brushRef="#br0" timeOffset="34">18448 12482 8912,'47'-7'0,"5"-5"0,2-1 0,-8 1 0,-6 3 0,-10 5 0,-1-2 0,-8 0 0,-4 6 0,-11 0 0,-12 0 0,-9 0 0,-8 0 0,-8 6 0,3 0 0,-7 5 0,-5-5 0,4 7 0,-4-1 0,11-4 0,4-1 0</inkml:trace>
  <inkml:trace contextRef="#ctx0" brushRef="#br0" timeOffset="35">18344 12517 8912,'-42'0'0,"-2"5"0,-7 1 0,-3 7 0,-3-1 0,-2-3 0,-4 3 0,5-3 0,14 5 0,10-5 0,9-1 0,13 5 0,5-9 0,7 8 0,9-8 0,9 1 0,8-3 0,14-2 0,6 0 0,12 0 0,3-2 0,8-3 0,5-5-111,1-7 1,-6 0 110,-6-1 0,-2 5 0,2-4 0,12-4 0,-5-14 0</inkml:trace>
  <inkml:trace contextRef="#ctx0" brushRef="#br0" timeOffset="36">24540 8665 8912,'0'-11'0,"0"-1"0,0 9 0,0-13 0,0 5 0,0-4 0,0-3 0,-6 7 0,0-1 0,-7 9 0,3-5 0</inkml:trace>
  <inkml:trace contextRef="#ctx0" brushRef="#br0" timeOffset="37">24522 8579 8912,'12'-2'0,"-1"-3"0,-5 1 0,6-8 0,-9 9 0,3-11 0,-12 9 0,3-3 0,-9 2 0,1 4 0,1-13 0,-5 13 0,13-6 0,-6 8 0,6 0 0,-3 0 0,3 0 0,-14 0 0,14 0 0,-13 0 0,6 0 0</inkml:trace>
  <inkml:trace contextRef="#ctx0" brushRef="#br0" timeOffset="38">24195 8459 8912,'-17'0'0,"2"-2"0,2-2 0,3-3 0,0-1 0,3-2 0,-3 1 0,1-4 0,5 3 0,-2-1 0,-2-1 0,3-5 0,7 0 0,9-1 0,4 9 0,3-4 0,-1 7 0,0 0 0,0 6 0,-7 0 0,3 2 0,-7 4 0,2-2 0,-3 7 0,-3 0 0,4 7 0,-4-1 0,-2 0 0,0 0 0,0 0 0,0 8 0,0 4 0,0 5 0,0 6 0,-6 1 0,0 10 0,-7-26 0,3 6 0</inkml:trace>
  <inkml:trace contextRef="#ctx0" brushRef="#br0" timeOffset="39">24161 8975 8912,'-10'69'0,"-5"-1"0,13 1 0,-13-2 0,3-4 0,-3 6 0,-2 0 0,2-6 0,3 5 0,-1-3 0,5 4 0,0 0 0,1 0 0,1-8 0,6-4 0,0-1 0,0 1 0,0 0 0,0 12 0,-2-2-449,-4 13 1,3 2 448,-9 10 0,6-2 0,1-42 0,-1 1 0,3 0 0,0-1 0,-2 4 0,-1 0 0,0-1 0,0 1 0,-2-1 0,-1 1 0,3 0 0,1 1 58,-2 2 0,2-1 0,1 36 0,-1-4 0,3-12-58,2-5 0,2-4 0,3 4 0,-1-6 0,8 5 0,-9 1 0,3-6 0,2 6-52,-2 6 0,-1-9 52,-5 9 0,0-1 0,0 12 0,0 2-228,0 4 0,-2-6 228,-3 0 0,3-6 0,-4-5 0,2-3 0,-2 8 0,4-7 117,-3 2 0,1-7-117,-2-5 0,4-5 0,-3-12 0,-3-6 0,2-12 0,-1-1 61,1-4 1,4-4 0,-4 6-1,4-2-61,2 0 0,0 5 240,0-5 1,0 6-241,0-6 0,-6 8 103,1-3 0,-1 5-103,6 1 0,-2 6 0,-4 0 0,4 0 0,-3-5 0,3-7 0,2 1 0,0-2 0,0 1 0,0-8 0,0-9 0,0-5 0,0 5 0,0-7 0,0 6 0,0-5 0,0 5 0,0 7 0,0 0 0,0 0 0,0 3 0,0 2 0,0-2 0,0 3 0,-6-4 0,0-2 0,1 0 0,5 0 0,2-5 0,3-1 0,-3-5 0,4 5 0,3-7 0,3 2 0,-3-4 0,3-2 0,-1 0 0,-1-2 0,-4-4 0,-4-3 0,-2-9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77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8295 8476 8912,'15'-2'0,"-2"-2"0,-1-1 0,-3-3 0,3 2 0,-6-5 0,1 1 0,-1-1 0,0-1 0,-6 1 0,0 0 0,0 7 0,0-4 0,-8 8 0,6 0 0,-6 0 0,8 0 0,0 0 0,-7 0 0,5 0 0,-6 0 0,8 0 0,0 0 0,0-8 0,0 7 0,0-7 0,8 8 0,1 0 0,9 0 0,-1-6 0,0 0 0,0 1 0,0 5 0,8 0 0,4 0 0,4 0 0,1 0 0,0 0 0,1 0 0,5-2 0,0-2 0,-2-2 0,-1 2 0,-3 2 0,0 2 0,1 0 0,-1 0 0,1 0 0,-1 0 0,2 0 0,5 0 0,-3 0 0,8 0 0,-6 0 0,6 0 0,0 0 0,5 0 0,1 0 0,0 0 0,-3 0 0,-3 0 0,2 0 0,-8 0 0,4 6 0,2 0 0,-6 7 0,12-1 0,-4-5 0,3 1 0,3-2 0,3 0 0,-1-1 0,7-5 0,-10 0 0,-1 0 0,-1 0 0,-5 0 0,-2 0 0,2 0 0,-8 0 0,3 0 0,-3 0 0,2 0 0,2-5 0,4-1 0,2 0 0,-8 6 0,8 0 0,-2 0 0,-4-2 0,-2-4 0,-10 5 0,-3-5 0,0 4 0,0 2 0,-6 0 0,2 0 0,-4 0 0,-2 0 0,0 0 0,-5 0 0,-1 0 0,-7 0 0,11 0 0,-5 0 0,7 0 0,-5 0 0,-1 0 0,0 0 0,7-2 0,-1-4 0,0 4 0,0-5 0,1 7 0,-1 0 0,0 0 0,0 0 0,0 0 0,1 0 0,-1 0 0,0-6 0,2 0 0,2 2 0,2 2 0,2 1 0,-2-5 0,-4 4 0,4-4 0,2 2 0,-2-1 0,5 3 0,-5-4 0,6-2 0,-6 3 0,6-3 0,-6 2 0,1 4 0,-1-3 0,-3 1 0,2-2 0,3 2 0,-2-7 0,0 7 0,-6-2 0,1-3 0,-1-1 0</inkml:trace>
  <inkml:trace contextRef="#ctx0" brushRef="#br0" timeOffset="1">12080 8167 8912,'0'0'0</inkml:trace>
  <inkml:trace contextRef="#ctx0" brushRef="#br0" timeOffset="2">2289 10711 8912,'-12'-17'0,"1"2"0,-1 1 0,1 3 0,-1-2 0,3-3 0,-3-1 0,-3 8 0,13 1 0,-5 8 0,8 0 0,5 0 0,-4 2 0,6 2 0,-1 1 0,1 9 0,3-3 0,5-1 0,-5 1 0,5-5 0,1 5 0,0-1 0,0 3 0,2-3 0,4-2 0,-2-1 0,8-1 0,-6-4 0,6 4 0,-1-4 0,7-2 0,-1 5 0,1 1 0,-1 0 0,0-6 0,1 0 0,-1 0 0,1 0 0,-1 0 0,0-6 0,1 0 0,-3 2 0,-3 3 0,4 1 0,-5 0 0,-1 0 0,2 0 0,-1-2 0,7-4 0,-1 4 0,1-4 0,1 4 0,2 2 0,4 0 0,2 0 0,-4-2 0,6-3 0,-6 3 0,6-4 0,-7 4 0,1 2 0,0 0 0,-6 0 0,6 0 0,-7 0 0,5-2 0,0-4 0,4 5 0,-1-5 0,8-4 0,3-1 0,0 1 0,5-1 0,-4 5 0,-1-5 0,0 1 0,-3-3 0,-1 3 0,-2 3 0,-8 1 0,3 6 0,-3-6 0,2 0 0,-4 1 0,4 5 0,-1-6 0,1 0 0,4 0 0,7 4 0,3-1 0,3-3 0,-1-6 0,7 7 0,-8-1 0,3 6 0,-5-6 0,-1 1 0,-2-1 0,-5 6 0,7 0 0,-2 0 0,5 0 0,1 0 0,-3 0 0,-1 0 0,-4 0 0,3 0 0,-11 0 0,6 0 0,-2-2 0,-4-2 0,1-2 0,1 3 0,-4-5 0,8 2 0,-6-1 0,6 1 0,-2 4 0,2-4 0,3-1 0,-3 1 0,2 0 0,-2 6 0,2-2 0,-8-4 0,6 4 0,-6-3 0,8 3 0,-2 0 0,2-2 0,-3-2 0,5 1 0,-4 5 0,2-6 0,-2 0 0,-12-7 0,-9 3 0</inkml:trace>
  <inkml:trace contextRef="#ctx0" brushRef="#br0" timeOffset="3">7228 10316 8912,'24'-2'0,"5"-4"0,4-3 0,1-1 0,-5-3 0,-1 7 0,-5-7 0,6 1 0,-6 5 0,6 1 0,-8 2 0,2-2 0,2 4 0,-1-3 0,3 3 0,4 2 0,-4 0 0,1 0 0,1 2 0,5 3 0,-1-3 0,-4 4 0,3-2 0,-3 2 0,-3-5 0,3 5 0,2-4 0,1-2 0,-3 0 0,0 0 0,-3 0 0,3 0 0,4 0 0,-5 0 0,-1 0 0,2 0 0,-3-2 0,3-4 0,4 5 0,-5-5 0,3 4 0,-2 2 0,3-6 0,-3 0 0,3 1 0,3 5 0,-7 0 0,1 0 0,-6 0 0,6 0 0,-1 0 0,-1 0 0,-2 0 0,-8 0 0,2 0 0,4 0 0,-4 0 0,4 0 0,-4 0 0,-1 0 0,-1 2 0,0 3 0,6-3 0,0 4 0,2-2 0,-4 0 0,4 1 0,1-1 0,1 4 0,2-2 0,3-1 0,-3-5 0,9 0 0,3 0 0,-1 6 0,-6 0 0,6-1 0,0-5 0,1 0 0,-7 0 0,-2 0 0,-3 0 0,2-5 0,-8-1 0,7 0 0,-3 6 0,2 0 0,-1 0 0,1-5 0,6-1 0,-1 0 0,0 6 0,1 0 0,-1 0 0,1-2 0,-1-4 0,0 5 0,1-5 0,-1 4 0,1 2 0,-7 0 0,-1 0 0,0 0 0,0 0 0,-6 0 0,2 0 0,-4 0 0,-2 0 0,2 0 0,4 0 0,-6-2 0,0-4 0,1 4 0,-7-3 0,4 3 0,3 2 0,-7 0 0,1 0 0,-1 0 0,6 0 0,-3 0 0,3 0 0,-8 0 0,14 0 0,-7 0 0,7 0 0,-4 0 0,-2 0 0,6 0 0,0 0 0,2 0 0,-2 0 0,-4 0 0,4 0 0,2 0 0,-2 0 0,-1 0 0,-4 0 0,-1 0 0,0 0 0,0 0 0,-5 0 0,-1 0 0,-5 0 0,5 0 0,-7-2 0,2-4 0,-2 4 0,2-4 0,-5 5 0,7 1 0,-8 0 0,0 0 0,-8 0 0,7 0 0,-7 0 0,8 0 0,0 0 0,-8 7 0,-9 3 0,-10 7 0</inkml:trace>
  <inkml:trace contextRef="#ctx0" brushRef="#br1" timeOffset="4">1532 9181 8912,'0'-25'0,"0"6"0,0-4 0,0 4 0,0 13 0,1 12 0,5 15 0,-2 12 0,8 5 0,1 4 0,2 2 0,-3 2 0,-1 5 0,1 7 0,5-1 0,-6 0 0,1-5 0,-6-1 0,3 1 0,1-2 0,-1-5 0,-5-3 0,2-7 0,-6-8 0,-6-4 0,2-6 0,-7-6 0,-1-11 0,-5-9 0</inkml:trace>
  <inkml:trace contextRef="#ctx0" brushRef="#br1" timeOffset="5">1497 9301 8912,'-6'-26'0,"-1"1"0,-1 2 0,0 0 0,3-2 0,5 2 0,0 4 0,0-4 0,2-2 0,5 1 0,11-1 0,8 0 0,13-6 0,1 3 0,13 1 0,-1-2 0,5 8 0,1-2 0,-7 12 0,1 5 0,-4 4 0,-14 2 0,-5 8 0,-18 3 0,-3 12 0,-8 6 0,-4 9 0,-7 2 0,-9 6 0,-14-6 0,0 6 0,-1-6 0,1 6 0,-1-6 0,9-2 0,3-7 0,3-4 0,3-2 0,2-3 0,4-4 0,5-9 0,12-3 0,5-4 0,12-2 0,11 0 0,12 0 0,4-2 0,2-4 0,5 2 0,0-7 0,1 7 0,-7-2 0,-1 4 0,-4 2 0,-4 2 0,-10 4 0,-3 6 0,-6 3 0,-11 4 0,-7 4 0,-10 4 0,-7 7 0,-18 6 0,-11 0 0,-8 8 0,-9-2 0,-3-2 0,-8 0 0,2-2 0,4-4 0,-2-4 0,8-5 0,-1-4 0,7-8 0,9-6 0,7 1 0,9-8 0,8 1 0,1-3 0,0-2 0,0 0 0</inkml:trace>
  <inkml:trace contextRef="#ctx0" brushRef="#br1" timeOffset="6">2358 12207 8912,'15'-25'0,"-4"-1"0,-5-1 0,-2 4 0,0 4 0,1 2 0,-1-1 0,-2 11 0,-2 7 0,0 9 0,0 14 0,-2 10 0,-2 9 0,-1 2 0,1 3 0,2 3 0,2 2 0,-6-1 0,1 1 0,-1-6 0,6-2 0,0-2 0,0-4 0,0-4 0,0-5 0,0-4 0,0-16 0,0-3 0,0-14 0,0-11 0,0-13 0,0-12 0,0-13 0,6-6 0,-1-12 0,9-3-304,-3-8 1,-1-4 303,-5 41 0,1 0 0,8-38 0,8-5 0,0 8 0,6 15 0,-7 6 0,2 21 0,-4 13 0,-3 22 0,-5 24 0,-3 6 0,-8 17 0,0 8 0</inkml:trace>
  <inkml:trace contextRef="#ctx0" brushRef="#br1" timeOffset="7">2633 11829 8912,'0'59'0,"8"2"0,9 0 0,6 6 0,11-4 0,-1-5 0,11-5 0,-2-7 0,-4-4 0,-2 0 0,-1-2 0,-3-6 0,-3 1 0,-12-3 0,-11-9 0,-4-7 0,-2-16 0,0-10 0</inkml:trace>
  <inkml:trace contextRef="#ctx0" brushRef="#br1" timeOffset="8">2358 12276 8912,'-10'8'0,"-5"-7"0,3 5 0,5-4 0,9-4 0,15-4 0,19-5 0,25-12 0,23-7 0,-32 10 0,2 1 0,8 0 0,4 0 0,4-3 0,3-2 0,11-1 0,4-1-917,-22 7 1,1 0 0,1-1 916,0 0 0,0-2 0,1-1 0,0-1 0,0-1 0,-1-2 0,-2-2 0,-1-1 0,1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786"/>
    </inkml:context>
    <inkml:brush xml:id="br0">
      <inkml:brushProperty name="width" value="0.05292" units="cm"/>
      <inkml:brushProperty name="height" value="0.05292" units="cm"/>
      <inkml:brushProperty name="color" value="#3165BB"/>
    </inkml:brush>
  </inkml:definitions>
  <inkml:trace contextRef="#ctx0" brushRef="#br0">6574 9508 8912,'0'9'0,"0"-1"0,7-8 0,-5-2 0,6-2 0,0-1 0,-7-3 0,5 2 0,2-3 0,-2-9 0,-1 7 0,-5-1 0,0 1 0,0-6 0,0 5 0,-2 3 0,-3 1 0,1 1 0,-8 1 0,-5 4 0,-6-4 0,-7-1 0,1-1 0,-5 0 0,-7 1 0,-3-1 0,-7 2 0,-7 2 0,1-7 0,0 7 0,5-2 0,0-1 0,1 1 0,1-5 0,4 5 0,6 2 0,4 2 0,-4 2 0,-1 0 0,-1 0 0,2 0 0,2 0 0,-8 0 0,0 2 0,-5 4 0,5-2 0,0 5 0,0 1 0,2-1 0,0-3 0,4 5 0,3-7 0,-3 2 0,6 2 0,5-3 0,-5 1 0,-1-6 0,1 6 0,-6 0 0,2 1 0,-3-1 0,1-2 0,-11 7 0,9 1 0,-10 3 0,4-2 0,4-1 0,-6-7 0,5 7 0,2-2 0,3 1 0,4 2 0,2-7 0,-3 7 0,-3-1 0,4 1 0,-4-1 0,3 3 0,11-5 0,1 7 0</inkml:trace>
  <inkml:trace contextRef="#ctx0" brushRef="#br0" timeOffset="1">3992 9645 8912,'-24'8'0,"-3"7"0,-8 8 0,3 0 0,3-6 0,-1 1 0,7 1 0,2 2 0,1 2 0,3 1 0,0-1 0,2-4 0,3 4 0,-3 4 0,4 2 0,1-3 0,-1 3 0,1 0 0,-2 5 0,-1-5 0,7-1 0,1-1 0,5 2 0,0 1 0,0-7 0,0 8 0,-8-12 0,-2 6 0</inkml:trace>
  <inkml:trace contextRef="#ctx0" brushRef="#br0" timeOffset="2">3614 10367 8912,'2'20'0,"3"2"0,-3-2 0,14 12 0,-7-7 0,8 4 0,1 1 0,-1-7 0,0 6 0,0-6 0,8 5 0,4-5 0,3 0 0,3-6 0,-1 1 0,1-1 0,9 0 0,7 0 0,1-2 0,5-3 0,2 1 0,-1-7 0,5 5 0,-6-5 0,1 0 0,-7-6 0,1 0 0,0 0 0,5 0 0,0 0 0,8 0 0,-2 0 0,6 0 0,6 0 0,-5 0 0,5 0 0,-10 0 0,-2 0 0,0 0 0,6 0 0,0 0 0,0 0 0,0 0 0,-1 0 0,-1 0 0,-4 0 0,2 0 0,-7 0 0,-7 0 0,-5 0 0,0 0 0,6 0 0,-1 0 0,1 0 0,2 0 0,1 0 0,2 0 0,-1 0 0,1 0 0,-5 0 0,1 0 0,-12 0 0,6-6 0,-1-2 0,2 1 0,-2-1 0,4-3 0,-4 5 0,3-2 0,3 3 0,5 1 0,1-8 0,-7 9 0,-5-3 0,-8-4 0,3-1 0,1 3 0,-2 2 0,-6-1 0,-5 1 0,-6-5 0,6 5 0,-1-8 0,7 5 0,-1-3 0,0 1 0,1 1 0,-1-1 0,8-4 0,4 3 0,-2 3 0,2-3 0,-8 1 0,2-6 0,1 5 0,-7 1 0,2-1 0,-13-5 0,0 2 0,-6 3 0,6-3 0,0 4 0,2-5 0,-4-1 0,4 0 0,2 0 0,-14-1 0,3 1 0</inkml:trace>
  <inkml:trace contextRef="#ctx0" brushRef="#br0" timeOffset="3">8346 10316 8912,'25'-8'0,"-6"6"0,6-13 0,-2 5 0,0-7 0,6 0 0,-6 0 0,0 5 0,-4 1 0,2-2 0,2-3 0,-2 5 0,-10-1 0,4 1 0,-3-6 0,3 0 0,0-1 0,-3 1 0,1 0 0,-7 0 0,0 0 0,-6-1 0,0 1 0,0-2 0,0-4 0,-6 4 0,0-4 0,-7-2 0,1 2 0,-3-1 0,-2 1 0,0 4 0,0-4 0,-6 4 0,0 1 0,-8-1 0,2-4 0,-3 4 0,5 2 0,2 9 0</inkml:trace>
  <inkml:trace contextRef="#ctx0" brushRef="#br0" timeOffset="4">8295 9611 8912,'-33'-17'0,"-7"0"0,0-1 0,-10 1 0,6 2 0,-8 3 0,5-3 0,-5 4 0,4 1 0,-9-1 0,-2 7 0,1-2 0,-7 2 0,2-1 0,10 3 0,1-4 0,6 4 0,0 2 0,-2 0 0,8 0 0,-2 0 0,2 0 0,4 0 0,-4 0 0,1 0 0,-1 0 0,2 0 0,-6-2 0,0-2 0,0-1 0,-2-1 0,-6 6 0,1 0 0,-1 0 0,1 0 0,-1 0 0,0 0 0,1 0 0,-1 0 0,0 0 0,3 6 0,3-1 0,-6 3 0,1-2 0,7-4 0,-2 3 0,7 3 0,5-2 0,0 5 0,-1-5 0,3 2 0,3-3 0,4-3 0,8 6 0,0-2 0,0-1 0,5 3 0,1-2 0,7-4 0,-4 5 0,8-7 0,0 0 0,8 8 0,1-6 0,9 5 0</inkml:trace>
  <inkml:trace contextRef="#ctx0" brushRef="#br0" timeOffset="5">8811 9903 8912,'-19'0'0,"-2"-2"0,-4-1 0,0-3 0,-2 0 0,2 0 0,0-1 0,4-3 0,2 6 0,2-3 0,0-1 0,0 6 0,7-6 0,3 8 0,16 2 0,8 2 0,10 4 0,6-1 0,1 1 0,10-2 0,8-6 0,7 0 0,10 0 0,7-2-292,4-4 1,12-9 291,-43 4 0,0-1 0,1-3 0,-1-1 0,0 2 0,0 0 0,42-17 0,-3 3 0,-15 3 0,-4 8 0,-21 5 0,-8 1 0,-11 7 0,-20-2 0,-3 12 0,-4-2 0,-2 7 0,0-7 0,0 11 583,0-13-583,7 13 0,-3-13 0,8 4 0,-8-12 0,3-3 0</inkml:trace>
  <inkml:trace contextRef="#ctx0" brushRef="#br0" timeOffset="6">10119 9284 8912,'25'6'0,"1"0"0,5-1 0,3 3 0,-3-4 0,9 7 0,-4 5 0,-1 5 0,-6 4 0,-1 3 0,-9 10 0,0-1 0,-7 3 0,-4 2 0,-10 6 0,-10-3 0,-5 5 0,-6 2 0,2-8 0,-8-4 0,8-4 0,-2-3 0,4-5 0,2-5 0,0-11 0,0-5 0,-1-7 0</inkml:trace>
  <inkml:trace contextRef="#ctx0" brushRef="#br0" timeOffset="7">11289 9181 8912,'9'-25'0,"-3"-1"0,-4-1 0,-2 4 0,-2 6 0,-2 3 0,-1 3 0,-1 9 0,6 2 0,0 10 0,0 12 0,0 7 0,0 4 0,0 9 0,2 2 0,2 1 0,1 1 0,7-2 0,-6 2 0,1 4 0,-3-6 0,2 1 0,-2 1 0,-2-2 0,-2 2 0,0-4 0,0-7 0,-2-9 0,-4-3 0,2-4 0,-7-2 0,7-7 0,-10-10 0,9-11 0,-1-10 0,6-2 0,2-8 0,4 2 0,-3-9 0,9-2 0,-1 0 0,7 7 0,-1 3 0,0 1 0,0 8 0,0-2 0,2 6 0,4 6 0,-3 3 0,2 8 0,3 2 0,-2 4 0,6 9 0,-6 8 0,8 6 0,-3-7 0,-1 7 0,2-6 0,-6 0 0,5-6 0,1-5 0,3-3 0,-3-1 0,-4-2 0,-8-6 0</inkml:trace>
  <inkml:trace contextRef="#ctx0" brushRef="#br0" timeOffset="8">11960 9611 8912,'23'-8'0,"0"-3"0,0-4 0,-14-3 0,5 1 0,-8 0 0,-1-2 0,-5-4 0,0 4 0,0-4 0,-7 4 0,-5 2 0,-3-1 0,-2 1 0,-1 8 0,1 3 0,0 4 0,0 2 0,-6 8 0,0 3 0,2 4 0,9 3 0,-1 1 0,7 4 0,-5-2 0,5 7 0,0-7 0,6 4 0,0-8 0</inkml:trace>
  <inkml:trace contextRef="#ctx0" brushRef="#br0" timeOffset="9">11874 9645 8912,'8'10'0,"-5"-1"0,9-3 0,-1-4 0,-1 6 0,-2-8 0</inkml:trace>
  <inkml:trace contextRef="#ctx0" brushRef="#br0" timeOffset="10">11960 9611 8912,'10'-27'0,"5"2"0,-6 8 0,3 0 0,-3-2 0,1-2 0,0-2 0,-5 0 0,7 6 0,-8 7 0,5-3 0,-3 7 0,-4 0 0,5 8 0,-7 4 0,6 4 0,0 7 0,2 0 0,-3 0 0,-1 6 0,8 0 0,-1 0 0,6-6 0,1 0 0,-1-1 0,0-5 0,6-3 0,0-8 0,0 6 0,-6-1 0,0 1 0,0-6 0,1-8 0,-1-1 0,0-8 0,-7-1 0,-5 1 0,-3 0 0,-2 0 0,0 0 0,0-2 0,0-3 0,0 0 0,0-1 0,0 5 0,0 1 0,0 0 0,0 6 0,0-1 0,0 1 0,0-7 0,0 9 0,2 1 0,4 8 0,5 2 0,5 4 0,1 3 0,0 9 0,0 1 0,0 4 0,1-2 0,-1 7 0,0-5 0,0 6 0,1-6 0,-1 6 0,-8-7 0,-1 5 0,-2-2 0,-1-4 0,1-2 0,-6-2 0,0-7 0,0-2 0,0-8 0,0-8 0,0-4 0,0-9 0,0-1 0,2-9 0,4 2 0,3-3 0,9-3 0,-1 7 0,0-1 0,8 8 0,4-2 0,3 4 0,2 2 0,3 2 0,3 3 0,2 4 0,4 8 0,2 0 0,-8 0 0,-6 0 0,-5 0 0,-14 0 0,2 0 0,-11 0 0,-6 6 0,-11 0 0,-5 2 0,-1-3 0,-6-1 0,0 8 0,-2-1 0,3 6 0,2-5 0,-3-1 0,4 1 0,2 5 0,6 0 0,-1 0 0,8 0 0,-1 1 0,3-1 0,2 0 0,0-6 0,0 1 0,0-1 0,2-1 0,3-4 0,5-4 0,7-2 0,0-2 0,1-4 0,1-6 0,4-10 0,-4 1 0,4-8 0,-6 0 0,-4-5 0,-3-1 0,-3 1 0,5-2 0,-6-4 0,-1 3 0,-5-3 0,0 0 0,0 6 0,0-3 0,0 15 0,0-1 0,0 15 0,0 10 0,0 13 0,0 10 0,0 9 0,0 3 0,0 3 0,2 2 0,4 4 0,-4 1 0,4-6 0,1-1 0,-1-6 0,7 4 0,-1-1 0,3-5 0,2 0 0,3-7 0,3-2 0,-2-6 0,7-5 0,9-6 0,8-12 0,5-4 0,17-22 0,4-4 0</inkml:trace>
  <inkml:trace contextRef="#ctx0" brushRef="#br0" timeOffset="11">14627 8751 8912,'-17'0'0,"0"0"0,2 2 0,3 4 0,5 4 0,7 7 0,0 0 0</inkml:trace>
  <inkml:trace contextRef="#ctx0" brushRef="#br0" timeOffset="12">14593 8940 8912,'0'31'0,"2"3"0,4 3 0,-4-1 0,7-7 0,-3-1 0,-2 1 0,5 3 0,1-3 0,-1-6 0,-3 2 0,6-2 0,-9 0 0,5-6 0,-8 0 0,0-7 0,-2-3 0,-4-7 0,-3-2 0,-8-3 0,-1-5 0,1-5 0,0 1 0,0 3 0,-2-2 0,-4-10 0,2 5 0,-8 1 0,6 0 0,-6 6 0,6 3 0,-5 2 0,5-1 0,-6 1 0,8 0 0,-2 6 0,4-2 0,2-4 0,0 5 0,15-7 0,7 8 0,18-8 0,12-3 0,9 1 0,13-1 0,4 1 0,8-1 0,-6-4 0,0 3 0,-7 3 0,1-3 0,-9 6 0,-4-5 0,-4-1 0,-7 3 0,-7-6 0,-1 5 0,2-7 0</inkml:trace>
  <inkml:trace contextRef="#ctx0" brushRef="#br0" timeOffset="13">15299 9044 8912,'-18'-16'0,"1"5"0,6-3 0,-1 9 0,-1-1 0,-3-2 0,-1 6 0,0-3 0,0 3 0,2 9 0,3 5 0,-1 5 0,7 6 0,2 6 0,2 3 0,2-3 0,0-1 0,2-1 0,4 2 0,3-4 0,9-8 0,1 0 0,4 0 0,-4-7 0,4-4 0,2-5 0,-2-1 0,1-7 0,-1-5 0,-5-9 0,-1-2 0,-2-7 0,-9 1 0,0-3 0,-6-3 0,0 1 0,0 0 0,-8 5 0,-4 0 0,-5 8 0,-6 0 0,-5 8 0,-5 7 0,-1 4 0,-1 2 0,1 14 0,-1 3 0,9 10 0,3-5 0,11 1 0,5-5 0</inkml:trace>
  <inkml:trace contextRef="#ctx0" brushRef="#br0" timeOffset="14">17123 9250 8912,'17'0'0,"0"-2"0,0-4 0,-5-3 0,-3-8 0,-1-1 0,-2 1 0,-6-2 0,-2-2 0,-4-2 0,-4-2 0,-9 4 0,-4-2 0,-5 2 0,-5 2 0,-1 4 0,-1 3 0,1 7 0,0 5 0,-1 5 0,-5 7 0,2 11 0,3 7 0,5 9 0,9-1 0,-2 8 0,11-2 0,7 1 0,3-3 0,2-7 0,2-8 0,5-4 0,10-6 0,10-6 0,6-3 0,1-8 0,-5-8 0,-1-3 0,1-12 0,6-6 0,-3-3 0,-3-3 0,-4-7 0,-8-4 0,-6-5 0,1-6 0,-8 1 0,1-7 0,-5 0 0,-5-6 0,-5 2 0,0 4 0,-5 12 0,4 11 0,3 19 0,-7 5 0,13 32 0,-4 7 0,-2 17 0,3 11 0,-3 10 0,2 14 0,4-4 0,-3 3 0,3-5 0,2-6 0,7 2 0,5-8 0,3-7 0,4-10 0,4-6 0,6-5 0,5-6 0,6-12 0,-1-3 0,7-8 0,-6-8 0,6-3 0,-8-10 0,2-2 0,-11-6 0,-6 6 0,-4-5 0,-2 5 0,-7-6 0,-5 4 0,-3 1 0,-2-1 0,-7-4 0,-5 6 0,-5-7 0,-6 1 0,4 4 0,-4 2 0,-2 4 0,2 2 0,0 7 0,6 5 0,2 5 0,3 5 0,-1 7 0,7 11 0,-5 9 0,5 10 0,2 0 0,2 0 0,2 4 0,0-6 0,10 0 0,7-5 0,8-9 0,9-3 0,8-11 0,4-6 0,10-5 0,1-1 0,0-9 0,-5-8 0,-8-2 0,-4-10 0,-4 0 0,-1 3 0,-8-5 0,-5 8 0,-10-8 0,-6 3 0,-6-5 0,-6-1 0,-11-16 0,-10-3 0</inkml:trace>
  <inkml:trace contextRef="#ctx0" brushRef="#br0" timeOffset="15">17828 8614 8912,'0'9'0,"0"7"0,0-7 0,0 8 0,0 8 0,0 4 0,0 5 0,0 6 0,0 10 0,0 7 0,0 6 0,0-3 0,2-1 0,4 0 0,-4-2 0,3-5 0,-3-8 0,-2-4 0,0-11 0,0-6 0,0-4 0,-7-10 0,-5-3 0,-3-8 0,-2-9 0,0-1 0,-1-13 0</inkml:trace>
  <inkml:trace contextRef="#ctx0" brushRef="#br0" timeOffset="16">17673 9181 8912,'-9'-11'0,"3"-1"0,4 6 0,2-5 0,0 7 0,0-5 0,0 3 0,4 4 0,7-4 0,3 4 0,14 2 0,1 0 0,6 0 0,7 0 0,4 0 0,3-5 0,3-1 0,5-2 0,1 4 0,-3-1 0,-1 1 0,-10-4 0,-4 3 0,-6-7 0,-5 6 0,-10-7 0,-8 1 0,-7 3 0,2-3 0,-4 1 0,-2-6 0,-2 5 0,-4 1 0,2 1 0,-7-1 0,-1-2 0,-5 7 0,0 0 0,0 6 0,-2 2 0,-4 4 0,4 3 0,-4 8 0,5 6 0,7 0 0,-4 8 0,5-4 0,1 1 0,3 1 0,4-2 0,2 1 0,0 3 0,0-8 0,8 5 0,3-5 0,6-2 0,6-9 0,2 1 0,4-7 0,3 0 0,-3-6 0,2 0 0,-3 0 0,5-8 0,-5-3 0,-3-7 0,-2-5 0,-11-3 0,11-9 0,-4 1 0</inkml:trace>
  <inkml:trace contextRef="#ctx0" brushRef="#br0" timeOffset="17">18551 8975 8912,'6'11'0,"-1"1"0,1-8 0,-6 3 0,6-5 0,0 4 0,1-4 0,-1 5 0,5 1 0,5 4 0,1 1 0,0-2 0,0 10 0,1-3 0,-1 3 0,0-4 0,-2 0 0,-3 0 0,3 0 0,-7 1 0,3-1 0,-3-8 0,-8-1 0,0-8 0,0-8 0,0-5 0,0-6 0,0-4 0,6-13 0,-1 1 0,9-3 0,-3 4 0,10-1 0,2 1 0,0-1 0,-6 1 0,2 7 0,4 4 0,-3 6 0,2 6 0,-2-3 0,-3 9 0,0-1 0,0 6 0,0 0 0,1 0 0,-7 6 0,-1 1 0,-1 3 0,1 3 0,-6-3 0,1 1 0,3 1 0,-2 5 0,-1 0 0,-5 0 0,0 0 0,0-7 0,0 5 0,0-5 0,0 7 0,0 0 0,0 0 0,0 1 0,0-1 0,0 0 0,0-6 0,0 1 0,0-1 0,0 7 0,0-1 0,0 0 0,0-6 0,0 1 0,0 1 0,-1-5 0,-5-2 0,4-4 0,-6-2 0,8-8 0,0-4 0,6-5 0,0-6 0,7 2 0,-1-7 0,3-1 0,2-5 0,-5 7 0,-1 4 0,2 4 0,3 2 0,-5-1 0,1 1 0,-1 8 0,6 3 0,1 4 0,-1 2 0,-6 0 0,1 0 0,-3 8 0,3 3 0,1 4 0,-7 3 0,7-1 0,-11 0 0,6 0 0,-6-2 0,3-3 0,-3-2 0,4-5 0,-4-3 0,6 6 0,-5-8 0,9 0 0,-2-2 0,1-4 0,4 4 0,-3-3 0,-3-5 0,3-2 0,-1 5 0,6 1 0,-5-2 0,-1 3 0,-1-3 0,1 2 0,5 4 0,-5-3 0,-1 3 0,1 2 0,1 0 0,5 2 0,0 3 0,-2-1 0,-3 8 0,3-7 0,-3 5 0,3 0 0,2-1 0,0-5 0,1 2 0,-1-4 0,0-2 0,0 0 0,0 0 0,1-2 0,-1-4 0,0-2 0,0-3 0,-5-6 0,-1-1 0,-1 1 0,1-6 0,3 2 0,-9-2 0,3 4 0,-2-4 0,-4 10 0,3 2 0,-3 7 0,-2-4 0,0 10 0,0 4 0,0 5 0,0 4 0,0 3 0,6 5 0,0 0 0,1-1 0,-1-4 0,-2 1 0,7 4 0,-1-10 0,1 4 0,5-5 0,-5-1 0,5 3 0,1-9 0,0-7 0,-7-15 0,-3-10 0</inkml:trace>
  <inkml:trace contextRef="#ctx0" brushRef="#br0" timeOffset="18">19859 8511 8912,'-17'0'0,"-1"0"0,7 0 0,-1 0 0,9-8 0,-3 6 0,12-4 0,3 4 0,8 2 0,1 0 0,-1 2 0,0 4 0,0-4 0,0 13 0,1-5 0</inkml:trace>
  <inkml:trace contextRef="#ctx0" brushRef="#br0" timeOffset="19">20289 8854 8912,'-17'0'0,"0"-1"0,-1-5 0,9 4 0,1-6 0,8 10 0,2 2 0,4 2 0,-2 13 0,7-2 0,-1 4 0,1-4 0,3 2 0,-9 4 0,3-4 0,-2 4 0,-4-4 0,7-1 0,-3-1 0,-4-8 0,5 7 0,-7-14 0,0 3 0,2-10 0,4-7 0,-4 4 0,6 1 0</inkml:trace>
  <inkml:trace contextRef="#ctx0" brushRef="#br0" timeOffset="20">20392 8872 8912,'25'-35'0,"-6"1"0,6 0 0,-8 7 0,1 4 0,-5 6 0,4 5 0,-9 5 0,9 7 0,-4 0 0,3 1 0,-3 5 0,-1 6 0,-3 9 0,3 2 0,3 7 0,-4-1 0,-1-2 0,1 1 0,1-1 0,5 2 0,0-5 0,0-6 0,6-3 0,0-4 0,2-3 0,-2-8 0,-2 0 0,8 0 0,0-8 0,5-3 0,0-10 0,1-4 0,-3-2 0,-3-3 0,2-3 0,-8-1 0,-2 0 0,-10-1 0,-3 3 0,-8 3 0,-2-2 0,-4 8 0,-4 2 0,-9 10 0,-4 5 0,-5 4 0,1 2 0,-2 0 0,1 14 0,-7 3 0,8 10 0,4-4 0,4 7 0,2-1 0,8 3 0,3 3 0,6-1 0,6 0 0,11-1 0,11-4 0,20-1 0,10-11 0,9 3 0,7-15 0,5-1 0,7-10 0,-8-5 0,-3-12 0,-7-6 0,-5-3 0,-3-10 0,-1-10 0,2-9 0</inkml:trace>
  <inkml:trace contextRef="#ctx0" brushRef="#br0" timeOffset="21">11306 5416 8912,'-11'-6'0,"-1"-2"0,-1-1 0,-3-3 0,7 3 0,1 1 0</inkml:trace>
  <inkml:trace contextRef="#ctx0" brushRef="#br0" timeOffset="22">11667 5330 8912,'60'2'0,"3"4"0,6-5 0,5 5 0,8-2 0,8 0 0,-41-1 0,0 0 0,45 2 0,-3-5 0,-8 2 0,-3 2 0,4 2 0,6-2 0,0-1-70,-42 0 0,1 0 0,3-2 0,-1 0 0,4 2 0,-1 0 0,1-1 1,-1 0 69,2 1 0,-1-1 0,-1-1 0,-1 0 0,5 2 0,-1 0 0,0 1 0,-1 0 0,1-1 0,1 1 0,-3 1 0,1 0 0,0 1 0,-1 1 0,-6 0 0,-1 1-137,1 1 1,0 0-1,-1-3 1,1-1 136,0 1 0,0 0 0,1-1 0,1 1 0,-1 2 0,-1 1 0,45 6 0,-8-3 0,-2 1 0,8-7 0,-43 0 0,1 0 0,8-4 0,-1 1 0,-7 3 0,0 0 0,1-3 0,1-1 0,-2 2 0,-1-2 0,49-2 0,-47 0 0,1 0 0,2 0 0,1 0 0,-2 0 0,-1 0 0,3 0 0,-1 0 0,-2 0 0,-1 0 0,47 0 0,-2 0 0,-5 0 0,-1 0 0,8 0 0,-1 2 0,-1 4 0,-46-5 0,1 0 0,-2 1 0,0 1 0,44 5 0,-1-2 0,4 1 0,-48-3 0,1-2 0,3-1 0,0 0 0,-4 2 0,1 0 0,49-1 0,-18-2 0,4 0 0,2 0 0,6 0 0,0 0 0,-4 2-23,-6 3 0,-6-3 23,-7 4 0,4-4 0,-4-2 0,5 0 0,-5 0 0,7 0 0,10 0 0,-1 0 0,-5 0 0,2 2 0,-7 4 0,-1-5 0,-5 5 0,8-4 0,1-2 0,2 0 0,1 0 0,-9 0 0,3 0 0,-1 0 0,-5 0 0,2 0 0,-14 0 0,10 0 0,2 0 0,0 6 0,6 0 0,-12-1 0,-6-5 0,-9 0 0,-2 0 0,-8 0 0,0 0 0,-5 0 129,-5 0 1,-5 0-130,6 0 0,-2 0 277,1 0 0,-1 0-277,-4 0 0,-4 0 169,4 0 0,-4 0-169,-1 0 0,-1 0 0,0 0 0,0 0 0,-7 0 0,-3 0 0,-7 0 0,0 0 0,-7 0 0,-5 0 0,-11-15 0,-3-4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809"/>
    </inkml:context>
    <inkml:brush xml:id="br0">
      <inkml:brushProperty name="width" value="0.05292" units="cm"/>
      <inkml:brushProperty name="height" value="0.05292" units="cm"/>
      <inkml:brushProperty name="color" value="#3165BB"/>
    </inkml:brush>
  </inkml:definitions>
  <inkml:trace contextRef="#ctx0" brushRef="#br0">9052 7066 8912,'17'-7'0,"-7"5"0,11-12 0,-6 7 0,-2-3 0,4 1 0,-7-5 0,1 3 0,1-2 0,-1-3 0,-1-1 0,-2 6 0,-8-1 0,0-1 0,0-3 0,0 5 0,0 0 0,-2 7 0,-4-2 0,-7 4 0,-8 2 0,0 10 0,-8 7 0,2 8 0,-2 9 0,-3 8 0,3 4 0,-1 5 0,1 7 0,-2-3 0,8 8 0,2 0 0,10 6 0,-2-2 0,7-4 0,2 2 0,10-8 0,5-9 0,12-14 0,-2-9 0,10-11 0,3-5 0,4-1 0,8-6 0,-6-14 0,8-7 0,-2-15 0,11-8 0,5-2 0</inkml:trace>
  <inkml:trace contextRef="#ctx0" brushRef="#br0" timeOffset="1">9792 7187 8912,'9'0'0,"-16"0"0,-16 0 0,0 0 0,0 0 0,4 5 0,1 3 0,1 2 0,0 3 0,0 4 0,0 6 0,-1-2 0,1 8 0,6-1 0,1 7 0,3-1 0,3 1 0,2-3 0,2-3 0,13-4 0,4-8 0,6-2 0,0-3 0,4-5 0,7-7 0,7-4 0,-1-7 0,0-2 0,-4-14 0,3 0 0,1 0 0,7-1 0,-3-7 0</inkml:trace>
  <inkml:trace contextRef="#ctx0" brushRef="#br0" timeOffset="2">10205 7256 8912,'-17'0'0,"-1"0"0,-5 7 0,0 5 0,-5 9 0,5 2 0,-6 5 0,6-5 0,0 8 0,6-5 0,2 1 0,3-4 0,5 4 0,7-8 0,0 4 0,2-12 0,3-5 0,7-4 0,11-2 0,-2-8 0,7-3 0,-7-4 0,2-3 0,-4-1 0,-1-4 0,-1 4 0,0-4 0,-2 4 0,-3 2 0,3 0 0,-11 2 0,7 3 0,-7 4 0,4 8 0,-8 2 0,0 6 0,0 9 0,0 0 0,0 6 0,6-2 0,-1 2 0,3-4 0,-2 4 0,-2-4 0,7-1 0,-1-7 0,3-1 0,-1-3 0,1-3 0,2-2 0,2-2 0,3-2 0,2-4 0,-2-5 0,3-12 0,-4-4 0,-2-7 0,6-1 0,0 1 0,-6 0 0,-6-1 0,1 1 0,-3 0 0,5-1 0,-8 1 0,-1 1 0,-5 5 0,0 3 0,0 8 0,0 7 0,0 2 0,0 10 0,0 4 0,0 7 0,0 8 0,0 8 0,-5 5 0,-1 7 0,0-3 0,6 8 0,0-1 0,0 7 0,2-8 0,4-4 0,-2-4 0,7-1 0,1-1 0,5 1 0,-6-9 0,1-3 0,1-6 0,2-5 0,3-4 0,-9-16 0,-1-2 0</inkml:trace>
  <inkml:trace contextRef="#ctx0" brushRef="#br0" timeOffset="3">10446 7359 8912,'2'9'0,"3"-3"0,-1-4 0,8-2 0,1 0 0,10 0 0,4-2 0,7-4 0,8-3 0,6-9 0,7 1 0,-1-8 0,5-1 0</inkml:trace>
  <inkml:trace contextRef="#ctx0" brushRef="#br0" timeOffset="4">11048 7359 8912,'-8'26'0,"4"-3"0,-7-11 0,7 3 0,-3-13 0,7 6 0,0-8 0,7-6 0,5 0 0,3-7 0,2 1 0,0-3 0,1-2 0,-3 0 0,-4-1 0,5 1 0,-5 0 0,-3 0 0,7-8 0,-13 6 0,4-4 0,-10 10 0,-2 1 0,-7 8 0,1-1 0,-3 3 0,-2 2 0,-6 2 0,0 3 0,0 7 0,6 11 0,0-2 0,-1 7 0,3 3 0,4 9 0,-3-4 0,8 5 0,3-5 0,8-2 0,5-1 0,7-5 0,8-5 0,4-11 0,3-7 0,3-3 0,5-4 0,0-3 0,4-7 0,-10-11 0,12-11 0,-9-10 0</inkml:trace>
  <inkml:trace contextRef="#ctx0" brushRef="#br0" timeOffset="5">11564 7187 8912,'-17'7'0,"0"5"0,-6-3 0,0 1 0,0-1 0,-2 1 0,4 2 0,-8 5 0,8 0 0,-2 0 0,10 0 0,3 0 0,3 1 0,3-1 0,4-2 0,6-3 0,3-3 0,9-3 0,4-4 0,1 4 0,6-6 0,-6-6 0,6 2 0,-6-7 0,0-1 0,-6-5 0,0 5 0,0 1 0,0 7 0,-1-4 0,-3 3 0,-1-1 0,-9 0 0,13 14 0,-14 7 0,3 8 0,-3 8 0,-2-3 0,0 11 0,0 1 0,0 2 0,0-2 0,-2-4 0,-3 4 0,1-3 0,-6-5 0,1-3 0,-1-6 0,4-4 0,-5-2 0,1-6 0,-1 1 0,-4-8 0,3 1 0,3-3 0,-3-2 0,8-7 0,-1-7 0,3-7 0,2-6 0,0-7 0</inkml:trace>
  <inkml:trace contextRef="#ctx0" brushRef="#br0" timeOffset="6">11754 7324 8912,'-10'17'0,"-5"-5"0,3-1 0,-1 1 0,1 5 0,-1 6 0,7 0 0,0 0 0,-1 2 0,5-6 0,-4 4 0,6-4 0,6-2 0,2-6 0,3 1 0,4-8 0,-3 1 0,9-3 0,2-4 0,-2-3 0,-2-7 0,-8-5 0,1-6 0,-3 4 0,3-4 0,1-2 0,-7 2 0,0 0 0,-6 6 0,0 0 0,0 0 0,-8 5 0,-3 3 0,-5 1 0,-1 2 0,0 6 0,0 0 0,0 0 0,7 0 0,2-7 0,8-3 0</inkml:trace>
  <inkml:trace contextRef="#ctx0" brushRef="#br0" timeOffset="7">11891 7359 8912,'0'11'0,"0"1"0,0-9 0,0 7 0,0-4 0,2-4 0,4 3 0,-2-1 0,7 2 0,1-2 0,5 7 0,0-5 0,0 5 0,0 3 0,1 1 0,-3 2 0,-4 0 0,5 1 0,-5-1 0,-3 0 0,-2 0 0,-3-2 0,3-3 0,-4 3 0,4-3 0,-4-5 0,-2 1 0,-8-8 0,6-10 0,-4-5 0,4-8 0,2-4 0,2 5 0,4-7 0,4 6 0,7-6 0,2 8 0,4-2 0,-2-1 0,8 1 0,-8 0 0,2 5 0,2 7 0,-3 0 0,7 7 0,-6-2 0,0-2 0,-6 3 0,0 1 0,1 2 0,-7 2 0,1 0 0,-9 8 0,13 1 0,-14 8 0,3 0 0,3 1 0,-2-1 0,-1 0 0,-5 0 0,0 6 0,0 2 0,0 0 0,0 0 0,0-2 0,0-6 0,0 2 0,0 4 0,0-4 0,-7 6 0,5-16 0,-13-1 0,5-8 0</inkml:trace>
  <inkml:trace contextRef="#ctx0" brushRef="#br0" timeOffset="8">12493 7187 8912,'-11'-6'0,"0"0"0,7 1 0,-6 3 0,4-4 0,5 4 0,-7-6 0,10 8 0,4 0 0,-3 0 0,9 0 0,-1 0 0,6 0 0,1 0 0,-1 8 0,0 2 0</inkml:trace>
  <inkml:trace contextRef="#ctx0" brushRef="#br0" timeOffset="9">12941 7256 8912,'-44'17'0,"-4"0"0,8 0 0,-6-2 0,6-3 0,2 3 0,7-3 0,6 3 0,6 2 0,0 0 0,13 0 0,1 1 0,5-1 0,0 0 0,7 0 0,3-2 0,7-3 0,0-4 0,0-8 0,1 0 0,-1 0 0,0-8 0,0-4 0,0 3 0,1-3 0,-7 1 0,1-6 0,-3 0 0,3-1 0,1 1 0,-7 0 0,7 0 0,-11 0 0,6 1 0,-3 3 0,1 2 0,0 5 0,-6-6 0,2 9 0,4-3 0,-5 4 0,7 4 0,-8 4 0,0 3 0,0 8 0,0 2 0,0 4 0,6-4 0,1 4 0,3-4 0,3-1 0,3-7 0,1 1 0,0-9 0,0 3 0,2-4 0,4-2 0,-2-2 0,8-4 0,-6-9 0,6-8 0,-8-5 0,2 5 0,2-8 0,-2 2 0,-6-3 0,-6-2 0,-5-3 0,4-1 0,-3-2 0,-3 2 0,-2 1 0,-2 3 0,0 7 0,0 4 0,0 4 0,-2 10 0,-4 3 0,4 4 0,-11 4 0,7 4 0,0 5 0,-1 4 0,5-3 0,-4-1 0,4 1 0,-3 5 0,-1 0 0,0-5 0,6-1 0,0-7 0,0 11 0,0-13 0,0 13 0,0-13 0,0 6 0,0-6 0,0 4 0,0-4 0,0 5 0,0-7 0,0 0 0,0 8 0,0-6 0,0 5 0,0-7 0</inkml:trace>
  <inkml:trace contextRef="#ctx0" brushRef="#br0" timeOffset="10">12941 7531 8912,'-27'7'0,"2"-3"0,8 6 0,0-3 0,0 1 0,-1-2 0,7-4 0,0 3 0,7-3 0,-12-2 0,14-7 0,-11 3 0,7-8 0,-1 8 0,1-1 0,4 1 0,-4-2 0,-3 2 0,-3-7 0,5 5 0,1-5 0,4 7 0,2-11 0,0 3 0,-2 4 0,-4 3 0,4-5 0,-3-1 0,3 1 0,2-1 0,0 7 0,0-11 0,-2 13 0,-4-4 0,-2 14 0,-3 9 0,-2 2 0,7 10 0,-2-3 0,3 3 0,3 3 0,-4-3 0,4 4 0,2 1 0,2-7 0,4-4 0,9-4 0,8-2 0,13-8 0,1-3 0,5-4 0,11-17 0,8-4 0</inkml:trace>
  <inkml:trace contextRef="#ctx0" brushRef="#br0" timeOffset="11">13182 7513 8912,'-17'18'0,"-1"-1"0,1-2 0,0-3 0,7-5 0,3-7 0,9-2 0,3-3 0,7-7 0,11-11 0,-4 2 0,4-8 0,-2 1 0,2-7 0,-2 1 0,8 0 0,-8-6 0,2-1 0,-4 1 0,-2 6 0,-2-2 0,-3-4 0,1 3 0,-7-3 0,0-2 0,-6 2 0,0 7 0,0 11 0,-2 4 0,-4 7 0,-6 5 0,-11 12 0,4 13 0,-4 15 0,4 16 0,2 13 0,0 4 0,0 4 0,1 1 0,5 3 0,3-1 0,8-5 0,2-6 0,4 0 0,11-17 0,12-6 0,3-13 0,3-16 0,-1-3 0,8-16 0,2-1 0</inkml:trace>
  <inkml:trace contextRef="#ctx0" brushRef="#br0" timeOffset="12">14283 7084 8912,'10'-8'0,"-3"-2"0,-7-7 0,-2 10 0,-1 7 0,-5 13 0,-2 14 0,7 3 0,-5 16 0,2 2 0,1 2 0,-1 9 0,4 4 0,-2 2 0,-2-2 0,1 2 0,3-10 0,-2-3 0,-2-5 0,-5-8 0,5 1 0,-7-19 0,1-10 0,-3-7 0,-10-4 0,-2 0 0</inkml:trace>
  <inkml:trace contextRef="#ctx0" brushRef="#br0" timeOffset="13">14008 7513 8912,'9'-17'0,"-3"0"0,2 6 0,-2-1 0,1 3 0,-1-3 0,3-3 0,9 3 0,1 3 0,4-3 0,5 1 0,5 1 0,3-3 0,4 7 0,-1-7 0,7 1 0,-6 5 0,2 1 0,-4 4 0,-5 2 0,-11 0 0,1 0 0,-5 2 0,-7 4 0,-3 5 0,-8 12 0,-6 0 0,0 11 0,-7-3 0,1 9 0,-3-4 0,-2-1 0,7-1 0,5 1 0,-3-1 0,2 0 0,2-9 0,10-8 0,-2 1 0,7-7 0,7-3 0,5-3 0,1-10 0,-1-7 0,2-11 0,4-5 0,-4-5 0,-10-1 0,-3-1 0,-7 1 0,3 0 0,-2-1 0,-2 3 0,-10 3 0,-6 4 0,-11 8 0,2 7 0,-7 5 0,1 3 0,-2 2 0,-1 7 0,7 5 0,0 5 0,5 6 0,9-4 0,3 4 0,4-2 0,2 2 0,14-6 0,3 0 0,13-7 0,5-10 0,-1 8 0,8 1 0</inkml:trace>
  <inkml:trace contextRef="#ctx0" brushRef="#br0" timeOffset="14">15316 7393 8912,'0'-17'0,"-6"5"0,0 1 0,1 7 0,3-2 0,-4 12 0,4 11 0,-4 12 0,4 3 0,2 3 0,0 5 0,0 0 0,0 0 0,0-5 0,-5-1 0,-1 0 0,2-1 0,2-5 0,2 5 0,0-14 0,0-2 0,0-9 0,8-23 0,1-8 0,3-8 0,-1-3 0,1-3 0,5-3 0,0 4 0,0-4 0,-5-2 0,-1 2 0,-1 2 0,1 9 0,3 4 0,-9 8 0,7 9 0,-6 8 0,5 10 0,-5 13 0,2 3 0,-3 9 0,-3-3 0,4-3 0,-2 2 0,1-9 0,-1 3 0,8-2 0,-7-6 0,7 1 0,-6-3 0,5-9 0,1-1 0,5-7 0,0-3 0,-2-5 0,-3-7 0,3-2 0,-3-2 0,1-2 0,-2 2 0,-1-4 0,-4 2 0,-2-2 0,7 2 0,-7 4 0,4-6 0,-8 14 0,0 0 0,0 7 0,5 4 0,1 11 0,2 4 0,-5 3 0,5-1 0,2 0 0,1 0 0,6 0 0,1 1 0,-1-1 0,0-2 0,0-3 0,6 1 0,0-7 0,6-1 0,-6-5 0,2 0 0,-2 0 0,-4-5 0,4-3 0,-4-2 0,-2-3 0,-6-4 0,1-6 0,-6 4 0,5-4 0,-7 10 0,2 1 0,-4 1 0,-2-7 0,0 9 0,0 1 0,0 24 0,0-11 0,0 12 0,1-3 0,5-5 0,-2 5 0,7-9 0,-5 1 0,6-6 0,-1 0 0,6 0 0,1 0 0,-7 0 0,1 0 0,-7 0 0,7 0 0,-7 0 0,7 0 0,-8 0 0,5 0 0,-3 0 0,-4 0 0,6 8 0,-8-4 0,0 7 0,0-7 0,0 4 0,0-1 0,0-5 0,0 6 0,0-16 0,0-1 0,0-9 0,0 1 0,7 0 0,5 0 0,-3 5 0,3 1 0,-6 5 0,5-5 0,0 7 0,7-2 0,-1 4 0,-6 10 0,1 3 0,-1 5 0,6 1 0,1 2 0,-1 4 0,-6-4 0,1 4 0,5-4 0,6-2 0,0-5 0,-6-1 0,0-7 0,1 2 0,-1-4 0,0-2 0,0-2 0,0-4 0,1-7 0,-1-8 0,0 0 0,0-8 0,-1 6 0,-5-6 0,-3 8 0,-8-2 0,2 0 0,3 6 0,-3-4 0,4 19 0,-12-3 0,2 3 0,-7 2 0,1 7 0,-1 5 0,-4 9 0,3 2 0,3 5 0,-1-3 0,2 0 0,5 0 0,-5-2 0,2-6 0,0 0 0,6 0 0,0-5 0,0-1 0,8-7 0,4 2 0,3-4 0,4-2 0,4 0 0,6 0 0,3-8 0,3-3 0,-3-5 0,-3-1 0,1-6 0,-7 0 0,0 0 0,-6 6 0,1 2 0,-3 2 0,-4 1 0,-3 1 0,-8 1 0,0 2 0,0 8 0,0 0 0,2 6 0,4 0 0,-3 0 0,9-4 0,1 3 0,3-3 0,1 6 0,0-8 0,0-2 0,0-4 0,1 4 0,-1-3 0,-2 1 0,-3-2 0,3 4 0,-4-4 0,-1 4 0,1 2 0,1 0 0,5 0 0,0 0 0,-5 8 0,-1 4 0,-7-3 0,2 3 0,1-1 0,-1 6 0,0-5 0,-6-1 0,0 3 0,0-7 0,0 5 0,0-12 0,-2-4 0,-4-13 0,-3-8 0,-8-2 0</inkml:trace>
  <inkml:trace contextRef="#ctx0" brushRef="#br0" timeOffset="15">17243 7187 8912,'-6'-12'0,"1"1"0,-1 7 0,4-9 0,-4 7 0,4 0 0,-5-1 0,7 5 0,7-6 0,5 8 0,3 0 0,10 0 0,2 0 0</inkml:trace>
  <inkml:trace contextRef="#ctx0" brushRef="#br0" timeOffset="16">17742 7204 8912,'-17'6'0,"0"-1"0,0 1 0,-1-6 0,1 6 0,0 0 0,0 7 0,-1-2 0,1 12 0,0 6 0,6 3 0,1 5 0,2 3 0,5 6 0,1-2 0,2 2 0,3-14 0,9 2 0,1-11 0,16 0 0,2-6 0,1-5 0,3-8 0,-1-16 0,0-7 0,1-15 0</inkml:trace>
  <inkml:trace contextRef="#ctx0" brushRef="#br0" timeOffset="17">18327 7341 8912,'-34'6'0,"-1"0"0,1 0 0,0 1 0,-1 5 0,1 11 0,-1-2 0,1 7 0,1-1 0,5 2 0,5-2 0,11-6 0,7 1 0,3-1 0,2-1 0,7-5 0,5-4 0,3-3 0,2-8 0,0 0 0,1 0 0,-1 0 0,0 0 0,0-8 0,1-3 0,-1-4 0,0-3 0,0 1 0,0 0 0,-1-2 0,-5-4 0,4 4 0,-3-4 0,-4 10 0,-3 1 0,3 1 0,0-5 0,1 5 0,-5 3 0,4 10 0,-8 4 0,0 3 0,0 9 0,5-1 0,1 0 0,2 0 0,-3 0 0,5 1 0,7-7 0,0 1 0,-5-9 0,-1 3 0,1-6 0,5-6 0,0-3 0,0-8 0,1-6 0,-1 0 0,0-8 0,0 3 0,1-7 0,-3-3 0,-2-2 0,-1 2 0,-8 1 0,1 3 0,-3 1 0,-2 5 0,0 3 0,0 8 0,0 7 0,-2 4 0,-3 12 0,-3 13 0,-4 16 0,-3 1 0,4 10 0,1 7 0,-1 10 0,5-1 0,-6 1 0,9-6 0,-3 6 0,4-6 0,2 6 0,0-9 0,0-3 0,0-9 0,0-5 0,8-5 0,3-3 0,10-6 0,2-12 0,8-5 0,-3-12 0,5-5 0,9-20 0,2-5 0</inkml:trace>
  <inkml:trace contextRef="#ctx0" brushRef="#br0" timeOffset="18">19790 7410 8912,'-11'2'0,"1"4"0,0 7 0,1 8 0,-10 14 0,-10 11 0,-5 5 0,-7 6 0,-3 6 0,-7 10 0,-1 2 0,1-3 0,9-3 0,7-6 0,10-8 0,6-7 0,2 2 0,0-6 0</inkml:trace>
  <inkml:trace contextRef="#ctx0" brushRef="#br0" timeOffset="19">20977 7324 8912,'12'0'0,"-1"0"0,-1-2 0,3-1 0,-3-5 0,-3-2 0,-3-3 0,-2-2 0,-4-2 0,-3-1 0,1 3 0,-8 4 0,1-3 0,-5 7 0,3-1 0,2 0 0,-1 3 0,-5 5 0,0 0 0,0 0 0,-1 7 0,1 5 0,-6 3 0,0 4 0,2 4 0,2 6 0,2 3 0,0 2 0,5 1 0,3-3 0,1-1 0,4-2 0,2-7 0,2 7 0,0-14 0,0 3 0,8-13 0,3 1 0,5-4 0,1-2 0,6-8 0,0-3 0,0-6 0,-6-4 0,2-2 0,4 2 0,-4 0 0,4-2 0,-6 9 0,-5-3 0,3 6 0,-4-1 0,5-3 0,1 13 0,0-4 0,-5 12 0,-1 6 0,1 3 0,5 2 0,0 0 0,0 0 0,0-1 0,1-5 0,1 3 0,4-9 0,-2 7 0,7-7 0,-7-1 0,2-9 0,-3 1 0,-3-8 0,0-5 0,0-6 0,0-2 0,1 4 0,-3-4 0,-4-1 0,-1 5 0,-4-2 0,-4 4 0,3 2 0,-5 5 0,-5 1 0,-5 7 0,-7-2 0,0 4 0,-1 2 0,1 2 0,0 4 0,0 5 0,0 5 0,5 1 0,1 0 0,5 0 0,-6 0 0,9 0 0,-3 1 0,4-1 0,2 0 0,0 0 0,8-7 0,3-4 0,4-5 0,3-1 0,1 0 0,4 0 0,-2-7 0,7-5 0,-5-1 0,6 1 0,-8-1 0,2 7 0,-4-5 0,-2 5 0,0 2 0,1 2 0,-1 4 0,0 4 0,-2 6 0,-3 10 0,-4 5 0,-8 8 0,0 5 0,0 0 0,-2 6 0,-4-6 0,-4 6 0,-7-6 0,-2 0 0,0-6 0,0-1 0,3-5 0,3-5 0,-4-11 0,0-5 0,-1-7 0,7 0 0,-1 0 0,9-1 0,-3-5 0,4-6 0,2-11 0,2 2 0,4-7 0,5-1 0,4 2 0,8-3 0,0 7 0,8-8 0,-2 3 0,3-5 0,3-1 0,7-1 0,3 1 0,-1-6 0,2 0 0,-2 0 0,0 7 0,-9 5 0,-10 5 0,-12 4 0,-2 1 0,-7 1 0,-4 2 0,-11 3 0,-5 5 0,-1 7 0,-6 7 0,-2 5 0,1 3 0,-1 2 0,2 6 0,6 0 0,-1 12 0,1-7 0,2 8 0,3-7 0,5 4 0,7 1 0,2-5 0,3-1 0,7-7 0,11 2 0,9-11 0,8-7 0,8-3 0,-2-2 0,2-3 0,0-7 0,-2-7 0,-8-19 0,4-1 0</inkml:trace>
  <inkml:trace contextRef="#ctx0" brushRef="#br0" timeOffset="20">22492 7273 8912,'-8'9'0,"6"7"0,-5-15 0,-1 15 0,6-7 0,-4 8 0,4-5 0,2-1 0,0 3 0,0 1 0,6 8 0,0 0 0,7 0 0,-1-6 0,3 0 0,2 0 0,6-1 0,0-5 0,0 3 0,-6-9 0,0 1 0,1 2 0,-1-6 0,0 3 0,-5-5 0,-1-5 0,-5-5 0,5-7 0,-5 0 0,5-1 0,-7 1 0,2 0 0,-2 0 0,0 0 0,1-1 0,1 9 0,-6 1 0,0 10 0,0 4 0,0 3 0,0 9 0,0-1 0,0 0 0,0 0 0,0 0 0,-6 1 0,1-1 0,-1 0 0,4-2 0,-2-1 0,-2-3 0,1-7 0,5 5 0,0-3 0,0-4 0,2 4 0,3-12 0,5-5 0,7-12 0,0 4 0,0-6 0,1 2 0,-1 0 0,6 0 0,0 6 0,0 2 0,-6 3 0,6-1 0,0 7 0,0 0 0,-6 6 0,0 0 0,0 0 0,1 8 0,-1 3 0,-2 5 0,-3 1 0,1 0 0,-7 0 0,-2 0 0,-3 1 0,-1-1 0,0 0 0,-7-7 0,-10 5 0,-10-6 0</inkml:trace>
  <inkml:trace contextRef="#ctx0" brushRef="#br0" timeOffset="21">22664 7152 8912,'-25'-7'0,"6"-3"0,5 1 0,3-7 0,3 14 0,8-3 0,12 3 0,9 2 0,6 5 0,7 1 0,0 8 0,1-5 0,-1 8 0</inkml:trace>
  <inkml:trace contextRef="#ctx0" brushRef="#br0" timeOffset="22">23765 7101 8912,'0'-10'0,"-2"-3"0,-3 7 0,-5 0 0,-7 6 0,-6 0 0,-2 2 0,-2 2 0,-3 2 0,3 13 0,-2-2 0,8 6 0,-2 0 0,12-4 0,5 6 0,4-2 0,2 0 0,0 5 0,0-5 0,8 0 0,3-6 0,4 6 0,3 0 0,-1 0 0,0-6 0,0 1 0,1-1 0,-1 0 0,0 0 0,-6-2 0,1-3 0,-3 3 0,3-3 0,-6 3 0,-4-4 0,-2 1 0,-2-3 0,-4 3 0,0 1 0,-11-7 0,4 7 0,-20-3 0,14 0 0,-4-5 0,4-3 0,2-2 0</inkml:trace>
  <inkml:trace contextRef="#ctx0" brushRef="#br0" timeOffset="23">23800 7376 8912,'17'0'0,"0"0"0,0 0 0,-5 0 0,-1 0 0,1 0 0,7 0 0,4 0 0,-4 0 0,4 0 0,-2 0 0,2 0 0,-2-2 0,7-4 0,-5 2 0,6-7 0,-8 5 0,2-5 0,-4-1 0,-7-5 0,-1 0 0,-7 5 0,2 1 0,-12 5 0,-6-3 0,-3 1 0,-2 4 0,0 2 0,0 2 0,-6 0 0,0 0 0,0 2 0,6 4 0,-1 4 0,1 7 0,0 0 0,0 0 0,5 2 0,1 4 0,7-4 0,-2 4 0,4-4 0,2-2 0,2 3 0,4 2 0,5-8 0,12 3 0,-2-4 0,8 5 0,5-9 0,7-3 0,1-4 0,-4-4 0,2-4 0,8-11 0,-4-10 0</inkml:trace>
  <inkml:trace contextRef="#ctx0" brushRef="#br0" timeOffset="24">24643 7307 8912,'-17'-2'0,"-1"-4"0,1 3 0,0-7 0,0 2 0,0 5 0,-1-5 0,1 2 0,0 1 0,0 12 0,1 3 0,3 5 0,3-2 0,3-1 0,1-1 0,6 6 0,0 1 0,0-1 0,0 0 0,0 0 0,2-5 0,4-1 0,3 1 0,9-1 0,-1 1 0,0-9 0,2 3 0,2-4 0,2-2 0,2-6 0,-2 1 0,-4-3 0,4 2 0,-4 2 0,-2-7 0,0 7 0,1-2 0,-1-3 0,0 7 0,0-6 0,-7 8 0,-3 8 0,-7 3 0,0 5 0,2-1 0,4-4 0,-2 3 0,7-9 0,-5 7 0,6-6 0,-1-1 0,6-5 0,1 0 0,-3-2 0,-4-3 0,3 1 0,-9-8 0,3 1 0,-2-6 0,-4 0 0,3-1 0,-5 7 0,-3 0 0,-5-1 0,-2 2 0,-1-5 0,-6 13 0,5-5 0,1 7 0,7 0 0,-2 0 0,12 0 0,-4 0 0,13 0 0,-5 0 0</inkml:trace>
  <inkml:trace contextRef="#ctx0" brushRef="#br0" timeOffset="25">25090 7445 8912,'0'-10'0,"0"-5"0,0 13 0,0-6 0,0 8 0,0 0 0,0 8 0,0 1 0,0 9 0,0-7 0,0 1 0,0 1 0,0-5 0,0 1 0,0-3 0,-2-4 0,-3 3 0,3-3 0,-6-4 0,8-3 0,0 1 0,0-8 0,6 1 0,0-6 0,7 0 0,-2-1 0,5 3 0,1 4 0,0-5 0,0 5 0,0 3 0,1 3 0,5 3 0,0 2 0,0 0 0,1 0 0,-4 7 0,2 5 0,-1 3 0,2 2 0,-2-5 0,8-1 0,-6 1 0,6 5 0,-2-8 0,1-3 0,5-4 0,-5-2 0,-1 0 0,2 0 0,-8-8 0,4-3 0,-2-6 0,0-6 0,-6 4 0,-6-4 0,-7 4 0,2 1 0,-4 1 0,-10 0 0,-1 0 0,-9 0 0,1 7 0,0 4 0,0 5 0,0 1 0,-1 0 0,1 0 0,-6 1 0,0 5 0,6 4 0,6 7 0,-1 0 0,3 0 0,-1 2 0,4 4 0,4-4 0,-3 4 0,3-4 0,2-1 0,2-1 0,3 0 0,5-2 0,7-3 0,0-5 0,1-7 0,4-2 0,1-3 0,6-7 0,-6-11 0,6 0 0,-6-11 0,5 3 0,-5-9 0,-2 2 0,-9-2 0,1 2 0,-7-8 0,-2-2 0,-2-1 0,-2 3 0,0 0 0,-8 8 0,-3-2 0,3 11 0,2 6 0,-3 4 0,5 9 0,-8 5 0,8 12 0,-1 10 0,3 4 0,2 14 0,0-5 0,0 11 0,0-5 0,0-2 0,2 1 0,3-1 0,5 0 0,7-1 0,2-5 0,4-5 0,-2-3 0,8-3 0,0-6 0,5 1 0,-1-9 0,-5 3 0,5-6 0,-5-6 0,-3-1 0,-2-5 0,2-7 0,-2 8 0,-2-8 0,-9 7 0,1-3 0,-7-2 0,5 0 0,-5-1 0,0 9 0,-6 1 0,0 8 0,7 8 0,3 1 0,7 9 0,-5 4 0,-1 1 0,0 2 0,7-2 0,5 2 0,0 4 0,-2-3 0,-8-5 0,-2 2 0,3-2 0,-6 6 0,-1-8 0,-7 4 0,-13-10 0,-4-1 0,-18-6 0,1 5 0,-10-7 0,4 2 0,-8-4 0,2-2 0,-2 0 0,2 0 0,0 0 0,12 0 0,-2 0 0,11-2 0,-2-4 0,6-4 0,4-7 0,11 0 0,19 0 0,6 0 0</inkml:trace>
  <inkml:trace contextRef="#ctx0" brushRef="#br0" timeOffset="26">27155 7496 8912,'-2'25'0,"-1"4"0,-5 3 0,-2 3 0,5 1 0,-5 4 0,2 6 0,5 3 0,-5 3 0,2 0 0,2-3 0,2-3 0,2-4 0,0-7 0,0-1 0</inkml:trace>
  <inkml:trace contextRef="#ctx0" brushRef="#br0" timeOffset="27">26433 7341 8912,'-12'0'0,"1"0"0,-3 0 0,-1 0 0,3-1 0,1-5 0,7 2 0,-2-7 0,4-3 0,2-1 0,8 2 0,2-3 0,1-3 0,1 0 0,-1-6 0,6 0 0,1 1 0,-1-1 0,-2-4 0,-3 6 0,-5 0 0,-5 6 0,2 0 0,2 0 0,-8 7 0,-14 2 0,-7 8 0,-7 14 0,3 7 0,-2 7 0,1 9 0,7 9 0,-2-1 0,6 5 0,5 2 0,6-6 0,12-1 0,11-6 0,12 1 0,3-4 0,3-2 0</inkml:trace>
  <inkml:trace contextRef="#ctx0" brushRef="#br0" timeOffset="28">28153 7066 8912,'-23'0'0,"1"0"0,0 0 0,3-2 0,2-1 0,0-3 0,0 2 0,0 2 0,-1-4 0,1 1 0,0 1 0,0 4 0,-1 6 0,1 5 0,6-1 0,-1 3 0,-1 4 0,-2 4 0,3 4 0,3-4 0,1 4 0,4 2 0,2-1 0,2 3 0,0 2 0,2-8 0,4-1 0,5 3 0,5-6 0,1 4 0,6-4 0,0-1 0,5-7 0,-5 1 0,2-3 0,-2 3 0,-4 3 0,4-4 0,-4 5 0,-3 1 0,-5 0 0,-3 0 0,-8 0 0,0-5 0,0-1 0,-2 1 0,-4 5 0,-3-2 0,-9-3 0,-5 3 0,0-4 0,1-3 0,4-2 0,1-4 0,0-4 0,0-4 0,7-11 0,-5-17 0,5-10 0</inkml:trace>
  <inkml:trace contextRef="#ctx0" brushRef="#br0" timeOffset="29">28480 7187 8912,'0'17'0,"0"0"0,0 0 0,0 1 0,-5 1 0,-1 4 0,-6-1 0,5 11 0,-1 3 0,0 1 0,-3 6 0,5 3 0,1 4 0,5 2 0,5-3 0,1-3 0,5 2 0,-5-8 0,8 0 0,-5-7 0,1-5 0,-5-5 0,-10-4 0,-5-2 0</inkml:trace>
  <inkml:trace contextRef="#ctx0" brushRef="#br0" timeOffset="30">28325 7290 8912,'10'-8'0,"0"1"0,-5-5 0,-1-3 0,8 3 0,-1 3 0,6-1 0,1 3 0,-1 3 0,2-4 0,4 2 0,2 3 0,3 8 0,3 5 0,-8 7 0,0 0 0,-6 1 0,0 4 0,0 1 0,-7 8 0,-4-2 0,-4 3 0,-2 2 0,-6 1 0,0-1 0,-7-5 0,1 0 0,-1-8 0,1 1 0,-3-10 0,6 3 0,-9-5 0</inkml:trace>
  <inkml:trace contextRef="#ctx0" brushRef="#br0" timeOffset="31">28756 7462 8912,'0'17'0,"0"0"0,0 0 0,0-7 0,0-2 0,2-8 0,3 0 0,-1-8 0,8-4 0,5-3 0,6-2 0,2-6 0,-2 0 0,1-5 0,5 5 0,2-6 0,-8 6 0,2-8 0,-3 3 0,-8 3 0,3 2 0,-11 4 0,0 2 0,-6 0 0,-6 1 0,-6 5 0,-3 5 0,-8 4 0,0 2 0,-7 8 0,1 3 0,2 10 0,-2 2 0,8 13 0,-2-1 0,4 9 0,2-4 0,8 8 0,3-2 0,4 1 0,2-1 0,9-4 0,9-7 0,8-5 0,7-7 0,9-8 0,4-15 0,9-3 0,3-9 0,5-7 0,-6-15 0,-1-1 0,-10 1 0,-4-6 0,-8 0 0,-1-6 0,-5 6 0,-9-1 0,-7 7 0,-8 0 0,11-1 0,-6 1 0</inkml:trace>
  <inkml:trace contextRef="#ctx0" brushRef="#br0" timeOffset="32">29444 7187 8912,'-17'15'0,"0"-4"0,-1 5 0,1-5 0,0-1 0,0 1 0,5-5 0,1 5 0,1 1 0,-1 5 0,1 0 0,5 0 0,3 1 0,-4-1 0,6 0 0,6 0 0,-3 0 0,9 1 0,5-9 0,6-3 0,2 2 0,-2-3 0,2 1 0,3-6 0,3-6 0,-8 1 0,6-9 0,-6 3 0,0-5 0,-6-1 0,8 0 0,-6 0 0,6 0 0</inkml:trace>
  <inkml:trace contextRef="#ctx0" brushRef="#br0" timeOffset="33">29771 7256 8912,'-8'-10'0,"5"2"0,-9 8 0,8 0 0,-5-5 0,3-1 0,4 0 0,-6 6 0,1 0 0,5 0 0,-6 0 0,8 0 0,2 0 0,4 0 0,-4 0 0,13 0 0,-11 0 0,7 0 0,-7-8 0,4-1 0</inkml:trace>
  <inkml:trace contextRef="#ctx0" brushRef="#br0" timeOffset="34">29668 7307 8912,'-6'12'0,"0"-1"0,-1-7 0,1 2 0,4-5 0,-6 7 0,8-4 0,-2 5 0,-3-1 0,3-2 0,-6 1 0,8-5 0,2 6 0,4-8 0,-4 0 0,7 6 0,-3 0 0,-4-1 0,6-5 0,-1 0 0,-5 0 0,8 6 0,-5 0 0,5-1 0,7-12 0,0-5 0,1 3 0,-1-3 0,0 1 0,0-6 0,6-6 0,0 0 0,-2-2 0,-9 2 0,1 4 0,-7-4 0,-1 4 0,-5 2 0,0 0 0,0-1 0,-7 3 0,-5 4 0,-5 3 0,-4 8 0,-4 0 0,-2 0 0,1 8 0,-3 3 0,-2 10 0,8 2 0,1 6 0,4-6 0,3 7 0,4-1 0,1-2 0,4 1 0,4-7 0,-3 2 0,5-4 0,5-2 0,5-7 0,7-4 0,2-4 0,4-2 0,4-8 0,7-3 0,-1-12 0,-4-6 0,3-4 0,-3-1 0,-2 0 0,1-1 0,-9-5 0,-1 0 0,-3-6 0,-8 2 0,1-3 0,0-7 0,-2-1 0,-6 3 0,-6 6 0,0 0 0,-7 8 0,9 6 0,-8 14 0,9 13 0,-3 16 0,4 8 0,2 16 0,0 7 0,0 4 0,0 5 0,0 6 0,6-3 0,-1 3 0,3-9 0,-2-2 0,-2-2 0,7 2 0,-5-4 0,5-10 0,3-1 0,1-3 0,2-9 0,0-1 0,2-9 0,4-9 0,-3-2 0,2-3 0,3-13 0,-2-10 0,0-5 0,-6-1 0</inkml:trace>
  <inkml:trace contextRef="#ctx0" brushRef="#br0" timeOffset="35">30339 6980 8912,'9'0'0,"7"0"0,-14 0 0,5 2 0,-7 4 0,0 4 0,0 7 0,0 2 0,0 4 0,2-4 0,4 4 0,-2-4 0,5-2 0,1 0 0,-1 1 0,5-3 0,9-4 0,-4-3 0,4-8 0,2 0 0,-2 0 0,5-10 0,-5-7 0,6-2 0,-6-10 0,0 6 0,-6-5 0,0 5 0,0-6 0,-7 8 0,-4-2 0,-2 6 0,1 6 0,-3 3 0,6 8 0,-10 8 0,-2 3 0,-2 4 0,3 3 0,1 5 0,2-1 0,-6 1 0,0-5 0,0-1 0,6 0 0,0 0 0,0-7 0,2-3 0,4-7 0,4-7 0,7-5 0,0-9 0,0-2 0,1-2 0,1 4 0,2-1 0,2 1 0,0 1 0,-6 3 0,0 8 0,0 3 0,0-2 0,1 3 0,-3 1 0,-4 9 0,3 11 0,-8 7 0,5 2 0,-5-3 0,1-2 0,-3 4 0,2-1 0,-2 0 0,-2 0 0,-2-6 0,0-7 0,-16 5 0,-3-5 0</inkml:trace>
  <inkml:trace contextRef="#ctx0" brushRef="#br0" timeOffset="36">30700 6430 8912,'-17'-7'0,"6"3"0,-1-8 0,6 7 0,-5-7 0,9 10 0,2 2 0,2 10 0,9 13 0,7 2 0,5 3 0,-1 5 0,3-7 0,2 9 0</inkml:trace>
  <inkml:trace contextRef="#ctx0" brushRef="#br0" timeOffset="37">30494 7668 8912,'-17'8'0,"-1"3"0,1 5 0,0 1 0,5 0 0,1 0 0,7 0 0,-2 0 0,5 1 0,1-1 0,0 0 0,0 0 0,0 0 0,0 1 0,0-7 0,0 1 0,0-9 0,0 13 0,0-16 0,0 0 0,0-8 0,0-9 0,0-2 0,0-4 0,1 2 0,5-8 0,-2 6 0,7-5 0,-5 7 0,6-2 0,-7 5 0,7 7 0,-6-4 0,5 3 0,1 5 0,5-1 0,-2 16 0,-2 3 0,-3 4 0,-2 3 0,-3-1 0,-5 0 0,6 0 0,0 0 0,0 0 0,-6 1 0,2-7 0,3 1 0,-1-9 0,8 3 0,-7-4 0,7-2 0,-1-2 0,6-4 0,1-5 0,-1-12 0,0 4 0,0-4 0,0 2 0,1 0 0,-1-2 0,0 0 0,0 6 0,-5 7 0,-1 5 0,-7 5 0,2 5 0,-4 5 0,-2 7 0,2 0 0,3 1 0,-3-7 0,4 0 0,2 1 0,-3 5 0,9-5 0,-3-3 0,5-1 0,1-3 0,0-5 0,0 0 0,0 0 0,1-5 0,-1-1 0,-6-7 0,1 1 0,-1-3 0,6-2 0,-1 5 0,-3 3 0,-1 1 0,-9-5 0,13 11 0,-14 2 0,5 15 0,-7 8 0,0 0 0,0-6 0,-2 6 0,-3 0 0,3 6 0,-4-5 0,4 1 0,2 0 0,0 0 0,0-2 0,0-4 0,0 4 0,0-4 0,0-2 0,0-5 0,0-1 0,0-7 0,0 4 0,8-16 0,1-2 0</inkml:trace>
  <inkml:trace contextRef="#ctx0" brushRef="#br0" timeOffset="38">31406 7256 8912,'-2'-10'0,"-2"2"0,-4 3 0,-1-1 0,3 13 0,-5 15 0,-5 10 0,-5 16 0,0 11 0,-9 17 0,-5 10 0,17-38 0,-2 0 0,-4 2 0,0 1 0,2 1 0,0-1 0,0 0 0,0 0 0,1-3 0,2 1 0,-10 43 0,7-12 0,2-9 0,5-14 0,4-9 0,5-16 0,4-9 0,2-6 0,2-7 0,4-4 0,3-8 0,8-10 0,1-7 0,-1-15 0</inkml:trace>
  <inkml:trace contextRef="#ctx0" brushRef="#br0" timeOffset="39">31681 7617 8912,'-6'-29'0,"-1"2"0,-3 2 0,-3 4 0,3 10 0,-1 5 0,-1-2 0,-5 3 0,0 1 0,0 2 0,-1 10 0,1 3 0,6 4 0,-1 3 0,3 5 0,-3-1 0,5 9 0,7-4 0,0 1 0,0 1 0,0-6 0,0 6 0,2-3 0,3 3 0,-1 2 0,8-8 0,-1 5 0,6-5 0,-5 6 0,-1-6 0,1 2 0,5-3 0,0-2 0,-2 2 0,-1-2 0,-3-3 0,-7 0 0,2 0 0,1 0 0,-1 1 0,-2-1 0,-10 0 0,-9-6 0,-10 1 0,-2 1 0,-3 3 0,-8-7 0,-3-3 0,-4 1 0,4-1 0,-5 0 0,6-6 0,-7 0 0,3-15 0,-8-4 0</inkml:trace>
  <inkml:trace contextRef="#ctx0" brushRef="#br0" timeOffset="40">32352 7427 8912,'-5'-17'0,"-1"0"0,0 9 0,6 8 0,0 16 0,0 12 0,0 5 0,0 1 0,0 6 0,0 2 0,0 2 0,0 4 0,0 0 0,0 0 0,2-4 0,4-2 0,-4-2 0,3-6 0,-3-1 0,-2-5 0,0-5 0,-7-4 0,-3-2 0</inkml:trace>
  <inkml:trace contextRef="#ctx0" brushRef="#br0" timeOffset="41">32111 7840 8912,'-17'-8'0,"0"-3"0,2 1 0,3-1 0,6-2 0,5-3 0,8 1 0,5 4 0,11-5 0,5 5 0,7-3 0,5 3 0,-2-4 0,6 3 0,0-1 0,0 1 0,-6-1 0,2 7 0,3-7 0,-3 1 0,0 5 0,-6 1 0,-7 4 0,-4 2 0,-4-7 0,-2 5 0,-9 2 0,-8 11 0,-2 6 0,-9 6 0,-3 4 0,-1 0 0,5 5 0,5-3 0,-3 1 0,2-1 0,0 2 0,6-8 0,2-1 0,4-4 0,4-3 0,7-4 0,0-3 0,0-8 0,8-2 0,2-4 0,2-7 0,-1-8 0,-7 0 0,2-8 0,-6 1 0,-5-7 0,-4-3 0,-8 4 0,-4-3 0,-8 14 0,-1-3 0,-16 9 0,-1-3 0,-11 15 0,-3 1 0,-7 10 0,-1 3 0,1 8 0,-1 8 0,0 2 0</inkml:trace>
  <inkml:trace contextRef="#ctx0" brushRef="#br0" timeOffset="42">31044 8648 8912,'10'-2'0,"-4"-3"0,-4-5 0,-2 0 0,0 5 0,-2 10 0,-2 7 0,-4 5 0,-1 6 0,-1 9 0,-1 9 0,-3 6 0,9-1 0,-1-2 0,6 0 0,0 0 0,0 0 0,0-6 0,0 2 0,2-9 0,3-3 0,5-14 0,7 1 0,0-15 0,-5-4 0,-1-7 0,9-8 0,6-16 0</inkml:trace>
  <inkml:trace contextRef="#ctx0" brushRef="#br0" timeOffset="43">31234 8769 8912,'-8'-18'0,"-1"3"0,-9 4 0,1-3 0,0 8 0,0 1 0,-1 5 0,1 2 0,0 3 0,0 5 0,0 7 0,-1 8 0,1 4 0,0 3 0,0 2 0,7 1 0,5-1 0,3-5 0,2 0 0,2-3 0,3 1 0,9-8 0,7-5 0,0-11 0,7 3 0,7-4 0,5-2 0,6-8 0,-6-3 0,8-12 0,-4-4 0,7-7 0</inkml:trace>
  <inkml:trace contextRef="#ctx0" brushRef="#br0" timeOffset="44">31475 8820 8912,'-18'10'0,"1"-1"0,0-3 0,0-4 0,0 4 0,7 3 0,-3 1 0,7 7 0,0 0 0,8 8 0,4 0 0,5-4 0,-1 2 0,1-12 0,-5 4 0,6 3 0,-9-9 0,13 6 0,-14-13 0,5 6 0,-1-16 0,0-3 0,-2-6 0,-3-6 0,1 2 0,4-8 0,-4 6 0,4-5 0,1 1 0,-1-2 0,6 4 0,-7 8 0,7 0 0,-6 0 0,1 5 0,-1 1 0,-2 7 0,5-4 0,-1 1 0,3 7 0,-5 0 0,6 2 0,-7 9 0,3-5 0,-2 5 0,-4-5 0,3 5 0,-3-5 0,-2 6 0,6-7 0,0 7 0,0-8 0,-5 5 0,5-5 0,6 2 0,-3-1 0,3-5 0,-7 0 0,7 0 0,-6 0 0,5 0 0,-7-7 0,11-3 0,-11-1 0,8-1 0,-7 7 0,7-7 0,-8 8 0,3-3 0,1 7 0,-6 7 0,13-5 0,-11 12 0,7-9 0,-5 1 0,6-6 0,-7 6 0,7 0 0,1-3 0,-5-1 0,7-2 0,-11 0 0,7 0 0,-5 0 0,6 0 0,-1-7 0,6-3 0</inkml:trace>
  <inkml:trace contextRef="#ctx0" brushRef="#br0" timeOffset="45">32215 8442 8912,'-6'-12'0,"0"1"0,0 7 0,-1-4 0,3 10 0,-8 4 0,7 11 0,-7 12 0,7 11 0,-7 8 0,-1 7 0,-3 8 0,1 4 0,4 2 0,-3 5-139,8 1 1,1-1 138,5-5 0,0-8 0,0-3 0,7-13 0,5-4 0,1-13 0,-1-5 0,3-11 0,-3-7 0,10-10 0,5-5 0</inkml:trace>
  <inkml:trace contextRef="#ctx0" brushRef="#br0" timeOffset="46">32404 8476 8912,'-6'-17'0,"0"0"0,-5 0 0,5-1 0,-7 9 0,11 1 0,-6 10 0,8 4 0,2 9 0,4 8 0,-2 10 0,5-1 0,-1 6 0,-4 0 0,-2 4 0,-2-1 0,0 4 0,0-4 0,5-1 0,1-6 0,0 6 0,-6 0 0,0-5 0,0-7 0,0-7 0,0 2 0,0-9 0,0-3 0,0-7 0,0 2 0,0-12 0,0-6 0,0-5 0,2-6 0,2-5 0,1-5 0,9 1 0,-3 3 0,5-1 0,1 7 0,0 0 0,0 6 0,-5 1 0,-1 5 0,1 3 0,5 8 0,-6 0 0,1 0 0,-7 8 0,5 5 0,0 6 0,-1 4 0,1 0 0,1-6 0,5 4 0,-5-4 0,4 4 0,2-9 0,6-4 0,0-3 0,2-3 0,-2-2 0,-4-7 0,4-5 0,2-5 0,-2-6 0,0 2 0,-6-8 0,0 1 0,1 1 0,-3-6 0,-4 5 0,3 3 0,-8 2 0,-1-4 0,-5 8 0,0 2 0,0 11 0,0 12 0,-2 9 0,-3 8 0,3 8 0,-4-3 0,4 5 0,2 1 0,0 1 0,0-1 0,2 0 0,4 1 0,-2-6 0,7-1 0,0-7 0,7 2 0,5-10 0,0-1 0,-1-10 0,-4-2 0,-1-15 0,0-12 0</inkml:trace>
  <inkml:trace contextRef="#ctx0" brushRef="#br0" timeOffset="47">33213 7341 8912,'-10'-7'0,"3"5"0,7-4 0,0 12 0,15 21 0,8 19 0,7 17 0,5 23 0,-18-34 0,0 3 0,1 6 0,-1 4 0,-4 14 0,-2 4-595,-1 10 0,-2 3 1,-2 0-1,-3 1 595,-2 1 0,-2-1 0,-2-9 0,-3-2 0,-2-5 0,-2-2 0,-1-4 0,-4-3 2,-5-5 1,0-2-1,1 3 1,-1 0-1,-2-2 1,-2 0-1,1 2 1,1 1-3,0 3 0,0-1 0,-3-5 0,0 0 0,4 8 0,0 1 0,-2-6 0,0 0 0,2 1 0,0 1 0</inkml:trace>
  <inkml:trace contextRef="#ctx0" brushRef="#br0" timeOffset="48">14696 12242 8912,'-27'0'0,"3"0"0,6 0 0,1-2 0,0-2 0,0-2 0,7 0 0,4 6 0,14 0 0,9 0 0,2-2 0,10-1 0,4-3 0,5 2 0,0 0 0,8-2 0,0 3 0,6-9 0,5 6 0,2-3 0,0-1 0,1 1 0,5-1 0,-2-1 0,-4-3 0,-2 9 0,-11-7 0,-6 7 0,-11-7 0,-6 6 0,-11 1 0,-5 5 0,-14 0 0,-3 0 0,-7 0 0,5 5 0,1 1 0,7 7 0,-4-3 0,1 0 0,5-3 0,-6-7 0,8 0 0</inkml:trace>
  <inkml:trace contextRef="#ctx0" brushRef="#br0" timeOffset="49">15539 11777 8912,'-7'-17'0,"5"0"0,-4 0 0,4 7 0,4 1 0,2 14 0,2 14 0,7 18 0,-1 9 0,1 5 0,0 5 0,-1 3 0,1 2 0,1-4 0,-3 6 0,2 6 0,-7 6 0,0 7-185,-6-2 1,-8-4 0,-1 1 0</inkml:trace>
  <inkml:trace contextRef="#ctx0" brushRef="#br0" timeOffset="50">16417 11880 8912,'0'-11'0,"0"0"0,0-3 0,0-1 0,0 3 0,0 1 0,0 9 0,0 2 0,0 10 0,2 13 0,2 5 0,2 5 0,-1 7 0,-5 0 0,0 8 0,0-3 0,0 3 0,0-2 0,-2 2 0,-3-8 0,-5 0 0,1 2 0,-5-13 0,8-1 0,-7-7 0,11-11 0,-11-12 0,7-15 0,0-12 0,6-17 0,8-7 0,3-16 0,3-2 0,-3-3 0,5 1 0,-5-7 0,2 0-184,-1-6 0,3 4 184,-3 7 0,1 10 0,-2 19 0,3 6 0,-8 12 0,1 11 0,-1 11 0,-2 8 0,5 9 0,1 10 0,-1 4 0,3 13 0,5-3 0,6 10 0,0 1 0,0 6 0,-6 5 0,0 2 0,1 4 0,-1-3 0,0-7 0,0 3 184,0 1 0,-1 0-184,-5-5 0,3-3 0,-9-3 0,7 0 0,-6-12 0,-1-3 0,-12-21 0,-3-3 0</inkml:trace>
  <inkml:trace contextRef="#ctx0" brushRef="#br0" timeOffset="51">16331 12173 8912,'-6'-12'0,"1"1"0,-3-1 0,2-5 0,4 6 0,-3-1 0,3 1 0,11-6 0,8-1 0,10 1 0,13 0 0,6 0 0,12 0 0,3-1 0,8 1 0,-2 2 0,-4 3 0,-4-1 0,-7 7 0,-5-5 0,-5 5 0,-7 2 0,-18 2 0,0 2 0,-11 0 0,2 0 0,-14 8 0,0 4 0,2 3 0,-3 4 0,1 4 0,0-4 0,6 4 0,0 2 0,0-2 0,0 5 0,0-5 0,0 0 0,0-6 0,2-5 0,4-1 0,-2-1 0,7 1 0,4-5 0,6-4 0,0-2 0,8 0 0,0-8 0,5-3 0,-5-10 0,0-2 0,-6-2 0,5 2 0,-7 2 0,2-8 0,-9 14 0,-3-2 0,-7 4 0,11-5 0,-13 9 0,6 3 0,-8 12 0,0 5 0,0 5 0,2 3 0,1 2 0,3 2 0,8 0 0,-3-6 0,4 6 0,3 0 0,6 0 0,5-6 0,0-6 0,5 1 0,-3-9 0,9 3 0,-4-4 0,-1-2 0,-3-8 0,-3-3 0,11-12 0,-4-4 0</inkml:trace>
  <inkml:trace contextRef="#ctx0" brushRef="#br0" timeOffset="52">17966 12001 8912,'-23'-8'0,"0"-3"0,0-3 0,6 3 0,-6 3 0,0 8 0,-8 2 0,3 4 0,-3 5 0,2 12 0,-1 2 0,7 4 0,2 3 0,9-3 0,-1-2 0,7 1 0,0-1 0,6 2 0,2-4 0,4-8 0,4-8 0,7-3 0,8-4 0,3-2 0,5-2 0,3-6 0,3-9 0,1-10 0,0-5 0,-6-2 0,1-3 0,-1-3 0,-7 2 0,-4-8 0,-4 4 0,-2-10 0,-7 5 0,-5-11 0,-3 1 0,-2 6 0,-7-3 0,-5 14 0,-1 7 0,1 11 0,-3 12 0,5 10 0,1 10 0,-1 20 0,5 10 0,3 10 0,-4 7 0,4-1 0,2 7 0,0-2 0,0 2 0,8-4 0,3-7 0,4-8 0,3-4 0,7-6 0,3-5 0,5-8 0,1-8 0,2-5 0,5-8 0,-5-10 0,4-7 0,-9-8 0,-3-9 0,-7-1 0,2 1 0,-5 0 0,-7-1 0,-3-5 0,-8 0 0,0 6 0,0 7 0,0 2 0,0 4 0,0 2 0,-2 9 0,-4 5 0,4 7 0,-4 9 0,4 8 0,2 15 0,-5 1 0,-1-1 0,0 1 0,6-1 0,6 0 0,0 1 0,1-1 0,-1-1 0,6-5 0,3-5 0,4-6 0,4-5 0,-2 1 0,8-7 0,-8 0 0,2-6 0,-10-8 0,-1-3 0,-3-7 0,3-5 0,-5-3 0,-7-9 0,0 1 0</inkml:trace>
  <inkml:trace contextRef="#ctx0" brushRef="#br0" timeOffset="53">18551 11451 8912,'-23'0'0,"-2"0"0,0 0 0,0 0 0,2 2 0,6 3 0,0-1 0,0 8 0,5-1 0,3 6 0,1 0 0,2-7 0,6 5 0,0-13 0,8 6 0,-6-8 0,8-6 0,-7-2 0,3-1 0,0 5 0,-6-11 0,0 13 0,0-6 0,8 14 0,3 0 0,4 5 0,2-5 0,1 7 0,-1-1 0,15 3 0,5 2 0</inkml:trace>
  <inkml:trace contextRef="#ctx0" brushRef="#br0" timeOffset="54">19016 11794 8912,'-20'-9'0,"-2"-8"0,8 5 0,-3-5 0,-2 11 0,-4 1 0,-8 10 0,3 7 0,-3 13 0,2 9 0,-1 2 0,7 10 0,0-2 0,6 2 0,7 2 0,4-8 0,14 0 0,9-6 0,12-1 0,9-5 0,6-8 0,8-9 0,-6-9 0,-1-2 0,-1-4 0,2-13 0,-4-2 0,-7-10 0,-6-5 0,-1-1 0,-13-1 0,1-8 0,-9 0 0,-8 0 0,-15-2 0,-12-5 0,-15 7 0,-8 4 0,-16 11-213,-13 6 0,-5 12 213,-1 5 0,10 8 0,7 9 0,10 16 0,13 19 0,6 9 0,13 5 0,10 1 0,9 4 0,23-6 0,14-2 0,4-11 0,18-4 0,1-7 0,9-1 0,6 0 0</inkml:trace>
  <inkml:trace contextRef="#ctx0" brushRef="#br0" timeOffset="55">14404 17107 8912,'-18'-6'0,"1"1"0,0-1 0,0 8 0,-2 6 0,0 7 0,-1 8 0,5 3 0,4 3 0,-1 7 0,6 3 0,5 1 0,1 6 0,0-6 0,0-2 0,0-2 0,0-1 0,0-1 0,1-2 0,5-3 0,-4-10 0,4-7 0,-4-8 0,-2-4 0,0-12 0,-2-11 0,-4-6 0,4-5 0,-4-6 0,5 2 0,1-8 0,0 6 0,0-4 0,0 2 0,0 4 0,1 1 0,5 3 0,-2 7 0,8 4 0,-1 6 0,6 6 0,0 3 0,1 8 0,-1 8 0,0 3 0,2 6 0,2 4 0,2 4 0,-2 2 0,-2 2 0,-2 5 0,6-2 0,0-3 0,0-2 0,-5-4 0,-1-6 0,0 0 0,0-2 0,0-9 0,1 0 0,-1-6 0,-6 0 0,1-2 0,-1-4 0,-1-5 0,-1-6 0,-3-6 0,-4 2 0,4-8 0,1 6 0,-1-6 0,0 6 0,-6-5 0,0 7 0,0-2 0,0 4 0,0 2 0,0 7 0,0 4 0,0 12 0,0 4 0,0 7 0,2 8 0,3 3 0,-3-1 0,6 0 0,0-1 0,3 1 0,-1-6 0,1 2 0,1-4 0,5-2 0,0 1 0,0-1 0,1-6 0,-1 1 0,0-8 0,0 3 0,0-14 0,1-11 0,-1-8 0</inkml:trace>
  <inkml:trace contextRef="#ctx0" brushRef="#br0" timeOffset="56">15092 17193 8912,'-17'0'0,"0"0"0,-1 0 0,1 0 0,0 0 0,7 0 0,3 8 0,7 3 0,0 5 0,0 1 0,7-2 0,5-4 0,3 5 0,2-5 0,6 3 0,0-3 0,8 2 0,-2-7 0,-3 0 0,1-6 0,-2 0 0,-4 0 0,4 0 0,-2 0 0,-2-2 0,-10-4 0,5-3 0,-5-9 0,-1 1 0,1 0 0,-7 0 0,2 0 0,-4 0 0,-2-1 0,0 1 0,0 0 0,0 0 0,0 0 0,0-1 0,0 7 0,-2 1 0,-4 3 0,4 1 0,-6 6 0,8 0 0,0 0 0,0 8 0,0-5 0,0 9 0,0-6 0,0 5 0,0 2 0,0 3 0,0 1 0,2 0 0,4 0 0,-4 1 0,4-1 0,-4 0 0,-2 0 0,0 0 0,0 0 0,0 1 0,5-1 0,1 0 0,0-5 0,-6-1 0,0-7 0,0 3 0,0-14 0,0-5 0,2-3 0,1-2 0,3 0 0,-2-1 0,-2-4 0,-2-1 0,6 0 0,-1 6 0,3-1 0,-2 1 0,-4 0 0,3 0 0,3 5 0,-2 1 0,7 7 0,-1-2 0,3 4 0,-4 4 0,1 4 0,-1 4 0,7 7 0,-3 0 0,-4 0 0,5 2 0,-7 2 0,3 2 0,-1-2 0,-7-2 0,2-2 0,-4 1 0,-2-1 0,0-6 0,0 1 0,0-8 0,0 3 0,0-7 0,2-13 0,3-4 0,-3-6 0,4 0 0,2 4 0,-3-4 0,7-2 0,-6 2 0,5 0 0,-3 6 0,1 0 0,5 0 0,1 5 0,2 1 0,0 7 0,6 6 0,0 13 0,-2 8 0,-2 4 0,1 1 0,2 7 0,-1-7 0,8 1 0,0-6 0,5 6 0,-5-10 0,0 0 0,-1-8 0,-1-3 0,4-2 0,-8-6 0,5-8 0,-5-3 0,0-7 0,-6-5 0,-1 4 0,-5-4 0,3-1 0,-9 1 0,1 0 0,-6 4 0,-2-2 0,-4-2 0,3 2 0,-9 9 0,1-1 0,-7 7 0,1 0 0,0 6 0,0 0 0,0 0 0,-1 10 0,1 7 0,2 0 0,1 8 0,5-2 0,1 0 0,3 8 0,5-3 0,0-1 0,0 2 0,0-8 0,0 2 0,7-4 0,5-2 0,3-2 0,2-3 0,8-5 0,4-7 0,1-2 0,-1-3 0,7-5 0,-7-7 0,7-8 0,-7-4 0,-2 3 0,1-3 0,-7 6 0,2-6 0,-3 6 0,-3-5 0,-6 7 0,1-2 0,-8 4 0,1 2 0,-3 7 0,-2 4 0,0 12 0,0 4 0,0 7 0,0 0 0,0 0 0,6 0 0,0 1 0,7-7 0,-2 0 0,-1-1 0,2 1 0,-1 3 0,6-8 0,0-3 0,1-1 0,-1-2 0,0 0 0,0 0 0,0 0 0,1-7 0,-1-5 0,0-3 0,0-2 0,1 0 0,-1-1 0,-2 1 0,-4 0 0,5 0 0,-5 0 0,5-1 0,1 1 0,-6 8 0,1 3 0,-8 6 0,1 6 0,3 3 0,-2 8 0,-1 2 0,3 4 0,0-2 0,3 8 0,-1-8 0,-5 2 0,-1 2 0,8-2 0,-7 0 0,5-6 0,-2 0 0,-4 0 0,5 0 0,-7-7 0,6-10 0,-8-10 0</inkml:trace>
  <inkml:trace contextRef="#ctx0" brushRef="#br0" timeOffset="57">17054 16970 8912,'-17'-18'0,"-1"3"0,1 2 0,0 1 0,7 9 0,3-5 0,14 8 0,5 6 0,11 1 0,5 3 0,7-4 0,5 5 0,12-7 0,9 3 0</inkml:trace>
  <inkml:trace contextRef="#ctx0" brushRef="#br0" timeOffset="58">17708 16952 8912,'-29'-7'0,"0"-5"0,6 5 0,-5 1 0,7 6 0,-2 6 0,4 5 0,1 12 0,1 4 0,2 7 0,3 1 0,7-1 0,3 2 0,2 4 0,0-3 0,0 3 0,2-6 0,3-5 0,11-2 0,7-4 0,7-6 0,-1 0 0,3-9 0,3-7 0,5-2 0,0-5 0,0-4 0,-5-7 0,7-6 0,4 0 0,3-5 0,3 5 0,-2-6 0,-4 6 0,-4-6 0,-8 6 0,-3-5 0,-8 5 0,-8 0 0,-19 6 0,-7 0 0,-10 7 0,-19 4 0,1 6 0,-7 6 0,8 4 0,-2 7 0,6 0 0,5 0 0,4 0 0,8-1 0,0-3 0,-1-2 0,9 1 0,3 5 0,4-7 0,10 3 0,3-7 0,5 0 0,1-6 0,8 0 0,3 0 0,5-8 0,1-2 0,-1-1 0,-5-1 0,3 1 0,-8-6 0,6 0 0,-6-1 0,-2 1 0,-10 0 0,3 6 0,-9-1 0,3 8 0,-2-1 0,-4 3 0,5 9 0,-7 5 0,2 1 0,4-1 0,-2 3 0,7-4 0,1 3 0,5-3 0,2 2 0,4-7 0,-2 0 0,8-6 0,1 0 0,3 0 0,-1-8 0,-3-3 0,3-6 0,-3-6 0,-2 2 0,2-8 0,-8 0 0,2-5 0,-4-6 0,-2 0 0,-8-8 0,-3 0 0,-4-5 0,-2-5 0,0 1 0,0 6 0,-8-1 0,-3 0 0,-4 8 0,-3 4 0,1 14 0,0 8 0,0 9 0,0 9 0,5 9 0,1 9 0,-3 8 0,-1 7 0,5 9 0,5 4 0,-3 3 0,2 3 0,2 1 0,10 5 0,0-3 0,11 8 0,-2-7 0,14 1 0,2-9 0,9-2 0,11-6 0,11 2 0,1-6 0,0-9 0,0-14 0,6-5 0,0-8 0</inkml:trace>
  <inkml:trace contextRef="#ctx0" brushRef="#br0" timeOffset="59">19773 16488 8912,'-10'-17'0,"-3"0"0,7 0 0,0-1 0,8 17 0,4 6 0,-2 16 0,7 8 0,-7 9 0,2 2 0,2 8 0,-3-2 0,-1 4 0,-2 1 0,-2-1 0,0-4 0,0 3 0,0-3 0,-2 2 0,-4-2 0,3-4 0,-9-8 0,6-7 0,-5-4 0,1-14 0,-1-9 0,1-7 0,4-10 0,5-8 0,-5-4 0,-2 2 0,2-1 0,-5 5 0,5-6 0,-7 6 0,3-4 0,1 3 0,3 3 0,4 1 0,2 3 0,0 0 0,4 2 0,7 3 0,9-1 0,14 7 0,0-5 0,3 5 0,1 0 0,2-1 0,6 3 0,-6-8 0,0 9 0,-5-3 0,-9 4 0,-3 2 0,-3 0 0,-11 2 0,-3 4 0,-4 3 0,-4 10 0,-4 2 0,-5 2 0,1 8 0,-1-3 0,7-1 0,-2 2 0,4-2 0,2 1 0,2-3 0,4-8 0,3 0 0,9 1 0,1-9 0,2-3 0,4-4 0,1-2 0,1-14 0,2-3 0,-6-11 0,-12-1 0,-3-4 0,-8-1 0,-2 0 0,-4-1 0,-11 1 0,-10 1 0,-1 5 0,-1 5 0,-6 6 0,-5 5 0,0 5 0,6 7 0,5 15 0,0 8 0,8 7 0,-2 5 0,-3-1 0,-1 0 0</inkml:trace>
  <inkml:trace contextRef="#ctx0" brushRef="#br0" timeOffset="60">21442 16849 8912,'15'-17'0,"-1"0"0,-5 0 0,1 0 0,-3-1 0,1 1 0,-4 0 0,-2 0 0,-2 0 0,0-1 0,0 1 0,0 10 0,0 8 0,0 15 0,0 9 0,0 9 0,-2 0 0,-2 3 0,-4 1 0,-1 2 0,3 6 0,-5-6 0,7 0 0,-2-6 0,-2 1 0,3-1 0,-7-7 0,7-4 0,-1-4 0,-2-2 0,6 0 0,-5-7 0,7-2 0,0-16 0,0-5 0,0-8 0,0-8 0,0-4 0,0-1 0,0 0 0,2-1 0,3 1 0,-3-4 0,4 3 0,2-1 0,-3 13 0,7-6 0,-7 6 0,9 2 0,-3 8 0,5 3 0,1 3 0,6 3 0,0 10 0,0 5 0,-6 12 0,6-2 0,0 8 0,-2 1 0,-2 3 0,4 1 0,0 1 0,0-9 0,-6-3 0,6-4 0,0-1 0,0-3 0,-6-4 0,0-3 0,0-8 0,1 0 0,-1-8 0,-2-1 0,-3-8 0,-3-6 0,-3 0 0,-4 0 0,4 6 0,-5-6 0,-1 0 0,2-6 0,2 4 0,2 0 0,-2 1 0,-2 1 0,-2 11 0,0 1 0,0 7 0,-2-2 0,-2 12 0,-2 5 0,0 10 0,6 2 0,0 8 0,0-2 0,0-3 0,0 1 0,0 0 0,0 0 0,0-6 0,0 1 0,2-4 0,4-7 0,-2 3 0,7-9 0,1 1 0,5-6 0,0 0 0,1 0 0,-1-8 0,0-3 0,0-4 0,0-3 0,-1-5 0,-5 1 0,4-3 0,-3 2 0,-3 4 0,3-4 0,-8-2 0,3 2 0,1 2 0,-6 2 0,6 9 0,-8 10 0,-2 6 0,-2 9 0,-2 4 0,0 4 0,6 0 0,0-2 0,0 6 0,2-2 0,4-4 0,-2-4 0,7-5 0,1 1 0,5-7 0,0 5 0,2-5 0,2-2 0,2-2 0,2-8 0,-2 0 0,-4-7 0,4 1 0,-4-9 0,-1-4 0,-1 1 0,0-1 0,-2-4 0,-3 6 0,1-2 0,-7 2 0,0 4 0,-6-5 0,0 14 0,-6 10 0,0 11 0,-2 7 0,3 5 0,1 1 0,-8 5 0,9 2 0,-3-8 0,4-1 0,2-2 0,0 1 0,0 1 0,-6-4 0,0-7 0,1 1 0,5 5 0,0-8 0,0-1 0,0-23 0,0 3 0,0-11 0,2-2 0,3 3 0,-3-9 0,6 4 0,-2-1 0,-1-1 0,7 8 0,-6-2 0,1 4 0,-1 2 0,-2 1 0,7 5 0,-5 3 0,6 8 0,-1 0 0,6 2 0,0 4 0,1 5 0,-1 5 0,-2 7 0,-3 0 0,3-1 0,-4-4 0,-3-7 0,-2 1 0,-2-3 0,1 3 0,-3-3 0,4-3 0,-4-4 0,-2 5 0,0-7 0,-8 0 0,6-7 0,-13-10 0,5-10 0</inkml:trace>
  <inkml:trace contextRef="#ctx0" brushRef="#br0" timeOffset="61">21649 16557 8912,'9'-17'0,"4"5"0,-7 1 0,8-1 0,-13-5 0,7 8 0,-6 1 0,4 8 0,-4 2 0,3 4 0,-3-4 0,-2 13 0,0-6 0</inkml:trace>
  <inkml:trace contextRef="#ctx0" brushRef="#br0" timeOffset="62">21442 16488 8912,'-2'-11'0,"-4"3"0,-5 6 0,-2 10 0,-1 19 0,3 11 0,-3 10 0,-1 9 0,-2 17 0,5 5 0,1 7 0,7 5 0,-2-1 0,4-6 0,2-7 0,0-14 0,0-6 0,2-19 0,4-9 0,-4-16 0,6-5 0,-8-10 0,0-4 0,0-7 0,0-8 0,1 0 0,5-8 0,-2-1 0,7-11 0,-5 5 0,6-4 0,-1-2 0,6 2 0,3 0 0,1 5 0,3 1 0,3 0 0,-4 5 0,6 0 0,-1 10 0,7 2 0,-1 7 0,1 12 0,-1 6 0,1 9 0,-7 8 0,1 9 0,-10 3 0,-2 3 0,-7-2 0,-10 8 0,-2-8 0,-4 2 0,-7-3 0,-14-3 0,-7-2 0,-3-3 0,1 0 0,2-12 0,-1 2 0,1-13 0,7 5 0,4-5 0,4 0 0,9-14 0,5-3 0,3-7 0,2-5 0,7-3 0,5-9 0,3 1 0,10 0 0,2-1 0</inkml:trace>
  <inkml:trace contextRef="#ctx0" brushRef="#br0" timeOffset="63">22113 16866 8912,'0'-17'0,"0"17"0,0 12 0,-2 11 0,-4 11 0,5 2 0,-5 4 0,4-3 0,2 3 0,0-2 0,0 0 0,0 2 0,0-1 0,6-5 0,-1-5 0,9-3 0,-3-3 0,-3-4 0,7-9 0,-5-12 0</inkml:trace>
  <inkml:trace contextRef="#ctx0" brushRef="#br0" timeOffset="64">22113 16677 8912,'-34'10'0,"5"3"0,0-7 0,8 5 0,0-3 0,8 2 0,-2-7 0,15 5 0,0-8 0,2 0 0,9 0 0,0-6 0,7 1 0,5-9 0,0 3 0,-2-4 0,-2-3 0,-2 3 0,0 4 0,-5-3 0,-1 9 0,1-9 0,-1 12 0,1-4 0,-1 5 0,6-7 0,0-2 0</inkml:trace>
  <inkml:trace contextRef="#ctx0" brushRef="#br0" timeOffset="65">22595 17021 8912,'0'-17'0,"0"0"0,0 0 0,0-1 0,0 9 0,0 1 0,0 10 0,0 4 0,0 5 0,0 12 0,0 4 0,0 2 0,0-1 0,-2 1 0,-4 5 0,4-5 0,-3 0 0,3-6 0,2 5 0,0-7 0,0 4 0,0-8 0,0-7 0,0-3 0,0-10 0,0-9 0,2-1 0,3-18 0,7-3 0,3-4 0,4-4 0,4 2 0,-2 1 0,8-7 0,-8 14 0,2-2 0,2 11 0,-2 0 0,0 6 0,-6 5 0,0 4 0,0 8 0,-5 8 0,-1 4 0,1 9 0,5 2 0,0 5 0,0-5 0,1 6 0,-1-4 0,2-1 0,4 1 0,-2-2 0,8-6 0,-1-7 0,7-4 0,-1-4 0,1-2 0,-1-2 0,0-4 0,-1-4 0,-4-7 0,-5-2 0,-6-4 0,-9 4 0,-3-4 0,-6-2 0,-8 0 0,-7 1 0,-6-1 0,-8 8 0,6 5 0,-7 8 0,1-1 0,2 3 0,-1 2 0,7 7 0,-2 5 0,3 5 0,3 6 0,2-4 0,3 4 0,-1-4 0,7-2 0,1 0 0,5 1 0,0-1 0,7-2 0,5-3 0,3-5 0,2-7 0,6 0 0,0 0 0,6-7 0,-6-5 0,5-3 0,-5-2 0,6-1 0,-6 3 0,0 2 0,2 1 0,-12 7 0,4-7 0,-3 8 0,3-1 0,0 3 0,0 9 0,1 5 0,-1 3 0,0 2 0,0-5 0,0-1 0,3-1 0,3 1 0,-2-3 0,7-8 0,-5 0 0,6 0 0,1-4 0,3-7 0,-1-1 0,-3-11 0,2-4 0,-8-1 0,-2-5 0,-10-1 0,3-1 0,-9 1 0,-1 5 0,-10 1 0,-3 7 0,-8-2 0,-2 11 0,-4 7 0,3 3 0,-2 2 0,4 2 0,5 3 0,3 7 0,3 3 0,1 4 0,6 4 0,0-2 0,0 8 0,8-8 0,3 2 0,4-2 0,3 2 0,5-10 0,-1 4 0,9-3 0,-2 3 0,1-6 0,-1-1 0,-4-1 0,0 1 0,-6-6 0,4 1 0,-4 5 0,-4-6 0,-3 7 0,-3-7 0,-3 2 0,-2-4 0,7-2 0,-5 0 0,6 0 0,-1 0 0,6 0 0,-5-6 0,-1-2 0,3 1 0,1-1 0,2-5 0,-2 9 0,-1-6 0,-3 3 0,-7 1 0,4 6 0,-1 0 0,-3 0 0,8 0 0,-7 0 0,7 0 0,-1 0 0,6 0 0,1 0 0,-1 0 0,0-2 0,0-4 0,2-3 0,2-8 0,2-1 0,-2 1 0,-3 6 0,-7-1 0,4 1 0,-5-6 0,0 7 0,-3 6 0,-9 14 0,-3 7 0,1 17 0,-8 1 0,1 11 0,-6 0 0,5 5 0,1 6 0,5-9 0,-6 4 0,1-3 0,1 1 0,1-6 0,3-4 0,2-5 0,-7-7 0,7-3 0,-4-15 0,1-10 0,-3-10 0</inkml:trace>
  <inkml:trace contextRef="#ctx0" brushRef="#br0" timeOffset="66">24918 16196 8912,'17'-34'0,"2"7"0,4 4 0,4 13 0,8 12 0,-1 15 0,0 16 0,-5 18 0,0 18 0,-8 8-427,2 9 0,-12 7 427,-7-45 0,-2 2 0,-1 4 0,-2 1 0,-1 2 0,-2 0 0,-3 2 0,-3 1 0,-3 0 0,-3 0 0,-3-3 0,-4-1 0,-1-1 0,-3 0 0,-4 1 0,-3-1 0,-4 2 0,-3 1 0,-6 7 0,-3 0 0,-9 1 0,-3 0 0,-2 3 0,-2-1 0,-4-4 0,-3-2 0,22-17 0,-1 0 0,0-1 0,-3-1 0,0 1 0</inkml:trace>
  <inkml:trace contextRef="#ctx0" brushRef="#br0" timeOffset="67">14197 16677 8912,'-23'10'0,"-2"-4"0,-1-3 0,-5 5 0,-2 11 0,-3 16 0,-4 14 0,-12 30 0,22-30 0,-1 3 0,1 5 0,1 2 0,2 2 0,2 1 0,3 1 0,2 2 0,5-2 0,3 2 0,3-1 0,3 0-63,3 0 0,4 0 0,5-6 1,5-2-1,5-6 0,5-2 0,28 32 63,13-13 0,-23-36 0,4-3 0,3-2 0,2-2 0,5-1 0,3-2 0,6-2 0,2-4 0,4-4 0,1-3 0,9-4 0,-1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877"/>
    </inkml:context>
    <inkml:brush xml:id="br0">
      <inkml:brushProperty name="width" value="0.05292" units="cm"/>
      <inkml:brushProperty name="height" value="0.05292" units="cm"/>
      <inkml:brushProperty name="color" value="#3165BB"/>
    </inkml:brush>
  </inkml:definitions>
  <inkml:trace contextRef="#ctx0" brushRef="#br0">5300 5588 8912,'17'-37'0,"1"1"0,-3 0 0,-2 3 0,-3 3 0,-2 3 0,-5 4 0,-1 4 0,-2 2 0,8 0 0,2-1 0</inkml:trace>
  <inkml:trace contextRef="#ctx0" brushRef="#br0" timeOffset="1">5369 5278 8912,'-9'-17'0,"-5"0"0,8 0 0,-5 5 0,3 1 0,-1-3 0,-5-1 0,-1 6 0,-2 1 0,-2 2 0,-4 0 0,-14 3 0,-14 8 0,-8 5 0,13 7 0,6 0 0</inkml:trace>
  <inkml:trace contextRef="#ctx0" brushRef="#br0" timeOffset="2">4612 5347 8461,'-50'18'0,"0"0"0,-2 2 0,-1 0 0,-3 3 0,0 0 0,-5 2 0,-1 0 0,-3 1 0,-2 0 0,-1-1 0,-1 1 0,-1 0 0,2 0-140,7-1 0,1 1 0,-2 0 0,0 0 0,4 0 0,-1 1 140,-5 3 0,4-2 0,-9 2 0,8 1 0</inkml:trace>
  <inkml:trace contextRef="#ctx0" brushRef="#br0" timeOffset="3">2977 6069 8912,'-63'52'0,"0"-1"0,7 1 0,-10-8 0,16 4 0,4-8 0,8-8 0,20-9 0,-3 4 0,10 2 0,3 3 0,3 2 0,-3 1 0,2 1 0,2 4 0,2 6 0,2 11 0,0 6 0,0 6 0,0 6 0,0-1-220,0 12 1,2-9 219,4 9 0,4 1 0,7 7 0,2 2 0,-8-47 0,1 1 0,9 38 0,8-2 0,-1-6 0,7 0 0,-1 4 0,1-4 0,-1 1 0,0-7 0,3-1 0,1-16 0,4 0 0,2 3 0,4-15 0,9 1 0,1-2 0,10-4 0,7 2 0,-30-21 0,2-1 0,41 14 0,-42-17 0,-1 0 0,43 18 0,0-7 0,-40-12 0,0 1 0,6 0 0,1 0 0,-3-2 0,1-1 0,4 1 0,1-1 0,-4-3 0,-1 0-172,-1 4 0,-1-1 0,2-3 0,-1-1 172,3 2 0,-1-1 0,0-4 0,-1-3 0,5 0 0,-1-2 0,1 0 0,-1-2 0,-1 0 0,1 0 0,-1 0 0,1 0 0,-3 0 0,1 0 0,-2 0 0,1 0 0,3 0 0,0 0 0,0 0 0,1 0 0,2 0 0,0 0 0,-2 0 0,-1 0 0,1 0 0,-1 0 0,0 0 0,1-2 0,2 0 0,0-2 0,3 0 0,0-1 0,0-3 0,-1-1 0,-2 0 0,0-1 0,-1-1 0,-1-1 0,-7 0 0,-1-1 0,2-1 0,-1-1 0,-1-1 0,0 0 0,1 2 0,1-1 0,-3-1 0,-1-2 0,2-2 0,-2 0 0,27-17-117,-7-3 0,-10 2 117,-7-2 0,1 2 0,2-8 0,1-4 0,2-5 0,8-6 0,-2-8 0,-28 28 0,-1-2-183,4-2 0,-1-2 1,-5-2-1,-1-1 183,1-2 0,-1 1 0,-3 2 0,0 0 0,-3 0 0,1 1 0,3-2 0,0 0 0,-1-3 0,1-1 0,-1 0 0,-1 0 0,1 0 0,-2 1 0,-3 0 0,-2 0 0,0 2 0,-2-1 0,-4 0 0,-1-1 0,-2-1 0,-1-1 0,-2 2 0,-1-1 0,-2-3 0,-1 0 0,0 0 0,-2-1 0,-2-2 0,-2 0 0,-3-1 0,-2 0 0,-2-3 0,-1 1 0,0 2 0,-1 0 0,-3-2 0,-3 0 0,-1 2 0,-2 2 0,-3 0 0,-2 1 0,0 2 0,-2 1 0,1 2 0,-1 1 0,0 5 0,0 1-20,-25-35 0,-7 9 20,1-3 0,-8 7 0,2 5 0,-8 11 0,-9 12 0,32 21 0,-2 2 0,-9 0 0,-2 1 0,-2 1 0,0 1 0,0 2 0,1 2 0,-2 0 0,0 0 0,4 2 0,0-1 0,-4 1 0,0 1-68,-5 1 1,0 0 0,1 2 0,0 1 67,2 2 0,0 2 0,-2-1 0,-1 0 0,0 0 0,0 0 0,-6 1 0,-1 2 0,-6 1 0,-1 1 0,-1 4 0,0 1 0,-2 2 0,-2 1 0,-4 4 0,-1 2 0,-2 3 0,0 2 0,31-5 0,-1 1 0,-1 1-256,-4 0 0,-1 2 1,0 1-1,0 2 1,1 2-1,-1 0 256,-2 2 0,0 1 0,1 0 0,-1 1 0,1 1 0,1 0 0,6-3 0,3 1 0,-1-1 0,3 1 0,0 0 0,1-1 0,-22 12 0,3 0 0,11-2 0,4 0 8,10-3 1,3 1 0,3-3-1,2 0-8,7-1 0,1 1 0,-3 3 0,0 1 0,2 0 0,2 2 0,-1 0 0,3 0 0,-24 37 0,14-9 149,12-10 1,7-11-150,8-2 0,2 6 0,3 5 0,4 2 0,8-2 0,2-3 186,4 3 1,11 2 0,12-1-1,4-7-186,1-9 0,-2 0 0,5-15 0,5-2 0,2 0 0</inkml:trace>
  <inkml:trace contextRef="#ctx0" brushRef="#br0" timeOffset="4">1497 11709 8912,'-11'0'0,"1"-2"0,2-4 0,-3-4 0,5-7 0,2 0 0,1 0 0,-3 0 0,4-1 0,-6 1 0,1 0 0,5 6 0,-4-1 0,2 6 0,0-5 0,-1-3 0,-3 7 0,2 1 0,4-3 0,-5 7 0,7-8 0,0 4 0,0 4 0,0-5 0,7 7 0,5 0 0,5-2 0,6-4 0,4 2 0,7-7 0,4-2 0,8-3 0,4-1 0,19 0 0,0-6-307,17 0 1,-2-8 306,-35 17 0,-1 0 0,36-19 0,3-1 0,-11 0 0,2-1 0,3-1 0,3-4 0,-11 3 0,1-3 0,-11 12 0,-11 5 0,-8 4 0,-4 1 0,-17 7 0,-6 0 0,-11 7 0,1-4 0,-8 8 0,-5 0 0,2 0 306,-7 0 1,5 6-307,-6 0 0,-1 13 0,-10-2 0,4 6 0,-4 0 0,6 3 0,5 9 0,-3-1 0,5 1 0,1-1 0,-6-15 0,5-4 0</inkml:trace>
  <inkml:trace contextRef="#ctx0" brushRef="#br0" timeOffset="5">2581 10780 8912,'-7'10'0,"-1"-5"0,-3-10 0,-3 1 0,8-8 0,-1 3 0,3-5 0,-2 3 0,0 5 0,6-5 0,0 5 0,0-5 0,10 7 0,7-2 0,8-2 0,11 1 0,5-1 0,4 0 0,5 3 0,2 5 0,-1 0 0,1 0 0,-2 0 0,-4 0 0,0 7 0,-10 5 0,-6 5 0,-3 6 0,-6 4 0,-9 7 0,-7 2 0,-10 5 0,-18 10 0,-12 12 0,-9 4 0,2 2 0,0-2 0,0-4 0,-4 2 0,6-8 0,-4 6 0,10-6 0,-4-1 0,9-10 0,4-20 0,0-10 0,8-16 0</inkml:trace>
  <inkml:trace contextRef="#ctx0" brushRef="#br0" timeOffset="6">2822 9938 8912,'-17'-23'0,"0"2"0,0 4 0,-1 3 0,1 10 0,-2-1 0,-2 3 0,-2 2 0,0 7 0,6 5 0,-2 3 0,-4 2 0,4 6 0,-4 2 0,2 2 0,-2 3 0,4 5 0,-4 3 0,4 2 0,1-2 0,3 4 0,4-2 0,-3 2 0,9-3 0,1 1 0,2-2 0,4-7 0,3-3 0,7-7 0,11 2 0,-2-6 0,6-3 0,-1-5 0,1-1 0,0 0 0,2-3 0,-4-1 0,-8 8 0,0-3 0,-2 4 0,-1-1 0,-3 1 0,-9 4 0,-2 6 0,-10 4 0,-13 8 0,-5 1 0,-12 4 0,1-4 0,-6 4 0,6-3 0,-1-3 0,4 0 0,17-7 0,3-2 0</inkml:trace>
  <inkml:trace contextRef="#ctx0" brushRef="#br0" timeOffset="7">2306 11072 8912,'0'12'0,"0"-1"0,0-7 0,0 11 0,0-5 0,8 7 0,3-5 0,12-1 0,-2-7 0,8 2 0,-1-3 0,9 1 0,1 2 0,2-2 0,0 5 0,-5 3 0,-9 5 0,-3 6 0,-3 4 0,-3 7 0,-8 0 0,-3 1 0,-6 1 0,-6 4 0,2-2 0,-7 8 0,0-7 0,-7 1 0,1-4 0,0-2 0,2 1 0,3-1 0,5 0 0,7 1 0,0-1 0,0 1 0,1-3 0,5-3 0,9-4 0,8-8 0,8 0 0,-2 0 0,3 6 0,1 2 0,-3 0 0,-1 0 0,-8 13 0,2 2 0,-6 6 0,-5 0 0,-5-12 0,-7-9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885"/>
    </inkml:context>
    <inkml:brush xml:id="br0">
      <inkml:brushProperty name="width" value="0.05292" units="cm"/>
      <inkml:brushProperty name="height" value="0.05292" units="cm"/>
      <inkml:brushProperty name="color" value="#3165BB"/>
    </inkml:brush>
  </inkml:definitions>
  <inkml:trace contextRef="#ctx0" brushRef="#br0">1618 7771 8912,'-35'-7'0,"1"-5"0,1-3 0,5 0 0,5 1 0,4 3 0,1-3 0,1-1 0,0-2 0,7 5 0,5 1 0,3 7 0,2-3 0,7 12 0,5 1 0,11 2 0,5-3 0,15-3 0,10 4 0,16-4 0,15-2 0,12-10 0,-43 2 0,3-1 0,3 0 0,2-1-324,4-3 1,2-3 0,5 0 0,1-2 323,4-2 0,1 0 0,1-1 0,1 2 0,3 1 0,0 1 0,0 1 0,-1 2 0,-3 2 0,-2 1 0,-4 2 0,0 3 0,-1 4 0,-1 4 0,-4 1 0,-2 1 0,-1 1 0,-2 2 0,-1 3 0,-1 3 0,-2 0 0,-1 2 0,-3 1 0,1 1 0,-3 0 0,1 0 0</inkml:trace>
  <inkml:trace contextRef="#ctx0" brushRef="#br0" timeOffset="1">3889 7479 8912,'77'17'0,"-7"0"0,15 1 0,-22-1 0,-2-2 0,-13-3 0,-14-7 0,-7 3 0,-10-2 0,-7-1 0,-3-5 0,-7 0 0,-7 0 0,5 0 0,-8 0 0,4 0 0,3 18 0,-9 10 0,-7 12 0,-23 20 0,-12 1 0</inkml:trace>
  <inkml:trace contextRef="#ctx0" brushRef="#br0" timeOffset="2">12683 12706 8912,'9'-19'0,"-3"-2"0,-4-2 0,-2 0 0,0 0 0,-2 0 0,-4 2 0,-1 2 0,-7 2 0,3-1 0,-3 1 0,-1-6 0,-2 0 0,2 2 0,3 2 0,-3 2 0,3 0 0,-3 0 0,-2-1 0,0-4 0,-1-1 0,-1 0 0,-2 6 0,-4-1 0,-1 1 0,-3 8 0,-5 3 0,-5-2 0,-7 2 0,-11 5 0,-8 4 0,-4 9 0,0 11 0,1-2-120,-1 7 0,2-5 120,4 6 0,-4 0 0,4 5 0,-6 2 0,-6 4 0,-1 6 0,3 4 0,-1 9 0,11 4 0,3 4 0,3 2 0,17-6 0,5 0 0,20-8 0,4 3 0,7-3 0,4 2 0,9-5 0,8 0 0,12-10 0,9-6 0,8-4 0,12-3 0,-3-4 0,8-8 0,2-7-178,10-5 1,3-3 177,8-2 0,-5 0 0,-1 0 0,0-2 0,-1-3 0,10-5 0,-3-7 0,4-6-283,-4 0 0,0-8 283,0 3 0,-1-5 0,-5-1 0,-9 0 0,-8-1 0,0 1 17,-2-1 1,4 3-18,-8 3 0,-7-1 0,-10 7 0,-11-8 0,-6 3 0,0-5 84,-6-1 0,-4-6 0,-13-2 0,0-2-84,0-4 0,-15-9 0,0-5 0,-8-6 0,8-1 0</inkml:trace>
  <inkml:trace contextRef="#ctx0" brushRef="#br0" timeOffset="3">12993 12448 8912,'-54'-40'0,"-3"0"0,-5-8-270,-6 19 1,-1-1 269,0 18 0,-8-1 0,-3 7 0,-14 8-283,44 2 1,-3 3-1,-5 6 1,-2 3 282,-6 0 0,0 2 0,1 8 0,0 2 0,-1 0 0,0 1 0,-1 5 0,0 1 0,0-1 0,2 1 0,2 0 0,4 0 0,10-6 0,4-2 0,-33 21 0,18-12 0,16-2 195,16-5 0,3-4-195,8-2 0,-1 2 0,1-2 0,8-1 0,3-4 122,4-1 1,4 0-123,4 0 0,3 8 0,10 4 0,2 5 517,2 6 0,0 4-517,-6 8 0,8-8 0,2-2 0</inkml:trace>
  <inkml:trace contextRef="#ctx0" brushRef="#br0" timeOffset="4">12580 12173 8912,'9'-31'0,"-3"-1"0,-2-3 0,-1 3 0,3 3 0,-2 4 0,-2 4 0,-4 4 0,-4 4 0,-3 1 0,-1-1 0,-5 3 0,3-1 0,-3-2 0,-2-3 0,0 5 0,-1-1 0,1 1 0,0 1 0,0-5 0,-2 4 0,-2-3 0,-2 3 0,-8-3 0,2 9 0,-5 1 0,-6 2 0,-4 2 0,-8 0 0,-5 4 0,-2 5 0,-3 10 0,-3 6 0,6-2 0,2 6 0,3-1 0,3 7 0,-1 5 0,0 2 0,1 2 0,-1 4 0,1 1 0,-1 3 0,2 1-137,4 5 0,4-3 137,8 8 0,1 2 0,5 10 0,3-10 0,8 3 0,-1-3 0,3 2 0,4-2-27,5-2 1,4-2 26,2 2 0,0-2 0,0-3 0,0-3 0,0 8 0,2-9 0,4-3 0,1-5 0,5-6 0,5-3 0,0 3 0,0-6 0,8-3 0,0-5 0,4-1 0,3 6 136,3-3 0,5 3-136,0-2 0,8 1 0,-2-7 0,5 0 0,7-6 0,1-1 0,4-5 0,-4 2 0,-7-7 0,7 0 0,2-6 0,3 0 0,-1 0 0,-6-6 0,6 0 0,0-7 0,6 2 0,-8-5 0,-3-1 0,-7 0 27,-5 0 1,0-2-28,0-4 0,-6-2 0,12-6 0,-3 3 0,1-3 0,9-7 0,4-2 0,-1-8-128,1 2 0,-10-2 128,-1 2 0,-6-5 0,-6-1 0,-11 1 0,-1-7 0,-7 7 0,-3 5 0,-1-6 0,0 1 0,-6 5 0,1-6 0,-8 5 0,1-5 0,-3-1 0,-2-5 0,0 3 0,0-8 0,-5 7 0,-3 1 0,-2 5 0,-3 5 0,-8 6 0,-2-1 0,0 10 128,6 1 0,-6 8-128,0-2 0,0 4 0,6 2 0,0 1 0,-1 5 0,-1-4 0,-2 5 0,-2-1 0,2-1 0,-4 7 0,2-7 0,-13 6 0,2-5 0,-4 5 0,3-5 0,1 7 0,-1-2 0,-3 4 0,4 2 0,3 0 0,14 0 0,0 2 0,-1 4 0,9 3 0,3 9 0,4-1 0,2 0 0,0 0 0,0 0 0,0 6 0,0 0 0,-2-2 0,-3-9 0,3 3 0,-14-13 0,7 6 0</inkml:trace>
  <inkml:trace contextRef="#ctx0" brushRef="#br0" timeOffset="5">12752 11709 8912,'-10'-8'0,"-5"4"0,3-7 0,-3-3 0,-2-1 0,0 3 0,-1 3 0,1-1 0,0 1 0,-8 5 0,-4-2 0,-3 4 0,-3 2 0,-7 10 0,-3 7 0,-13 10 0,-5 15 0,-6 9 0,-5 11 0,35-25 0,-1 2 0,-3 3 0,0 2 0,-2 6 0,0 3 0,1 6 0,2 2 0,2 5 0,2 2-432,1 5 1,1 1 0,-1 7 0,0 3 431,12-25 0,0 2 0,0 2 0,-2 7 0,1 1 0,1 2-341,1 1 0,1 0 0,1 1 0,-2 5 0,0 0 1,1 1 340,3-1 0,1 1 0,1-1 0,-1 0 0,-1 0 0,1 1 0,1 2 0,-1 1 0,1 1 0,0-1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891"/>
    </inkml:context>
    <inkml:brush xml:id="br0">
      <inkml:brushProperty name="width" value="0.05292" units="cm"/>
      <inkml:brushProperty name="height" value="0.05292" units="cm"/>
      <inkml:brushProperty name="color" value="#3165BB"/>
    </inkml:brush>
  </inkml:definitions>
  <inkml:trace contextRef="#ctx0" brushRef="#br0">19016 6482 8912,'-12'-10'0,"3"3"0,1-1 0,-4 4 0,5-5 0,-3 1 0,4 0 0,-5 3 0,5 3 0,-5-4 0,5 4 0,-5 2 0,5 0 0,-6 0 0,-1 0 0,3 2 0,-1 4 0,-1-2 0,-5 7 0,0 0 0,0 7 0,3-3 0,1-2 0,-4-1 0,-2 1 0,3 2 0,-6 3 0,8-1 0,3 0 0,-1 0 0,-5 0 0,0 1 0,0-1 0,1 6 0,5 0 0,-4 1 0,3-1 0,-1-4 0,1 4 0,-3 2 0,5-2 0,-1 0 0,-1 2 0,7-6 0,-7 4 0,8-2 0,-3 0 0,1 2 0,0-2 0,-1 0 0,1 2 0,4-4 0,-4 4 0,-1-2 0,-1 0 0,0 2 0,1-2 0,-5 0 0,6 2 0,-1-2 0,1 7 0,-2-7 0,-3 2 0,1 2 0,7-2 0,-5 0 0,-2 2 0,5-4 0,-7 8 0,6-7 0,-5 7 0,5-6 0,-3 4 0,-1 0 0,0-1 0,5-3 0,-7 6 0,7-6 0,-7 5 0,8-1 0,-2 2 0,-1 1 0,-1-5 0,1 2 0,-1 4 0,-4-1 0,7-1 0,-7 3 0,6-3 0,-5 3 0,3 3 0,1-1 0,-1 1 0,-3-1 0,5 0 0,-8 6 0,3 1 0,1-1 0,-1-6 0,1 0 0,-3 3 0,2 1 0,-3 2 0,5 0 0,-3-5 0,6-1 0,-5 0 0,1 1 0,-1-1 0,3 1 0,1-1 0,3 0 0,-8 1 0,7 5 0,-7 0 0,6 0 0,-5-6 0,7 1 0,-2-1 0,-1 1 0,1-1 0,2 0 0,2 1 0,-4-1 0,1 0 0,-1 7 0,6-1 0,0 0 0,0-6 0,0 1 0,0-1 0,0 0 0,0 1 0,0-1 0,0 1 0,0-1 0,0-2 0,0-1 0,0-2 0,0-6 0,0 5 0,0-7 0,0 4 0,0-2 0,0 0 0,0 2 0,0-2 0,2-4 0,4 4 0,-4 3 0,3 3 0,-3 2 0,-2-3 0,6 5 0,0-5 0,-1 5 0,3 1 0,-6 1 0,4-1 0,-4-5 0,-2-1 0,5 1 0,1 5 0,0-7 0,-6-4 0,6-2 0,-1 0 0,-1 2 0,-2-2 0,4-8 0,-1-1 0,1-1 0,-6 7 0,2-1 0,4 0 0,-4 0 0,5 2 0,-1 2 0,0 2 0,0 6 0,-6-6 0,5 7 0,1-1 0,2 3 0,-2 3 0,-5-1 0,5 1 0,2-3 0,-2-1 0,-3-5 0,-1-1 0,4 4 0,0-6 0,-1 0 0,1-6 0,0 0 0,0 0 0,-6 1 0,2-7 0,1 0 0,3 3 0,-2 1 0,4 8 0,-3 0 0,7 0 0,-6-6 0,5 6 0,-5 0 0,1 0 0,-1-6 0,-2 0 0,6 0 0,-3 3 0,-3 2 0,6-2 0,-8 4 0,3-6 0,3-1 0,-2 0 0,1 2 0,-3 2 0,2 2 0,-2-2 0,3 6 0,-1 1 0,0 5 0,-6 1 0,6-5 0,-1 0 0,1 1 0,2 3 0,-6-7 0,3-3 0,-3-2 0,-2 2 0,6-4 0,0 4 0,-1-4 0,-3-1 0,2-1 0,2 0 0,0 0 0,-6 0 0,5 1 0,1-1 0,6 6 0,-5 0 0,1-1 0,0 3 0,3-6 0,-5 4 0,5-4 0,-5-1 0,5-1 0,-5 0 0,6 0 0,-7 0 0,7 1 0,-5-1 0,1 0 0,0 0 0,-1-3 0,-1 3 0,-2-4 0,7 10 0,-5-4 0,6-2 0,-7 1 0,7-1 0,-3 0 0,5 0 0,-5 0 0,-1 1 0,3-1 0,-5 0 0,8-2 0,-3-3 0,-3 3 0,-3-4 0,3-1 0,-2 1 0,7-7 0,-9 10 0,6-7 0,-1 1 0,1 0 0,-5-1 0,7-1 0,-3-2 0,3 7 0,3-5 0,-3 5 0,3-1 0,2 1 0,0 5 0,1-7 0,-1 3 0,0-1 0,-5-7 0,-1 2 0,0 1 0,7-1 0,-1 7 0,0-11 0,-2 6 0,-1-2 0,-3-1 0,-5 3 0,5-2 0,-5-4 0,6 3 0,-7 3 0,7-2 0,-6 5 0,5-5 0,-5 2 0,5-5 0,1 5 0,-3 2 0,1-7 0,-4 3 0,-3 2 0,9-2 0,-6 1 0,5-1 0,-7-4 0,11 11 0,-5-5 0,-1 1 0,7-5 0,-7 12 0,8-15 0,1 15 0,-1-9 0,-2 7 0,-1-5 0,-3-1 0,-1 0 0,1-3 0,4-1 0,-3 8 0,1-7 0,-1 7 0,3-6 0,-4 5 0,-1-7 0,1 3 0,3 1 0,1-6 0,0 8 0,-3-5 0,3-3 0,-5 6 0,7-8 0,-6 0 0,1 0 0,-6 0 0,5 0 0,-5 0 0,5 0 0,-5 0 0,6 0 0,-7 0 0,7 0 0,-6 0 0,5 0 0,2 0 0,-3 0 0,1 0 0,-5 0 0,6 0 0,-1 0 0,6 0 0,1 0 0,-7 0 0,0 0 0,3 0 0,1 0 0,-3 0 0,-1 0 0,1-6 0,5 0 0,-6 1 0,1 5 0,-1-6 0,6 0 0,-5-1 0,-1 3 0,3-2 0,1-7 0,2 5 0,0-3 0,-5-5 0,-1 5 0,-7 1 0,4 1 0,0-1 0,3 1 0,-1 3 0,1-6 0,-5 3 0,5-3 0,-5-1 0,5 7 0,1-7 0,5 1 0,-5 3 0,-1-3 0,1 7 0,5-7 0,0 1 0,0 1 0,-5-3 0,-1 7 0,1-7 0,5 1 0,0 3 0,0-3 0,0 3 0,1-5 0,-1 3 0,0-3 0,0 1 0,0 2 0,1-5 0,-1 5 0,0-2 0,0 1 0,0-1 0,1 7 0,-3-7 0,-2 3 0,-1-1 0,1-1 0,3 8 0,1-1 0,-6-3 0,1 2 0,-7-5 0,7 5 0,-1-7 0,5 3 0,-3-7 0,-1 0 0,-3 0 0,3-1 0,1 1 0,-7 0 0,5 0 0,-5 0 0,2-3 0,-5-1 0,5-2 0,2 2 0,-7 0 0,3-1 0,2 1 0,-2-8 0,5 6 0,-5-6 0,1 3 0,-3-5 0,4 2 0,1-1 0,1-3 0,1-1 0,3 3 0,-8-3 0,7 3 0,-4-7 0,3 6 0,-1 3 0,-1-3 0,1-3 0,3-3 0,-8 9 0,5 3 0,-5-3 0,5 0 0,-5-5 0,0-1 0,1 1 0,-5 0 0,4-1 0,2 1 0,-3 0 0,1-3 0,-6-3 0,6 4 0,0-4 0,-3 3 0,-1 3 0,0 0 0,4-1 0,-4 1 0,4 0 0,-4-1 0,-2 1 0,1-1 0,5 1 0,-4 0 0,4-3 0,-4-1 0,-2-2 0,6 0 0,-1 5 0,1-5 0,-6 0 0,6 0 0,-1 6 0,1-3 0,-6-3 0,0 4 0,0-4 0,2 4 0,4 1 0,-4 1 0,4-1 0,-5-1 0,-1-4 0,2 2 0,2-6 0,2 2 0,-2 4 0,-2-4 0,-2 1 0,5-4 0,1 5 0,0-3 0,-6 3 0,0 4 0,0-4 0,2-2 0,2 0 0,1 0 0,-1 0 0,-2 0 0,-2 2 0,0-2 0,0-4 0,0 4 0,0 7 0,0-1 0,0-4 0,0 4 0,0-4 0,0 1 0,0-1 0,0 4 0,0-4 0,0-2 0,0 2 0,0-2 0,0 3 0,0-3 0,0-1 0,0-1 0,0-2 0,0-2 0,0 8 0,-6 0 0,1 5 0,-1-5 0,6 0 0,-2 0 0,-2 6 0,-2-1 0,3 1 0,-1-1 0,-2 1 0,4 0 0,-6-1 0,3-1 0,-1-4 0,-6 4 0,7-5 0,-9 5 0,3 2 0,1-1 0,-1 1 0,-1 0 0,3-1 0,-6 3 0,3 3 0,2-3 0,-1 3 0,0-4 0,-5-1 0,3 0 0,1-1 0,1 1 0,-6 0 0,5-3 0,1-3 0,5 6 0,-5-1 0,5 1 0,-4 7 0,1-1 0,-1-1 0,4 8 0,-5-2 0,5-2 0,-5 2 0,5-2 0,-5 2 0,5 4 0,-6-4 0,1 2 0,1-1 0,-3 0 0,7-6 0,-5 5 0,5-6 0,-7 6 0,3-5 0,-1-1 0,-1 2 0,2 1 0,-1 3 0,-4 4 0,3-4 0,-1-2 0,-1 2 0,3 2 0,-2 2 0,-5 0 0,-5-4 0,4 4 0,-4-4 0,4-2 0,2 2 0,-2 2 0,-4 2 0,4 3 0,-4 5 0,4-2 0,2 7 0,-1-6 0,-1 7 0,-2-1 0,-2-2 0,0 6 0,6-3 0,0 1 0,0-2 0,0 4 0,-1-3 0,1 1 0,0 0 0,-2-2 0,-4 2 0,4-3 0,-4 1 0,4-2 0,1 3 0,1 3 0,0-4 0,0 2 0,0-2 0,-1 4 0,1-3 0,-2 3 0,-4 2 0,4 0 0,-4 0 0,-2 0 0,2 0 0,-7 0 0,1 0 0,-4 2 0,-1 3 0,0-1 0,-1 8 0,7-8 0,-1 1 0,6 5 0,-4-1 0,2 1 0,4-4 0,2 1 0,2-1 0,0 6 0,0-7 0,5 7 0,1-7 0,-1 9 0,-5-3 0,2 5 0,3 1 0,-3 0 0,3 0 0,-3 6 0,-2 0 0,0 0 0,-1-6 0,7 0 0,-1 2 0,-1 2 0,-2 2 0,3-2 0,1-9 0,5 3 0,-5-3 0,7-3 0,-2 3 0,-2-7 0,3 7 0,-3-8 0,2 1 0,4 5 0,-5-8 0,7 5 0,0-7 0,0 0 0,0-7 0,0 5 0,2-6 0,3 8 0,-3 0 0,6 0 0,0-7 0,1-3 0</inkml:trace>
  <inkml:trace contextRef="#ctx0" brushRef="#br0" timeOffset="1">21889 7565 8912,'-32'0'0,"3"0"0,6 0 0,4-2 0,2-2 0,0-1 0,7-9 0,4 3 0,5 1 0,1-1 0,0-3 0,1-1 0,3-2 0,2 0 0,-2-1 0,-2-4 0,-2-3 0,0-2 0,0-4 0,0-1 0,0-2 0,-14-9 0,-5-4 0,-6-9 0,-5-7 0,-10-19 0,17 37 0,0-2 0,-5-6 0,-2-2-119,-1-5 0,-1-1 0,-2-6 0,-1-3 1,-2-8-1,-2-1 0,-3-5 0,0-2 119,12 26 0,1-1 0,-2 0 0,-2 1 0,0 0 0,0-1-303,0 0 0,0 0 0,1 0 1,0 0-1,1 0 0,0-1 303,0-1 0,0 0 0,2 0 0,-9-24 0,3 0 0,3 4 0,3 0 0,3 4 0,2 0 0,3 1 0,2 1 0,1 6 0,0 2-9,0 2 1,1 2-1,3 11 1,1 2 0,-10-38-1,6 15 9,6 10 0,-3 10 0,9-2 0,-3 16 0,2 7 0,4 11 0,-3 0 760,3 12-760,2 3 1989,0 8-1989,0 0 70,7-8-70,3 7 0,-1-7 0,-1 8 0,-10 0 0,-5 0 0,-11 0 0,-7 0 0,-9 0 0,0 8 0,-1 1 0</inkml:trace>
  <inkml:trace contextRef="#ctx0" brushRef="#br0" timeOffset="2">20048 3920 8912,'0'0'0</inkml:trace>
  <inkml:trace contextRef="#ctx0" brushRef="#br0" timeOffset="3">19996 3851 8912,'0'-17'0,"0"0"0,0 0 0,0-6 0,0 0 0,2-6 0,4 6 0,8 2 0,7 2 0,1 2 0,13 0 0,-3 5 0,14 1 0,0 7 0,6-2 0,5 14 0,-1 9 0,-5 10 0,-3 5 0,-2 10 0,-17-21 0,-6 2 0</inkml:trace>
  <inkml:trace contextRef="#ctx0" brushRef="#br0" timeOffset="4">20650 3903 8912,'16'25'0,"-5"3"0,4-3 0,-5 0 0</inkml:trace>
  <inkml:trace contextRef="#ctx0" brushRef="#br0" timeOffset="5">18620 2098 8912,'-6'-27'0,"-2"2"0,-3 2 0,-6 0 0,-4 0 0,-2 2 0,0 2 0,0 4 0,-6 9 0,4 0 0,0 6 0,1 6 0,-5 6 0,6 10 0,0 9 0,-2 7 0,6 0 0,-4 8 0,10-2 0,3 4 0,3-4 0,3-2 0,2 6 0,2-2 0,0-6 0,0-6 0,7-1 0,3-11 0,3-2 0,5-7 0,-11-5 0,10-8 0,3-2 0,3-4 0,-1-11 0,-4-12 0,-1-3 0,0-3 0,-2 1 0,-3-1 0,1-1 0,-5 0 0,0 0 0,-1 3 0,5 10 0,-5 0 0,3 4 0,3 2 0,-3 2 0,1 3 0,3 8 0,9 16 0,5 13 0,5 11 0,9 16 0,4 11 0,-2 5-321,2 7 1,-6 5 320,-17-34 0,0 0 0,9 34 0,3 0 0,-20-15 0,-4-7 0,-7-7 0,-4-5 0,-7-6 0,-5-11 0,-11-12 0,-6-9 0,-5-3 0,-6 1 0,4-8 0,-5-9 0,-1-5 0,2-3 0,4-4 0,5-5 0,8-5 320,12-1 1,-3-6-321,9 0 0,1-14 0,10 3 0,5-7 0,12 1 0,4-6-285,7-12 1,8-9 284,-19 38 0,0 1 0,1 1 0,0 2 0,24-35 0,-4 5 0,-2 5 0,-10 11 0,-9 5 0,-6 15 0,-5 13 0,-4 9 0,-8 3 0,-8 7 0,-2-4 0,-7 8 0,6 6 0,-1 0 0,6 5 0,-3-3 0,1 1 284,4 5 1,3 1-285,1 2 0,0 0 0,0 1 0,5 5 0,1-1 0,13 7 0,-2-6 0,4 6 0,-3-6 0,5 5 0,-1-5 0,3 0 0,-4-6 0,2 1 0,-2-1 0,4 0 0,-2 0 0,0-2 0,-6-3 0,-1 3 0,-5-3 0,2-3 0,-7 3 0,2-9 0,-2 3 0,-5-12 0,5-5 0,-4-12 0,-2-4 0</inkml:trace>
  <inkml:trace contextRef="#ctx0" brushRef="#br0" timeOffset="6">19480 1840 8912,'-17'-16'0,"0"5"0,0 3 0,-1 8 0,3 2 0,4 4 0,3 3 0,8 9 0,0 7 0,0 3 0,0 3 0,0-3 0,0-1 0,0-6 0,2 2 0,4-2 0,-3-4 0,9-5 0,-1 1 0,7-7 0,-1-2 0,0-2 0,0-10 0,0-4 0,-1-5 0,-5-6 0,3-1 0,-9-5 0,7-4 0,-6 5 0,-1-3 0,-5 3 0,0-3 0,0 8 0,0-2 0,0 2 0,0 10 0,0-4 0,0 1 0,2 9 0,4 1 0,3 4 0,9 2 0,-1 6 0,0 0 0,2-3 0,4-1 0,2-2 0,4 0 0,1 0 0,-7 0 0,0-13 0,-6-4 0,1-4 0,-1 4 0,-2-6 0,-3 0 0,-5-6 0,-7 6 0,0-6 0,0 7 0,0 1 0,0 1 0,0 3 0,0 0 0,-7 7 0,5 3 0,-6 14 0,8 7 0,0 7 0,6 13 0,-1 12 0,9 6 0,-3 5 0,5 4 0,3 6 0,2-2 0,2-2 0,7-6 0,-1 6 0,-2-7 0,1-1 0,3-7 0,2-8 0,-7-6 0,-3-5 0,-4-10 0,-1-7 0,-9-9 0,-5 1 0,-15-15 0,-5-8 0,-18-16 0,3-7 0,-11-2 0</inkml:trace>
  <inkml:trace contextRef="#ctx0" brushRef="#br0" timeOffset="7">19807 1410 8912,'-2'-15'0,"-3"3"0,3-3 0,-6 5 0,10-7 0,4 0 0,7 0 0,8-1 0,0 1 0,8 0 0,-1 0 0,7 0 0,-3 7 0,-3 4 0,4 5 0,-5 1 0,-3 3 0,-2 9 0,-10 7 0,-1 15 0,-8 8 0,0 4 0,-8 4 0,-8 1 0,-3 7 0,-2-1 0,5-5 0,1-7 0,1-8 0,-1-3 0,3 1 0,6-26 0,-4-3 0,5-21 0,-5-20 0,4-7 0,10-17 0,1-2 0</inkml:trace>
  <inkml:trace contextRef="#ctx0" brushRef="#br0" timeOffset="8">20220 946 8912,'0'-42'0,"0"7"0,0 8 0,0 10 0,0 23 0,0 11 0,8 14 0,3 9 0,5 10 0,1 7 0,2 0 0,4-5 0,-4-1 0,4 1 0,-4-1 0,-2 1 0,0-8 0,1-4 0,-1-4 0,0-1 0,-2-3 0,-1-3 0,-3-6 0,-7-12 0,4-3 0,-8-18 0,0-7 0,-2-8 0,-4-9 0,4-6 0,-4 0 0,-1-8 0,1 2 0,0-2 0,6 3 0,0 3 0,0 7 0,0 3 0,0 3 0,0 4 0,0 16 0,8 3 0,5 12 0,6 7 0,4 8 0,2 4 0,-4 5 0,4-3 0,2-2 0,-4-2 0,6-6 0,-1-2 0,-1-3 0,4-5 0,-8-7 0,7-1 0,-1-5 0,-4-6 0,-2-11 0,-4-5 0,-2-5 0,0-1 0,0 0 0,-7-1 0,-4 1 0,-4-1 0,-2 1 0,0 0 0,0-1 0,-8 8 0,-4 5 0,3 10 0,-3 6 0,9 4 0,-3 12 0,12 5 0,5 6 0,4 10 0,4-2 0,3 3 0,0 2 0,9 1 0,-2-1 0,-2 1 0,1-1 0,-7 0 0,2 1 0,-6-1 0,-5 0 0,-4 3 0,-8 3 0,-2 2 0,-4 4 0,-11 3 0,-14-3 0,-5 6 0,-4 5 0,-2-5 0,1-1 0,-1-7 0,-4-9 0,-11-9 0,3-1 0</inkml:trace>
  <inkml:trace contextRef="#ctx0" brushRef="#br0" timeOffset="9">22148 1204 8912,'-2'-18'0,"-4"1"0,-2 0 0,-5 2 0,3 1 0,3 3 0,1 11 0,6 6 0,0 15 0,2 17 0,2 10 0,3 9 0,3 12 0,-4 1 0,3 12 0,1 6 0,-1 8 0,-3-3 0,6-1 0,-1-4 0,-1-2-366,-3-15 0,1-4 1,1-16-1</inkml:trace>
  <inkml:trace contextRef="#ctx0" brushRef="#br0" timeOffset="10">22956 808 8912,'-17'-8'0,"0"1"0,2-7 0,1 5 0,5-1 0,1 1 0,2 7 0,6 2 0,8 9 0,3 14 0,5 8 0,1 7 0,0 0 0,0 8 0,6 0 0,0 6 0,-2-1 0,-2 1 0,4 5 0,0 0 0,-5 1 0,-9-7 0,-1 1 0,-4-1 0,-3 1 0,-1 0 0,-15-16 0,-8-7 0,-15-8 0,-6-4 0</inkml:trace>
  <inkml:trace contextRef="#ctx0" brushRef="#br0" timeOffset="11">22612 1100 8912,'-23'-30'0,"2"-5"0,6-3 0,7-4 0,6 0 0,2-4 0,10-1 0,9 5 0,12-2 0,7-4 0,10 6 0,-2 2 0,-2 11 0,1 6 0,-4 12 0,4 5 0,-1 6 0,2 6 0,-4 11 0,-9 11 0,-4 5 0,-6 1 0,-4 1 0,-2-1 0</inkml:trace>
  <inkml:trace contextRef="#ctx0" brushRef="#br0" timeOffset="12">23249 1238 8912,'-17'0'0,"0"-2"0,-1-4 0,3 2 0,4-7 0,3 7 0,17-5 0,9 5 0,8-2 0,7 2 0,1 2 0,1 2 0,-1 2 0,1 4 0,-7 4 0,1 7 0,-8 0 0,2 0 0,-6 6 0,-3 2 0,-5 0 0,-1 0 0,-3 3 0,-5-5 0,-7 0 0,-5-6 0,3 0 0,-3 1 0,1-9 0,-6-3 0,1-12 0,5-5 0,3-14 0,8-10 0,0-1 0,2-10 0,4-1 0,5-3 0,10-2 0,2 1 0,8-1 0,-2 1 0,-3 7 0,3 4 0,-6 5 0,6 6 0,-3 5 0,3 6 0,-2 9 0,-4 3 0,-2 6 0,6 6 0,-3 7 0,-2 8 0,-9-2 0,-2 4 0,-7 2 0,2-2 0,-4 6 0,-2-6 0,6 5 0,-1-5 0,1 8 0,-6-3 0,0-1 0,0 0 0,2 0 0,4-1 0,-4-3 0,3 6 0,3-8 0,-2 2 0,-1-4 0,-5-2 0,0-5 0,0-1 0,0-7 0,-7-4 0,-3-10 0</inkml:trace>
  <inkml:trace contextRef="#ctx0" brushRef="#br0" timeOffset="13">23782 722 8912,'-7'-11'0,"-5"-1"0,-3 8 0,-2-3 0,9 1 0,8 0 0,15 2 0,14 10 0,4-4 0,1 4 0,0-4 0,1 5 0,-1 3 0</inkml:trace>
  <inkml:trace contextRef="#ctx0" brushRef="#br0" timeOffset="14">24264 963 8912,'-6'27'0,"1"-5"0,1-2 0,2-3 0,2 0 0,0 0 0,2 2 0,4 4 0,3 2 0,8 6 0,3-3 0,3 3 0,-4 1 0,4 3 0,1 1 0,-1 4 0,0-4 0,-5 5 0,-1-5 0,0-2 0,-7 1 0,-7-1 0,-6-3 0,-9-9 0,-3 1 0,-10-21 0,-2 6 0</inkml:trace>
  <inkml:trace contextRef="#ctx0" brushRef="#br0" timeOffset="15">24299 1032 8912,'0'-18'0,"0"7"0,0-1 0,0 7 0,2-5 0,3 3 0,5-5 0,7 6 0,0 1 0,0 5 0,3 0 0,1 2 0,3 3 0,3 7 0,-6 5 0,2 6 0,-4 4 0,-1 7 0,-9 2 0,-3 4 0,-4-3 0,-2 3 0,-8 0 0,-3-6 0,-5 3 0,-1-14 0,0-4 0,0-6 0,0-5 0,-1-8 0,1 0 0</inkml:trace>
  <inkml:trace contextRef="#ctx0" brushRef="#br0" timeOffset="16">24540 774 8912,'0'-18'0,"0"9"0,1 3 0,5 12 0,2 5 0,3 12 0,5 10 0,-5 9 0,6 2 0,6 4 0,-2-1 0,8-1 0,-6-2 0,6-4 0,-3-5 0,5-1 0,-4-9 0,-2-6 0,3-10 0,-5-3 0,0-4 0,-6-2 0,1-8 0,-1-3 0,0-12 0,0-6 0,-2-3 0,-3-2 0,-4-1 0,-1 1 0,-5 1 0,4 5 0,-4-5 0,-2 5 0,-2 3 0,-4 2 0,2 11 0,-7 7 0,5 3 0,-5 4 0,-1 5 0,3 10 0,-5 8 0,9 10 0,-7 5 0,6 0 0,1 6 0,5-6 0,0 6 0,0-6 0,7-2 0,5-9 0,3-6 0,2-4 0,0-4 0,1-4 0,5-5 0,0-12 0,5-5 0,-5-12 0,6-4 0,-6-7 0,5-6 0,-5-2 0,-2 0 0,-1 0 0,-3-6 0,0 2 0,-2-2 0,-3 2 0,-5 4 0,-7 8 0,6 2 0,0 3 0,-2 6 0,-2 4 0,-2 9 0,0 3 0,0 22 0,0-4 0,0 12 0,1 2 0,5-2 0,6 2 0,11-2 0,-4-4 0,6 4 0,-2-4 0,0-2 0,5 0 0,-5 1 0,0-1 0,-6 0 0,-1 0 0,-5 0 0,-3 8 0,-8 4 0,-4 3 0,-8 3 0,-1-1 0,-16 1 0,-1-3 0,-3-3 0,-1-5 0,-1-6 0,1-9 0,7-1 0,2-8 0</inkml:trace>
  <inkml:trace contextRef="#ctx0" brushRef="#br0" timeOffset="17">25847 413 8912,'10'-18'0,"-2"9"0,-8-6 0,2 15 0,3 0 0,-3 9 0,6 14 0,-1 8 0,5 7 0,3 6 0,2 7 0,1 1 0,-1 0 0,0 5 0,0 2 0,2 0 0,4 1 0,-4-3 0,4-6 0,-11 1 0,-6 0 0,-4-9 0,-2-2 0,-8-13 0,-4-5 0,-3-4 0,-10-2 0,-1 1 0</inkml:trace>
  <inkml:trace contextRef="#ctx0" brushRef="#br0" timeOffset="18">25830 1014 8912,'8'-17'0,"-6"0"0,4 0 0,1 0 0,1-1 0,3 1 0,8 0 0,1-6 0,8 0 0,3 0 0,9 6 0,-2 2 0,8 3 0,-2-3 0,2 4 0,0 3 0,-12 2 0,5-1 0,-11 1 0,-9 0 0,-3 8 0,-7 4 0,-3 5 0,-6 12 0,0-2 0,0 8 0,-6-1 0,0 7 0,1-1 0,5 1 0,0-3 0,0-3 0,0-4 0,0-8 0,0 0 0,2-2 0,3-3 0,5-7 0,7-10 0,-2-7 0,-3-11 0,3-3 0,-3-9 0,-5 1 0,-1-1 0,-4 3 0,-2 3 0,0-1 0,0 7 0,-2 2 0,-4 2 0,-3 3 0,-8 5 0,-1-4 0,1 13 0,0-4 0,5 4 0,1 2 0,7 8 0,-4 1 0,14 3 0,0-1 0,7-7 0,5 11 0,8-5 0</inkml:trace>
  <inkml:trace contextRef="#ctx0" brushRef="#br0" timeOffset="19">26639 791 8912,'27'9'0,"-2"7"0,-8-14 0,-8 5 0,7-7 0,-7 0 0,10 0 0,2 0 0,2 0 0,8 2 0,-2 4 0,3 3 0,3 9 0,-7-1 0,-1 2 0,-2 4 0,-4 6 0,-2-3 0,-2 3 0,-7-2 0,-4 1 0,-6-3 0,-6-8 0,2-1 0,-7-5 0,-1-3 0,-7-10 0,-2-4 0,-2-5 0,2-7 0,9-4 0,-1 1 0,7-8 0,1-6 0,5-5 0,0 0 0,0 6 0,7-1 0,5 1 0,5 0 0,6-1 0,-2 9 0,8 3 0,-1 5 0,7 7 0,-3 3 0,-3 8 0,1 8 0,-7 3 0,-5 10 0,-9 2 0,1 0 0,-1 2 0,-5-6 0,4 6 0,-8-8 0,0-5 0,0-1 0,0-7 0,5 2 0,1-12 0,8-4 0,-3-7 0,4-2 0,4-4 0,3-5 0,0-5 0,7-1 0,-6-1 0,-2 1 0,-9 0 0,-3 5 0,-3 0 0,-6 8 0,0-2 0,-10 6 0,-13 6 0,-3 3 0,-9 8 0,7 10 0,-1 7 0,0 8 0,-3 11 0,1 4 0,2 6 0,8 4 0,-2 1 0,10 1 0,2-1 0,7 7 0,0-1 0,8-2 0,7-1 0,12-12 0,6-8 0,5-7 0,6-10 0,2-7 0,4-5 0,-2-10 0,-5-7 0,1-5 0,-2-6 0,-9-4 0,-6-7 0,-12-8 0,-3-2 0,-8-8 0</inkml:trace>
  <inkml:trace contextRef="#ctx0" brushRef="#br0" timeOffset="20">21975 1565 8912,'0'-12'0,"-1"3"0,-3-1 0,-4 0 0,-1-3 0,-5-2 0,-1 0 0,-2 1 0,-1 5 0,1 1 0,-6 2 0,0 6 0,2 0 0,2 0 0,2 8 0,0 5 0,0 8 0,-1 8 0,3 5 0,4 6 0,-3-1 0,8 6 0,3 1 0,1-2 0,2-2 0,0-7 0,0-3 0,0-3 0,0-4 0,0-8 0,7-8 0,3-9 0,7-11 0,-2-6 0,-3-6 0,3-4 0,-3-7 0,1 1 0,0 3 0,-3 3 0,-2 2 0,5 2 0,-1 6 0,-3 0 0,3 0 0,-1 7 0,6 4 0,-5 4 0,-1 2 0,1 10 0,5 5 0,0 8 0,0 4 0,-5-4 0,-1 5 0,1-5 0,5 6 0,-6-14 0,1 2 0,-6-5 0,5-1 0,1-3 0,-3-10 0,-3-4 0,-4-11 0,-2-13 0,0-7 0,0-3 0,0-8 0,0 3 0,-2-5 0,-4-2 0,2 1 0,-7-1 0,7 8 0,-2 4 0,2 6 0,-1 5 0,3 4 0,-4 8 0,4 0 0,2 7 0,0 5 0,0 10 0,0 9 0,0 7 0,0 11 0,0 8 0,0 6 0,0-6 0,2 6 0,4-6 0,-2 0 0,7-5 0,1-1 0,5 1 0,0-9 0,0-3 0,0-9 0,1-5 0,-1-3 0,0-8 0,-6-6 0,1-9 0,-6-8 0,5-3 0,-7 1 0,2-2 0,1 2 0,-1-1 0,0-3 0,-6 8 0,0-5 0,0 5 0,0 2 0,0 9 0,-2 5 0,-4 9 0,-3 5 0,-1 10 0,-5 10 0,3 13 0,-1-2 0,1 8 0,-1 0 0,7 6 0,-5-6 0,5-1 0,-5-8 0,5-1 0,2-7 0,2-4 0,2-3 0,0-4 0,8-1 0,1-8 0,9-3 0,5-12 0,-1-5 0,7-6 0,-4-6 0,2-4 0,3 0 0,-3-5 0,2 3 0,-2-3 0,1-3 0,-5 9 0,-11 3 0,1 2 0,-7-2 0,0 9 0,-6-3 0,-8 6 0,-4-1 0,-3 6 0,-2 5 0,-6 1 0,0 0 0,0 1 0,8 5 0,1 6 0,3 3 0,5 10 0,-5 3 0,7 5 0,-2 1 0,6 1 0,6-1 0,9 0 0,8 1 0,15-8 0,3-4 0,8-10 0,9-4 0,5-5 0,4-11 0,0-12 0,-4-22 0,-4-10 0,-7-10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4T19:14:20.912"/>
    </inkml:context>
    <inkml:brush xml:id="br0">
      <inkml:brushProperty name="width" value="0.05292" units="cm"/>
      <inkml:brushProperty name="height" value="0.05292" units="cm"/>
      <inkml:brushProperty name="color" value="#3165BB"/>
    </inkml:brush>
  </inkml:definitions>
  <inkml:trace contextRef="#ctx0" brushRef="#br0">21425 7995 8912,'-2'9'0,"-4"-3"0,-5-4 0,-5-2 0,1-2 0,2-2 0,1-1 0,6-3 0,-5 2 0,5 2 0,-5-7 0,1 5 0,-1-5 0,1 7 0,4-2 0,-1 14 0,-5 9 0,-9 10 0,4 13 0,-12 19 0,1 17 0,-5 12 0,16-40 0,0 2 0,-1 4 0,1 1 0,0 2 0,0 0 0,4-1 0,1-1-140,3 0 1,1-1 0,2-5 0,2-1 139,4 44 0,2-21 0,4-14 0,5-21 0,12-18 0,6-9 0,11-9 0,2 0 0,6-4 0,-2-7 0,2-12 0,0-8 0,-2-3 0,-4 0 0</inkml:trace>
  <inkml:trace contextRef="#ctx0" brushRef="#br0" timeOffset="1">22182 8115 8912,'15'-2'0,"-3"-3"0,-5-5 0,-1-1 0,0-1 0,0 1 0,-6-7 0,0 1 0,0 6 0,0-1 0,-2 7 0,-4-7 0,-6-1 0,5 5 0,-8 0 0,3 8 0,-3 0 0,-2 8 0,-1 4 0,3 5 0,4 6 0,-5 3 0,5 9 0,1-1 0,1 1 0,1-1 0,4 0 0,2 1 0,2-1 0,2-5 0,4-1 0,4-1 0,7 2 0,0-4 0,0-8 0,0 0 0,1 0 0,-7-1 0,1-5 0,-3 4 0,3-3 0,-7 3 0,-3 2 0,-6 0 0,-7 1 0,-2-1 0,-16 0 0,6 0 0,-6 0 0,2-5 0,-1-1 0,-3-1 0,8 1 0,0 3 0,6-9 0,0-1 0,7-10 0,5-5 0,10-12 0,5-4 0</inkml:trace>
  <inkml:trace contextRef="#ctx0" brushRef="#br0" timeOffset="2">22715 8167 8912,'-7'-17'0,"-5"1"0,-3 5 0,-2 5 0,-2 4 0,-4 2 0,-4 10 0,-7 7 0,-1 8 0,1 9 0,-1 6 0,5 0 0,5 0 0,8 3 0,11-7 0,0 4 0,12-6 0,5-5 0,12-4 0,6-8 0,4-2 0,1-3 0,6-5 0,0-7 0,0-2 0,-5-3 0,-1-7 0,-1-9 0,-5-4 0,-5-1 0,-4 3 0,-1-6 0,-9 6 0,-3-5 0,-6 1 0,-6-2 0,-5-1 0,-12 7 0,-4 2 0,-7 9 0,-8-1 0,-4 7 0,2 0 0,-2 6 0,8 2 0,-3 4 0,5-4 0,2 6 0</inkml:trace>
  <inkml:trace contextRef="#ctx0" brushRef="#br0" timeOffset="3">22647 8304 8912,'-18'0'0,"1"0"0,0 0 0,2 8 0,3 3 0,5 10 0,7 4 0,0 2 0,0 4 0,7 1 0,5 2 0,3 1 0,2-1 0,6-1 0,0-3 0,0-3 0,2-2 0,0-2 0,3-6 0,3-8 0,-8-3 0,0-4 0,-6-2 0,0-8 0,1-1 0</inkml:trace>
  <inkml:trace contextRef="#ctx0" brushRef="#br0" timeOffset="4">23077 8167 8912,'2'9'0,"3"-3"0,-3-4 0,4 4 0,-12-1 0,3 11 0,-9-1 0,1 8 0,1 4 0,-5 3 0,3 10 0,5-1 0,1 6 0,4-6 0,2 1 0,4-10 0,7-1 0,3-8 0,14 2 0,7-6 0,5-5 0,6-5 0,-6-7 0,8-2 0,-4-3 0,0-5 0,-4 0 0,-4-5 0,-1 4 0,-7-5 0,1-1 0,-8 0 0,-4 0 0,-9 0 0</inkml:trace>
  <inkml:trace contextRef="#ctx0" brushRef="#br0" timeOffset="5">24436 8218 8912,'0'-11'0,"-2"1"0,-3 1 0,-7-1 0,-3-1 0,-4 1 0,-4 4 0,4-3 0,-6 7 0,8-6 0</inkml:trace>
  <inkml:trace contextRef="#ctx0" brushRef="#br0" timeOffset="6">24127 8201 8912,'-41'25'0,"1"2"0,2-1 0,-6 7 0,15-8 0,1 5 0,9-3 0,7-2 0,-1-2 0,7-6 0,0 0 0,8-1 0,4-5 0,3-3 0,9-8 0,1-2 0,4-4 0,-2-9 0,7-8 0,1-8 0,4 4 0,-3-1 0,-1-1 0,-8 0 0,2-5 0,2 2 0,-2 3 0,0-2 0,-6 8 0,0 1 0,0 4 0,-1 20 0,-5 15 0,-5 16 0,-10 20 0,-4 5 0,-1 5 0,5 4 0,-2 1 0,-2-6 0,3-5 0,-1-9 0,6-3 0,2-16 0,4-6 0,-3-11 0,9-12 0,-1-10 0,7-7 0,5-10 0,0-13 0,-2-6 0,-2-4 0,-2-9 0,0-4 0,-2 4 0,-3 2 0,-4 9 0,-8 2 0,0 8 0,0-2 0,0 11 0,0 12 0,0 2 0,0 5 0</inkml:trace>
  <inkml:trace contextRef="#ctx0" brushRef="#br0" timeOffset="7">24471 8201 8912,'17'10'0,"0"5"0,2-13 0,4 4 0,-2 1 0,8-1 0,0 0 0,5-6 0,0 0 0,-1 0 0,-4 0 0,-6 0 0,-10-2 0,-2-4 0,-7 2 0,2-7 0,4 7 0,-1-4 0</inkml:trace>
  <inkml:trace contextRef="#ctx0" brushRef="#br0" timeOffset="8">24780 8184 8912,'0'0'0</inkml:trace>
  <inkml:trace contextRef="#ctx0" brushRef="#br0" timeOffset="9">25486 8201 8912,'0'25'0,"0"-6"0,0 0 0,0-7 0,0 1 0,0 2 0,0 2 0,8-5 0,3-1 0,4-7 0,3 2 0,-7-4 0,1-2 0,-9 0 0,5-2 0,-8-4 0,0 4 0,8-13 0,-6 11 0,3-7 0,5-1 0,0-5 0</inkml:trace>
  <inkml:trace contextRef="#ctx0" brushRef="#br0" timeOffset="10">24935 8321 8912,'-2'-17'0,"-1"0"0,-3 0 0,0 0 0,-1 0 0,-3-1 0,-7 1 0</inkml:trace>
  <inkml:trace contextRef="#ctx0" brushRef="#br0" timeOffset="11">24884 8184 8912,'0'-12'0,"0"1"0,0 7 0,0-3 0,-8-1 0,-1-2 0</inkml:trace>
  <inkml:trace contextRef="#ctx0" brushRef="#br0" timeOffset="12">24884 8218 8912,'0'40'0,"0"1"0,0 4 0,0-4 0,0 4 0,2-3 0,1 0 0,3 0 0,6-3 0,-7-11 0,9-1 0,-3-6 0,5 2 0,-5-8 0,1-9 0,-1-6 0,6-6 0,0-3 0,1-8 0,-7-3 0,1-2 0,-3 0 0,3-6 0,1-1 0,-7-5 0,5 5 0,-5 0 0,-2-1 0,-2-3 0,3 5 0,1-1 0,0 6 0,-6-5 0,0 7 0,0-2 0,0 4 0,0 7 0,0 1 0,0 7 0,0 4 0,0 11 0,0 5 0,0 8 0,0 5 0,0 3 0,0 3 0,0-1 0,0 1 0,6-1 0,-1 0 0,7-5 0,-6 0 0,9-8 0,2 2 0,0-6 0,6-6 0,4-3 0,2-8 0,3 0 0,3 0 0,-1-10 0,0-7 0,1 0 0,-1-6 0,-1 2 0,-5-2 0,-5 10 0,-11-4 0,1 3 0,-7-3 0,7 7 0,-11-5 0,6 11 0,-8-7 0,-2 5 0,-4-5 0,2 1 0,-7-1 0,7-5 0,-2 5 0,5-4 0,1-3 0,-6 1 0,0 0 0,0 0 0,6 0 0,0 0 0,-7 7 0,-3 2 0</inkml:trace>
  <inkml:trace contextRef="#ctx0" brushRef="#br0" timeOffset="13">25555 8167 8912,'-10'-8'0,"-5"6"0,11-7 0,-7 3 0,5 4 0,-5-4 0,-1 4 0,-5 2 0,0 0 0,-1 0 0</inkml:trace>
  <inkml:trace contextRef="#ctx0" brushRef="#br0" timeOffset="14">25400 8201 8912,'-8'23'0,"-3"0"0,-4 8 0,-3-3 0,7 3 0,-1-3 0,9 5 0,-3-4 0,4-3 0,2 3 0,2-2 0,4 1 0,5-3 0,12-8 0,4 1 0,7-1 0,1-8 0,-1-3 0,6 2 0,0-3 0,-1-1 0,-3-2 0,-2-2 0,1 0 0,-1-7 0,1-5 0,-1-3 0,0-2 0,1-1 0,-1 1 0,3-2 0,3-4 0,-4 2 0,2-6 0,-7 1 0,-8-1 0,-4 4 0,-2-6 0,-2 6 0,-3-5 0,-4 1 0,-8-2 0,0-3 0,0 3 0,-8 2 0,-4-1 0,-3 9 0,-2 2 0,-6 1 0,0 11 0,-2-1 0,2 6 0,4 0 0,-4 2 0,4 3 0,2 7 0,7-4 0,3-1 0</inkml:trace>
  <inkml:trace contextRef="#ctx0" brushRef="#br0" timeOffset="15">25933 8201 8912,'0'17'0,"8"1"0,-6-7 0,6-1 0,-1-3 0,3 7 0,13-7 0,0 5 0,0 3 0,-6-4 0,0-1 0,0 1 0,1 1 0,-1 5 0,0 0 0,0 0 0,0 1 0,1-1 0,-3 0 0,-4 0 0,5 0 0,-5 1 0,-1-3 0,1-4 0,1 5 0,5-5 0,0-3 0,6-1 0,0-7 0,0-2 0,-4-3 0,2-7 0,2-3 0,6-4 0,-6-4 0,1-2 0,-1-4 0,-3-3 0,2 3 0,-2-3 0,-3-3 0,-6 7 0,1-1 0,-8 8 0,1-2 0,-3 4 0,-2 2 0,0 7 0,0 10 0,0 12 0,0 3 0,0 2 0,0 6 0,0 0 0,0 0 0,0-6 0,6 0 0,0 1 0,7-7 0,-1-1 0,3-3 0,2-3 0,6-2 0,0-2 0,8 0 0,-3 0 0,7-9 0,5-9 0,-4-1 0,4-9 0,-11 14 0,-4-1 0</inkml:trace>
  <inkml:trace contextRef="#ctx0" brushRef="#br0" timeOffset="16">27104 8167 8912,'17'-17'0,"-8"7"0,1 0 0,-4 5 0,-4 3 0,5-6 0,-7 8 0</inkml:trace>
  <inkml:trace contextRef="#ctx0" brushRef="#br0" timeOffset="17">27138 8218 8912,'0'35'0,"0"-1"0,0 8 0,0 4 0,0 2 0,0-2 0,-6 3 0,1-3 0,-3-2 0,2 2 0,4-8 0,-3 2 0,3-9 0,2-4 0,-2-3 0,-4-3 0,4-2 0,-4-1 0,-3-1 0,-1 0 0,-7-7 0,2-5 0,3-10 0,7-7 0,3-9 0,2-2 0,5-13 0,1 2 0,15-12 0,-2 2 0</inkml:trace>
  <inkml:trace contextRef="#ctx0" brushRef="#br0" timeOffset="18">27241 7582 8912,'2'-11'0,"4"-1"0,5 8 0,12-1 0,4 12 0,8 11 0,7 8 0,4 14 0,9 12 0,2 13 0,-1 8 0,-3 7 0,-30-32 0,-4 3 0,0 3 0,-3 1 0,-5-3 0,-3-1-149,-3 1 0,-4-1 1,-13 39 148,-5-4 0,-17-6 0,-1-5 0,-11-12 0,2 0 0,0-6-113,4 0 1,-2-3 112,2 3 0,6-7 0,5-10 0,8-4 0,-2-18 0,2 1 0,-2-14 0,-4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8" Type="http://schemas.openxmlformats.org/officeDocument/2006/relationships/hyperlink" Target="https://stackoverflow.com/" TargetMode="External"/><Relationship Id="rId13" Type="http://schemas.openxmlformats.org/officeDocument/2006/relationships/hyperlink" Target="https://www.upwork.com/" TargetMode="External"/><Relationship Id="rId3" Type="http://schemas.openxmlformats.org/officeDocument/2006/relationships/hyperlink" Target="https://en.wikipedia.org/wiki/Resource_Description_Framework" TargetMode="External"/><Relationship Id="rId7" Type="http://schemas.openxmlformats.org/officeDocument/2006/relationships/hyperlink" Target="https://trends.google.com/" TargetMode="External"/><Relationship Id="rId12" Type="http://schemas.openxmlformats.org/officeDocument/2006/relationships/hyperlink" Target="https://www.linkedin.com/"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s://yandex.com/" TargetMode="External"/><Relationship Id="rId11" Type="http://schemas.openxmlformats.org/officeDocument/2006/relationships/hyperlink" Target="https://www.simplyhired.com/" TargetMode="External"/><Relationship Id="rId5" Type="http://schemas.openxmlformats.org/officeDocument/2006/relationships/hyperlink" Target="http://www.bing.com/" TargetMode="External"/><Relationship Id="rId10" Type="http://schemas.openxmlformats.org/officeDocument/2006/relationships/hyperlink" Target="https://www.indeed.com/" TargetMode="External"/><Relationship Id="rId4" Type="http://schemas.openxmlformats.org/officeDocument/2006/relationships/hyperlink" Target="https://www.google.com/" TargetMode="External"/><Relationship Id="rId9" Type="http://schemas.openxmlformats.org/officeDocument/2006/relationships/hyperlink" Target="https://dba.stackexchange.com/" TargetMode="External"/><Relationship Id="rId14" Type="http://schemas.openxmlformats.org/officeDocument/2006/relationships/hyperlink" Target="https://twitter.com/"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8" Type="http://schemas.openxmlformats.org/officeDocument/2006/relationships/hyperlink" Target="https://simple.wikipedia.org/wiki/Programming_language" TargetMode="External"/><Relationship Id="rId3" Type="http://schemas.openxmlformats.org/officeDocument/2006/relationships/hyperlink" Target="https://en.wikipedia.org/wiki/Computability_theory" TargetMode="External"/><Relationship Id="rId7" Type="http://schemas.openxmlformats.org/officeDocument/2006/relationships/hyperlink" Target="https://en.wikipedia.org/wiki/Turing_machine"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en.wikipedia.org/wiki/Cellular_automaton" TargetMode="External"/><Relationship Id="rId5" Type="http://schemas.openxmlformats.org/officeDocument/2006/relationships/hyperlink" Target="https://en.wikipedia.org/wiki/Programming_language" TargetMode="External"/><Relationship Id="rId4" Type="http://schemas.openxmlformats.org/officeDocument/2006/relationships/hyperlink" Target="https://en.wikipedia.org/wiki/Instruction_set"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4" name="Google Shape;115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1155" name="Google Shape;1155;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7" name="Google Shape;1307;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8" name="Google Shape;1308;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7" name="Google Shape;1307;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8" name="Google Shape;1308;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1001834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5" name="Google Shape;107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Helvetica Neue"/>
              <a:buNone/>
            </a:pPr>
            <a:endParaRPr sz="1200" b="0" i="0" dirty="0">
              <a:solidFill>
                <a:schemeClr val="dk1"/>
              </a:solidFill>
              <a:latin typeface="Helvetica Neue"/>
              <a:ea typeface="Helvetica Neue"/>
              <a:cs typeface="Helvetica Neue"/>
              <a:sym typeface="Helvetica Neue"/>
            </a:endParaRPr>
          </a:p>
        </p:txBody>
      </p:sp>
      <p:sp>
        <p:nvSpPr>
          <p:cNvPr id="1082" name="Google Shape;108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98" name="Google Shape;109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05" name="Google Shape;110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7" name="Google Shape;111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Multi-model: can do also graph </a:t>
            </a:r>
            <a:r>
              <a:rPr lang="en-US" dirty="0" err="1"/>
              <a:t>db</a:t>
            </a:r>
            <a:r>
              <a:rPr lang="en-US" dirty="0"/>
              <a:t> and/or document store and/or RDF (</a:t>
            </a:r>
            <a:r>
              <a:rPr lang="en-US" b="0" i="0" u="none" strike="noStrike" dirty="0">
                <a:effectLst/>
                <a:latin typeface="Arial" panose="020B0604020202020204" pitchFamily="34" charset="0"/>
                <a:hlinkClick r:id="rId3" tooltip="Resource Description Framework"/>
              </a:rPr>
              <a:t>Resource Description Framework</a:t>
            </a:r>
            <a:r>
              <a:rPr lang="en-US" b="0" i="0" dirty="0">
                <a:solidFill>
                  <a:srgbClr val="202122"/>
                </a:solidFill>
                <a:effectLst/>
                <a:latin typeface="Arial" panose="020B0604020202020204" pitchFamily="34" charset="0"/>
              </a:rPr>
              <a:t> )</a:t>
            </a: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Method of calculating the scores of the DB-Engines Ranking</a:t>
            </a:r>
            <a:endParaRPr lang="en-US"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The DB-Engines Ranking is a list of database management systems ranked by their current popularity. We measure the popularity of a system by using the following parameters:</a:t>
            </a: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Number of mentions of the system on websites</a:t>
            </a:r>
            <a:r>
              <a:rPr lang="en-US" sz="1200" b="0" i="0" dirty="0">
                <a:solidFill>
                  <a:schemeClr val="dk1"/>
                </a:solidFill>
                <a:latin typeface="Calibri"/>
                <a:ea typeface="Calibri"/>
                <a:cs typeface="Calibri"/>
                <a:sym typeface="Calibri"/>
              </a:rPr>
              <a:t>, measured as number of results in search engines queries. At the moment, we use </a:t>
            </a:r>
            <a:r>
              <a:rPr lang="en-US" sz="1200" b="0" i="0" u="sng" strike="noStrike"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Google</a:t>
            </a:r>
            <a:r>
              <a:rPr lang="en-US" sz="1200" b="0" i="0" dirty="0">
                <a:solidFill>
                  <a:schemeClr val="dk1"/>
                </a:solidFill>
                <a:latin typeface="Calibri"/>
                <a:ea typeface="Calibri"/>
                <a:cs typeface="Calibri"/>
                <a:sym typeface="Calibri"/>
              </a:rPr>
              <a:t>, </a:t>
            </a:r>
            <a:r>
              <a:rPr lang="en-US" sz="1200" b="0" i="0" u="sng" strike="noStrike"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Bing</a:t>
            </a:r>
            <a:r>
              <a:rPr lang="en-US" sz="1200" b="0" i="0" dirty="0">
                <a:solidFill>
                  <a:schemeClr val="dk1"/>
                </a:solidFill>
                <a:latin typeface="Calibri"/>
                <a:ea typeface="Calibri"/>
                <a:cs typeface="Calibri"/>
                <a:sym typeface="Calibri"/>
              </a:rPr>
              <a:t> and </a:t>
            </a:r>
            <a:r>
              <a:rPr lang="en-US" sz="1200" b="0" i="0" u="sng" strike="noStrike" dirty="0">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Yandex</a:t>
            </a:r>
            <a:r>
              <a:rPr lang="en-US" sz="1200" b="0" i="0" dirty="0">
                <a:solidFill>
                  <a:schemeClr val="dk1"/>
                </a:solidFill>
                <a:latin typeface="Calibri"/>
                <a:ea typeface="Calibri"/>
                <a:cs typeface="Calibri"/>
                <a:sym typeface="Calibri"/>
              </a:rPr>
              <a:t> for this measurement. In order to count only relevant results, we are searching for &lt;system name&gt; together with the term database, e.g. "Oracle" and "database".</a:t>
            </a: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General interest in the system.</a:t>
            </a:r>
            <a:r>
              <a:rPr lang="en-US" sz="1200" b="0" i="0" dirty="0">
                <a:solidFill>
                  <a:schemeClr val="dk1"/>
                </a:solidFill>
                <a:latin typeface="Calibri"/>
                <a:ea typeface="Calibri"/>
                <a:cs typeface="Calibri"/>
                <a:sym typeface="Calibri"/>
              </a:rPr>
              <a:t> For this measurement, we use the frequency of searches in </a:t>
            </a:r>
            <a:r>
              <a:rPr lang="en-US" sz="1200" b="0" i="0" u="sng" strike="noStrike" dirty="0">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Google Trends</a:t>
            </a:r>
            <a:r>
              <a:rPr lang="en-US" sz="1200" b="0" i="0" dirty="0">
                <a:solidFill>
                  <a:schemeClr val="dk1"/>
                </a:solidFill>
                <a:latin typeface="Calibri"/>
                <a:ea typeface="Calibri"/>
                <a:cs typeface="Calibri"/>
                <a:sym typeface="Calibri"/>
              </a:rPr>
              <a:t>.</a:t>
            </a: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Frequency of technical discussions about the system.</a:t>
            </a:r>
            <a:r>
              <a:rPr lang="en-US" sz="1200" b="0" i="0" dirty="0">
                <a:solidFill>
                  <a:schemeClr val="dk1"/>
                </a:solidFill>
                <a:latin typeface="Calibri"/>
                <a:ea typeface="Calibri"/>
                <a:cs typeface="Calibri"/>
                <a:sym typeface="Calibri"/>
              </a:rPr>
              <a:t> We use the number of related questions and the number of interested users on the well-known IT-related Q&amp;A sites </a:t>
            </a:r>
            <a:r>
              <a:rPr lang="en-US" sz="1200" b="0" i="0" u="sng" strike="noStrike" dirty="0">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Stack Overflow</a:t>
            </a:r>
            <a:r>
              <a:rPr lang="en-US" sz="1200" b="0" i="0" dirty="0">
                <a:solidFill>
                  <a:schemeClr val="dk1"/>
                </a:solidFill>
                <a:latin typeface="Calibri"/>
                <a:ea typeface="Calibri"/>
                <a:cs typeface="Calibri"/>
                <a:sym typeface="Calibri"/>
              </a:rPr>
              <a:t> and </a:t>
            </a:r>
            <a:r>
              <a:rPr lang="en-US" sz="1200" b="0" i="0" u="sng" strike="noStrike" dirty="0">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DBA Stack Exchange</a:t>
            </a:r>
            <a:r>
              <a:rPr lang="en-US" sz="1200" b="0" i="0" dirty="0">
                <a:solidFill>
                  <a:schemeClr val="dk1"/>
                </a:solidFill>
                <a:latin typeface="Calibri"/>
                <a:ea typeface="Calibri"/>
                <a:cs typeface="Calibri"/>
                <a:sym typeface="Calibri"/>
              </a:rPr>
              <a:t>.</a:t>
            </a: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Number of job offers, in which the system is mentioned.</a:t>
            </a:r>
            <a:r>
              <a:rPr lang="en-US" sz="1200" b="0" i="0" dirty="0">
                <a:solidFill>
                  <a:schemeClr val="dk1"/>
                </a:solidFill>
                <a:latin typeface="Calibri"/>
                <a:ea typeface="Calibri"/>
                <a:cs typeface="Calibri"/>
                <a:sym typeface="Calibri"/>
              </a:rPr>
              <a:t> We use the number of offers on the leading job search engines </a:t>
            </a:r>
            <a:r>
              <a:rPr lang="en-US" sz="1200" b="0" i="0" u="sng" strike="noStrike" dirty="0">
                <a:solidFill>
                  <a:schemeClr val="dk1"/>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Indeed</a:t>
            </a:r>
            <a:r>
              <a:rPr lang="en-US" sz="1200" b="0" i="0" dirty="0">
                <a:solidFill>
                  <a:schemeClr val="dk1"/>
                </a:solidFill>
                <a:latin typeface="Calibri"/>
                <a:ea typeface="Calibri"/>
                <a:cs typeface="Calibri"/>
                <a:sym typeface="Calibri"/>
              </a:rPr>
              <a:t> and </a:t>
            </a:r>
            <a:r>
              <a:rPr lang="en-US" sz="1200" b="0" i="0" u="sng" strike="noStrike" dirty="0">
                <a:solidFill>
                  <a:schemeClr val="dk1"/>
                </a:solidFill>
                <a:latin typeface="Calibri"/>
                <a:ea typeface="Calibri"/>
                <a:cs typeface="Calibri"/>
                <a:sym typeface="Calibri"/>
                <a:hlinkClick r:id="rId11">
                  <a:extLst>
                    <a:ext uri="{A12FA001-AC4F-418D-AE19-62706E023703}">
                      <ahyp:hlinkClr xmlns:ahyp="http://schemas.microsoft.com/office/drawing/2018/hyperlinkcolor" val="tx"/>
                    </a:ext>
                  </a:extLst>
                </a:hlinkClick>
              </a:rPr>
              <a:t>Simply Hired</a:t>
            </a:r>
            <a:r>
              <a:rPr lang="en-US" sz="1200" b="0" i="0" dirty="0">
                <a:solidFill>
                  <a:schemeClr val="dk1"/>
                </a:solidFill>
                <a:latin typeface="Calibri"/>
                <a:ea typeface="Calibri"/>
                <a:cs typeface="Calibri"/>
                <a:sym typeface="Calibri"/>
              </a:rPr>
              <a:t>.</a:t>
            </a: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Number of profiles in professional networks, in which the system is mentioned.</a:t>
            </a:r>
            <a:r>
              <a:rPr lang="en-US" sz="1200" b="0" i="0" dirty="0">
                <a:solidFill>
                  <a:schemeClr val="dk1"/>
                </a:solidFill>
                <a:latin typeface="Calibri"/>
                <a:ea typeface="Calibri"/>
                <a:cs typeface="Calibri"/>
                <a:sym typeface="Calibri"/>
              </a:rPr>
              <a:t> We use the internationally most popular professional networks </a:t>
            </a:r>
            <a:r>
              <a:rPr lang="en-US" sz="1200" b="0" i="0" u="sng" strike="noStrike" dirty="0">
                <a:solidFill>
                  <a:schemeClr val="dk1"/>
                </a:solidFill>
                <a:latin typeface="Calibri"/>
                <a:ea typeface="Calibri"/>
                <a:cs typeface="Calibri"/>
                <a:sym typeface="Calibri"/>
                <a:hlinkClick r:id="rId12">
                  <a:extLst>
                    <a:ext uri="{A12FA001-AC4F-418D-AE19-62706E023703}">
                      <ahyp:hlinkClr xmlns:ahyp="http://schemas.microsoft.com/office/drawing/2018/hyperlinkcolor" val="tx"/>
                    </a:ext>
                  </a:extLst>
                </a:hlinkClick>
              </a:rPr>
              <a:t>LinkedIn</a:t>
            </a:r>
            <a:r>
              <a:rPr lang="en-US" sz="1200" b="0" i="0" dirty="0">
                <a:solidFill>
                  <a:schemeClr val="dk1"/>
                </a:solidFill>
                <a:latin typeface="Calibri"/>
                <a:ea typeface="Calibri"/>
                <a:cs typeface="Calibri"/>
                <a:sym typeface="Calibri"/>
              </a:rPr>
              <a:t> and </a:t>
            </a:r>
            <a:r>
              <a:rPr lang="en-US" sz="1200" b="0" i="0" u="sng" strike="noStrike" dirty="0">
                <a:solidFill>
                  <a:schemeClr val="dk1"/>
                </a:solidFill>
                <a:latin typeface="Calibri"/>
                <a:ea typeface="Calibri"/>
                <a:cs typeface="Calibri"/>
                <a:sym typeface="Calibri"/>
                <a:hlinkClick r:id="rId13">
                  <a:extLst>
                    <a:ext uri="{A12FA001-AC4F-418D-AE19-62706E023703}">
                      <ahyp:hlinkClr xmlns:ahyp="http://schemas.microsoft.com/office/drawing/2018/hyperlinkcolor" val="tx"/>
                    </a:ext>
                  </a:extLst>
                </a:hlinkClick>
              </a:rPr>
              <a:t>Upwork</a:t>
            </a:r>
            <a:r>
              <a:rPr lang="en-US" sz="1200" b="0" i="0" dirty="0">
                <a:solidFill>
                  <a:schemeClr val="dk1"/>
                </a:solidFill>
                <a:latin typeface="Calibri"/>
                <a:ea typeface="Calibri"/>
                <a:cs typeface="Calibri"/>
                <a:sym typeface="Calibri"/>
              </a:rPr>
              <a:t>.</a:t>
            </a:r>
            <a:endParaRPr lang="en-US" dirty="0"/>
          </a:p>
          <a:p>
            <a:pPr marL="0" lvl="0" indent="0" algn="l" rtl="0">
              <a:lnSpc>
                <a:spcPct val="100000"/>
              </a:lnSpc>
              <a:spcBef>
                <a:spcPts val="0"/>
              </a:spcBef>
              <a:spcAft>
                <a:spcPts val="0"/>
              </a:spcAft>
              <a:buSzPts val="1400"/>
              <a:buNone/>
            </a:pPr>
            <a:r>
              <a:rPr lang="en-US" sz="1200" b="1" i="0" dirty="0">
                <a:solidFill>
                  <a:schemeClr val="dk1"/>
                </a:solidFill>
                <a:latin typeface="Calibri"/>
                <a:ea typeface="Calibri"/>
                <a:cs typeface="Calibri"/>
                <a:sym typeface="Calibri"/>
              </a:rPr>
              <a:t>Relevance in social networks.</a:t>
            </a:r>
            <a:r>
              <a:rPr lang="en-US" sz="1200" b="0" i="0" dirty="0">
                <a:solidFill>
                  <a:schemeClr val="dk1"/>
                </a:solidFill>
                <a:latin typeface="Calibri"/>
                <a:ea typeface="Calibri"/>
                <a:cs typeface="Calibri"/>
                <a:sym typeface="Calibri"/>
              </a:rPr>
              <a:t> We count the number of </a:t>
            </a:r>
            <a:r>
              <a:rPr lang="en-US" sz="1200" b="0" i="0" u="sng" strike="noStrike" dirty="0">
                <a:solidFill>
                  <a:schemeClr val="dk1"/>
                </a:solidFill>
                <a:latin typeface="Calibri"/>
                <a:ea typeface="Calibri"/>
                <a:cs typeface="Calibri"/>
                <a:sym typeface="Calibri"/>
                <a:hlinkClick r:id="rId14">
                  <a:extLst>
                    <a:ext uri="{A12FA001-AC4F-418D-AE19-62706E023703}">
                      <ahyp:hlinkClr xmlns:ahyp="http://schemas.microsoft.com/office/drawing/2018/hyperlinkcolor" val="tx"/>
                    </a:ext>
                  </a:extLst>
                </a:hlinkClick>
              </a:rPr>
              <a:t>Twitter</a:t>
            </a:r>
            <a:r>
              <a:rPr lang="en-US" sz="1200" b="0" i="0" dirty="0">
                <a:solidFill>
                  <a:schemeClr val="dk1"/>
                </a:solidFill>
                <a:latin typeface="Calibri"/>
                <a:ea typeface="Calibri"/>
                <a:cs typeface="Calibri"/>
                <a:sym typeface="Calibri"/>
              </a:rPr>
              <a:t> tweets, in which the system is mentioned.</a:t>
            </a:r>
            <a:endParaRPr lang="en-US" dirty="0"/>
          </a:p>
          <a:p>
            <a:pPr marL="0" lvl="0" indent="0" algn="l" rtl="0">
              <a:lnSpc>
                <a:spcPct val="100000"/>
              </a:lnSpc>
              <a:spcBef>
                <a:spcPts val="0"/>
              </a:spcBef>
              <a:spcAft>
                <a:spcPts val="0"/>
              </a:spcAft>
              <a:buSzPts val="1400"/>
              <a:buNone/>
            </a:pPr>
            <a:endParaRPr lang="en-US" dirty="0"/>
          </a:p>
        </p:txBody>
      </p:sp>
      <p:sp>
        <p:nvSpPr>
          <p:cNvPr id="220" name="Google Shape;22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1" name="Google Shape;23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25</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Database tables and indexes may be stored </a:t>
            </a:r>
            <a:r>
              <a:rPr lang="en-US" sz="1200" b="1" i="0">
                <a:solidFill>
                  <a:schemeClr val="dk1"/>
                </a:solidFill>
                <a:latin typeface="Calibri"/>
                <a:ea typeface="Calibri"/>
                <a:cs typeface="Calibri"/>
                <a:sym typeface="Calibri"/>
              </a:rPr>
              <a:t>on disk in one of a number of forms, including ordered/unordered flat files, ISAM, heap files, hash buckets, or B+ trees</a:t>
            </a:r>
            <a:r>
              <a:rPr lang="en-US" sz="1200" b="0" i="0">
                <a:solidFill>
                  <a:schemeClr val="dk1"/>
                </a:solidFill>
                <a:latin typeface="Calibri"/>
                <a:ea typeface="Calibri"/>
                <a:cs typeface="Calibri"/>
                <a:sym typeface="Calibri"/>
              </a:rPr>
              <a:t>.</a:t>
            </a:r>
            <a:endParaRPr/>
          </a:p>
        </p:txBody>
      </p:sp>
      <p:sp>
        <p:nvSpPr>
          <p:cNvPr id="254" name="Google Shape;25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In the past, data was stored in specialized data structures that were designed for specific tasks. For example, airlines might record flight bookings in a different format than a bank managing an account ledger.  </a:t>
            </a: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p:sp>
        <p:nvSpPr>
          <p:cNvPr id="702" name="Google Shape;70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a:solidFill>
                  <a:schemeClr val="dk1"/>
                </a:solidFill>
                <a:latin typeface="Calibri"/>
                <a:ea typeface="Calibri"/>
                <a:cs typeface="Calibri"/>
                <a:sym typeface="Calibri"/>
              </a:rPr>
              <a:t>In 1969, Ted Codd introduced the relational model as a general method of storing data. Data is stored in two-dimensional tables called </a:t>
            </a:r>
            <a:r>
              <a:rPr lang="en-US" sz="1200" b="1" i="0">
                <a:solidFill>
                  <a:schemeClr val="dk1"/>
                </a:solidFill>
                <a:latin typeface="Calibri"/>
                <a:ea typeface="Calibri"/>
                <a:cs typeface="Calibri"/>
                <a:sym typeface="Calibri"/>
              </a:rPr>
              <a:t>relations</a:t>
            </a:r>
            <a:r>
              <a:rPr lang="en-US" sz="1200" b="0" i="0">
                <a:solidFill>
                  <a:schemeClr val="dk1"/>
                </a:solidFill>
                <a:latin typeface="Calibri"/>
                <a:ea typeface="Calibri"/>
                <a:cs typeface="Calibri"/>
                <a:sym typeface="Calibri"/>
              </a:rPr>
              <a:t>, consisting of individual observations in each row (commonly referred to as </a:t>
            </a:r>
            <a:r>
              <a:rPr lang="en-US" sz="1200" b="1" i="0">
                <a:solidFill>
                  <a:schemeClr val="dk1"/>
                </a:solidFill>
                <a:latin typeface="Calibri"/>
                <a:ea typeface="Calibri"/>
                <a:cs typeface="Calibri"/>
                <a:sym typeface="Calibri"/>
              </a:rPr>
              <a:t>tuples</a:t>
            </a:r>
            <a:r>
              <a:rPr lang="en-US" sz="1200" b="0" i="0">
                <a:solidFill>
                  <a:schemeClr val="dk1"/>
                </a:solidFill>
                <a:latin typeface="Calibri"/>
                <a:ea typeface="Calibri"/>
                <a:cs typeface="Calibri"/>
                <a:sym typeface="Calibri"/>
              </a:rPr>
              <a:t>). Each tuple is a structured data item that represents the relationship between certain </a:t>
            </a:r>
            <a:r>
              <a:rPr lang="en-US" sz="1200" b="1" i="0">
                <a:solidFill>
                  <a:schemeClr val="dk1"/>
                </a:solidFill>
                <a:latin typeface="Calibri"/>
                <a:ea typeface="Calibri"/>
                <a:cs typeface="Calibri"/>
                <a:sym typeface="Calibri"/>
              </a:rPr>
              <a:t>attributes</a:t>
            </a:r>
            <a:r>
              <a:rPr lang="en-US" sz="1200" b="0" i="0">
                <a:solidFill>
                  <a:schemeClr val="dk1"/>
                </a:solidFill>
                <a:latin typeface="Calibri"/>
                <a:ea typeface="Calibri"/>
                <a:cs typeface="Calibri"/>
                <a:sym typeface="Calibri"/>
              </a:rPr>
              <a:t> (columns). Each attribute of a relation has a name and data type.</a:t>
            </a:r>
            <a:endParaRPr/>
          </a:p>
          <a:p>
            <a:pPr marL="0" lvl="0" indent="0" algn="l" rtl="0">
              <a:lnSpc>
                <a:spcPct val="100000"/>
              </a:lnSpc>
              <a:spcBef>
                <a:spcPts val="0"/>
              </a:spcBef>
              <a:spcAft>
                <a:spcPts val="0"/>
              </a:spcAft>
              <a:buSzPts val="1400"/>
              <a:buNone/>
            </a:pPr>
            <a:endParaRPr/>
          </a:p>
        </p:txBody>
      </p:sp>
      <p:sp>
        <p:nvSpPr>
          <p:cNvPr id="714" name="Google Shape;71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Helvetica Neue"/>
              <a:buNone/>
            </a:pPr>
            <a:fld id="{00000000-1234-1234-1234-123412341234}" type="slidenum">
              <a:rPr lang="en-US" sz="1200" b="0" i="0" u="none" strike="noStrike" cap="none">
                <a:solidFill>
                  <a:srgbClr val="000000"/>
                </a:solidFill>
                <a:latin typeface="Helvetica Neue"/>
                <a:ea typeface="Helvetica Neue"/>
                <a:cs typeface="Helvetica Neue"/>
                <a:sym typeface="Helvetica Neue"/>
              </a:rPr>
              <a:t>29</a:t>
            </a:fld>
            <a:endParaRPr sz="1200" b="0" i="0" u="none" strike="noStrike" cap="none">
              <a:solidFill>
                <a:srgbClr val="000000"/>
              </a:solidFill>
              <a:latin typeface="Helvetica Neue"/>
              <a:ea typeface="Helvetica Neue"/>
              <a:cs typeface="Helvetica Neue"/>
              <a:sym typeface="Helvetica Neue"/>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In </a:t>
            </a:r>
            <a:r>
              <a:rPr lang="en-US" sz="1200" b="0" i="0" u="sng" strike="noStrike"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computability theory</a:t>
            </a:r>
            <a:r>
              <a:rPr lang="en-US" sz="1200" b="0" i="0" dirty="0">
                <a:solidFill>
                  <a:schemeClr val="dk1"/>
                </a:solidFill>
                <a:latin typeface="Calibri"/>
                <a:ea typeface="Calibri"/>
                <a:cs typeface="Calibri"/>
                <a:sym typeface="Calibri"/>
              </a:rPr>
              <a:t>, a system of data-manipulation rules (such as a computer's </a:t>
            </a:r>
            <a:r>
              <a:rPr lang="en-US" sz="1200" b="0" i="0" u="sng" strike="noStrike"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instruction set</a:t>
            </a:r>
            <a:r>
              <a:rPr lang="en-US" sz="1200" b="0" i="0" dirty="0">
                <a:solidFill>
                  <a:schemeClr val="dk1"/>
                </a:solidFill>
                <a:latin typeface="Calibri"/>
                <a:ea typeface="Calibri"/>
                <a:cs typeface="Calibri"/>
                <a:sym typeface="Calibri"/>
              </a:rPr>
              <a:t>, a </a:t>
            </a:r>
            <a:r>
              <a:rPr lang="en-US" sz="1200" b="0" i="0" u="sng" strike="noStrike"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programming language</a:t>
            </a:r>
            <a:r>
              <a:rPr lang="en-US" sz="1200" b="0" i="0" dirty="0">
                <a:solidFill>
                  <a:schemeClr val="dk1"/>
                </a:solidFill>
                <a:latin typeface="Calibri"/>
                <a:ea typeface="Calibri"/>
                <a:cs typeface="Calibri"/>
                <a:sym typeface="Calibri"/>
              </a:rPr>
              <a:t>, or a </a:t>
            </a:r>
            <a:r>
              <a:rPr lang="en-US" sz="1200" b="0" i="0" u="sng" strike="noStrike" dirty="0">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cellular automaton</a:t>
            </a:r>
            <a:r>
              <a:rPr lang="en-US" sz="1200" b="0" i="0" dirty="0">
                <a:solidFill>
                  <a:schemeClr val="dk1"/>
                </a:solidFill>
                <a:latin typeface="Calibri"/>
                <a:ea typeface="Calibri"/>
                <a:cs typeface="Calibri"/>
                <a:sym typeface="Calibri"/>
              </a:rPr>
              <a:t>) is said to be </a:t>
            </a:r>
            <a:r>
              <a:rPr lang="en-US" sz="1200" b="1" i="0" dirty="0">
                <a:solidFill>
                  <a:schemeClr val="dk1"/>
                </a:solidFill>
                <a:latin typeface="Calibri"/>
                <a:ea typeface="Calibri"/>
                <a:cs typeface="Calibri"/>
                <a:sym typeface="Calibri"/>
              </a:rPr>
              <a:t>Turing complete</a:t>
            </a:r>
            <a:r>
              <a:rPr lang="en-US" sz="1200" b="0" i="0" dirty="0">
                <a:solidFill>
                  <a:schemeClr val="dk1"/>
                </a:solidFill>
                <a:latin typeface="Calibri"/>
                <a:ea typeface="Calibri"/>
                <a:cs typeface="Calibri"/>
                <a:sym typeface="Calibri"/>
              </a:rPr>
              <a:t> or </a:t>
            </a:r>
            <a:r>
              <a:rPr lang="en-US" sz="1200" b="1" i="0" dirty="0">
                <a:solidFill>
                  <a:schemeClr val="dk1"/>
                </a:solidFill>
                <a:latin typeface="Calibri"/>
                <a:ea typeface="Calibri"/>
                <a:cs typeface="Calibri"/>
                <a:sym typeface="Calibri"/>
              </a:rPr>
              <a:t>computationally universal</a:t>
            </a:r>
            <a:r>
              <a:rPr lang="en-US" sz="1200" b="0" i="0" dirty="0">
                <a:solidFill>
                  <a:schemeClr val="dk1"/>
                </a:solidFill>
                <a:latin typeface="Calibri"/>
                <a:ea typeface="Calibri"/>
                <a:cs typeface="Calibri"/>
                <a:sym typeface="Calibri"/>
              </a:rPr>
              <a:t> if it can be used to simulate any </a:t>
            </a:r>
            <a:r>
              <a:rPr lang="en-US" sz="1200" b="0" i="0" u="sng" strike="noStrike" dirty="0">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Turing machine</a:t>
            </a:r>
            <a:r>
              <a:rPr lang="en-US" sz="1200" b="0" i="0" dirty="0">
                <a:solidFill>
                  <a:schemeClr val="dk1"/>
                </a:solidFill>
                <a:latin typeface="Calibri"/>
                <a:ea typeface="Calibri"/>
                <a:cs typeface="Calibri"/>
                <a:sym typeface="Calibri"/>
              </a:rPr>
              <a:t>. This means that this system is able to recognize or decide other data-manipulation rule sets.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Most modern </a:t>
            </a:r>
            <a:r>
              <a:rPr lang="en-US" sz="1200" b="0" i="0" u="sng" strike="noStrike" dirty="0">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programming languages</a:t>
            </a:r>
            <a:r>
              <a:rPr lang="en-US" sz="1200" b="0" i="0" dirty="0">
                <a:solidFill>
                  <a:schemeClr val="dk1"/>
                </a:solidFill>
                <a:latin typeface="Calibri"/>
                <a:ea typeface="Calibri"/>
                <a:cs typeface="Calibri"/>
                <a:sym typeface="Calibri"/>
              </a:rPr>
              <a:t> are Turing-complete. To show that something is Turing complete, it is enough to show that it can be used to simulate some Turing complete system.</a:t>
            </a:r>
            <a:endParaRPr dirty="0"/>
          </a:p>
        </p:txBody>
      </p:sp>
      <p:sp>
        <p:nvSpPr>
          <p:cNvPr id="743" name="Google Shape;74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6.xml"/></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9.xml"/></Relationships>
</file>

<file path=ppt/slides/_rels/slide10.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ustomXml" Target="../ink/ink13.xml"/><Relationship Id="rId5" Type="http://schemas.openxmlformats.org/officeDocument/2006/relationships/image" Target="../media/image22.png"/><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customXml" Target="../ink/ink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customXml" Target="../ink/ink15.xml"/><Relationship Id="rId4" Type="http://schemas.openxmlformats.org/officeDocument/2006/relationships/hyperlink" Target="https://db-engines.com/en/ranking"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Databases with </a:t>
            </a:r>
            <a:r>
              <a:rPr lang="en-US" sz="6000" dirty="0" err="1"/>
              <a:t>sql</a:t>
            </a:r>
            <a:endParaRPr lang="en-US" dirty="0"/>
          </a:p>
        </p:txBody>
      </p:sp>
      <p:sp>
        <p:nvSpPr>
          <p:cNvPr id="110" name="Google Shape;110;p1"/>
          <p:cNvSpPr txBox="1">
            <a:spLocks noGrp="1"/>
          </p:cNvSpPr>
          <p:nvPr>
            <p:ph type="subTitle" idx="1"/>
          </p:nvPr>
        </p:nvSpPr>
        <p:spPr>
          <a:xfrm>
            <a:off x="3027680" y="3429000"/>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September 10, 2024</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E0E49AD-63BC-D278-E987-32FFEFA8AACF}"/>
                  </a:ext>
                </a:extLst>
              </p14:cNvPr>
              <p14:cNvContentPartPr/>
              <p14:nvPr/>
            </p14:nvContentPartPr>
            <p14:xfrm>
              <a:off x="4152240" y="4568040"/>
              <a:ext cx="7309080" cy="756000"/>
            </p14:xfrm>
          </p:contentPart>
        </mc:Choice>
        <mc:Fallback xmlns="">
          <p:pic>
            <p:nvPicPr>
              <p:cNvPr id="2" name="Ink 1">
                <a:extLst>
                  <a:ext uri="{FF2B5EF4-FFF2-40B4-BE49-F238E27FC236}">
                    <a16:creationId xmlns:a16="http://schemas.microsoft.com/office/drawing/2014/main" id="{AE0E49AD-63BC-D278-E987-32FFEFA8AACF}"/>
                  </a:ext>
                </a:extLst>
              </p:cNvPr>
              <p:cNvPicPr/>
              <p:nvPr/>
            </p:nvPicPr>
            <p:blipFill>
              <a:blip r:embed="rId4"/>
              <a:stretch>
                <a:fillRect/>
              </a:stretch>
            </p:blipFill>
            <p:spPr>
              <a:xfrm>
                <a:off x="4142880" y="4558680"/>
                <a:ext cx="7327800" cy="77472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44"/>
          <p:cNvSpPr txBox="1">
            <a:spLocks noGrp="1"/>
          </p:cNvSpPr>
          <p:nvPr>
            <p:ph type="title"/>
          </p:nvPr>
        </p:nvSpPr>
        <p:spPr>
          <a:xfrm>
            <a:off x="330374" y="97250"/>
            <a:ext cx="117444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MANIPULATING GRANULARITY: PIVOT </a:t>
            </a:r>
            <a:endParaRPr/>
          </a:p>
        </p:txBody>
      </p:sp>
      <p:sp>
        <p:nvSpPr>
          <p:cNvPr id="1030" name="Google Shape;1030;p44"/>
          <p:cNvSpPr txBox="1"/>
          <p:nvPr/>
        </p:nvSpPr>
        <p:spPr>
          <a:xfrm>
            <a:off x="519963" y="1218174"/>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sp>
        <p:nvSpPr>
          <p:cNvPr id="1031" name="Google Shape;1031;p44"/>
          <p:cNvSpPr txBox="1"/>
          <p:nvPr/>
        </p:nvSpPr>
        <p:spPr>
          <a:xfrm>
            <a:off x="1611773" y="1495173"/>
            <a:ext cx="748923"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Data</a:t>
            </a:r>
            <a:endParaRPr sz="1400" b="0" i="0" u="none" strike="noStrike" cap="none">
              <a:solidFill>
                <a:srgbClr val="000000"/>
              </a:solidFill>
              <a:latin typeface="Arial"/>
              <a:ea typeface="Arial"/>
              <a:cs typeface="Arial"/>
              <a:sym typeface="Arial"/>
            </a:endParaRPr>
          </a:p>
        </p:txBody>
      </p:sp>
      <p:grpSp>
        <p:nvGrpSpPr>
          <p:cNvPr id="1032" name="Google Shape;1032;p44"/>
          <p:cNvGrpSpPr/>
          <p:nvPr/>
        </p:nvGrpSpPr>
        <p:grpSpPr>
          <a:xfrm>
            <a:off x="570778" y="2418853"/>
            <a:ext cx="1662160" cy="407773"/>
            <a:chOff x="570778" y="2418853"/>
            <a:chExt cx="1662160" cy="407773"/>
          </a:xfrm>
        </p:grpSpPr>
        <p:sp>
          <p:nvSpPr>
            <p:cNvPr id="1033" name="Google Shape;1033;p44"/>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034" name="Google Shape;1034;p44"/>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035" name="Google Shape;1035;p44"/>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36" name="Google Shape;1036;p44"/>
          <p:cNvGrpSpPr/>
          <p:nvPr/>
        </p:nvGrpSpPr>
        <p:grpSpPr>
          <a:xfrm>
            <a:off x="570778" y="2952253"/>
            <a:ext cx="1662160" cy="407773"/>
            <a:chOff x="570778" y="2952253"/>
            <a:chExt cx="1662160" cy="407773"/>
          </a:xfrm>
        </p:grpSpPr>
        <p:sp>
          <p:nvSpPr>
            <p:cNvPr id="1037" name="Google Shape;1037;p44"/>
            <p:cNvSpPr/>
            <p:nvPr/>
          </p:nvSpPr>
          <p:spPr>
            <a:xfrm>
              <a:off x="570778" y="2952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038" name="Google Shape;1038;p44"/>
            <p:cNvSpPr/>
            <p:nvPr/>
          </p:nvSpPr>
          <p:spPr>
            <a:xfrm>
              <a:off x="1739533" y="2952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039" name="Google Shape;1039;p44"/>
            <p:cNvSpPr/>
            <p:nvPr/>
          </p:nvSpPr>
          <p:spPr>
            <a:xfrm>
              <a:off x="1142809" y="2952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40" name="Google Shape;1040;p44"/>
          <p:cNvGrpSpPr/>
          <p:nvPr/>
        </p:nvGrpSpPr>
        <p:grpSpPr>
          <a:xfrm>
            <a:off x="570778" y="3485653"/>
            <a:ext cx="1662160" cy="407773"/>
            <a:chOff x="570778" y="3485653"/>
            <a:chExt cx="1662160" cy="407773"/>
          </a:xfrm>
        </p:grpSpPr>
        <p:sp>
          <p:nvSpPr>
            <p:cNvPr id="1041" name="Google Shape;1041;p44"/>
            <p:cNvSpPr/>
            <p:nvPr/>
          </p:nvSpPr>
          <p:spPr>
            <a:xfrm>
              <a:off x="570778" y="3485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042" name="Google Shape;1042;p44"/>
            <p:cNvSpPr/>
            <p:nvPr/>
          </p:nvSpPr>
          <p:spPr>
            <a:xfrm>
              <a:off x="1739533" y="3485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043" name="Google Shape;1043;p44"/>
            <p:cNvSpPr/>
            <p:nvPr/>
          </p:nvSpPr>
          <p:spPr>
            <a:xfrm>
              <a:off x="1142809" y="3485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44" name="Google Shape;1044;p44"/>
          <p:cNvGrpSpPr/>
          <p:nvPr/>
        </p:nvGrpSpPr>
        <p:grpSpPr>
          <a:xfrm>
            <a:off x="570778" y="4019053"/>
            <a:ext cx="1662160" cy="407773"/>
            <a:chOff x="570778" y="4019053"/>
            <a:chExt cx="1662160" cy="407773"/>
          </a:xfrm>
        </p:grpSpPr>
        <p:sp>
          <p:nvSpPr>
            <p:cNvPr id="1045" name="Google Shape;1045;p44"/>
            <p:cNvSpPr/>
            <p:nvPr/>
          </p:nvSpPr>
          <p:spPr>
            <a:xfrm>
              <a:off x="570778" y="40190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046" name="Google Shape;1046;p44"/>
            <p:cNvSpPr/>
            <p:nvPr/>
          </p:nvSpPr>
          <p:spPr>
            <a:xfrm>
              <a:off x="1739533" y="40190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047" name="Google Shape;1047;p44"/>
            <p:cNvSpPr/>
            <p:nvPr/>
          </p:nvSpPr>
          <p:spPr>
            <a:xfrm>
              <a:off x="1142809" y="40190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48" name="Google Shape;1048;p44"/>
          <p:cNvGrpSpPr/>
          <p:nvPr/>
        </p:nvGrpSpPr>
        <p:grpSpPr>
          <a:xfrm>
            <a:off x="558431" y="4567316"/>
            <a:ext cx="1662160" cy="407773"/>
            <a:chOff x="570778" y="4552453"/>
            <a:chExt cx="1662160" cy="407773"/>
          </a:xfrm>
        </p:grpSpPr>
        <p:sp>
          <p:nvSpPr>
            <p:cNvPr id="1049" name="Google Shape;1049;p44"/>
            <p:cNvSpPr/>
            <p:nvPr/>
          </p:nvSpPr>
          <p:spPr>
            <a:xfrm>
              <a:off x="570778" y="4552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050" name="Google Shape;1050;p44"/>
            <p:cNvSpPr/>
            <p:nvPr/>
          </p:nvSpPr>
          <p:spPr>
            <a:xfrm>
              <a:off x="1739533" y="4552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051" name="Google Shape;1051;p44"/>
            <p:cNvSpPr/>
            <p:nvPr/>
          </p:nvSpPr>
          <p:spPr>
            <a:xfrm>
              <a:off x="1142809" y="4552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52" name="Google Shape;1052;p44"/>
          <p:cNvGrpSpPr/>
          <p:nvPr/>
        </p:nvGrpSpPr>
        <p:grpSpPr>
          <a:xfrm>
            <a:off x="570778" y="5085853"/>
            <a:ext cx="1662160" cy="407773"/>
            <a:chOff x="570778" y="5085853"/>
            <a:chExt cx="1662160" cy="407773"/>
          </a:xfrm>
        </p:grpSpPr>
        <p:sp>
          <p:nvSpPr>
            <p:cNvPr id="1053" name="Google Shape;1053;p44"/>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054" name="Google Shape;1054;p44"/>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055" name="Google Shape;1055;p44"/>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56" name="Google Shape;1056;p44"/>
          <p:cNvGrpSpPr/>
          <p:nvPr/>
        </p:nvGrpSpPr>
        <p:grpSpPr>
          <a:xfrm>
            <a:off x="570778" y="5619253"/>
            <a:ext cx="1662160" cy="407773"/>
            <a:chOff x="570778" y="5619253"/>
            <a:chExt cx="1662160" cy="407773"/>
          </a:xfrm>
        </p:grpSpPr>
        <p:sp>
          <p:nvSpPr>
            <p:cNvPr id="1057" name="Google Shape;1057;p44"/>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058" name="Google Shape;1058;p44"/>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059" name="Google Shape;1059;p44"/>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60" name="Google Shape;1060;p44"/>
          <p:cNvGrpSpPr/>
          <p:nvPr/>
        </p:nvGrpSpPr>
        <p:grpSpPr>
          <a:xfrm>
            <a:off x="570778" y="6152653"/>
            <a:ext cx="1662160" cy="407773"/>
            <a:chOff x="570778" y="6152653"/>
            <a:chExt cx="1662160" cy="407773"/>
          </a:xfrm>
        </p:grpSpPr>
        <p:sp>
          <p:nvSpPr>
            <p:cNvPr id="1061" name="Google Shape;1061;p44"/>
            <p:cNvSpPr/>
            <p:nvPr/>
          </p:nvSpPr>
          <p:spPr>
            <a:xfrm>
              <a:off x="570778" y="6152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062" name="Google Shape;1062;p44"/>
            <p:cNvSpPr/>
            <p:nvPr/>
          </p:nvSpPr>
          <p:spPr>
            <a:xfrm>
              <a:off x="1739533" y="6152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063" name="Google Shape;1063;p44"/>
            <p:cNvSpPr/>
            <p:nvPr/>
          </p:nvSpPr>
          <p:spPr>
            <a:xfrm>
              <a:off x="1142809" y="6152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sp>
        <p:nvSpPr>
          <p:cNvPr id="1064" name="Google Shape;1064;p44"/>
          <p:cNvSpPr txBox="1"/>
          <p:nvPr/>
        </p:nvSpPr>
        <p:spPr>
          <a:xfrm>
            <a:off x="1091994" y="1218174"/>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grpSp>
        <p:nvGrpSpPr>
          <p:cNvPr id="1065" name="Google Shape;1065;p44"/>
          <p:cNvGrpSpPr/>
          <p:nvPr/>
        </p:nvGrpSpPr>
        <p:grpSpPr>
          <a:xfrm>
            <a:off x="570778" y="1885453"/>
            <a:ext cx="1662160" cy="407773"/>
            <a:chOff x="570778" y="1885453"/>
            <a:chExt cx="1662160" cy="407773"/>
          </a:xfrm>
        </p:grpSpPr>
        <p:sp>
          <p:nvSpPr>
            <p:cNvPr id="1066" name="Google Shape;1066;p44"/>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067" name="Google Shape;1067;p44"/>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068" name="Google Shape;1068;p44"/>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69" name="Google Shape;1069;p44"/>
          <p:cNvGrpSpPr/>
          <p:nvPr/>
        </p:nvGrpSpPr>
        <p:grpSpPr>
          <a:xfrm>
            <a:off x="3804673" y="4879292"/>
            <a:ext cx="1662160" cy="407773"/>
            <a:chOff x="3804673" y="4879292"/>
            <a:chExt cx="1662160" cy="407773"/>
          </a:xfrm>
        </p:grpSpPr>
        <p:sp>
          <p:nvSpPr>
            <p:cNvPr id="1070" name="Google Shape;1070;p44"/>
            <p:cNvSpPr/>
            <p:nvPr/>
          </p:nvSpPr>
          <p:spPr>
            <a:xfrm>
              <a:off x="3804673" y="4879292"/>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071" name="Google Shape;1071;p44"/>
            <p:cNvSpPr/>
            <p:nvPr/>
          </p:nvSpPr>
          <p:spPr>
            <a:xfrm>
              <a:off x="4973428" y="4879292"/>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072" name="Google Shape;1072;p44"/>
            <p:cNvSpPr/>
            <p:nvPr/>
          </p:nvSpPr>
          <p:spPr>
            <a:xfrm>
              <a:off x="4376704" y="4879292"/>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73" name="Google Shape;1073;p44"/>
          <p:cNvGrpSpPr/>
          <p:nvPr/>
        </p:nvGrpSpPr>
        <p:grpSpPr>
          <a:xfrm>
            <a:off x="3804673" y="2445350"/>
            <a:ext cx="1662160" cy="407773"/>
            <a:chOff x="3804673" y="2445350"/>
            <a:chExt cx="1662160" cy="407773"/>
          </a:xfrm>
        </p:grpSpPr>
        <p:sp>
          <p:nvSpPr>
            <p:cNvPr id="1074" name="Google Shape;1074;p44"/>
            <p:cNvSpPr/>
            <p:nvPr/>
          </p:nvSpPr>
          <p:spPr>
            <a:xfrm>
              <a:off x="3804673" y="2445350"/>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075" name="Google Shape;1075;p44"/>
            <p:cNvSpPr/>
            <p:nvPr/>
          </p:nvSpPr>
          <p:spPr>
            <a:xfrm>
              <a:off x="4973428" y="2445350"/>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076" name="Google Shape;1076;p44"/>
            <p:cNvSpPr/>
            <p:nvPr/>
          </p:nvSpPr>
          <p:spPr>
            <a:xfrm>
              <a:off x="4376704" y="2445350"/>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77" name="Google Shape;1077;p44"/>
          <p:cNvGrpSpPr/>
          <p:nvPr/>
        </p:nvGrpSpPr>
        <p:grpSpPr>
          <a:xfrm>
            <a:off x="3804673" y="3097999"/>
            <a:ext cx="1662160" cy="407773"/>
            <a:chOff x="3804673" y="3097999"/>
            <a:chExt cx="1662160" cy="407773"/>
          </a:xfrm>
        </p:grpSpPr>
        <p:sp>
          <p:nvSpPr>
            <p:cNvPr id="1078" name="Google Shape;1078;p44"/>
            <p:cNvSpPr/>
            <p:nvPr/>
          </p:nvSpPr>
          <p:spPr>
            <a:xfrm>
              <a:off x="3804673" y="3097999"/>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079" name="Google Shape;1079;p44"/>
            <p:cNvSpPr/>
            <p:nvPr/>
          </p:nvSpPr>
          <p:spPr>
            <a:xfrm>
              <a:off x="4973428" y="3097999"/>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080" name="Google Shape;1080;p44"/>
            <p:cNvSpPr/>
            <p:nvPr/>
          </p:nvSpPr>
          <p:spPr>
            <a:xfrm>
              <a:off x="4376704" y="3097999"/>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81" name="Google Shape;1081;p44"/>
          <p:cNvGrpSpPr/>
          <p:nvPr/>
        </p:nvGrpSpPr>
        <p:grpSpPr>
          <a:xfrm>
            <a:off x="3804673" y="5531941"/>
            <a:ext cx="1662160" cy="407773"/>
            <a:chOff x="3804673" y="5531941"/>
            <a:chExt cx="1662160" cy="407773"/>
          </a:xfrm>
        </p:grpSpPr>
        <p:sp>
          <p:nvSpPr>
            <p:cNvPr id="1082" name="Google Shape;1082;p44"/>
            <p:cNvSpPr/>
            <p:nvPr/>
          </p:nvSpPr>
          <p:spPr>
            <a:xfrm>
              <a:off x="3804673" y="5531941"/>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083" name="Google Shape;1083;p44"/>
            <p:cNvSpPr/>
            <p:nvPr/>
          </p:nvSpPr>
          <p:spPr>
            <a:xfrm>
              <a:off x="4973428" y="5531941"/>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084" name="Google Shape;1084;p44"/>
            <p:cNvSpPr/>
            <p:nvPr/>
          </p:nvSpPr>
          <p:spPr>
            <a:xfrm>
              <a:off x="4376704" y="5531941"/>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85" name="Google Shape;1085;p44"/>
          <p:cNvGrpSpPr/>
          <p:nvPr/>
        </p:nvGrpSpPr>
        <p:grpSpPr>
          <a:xfrm>
            <a:off x="3804673" y="3750648"/>
            <a:ext cx="1662160" cy="407773"/>
            <a:chOff x="570778" y="2418853"/>
            <a:chExt cx="1662160" cy="407773"/>
          </a:xfrm>
        </p:grpSpPr>
        <p:sp>
          <p:nvSpPr>
            <p:cNvPr id="1086" name="Google Shape;1086;p44"/>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087" name="Google Shape;1087;p44"/>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088" name="Google Shape;1088;p44"/>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89" name="Google Shape;1089;p44"/>
          <p:cNvGrpSpPr/>
          <p:nvPr/>
        </p:nvGrpSpPr>
        <p:grpSpPr>
          <a:xfrm>
            <a:off x="3804673" y="4226643"/>
            <a:ext cx="1662160" cy="407773"/>
            <a:chOff x="570778" y="5619253"/>
            <a:chExt cx="1662160" cy="407773"/>
          </a:xfrm>
        </p:grpSpPr>
        <p:sp>
          <p:nvSpPr>
            <p:cNvPr id="1090" name="Google Shape;1090;p44"/>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091" name="Google Shape;1091;p44"/>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092" name="Google Shape;1092;p44"/>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093" name="Google Shape;1093;p44"/>
          <p:cNvGrpSpPr/>
          <p:nvPr/>
        </p:nvGrpSpPr>
        <p:grpSpPr>
          <a:xfrm>
            <a:off x="3804673" y="6184592"/>
            <a:ext cx="1662160" cy="407773"/>
            <a:chOff x="3804673" y="6184592"/>
            <a:chExt cx="1662160" cy="407773"/>
          </a:xfrm>
        </p:grpSpPr>
        <p:sp>
          <p:nvSpPr>
            <p:cNvPr id="1094" name="Google Shape;1094;p44"/>
            <p:cNvSpPr/>
            <p:nvPr/>
          </p:nvSpPr>
          <p:spPr>
            <a:xfrm>
              <a:off x="3804673" y="6184592"/>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095" name="Google Shape;1095;p44"/>
            <p:cNvSpPr/>
            <p:nvPr/>
          </p:nvSpPr>
          <p:spPr>
            <a:xfrm>
              <a:off x="4973428" y="6184592"/>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096" name="Google Shape;1096;p44"/>
            <p:cNvSpPr/>
            <p:nvPr/>
          </p:nvSpPr>
          <p:spPr>
            <a:xfrm>
              <a:off x="4376704" y="6184592"/>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097" name="Google Shape;1097;p44"/>
          <p:cNvGrpSpPr/>
          <p:nvPr/>
        </p:nvGrpSpPr>
        <p:grpSpPr>
          <a:xfrm>
            <a:off x="3804673" y="1792701"/>
            <a:ext cx="1662160" cy="407773"/>
            <a:chOff x="570778" y="5085853"/>
            <a:chExt cx="1662160" cy="407773"/>
          </a:xfrm>
        </p:grpSpPr>
        <p:sp>
          <p:nvSpPr>
            <p:cNvPr id="1098" name="Google Shape;1098;p44"/>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099" name="Google Shape;1099;p44"/>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100" name="Google Shape;1100;p44"/>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101" name="Google Shape;1101;p44"/>
          <p:cNvGrpSpPr/>
          <p:nvPr/>
        </p:nvGrpSpPr>
        <p:grpSpPr>
          <a:xfrm>
            <a:off x="3804673" y="1323225"/>
            <a:ext cx="1662160" cy="407773"/>
            <a:chOff x="570778" y="1885453"/>
            <a:chExt cx="1662160" cy="407773"/>
          </a:xfrm>
        </p:grpSpPr>
        <p:sp>
          <p:nvSpPr>
            <p:cNvPr id="1102" name="Google Shape;1102;p44"/>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103" name="Google Shape;1103;p44"/>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104" name="Google Shape;1104;p44"/>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105" name="Google Shape;1105;p44"/>
          <p:cNvGrpSpPr/>
          <p:nvPr/>
        </p:nvGrpSpPr>
        <p:grpSpPr>
          <a:xfrm>
            <a:off x="2432969" y="3643177"/>
            <a:ext cx="1109599" cy="646331"/>
            <a:chOff x="2432969" y="3643177"/>
            <a:chExt cx="1109599" cy="646331"/>
          </a:xfrm>
        </p:grpSpPr>
        <p:cxnSp>
          <p:nvCxnSpPr>
            <p:cNvPr id="1106" name="Google Shape;1106;p44"/>
            <p:cNvCxnSpPr/>
            <p:nvPr/>
          </p:nvCxnSpPr>
          <p:spPr>
            <a:xfrm>
              <a:off x="2432969" y="3966343"/>
              <a:ext cx="1109599" cy="0"/>
            </a:xfrm>
            <a:prstGeom prst="straightConnector1">
              <a:avLst/>
            </a:prstGeom>
            <a:noFill/>
            <a:ln w="9525" cap="flat" cmpd="sng">
              <a:solidFill>
                <a:schemeClr val="accent1"/>
              </a:solidFill>
              <a:prstDash val="solid"/>
              <a:round/>
              <a:headEnd type="none" w="sm" len="sm"/>
              <a:tailEnd type="triangle" w="med" len="med"/>
            </a:ln>
          </p:spPr>
        </p:cxnSp>
        <p:sp>
          <p:nvSpPr>
            <p:cNvPr id="1107" name="Google Shape;1107;p44"/>
            <p:cNvSpPr txBox="1"/>
            <p:nvPr/>
          </p:nvSpPr>
          <p:spPr>
            <a:xfrm>
              <a:off x="2432969" y="3643177"/>
              <a:ext cx="11095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Split into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Groups</a:t>
              </a:r>
              <a:endParaRPr sz="1400" b="0" i="0" u="none" strike="noStrike" cap="none">
                <a:solidFill>
                  <a:srgbClr val="000000"/>
                </a:solidFill>
                <a:latin typeface="Arial"/>
                <a:ea typeface="Arial"/>
                <a:cs typeface="Arial"/>
                <a:sym typeface="Arial"/>
              </a:endParaRPr>
            </a:p>
          </p:txBody>
        </p:sp>
      </p:grpSp>
      <p:cxnSp>
        <p:nvCxnSpPr>
          <p:cNvPr id="1108" name="Google Shape;1108;p44"/>
          <p:cNvCxnSpPr>
            <a:stCxn id="1067" idx="3"/>
            <a:endCxn id="1102" idx="1"/>
          </p:cNvCxnSpPr>
          <p:nvPr/>
        </p:nvCxnSpPr>
        <p:spPr>
          <a:xfrm rot="10800000" flipH="1">
            <a:off x="2232938" y="1527140"/>
            <a:ext cx="1571700" cy="562200"/>
          </a:xfrm>
          <a:prstGeom prst="straightConnector1">
            <a:avLst/>
          </a:prstGeom>
          <a:noFill/>
          <a:ln w="9525" cap="flat" cmpd="sng">
            <a:solidFill>
              <a:schemeClr val="dk1"/>
            </a:solidFill>
            <a:prstDash val="dash"/>
            <a:round/>
            <a:headEnd type="none" w="sm" len="sm"/>
            <a:tailEnd type="triangle" w="med" len="med"/>
          </a:ln>
        </p:spPr>
      </p:cxnSp>
      <p:cxnSp>
        <p:nvCxnSpPr>
          <p:cNvPr id="1109" name="Google Shape;1109;p44"/>
          <p:cNvCxnSpPr>
            <a:stCxn id="1054" idx="3"/>
            <a:endCxn id="1098" idx="1"/>
          </p:cNvCxnSpPr>
          <p:nvPr/>
        </p:nvCxnSpPr>
        <p:spPr>
          <a:xfrm rot="10800000" flipH="1">
            <a:off x="2232938" y="1996639"/>
            <a:ext cx="1571700" cy="3293100"/>
          </a:xfrm>
          <a:prstGeom prst="straightConnector1">
            <a:avLst/>
          </a:prstGeom>
          <a:noFill/>
          <a:ln w="9525" cap="flat" cmpd="sng">
            <a:solidFill>
              <a:schemeClr val="dk1"/>
            </a:solidFill>
            <a:prstDash val="dash"/>
            <a:round/>
            <a:headEnd type="none" w="sm" len="sm"/>
            <a:tailEnd type="triangle" w="med" len="med"/>
          </a:ln>
        </p:spPr>
      </p:cxnSp>
      <p:grpSp>
        <p:nvGrpSpPr>
          <p:cNvPr id="1110" name="Google Shape;1110;p44"/>
          <p:cNvGrpSpPr/>
          <p:nvPr/>
        </p:nvGrpSpPr>
        <p:grpSpPr>
          <a:xfrm>
            <a:off x="5570152" y="1443009"/>
            <a:ext cx="1428596" cy="646331"/>
            <a:chOff x="5824545" y="2372803"/>
            <a:chExt cx="1428596" cy="646331"/>
          </a:xfrm>
        </p:grpSpPr>
        <p:sp>
          <p:nvSpPr>
            <p:cNvPr id="1111" name="Google Shape;1111;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12" name="Google Shape;1112;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13" name="Google Shape;1113;p44"/>
          <p:cNvSpPr/>
          <p:nvPr/>
        </p:nvSpPr>
        <p:spPr>
          <a:xfrm>
            <a:off x="7197463" y="1555320"/>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114" name="Google Shape;1114;p44"/>
          <p:cNvSpPr/>
          <p:nvPr/>
        </p:nvSpPr>
        <p:spPr>
          <a:xfrm>
            <a:off x="8366218" y="1555320"/>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115" name="Google Shape;1115;p44"/>
          <p:cNvSpPr/>
          <p:nvPr/>
        </p:nvSpPr>
        <p:spPr>
          <a:xfrm>
            <a:off x="7769494" y="1555320"/>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116" name="Google Shape;1116;p44"/>
          <p:cNvGrpSpPr/>
          <p:nvPr/>
        </p:nvGrpSpPr>
        <p:grpSpPr>
          <a:xfrm>
            <a:off x="5570152" y="2305922"/>
            <a:ext cx="1428596" cy="646331"/>
            <a:chOff x="5824545" y="2372803"/>
            <a:chExt cx="1428596" cy="646331"/>
          </a:xfrm>
        </p:grpSpPr>
        <p:sp>
          <p:nvSpPr>
            <p:cNvPr id="1117" name="Google Shape;1117;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18" name="Google Shape;1118;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19" name="Google Shape;1119;p44"/>
          <p:cNvSpPr/>
          <p:nvPr/>
        </p:nvSpPr>
        <p:spPr>
          <a:xfrm>
            <a:off x="7197463" y="241823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120" name="Google Shape;1120;p44"/>
          <p:cNvSpPr/>
          <p:nvPr/>
        </p:nvSpPr>
        <p:spPr>
          <a:xfrm>
            <a:off x="8366218" y="2418233"/>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121" name="Google Shape;1121;p44"/>
          <p:cNvSpPr/>
          <p:nvPr/>
        </p:nvSpPr>
        <p:spPr>
          <a:xfrm>
            <a:off x="7769494" y="241823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122" name="Google Shape;1122;p44"/>
          <p:cNvGrpSpPr/>
          <p:nvPr/>
        </p:nvGrpSpPr>
        <p:grpSpPr>
          <a:xfrm>
            <a:off x="5570152" y="2996846"/>
            <a:ext cx="1428596" cy="646331"/>
            <a:chOff x="5824545" y="2372803"/>
            <a:chExt cx="1428596" cy="646331"/>
          </a:xfrm>
        </p:grpSpPr>
        <p:sp>
          <p:nvSpPr>
            <p:cNvPr id="1123" name="Google Shape;1123;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24" name="Google Shape;1124;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25" name="Google Shape;1125;p44"/>
          <p:cNvSpPr/>
          <p:nvPr/>
        </p:nvSpPr>
        <p:spPr>
          <a:xfrm>
            <a:off x="7197463" y="3109157"/>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126" name="Google Shape;1126;p44"/>
          <p:cNvSpPr/>
          <p:nvPr/>
        </p:nvSpPr>
        <p:spPr>
          <a:xfrm>
            <a:off x="8366218" y="3109157"/>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127" name="Google Shape;1127;p44"/>
          <p:cNvSpPr/>
          <p:nvPr/>
        </p:nvSpPr>
        <p:spPr>
          <a:xfrm>
            <a:off x="7769494" y="3109157"/>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128" name="Google Shape;1128;p44"/>
          <p:cNvGrpSpPr/>
          <p:nvPr/>
        </p:nvGrpSpPr>
        <p:grpSpPr>
          <a:xfrm>
            <a:off x="5570152" y="3840096"/>
            <a:ext cx="1428596" cy="646331"/>
            <a:chOff x="5824545" y="2372803"/>
            <a:chExt cx="1428596" cy="646331"/>
          </a:xfrm>
        </p:grpSpPr>
        <p:sp>
          <p:nvSpPr>
            <p:cNvPr id="1129" name="Google Shape;1129;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30" name="Google Shape;1130;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31" name="Google Shape;1131;p44"/>
          <p:cNvSpPr/>
          <p:nvPr/>
        </p:nvSpPr>
        <p:spPr>
          <a:xfrm>
            <a:off x="7197463" y="3952407"/>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132" name="Google Shape;1132;p44"/>
          <p:cNvSpPr/>
          <p:nvPr/>
        </p:nvSpPr>
        <p:spPr>
          <a:xfrm>
            <a:off x="8366218" y="3952407"/>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7</a:t>
            </a:r>
            <a:endParaRPr sz="1400" b="0" i="0" u="none" strike="noStrike" cap="none">
              <a:solidFill>
                <a:srgbClr val="000000"/>
              </a:solidFill>
              <a:latin typeface="Arial"/>
              <a:ea typeface="Arial"/>
              <a:cs typeface="Arial"/>
              <a:sym typeface="Arial"/>
            </a:endParaRPr>
          </a:p>
        </p:txBody>
      </p:sp>
      <p:sp>
        <p:nvSpPr>
          <p:cNvPr id="1133" name="Google Shape;1133;p44"/>
          <p:cNvSpPr/>
          <p:nvPr/>
        </p:nvSpPr>
        <p:spPr>
          <a:xfrm>
            <a:off x="7769494" y="3952407"/>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134" name="Google Shape;1134;p44"/>
          <p:cNvGrpSpPr/>
          <p:nvPr/>
        </p:nvGrpSpPr>
        <p:grpSpPr>
          <a:xfrm>
            <a:off x="5570152" y="4785083"/>
            <a:ext cx="1428596" cy="646331"/>
            <a:chOff x="5824545" y="2372803"/>
            <a:chExt cx="1428596" cy="646331"/>
          </a:xfrm>
        </p:grpSpPr>
        <p:sp>
          <p:nvSpPr>
            <p:cNvPr id="1135" name="Google Shape;1135;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36" name="Google Shape;1136;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37" name="Google Shape;1137;p44"/>
          <p:cNvSpPr/>
          <p:nvPr/>
        </p:nvSpPr>
        <p:spPr>
          <a:xfrm>
            <a:off x="7197463" y="4897394"/>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138" name="Google Shape;1138;p44"/>
          <p:cNvSpPr/>
          <p:nvPr/>
        </p:nvSpPr>
        <p:spPr>
          <a:xfrm>
            <a:off x="8366218" y="4897394"/>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139" name="Google Shape;1139;p44"/>
          <p:cNvSpPr/>
          <p:nvPr/>
        </p:nvSpPr>
        <p:spPr>
          <a:xfrm>
            <a:off x="7769494" y="4897394"/>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140" name="Google Shape;1140;p44"/>
          <p:cNvGrpSpPr/>
          <p:nvPr/>
        </p:nvGrpSpPr>
        <p:grpSpPr>
          <a:xfrm>
            <a:off x="5570152" y="5415995"/>
            <a:ext cx="1428596" cy="646331"/>
            <a:chOff x="5824545" y="2372803"/>
            <a:chExt cx="1428596" cy="646331"/>
          </a:xfrm>
        </p:grpSpPr>
        <p:sp>
          <p:nvSpPr>
            <p:cNvPr id="1141" name="Google Shape;1141;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42" name="Google Shape;1142;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43" name="Google Shape;1143;p44"/>
          <p:cNvSpPr/>
          <p:nvPr/>
        </p:nvSpPr>
        <p:spPr>
          <a:xfrm>
            <a:off x="7197463" y="5528306"/>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144" name="Google Shape;1144;p44"/>
          <p:cNvSpPr/>
          <p:nvPr/>
        </p:nvSpPr>
        <p:spPr>
          <a:xfrm>
            <a:off x="8366218" y="5528306"/>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145" name="Google Shape;1145;p44"/>
          <p:cNvSpPr/>
          <p:nvPr/>
        </p:nvSpPr>
        <p:spPr>
          <a:xfrm>
            <a:off x="7769494" y="5528306"/>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146" name="Google Shape;1146;p44"/>
          <p:cNvGrpSpPr/>
          <p:nvPr/>
        </p:nvGrpSpPr>
        <p:grpSpPr>
          <a:xfrm>
            <a:off x="5570152" y="6119325"/>
            <a:ext cx="1428596" cy="646331"/>
            <a:chOff x="5824545" y="2372803"/>
            <a:chExt cx="1428596" cy="646331"/>
          </a:xfrm>
        </p:grpSpPr>
        <p:sp>
          <p:nvSpPr>
            <p:cNvPr id="1147" name="Google Shape;1147;p44"/>
            <p:cNvSpPr txBox="1"/>
            <p:nvPr/>
          </p:nvSpPr>
          <p:spPr>
            <a:xfrm>
              <a:off x="5824545" y="2372803"/>
              <a:ext cx="142859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148" name="Google Shape;1148;p44"/>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149" name="Google Shape;1149;p44"/>
          <p:cNvSpPr/>
          <p:nvPr/>
        </p:nvSpPr>
        <p:spPr>
          <a:xfrm>
            <a:off x="7197463" y="6231636"/>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150" name="Google Shape;1150;p44"/>
          <p:cNvSpPr/>
          <p:nvPr/>
        </p:nvSpPr>
        <p:spPr>
          <a:xfrm>
            <a:off x="8366218" y="6231636"/>
            <a:ext cx="646040"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151" name="Google Shape;1151;p44"/>
          <p:cNvSpPr/>
          <p:nvPr/>
        </p:nvSpPr>
        <p:spPr>
          <a:xfrm>
            <a:off x="7769494" y="6231636"/>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4AF2DB1-31BC-913D-3822-8BEC11AD2906}"/>
                  </a:ext>
                </a:extLst>
              </p14:cNvPr>
              <p14:cNvContentPartPr/>
              <p14:nvPr/>
            </p14:nvContentPartPr>
            <p14:xfrm>
              <a:off x="155520" y="1683720"/>
              <a:ext cx="9620640" cy="5174280"/>
            </p14:xfrm>
          </p:contentPart>
        </mc:Choice>
        <mc:Fallback xmlns="">
          <p:pic>
            <p:nvPicPr>
              <p:cNvPr id="2" name="Ink 1">
                <a:extLst>
                  <a:ext uri="{FF2B5EF4-FFF2-40B4-BE49-F238E27FC236}">
                    <a16:creationId xmlns:a16="http://schemas.microsoft.com/office/drawing/2014/main" id="{74AF2DB1-31BC-913D-3822-8BEC11AD2906}"/>
                  </a:ext>
                </a:extLst>
              </p:cNvPr>
              <p:cNvPicPr/>
              <p:nvPr/>
            </p:nvPicPr>
            <p:blipFill>
              <a:blip r:embed="rId4"/>
              <a:stretch>
                <a:fillRect/>
              </a:stretch>
            </p:blipFill>
            <p:spPr>
              <a:xfrm>
                <a:off x="146160" y="1674360"/>
                <a:ext cx="9639360" cy="51930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0"/>
                                        </p:tgtEl>
                                        <p:attrNameLst>
                                          <p:attrName>style.visibility</p:attrName>
                                        </p:attrNameLst>
                                      </p:cBhvr>
                                      <p:to>
                                        <p:strVal val="visible"/>
                                      </p:to>
                                    </p:set>
                                    <p:animEffect transition="in" filter="fade">
                                      <p:cBhvr>
                                        <p:cTn id="7" dur="500"/>
                                        <p:tgtEl>
                                          <p:spTgt spid="1110"/>
                                        </p:tgtEl>
                                      </p:cBhvr>
                                    </p:animEffect>
                                  </p:childTnLst>
                                </p:cTn>
                              </p:par>
                              <p:par>
                                <p:cTn id="8" presetID="10" presetClass="entr" presetSubtype="0" fill="hold" nodeType="withEffect">
                                  <p:stCondLst>
                                    <p:cond delay="0"/>
                                  </p:stCondLst>
                                  <p:childTnLst>
                                    <p:set>
                                      <p:cBhvr>
                                        <p:cTn id="9" dur="1" fill="hold">
                                          <p:stCondLst>
                                            <p:cond delay="0"/>
                                          </p:stCondLst>
                                        </p:cTn>
                                        <p:tgtEl>
                                          <p:spTgt spid="1113"/>
                                        </p:tgtEl>
                                        <p:attrNameLst>
                                          <p:attrName>style.visibility</p:attrName>
                                        </p:attrNameLst>
                                      </p:cBhvr>
                                      <p:to>
                                        <p:strVal val="visible"/>
                                      </p:to>
                                    </p:set>
                                    <p:animEffect transition="in" filter="fade">
                                      <p:cBhvr>
                                        <p:cTn id="10" dur="500"/>
                                        <p:tgtEl>
                                          <p:spTgt spid="1113"/>
                                        </p:tgtEl>
                                      </p:cBhvr>
                                    </p:animEffect>
                                  </p:childTnLst>
                                </p:cTn>
                              </p:par>
                              <p:par>
                                <p:cTn id="11" presetID="10" presetClass="entr" presetSubtype="0" fill="hold" nodeType="withEffect">
                                  <p:stCondLst>
                                    <p:cond delay="0"/>
                                  </p:stCondLst>
                                  <p:childTnLst>
                                    <p:set>
                                      <p:cBhvr>
                                        <p:cTn id="12" dur="1" fill="hold">
                                          <p:stCondLst>
                                            <p:cond delay="0"/>
                                          </p:stCondLst>
                                        </p:cTn>
                                        <p:tgtEl>
                                          <p:spTgt spid="1114"/>
                                        </p:tgtEl>
                                        <p:attrNameLst>
                                          <p:attrName>style.visibility</p:attrName>
                                        </p:attrNameLst>
                                      </p:cBhvr>
                                      <p:to>
                                        <p:strVal val="visible"/>
                                      </p:to>
                                    </p:set>
                                    <p:animEffect transition="in" filter="fade">
                                      <p:cBhvr>
                                        <p:cTn id="13" dur="500"/>
                                        <p:tgtEl>
                                          <p:spTgt spid="1114"/>
                                        </p:tgtEl>
                                      </p:cBhvr>
                                    </p:animEffect>
                                  </p:childTnLst>
                                </p:cTn>
                              </p:par>
                              <p:par>
                                <p:cTn id="14" presetID="10" presetClass="entr" presetSubtype="0" fill="hold" nodeType="withEffect">
                                  <p:stCondLst>
                                    <p:cond delay="0"/>
                                  </p:stCondLst>
                                  <p:childTnLst>
                                    <p:set>
                                      <p:cBhvr>
                                        <p:cTn id="15" dur="1" fill="hold">
                                          <p:stCondLst>
                                            <p:cond delay="0"/>
                                          </p:stCondLst>
                                        </p:cTn>
                                        <p:tgtEl>
                                          <p:spTgt spid="1115"/>
                                        </p:tgtEl>
                                        <p:attrNameLst>
                                          <p:attrName>style.visibility</p:attrName>
                                        </p:attrNameLst>
                                      </p:cBhvr>
                                      <p:to>
                                        <p:strVal val="visible"/>
                                      </p:to>
                                    </p:set>
                                    <p:animEffect transition="in" filter="fade">
                                      <p:cBhvr>
                                        <p:cTn id="16" dur="500"/>
                                        <p:tgtEl>
                                          <p:spTgt spid="1115"/>
                                        </p:tgtEl>
                                      </p:cBhvr>
                                    </p:animEffect>
                                  </p:childTnLst>
                                </p:cTn>
                              </p:par>
                              <p:par>
                                <p:cTn id="17" presetID="10" presetClass="entr" presetSubtype="0" fill="hold" nodeType="withEffect">
                                  <p:stCondLst>
                                    <p:cond delay="0"/>
                                  </p:stCondLst>
                                  <p:childTnLst>
                                    <p:set>
                                      <p:cBhvr>
                                        <p:cTn id="18" dur="1" fill="hold">
                                          <p:stCondLst>
                                            <p:cond delay="0"/>
                                          </p:stCondLst>
                                        </p:cTn>
                                        <p:tgtEl>
                                          <p:spTgt spid="1116"/>
                                        </p:tgtEl>
                                        <p:attrNameLst>
                                          <p:attrName>style.visibility</p:attrName>
                                        </p:attrNameLst>
                                      </p:cBhvr>
                                      <p:to>
                                        <p:strVal val="visible"/>
                                      </p:to>
                                    </p:set>
                                    <p:animEffect transition="in" filter="fade">
                                      <p:cBhvr>
                                        <p:cTn id="19" dur="500"/>
                                        <p:tgtEl>
                                          <p:spTgt spid="1116"/>
                                        </p:tgtEl>
                                      </p:cBhvr>
                                    </p:animEffect>
                                  </p:childTnLst>
                                </p:cTn>
                              </p:par>
                              <p:par>
                                <p:cTn id="20" presetID="10" presetClass="entr" presetSubtype="0" fill="hold" nodeType="withEffect">
                                  <p:stCondLst>
                                    <p:cond delay="0"/>
                                  </p:stCondLst>
                                  <p:childTnLst>
                                    <p:set>
                                      <p:cBhvr>
                                        <p:cTn id="21" dur="1" fill="hold">
                                          <p:stCondLst>
                                            <p:cond delay="0"/>
                                          </p:stCondLst>
                                        </p:cTn>
                                        <p:tgtEl>
                                          <p:spTgt spid="1119"/>
                                        </p:tgtEl>
                                        <p:attrNameLst>
                                          <p:attrName>style.visibility</p:attrName>
                                        </p:attrNameLst>
                                      </p:cBhvr>
                                      <p:to>
                                        <p:strVal val="visible"/>
                                      </p:to>
                                    </p:set>
                                    <p:animEffect transition="in" filter="fade">
                                      <p:cBhvr>
                                        <p:cTn id="22" dur="500"/>
                                        <p:tgtEl>
                                          <p:spTgt spid="1119"/>
                                        </p:tgtEl>
                                      </p:cBhvr>
                                    </p:animEffect>
                                  </p:childTnLst>
                                </p:cTn>
                              </p:par>
                              <p:par>
                                <p:cTn id="23" presetID="10" presetClass="entr" presetSubtype="0" fill="hold" nodeType="withEffect">
                                  <p:stCondLst>
                                    <p:cond delay="0"/>
                                  </p:stCondLst>
                                  <p:childTnLst>
                                    <p:set>
                                      <p:cBhvr>
                                        <p:cTn id="24" dur="1" fill="hold">
                                          <p:stCondLst>
                                            <p:cond delay="0"/>
                                          </p:stCondLst>
                                        </p:cTn>
                                        <p:tgtEl>
                                          <p:spTgt spid="1120"/>
                                        </p:tgtEl>
                                        <p:attrNameLst>
                                          <p:attrName>style.visibility</p:attrName>
                                        </p:attrNameLst>
                                      </p:cBhvr>
                                      <p:to>
                                        <p:strVal val="visible"/>
                                      </p:to>
                                    </p:set>
                                    <p:animEffect transition="in" filter="fade">
                                      <p:cBhvr>
                                        <p:cTn id="25" dur="500"/>
                                        <p:tgtEl>
                                          <p:spTgt spid="1120"/>
                                        </p:tgtEl>
                                      </p:cBhvr>
                                    </p:animEffect>
                                  </p:childTnLst>
                                </p:cTn>
                              </p:par>
                              <p:par>
                                <p:cTn id="26" presetID="10" presetClass="entr" presetSubtype="0" fill="hold" nodeType="withEffect">
                                  <p:stCondLst>
                                    <p:cond delay="0"/>
                                  </p:stCondLst>
                                  <p:childTnLst>
                                    <p:set>
                                      <p:cBhvr>
                                        <p:cTn id="27" dur="1" fill="hold">
                                          <p:stCondLst>
                                            <p:cond delay="0"/>
                                          </p:stCondLst>
                                        </p:cTn>
                                        <p:tgtEl>
                                          <p:spTgt spid="1121"/>
                                        </p:tgtEl>
                                        <p:attrNameLst>
                                          <p:attrName>style.visibility</p:attrName>
                                        </p:attrNameLst>
                                      </p:cBhvr>
                                      <p:to>
                                        <p:strVal val="visible"/>
                                      </p:to>
                                    </p:set>
                                    <p:animEffect transition="in" filter="fade">
                                      <p:cBhvr>
                                        <p:cTn id="28" dur="500"/>
                                        <p:tgtEl>
                                          <p:spTgt spid="1121"/>
                                        </p:tgtEl>
                                      </p:cBhvr>
                                    </p:animEffect>
                                  </p:childTnLst>
                                </p:cTn>
                              </p:par>
                              <p:par>
                                <p:cTn id="29" presetID="10" presetClass="entr" presetSubtype="0" fill="hold" nodeType="withEffect">
                                  <p:stCondLst>
                                    <p:cond delay="0"/>
                                  </p:stCondLst>
                                  <p:childTnLst>
                                    <p:set>
                                      <p:cBhvr>
                                        <p:cTn id="30" dur="1" fill="hold">
                                          <p:stCondLst>
                                            <p:cond delay="0"/>
                                          </p:stCondLst>
                                        </p:cTn>
                                        <p:tgtEl>
                                          <p:spTgt spid="1122"/>
                                        </p:tgtEl>
                                        <p:attrNameLst>
                                          <p:attrName>style.visibility</p:attrName>
                                        </p:attrNameLst>
                                      </p:cBhvr>
                                      <p:to>
                                        <p:strVal val="visible"/>
                                      </p:to>
                                    </p:set>
                                    <p:animEffect transition="in" filter="fade">
                                      <p:cBhvr>
                                        <p:cTn id="31" dur="500"/>
                                        <p:tgtEl>
                                          <p:spTgt spid="1122"/>
                                        </p:tgtEl>
                                      </p:cBhvr>
                                    </p:animEffect>
                                  </p:childTnLst>
                                </p:cTn>
                              </p:par>
                              <p:par>
                                <p:cTn id="32" presetID="10" presetClass="entr" presetSubtype="0" fill="hold" nodeType="withEffect">
                                  <p:stCondLst>
                                    <p:cond delay="0"/>
                                  </p:stCondLst>
                                  <p:childTnLst>
                                    <p:set>
                                      <p:cBhvr>
                                        <p:cTn id="33" dur="1" fill="hold">
                                          <p:stCondLst>
                                            <p:cond delay="0"/>
                                          </p:stCondLst>
                                        </p:cTn>
                                        <p:tgtEl>
                                          <p:spTgt spid="1125"/>
                                        </p:tgtEl>
                                        <p:attrNameLst>
                                          <p:attrName>style.visibility</p:attrName>
                                        </p:attrNameLst>
                                      </p:cBhvr>
                                      <p:to>
                                        <p:strVal val="visible"/>
                                      </p:to>
                                    </p:set>
                                    <p:animEffect transition="in" filter="fade">
                                      <p:cBhvr>
                                        <p:cTn id="34" dur="500"/>
                                        <p:tgtEl>
                                          <p:spTgt spid="1125"/>
                                        </p:tgtEl>
                                      </p:cBhvr>
                                    </p:animEffect>
                                  </p:childTnLst>
                                </p:cTn>
                              </p:par>
                              <p:par>
                                <p:cTn id="35" presetID="10" presetClass="entr" presetSubtype="0" fill="hold" nodeType="withEffect">
                                  <p:stCondLst>
                                    <p:cond delay="0"/>
                                  </p:stCondLst>
                                  <p:childTnLst>
                                    <p:set>
                                      <p:cBhvr>
                                        <p:cTn id="36" dur="1" fill="hold">
                                          <p:stCondLst>
                                            <p:cond delay="0"/>
                                          </p:stCondLst>
                                        </p:cTn>
                                        <p:tgtEl>
                                          <p:spTgt spid="1126"/>
                                        </p:tgtEl>
                                        <p:attrNameLst>
                                          <p:attrName>style.visibility</p:attrName>
                                        </p:attrNameLst>
                                      </p:cBhvr>
                                      <p:to>
                                        <p:strVal val="visible"/>
                                      </p:to>
                                    </p:set>
                                    <p:animEffect transition="in" filter="fade">
                                      <p:cBhvr>
                                        <p:cTn id="37" dur="500"/>
                                        <p:tgtEl>
                                          <p:spTgt spid="1126"/>
                                        </p:tgtEl>
                                      </p:cBhvr>
                                    </p:animEffect>
                                  </p:childTnLst>
                                </p:cTn>
                              </p:par>
                              <p:par>
                                <p:cTn id="38" presetID="10" presetClass="entr" presetSubtype="0" fill="hold" nodeType="withEffect">
                                  <p:stCondLst>
                                    <p:cond delay="0"/>
                                  </p:stCondLst>
                                  <p:childTnLst>
                                    <p:set>
                                      <p:cBhvr>
                                        <p:cTn id="39" dur="1" fill="hold">
                                          <p:stCondLst>
                                            <p:cond delay="0"/>
                                          </p:stCondLst>
                                        </p:cTn>
                                        <p:tgtEl>
                                          <p:spTgt spid="1127"/>
                                        </p:tgtEl>
                                        <p:attrNameLst>
                                          <p:attrName>style.visibility</p:attrName>
                                        </p:attrNameLst>
                                      </p:cBhvr>
                                      <p:to>
                                        <p:strVal val="visible"/>
                                      </p:to>
                                    </p:set>
                                    <p:animEffect transition="in" filter="fade">
                                      <p:cBhvr>
                                        <p:cTn id="40" dur="500"/>
                                        <p:tgtEl>
                                          <p:spTgt spid="1127"/>
                                        </p:tgtEl>
                                      </p:cBhvr>
                                    </p:animEffect>
                                  </p:childTnLst>
                                </p:cTn>
                              </p:par>
                              <p:par>
                                <p:cTn id="41" presetID="10" presetClass="entr" presetSubtype="0" fill="hold" nodeType="withEffect">
                                  <p:stCondLst>
                                    <p:cond delay="0"/>
                                  </p:stCondLst>
                                  <p:childTnLst>
                                    <p:set>
                                      <p:cBhvr>
                                        <p:cTn id="42" dur="1" fill="hold">
                                          <p:stCondLst>
                                            <p:cond delay="0"/>
                                          </p:stCondLst>
                                        </p:cTn>
                                        <p:tgtEl>
                                          <p:spTgt spid="1128"/>
                                        </p:tgtEl>
                                        <p:attrNameLst>
                                          <p:attrName>style.visibility</p:attrName>
                                        </p:attrNameLst>
                                      </p:cBhvr>
                                      <p:to>
                                        <p:strVal val="visible"/>
                                      </p:to>
                                    </p:set>
                                    <p:animEffect transition="in" filter="fade">
                                      <p:cBhvr>
                                        <p:cTn id="43" dur="500"/>
                                        <p:tgtEl>
                                          <p:spTgt spid="1128"/>
                                        </p:tgtEl>
                                      </p:cBhvr>
                                    </p:animEffect>
                                  </p:childTnLst>
                                </p:cTn>
                              </p:par>
                              <p:par>
                                <p:cTn id="44" presetID="10" presetClass="entr" presetSubtype="0" fill="hold" nodeType="withEffect">
                                  <p:stCondLst>
                                    <p:cond delay="0"/>
                                  </p:stCondLst>
                                  <p:childTnLst>
                                    <p:set>
                                      <p:cBhvr>
                                        <p:cTn id="45" dur="1" fill="hold">
                                          <p:stCondLst>
                                            <p:cond delay="0"/>
                                          </p:stCondLst>
                                        </p:cTn>
                                        <p:tgtEl>
                                          <p:spTgt spid="1131"/>
                                        </p:tgtEl>
                                        <p:attrNameLst>
                                          <p:attrName>style.visibility</p:attrName>
                                        </p:attrNameLst>
                                      </p:cBhvr>
                                      <p:to>
                                        <p:strVal val="visible"/>
                                      </p:to>
                                    </p:set>
                                    <p:animEffect transition="in" filter="fade">
                                      <p:cBhvr>
                                        <p:cTn id="46" dur="500"/>
                                        <p:tgtEl>
                                          <p:spTgt spid="1131"/>
                                        </p:tgtEl>
                                      </p:cBhvr>
                                    </p:animEffect>
                                  </p:childTnLst>
                                </p:cTn>
                              </p:par>
                              <p:par>
                                <p:cTn id="47" presetID="10" presetClass="entr" presetSubtype="0" fill="hold" nodeType="withEffect">
                                  <p:stCondLst>
                                    <p:cond delay="0"/>
                                  </p:stCondLst>
                                  <p:childTnLst>
                                    <p:set>
                                      <p:cBhvr>
                                        <p:cTn id="48" dur="1" fill="hold">
                                          <p:stCondLst>
                                            <p:cond delay="0"/>
                                          </p:stCondLst>
                                        </p:cTn>
                                        <p:tgtEl>
                                          <p:spTgt spid="1132"/>
                                        </p:tgtEl>
                                        <p:attrNameLst>
                                          <p:attrName>style.visibility</p:attrName>
                                        </p:attrNameLst>
                                      </p:cBhvr>
                                      <p:to>
                                        <p:strVal val="visible"/>
                                      </p:to>
                                    </p:set>
                                    <p:animEffect transition="in" filter="fade">
                                      <p:cBhvr>
                                        <p:cTn id="49" dur="500"/>
                                        <p:tgtEl>
                                          <p:spTgt spid="1132"/>
                                        </p:tgtEl>
                                      </p:cBhvr>
                                    </p:animEffect>
                                  </p:childTnLst>
                                </p:cTn>
                              </p:par>
                              <p:par>
                                <p:cTn id="50" presetID="10" presetClass="entr" presetSubtype="0" fill="hold" nodeType="withEffect">
                                  <p:stCondLst>
                                    <p:cond delay="0"/>
                                  </p:stCondLst>
                                  <p:childTnLst>
                                    <p:set>
                                      <p:cBhvr>
                                        <p:cTn id="51" dur="1" fill="hold">
                                          <p:stCondLst>
                                            <p:cond delay="0"/>
                                          </p:stCondLst>
                                        </p:cTn>
                                        <p:tgtEl>
                                          <p:spTgt spid="1133"/>
                                        </p:tgtEl>
                                        <p:attrNameLst>
                                          <p:attrName>style.visibility</p:attrName>
                                        </p:attrNameLst>
                                      </p:cBhvr>
                                      <p:to>
                                        <p:strVal val="visible"/>
                                      </p:to>
                                    </p:set>
                                    <p:animEffect transition="in" filter="fade">
                                      <p:cBhvr>
                                        <p:cTn id="52" dur="500"/>
                                        <p:tgtEl>
                                          <p:spTgt spid="1133"/>
                                        </p:tgtEl>
                                      </p:cBhvr>
                                    </p:animEffect>
                                  </p:childTnLst>
                                </p:cTn>
                              </p:par>
                              <p:par>
                                <p:cTn id="53" presetID="10" presetClass="entr" presetSubtype="0" fill="hold" nodeType="withEffect">
                                  <p:stCondLst>
                                    <p:cond delay="0"/>
                                  </p:stCondLst>
                                  <p:childTnLst>
                                    <p:set>
                                      <p:cBhvr>
                                        <p:cTn id="54" dur="1" fill="hold">
                                          <p:stCondLst>
                                            <p:cond delay="0"/>
                                          </p:stCondLst>
                                        </p:cTn>
                                        <p:tgtEl>
                                          <p:spTgt spid="1134"/>
                                        </p:tgtEl>
                                        <p:attrNameLst>
                                          <p:attrName>style.visibility</p:attrName>
                                        </p:attrNameLst>
                                      </p:cBhvr>
                                      <p:to>
                                        <p:strVal val="visible"/>
                                      </p:to>
                                    </p:set>
                                    <p:animEffect transition="in" filter="fade">
                                      <p:cBhvr>
                                        <p:cTn id="55" dur="500"/>
                                        <p:tgtEl>
                                          <p:spTgt spid="1134"/>
                                        </p:tgtEl>
                                      </p:cBhvr>
                                    </p:animEffect>
                                  </p:childTnLst>
                                </p:cTn>
                              </p:par>
                              <p:par>
                                <p:cTn id="56" presetID="10" presetClass="entr" presetSubtype="0" fill="hold" nodeType="withEffect">
                                  <p:stCondLst>
                                    <p:cond delay="0"/>
                                  </p:stCondLst>
                                  <p:childTnLst>
                                    <p:set>
                                      <p:cBhvr>
                                        <p:cTn id="57" dur="1" fill="hold">
                                          <p:stCondLst>
                                            <p:cond delay="0"/>
                                          </p:stCondLst>
                                        </p:cTn>
                                        <p:tgtEl>
                                          <p:spTgt spid="1137"/>
                                        </p:tgtEl>
                                        <p:attrNameLst>
                                          <p:attrName>style.visibility</p:attrName>
                                        </p:attrNameLst>
                                      </p:cBhvr>
                                      <p:to>
                                        <p:strVal val="visible"/>
                                      </p:to>
                                    </p:set>
                                    <p:animEffect transition="in" filter="fade">
                                      <p:cBhvr>
                                        <p:cTn id="58" dur="500"/>
                                        <p:tgtEl>
                                          <p:spTgt spid="1137"/>
                                        </p:tgtEl>
                                      </p:cBhvr>
                                    </p:animEffect>
                                  </p:childTnLst>
                                </p:cTn>
                              </p:par>
                              <p:par>
                                <p:cTn id="59" presetID="10" presetClass="entr" presetSubtype="0" fill="hold" nodeType="withEffect">
                                  <p:stCondLst>
                                    <p:cond delay="0"/>
                                  </p:stCondLst>
                                  <p:childTnLst>
                                    <p:set>
                                      <p:cBhvr>
                                        <p:cTn id="60" dur="1" fill="hold">
                                          <p:stCondLst>
                                            <p:cond delay="0"/>
                                          </p:stCondLst>
                                        </p:cTn>
                                        <p:tgtEl>
                                          <p:spTgt spid="1138"/>
                                        </p:tgtEl>
                                        <p:attrNameLst>
                                          <p:attrName>style.visibility</p:attrName>
                                        </p:attrNameLst>
                                      </p:cBhvr>
                                      <p:to>
                                        <p:strVal val="visible"/>
                                      </p:to>
                                    </p:set>
                                    <p:animEffect transition="in" filter="fade">
                                      <p:cBhvr>
                                        <p:cTn id="61" dur="500"/>
                                        <p:tgtEl>
                                          <p:spTgt spid="1138"/>
                                        </p:tgtEl>
                                      </p:cBhvr>
                                    </p:animEffect>
                                  </p:childTnLst>
                                </p:cTn>
                              </p:par>
                              <p:par>
                                <p:cTn id="62" presetID="10" presetClass="entr" presetSubtype="0" fill="hold" nodeType="withEffect">
                                  <p:stCondLst>
                                    <p:cond delay="0"/>
                                  </p:stCondLst>
                                  <p:childTnLst>
                                    <p:set>
                                      <p:cBhvr>
                                        <p:cTn id="63" dur="1" fill="hold">
                                          <p:stCondLst>
                                            <p:cond delay="0"/>
                                          </p:stCondLst>
                                        </p:cTn>
                                        <p:tgtEl>
                                          <p:spTgt spid="1139"/>
                                        </p:tgtEl>
                                        <p:attrNameLst>
                                          <p:attrName>style.visibility</p:attrName>
                                        </p:attrNameLst>
                                      </p:cBhvr>
                                      <p:to>
                                        <p:strVal val="visible"/>
                                      </p:to>
                                    </p:set>
                                    <p:animEffect transition="in" filter="fade">
                                      <p:cBhvr>
                                        <p:cTn id="64" dur="500"/>
                                        <p:tgtEl>
                                          <p:spTgt spid="1139"/>
                                        </p:tgtEl>
                                      </p:cBhvr>
                                    </p:animEffect>
                                  </p:childTnLst>
                                </p:cTn>
                              </p:par>
                              <p:par>
                                <p:cTn id="65" presetID="10" presetClass="entr" presetSubtype="0" fill="hold" nodeType="withEffect">
                                  <p:stCondLst>
                                    <p:cond delay="0"/>
                                  </p:stCondLst>
                                  <p:childTnLst>
                                    <p:set>
                                      <p:cBhvr>
                                        <p:cTn id="66" dur="1" fill="hold">
                                          <p:stCondLst>
                                            <p:cond delay="0"/>
                                          </p:stCondLst>
                                        </p:cTn>
                                        <p:tgtEl>
                                          <p:spTgt spid="1140"/>
                                        </p:tgtEl>
                                        <p:attrNameLst>
                                          <p:attrName>style.visibility</p:attrName>
                                        </p:attrNameLst>
                                      </p:cBhvr>
                                      <p:to>
                                        <p:strVal val="visible"/>
                                      </p:to>
                                    </p:set>
                                    <p:animEffect transition="in" filter="fade">
                                      <p:cBhvr>
                                        <p:cTn id="67" dur="500"/>
                                        <p:tgtEl>
                                          <p:spTgt spid="1140"/>
                                        </p:tgtEl>
                                      </p:cBhvr>
                                    </p:animEffect>
                                  </p:childTnLst>
                                </p:cTn>
                              </p:par>
                              <p:par>
                                <p:cTn id="68" presetID="10" presetClass="entr" presetSubtype="0" fill="hold" nodeType="withEffect">
                                  <p:stCondLst>
                                    <p:cond delay="0"/>
                                  </p:stCondLst>
                                  <p:childTnLst>
                                    <p:set>
                                      <p:cBhvr>
                                        <p:cTn id="69" dur="1" fill="hold">
                                          <p:stCondLst>
                                            <p:cond delay="0"/>
                                          </p:stCondLst>
                                        </p:cTn>
                                        <p:tgtEl>
                                          <p:spTgt spid="1143"/>
                                        </p:tgtEl>
                                        <p:attrNameLst>
                                          <p:attrName>style.visibility</p:attrName>
                                        </p:attrNameLst>
                                      </p:cBhvr>
                                      <p:to>
                                        <p:strVal val="visible"/>
                                      </p:to>
                                    </p:set>
                                    <p:animEffect transition="in" filter="fade">
                                      <p:cBhvr>
                                        <p:cTn id="70" dur="500"/>
                                        <p:tgtEl>
                                          <p:spTgt spid="1143"/>
                                        </p:tgtEl>
                                      </p:cBhvr>
                                    </p:animEffect>
                                  </p:childTnLst>
                                </p:cTn>
                              </p:par>
                              <p:par>
                                <p:cTn id="71" presetID="10" presetClass="entr" presetSubtype="0" fill="hold" nodeType="withEffect">
                                  <p:stCondLst>
                                    <p:cond delay="0"/>
                                  </p:stCondLst>
                                  <p:childTnLst>
                                    <p:set>
                                      <p:cBhvr>
                                        <p:cTn id="72" dur="1" fill="hold">
                                          <p:stCondLst>
                                            <p:cond delay="0"/>
                                          </p:stCondLst>
                                        </p:cTn>
                                        <p:tgtEl>
                                          <p:spTgt spid="1144"/>
                                        </p:tgtEl>
                                        <p:attrNameLst>
                                          <p:attrName>style.visibility</p:attrName>
                                        </p:attrNameLst>
                                      </p:cBhvr>
                                      <p:to>
                                        <p:strVal val="visible"/>
                                      </p:to>
                                    </p:set>
                                    <p:animEffect transition="in" filter="fade">
                                      <p:cBhvr>
                                        <p:cTn id="73" dur="500"/>
                                        <p:tgtEl>
                                          <p:spTgt spid="1144"/>
                                        </p:tgtEl>
                                      </p:cBhvr>
                                    </p:animEffect>
                                  </p:childTnLst>
                                </p:cTn>
                              </p:par>
                              <p:par>
                                <p:cTn id="74" presetID="10" presetClass="entr" presetSubtype="0" fill="hold" nodeType="withEffect">
                                  <p:stCondLst>
                                    <p:cond delay="0"/>
                                  </p:stCondLst>
                                  <p:childTnLst>
                                    <p:set>
                                      <p:cBhvr>
                                        <p:cTn id="75" dur="1" fill="hold">
                                          <p:stCondLst>
                                            <p:cond delay="0"/>
                                          </p:stCondLst>
                                        </p:cTn>
                                        <p:tgtEl>
                                          <p:spTgt spid="1145"/>
                                        </p:tgtEl>
                                        <p:attrNameLst>
                                          <p:attrName>style.visibility</p:attrName>
                                        </p:attrNameLst>
                                      </p:cBhvr>
                                      <p:to>
                                        <p:strVal val="visible"/>
                                      </p:to>
                                    </p:set>
                                    <p:animEffect transition="in" filter="fade">
                                      <p:cBhvr>
                                        <p:cTn id="76" dur="500"/>
                                        <p:tgtEl>
                                          <p:spTgt spid="1145"/>
                                        </p:tgtEl>
                                      </p:cBhvr>
                                    </p:animEffect>
                                  </p:childTnLst>
                                </p:cTn>
                              </p:par>
                              <p:par>
                                <p:cTn id="77" presetID="10" presetClass="entr" presetSubtype="0" fill="hold" nodeType="withEffect">
                                  <p:stCondLst>
                                    <p:cond delay="0"/>
                                  </p:stCondLst>
                                  <p:childTnLst>
                                    <p:set>
                                      <p:cBhvr>
                                        <p:cTn id="78" dur="1" fill="hold">
                                          <p:stCondLst>
                                            <p:cond delay="0"/>
                                          </p:stCondLst>
                                        </p:cTn>
                                        <p:tgtEl>
                                          <p:spTgt spid="1146"/>
                                        </p:tgtEl>
                                        <p:attrNameLst>
                                          <p:attrName>style.visibility</p:attrName>
                                        </p:attrNameLst>
                                      </p:cBhvr>
                                      <p:to>
                                        <p:strVal val="visible"/>
                                      </p:to>
                                    </p:set>
                                    <p:animEffect transition="in" filter="fade">
                                      <p:cBhvr>
                                        <p:cTn id="79" dur="500"/>
                                        <p:tgtEl>
                                          <p:spTgt spid="1146"/>
                                        </p:tgtEl>
                                      </p:cBhvr>
                                    </p:animEffect>
                                  </p:childTnLst>
                                </p:cTn>
                              </p:par>
                              <p:par>
                                <p:cTn id="80" presetID="10" presetClass="entr" presetSubtype="0" fill="hold" nodeType="withEffect">
                                  <p:stCondLst>
                                    <p:cond delay="0"/>
                                  </p:stCondLst>
                                  <p:childTnLst>
                                    <p:set>
                                      <p:cBhvr>
                                        <p:cTn id="81" dur="1" fill="hold">
                                          <p:stCondLst>
                                            <p:cond delay="0"/>
                                          </p:stCondLst>
                                        </p:cTn>
                                        <p:tgtEl>
                                          <p:spTgt spid="1149"/>
                                        </p:tgtEl>
                                        <p:attrNameLst>
                                          <p:attrName>style.visibility</p:attrName>
                                        </p:attrNameLst>
                                      </p:cBhvr>
                                      <p:to>
                                        <p:strVal val="visible"/>
                                      </p:to>
                                    </p:set>
                                    <p:animEffect transition="in" filter="fade">
                                      <p:cBhvr>
                                        <p:cTn id="82" dur="500"/>
                                        <p:tgtEl>
                                          <p:spTgt spid="1149"/>
                                        </p:tgtEl>
                                      </p:cBhvr>
                                    </p:animEffect>
                                  </p:childTnLst>
                                </p:cTn>
                              </p:par>
                              <p:par>
                                <p:cTn id="83" presetID="10" presetClass="entr" presetSubtype="0" fill="hold" nodeType="withEffect">
                                  <p:stCondLst>
                                    <p:cond delay="0"/>
                                  </p:stCondLst>
                                  <p:childTnLst>
                                    <p:set>
                                      <p:cBhvr>
                                        <p:cTn id="84" dur="1" fill="hold">
                                          <p:stCondLst>
                                            <p:cond delay="0"/>
                                          </p:stCondLst>
                                        </p:cTn>
                                        <p:tgtEl>
                                          <p:spTgt spid="1150"/>
                                        </p:tgtEl>
                                        <p:attrNameLst>
                                          <p:attrName>style.visibility</p:attrName>
                                        </p:attrNameLst>
                                      </p:cBhvr>
                                      <p:to>
                                        <p:strVal val="visible"/>
                                      </p:to>
                                    </p:set>
                                    <p:animEffect transition="in" filter="fade">
                                      <p:cBhvr>
                                        <p:cTn id="85" dur="500"/>
                                        <p:tgtEl>
                                          <p:spTgt spid="1150"/>
                                        </p:tgtEl>
                                      </p:cBhvr>
                                    </p:animEffect>
                                  </p:childTnLst>
                                </p:cTn>
                              </p:par>
                              <p:par>
                                <p:cTn id="86" presetID="10" presetClass="entr" presetSubtype="0" fill="hold" nodeType="withEffect">
                                  <p:stCondLst>
                                    <p:cond delay="0"/>
                                  </p:stCondLst>
                                  <p:childTnLst>
                                    <p:set>
                                      <p:cBhvr>
                                        <p:cTn id="87" dur="1" fill="hold">
                                          <p:stCondLst>
                                            <p:cond delay="0"/>
                                          </p:stCondLst>
                                        </p:cTn>
                                        <p:tgtEl>
                                          <p:spTgt spid="1151"/>
                                        </p:tgtEl>
                                        <p:attrNameLst>
                                          <p:attrName>style.visibility</p:attrName>
                                        </p:attrNameLst>
                                      </p:cBhvr>
                                      <p:to>
                                        <p:strVal val="visible"/>
                                      </p:to>
                                    </p:set>
                                    <p:animEffect transition="in" filter="fade">
                                      <p:cBhvr>
                                        <p:cTn id="88" dur="500"/>
                                        <p:tgtEl>
                                          <p:spTgt spid="1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45"/>
          <p:cNvSpPr txBox="1">
            <a:spLocks noGrp="1"/>
          </p:cNvSpPr>
          <p:nvPr>
            <p:ph type="title"/>
          </p:nvPr>
        </p:nvSpPr>
        <p:spPr>
          <a:xfrm>
            <a:off x="330375" y="97250"/>
            <a:ext cx="118617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MANIPULATING GRANULARITY: PIVOT </a:t>
            </a:r>
            <a:endParaRPr/>
          </a:p>
        </p:txBody>
      </p:sp>
      <p:sp>
        <p:nvSpPr>
          <p:cNvPr id="1158" name="Google Shape;1158;p45"/>
          <p:cNvSpPr txBox="1"/>
          <p:nvPr/>
        </p:nvSpPr>
        <p:spPr>
          <a:xfrm>
            <a:off x="-6033237" y="1048841"/>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sp>
        <p:nvSpPr>
          <p:cNvPr id="1159" name="Google Shape;1159;p45"/>
          <p:cNvSpPr txBox="1"/>
          <p:nvPr/>
        </p:nvSpPr>
        <p:spPr>
          <a:xfrm>
            <a:off x="-4941427" y="1325840"/>
            <a:ext cx="748923"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Data</a:t>
            </a:r>
            <a:endParaRPr sz="1400" b="0" i="0" u="none" strike="noStrike" cap="none">
              <a:solidFill>
                <a:srgbClr val="000000"/>
              </a:solidFill>
              <a:latin typeface="Arial"/>
              <a:ea typeface="Arial"/>
              <a:cs typeface="Arial"/>
              <a:sym typeface="Arial"/>
            </a:endParaRPr>
          </a:p>
        </p:txBody>
      </p:sp>
      <p:grpSp>
        <p:nvGrpSpPr>
          <p:cNvPr id="1160" name="Google Shape;1160;p45"/>
          <p:cNvGrpSpPr/>
          <p:nvPr/>
        </p:nvGrpSpPr>
        <p:grpSpPr>
          <a:xfrm>
            <a:off x="-5982422" y="2249520"/>
            <a:ext cx="1662160" cy="407773"/>
            <a:chOff x="570778" y="2418853"/>
            <a:chExt cx="1662160" cy="407773"/>
          </a:xfrm>
        </p:grpSpPr>
        <p:sp>
          <p:nvSpPr>
            <p:cNvPr id="1161" name="Google Shape;1161;p45"/>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162" name="Google Shape;1162;p45"/>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163" name="Google Shape;1163;p45"/>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164" name="Google Shape;1164;p45"/>
          <p:cNvGrpSpPr/>
          <p:nvPr/>
        </p:nvGrpSpPr>
        <p:grpSpPr>
          <a:xfrm>
            <a:off x="-5982422" y="2782920"/>
            <a:ext cx="1662160" cy="407773"/>
            <a:chOff x="570778" y="2952253"/>
            <a:chExt cx="1662160" cy="407773"/>
          </a:xfrm>
        </p:grpSpPr>
        <p:sp>
          <p:nvSpPr>
            <p:cNvPr id="1165" name="Google Shape;1165;p45"/>
            <p:cNvSpPr/>
            <p:nvPr/>
          </p:nvSpPr>
          <p:spPr>
            <a:xfrm>
              <a:off x="570778" y="2952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166" name="Google Shape;1166;p45"/>
            <p:cNvSpPr/>
            <p:nvPr/>
          </p:nvSpPr>
          <p:spPr>
            <a:xfrm>
              <a:off x="1739533" y="2952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167" name="Google Shape;1167;p45"/>
            <p:cNvSpPr/>
            <p:nvPr/>
          </p:nvSpPr>
          <p:spPr>
            <a:xfrm>
              <a:off x="1142809" y="2952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168" name="Google Shape;1168;p45"/>
          <p:cNvGrpSpPr/>
          <p:nvPr/>
        </p:nvGrpSpPr>
        <p:grpSpPr>
          <a:xfrm>
            <a:off x="-5982422" y="3316320"/>
            <a:ext cx="1662160" cy="407773"/>
            <a:chOff x="570778" y="3485653"/>
            <a:chExt cx="1662160" cy="407773"/>
          </a:xfrm>
        </p:grpSpPr>
        <p:sp>
          <p:nvSpPr>
            <p:cNvPr id="1169" name="Google Shape;1169;p45"/>
            <p:cNvSpPr/>
            <p:nvPr/>
          </p:nvSpPr>
          <p:spPr>
            <a:xfrm>
              <a:off x="570778" y="3485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170" name="Google Shape;1170;p45"/>
            <p:cNvSpPr/>
            <p:nvPr/>
          </p:nvSpPr>
          <p:spPr>
            <a:xfrm>
              <a:off x="1739533" y="3485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171" name="Google Shape;1171;p45"/>
            <p:cNvSpPr/>
            <p:nvPr/>
          </p:nvSpPr>
          <p:spPr>
            <a:xfrm>
              <a:off x="1142809" y="3485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172" name="Google Shape;1172;p45"/>
          <p:cNvGrpSpPr/>
          <p:nvPr/>
        </p:nvGrpSpPr>
        <p:grpSpPr>
          <a:xfrm>
            <a:off x="-5982422" y="3849720"/>
            <a:ext cx="1662160" cy="407773"/>
            <a:chOff x="570778" y="4019053"/>
            <a:chExt cx="1662160" cy="407773"/>
          </a:xfrm>
        </p:grpSpPr>
        <p:sp>
          <p:nvSpPr>
            <p:cNvPr id="1173" name="Google Shape;1173;p45"/>
            <p:cNvSpPr/>
            <p:nvPr/>
          </p:nvSpPr>
          <p:spPr>
            <a:xfrm>
              <a:off x="570778" y="40190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174" name="Google Shape;1174;p45"/>
            <p:cNvSpPr/>
            <p:nvPr/>
          </p:nvSpPr>
          <p:spPr>
            <a:xfrm>
              <a:off x="1739533" y="40190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175" name="Google Shape;1175;p45"/>
            <p:cNvSpPr/>
            <p:nvPr/>
          </p:nvSpPr>
          <p:spPr>
            <a:xfrm>
              <a:off x="1142809" y="40190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176" name="Google Shape;1176;p45"/>
          <p:cNvGrpSpPr/>
          <p:nvPr/>
        </p:nvGrpSpPr>
        <p:grpSpPr>
          <a:xfrm>
            <a:off x="-5994769" y="4397983"/>
            <a:ext cx="1662160" cy="407773"/>
            <a:chOff x="570778" y="4552453"/>
            <a:chExt cx="1662160" cy="407773"/>
          </a:xfrm>
        </p:grpSpPr>
        <p:sp>
          <p:nvSpPr>
            <p:cNvPr id="1177" name="Google Shape;1177;p45"/>
            <p:cNvSpPr/>
            <p:nvPr/>
          </p:nvSpPr>
          <p:spPr>
            <a:xfrm>
              <a:off x="570778" y="4552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178" name="Google Shape;1178;p45"/>
            <p:cNvSpPr/>
            <p:nvPr/>
          </p:nvSpPr>
          <p:spPr>
            <a:xfrm>
              <a:off x="1739533" y="4552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179" name="Google Shape;1179;p45"/>
            <p:cNvSpPr/>
            <p:nvPr/>
          </p:nvSpPr>
          <p:spPr>
            <a:xfrm>
              <a:off x="1142809" y="4552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180" name="Google Shape;1180;p45"/>
          <p:cNvGrpSpPr/>
          <p:nvPr/>
        </p:nvGrpSpPr>
        <p:grpSpPr>
          <a:xfrm>
            <a:off x="-5982422" y="4916520"/>
            <a:ext cx="1662160" cy="407773"/>
            <a:chOff x="570778" y="5085853"/>
            <a:chExt cx="1662160" cy="407773"/>
          </a:xfrm>
        </p:grpSpPr>
        <p:sp>
          <p:nvSpPr>
            <p:cNvPr id="1181" name="Google Shape;1181;p45"/>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182" name="Google Shape;1182;p45"/>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183" name="Google Shape;1183;p45"/>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184" name="Google Shape;1184;p45"/>
          <p:cNvGrpSpPr/>
          <p:nvPr/>
        </p:nvGrpSpPr>
        <p:grpSpPr>
          <a:xfrm>
            <a:off x="-5982422" y="5449920"/>
            <a:ext cx="1662160" cy="407773"/>
            <a:chOff x="570778" y="5619253"/>
            <a:chExt cx="1662160" cy="407773"/>
          </a:xfrm>
        </p:grpSpPr>
        <p:sp>
          <p:nvSpPr>
            <p:cNvPr id="1185" name="Google Shape;1185;p45"/>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186" name="Google Shape;1186;p45"/>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187" name="Google Shape;1187;p45"/>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188" name="Google Shape;1188;p45"/>
          <p:cNvGrpSpPr/>
          <p:nvPr/>
        </p:nvGrpSpPr>
        <p:grpSpPr>
          <a:xfrm>
            <a:off x="-5982422" y="5983320"/>
            <a:ext cx="1662160" cy="407773"/>
            <a:chOff x="570778" y="6152653"/>
            <a:chExt cx="1662160" cy="407773"/>
          </a:xfrm>
        </p:grpSpPr>
        <p:sp>
          <p:nvSpPr>
            <p:cNvPr id="1189" name="Google Shape;1189;p45"/>
            <p:cNvSpPr/>
            <p:nvPr/>
          </p:nvSpPr>
          <p:spPr>
            <a:xfrm>
              <a:off x="570778" y="6152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190" name="Google Shape;1190;p45"/>
            <p:cNvSpPr/>
            <p:nvPr/>
          </p:nvSpPr>
          <p:spPr>
            <a:xfrm>
              <a:off x="1739533" y="6152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191" name="Google Shape;1191;p45"/>
            <p:cNvSpPr/>
            <p:nvPr/>
          </p:nvSpPr>
          <p:spPr>
            <a:xfrm>
              <a:off x="1142809" y="6152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sp>
        <p:nvSpPr>
          <p:cNvPr id="1192" name="Google Shape;1192;p45"/>
          <p:cNvSpPr txBox="1"/>
          <p:nvPr/>
        </p:nvSpPr>
        <p:spPr>
          <a:xfrm>
            <a:off x="-5461206" y="1048841"/>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grpSp>
        <p:nvGrpSpPr>
          <p:cNvPr id="1193" name="Google Shape;1193;p45"/>
          <p:cNvGrpSpPr/>
          <p:nvPr/>
        </p:nvGrpSpPr>
        <p:grpSpPr>
          <a:xfrm>
            <a:off x="-5982422" y="1716120"/>
            <a:ext cx="1662160" cy="407773"/>
            <a:chOff x="570778" y="1885453"/>
            <a:chExt cx="1662160" cy="407773"/>
          </a:xfrm>
        </p:grpSpPr>
        <p:sp>
          <p:nvSpPr>
            <p:cNvPr id="1194" name="Google Shape;1194;p45"/>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195" name="Google Shape;1195;p45"/>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196" name="Google Shape;1196;p45"/>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197" name="Google Shape;1197;p45"/>
          <p:cNvGrpSpPr/>
          <p:nvPr/>
        </p:nvGrpSpPr>
        <p:grpSpPr>
          <a:xfrm>
            <a:off x="147073" y="4709959"/>
            <a:ext cx="1662160" cy="407773"/>
            <a:chOff x="3804673" y="4879292"/>
            <a:chExt cx="1662160" cy="407773"/>
          </a:xfrm>
        </p:grpSpPr>
        <p:sp>
          <p:nvSpPr>
            <p:cNvPr id="1198" name="Google Shape;1198;p45"/>
            <p:cNvSpPr/>
            <p:nvPr/>
          </p:nvSpPr>
          <p:spPr>
            <a:xfrm>
              <a:off x="3804673" y="4879292"/>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199" name="Google Shape;1199;p45"/>
            <p:cNvSpPr/>
            <p:nvPr/>
          </p:nvSpPr>
          <p:spPr>
            <a:xfrm>
              <a:off x="4973428" y="4879292"/>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200" name="Google Shape;1200;p45"/>
            <p:cNvSpPr/>
            <p:nvPr/>
          </p:nvSpPr>
          <p:spPr>
            <a:xfrm>
              <a:off x="4376704" y="4879292"/>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201" name="Google Shape;1201;p45"/>
          <p:cNvGrpSpPr/>
          <p:nvPr/>
        </p:nvGrpSpPr>
        <p:grpSpPr>
          <a:xfrm>
            <a:off x="147073" y="2276017"/>
            <a:ext cx="1662160" cy="407773"/>
            <a:chOff x="3804673" y="2445350"/>
            <a:chExt cx="1662160" cy="407773"/>
          </a:xfrm>
        </p:grpSpPr>
        <p:sp>
          <p:nvSpPr>
            <p:cNvPr id="1202" name="Google Shape;1202;p45"/>
            <p:cNvSpPr/>
            <p:nvPr/>
          </p:nvSpPr>
          <p:spPr>
            <a:xfrm>
              <a:off x="3804673" y="2445350"/>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03" name="Google Shape;1203;p45"/>
            <p:cNvSpPr/>
            <p:nvPr/>
          </p:nvSpPr>
          <p:spPr>
            <a:xfrm>
              <a:off x="4973428" y="2445350"/>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204" name="Google Shape;1204;p45"/>
            <p:cNvSpPr/>
            <p:nvPr/>
          </p:nvSpPr>
          <p:spPr>
            <a:xfrm>
              <a:off x="4376704" y="2445350"/>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205" name="Google Shape;1205;p45"/>
          <p:cNvGrpSpPr/>
          <p:nvPr/>
        </p:nvGrpSpPr>
        <p:grpSpPr>
          <a:xfrm>
            <a:off x="147073" y="2928666"/>
            <a:ext cx="1662160" cy="407773"/>
            <a:chOff x="3804673" y="3097999"/>
            <a:chExt cx="1662160" cy="407773"/>
          </a:xfrm>
        </p:grpSpPr>
        <p:sp>
          <p:nvSpPr>
            <p:cNvPr id="1206" name="Google Shape;1206;p45"/>
            <p:cNvSpPr/>
            <p:nvPr/>
          </p:nvSpPr>
          <p:spPr>
            <a:xfrm>
              <a:off x="3804673" y="3097999"/>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07" name="Google Shape;1207;p45"/>
            <p:cNvSpPr/>
            <p:nvPr/>
          </p:nvSpPr>
          <p:spPr>
            <a:xfrm>
              <a:off x="4973428" y="3097999"/>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08" name="Google Shape;1208;p45"/>
            <p:cNvSpPr/>
            <p:nvPr/>
          </p:nvSpPr>
          <p:spPr>
            <a:xfrm>
              <a:off x="4376704" y="3097999"/>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209" name="Google Shape;1209;p45"/>
          <p:cNvGrpSpPr/>
          <p:nvPr/>
        </p:nvGrpSpPr>
        <p:grpSpPr>
          <a:xfrm>
            <a:off x="147073" y="5362608"/>
            <a:ext cx="1662160" cy="407773"/>
            <a:chOff x="3804673" y="5531941"/>
            <a:chExt cx="1662160" cy="407773"/>
          </a:xfrm>
        </p:grpSpPr>
        <p:sp>
          <p:nvSpPr>
            <p:cNvPr id="1210" name="Google Shape;1210;p45"/>
            <p:cNvSpPr/>
            <p:nvPr/>
          </p:nvSpPr>
          <p:spPr>
            <a:xfrm>
              <a:off x="3804673" y="5531941"/>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211" name="Google Shape;1211;p45"/>
            <p:cNvSpPr/>
            <p:nvPr/>
          </p:nvSpPr>
          <p:spPr>
            <a:xfrm>
              <a:off x="4973428" y="5531941"/>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212" name="Google Shape;1212;p45"/>
            <p:cNvSpPr/>
            <p:nvPr/>
          </p:nvSpPr>
          <p:spPr>
            <a:xfrm>
              <a:off x="4376704" y="5531941"/>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213" name="Google Shape;1213;p45"/>
          <p:cNvGrpSpPr/>
          <p:nvPr/>
        </p:nvGrpSpPr>
        <p:grpSpPr>
          <a:xfrm>
            <a:off x="147073" y="3581315"/>
            <a:ext cx="1662160" cy="407773"/>
            <a:chOff x="570778" y="2418853"/>
            <a:chExt cx="1662160" cy="407773"/>
          </a:xfrm>
        </p:grpSpPr>
        <p:sp>
          <p:nvSpPr>
            <p:cNvPr id="1214" name="Google Shape;1214;p45"/>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15" name="Google Shape;1215;p45"/>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216" name="Google Shape;1216;p45"/>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217" name="Google Shape;1217;p45"/>
          <p:cNvGrpSpPr/>
          <p:nvPr/>
        </p:nvGrpSpPr>
        <p:grpSpPr>
          <a:xfrm>
            <a:off x="147073" y="4057310"/>
            <a:ext cx="1662160" cy="407773"/>
            <a:chOff x="570778" y="5619253"/>
            <a:chExt cx="1662160" cy="407773"/>
          </a:xfrm>
        </p:grpSpPr>
        <p:sp>
          <p:nvSpPr>
            <p:cNvPr id="1218" name="Google Shape;1218;p45"/>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19" name="Google Shape;1219;p45"/>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220" name="Google Shape;1220;p45"/>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221" name="Google Shape;1221;p45"/>
          <p:cNvGrpSpPr/>
          <p:nvPr/>
        </p:nvGrpSpPr>
        <p:grpSpPr>
          <a:xfrm>
            <a:off x="147073" y="6015259"/>
            <a:ext cx="1662160" cy="407773"/>
            <a:chOff x="3804673" y="6184592"/>
            <a:chExt cx="1662160" cy="407773"/>
          </a:xfrm>
        </p:grpSpPr>
        <p:sp>
          <p:nvSpPr>
            <p:cNvPr id="1222" name="Google Shape;1222;p45"/>
            <p:cNvSpPr/>
            <p:nvPr/>
          </p:nvSpPr>
          <p:spPr>
            <a:xfrm>
              <a:off x="3804673" y="6184592"/>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223" name="Google Shape;1223;p45"/>
            <p:cNvSpPr/>
            <p:nvPr/>
          </p:nvSpPr>
          <p:spPr>
            <a:xfrm>
              <a:off x="4973428" y="6184592"/>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24" name="Google Shape;1224;p45"/>
            <p:cNvSpPr/>
            <p:nvPr/>
          </p:nvSpPr>
          <p:spPr>
            <a:xfrm>
              <a:off x="4376704" y="6184592"/>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225" name="Google Shape;1225;p45"/>
          <p:cNvGrpSpPr/>
          <p:nvPr/>
        </p:nvGrpSpPr>
        <p:grpSpPr>
          <a:xfrm>
            <a:off x="147073" y="1623368"/>
            <a:ext cx="1662160" cy="407773"/>
            <a:chOff x="570778" y="5085853"/>
            <a:chExt cx="1662160" cy="407773"/>
          </a:xfrm>
        </p:grpSpPr>
        <p:sp>
          <p:nvSpPr>
            <p:cNvPr id="1226" name="Google Shape;1226;p45"/>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27" name="Google Shape;1227;p45"/>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228" name="Google Shape;1228;p45"/>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229" name="Google Shape;1229;p45"/>
          <p:cNvGrpSpPr/>
          <p:nvPr/>
        </p:nvGrpSpPr>
        <p:grpSpPr>
          <a:xfrm>
            <a:off x="147073" y="1153892"/>
            <a:ext cx="1662160" cy="407773"/>
            <a:chOff x="570778" y="1885453"/>
            <a:chExt cx="1662160" cy="407773"/>
          </a:xfrm>
        </p:grpSpPr>
        <p:sp>
          <p:nvSpPr>
            <p:cNvPr id="1230" name="Google Shape;1230;p45"/>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31" name="Google Shape;1231;p45"/>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232" name="Google Shape;1232;p45"/>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233" name="Google Shape;1233;p45"/>
          <p:cNvGrpSpPr/>
          <p:nvPr/>
        </p:nvGrpSpPr>
        <p:grpSpPr>
          <a:xfrm>
            <a:off x="-4120231" y="3473844"/>
            <a:ext cx="1109599" cy="646331"/>
            <a:chOff x="2432969" y="3643177"/>
            <a:chExt cx="1109599" cy="646331"/>
          </a:xfrm>
        </p:grpSpPr>
        <p:cxnSp>
          <p:nvCxnSpPr>
            <p:cNvPr id="1234" name="Google Shape;1234;p45"/>
            <p:cNvCxnSpPr/>
            <p:nvPr/>
          </p:nvCxnSpPr>
          <p:spPr>
            <a:xfrm>
              <a:off x="2432969" y="3966343"/>
              <a:ext cx="1109599" cy="0"/>
            </a:xfrm>
            <a:prstGeom prst="straightConnector1">
              <a:avLst/>
            </a:prstGeom>
            <a:noFill/>
            <a:ln w="9525" cap="flat" cmpd="sng">
              <a:solidFill>
                <a:schemeClr val="accent1"/>
              </a:solidFill>
              <a:prstDash val="solid"/>
              <a:round/>
              <a:headEnd type="none" w="sm" len="sm"/>
              <a:tailEnd type="triangle" w="med" len="med"/>
            </a:ln>
          </p:spPr>
        </p:cxnSp>
        <p:sp>
          <p:nvSpPr>
            <p:cNvPr id="1235" name="Google Shape;1235;p45"/>
            <p:cNvSpPr txBox="1"/>
            <p:nvPr/>
          </p:nvSpPr>
          <p:spPr>
            <a:xfrm>
              <a:off x="2432969" y="3643177"/>
              <a:ext cx="11095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Split into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Groups</a:t>
              </a:r>
              <a:endParaRPr sz="1400" b="0" i="0" u="none" strike="noStrike" cap="none">
                <a:solidFill>
                  <a:srgbClr val="000000"/>
                </a:solidFill>
                <a:latin typeface="Arial"/>
                <a:ea typeface="Arial"/>
                <a:cs typeface="Arial"/>
                <a:sym typeface="Arial"/>
              </a:endParaRPr>
            </a:p>
          </p:txBody>
        </p:sp>
      </p:grpSp>
      <p:cxnSp>
        <p:nvCxnSpPr>
          <p:cNvPr id="1236" name="Google Shape;1236;p45"/>
          <p:cNvCxnSpPr>
            <a:stCxn id="1195" idx="3"/>
            <a:endCxn id="1230" idx="1"/>
          </p:cNvCxnSpPr>
          <p:nvPr/>
        </p:nvCxnSpPr>
        <p:spPr>
          <a:xfrm rot="10800000" flipH="1">
            <a:off x="-4320262" y="1357806"/>
            <a:ext cx="4467300" cy="562200"/>
          </a:xfrm>
          <a:prstGeom prst="straightConnector1">
            <a:avLst/>
          </a:prstGeom>
          <a:noFill/>
          <a:ln w="9525" cap="flat" cmpd="sng">
            <a:solidFill>
              <a:schemeClr val="dk1"/>
            </a:solidFill>
            <a:prstDash val="dash"/>
            <a:round/>
            <a:headEnd type="none" w="sm" len="sm"/>
            <a:tailEnd type="triangle" w="med" len="med"/>
          </a:ln>
        </p:spPr>
      </p:cxnSp>
      <p:cxnSp>
        <p:nvCxnSpPr>
          <p:cNvPr id="1237" name="Google Shape;1237;p45"/>
          <p:cNvCxnSpPr>
            <a:stCxn id="1182" idx="3"/>
            <a:endCxn id="1226" idx="1"/>
          </p:cNvCxnSpPr>
          <p:nvPr/>
        </p:nvCxnSpPr>
        <p:spPr>
          <a:xfrm rot="10800000" flipH="1">
            <a:off x="-4320262" y="1827307"/>
            <a:ext cx="4467300" cy="3293100"/>
          </a:xfrm>
          <a:prstGeom prst="straightConnector1">
            <a:avLst/>
          </a:prstGeom>
          <a:noFill/>
          <a:ln w="9525" cap="flat" cmpd="sng">
            <a:solidFill>
              <a:schemeClr val="dk1"/>
            </a:solidFill>
            <a:prstDash val="dash"/>
            <a:round/>
            <a:headEnd type="none" w="sm" len="sm"/>
            <a:tailEnd type="triangle" w="med" len="med"/>
          </a:ln>
        </p:spPr>
      </p:cxnSp>
      <p:grpSp>
        <p:nvGrpSpPr>
          <p:cNvPr id="1238" name="Google Shape;1238;p45"/>
          <p:cNvGrpSpPr/>
          <p:nvPr/>
        </p:nvGrpSpPr>
        <p:grpSpPr>
          <a:xfrm>
            <a:off x="1912552" y="1273676"/>
            <a:ext cx="1428600" cy="646500"/>
            <a:chOff x="5824545" y="2372803"/>
            <a:chExt cx="1428600" cy="646500"/>
          </a:xfrm>
        </p:grpSpPr>
        <p:sp>
          <p:nvSpPr>
            <p:cNvPr id="1239" name="Google Shape;1239;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40" name="Google Shape;1240;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41" name="Google Shape;1241;p45"/>
          <p:cNvSpPr/>
          <p:nvPr/>
        </p:nvSpPr>
        <p:spPr>
          <a:xfrm>
            <a:off x="3539863" y="1385987"/>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42" name="Google Shape;1242;p45"/>
          <p:cNvSpPr/>
          <p:nvPr/>
        </p:nvSpPr>
        <p:spPr>
          <a:xfrm>
            <a:off x="4708618" y="1385987"/>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43" name="Google Shape;1243;p45"/>
          <p:cNvSpPr/>
          <p:nvPr/>
        </p:nvSpPr>
        <p:spPr>
          <a:xfrm>
            <a:off x="4111894" y="1385987"/>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244" name="Google Shape;1244;p45"/>
          <p:cNvGrpSpPr/>
          <p:nvPr/>
        </p:nvGrpSpPr>
        <p:grpSpPr>
          <a:xfrm>
            <a:off x="1912552" y="2136589"/>
            <a:ext cx="1428600" cy="646500"/>
            <a:chOff x="5824545" y="2372803"/>
            <a:chExt cx="1428600" cy="646500"/>
          </a:xfrm>
        </p:grpSpPr>
        <p:sp>
          <p:nvSpPr>
            <p:cNvPr id="1245" name="Google Shape;1245;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46" name="Google Shape;1246;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47" name="Google Shape;1247;p45"/>
          <p:cNvSpPr/>
          <p:nvPr/>
        </p:nvSpPr>
        <p:spPr>
          <a:xfrm>
            <a:off x="3539863" y="2248900"/>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48" name="Google Shape;1248;p45"/>
          <p:cNvSpPr/>
          <p:nvPr/>
        </p:nvSpPr>
        <p:spPr>
          <a:xfrm>
            <a:off x="4708618" y="2248900"/>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249" name="Google Shape;1249;p45"/>
          <p:cNvSpPr/>
          <p:nvPr/>
        </p:nvSpPr>
        <p:spPr>
          <a:xfrm>
            <a:off x="4111894" y="2248900"/>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250" name="Google Shape;1250;p45"/>
          <p:cNvGrpSpPr/>
          <p:nvPr/>
        </p:nvGrpSpPr>
        <p:grpSpPr>
          <a:xfrm>
            <a:off x="1912552" y="2827513"/>
            <a:ext cx="1428600" cy="646500"/>
            <a:chOff x="5824545" y="2372803"/>
            <a:chExt cx="1428600" cy="646500"/>
          </a:xfrm>
        </p:grpSpPr>
        <p:sp>
          <p:nvSpPr>
            <p:cNvPr id="1251" name="Google Shape;1251;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52" name="Google Shape;1252;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53" name="Google Shape;1253;p45"/>
          <p:cNvSpPr/>
          <p:nvPr/>
        </p:nvSpPr>
        <p:spPr>
          <a:xfrm>
            <a:off x="3539863" y="2939824"/>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54" name="Google Shape;1254;p45"/>
          <p:cNvSpPr/>
          <p:nvPr/>
        </p:nvSpPr>
        <p:spPr>
          <a:xfrm>
            <a:off x="4708618" y="2939824"/>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55" name="Google Shape;1255;p45"/>
          <p:cNvSpPr/>
          <p:nvPr/>
        </p:nvSpPr>
        <p:spPr>
          <a:xfrm>
            <a:off x="4111894" y="2939824"/>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256" name="Google Shape;1256;p45"/>
          <p:cNvGrpSpPr/>
          <p:nvPr/>
        </p:nvGrpSpPr>
        <p:grpSpPr>
          <a:xfrm>
            <a:off x="1912552" y="3670763"/>
            <a:ext cx="1428600" cy="646500"/>
            <a:chOff x="5824545" y="2372803"/>
            <a:chExt cx="1428600" cy="646500"/>
          </a:xfrm>
        </p:grpSpPr>
        <p:sp>
          <p:nvSpPr>
            <p:cNvPr id="1257" name="Google Shape;1257;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58" name="Google Shape;1258;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59" name="Google Shape;1259;p45"/>
          <p:cNvSpPr/>
          <p:nvPr/>
        </p:nvSpPr>
        <p:spPr>
          <a:xfrm>
            <a:off x="3539863" y="3783074"/>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60" name="Google Shape;1260;p45"/>
          <p:cNvSpPr/>
          <p:nvPr/>
        </p:nvSpPr>
        <p:spPr>
          <a:xfrm>
            <a:off x="4708618" y="3783074"/>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7</a:t>
            </a:r>
            <a:endParaRPr sz="1400" b="0" i="0" u="none" strike="noStrike" cap="none">
              <a:solidFill>
                <a:srgbClr val="000000"/>
              </a:solidFill>
              <a:latin typeface="Arial"/>
              <a:ea typeface="Arial"/>
              <a:cs typeface="Arial"/>
              <a:sym typeface="Arial"/>
            </a:endParaRPr>
          </a:p>
        </p:txBody>
      </p:sp>
      <p:sp>
        <p:nvSpPr>
          <p:cNvPr id="1261" name="Google Shape;1261;p45"/>
          <p:cNvSpPr/>
          <p:nvPr/>
        </p:nvSpPr>
        <p:spPr>
          <a:xfrm>
            <a:off x="4111894" y="3783074"/>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262" name="Google Shape;1262;p45"/>
          <p:cNvGrpSpPr/>
          <p:nvPr/>
        </p:nvGrpSpPr>
        <p:grpSpPr>
          <a:xfrm>
            <a:off x="1912552" y="4615750"/>
            <a:ext cx="1428600" cy="646500"/>
            <a:chOff x="5824545" y="2372803"/>
            <a:chExt cx="1428600" cy="646500"/>
          </a:xfrm>
        </p:grpSpPr>
        <p:sp>
          <p:nvSpPr>
            <p:cNvPr id="1263" name="Google Shape;1263;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64" name="Google Shape;1264;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65" name="Google Shape;1265;p45"/>
          <p:cNvSpPr/>
          <p:nvPr/>
        </p:nvSpPr>
        <p:spPr>
          <a:xfrm>
            <a:off x="3539863" y="4728061"/>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266" name="Google Shape;1266;p45"/>
          <p:cNvSpPr/>
          <p:nvPr/>
        </p:nvSpPr>
        <p:spPr>
          <a:xfrm>
            <a:off x="4708618" y="4728061"/>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267" name="Google Shape;1267;p45"/>
          <p:cNvSpPr/>
          <p:nvPr/>
        </p:nvSpPr>
        <p:spPr>
          <a:xfrm>
            <a:off x="4111894" y="4728061"/>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268" name="Google Shape;1268;p45"/>
          <p:cNvGrpSpPr/>
          <p:nvPr/>
        </p:nvGrpSpPr>
        <p:grpSpPr>
          <a:xfrm>
            <a:off x="1912552" y="5246662"/>
            <a:ext cx="1428600" cy="646500"/>
            <a:chOff x="5824545" y="2372803"/>
            <a:chExt cx="1428600" cy="646500"/>
          </a:xfrm>
        </p:grpSpPr>
        <p:sp>
          <p:nvSpPr>
            <p:cNvPr id="1269" name="Google Shape;1269;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70" name="Google Shape;1270;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71" name="Google Shape;1271;p45"/>
          <p:cNvSpPr/>
          <p:nvPr/>
        </p:nvSpPr>
        <p:spPr>
          <a:xfrm>
            <a:off x="3539863" y="5358973"/>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272" name="Google Shape;1272;p45"/>
          <p:cNvSpPr/>
          <p:nvPr/>
        </p:nvSpPr>
        <p:spPr>
          <a:xfrm>
            <a:off x="4708618" y="5358973"/>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273" name="Google Shape;1273;p45"/>
          <p:cNvSpPr/>
          <p:nvPr/>
        </p:nvSpPr>
        <p:spPr>
          <a:xfrm>
            <a:off x="4111894" y="5358973"/>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274" name="Google Shape;1274;p45"/>
          <p:cNvGrpSpPr/>
          <p:nvPr/>
        </p:nvGrpSpPr>
        <p:grpSpPr>
          <a:xfrm>
            <a:off x="1912552" y="5949992"/>
            <a:ext cx="1428600" cy="646500"/>
            <a:chOff x="5824545" y="2372803"/>
            <a:chExt cx="1428600" cy="646500"/>
          </a:xfrm>
        </p:grpSpPr>
        <p:sp>
          <p:nvSpPr>
            <p:cNvPr id="1275" name="Google Shape;1275;p45"/>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276" name="Google Shape;1276;p45"/>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277" name="Google Shape;1277;p45"/>
          <p:cNvSpPr/>
          <p:nvPr/>
        </p:nvSpPr>
        <p:spPr>
          <a:xfrm>
            <a:off x="3539863" y="6062303"/>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278" name="Google Shape;1278;p45"/>
          <p:cNvSpPr/>
          <p:nvPr/>
        </p:nvSpPr>
        <p:spPr>
          <a:xfrm>
            <a:off x="4708618" y="6062303"/>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79" name="Google Shape;1279;p45"/>
          <p:cNvSpPr/>
          <p:nvPr/>
        </p:nvSpPr>
        <p:spPr>
          <a:xfrm>
            <a:off x="4111894" y="6062303"/>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280" name="Google Shape;1280;p45"/>
          <p:cNvSpPr/>
          <p:nvPr/>
        </p:nvSpPr>
        <p:spPr>
          <a:xfrm>
            <a:off x="3539863" y="1386610"/>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81" name="Google Shape;1281;p45"/>
          <p:cNvSpPr/>
          <p:nvPr/>
        </p:nvSpPr>
        <p:spPr>
          <a:xfrm>
            <a:off x="4708618" y="1386610"/>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82" name="Google Shape;1282;p45"/>
          <p:cNvSpPr/>
          <p:nvPr/>
        </p:nvSpPr>
        <p:spPr>
          <a:xfrm>
            <a:off x="4111894" y="1386610"/>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283" name="Google Shape;1283;p45"/>
          <p:cNvSpPr/>
          <p:nvPr/>
        </p:nvSpPr>
        <p:spPr>
          <a:xfrm>
            <a:off x="3539863" y="2249523"/>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284" name="Google Shape;1284;p45"/>
          <p:cNvSpPr/>
          <p:nvPr/>
        </p:nvSpPr>
        <p:spPr>
          <a:xfrm>
            <a:off x="4708618" y="2249523"/>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285" name="Google Shape;1285;p45"/>
          <p:cNvSpPr/>
          <p:nvPr/>
        </p:nvSpPr>
        <p:spPr>
          <a:xfrm>
            <a:off x="4111894" y="2249523"/>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286" name="Google Shape;1286;p45"/>
          <p:cNvSpPr/>
          <p:nvPr/>
        </p:nvSpPr>
        <p:spPr>
          <a:xfrm>
            <a:off x="3539863" y="2940447"/>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87" name="Google Shape;1287;p45"/>
          <p:cNvSpPr/>
          <p:nvPr/>
        </p:nvSpPr>
        <p:spPr>
          <a:xfrm>
            <a:off x="4708618" y="2940447"/>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288" name="Google Shape;1288;p45"/>
          <p:cNvSpPr/>
          <p:nvPr/>
        </p:nvSpPr>
        <p:spPr>
          <a:xfrm>
            <a:off x="4111894" y="2940447"/>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289" name="Google Shape;1289;p45"/>
          <p:cNvSpPr/>
          <p:nvPr/>
        </p:nvSpPr>
        <p:spPr>
          <a:xfrm>
            <a:off x="3539863" y="3783697"/>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290" name="Google Shape;1290;p45"/>
          <p:cNvSpPr/>
          <p:nvPr/>
        </p:nvSpPr>
        <p:spPr>
          <a:xfrm>
            <a:off x="4708618" y="3783697"/>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7</a:t>
            </a:r>
            <a:endParaRPr sz="1400" b="0" i="0" u="none" strike="noStrike" cap="none">
              <a:solidFill>
                <a:srgbClr val="000000"/>
              </a:solidFill>
              <a:latin typeface="Arial"/>
              <a:ea typeface="Arial"/>
              <a:cs typeface="Arial"/>
              <a:sym typeface="Arial"/>
            </a:endParaRPr>
          </a:p>
        </p:txBody>
      </p:sp>
      <p:sp>
        <p:nvSpPr>
          <p:cNvPr id="1291" name="Google Shape;1291;p45"/>
          <p:cNvSpPr/>
          <p:nvPr/>
        </p:nvSpPr>
        <p:spPr>
          <a:xfrm>
            <a:off x="4111894" y="3783697"/>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292" name="Google Shape;1292;p45"/>
          <p:cNvSpPr/>
          <p:nvPr/>
        </p:nvSpPr>
        <p:spPr>
          <a:xfrm>
            <a:off x="3539863" y="4728684"/>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293" name="Google Shape;1293;p45"/>
          <p:cNvSpPr/>
          <p:nvPr/>
        </p:nvSpPr>
        <p:spPr>
          <a:xfrm>
            <a:off x="4708618" y="4728684"/>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294" name="Google Shape;1294;p45"/>
          <p:cNvSpPr/>
          <p:nvPr/>
        </p:nvSpPr>
        <p:spPr>
          <a:xfrm>
            <a:off x="4111894" y="4728684"/>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295" name="Google Shape;1295;p45"/>
          <p:cNvSpPr/>
          <p:nvPr/>
        </p:nvSpPr>
        <p:spPr>
          <a:xfrm>
            <a:off x="3539863" y="5359596"/>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296" name="Google Shape;1296;p45"/>
          <p:cNvSpPr/>
          <p:nvPr/>
        </p:nvSpPr>
        <p:spPr>
          <a:xfrm>
            <a:off x="4708618" y="5359596"/>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297" name="Google Shape;1297;p45"/>
          <p:cNvSpPr/>
          <p:nvPr/>
        </p:nvSpPr>
        <p:spPr>
          <a:xfrm>
            <a:off x="4111894" y="5359596"/>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298" name="Google Shape;1298;p45"/>
          <p:cNvSpPr/>
          <p:nvPr/>
        </p:nvSpPr>
        <p:spPr>
          <a:xfrm>
            <a:off x="3539863" y="6062926"/>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299" name="Google Shape;1299;p45"/>
          <p:cNvSpPr/>
          <p:nvPr/>
        </p:nvSpPr>
        <p:spPr>
          <a:xfrm>
            <a:off x="4708618" y="6062926"/>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00" name="Google Shape;1300;p45"/>
          <p:cNvSpPr/>
          <p:nvPr/>
        </p:nvSpPr>
        <p:spPr>
          <a:xfrm>
            <a:off x="4111894" y="6062926"/>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301" name="Google Shape;1301;p45"/>
          <p:cNvSpPr txBox="1"/>
          <p:nvPr/>
        </p:nvSpPr>
        <p:spPr>
          <a:xfrm>
            <a:off x="5701930" y="3896640"/>
            <a:ext cx="2582400" cy="31410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In Python (with </a:t>
            </a:r>
            <a:r>
              <a:rPr lang="en-US" sz="1600" b="1" i="0" u="none" strike="noStrike" cap="none">
                <a:solidFill>
                  <a:schemeClr val="accent1"/>
                </a:solidFill>
                <a:latin typeface="Arial"/>
                <a:ea typeface="Arial"/>
                <a:cs typeface="Arial"/>
                <a:sym typeface="Arial"/>
              </a:rPr>
              <a:t>pandas</a:t>
            </a:r>
            <a:r>
              <a:rPr lang="en-US" sz="1600" b="0" i="0" u="none" strike="noStrike" cap="none">
                <a:solidFill>
                  <a:schemeClr val="dk1"/>
                </a:solidFill>
                <a:latin typeface="Arial"/>
                <a:ea typeface="Arial"/>
                <a:cs typeface="Arial"/>
                <a:sym typeface="Arial"/>
              </a:rPr>
              <a:t>)</a:t>
            </a:r>
            <a:endParaRPr sz="1600" b="1" i="0" u="none" strike="noStrike" cap="none">
              <a:solidFill>
                <a:srgbClr val="C00000"/>
              </a:solidFill>
              <a:latin typeface="Arial"/>
              <a:ea typeface="Arial"/>
              <a:cs typeface="Arial"/>
              <a:sym typeface="Arial"/>
            </a:endParaRPr>
          </a:p>
        </p:txBody>
      </p:sp>
      <p:sp>
        <p:nvSpPr>
          <p:cNvPr id="1302" name="Google Shape;1302;p45"/>
          <p:cNvSpPr/>
          <p:nvPr/>
        </p:nvSpPr>
        <p:spPr>
          <a:xfrm>
            <a:off x="5483063" y="4346852"/>
            <a:ext cx="6099337" cy="1498238"/>
          </a:xfrm>
          <a:prstGeom prst="roundRect">
            <a:avLst>
              <a:gd name="adj" fmla="val 16667"/>
            </a:avLst>
          </a:prstGeom>
          <a:solidFill>
            <a:schemeClr val="lt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err="1">
                <a:solidFill>
                  <a:schemeClr val="dk1"/>
                </a:solidFill>
                <a:latin typeface="Consolas"/>
                <a:ea typeface="Consolas"/>
                <a:cs typeface="Consolas"/>
                <a:sym typeface="Consolas"/>
              </a:rPr>
              <a:t>pd.pivot_table</a:t>
            </a:r>
            <a:r>
              <a:rPr lang="en-US" sz="1600" b="0" i="0" u="none" strike="noStrike" cap="none" dirty="0">
                <a:solidFill>
                  <a:schemeClr val="dk1"/>
                </a:solidFill>
                <a:latin typeface="Consolas"/>
                <a:ea typeface="Consolas"/>
                <a:cs typeface="Consolas"/>
                <a:sym typeface="Consolas"/>
              </a:rPr>
              <a:t>(purchases,</a:t>
            </a: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a:ea typeface="Consolas"/>
                <a:cs typeface="Consolas"/>
                <a:sym typeface="Consolas"/>
              </a:rPr>
              <a:t>  values=‘Quantity’, #what to aggregate over</a:t>
            </a: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a:ea typeface="Consolas"/>
                <a:cs typeface="Consolas"/>
                <a:sym typeface="Consolas"/>
              </a:rPr>
              <a:t>  index=‘</a:t>
            </a:r>
            <a:r>
              <a:rPr lang="en-US" sz="1600" b="0" i="0" u="none" strike="noStrike" cap="none" dirty="0" err="1">
                <a:solidFill>
                  <a:schemeClr val="dk1"/>
                </a:solidFill>
                <a:latin typeface="Consolas"/>
                <a:ea typeface="Consolas"/>
                <a:cs typeface="Consolas"/>
                <a:sym typeface="Consolas"/>
              </a:rPr>
              <a:t>OrderNum</a:t>
            </a:r>
            <a:r>
              <a:rPr lang="en-US" sz="1600" b="0" i="0" u="none" strike="noStrike" cap="none" dirty="0">
                <a:solidFill>
                  <a:schemeClr val="dk1"/>
                </a:solidFill>
                <a:latin typeface="Consolas"/>
                <a:ea typeface="Consolas"/>
                <a:cs typeface="Consolas"/>
                <a:sym typeface="Consolas"/>
              </a:rPr>
              <a:t>’, #the row grouping attributes</a:t>
            </a: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a:ea typeface="Consolas"/>
                <a:cs typeface="Consolas"/>
                <a:sym typeface="Consolas"/>
              </a:rPr>
              <a:t>  columns=‘</a:t>
            </a:r>
            <a:r>
              <a:rPr lang="en-US" sz="1600" b="0" i="0" u="none" strike="noStrike" cap="none" dirty="0" err="1">
                <a:solidFill>
                  <a:schemeClr val="dk1"/>
                </a:solidFill>
                <a:latin typeface="Consolas"/>
                <a:ea typeface="Consolas"/>
                <a:cs typeface="Consolas"/>
                <a:sym typeface="Consolas"/>
              </a:rPr>
              <a:t>ProdID</a:t>
            </a:r>
            <a:r>
              <a:rPr lang="en-US" sz="1600" b="0" i="0" u="none" strike="noStrike" cap="none" dirty="0">
                <a:solidFill>
                  <a:schemeClr val="dk1"/>
                </a:solidFill>
                <a:latin typeface="Consolas"/>
                <a:ea typeface="Consolas"/>
                <a:cs typeface="Consolas"/>
                <a:sym typeface="Consolas"/>
              </a:rPr>
              <a:t>’, #the column grouping attributes</a:t>
            </a:r>
            <a:endParaRPr sz="1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a:ea typeface="Consolas"/>
                <a:cs typeface="Consolas"/>
                <a:sym typeface="Consolas"/>
              </a:rPr>
              <a:t>  </a:t>
            </a:r>
            <a:r>
              <a:rPr lang="en-US" sz="1600" b="0" i="0" u="none" strike="noStrike" cap="none" dirty="0" err="1">
                <a:solidFill>
                  <a:schemeClr val="dk1"/>
                </a:solidFill>
                <a:latin typeface="Consolas"/>
                <a:ea typeface="Consolas"/>
                <a:cs typeface="Consolas"/>
                <a:sym typeface="Consolas"/>
              </a:rPr>
              <a:t>aggfunc</a:t>
            </a:r>
            <a:r>
              <a:rPr lang="en-US" sz="1600" b="0" i="0" u="none" strike="noStrike" cap="none" dirty="0">
                <a:solidFill>
                  <a:schemeClr val="dk1"/>
                </a:solidFill>
                <a:latin typeface="Consolas"/>
                <a:ea typeface="Consolas"/>
                <a:cs typeface="Consolas"/>
                <a:sym typeface="Consolas"/>
              </a:rPr>
              <a:t>=</a:t>
            </a:r>
            <a:r>
              <a:rPr lang="en-US" sz="1600" b="0" i="0" u="none" strike="noStrike" cap="none" dirty="0" err="1">
                <a:solidFill>
                  <a:schemeClr val="dk1"/>
                </a:solidFill>
                <a:latin typeface="Consolas"/>
                <a:ea typeface="Consolas"/>
                <a:cs typeface="Consolas"/>
                <a:sym typeface="Consolas"/>
              </a:rPr>
              <a:t>np.sum</a:t>
            </a:r>
            <a:r>
              <a:rPr lang="en-US" sz="1600" b="0" i="0" u="none" strike="noStrike" cap="none" dirty="0">
                <a:solidFill>
                  <a:schemeClr val="dk1"/>
                </a:solidFill>
                <a:latin typeface="Consolas"/>
                <a:ea typeface="Consolas"/>
                <a:cs typeface="Consolas"/>
                <a:sym typeface="Consolas"/>
              </a:rPr>
              <a:t>) #the aggregating function</a:t>
            </a:r>
            <a:endParaRPr sz="1200" b="0" i="0" u="none" strike="noStrike" cap="none" dirty="0">
              <a:solidFill>
                <a:srgbClr val="000000"/>
              </a:solidFill>
              <a:latin typeface="Arial"/>
              <a:ea typeface="Arial"/>
              <a:cs typeface="Arial"/>
              <a:sym typeface="Arial"/>
            </a:endParaRPr>
          </a:p>
        </p:txBody>
      </p:sp>
      <p:graphicFrame>
        <p:nvGraphicFramePr>
          <p:cNvPr id="1303" name="Google Shape;1303;p45"/>
          <p:cNvGraphicFramePr/>
          <p:nvPr/>
        </p:nvGraphicFramePr>
        <p:xfrm>
          <a:off x="5701930" y="1969228"/>
          <a:ext cx="4520925" cy="1478320"/>
        </p:xfrm>
        <a:graphic>
          <a:graphicData uri="http://schemas.openxmlformats.org/drawingml/2006/table">
            <a:tbl>
              <a:tblPr firstRow="1" bandRow="1">
                <a:noFill/>
              </a:tblPr>
              <a:tblGrid>
                <a:gridCol w="1506975">
                  <a:extLst>
                    <a:ext uri="{9D8B030D-6E8A-4147-A177-3AD203B41FA5}">
                      <a16:colId xmlns:a16="http://schemas.microsoft.com/office/drawing/2014/main" val="20000"/>
                    </a:ext>
                  </a:extLst>
                </a:gridCol>
                <a:gridCol w="1506975">
                  <a:extLst>
                    <a:ext uri="{9D8B030D-6E8A-4147-A177-3AD203B41FA5}">
                      <a16:colId xmlns:a16="http://schemas.microsoft.com/office/drawing/2014/main" val="20001"/>
                    </a:ext>
                  </a:extLst>
                </a:gridCol>
                <a:gridCol w="1506975">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sng" strike="noStrike" cap="none"/>
                        <a:t>OrderNum</a:t>
                      </a:r>
                      <a:endParaRPr sz="18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sng" strike="noStrike" cap="none"/>
                        <a:t>ProdID</a:t>
                      </a:r>
                      <a:endParaRPr sz="1800" u="sng"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Quantity</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3</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999</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400" u="none" strike="noStrike" cap="none"/>
                    </a:p>
                  </a:txBody>
                  <a:tcPr marL="91450" marR="91450" marT="45725" marB="45725"/>
                </a:tc>
                <a:extLst>
                  <a:ext uri="{0D108BD9-81ED-4DB2-BD59-A6C34878D82A}">
                    <a16:rowId xmlns:a16="http://schemas.microsoft.com/office/drawing/2014/main" val="10002"/>
                  </a:ext>
                </a:extLst>
              </a:tr>
              <a:tr h="3608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42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304" name="Google Shape;1304;p45"/>
          <p:cNvSpPr txBox="1"/>
          <p:nvPr/>
        </p:nvSpPr>
        <p:spPr>
          <a:xfrm>
            <a:off x="5656960" y="1422808"/>
            <a:ext cx="1189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Example:</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8B7DCF4-77E4-7293-9059-74148339FFE6}"/>
                  </a:ext>
                </a:extLst>
              </p14:cNvPr>
              <p14:cNvContentPartPr/>
              <p14:nvPr/>
            </p14:nvContentPartPr>
            <p14:xfrm>
              <a:off x="4448160" y="674640"/>
              <a:ext cx="6759000" cy="5762880"/>
            </p14:xfrm>
          </p:contentPart>
        </mc:Choice>
        <mc:Fallback xmlns="">
          <p:pic>
            <p:nvPicPr>
              <p:cNvPr id="2" name="Ink 1">
                <a:extLst>
                  <a:ext uri="{FF2B5EF4-FFF2-40B4-BE49-F238E27FC236}">
                    <a16:creationId xmlns:a16="http://schemas.microsoft.com/office/drawing/2014/main" id="{D8B7DCF4-77E4-7293-9059-74148339FFE6}"/>
                  </a:ext>
                </a:extLst>
              </p:cNvPr>
              <p:cNvPicPr/>
              <p:nvPr/>
            </p:nvPicPr>
            <p:blipFill>
              <a:blip r:embed="rId4"/>
              <a:stretch>
                <a:fillRect/>
              </a:stretch>
            </p:blipFill>
            <p:spPr>
              <a:xfrm>
                <a:off x="4438800" y="665280"/>
                <a:ext cx="6777720" cy="5781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8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8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8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8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8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8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8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8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9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9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9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9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9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9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9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9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9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0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0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02"/>
                                        </p:tgtEl>
                                        <p:attrNameLst>
                                          <p:attrName>style.visibility</p:attrName>
                                        </p:attrNameLst>
                                      </p:cBhvr>
                                      <p:to>
                                        <p:strVal val="visible"/>
                                      </p:to>
                                    </p:set>
                                  </p:childTnLst>
                                </p:cTn>
                              </p:par>
                              <p:par>
                                <p:cTn id="53" presetID="10" presetClass="entr" presetSubtype="0" fill="hold" nodeType="withEffect">
                                  <p:stCondLst>
                                    <p:cond delay="0"/>
                                  </p:stCondLst>
                                  <p:childTnLst>
                                    <p:set>
                                      <p:cBhvr>
                                        <p:cTn id="54" dur="1" fill="hold">
                                          <p:stCondLst>
                                            <p:cond delay="0"/>
                                          </p:stCondLst>
                                        </p:cTn>
                                        <p:tgtEl>
                                          <p:spTgt spid="1303"/>
                                        </p:tgtEl>
                                        <p:attrNameLst>
                                          <p:attrName>style.visibility</p:attrName>
                                        </p:attrNameLst>
                                      </p:cBhvr>
                                      <p:to>
                                        <p:strVal val="visible"/>
                                      </p:to>
                                    </p:set>
                                    <p:animEffect transition="in" filter="fade">
                                      <p:cBhvr>
                                        <p:cTn id="55" dur="500"/>
                                        <p:tgtEl>
                                          <p:spTgt spid="1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46"/>
          <p:cNvSpPr txBox="1">
            <a:spLocks noGrp="1"/>
          </p:cNvSpPr>
          <p:nvPr>
            <p:ph type="title"/>
          </p:nvPr>
        </p:nvSpPr>
        <p:spPr>
          <a:xfrm>
            <a:off x="330375" y="97250"/>
            <a:ext cx="114213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MANIPULATING GRANULARITY: PIVOT </a:t>
            </a:r>
            <a:endParaRPr/>
          </a:p>
        </p:txBody>
      </p:sp>
      <p:sp>
        <p:nvSpPr>
          <p:cNvPr id="1311" name="Google Shape;1311;p46"/>
          <p:cNvSpPr txBox="1"/>
          <p:nvPr/>
        </p:nvSpPr>
        <p:spPr>
          <a:xfrm>
            <a:off x="-6033237" y="1048841"/>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sp>
        <p:nvSpPr>
          <p:cNvPr id="1312" name="Google Shape;1312;p46"/>
          <p:cNvSpPr txBox="1"/>
          <p:nvPr/>
        </p:nvSpPr>
        <p:spPr>
          <a:xfrm>
            <a:off x="-4941427" y="1325840"/>
            <a:ext cx="748923"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Data</a:t>
            </a:r>
            <a:endParaRPr sz="1400" b="0" i="0" u="none" strike="noStrike" cap="none">
              <a:solidFill>
                <a:srgbClr val="000000"/>
              </a:solidFill>
              <a:latin typeface="Arial"/>
              <a:ea typeface="Arial"/>
              <a:cs typeface="Arial"/>
              <a:sym typeface="Arial"/>
            </a:endParaRPr>
          </a:p>
        </p:txBody>
      </p:sp>
      <p:grpSp>
        <p:nvGrpSpPr>
          <p:cNvPr id="1313" name="Google Shape;1313;p46"/>
          <p:cNvGrpSpPr/>
          <p:nvPr/>
        </p:nvGrpSpPr>
        <p:grpSpPr>
          <a:xfrm>
            <a:off x="-5982422" y="2249520"/>
            <a:ext cx="1662160" cy="407773"/>
            <a:chOff x="570778" y="2418853"/>
            <a:chExt cx="1662160" cy="407773"/>
          </a:xfrm>
        </p:grpSpPr>
        <p:sp>
          <p:nvSpPr>
            <p:cNvPr id="1314" name="Google Shape;1314;p46"/>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15" name="Google Shape;1315;p46"/>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16" name="Google Shape;1316;p46"/>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17" name="Google Shape;1317;p46"/>
          <p:cNvGrpSpPr/>
          <p:nvPr/>
        </p:nvGrpSpPr>
        <p:grpSpPr>
          <a:xfrm>
            <a:off x="-5982422" y="2782920"/>
            <a:ext cx="1662160" cy="407773"/>
            <a:chOff x="570778" y="2952253"/>
            <a:chExt cx="1662160" cy="407773"/>
          </a:xfrm>
        </p:grpSpPr>
        <p:sp>
          <p:nvSpPr>
            <p:cNvPr id="1318" name="Google Shape;1318;p46"/>
            <p:cNvSpPr/>
            <p:nvPr/>
          </p:nvSpPr>
          <p:spPr>
            <a:xfrm>
              <a:off x="570778" y="2952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319" name="Google Shape;1319;p46"/>
            <p:cNvSpPr/>
            <p:nvPr/>
          </p:nvSpPr>
          <p:spPr>
            <a:xfrm>
              <a:off x="1739533" y="2952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320" name="Google Shape;1320;p46"/>
            <p:cNvSpPr/>
            <p:nvPr/>
          </p:nvSpPr>
          <p:spPr>
            <a:xfrm>
              <a:off x="1142809" y="2952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21" name="Google Shape;1321;p46"/>
          <p:cNvGrpSpPr/>
          <p:nvPr/>
        </p:nvGrpSpPr>
        <p:grpSpPr>
          <a:xfrm>
            <a:off x="-5982422" y="3316320"/>
            <a:ext cx="1662160" cy="407773"/>
            <a:chOff x="570778" y="3485653"/>
            <a:chExt cx="1662160" cy="407773"/>
          </a:xfrm>
        </p:grpSpPr>
        <p:sp>
          <p:nvSpPr>
            <p:cNvPr id="1322" name="Google Shape;1322;p46"/>
            <p:cNvSpPr/>
            <p:nvPr/>
          </p:nvSpPr>
          <p:spPr>
            <a:xfrm>
              <a:off x="570778" y="3485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23" name="Google Shape;1323;p46"/>
            <p:cNvSpPr/>
            <p:nvPr/>
          </p:nvSpPr>
          <p:spPr>
            <a:xfrm>
              <a:off x="1739533" y="3485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24" name="Google Shape;1324;p46"/>
            <p:cNvSpPr/>
            <p:nvPr/>
          </p:nvSpPr>
          <p:spPr>
            <a:xfrm>
              <a:off x="1142809" y="3485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25" name="Google Shape;1325;p46"/>
          <p:cNvGrpSpPr/>
          <p:nvPr/>
        </p:nvGrpSpPr>
        <p:grpSpPr>
          <a:xfrm>
            <a:off x="-5982422" y="3849720"/>
            <a:ext cx="1662160" cy="407773"/>
            <a:chOff x="570778" y="4019053"/>
            <a:chExt cx="1662160" cy="407773"/>
          </a:xfrm>
        </p:grpSpPr>
        <p:sp>
          <p:nvSpPr>
            <p:cNvPr id="1326" name="Google Shape;1326;p46"/>
            <p:cNvSpPr/>
            <p:nvPr/>
          </p:nvSpPr>
          <p:spPr>
            <a:xfrm>
              <a:off x="570778" y="40190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27" name="Google Shape;1327;p46"/>
            <p:cNvSpPr/>
            <p:nvPr/>
          </p:nvSpPr>
          <p:spPr>
            <a:xfrm>
              <a:off x="1739533" y="40190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28" name="Google Shape;1328;p46"/>
            <p:cNvSpPr/>
            <p:nvPr/>
          </p:nvSpPr>
          <p:spPr>
            <a:xfrm>
              <a:off x="1142809" y="40190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29" name="Google Shape;1329;p46"/>
          <p:cNvGrpSpPr/>
          <p:nvPr/>
        </p:nvGrpSpPr>
        <p:grpSpPr>
          <a:xfrm>
            <a:off x="-5994769" y="4397983"/>
            <a:ext cx="1662160" cy="407773"/>
            <a:chOff x="570778" y="4552453"/>
            <a:chExt cx="1662160" cy="407773"/>
          </a:xfrm>
        </p:grpSpPr>
        <p:sp>
          <p:nvSpPr>
            <p:cNvPr id="1330" name="Google Shape;1330;p46"/>
            <p:cNvSpPr/>
            <p:nvPr/>
          </p:nvSpPr>
          <p:spPr>
            <a:xfrm>
              <a:off x="570778" y="4552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331" name="Google Shape;1331;p46"/>
            <p:cNvSpPr/>
            <p:nvPr/>
          </p:nvSpPr>
          <p:spPr>
            <a:xfrm>
              <a:off x="1739533" y="4552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332" name="Google Shape;1332;p46"/>
            <p:cNvSpPr/>
            <p:nvPr/>
          </p:nvSpPr>
          <p:spPr>
            <a:xfrm>
              <a:off x="1142809" y="4552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33" name="Google Shape;1333;p46"/>
          <p:cNvGrpSpPr/>
          <p:nvPr/>
        </p:nvGrpSpPr>
        <p:grpSpPr>
          <a:xfrm>
            <a:off x="-5982422" y="4916520"/>
            <a:ext cx="1662160" cy="407773"/>
            <a:chOff x="570778" y="5085853"/>
            <a:chExt cx="1662160" cy="407773"/>
          </a:xfrm>
        </p:grpSpPr>
        <p:sp>
          <p:nvSpPr>
            <p:cNvPr id="1334" name="Google Shape;1334;p46"/>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35" name="Google Shape;1335;p46"/>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336" name="Google Shape;1336;p46"/>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37" name="Google Shape;1337;p46"/>
          <p:cNvGrpSpPr/>
          <p:nvPr/>
        </p:nvGrpSpPr>
        <p:grpSpPr>
          <a:xfrm>
            <a:off x="-5982422" y="5449920"/>
            <a:ext cx="1662160" cy="407773"/>
            <a:chOff x="570778" y="5619253"/>
            <a:chExt cx="1662160" cy="407773"/>
          </a:xfrm>
        </p:grpSpPr>
        <p:sp>
          <p:nvSpPr>
            <p:cNvPr id="1338" name="Google Shape;1338;p46"/>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39" name="Google Shape;1339;p46"/>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340" name="Google Shape;1340;p46"/>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41" name="Google Shape;1341;p46"/>
          <p:cNvGrpSpPr/>
          <p:nvPr/>
        </p:nvGrpSpPr>
        <p:grpSpPr>
          <a:xfrm>
            <a:off x="-5982422" y="5983320"/>
            <a:ext cx="1662160" cy="407773"/>
            <a:chOff x="570778" y="6152653"/>
            <a:chExt cx="1662160" cy="407773"/>
          </a:xfrm>
        </p:grpSpPr>
        <p:sp>
          <p:nvSpPr>
            <p:cNvPr id="1342" name="Google Shape;1342;p46"/>
            <p:cNvSpPr/>
            <p:nvPr/>
          </p:nvSpPr>
          <p:spPr>
            <a:xfrm>
              <a:off x="570778" y="6152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343" name="Google Shape;1343;p46"/>
            <p:cNvSpPr/>
            <p:nvPr/>
          </p:nvSpPr>
          <p:spPr>
            <a:xfrm>
              <a:off x="1739533" y="6152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44" name="Google Shape;1344;p46"/>
            <p:cNvSpPr/>
            <p:nvPr/>
          </p:nvSpPr>
          <p:spPr>
            <a:xfrm>
              <a:off x="1142809" y="6152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sp>
        <p:nvSpPr>
          <p:cNvPr id="1345" name="Google Shape;1345;p46"/>
          <p:cNvSpPr txBox="1"/>
          <p:nvPr/>
        </p:nvSpPr>
        <p:spPr>
          <a:xfrm>
            <a:off x="-5461206" y="1048841"/>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grpSp>
        <p:nvGrpSpPr>
          <p:cNvPr id="1346" name="Google Shape;1346;p46"/>
          <p:cNvGrpSpPr/>
          <p:nvPr/>
        </p:nvGrpSpPr>
        <p:grpSpPr>
          <a:xfrm>
            <a:off x="-5982422" y="1716120"/>
            <a:ext cx="1662160" cy="407773"/>
            <a:chOff x="570778" y="1885453"/>
            <a:chExt cx="1662160" cy="407773"/>
          </a:xfrm>
        </p:grpSpPr>
        <p:sp>
          <p:nvSpPr>
            <p:cNvPr id="1347" name="Google Shape;1347;p46"/>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48" name="Google Shape;1348;p46"/>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349" name="Google Shape;1349;p46"/>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50" name="Google Shape;1350;p46"/>
          <p:cNvGrpSpPr/>
          <p:nvPr/>
        </p:nvGrpSpPr>
        <p:grpSpPr>
          <a:xfrm>
            <a:off x="-2748527" y="4709959"/>
            <a:ext cx="1662160" cy="407773"/>
            <a:chOff x="3804673" y="4879292"/>
            <a:chExt cx="1662160" cy="407773"/>
          </a:xfrm>
        </p:grpSpPr>
        <p:sp>
          <p:nvSpPr>
            <p:cNvPr id="1351" name="Google Shape;1351;p46"/>
            <p:cNvSpPr/>
            <p:nvPr/>
          </p:nvSpPr>
          <p:spPr>
            <a:xfrm>
              <a:off x="3804673" y="4879292"/>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352" name="Google Shape;1352;p46"/>
            <p:cNvSpPr/>
            <p:nvPr/>
          </p:nvSpPr>
          <p:spPr>
            <a:xfrm>
              <a:off x="4973428" y="4879292"/>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353" name="Google Shape;1353;p46"/>
            <p:cNvSpPr/>
            <p:nvPr/>
          </p:nvSpPr>
          <p:spPr>
            <a:xfrm>
              <a:off x="4376704" y="4879292"/>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54" name="Google Shape;1354;p46"/>
          <p:cNvGrpSpPr/>
          <p:nvPr/>
        </p:nvGrpSpPr>
        <p:grpSpPr>
          <a:xfrm>
            <a:off x="-2748527" y="2276017"/>
            <a:ext cx="1662160" cy="407773"/>
            <a:chOff x="3804673" y="2445350"/>
            <a:chExt cx="1662160" cy="407773"/>
          </a:xfrm>
        </p:grpSpPr>
        <p:sp>
          <p:nvSpPr>
            <p:cNvPr id="1355" name="Google Shape;1355;p46"/>
            <p:cNvSpPr/>
            <p:nvPr/>
          </p:nvSpPr>
          <p:spPr>
            <a:xfrm>
              <a:off x="3804673" y="2445350"/>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56" name="Google Shape;1356;p46"/>
            <p:cNvSpPr/>
            <p:nvPr/>
          </p:nvSpPr>
          <p:spPr>
            <a:xfrm>
              <a:off x="4973428" y="2445350"/>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57" name="Google Shape;1357;p46"/>
            <p:cNvSpPr/>
            <p:nvPr/>
          </p:nvSpPr>
          <p:spPr>
            <a:xfrm>
              <a:off x="4376704" y="2445350"/>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58" name="Google Shape;1358;p46"/>
          <p:cNvGrpSpPr/>
          <p:nvPr/>
        </p:nvGrpSpPr>
        <p:grpSpPr>
          <a:xfrm>
            <a:off x="-2748527" y="2928666"/>
            <a:ext cx="1662160" cy="407773"/>
            <a:chOff x="3804673" y="3097999"/>
            <a:chExt cx="1662160" cy="407773"/>
          </a:xfrm>
        </p:grpSpPr>
        <p:sp>
          <p:nvSpPr>
            <p:cNvPr id="1359" name="Google Shape;1359;p46"/>
            <p:cNvSpPr/>
            <p:nvPr/>
          </p:nvSpPr>
          <p:spPr>
            <a:xfrm>
              <a:off x="3804673" y="3097999"/>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60" name="Google Shape;1360;p46"/>
            <p:cNvSpPr/>
            <p:nvPr/>
          </p:nvSpPr>
          <p:spPr>
            <a:xfrm>
              <a:off x="4973428" y="3097999"/>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61" name="Google Shape;1361;p46"/>
            <p:cNvSpPr/>
            <p:nvPr/>
          </p:nvSpPr>
          <p:spPr>
            <a:xfrm>
              <a:off x="4376704" y="3097999"/>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62" name="Google Shape;1362;p46"/>
          <p:cNvGrpSpPr/>
          <p:nvPr/>
        </p:nvGrpSpPr>
        <p:grpSpPr>
          <a:xfrm>
            <a:off x="-2748527" y="5362608"/>
            <a:ext cx="1662160" cy="407773"/>
            <a:chOff x="3804673" y="5531941"/>
            <a:chExt cx="1662160" cy="407773"/>
          </a:xfrm>
        </p:grpSpPr>
        <p:sp>
          <p:nvSpPr>
            <p:cNvPr id="1363" name="Google Shape;1363;p46"/>
            <p:cNvSpPr/>
            <p:nvPr/>
          </p:nvSpPr>
          <p:spPr>
            <a:xfrm>
              <a:off x="3804673" y="5531941"/>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364" name="Google Shape;1364;p46"/>
            <p:cNvSpPr/>
            <p:nvPr/>
          </p:nvSpPr>
          <p:spPr>
            <a:xfrm>
              <a:off x="4973428" y="5531941"/>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365" name="Google Shape;1365;p46"/>
            <p:cNvSpPr/>
            <p:nvPr/>
          </p:nvSpPr>
          <p:spPr>
            <a:xfrm>
              <a:off x="4376704" y="5531941"/>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66" name="Google Shape;1366;p46"/>
          <p:cNvGrpSpPr/>
          <p:nvPr/>
        </p:nvGrpSpPr>
        <p:grpSpPr>
          <a:xfrm>
            <a:off x="-2748527" y="3581315"/>
            <a:ext cx="1662160" cy="407773"/>
            <a:chOff x="570778" y="2418853"/>
            <a:chExt cx="1662160" cy="407773"/>
          </a:xfrm>
        </p:grpSpPr>
        <p:sp>
          <p:nvSpPr>
            <p:cNvPr id="1367" name="Google Shape;1367;p46"/>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68" name="Google Shape;1368;p46"/>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69" name="Google Shape;1369;p46"/>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70" name="Google Shape;1370;p46"/>
          <p:cNvGrpSpPr/>
          <p:nvPr/>
        </p:nvGrpSpPr>
        <p:grpSpPr>
          <a:xfrm>
            <a:off x="-2748527" y="4057310"/>
            <a:ext cx="1662160" cy="407773"/>
            <a:chOff x="570778" y="5619253"/>
            <a:chExt cx="1662160" cy="407773"/>
          </a:xfrm>
        </p:grpSpPr>
        <p:sp>
          <p:nvSpPr>
            <p:cNvPr id="1371" name="Google Shape;1371;p46"/>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72" name="Google Shape;1372;p46"/>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373" name="Google Shape;1373;p46"/>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74" name="Google Shape;1374;p46"/>
          <p:cNvGrpSpPr/>
          <p:nvPr/>
        </p:nvGrpSpPr>
        <p:grpSpPr>
          <a:xfrm>
            <a:off x="-2748527" y="6015259"/>
            <a:ext cx="1662160" cy="407773"/>
            <a:chOff x="3804673" y="6184592"/>
            <a:chExt cx="1662160" cy="407773"/>
          </a:xfrm>
        </p:grpSpPr>
        <p:sp>
          <p:nvSpPr>
            <p:cNvPr id="1375" name="Google Shape;1375;p46"/>
            <p:cNvSpPr/>
            <p:nvPr/>
          </p:nvSpPr>
          <p:spPr>
            <a:xfrm>
              <a:off x="3804673" y="6184592"/>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376" name="Google Shape;1376;p46"/>
            <p:cNvSpPr/>
            <p:nvPr/>
          </p:nvSpPr>
          <p:spPr>
            <a:xfrm>
              <a:off x="4973428" y="6184592"/>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77" name="Google Shape;1377;p46"/>
            <p:cNvSpPr/>
            <p:nvPr/>
          </p:nvSpPr>
          <p:spPr>
            <a:xfrm>
              <a:off x="4376704" y="6184592"/>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78" name="Google Shape;1378;p46"/>
          <p:cNvGrpSpPr/>
          <p:nvPr/>
        </p:nvGrpSpPr>
        <p:grpSpPr>
          <a:xfrm>
            <a:off x="-2748527" y="1623368"/>
            <a:ext cx="1662160" cy="407773"/>
            <a:chOff x="570778" y="5085853"/>
            <a:chExt cx="1662160" cy="407773"/>
          </a:xfrm>
        </p:grpSpPr>
        <p:sp>
          <p:nvSpPr>
            <p:cNvPr id="1379" name="Google Shape;1379;p46"/>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80" name="Google Shape;1380;p46"/>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381" name="Google Shape;1381;p46"/>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82" name="Google Shape;1382;p46"/>
          <p:cNvGrpSpPr/>
          <p:nvPr/>
        </p:nvGrpSpPr>
        <p:grpSpPr>
          <a:xfrm>
            <a:off x="-2748527" y="1153892"/>
            <a:ext cx="1662160" cy="407773"/>
            <a:chOff x="570778" y="1885453"/>
            <a:chExt cx="1662160" cy="407773"/>
          </a:xfrm>
        </p:grpSpPr>
        <p:sp>
          <p:nvSpPr>
            <p:cNvPr id="1383" name="Google Shape;1383;p46"/>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84" name="Google Shape;1384;p46"/>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385" name="Google Shape;1385;p46"/>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86" name="Google Shape;1386;p46"/>
          <p:cNvGrpSpPr/>
          <p:nvPr/>
        </p:nvGrpSpPr>
        <p:grpSpPr>
          <a:xfrm>
            <a:off x="-4120231" y="3473844"/>
            <a:ext cx="1109599" cy="646331"/>
            <a:chOff x="2432969" y="3643177"/>
            <a:chExt cx="1109599" cy="646331"/>
          </a:xfrm>
        </p:grpSpPr>
        <p:cxnSp>
          <p:nvCxnSpPr>
            <p:cNvPr id="1387" name="Google Shape;1387;p46"/>
            <p:cNvCxnSpPr/>
            <p:nvPr/>
          </p:nvCxnSpPr>
          <p:spPr>
            <a:xfrm>
              <a:off x="2432969" y="3966343"/>
              <a:ext cx="1109599" cy="0"/>
            </a:xfrm>
            <a:prstGeom prst="straightConnector1">
              <a:avLst/>
            </a:prstGeom>
            <a:noFill/>
            <a:ln w="9525" cap="flat" cmpd="sng">
              <a:solidFill>
                <a:schemeClr val="accent1"/>
              </a:solidFill>
              <a:prstDash val="solid"/>
              <a:round/>
              <a:headEnd type="none" w="sm" len="sm"/>
              <a:tailEnd type="triangle" w="med" len="med"/>
            </a:ln>
          </p:spPr>
        </p:cxnSp>
        <p:sp>
          <p:nvSpPr>
            <p:cNvPr id="1388" name="Google Shape;1388;p46"/>
            <p:cNvSpPr txBox="1"/>
            <p:nvPr/>
          </p:nvSpPr>
          <p:spPr>
            <a:xfrm>
              <a:off x="2432969" y="3643177"/>
              <a:ext cx="11095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Split into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Groups</a:t>
              </a:r>
              <a:endParaRPr sz="1400" b="0" i="0" u="none" strike="noStrike" cap="none">
                <a:solidFill>
                  <a:srgbClr val="000000"/>
                </a:solidFill>
                <a:latin typeface="Arial"/>
                <a:ea typeface="Arial"/>
                <a:cs typeface="Arial"/>
                <a:sym typeface="Arial"/>
              </a:endParaRPr>
            </a:p>
          </p:txBody>
        </p:sp>
      </p:grpSp>
      <p:cxnSp>
        <p:nvCxnSpPr>
          <p:cNvPr id="1389" name="Google Shape;1389;p46"/>
          <p:cNvCxnSpPr>
            <a:stCxn id="1348" idx="3"/>
            <a:endCxn id="1383" idx="1"/>
          </p:cNvCxnSpPr>
          <p:nvPr/>
        </p:nvCxnSpPr>
        <p:spPr>
          <a:xfrm rot="10800000" flipH="1">
            <a:off x="-4320262" y="1357806"/>
            <a:ext cx="1571700" cy="562200"/>
          </a:xfrm>
          <a:prstGeom prst="straightConnector1">
            <a:avLst/>
          </a:prstGeom>
          <a:noFill/>
          <a:ln w="9525" cap="flat" cmpd="sng">
            <a:solidFill>
              <a:schemeClr val="dk1"/>
            </a:solidFill>
            <a:prstDash val="dash"/>
            <a:round/>
            <a:headEnd type="none" w="sm" len="sm"/>
            <a:tailEnd type="triangle" w="med" len="med"/>
          </a:ln>
        </p:spPr>
      </p:cxnSp>
      <p:cxnSp>
        <p:nvCxnSpPr>
          <p:cNvPr id="1390" name="Google Shape;1390;p46"/>
          <p:cNvCxnSpPr>
            <a:stCxn id="1335" idx="3"/>
            <a:endCxn id="1379" idx="1"/>
          </p:cNvCxnSpPr>
          <p:nvPr/>
        </p:nvCxnSpPr>
        <p:spPr>
          <a:xfrm rot="10800000" flipH="1">
            <a:off x="-4320262" y="1827307"/>
            <a:ext cx="1571700" cy="3293100"/>
          </a:xfrm>
          <a:prstGeom prst="straightConnector1">
            <a:avLst/>
          </a:prstGeom>
          <a:noFill/>
          <a:ln w="9525" cap="flat" cmpd="sng">
            <a:solidFill>
              <a:schemeClr val="dk1"/>
            </a:solidFill>
            <a:prstDash val="dash"/>
            <a:round/>
            <a:headEnd type="none" w="sm" len="sm"/>
            <a:tailEnd type="triangle" w="med" len="med"/>
          </a:ln>
        </p:spPr>
      </p:cxnSp>
      <p:grpSp>
        <p:nvGrpSpPr>
          <p:cNvPr id="1391" name="Google Shape;1391;p46"/>
          <p:cNvGrpSpPr/>
          <p:nvPr/>
        </p:nvGrpSpPr>
        <p:grpSpPr>
          <a:xfrm>
            <a:off x="312352" y="1273676"/>
            <a:ext cx="1428600" cy="646500"/>
            <a:chOff x="5824545" y="2372803"/>
            <a:chExt cx="1428600" cy="646500"/>
          </a:xfrm>
        </p:grpSpPr>
        <p:sp>
          <p:nvSpPr>
            <p:cNvPr id="1392" name="Google Shape;1392;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393" name="Google Shape;1393;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394" name="Google Shape;1394;p46"/>
          <p:cNvSpPr/>
          <p:nvPr/>
        </p:nvSpPr>
        <p:spPr>
          <a:xfrm>
            <a:off x="1939663" y="1385987"/>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95" name="Google Shape;1395;p46"/>
          <p:cNvSpPr/>
          <p:nvPr/>
        </p:nvSpPr>
        <p:spPr>
          <a:xfrm>
            <a:off x="3108418" y="1385987"/>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96" name="Google Shape;1396;p46"/>
          <p:cNvSpPr/>
          <p:nvPr/>
        </p:nvSpPr>
        <p:spPr>
          <a:xfrm>
            <a:off x="2511694" y="1385987"/>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397" name="Google Shape;1397;p46"/>
          <p:cNvGrpSpPr/>
          <p:nvPr/>
        </p:nvGrpSpPr>
        <p:grpSpPr>
          <a:xfrm>
            <a:off x="312352" y="2136589"/>
            <a:ext cx="1428600" cy="646500"/>
            <a:chOff x="5824545" y="2372803"/>
            <a:chExt cx="1428600" cy="646500"/>
          </a:xfrm>
        </p:grpSpPr>
        <p:sp>
          <p:nvSpPr>
            <p:cNvPr id="1398" name="Google Shape;1398;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399" name="Google Shape;1399;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400" name="Google Shape;1400;p46"/>
          <p:cNvSpPr/>
          <p:nvPr/>
        </p:nvSpPr>
        <p:spPr>
          <a:xfrm>
            <a:off x="1939663" y="2248900"/>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401" name="Google Shape;1401;p46"/>
          <p:cNvSpPr/>
          <p:nvPr/>
        </p:nvSpPr>
        <p:spPr>
          <a:xfrm>
            <a:off x="3108418" y="2248900"/>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402" name="Google Shape;1402;p46"/>
          <p:cNvSpPr/>
          <p:nvPr/>
        </p:nvSpPr>
        <p:spPr>
          <a:xfrm>
            <a:off x="2511694" y="2248900"/>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403" name="Google Shape;1403;p46"/>
          <p:cNvGrpSpPr/>
          <p:nvPr/>
        </p:nvGrpSpPr>
        <p:grpSpPr>
          <a:xfrm>
            <a:off x="312352" y="2827513"/>
            <a:ext cx="1428600" cy="646500"/>
            <a:chOff x="5824545" y="2372803"/>
            <a:chExt cx="1428600" cy="646500"/>
          </a:xfrm>
        </p:grpSpPr>
        <p:sp>
          <p:nvSpPr>
            <p:cNvPr id="1404" name="Google Shape;1404;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405" name="Google Shape;1405;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406" name="Google Shape;1406;p46"/>
          <p:cNvSpPr/>
          <p:nvPr/>
        </p:nvSpPr>
        <p:spPr>
          <a:xfrm>
            <a:off x="1939663" y="2939824"/>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407" name="Google Shape;1407;p46"/>
          <p:cNvSpPr/>
          <p:nvPr/>
        </p:nvSpPr>
        <p:spPr>
          <a:xfrm>
            <a:off x="3108418" y="2939824"/>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408" name="Google Shape;1408;p46"/>
          <p:cNvSpPr/>
          <p:nvPr/>
        </p:nvSpPr>
        <p:spPr>
          <a:xfrm>
            <a:off x="2511694" y="2939824"/>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409" name="Google Shape;1409;p46"/>
          <p:cNvGrpSpPr/>
          <p:nvPr/>
        </p:nvGrpSpPr>
        <p:grpSpPr>
          <a:xfrm>
            <a:off x="312352" y="3670763"/>
            <a:ext cx="1428600" cy="646500"/>
            <a:chOff x="5824545" y="2372803"/>
            <a:chExt cx="1428600" cy="646500"/>
          </a:xfrm>
        </p:grpSpPr>
        <p:sp>
          <p:nvSpPr>
            <p:cNvPr id="1410" name="Google Shape;1410;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411" name="Google Shape;1411;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412" name="Google Shape;1412;p46"/>
          <p:cNvSpPr/>
          <p:nvPr/>
        </p:nvSpPr>
        <p:spPr>
          <a:xfrm>
            <a:off x="1939663" y="3783074"/>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413" name="Google Shape;1413;p46"/>
          <p:cNvSpPr/>
          <p:nvPr/>
        </p:nvSpPr>
        <p:spPr>
          <a:xfrm>
            <a:off x="3108418" y="3783074"/>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7</a:t>
            </a:r>
            <a:endParaRPr sz="1400" b="0" i="0" u="none" strike="noStrike" cap="none">
              <a:solidFill>
                <a:srgbClr val="000000"/>
              </a:solidFill>
              <a:latin typeface="Arial"/>
              <a:ea typeface="Arial"/>
              <a:cs typeface="Arial"/>
              <a:sym typeface="Arial"/>
            </a:endParaRPr>
          </a:p>
        </p:txBody>
      </p:sp>
      <p:sp>
        <p:nvSpPr>
          <p:cNvPr id="1414" name="Google Shape;1414;p46"/>
          <p:cNvSpPr/>
          <p:nvPr/>
        </p:nvSpPr>
        <p:spPr>
          <a:xfrm>
            <a:off x="2511694" y="3783074"/>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415" name="Google Shape;1415;p46"/>
          <p:cNvGrpSpPr/>
          <p:nvPr/>
        </p:nvGrpSpPr>
        <p:grpSpPr>
          <a:xfrm>
            <a:off x="312352" y="4615750"/>
            <a:ext cx="1428600" cy="646500"/>
            <a:chOff x="5824545" y="2372803"/>
            <a:chExt cx="1428600" cy="646500"/>
          </a:xfrm>
        </p:grpSpPr>
        <p:sp>
          <p:nvSpPr>
            <p:cNvPr id="1416" name="Google Shape;1416;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417" name="Google Shape;1417;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418" name="Google Shape;1418;p46"/>
          <p:cNvSpPr/>
          <p:nvPr/>
        </p:nvSpPr>
        <p:spPr>
          <a:xfrm>
            <a:off x="1939663" y="4728061"/>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419" name="Google Shape;1419;p46"/>
          <p:cNvSpPr/>
          <p:nvPr/>
        </p:nvSpPr>
        <p:spPr>
          <a:xfrm>
            <a:off x="3108418" y="4728061"/>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420" name="Google Shape;1420;p46"/>
          <p:cNvSpPr/>
          <p:nvPr/>
        </p:nvSpPr>
        <p:spPr>
          <a:xfrm>
            <a:off x="2511694" y="4728061"/>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nvGrpSpPr>
          <p:cNvPr id="1421" name="Google Shape;1421;p46"/>
          <p:cNvGrpSpPr/>
          <p:nvPr/>
        </p:nvGrpSpPr>
        <p:grpSpPr>
          <a:xfrm>
            <a:off x="312352" y="5246662"/>
            <a:ext cx="1428600" cy="646500"/>
            <a:chOff x="5824545" y="2372803"/>
            <a:chExt cx="1428600" cy="646500"/>
          </a:xfrm>
        </p:grpSpPr>
        <p:sp>
          <p:nvSpPr>
            <p:cNvPr id="1422" name="Google Shape;1422;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423" name="Google Shape;1423;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424" name="Google Shape;1424;p46"/>
          <p:cNvSpPr/>
          <p:nvPr/>
        </p:nvSpPr>
        <p:spPr>
          <a:xfrm>
            <a:off x="1939663" y="5358973"/>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425" name="Google Shape;1425;p46"/>
          <p:cNvSpPr/>
          <p:nvPr/>
        </p:nvSpPr>
        <p:spPr>
          <a:xfrm>
            <a:off x="3108418" y="5358973"/>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426" name="Google Shape;1426;p46"/>
          <p:cNvSpPr/>
          <p:nvPr/>
        </p:nvSpPr>
        <p:spPr>
          <a:xfrm>
            <a:off x="2511694" y="5358973"/>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nvGrpSpPr>
          <p:cNvPr id="1427" name="Google Shape;1427;p46"/>
          <p:cNvGrpSpPr/>
          <p:nvPr/>
        </p:nvGrpSpPr>
        <p:grpSpPr>
          <a:xfrm>
            <a:off x="312352" y="5949992"/>
            <a:ext cx="1428600" cy="646500"/>
            <a:chOff x="5824545" y="2372803"/>
            <a:chExt cx="1428600" cy="646500"/>
          </a:xfrm>
        </p:grpSpPr>
        <p:sp>
          <p:nvSpPr>
            <p:cNvPr id="1428" name="Google Shape;1428;p46"/>
            <p:cNvSpPr txBox="1"/>
            <p:nvPr/>
          </p:nvSpPr>
          <p:spPr>
            <a:xfrm>
              <a:off x="5824545" y="2372803"/>
              <a:ext cx="14286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Aggregate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Function</a:t>
              </a:r>
              <a:endParaRPr sz="1400" b="0" i="0" u="none" strike="noStrike" cap="none">
                <a:solidFill>
                  <a:srgbClr val="000000"/>
                </a:solidFill>
                <a:latin typeface="Arial"/>
                <a:ea typeface="Arial"/>
                <a:cs typeface="Arial"/>
                <a:sym typeface="Arial"/>
              </a:endParaRPr>
            </a:p>
          </p:txBody>
        </p:sp>
        <p:cxnSp>
          <p:nvCxnSpPr>
            <p:cNvPr id="1429" name="Google Shape;1429;p46"/>
            <p:cNvCxnSpPr/>
            <p:nvPr/>
          </p:nvCxnSpPr>
          <p:spPr>
            <a:xfrm>
              <a:off x="5824545" y="2695969"/>
              <a:ext cx="1428596" cy="0"/>
            </a:xfrm>
            <a:prstGeom prst="straightConnector1">
              <a:avLst/>
            </a:prstGeom>
            <a:noFill/>
            <a:ln w="9525" cap="flat" cmpd="sng">
              <a:solidFill>
                <a:schemeClr val="accent1"/>
              </a:solidFill>
              <a:prstDash val="solid"/>
              <a:round/>
              <a:headEnd type="none" w="sm" len="sm"/>
              <a:tailEnd type="triangle" w="med" len="med"/>
            </a:ln>
          </p:spPr>
        </p:cxnSp>
      </p:grpSp>
      <p:sp>
        <p:nvSpPr>
          <p:cNvPr id="1430" name="Google Shape;1430;p46"/>
          <p:cNvSpPr/>
          <p:nvPr/>
        </p:nvSpPr>
        <p:spPr>
          <a:xfrm>
            <a:off x="1939663" y="6062303"/>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431" name="Google Shape;1431;p46"/>
          <p:cNvSpPr/>
          <p:nvPr/>
        </p:nvSpPr>
        <p:spPr>
          <a:xfrm>
            <a:off x="3108418" y="6062303"/>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432" name="Google Shape;1432;p46"/>
          <p:cNvSpPr/>
          <p:nvPr/>
        </p:nvSpPr>
        <p:spPr>
          <a:xfrm>
            <a:off x="2511694" y="6062303"/>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433" name="Google Shape;1433;p46"/>
          <p:cNvSpPr/>
          <p:nvPr/>
        </p:nvSpPr>
        <p:spPr>
          <a:xfrm>
            <a:off x="5274284" y="1829615"/>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434" name="Google Shape;1434;p46"/>
          <p:cNvSpPr/>
          <p:nvPr/>
        </p:nvSpPr>
        <p:spPr>
          <a:xfrm>
            <a:off x="6108028" y="1835969"/>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435" name="Google Shape;1435;p46"/>
          <p:cNvSpPr/>
          <p:nvPr/>
        </p:nvSpPr>
        <p:spPr>
          <a:xfrm>
            <a:off x="6108028" y="1187750"/>
            <a:ext cx="6441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436" name="Google Shape;1436;p46"/>
          <p:cNvSpPr/>
          <p:nvPr/>
        </p:nvSpPr>
        <p:spPr>
          <a:xfrm>
            <a:off x="5274284" y="1835969"/>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437" name="Google Shape;1437;p46"/>
          <p:cNvSpPr/>
          <p:nvPr/>
        </p:nvSpPr>
        <p:spPr>
          <a:xfrm>
            <a:off x="6924082" y="1829614"/>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438" name="Google Shape;1438;p46"/>
          <p:cNvSpPr/>
          <p:nvPr/>
        </p:nvSpPr>
        <p:spPr>
          <a:xfrm>
            <a:off x="2511694" y="2249523"/>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439" name="Google Shape;1439;p46"/>
          <p:cNvSpPr/>
          <p:nvPr/>
        </p:nvSpPr>
        <p:spPr>
          <a:xfrm>
            <a:off x="5274286" y="2428709"/>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440" name="Google Shape;1440;p46"/>
          <p:cNvSpPr/>
          <p:nvPr/>
        </p:nvSpPr>
        <p:spPr>
          <a:xfrm>
            <a:off x="6105955" y="2428709"/>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441" name="Google Shape;1441;p46"/>
          <p:cNvSpPr/>
          <p:nvPr/>
        </p:nvSpPr>
        <p:spPr>
          <a:xfrm>
            <a:off x="2511694" y="2940447"/>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442" name="Google Shape;1442;p46"/>
          <p:cNvSpPr/>
          <p:nvPr/>
        </p:nvSpPr>
        <p:spPr>
          <a:xfrm>
            <a:off x="6924082" y="2423011"/>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7</a:t>
            </a:r>
            <a:endParaRPr sz="1400" b="0" i="0" u="none" strike="noStrike" cap="none">
              <a:solidFill>
                <a:srgbClr val="000000"/>
              </a:solidFill>
              <a:latin typeface="Arial"/>
              <a:ea typeface="Arial"/>
              <a:cs typeface="Arial"/>
              <a:sym typeface="Arial"/>
            </a:endParaRPr>
          </a:p>
        </p:txBody>
      </p:sp>
      <p:sp>
        <p:nvSpPr>
          <p:cNvPr id="1443" name="Google Shape;1443;p46"/>
          <p:cNvSpPr/>
          <p:nvPr/>
        </p:nvSpPr>
        <p:spPr>
          <a:xfrm>
            <a:off x="2511694" y="3783697"/>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444" name="Google Shape;1444;p46"/>
          <p:cNvSpPr/>
          <p:nvPr/>
        </p:nvSpPr>
        <p:spPr>
          <a:xfrm>
            <a:off x="5274286" y="3019080"/>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445" name="Google Shape;1445;p46"/>
          <p:cNvSpPr/>
          <p:nvPr/>
        </p:nvSpPr>
        <p:spPr>
          <a:xfrm>
            <a:off x="6105955" y="3025016"/>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446" name="Google Shape;1446;p46"/>
          <p:cNvSpPr/>
          <p:nvPr/>
        </p:nvSpPr>
        <p:spPr>
          <a:xfrm>
            <a:off x="2511694" y="4728684"/>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447" name="Google Shape;1447;p46"/>
          <p:cNvSpPr/>
          <p:nvPr/>
        </p:nvSpPr>
        <p:spPr>
          <a:xfrm>
            <a:off x="6934033" y="3019080"/>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448" name="Google Shape;1448;p46"/>
          <p:cNvSpPr/>
          <p:nvPr/>
        </p:nvSpPr>
        <p:spPr>
          <a:xfrm>
            <a:off x="2511694" y="5359596"/>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449" name="Google Shape;1449;p46"/>
          <p:cNvSpPr/>
          <p:nvPr/>
        </p:nvSpPr>
        <p:spPr>
          <a:xfrm>
            <a:off x="5274284" y="3584279"/>
            <a:ext cx="493500" cy="4077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450" name="Google Shape;1450;p46"/>
          <p:cNvSpPr/>
          <p:nvPr/>
        </p:nvSpPr>
        <p:spPr>
          <a:xfrm>
            <a:off x="6120019" y="3584278"/>
            <a:ext cx="645900" cy="407700"/>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451" name="Google Shape;1451;p46"/>
          <p:cNvSpPr/>
          <p:nvPr/>
        </p:nvSpPr>
        <p:spPr>
          <a:xfrm>
            <a:off x="2511694" y="6062926"/>
            <a:ext cx="4935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sp>
        <p:nvSpPr>
          <p:cNvPr id="1452" name="Google Shape;1452;p46"/>
          <p:cNvSpPr/>
          <p:nvPr/>
        </p:nvSpPr>
        <p:spPr>
          <a:xfrm>
            <a:off x="6934033" y="1187750"/>
            <a:ext cx="645900" cy="407700"/>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sp>
        <p:nvSpPr>
          <p:cNvPr id="1453" name="Google Shape;1453;p46"/>
          <p:cNvSpPr/>
          <p:nvPr/>
        </p:nvSpPr>
        <p:spPr>
          <a:xfrm>
            <a:off x="6924082" y="3584277"/>
            <a:ext cx="645900" cy="407700"/>
          </a:xfrm>
          <a:prstGeom prst="rect">
            <a:avLst/>
          </a:prstGeom>
          <a:blipFill rotWithShape="1">
            <a:blip r:embed="rId3">
              <a:alphaModFix/>
            </a:blip>
            <a:tile tx="0" ty="0" sx="60000" sy="58999" flip="none" algn="tl"/>
          </a:blip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454" name="Google Shape;1454;p46"/>
          <p:cNvSpPr txBox="1"/>
          <p:nvPr/>
        </p:nvSpPr>
        <p:spPr>
          <a:xfrm>
            <a:off x="7570122" y="3622718"/>
            <a:ext cx="3674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Need to address missing values</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C68B3DF-466B-D6FB-AE66-E68327EECB38}"/>
                  </a:ext>
                </a:extLst>
              </p14:cNvPr>
              <p14:cNvContentPartPr/>
              <p14:nvPr/>
            </p14:nvContentPartPr>
            <p14:xfrm>
              <a:off x="5755320" y="5025960"/>
              <a:ext cx="2825280" cy="885240"/>
            </p14:xfrm>
          </p:contentPart>
        </mc:Choice>
        <mc:Fallback xmlns="">
          <p:pic>
            <p:nvPicPr>
              <p:cNvPr id="2" name="Ink 1">
                <a:extLst>
                  <a:ext uri="{FF2B5EF4-FFF2-40B4-BE49-F238E27FC236}">
                    <a16:creationId xmlns:a16="http://schemas.microsoft.com/office/drawing/2014/main" id="{5C68B3DF-466B-D6FB-AE66-E68327EECB38}"/>
                  </a:ext>
                </a:extLst>
              </p:cNvPr>
              <p:cNvPicPr/>
              <p:nvPr/>
            </p:nvPicPr>
            <p:blipFill>
              <a:blip r:embed="rId5"/>
              <a:stretch>
                <a:fillRect/>
              </a:stretch>
            </p:blipFill>
            <p:spPr>
              <a:xfrm>
                <a:off x="5745960" y="5016600"/>
                <a:ext cx="2844000" cy="9039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2EB1-481F-32EF-F771-00619A915A90}"/>
              </a:ext>
            </a:extLst>
          </p:cNvPr>
          <p:cNvSpPr>
            <a:spLocks noGrp="1"/>
          </p:cNvSpPr>
          <p:nvPr>
            <p:ph type="title"/>
          </p:nvPr>
        </p:nvSpPr>
        <p:spPr/>
        <p:txBody>
          <a:bodyPr/>
          <a:lstStyle/>
          <a:p>
            <a:r>
              <a:rPr lang="en-US" dirty="0"/>
              <a:t>Let’s Try this in our example</a:t>
            </a:r>
          </a:p>
        </p:txBody>
      </p:sp>
      <p:pic>
        <p:nvPicPr>
          <p:cNvPr id="4" name="Picture 3">
            <a:extLst>
              <a:ext uri="{FF2B5EF4-FFF2-40B4-BE49-F238E27FC236}">
                <a16:creationId xmlns:a16="http://schemas.microsoft.com/office/drawing/2014/main" id="{D417DADF-1C8B-63CE-015B-B861FE86F84D}"/>
              </a:ext>
            </a:extLst>
          </p:cNvPr>
          <p:cNvPicPr>
            <a:picLocks noChangeAspect="1"/>
          </p:cNvPicPr>
          <p:nvPr/>
        </p:nvPicPr>
        <p:blipFill>
          <a:blip r:embed="rId2"/>
          <a:stretch>
            <a:fillRect/>
          </a:stretch>
        </p:blipFill>
        <p:spPr>
          <a:xfrm>
            <a:off x="1105877" y="4200325"/>
            <a:ext cx="9460523" cy="2208405"/>
          </a:xfrm>
          <a:prstGeom prst="rect">
            <a:avLst/>
          </a:prstGeom>
        </p:spPr>
      </p:pic>
      <p:pic>
        <p:nvPicPr>
          <p:cNvPr id="5" name="Picture 4">
            <a:extLst>
              <a:ext uri="{FF2B5EF4-FFF2-40B4-BE49-F238E27FC236}">
                <a16:creationId xmlns:a16="http://schemas.microsoft.com/office/drawing/2014/main" id="{4694A3F5-7B99-447D-B5A4-880E22BECFDD}"/>
              </a:ext>
            </a:extLst>
          </p:cNvPr>
          <p:cNvPicPr>
            <a:picLocks noChangeAspect="1"/>
          </p:cNvPicPr>
          <p:nvPr/>
        </p:nvPicPr>
        <p:blipFill>
          <a:blip r:embed="rId3"/>
          <a:stretch>
            <a:fillRect/>
          </a:stretch>
        </p:blipFill>
        <p:spPr>
          <a:xfrm>
            <a:off x="3507920" y="1553472"/>
            <a:ext cx="4160159" cy="1711608"/>
          </a:xfrm>
          <a:prstGeom prst="rect">
            <a:avLst/>
          </a:prstGeom>
        </p:spPr>
      </p:pic>
      <p:pic>
        <p:nvPicPr>
          <p:cNvPr id="6" name="Picture 5">
            <a:extLst>
              <a:ext uri="{FF2B5EF4-FFF2-40B4-BE49-F238E27FC236}">
                <a16:creationId xmlns:a16="http://schemas.microsoft.com/office/drawing/2014/main" id="{83AA65BA-B160-DFB4-903B-6C514F9527F7}"/>
              </a:ext>
            </a:extLst>
          </p:cNvPr>
          <p:cNvPicPr>
            <a:picLocks noChangeAspect="1"/>
          </p:cNvPicPr>
          <p:nvPr/>
        </p:nvPicPr>
        <p:blipFill>
          <a:blip r:embed="rId4"/>
          <a:stretch>
            <a:fillRect/>
          </a:stretch>
        </p:blipFill>
        <p:spPr>
          <a:xfrm>
            <a:off x="246184" y="3505291"/>
            <a:ext cx="11326693" cy="292302"/>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7ECED82-CC63-1425-BC45-ACF8605F669C}"/>
                  </a:ext>
                </a:extLst>
              </p14:cNvPr>
              <p14:cNvContentPartPr/>
              <p14:nvPr/>
            </p14:nvContentPartPr>
            <p14:xfrm>
              <a:off x="1369080" y="2234520"/>
              <a:ext cx="10234800" cy="3967920"/>
            </p14:xfrm>
          </p:contentPart>
        </mc:Choice>
        <mc:Fallback xmlns="">
          <p:pic>
            <p:nvPicPr>
              <p:cNvPr id="3" name="Ink 2">
                <a:extLst>
                  <a:ext uri="{FF2B5EF4-FFF2-40B4-BE49-F238E27FC236}">
                    <a16:creationId xmlns:a16="http://schemas.microsoft.com/office/drawing/2014/main" id="{A7ECED82-CC63-1425-BC45-ACF8605F669C}"/>
                  </a:ext>
                </a:extLst>
              </p:cNvPr>
              <p:cNvPicPr/>
              <p:nvPr/>
            </p:nvPicPr>
            <p:blipFill>
              <a:blip r:embed="rId6"/>
              <a:stretch>
                <a:fillRect/>
              </a:stretch>
            </p:blipFill>
            <p:spPr>
              <a:xfrm>
                <a:off x="1359720" y="2225160"/>
                <a:ext cx="10253520" cy="3986640"/>
              </a:xfrm>
              <a:prstGeom prst="rect">
                <a:avLst/>
              </a:prstGeom>
            </p:spPr>
          </p:pic>
        </mc:Fallback>
      </mc:AlternateContent>
    </p:spTree>
    <p:extLst>
      <p:ext uri="{BB962C8B-B14F-4D97-AF65-F5344CB8AC3E}">
        <p14:creationId xmlns:p14="http://schemas.microsoft.com/office/powerpoint/2010/main" val="111262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46"/>
          <p:cNvSpPr txBox="1">
            <a:spLocks noGrp="1"/>
          </p:cNvSpPr>
          <p:nvPr>
            <p:ph type="title"/>
          </p:nvPr>
        </p:nvSpPr>
        <p:spPr>
          <a:xfrm>
            <a:off x="330375" y="97250"/>
            <a:ext cx="114213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dirty="0"/>
              <a:t>MANIPULATING GRANULARITY: To see Aggregation, consider this</a:t>
            </a:r>
            <a:endParaRPr dirty="0"/>
          </a:p>
        </p:txBody>
      </p:sp>
      <p:sp>
        <p:nvSpPr>
          <p:cNvPr id="1311" name="Google Shape;1311;p46"/>
          <p:cNvSpPr txBox="1"/>
          <p:nvPr/>
        </p:nvSpPr>
        <p:spPr>
          <a:xfrm>
            <a:off x="-6033237" y="1048841"/>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R</a:t>
            </a:r>
            <a:endParaRPr sz="1400" b="0" i="0" u="none" strike="noStrike" cap="none">
              <a:solidFill>
                <a:srgbClr val="000000"/>
              </a:solidFill>
              <a:latin typeface="Arial"/>
              <a:ea typeface="Arial"/>
              <a:cs typeface="Arial"/>
              <a:sym typeface="Arial"/>
            </a:endParaRPr>
          </a:p>
        </p:txBody>
      </p:sp>
      <p:sp>
        <p:nvSpPr>
          <p:cNvPr id="1312" name="Google Shape;1312;p46"/>
          <p:cNvSpPr txBox="1"/>
          <p:nvPr/>
        </p:nvSpPr>
        <p:spPr>
          <a:xfrm>
            <a:off x="-4941427" y="1325840"/>
            <a:ext cx="748923"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Data</a:t>
            </a:r>
            <a:endParaRPr sz="1400" b="0" i="0" u="none" strike="noStrike" cap="none">
              <a:solidFill>
                <a:srgbClr val="000000"/>
              </a:solidFill>
              <a:latin typeface="Arial"/>
              <a:ea typeface="Arial"/>
              <a:cs typeface="Arial"/>
              <a:sym typeface="Arial"/>
            </a:endParaRPr>
          </a:p>
        </p:txBody>
      </p:sp>
      <p:grpSp>
        <p:nvGrpSpPr>
          <p:cNvPr id="1313" name="Google Shape;1313;p46"/>
          <p:cNvGrpSpPr/>
          <p:nvPr/>
        </p:nvGrpSpPr>
        <p:grpSpPr>
          <a:xfrm>
            <a:off x="-5982422" y="2249520"/>
            <a:ext cx="1662160" cy="407773"/>
            <a:chOff x="570778" y="2418853"/>
            <a:chExt cx="1662160" cy="407773"/>
          </a:xfrm>
        </p:grpSpPr>
        <p:sp>
          <p:nvSpPr>
            <p:cNvPr id="1314" name="Google Shape;1314;p46"/>
            <p:cNvSpPr/>
            <p:nvPr/>
          </p:nvSpPr>
          <p:spPr>
            <a:xfrm>
              <a:off x="570778" y="2418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15" name="Google Shape;1315;p46"/>
            <p:cNvSpPr/>
            <p:nvPr/>
          </p:nvSpPr>
          <p:spPr>
            <a:xfrm>
              <a:off x="1739533" y="2418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16" name="Google Shape;1316;p46"/>
            <p:cNvSpPr/>
            <p:nvPr/>
          </p:nvSpPr>
          <p:spPr>
            <a:xfrm>
              <a:off x="1142809" y="2418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17" name="Google Shape;1317;p46"/>
          <p:cNvGrpSpPr/>
          <p:nvPr/>
        </p:nvGrpSpPr>
        <p:grpSpPr>
          <a:xfrm>
            <a:off x="-5982422" y="2782920"/>
            <a:ext cx="1662160" cy="407773"/>
            <a:chOff x="570778" y="2952253"/>
            <a:chExt cx="1662160" cy="407773"/>
          </a:xfrm>
        </p:grpSpPr>
        <p:sp>
          <p:nvSpPr>
            <p:cNvPr id="1318" name="Google Shape;1318;p46"/>
            <p:cNvSpPr/>
            <p:nvPr/>
          </p:nvSpPr>
          <p:spPr>
            <a:xfrm>
              <a:off x="570778" y="2952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319" name="Google Shape;1319;p46"/>
            <p:cNvSpPr/>
            <p:nvPr/>
          </p:nvSpPr>
          <p:spPr>
            <a:xfrm>
              <a:off x="1739533" y="2952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4</a:t>
              </a:r>
              <a:endParaRPr sz="1400" b="0" i="0" u="none" strike="noStrike" cap="none">
                <a:solidFill>
                  <a:srgbClr val="000000"/>
                </a:solidFill>
                <a:latin typeface="Arial"/>
                <a:ea typeface="Arial"/>
                <a:cs typeface="Arial"/>
                <a:sym typeface="Arial"/>
              </a:endParaRPr>
            </a:p>
          </p:txBody>
        </p:sp>
        <p:sp>
          <p:nvSpPr>
            <p:cNvPr id="1320" name="Google Shape;1320;p46"/>
            <p:cNvSpPr/>
            <p:nvPr/>
          </p:nvSpPr>
          <p:spPr>
            <a:xfrm>
              <a:off x="1142809" y="2952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21" name="Google Shape;1321;p46"/>
          <p:cNvGrpSpPr/>
          <p:nvPr/>
        </p:nvGrpSpPr>
        <p:grpSpPr>
          <a:xfrm>
            <a:off x="-5982422" y="3316320"/>
            <a:ext cx="1662160" cy="407773"/>
            <a:chOff x="570778" y="3485653"/>
            <a:chExt cx="1662160" cy="407773"/>
          </a:xfrm>
        </p:grpSpPr>
        <p:sp>
          <p:nvSpPr>
            <p:cNvPr id="1322" name="Google Shape;1322;p46"/>
            <p:cNvSpPr/>
            <p:nvPr/>
          </p:nvSpPr>
          <p:spPr>
            <a:xfrm>
              <a:off x="570778" y="3485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23" name="Google Shape;1323;p46"/>
            <p:cNvSpPr/>
            <p:nvPr/>
          </p:nvSpPr>
          <p:spPr>
            <a:xfrm>
              <a:off x="1739533" y="3485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1</a:t>
              </a:r>
              <a:endParaRPr sz="1400" b="0" i="0" u="none" strike="noStrike" cap="none">
                <a:solidFill>
                  <a:srgbClr val="000000"/>
                </a:solidFill>
                <a:latin typeface="Arial"/>
                <a:ea typeface="Arial"/>
                <a:cs typeface="Arial"/>
                <a:sym typeface="Arial"/>
              </a:endParaRPr>
            </a:p>
          </p:txBody>
        </p:sp>
        <p:sp>
          <p:nvSpPr>
            <p:cNvPr id="1324" name="Google Shape;1324;p46"/>
            <p:cNvSpPr/>
            <p:nvPr/>
          </p:nvSpPr>
          <p:spPr>
            <a:xfrm>
              <a:off x="1142809" y="3485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25" name="Google Shape;1325;p46"/>
          <p:cNvGrpSpPr/>
          <p:nvPr/>
        </p:nvGrpSpPr>
        <p:grpSpPr>
          <a:xfrm>
            <a:off x="-5982422" y="3849720"/>
            <a:ext cx="1662160" cy="407773"/>
            <a:chOff x="570778" y="4019053"/>
            <a:chExt cx="1662160" cy="407773"/>
          </a:xfrm>
        </p:grpSpPr>
        <p:sp>
          <p:nvSpPr>
            <p:cNvPr id="1326" name="Google Shape;1326;p46"/>
            <p:cNvSpPr/>
            <p:nvPr/>
          </p:nvSpPr>
          <p:spPr>
            <a:xfrm>
              <a:off x="570778" y="40190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27" name="Google Shape;1327;p46"/>
            <p:cNvSpPr/>
            <p:nvPr/>
          </p:nvSpPr>
          <p:spPr>
            <a:xfrm>
              <a:off x="1739533" y="40190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28" name="Google Shape;1328;p46"/>
            <p:cNvSpPr/>
            <p:nvPr/>
          </p:nvSpPr>
          <p:spPr>
            <a:xfrm>
              <a:off x="1142809" y="40190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29" name="Google Shape;1329;p46"/>
          <p:cNvGrpSpPr/>
          <p:nvPr/>
        </p:nvGrpSpPr>
        <p:grpSpPr>
          <a:xfrm>
            <a:off x="-5994769" y="4397983"/>
            <a:ext cx="1662160" cy="407773"/>
            <a:chOff x="570778" y="4552453"/>
            <a:chExt cx="1662160" cy="407773"/>
          </a:xfrm>
        </p:grpSpPr>
        <p:sp>
          <p:nvSpPr>
            <p:cNvPr id="1330" name="Google Shape;1330;p46"/>
            <p:cNvSpPr/>
            <p:nvPr/>
          </p:nvSpPr>
          <p:spPr>
            <a:xfrm>
              <a:off x="570778" y="4552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1331" name="Google Shape;1331;p46"/>
            <p:cNvSpPr/>
            <p:nvPr/>
          </p:nvSpPr>
          <p:spPr>
            <a:xfrm>
              <a:off x="1739533" y="4552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9</a:t>
              </a:r>
              <a:endParaRPr sz="1400" b="0" i="0" u="none" strike="noStrike" cap="none">
                <a:solidFill>
                  <a:srgbClr val="000000"/>
                </a:solidFill>
                <a:latin typeface="Arial"/>
                <a:ea typeface="Arial"/>
                <a:cs typeface="Arial"/>
                <a:sym typeface="Arial"/>
              </a:endParaRPr>
            </a:p>
          </p:txBody>
        </p:sp>
        <p:sp>
          <p:nvSpPr>
            <p:cNvPr id="1332" name="Google Shape;1332;p46"/>
            <p:cNvSpPr/>
            <p:nvPr/>
          </p:nvSpPr>
          <p:spPr>
            <a:xfrm>
              <a:off x="1142809" y="4552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33" name="Google Shape;1333;p46"/>
          <p:cNvGrpSpPr/>
          <p:nvPr/>
        </p:nvGrpSpPr>
        <p:grpSpPr>
          <a:xfrm>
            <a:off x="-5982422" y="4916520"/>
            <a:ext cx="1662160" cy="407773"/>
            <a:chOff x="570778" y="5085853"/>
            <a:chExt cx="1662160" cy="407773"/>
          </a:xfrm>
        </p:grpSpPr>
        <p:sp>
          <p:nvSpPr>
            <p:cNvPr id="1334" name="Google Shape;1334;p46"/>
            <p:cNvSpPr/>
            <p:nvPr/>
          </p:nvSpPr>
          <p:spPr>
            <a:xfrm>
              <a:off x="570778" y="50858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35" name="Google Shape;1335;p46"/>
            <p:cNvSpPr/>
            <p:nvPr/>
          </p:nvSpPr>
          <p:spPr>
            <a:xfrm>
              <a:off x="1739533" y="50858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2</a:t>
              </a:r>
              <a:endParaRPr sz="1400" b="0" i="0" u="none" strike="noStrike" cap="none">
                <a:solidFill>
                  <a:srgbClr val="000000"/>
                </a:solidFill>
                <a:latin typeface="Arial"/>
                <a:ea typeface="Arial"/>
                <a:cs typeface="Arial"/>
                <a:sym typeface="Arial"/>
              </a:endParaRPr>
            </a:p>
          </p:txBody>
        </p:sp>
        <p:sp>
          <p:nvSpPr>
            <p:cNvPr id="1336" name="Google Shape;1336;p46"/>
            <p:cNvSpPr/>
            <p:nvPr/>
          </p:nvSpPr>
          <p:spPr>
            <a:xfrm>
              <a:off x="1142809" y="50858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37" name="Google Shape;1337;p46"/>
          <p:cNvGrpSpPr/>
          <p:nvPr/>
        </p:nvGrpSpPr>
        <p:grpSpPr>
          <a:xfrm>
            <a:off x="-5982422" y="5449920"/>
            <a:ext cx="1662160" cy="407773"/>
            <a:chOff x="570778" y="5619253"/>
            <a:chExt cx="1662160" cy="407773"/>
          </a:xfrm>
        </p:grpSpPr>
        <p:sp>
          <p:nvSpPr>
            <p:cNvPr id="1338" name="Google Shape;1338;p46"/>
            <p:cNvSpPr/>
            <p:nvPr/>
          </p:nvSpPr>
          <p:spPr>
            <a:xfrm>
              <a:off x="570778" y="56192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1339" name="Google Shape;1339;p46"/>
            <p:cNvSpPr/>
            <p:nvPr/>
          </p:nvSpPr>
          <p:spPr>
            <a:xfrm>
              <a:off x="1739533" y="56192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6</a:t>
              </a:r>
              <a:endParaRPr sz="1400" b="0" i="0" u="none" strike="noStrike" cap="none">
                <a:solidFill>
                  <a:srgbClr val="000000"/>
                </a:solidFill>
                <a:latin typeface="Arial"/>
                <a:ea typeface="Arial"/>
                <a:cs typeface="Arial"/>
                <a:sym typeface="Arial"/>
              </a:endParaRPr>
            </a:p>
          </p:txBody>
        </p:sp>
        <p:sp>
          <p:nvSpPr>
            <p:cNvPr id="1340" name="Google Shape;1340;p46"/>
            <p:cNvSpPr/>
            <p:nvPr/>
          </p:nvSpPr>
          <p:spPr>
            <a:xfrm>
              <a:off x="1142809" y="56192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V</a:t>
              </a:r>
              <a:endParaRPr sz="1400" b="0" i="0" u="none" strike="noStrike" cap="none">
                <a:solidFill>
                  <a:srgbClr val="000000"/>
                </a:solidFill>
                <a:latin typeface="Arial"/>
                <a:ea typeface="Arial"/>
                <a:cs typeface="Arial"/>
                <a:sym typeface="Arial"/>
              </a:endParaRPr>
            </a:p>
          </p:txBody>
        </p:sp>
      </p:grpSp>
      <p:grpSp>
        <p:nvGrpSpPr>
          <p:cNvPr id="1341" name="Google Shape;1341;p46"/>
          <p:cNvGrpSpPr/>
          <p:nvPr/>
        </p:nvGrpSpPr>
        <p:grpSpPr>
          <a:xfrm>
            <a:off x="-5982422" y="5983320"/>
            <a:ext cx="1662160" cy="407773"/>
            <a:chOff x="570778" y="6152653"/>
            <a:chExt cx="1662160" cy="407773"/>
          </a:xfrm>
        </p:grpSpPr>
        <p:sp>
          <p:nvSpPr>
            <p:cNvPr id="1342" name="Google Shape;1342;p46"/>
            <p:cNvSpPr/>
            <p:nvPr/>
          </p:nvSpPr>
          <p:spPr>
            <a:xfrm>
              <a:off x="570778" y="61526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
          <p:nvSpPr>
            <p:cNvPr id="1343" name="Google Shape;1343;p46"/>
            <p:cNvSpPr/>
            <p:nvPr/>
          </p:nvSpPr>
          <p:spPr>
            <a:xfrm>
              <a:off x="1739533" y="61526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5</a:t>
              </a:r>
              <a:endParaRPr sz="1400" b="0" i="0" u="none" strike="noStrike" cap="none">
                <a:solidFill>
                  <a:srgbClr val="000000"/>
                </a:solidFill>
                <a:latin typeface="Arial"/>
                <a:ea typeface="Arial"/>
                <a:cs typeface="Arial"/>
                <a:sym typeface="Arial"/>
              </a:endParaRPr>
            </a:p>
          </p:txBody>
        </p:sp>
        <p:sp>
          <p:nvSpPr>
            <p:cNvPr id="1344" name="Google Shape;1344;p46"/>
            <p:cNvSpPr/>
            <p:nvPr/>
          </p:nvSpPr>
          <p:spPr>
            <a:xfrm>
              <a:off x="1142809" y="61526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sp>
        <p:nvSpPr>
          <p:cNvPr id="1345" name="Google Shape;1345;p46"/>
          <p:cNvSpPr txBox="1"/>
          <p:nvPr/>
        </p:nvSpPr>
        <p:spPr>
          <a:xfrm>
            <a:off x="-5461206" y="1048841"/>
            <a:ext cx="59503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Key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grpSp>
        <p:nvGrpSpPr>
          <p:cNvPr id="1346" name="Google Shape;1346;p46"/>
          <p:cNvGrpSpPr/>
          <p:nvPr/>
        </p:nvGrpSpPr>
        <p:grpSpPr>
          <a:xfrm>
            <a:off x="-5982422" y="1716120"/>
            <a:ext cx="1662160" cy="407773"/>
            <a:chOff x="570778" y="1885453"/>
            <a:chExt cx="1662160" cy="407773"/>
          </a:xfrm>
        </p:grpSpPr>
        <p:sp>
          <p:nvSpPr>
            <p:cNvPr id="1347" name="Google Shape;1347;p46"/>
            <p:cNvSpPr/>
            <p:nvPr/>
          </p:nvSpPr>
          <p:spPr>
            <a:xfrm>
              <a:off x="570778" y="1885453"/>
              <a:ext cx="493405" cy="40777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1348" name="Google Shape;1348;p46"/>
            <p:cNvSpPr/>
            <p:nvPr/>
          </p:nvSpPr>
          <p:spPr>
            <a:xfrm>
              <a:off x="1739533" y="1885453"/>
              <a:ext cx="493405" cy="407773"/>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3</a:t>
              </a:r>
              <a:endParaRPr sz="1400" b="0" i="0" u="none" strike="noStrike" cap="none">
                <a:solidFill>
                  <a:srgbClr val="000000"/>
                </a:solidFill>
                <a:latin typeface="Arial"/>
                <a:ea typeface="Arial"/>
                <a:cs typeface="Arial"/>
                <a:sym typeface="Arial"/>
              </a:endParaRPr>
            </a:p>
          </p:txBody>
        </p:sp>
        <p:sp>
          <p:nvSpPr>
            <p:cNvPr id="1349" name="Google Shape;1349;p46"/>
            <p:cNvSpPr/>
            <p:nvPr/>
          </p:nvSpPr>
          <p:spPr>
            <a:xfrm>
              <a:off x="1142809" y="1885453"/>
              <a:ext cx="493405" cy="407773"/>
            </a:xfrm>
            <a:prstGeom prst="rect">
              <a:avLst/>
            </a:prstGeom>
            <a:solidFill>
              <a:schemeClr val="accent4"/>
            </a:solidFill>
            <a:ln w="12700" cap="flat" cmpd="sng">
              <a:solidFill>
                <a:srgbClr val="6C47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Rockwell"/>
                  <a:ea typeface="Rockwell"/>
                  <a:cs typeface="Rockwell"/>
                  <a:sym typeface="Rockwell"/>
                </a:rPr>
                <a:t>U</a:t>
              </a:r>
              <a:endParaRPr sz="1400" b="0" i="0" u="none" strike="noStrike" cap="none">
                <a:solidFill>
                  <a:srgbClr val="000000"/>
                </a:solidFill>
                <a:latin typeface="Arial"/>
                <a:ea typeface="Arial"/>
                <a:cs typeface="Arial"/>
                <a:sym typeface="Arial"/>
              </a:endParaRPr>
            </a:p>
          </p:txBody>
        </p:sp>
      </p:grpSp>
      <p:grpSp>
        <p:nvGrpSpPr>
          <p:cNvPr id="1386" name="Google Shape;1386;p46"/>
          <p:cNvGrpSpPr/>
          <p:nvPr/>
        </p:nvGrpSpPr>
        <p:grpSpPr>
          <a:xfrm>
            <a:off x="-4120231" y="3473844"/>
            <a:ext cx="1109599" cy="646331"/>
            <a:chOff x="2432969" y="3643177"/>
            <a:chExt cx="1109599" cy="646331"/>
          </a:xfrm>
        </p:grpSpPr>
        <p:cxnSp>
          <p:nvCxnSpPr>
            <p:cNvPr id="1387" name="Google Shape;1387;p46"/>
            <p:cNvCxnSpPr/>
            <p:nvPr/>
          </p:nvCxnSpPr>
          <p:spPr>
            <a:xfrm>
              <a:off x="2432969" y="3966343"/>
              <a:ext cx="1109599" cy="0"/>
            </a:xfrm>
            <a:prstGeom prst="straightConnector1">
              <a:avLst/>
            </a:prstGeom>
            <a:noFill/>
            <a:ln w="9525" cap="flat" cmpd="sng">
              <a:solidFill>
                <a:schemeClr val="accent1"/>
              </a:solidFill>
              <a:prstDash val="solid"/>
              <a:round/>
              <a:headEnd type="none" w="sm" len="sm"/>
              <a:tailEnd type="triangle" w="med" len="med"/>
            </a:ln>
          </p:spPr>
        </p:cxnSp>
        <p:sp>
          <p:nvSpPr>
            <p:cNvPr id="1388" name="Google Shape;1388;p46"/>
            <p:cNvSpPr txBox="1"/>
            <p:nvPr/>
          </p:nvSpPr>
          <p:spPr>
            <a:xfrm>
              <a:off x="2432969" y="3643177"/>
              <a:ext cx="110959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Split into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Groups</a:t>
              </a:r>
              <a:endParaRPr sz="1400" b="0" i="0" u="none" strike="noStrike" cap="none">
                <a:solidFill>
                  <a:srgbClr val="000000"/>
                </a:solidFill>
                <a:latin typeface="Arial"/>
                <a:ea typeface="Arial"/>
                <a:cs typeface="Arial"/>
                <a:sym typeface="Arial"/>
              </a:endParaRPr>
            </a:p>
          </p:txBody>
        </p:sp>
      </p:grpSp>
      <p:cxnSp>
        <p:nvCxnSpPr>
          <p:cNvPr id="1389" name="Google Shape;1389;p46"/>
          <p:cNvCxnSpPr>
            <a:cxnSpLocks/>
            <a:stCxn id="1348" idx="3"/>
          </p:cNvCxnSpPr>
          <p:nvPr/>
        </p:nvCxnSpPr>
        <p:spPr>
          <a:xfrm rot="10800000" flipH="1">
            <a:off x="-4320262" y="1357806"/>
            <a:ext cx="1571700" cy="562200"/>
          </a:xfrm>
          <a:prstGeom prst="straightConnector1">
            <a:avLst/>
          </a:prstGeom>
          <a:noFill/>
          <a:ln w="9525" cap="flat" cmpd="sng">
            <a:solidFill>
              <a:schemeClr val="dk1"/>
            </a:solidFill>
            <a:prstDash val="dash"/>
            <a:round/>
            <a:headEnd type="none" w="sm" len="sm"/>
            <a:tailEnd type="triangle" w="med" len="med"/>
          </a:ln>
        </p:spPr>
      </p:cxnSp>
      <p:cxnSp>
        <p:nvCxnSpPr>
          <p:cNvPr id="1390" name="Google Shape;1390;p46"/>
          <p:cNvCxnSpPr>
            <a:cxnSpLocks/>
            <a:stCxn id="1335" idx="3"/>
          </p:cNvCxnSpPr>
          <p:nvPr/>
        </p:nvCxnSpPr>
        <p:spPr>
          <a:xfrm rot="10800000" flipH="1">
            <a:off x="-4320262" y="1827307"/>
            <a:ext cx="1571700" cy="3293100"/>
          </a:xfrm>
          <a:prstGeom prst="straightConnector1">
            <a:avLst/>
          </a:prstGeom>
          <a:noFill/>
          <a:ln w="9525" cap="flat" cmpd="sng">
            <a:solidFill>
              <a:schemeClr val="dk1"/>
            </a:solidFill>
            <a:prstDash val="dash"/>
            <a:round/>
            <a:headEnd type="none" w="sm" len="sm"/>
            <a:tailEnd type="triangle" w="med" len="med"/>
          </a:ln>
        </p:spPr>
      </p:cxnSp>
      <p:pic>
        <p:nvPicPr>
          <p:cNvPr id="3" name="Picture 2">
            <a:extLst>
              <a:ext uri="{FF2B5EF4-FFF2-40B4-BE49-F238E27FC236}">
                <a16:creationId xmlns:a16="http://schemas.microsoft.com/office/drawing/2014/main" id="{36942024-77B6-81E6-9D45-DFF919C49C9B}"/>
              </a:ext>
            </a:extLst>
          </p:cNvPr>
          <p:cNvPicPr>
            <a:picLocks noChangeAspect="1"/>
          </p:cNvPicPr>
          <p:nvPr/>
        </p:nvPicPr>
        <p:blipFill>
          <a:blip r:embed="rId3"/>
          <a:stretch>
            <a:fillRect/>
          </a:stretch>
        </p:blipFill>
        <p:spPr>
          <a:xfrm>
            <a:off x="330375" y="1827306"/>
            <a:ext cx="11314322" cy="2355823"/>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7346265-6EC7-36FD-A04D-3B0AFE925C56}"/>
                  </a:ext>
                </a:extLst>
              </p14:cNvPr>
              <p14:cNvContentPartPr/>
              <p14:nvPr/>
            </p14:nvContentPartPr>
            <p14:xfrm>
              <a:off x="1492920" y="2865600"/>
              <a:ext cx="10302840" cy="3754080"/>
            </p14:xfrm>
          </p:contentPart>
        </mc:Choice>
        <mc:Fallback xmlns="">
          <p:pic>
            <p:nvPicPr>
              <p:cNvPr id="2" name="Ink 1">
                <a:extLst>
                  <a:ext uri="{FF2B5EF4-FFF2-40B4-BE49-F238E27FC236}">
                    <a16:creationId xmlns:a16="http://schemas.microsoft.com/office/drawing/2014/main" id="{C7346265-6EC7-36FD-A04D-3B0AFE925C56}"/>
                  </a:ext>
                </a:extLst>
              </p:cNvPr>
              <p:cNvPicPr/>
              <p:nvPr/>
            </p:nvPicPr>
            <p:blipFill>
              <a:blip r:embed="rId5"/>
              <a:stretch>
                <a:fillRect/>
              </a:stretch>
            </p:blipFill>
            <p:spPr>
              <a:xfrm>
                <a:off x="1483560" y="2856240"/>
                <a:ext cx="10321560" cy="3772800"/>
              </a:xfrm>
              <a:prstGeom prst="rect">
                <a:avLst/>
              </a:prstGeom>
            </p:spPr>
          </p:pic>
        </mc:Fallback>
      </mc:AlternateContent>
    </p:spTree>
    <p:extLst>
      <p:ext uri="{BB962C8B-B14F-4D97-AF65-F5344CB8AC3E}">
        <p14:creationId xmlns:p14="http://schemas.microsoft.com/office/powerpoint/2010/main" val="127739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22"/>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QUALITY CHECKS BASED ON SCOPE</a:t>
            </a:r>
            <a:endParaRPr dirty="0"/>
          </a:p>
        </p:txBody>
      </p:sp>
      <p:sp>
        <p:nvSpPr>
          <p:cNvPr id="1061" name="Google Shape;1061;p22"/>
          <p:cNvSpPr txBox="1">
            <a:spLocks noGrp="1"/>
          </p:cNvSpPr>
          <p:nvPr>
            <p:ph type="body" idx="1"/>
          </p:nvPr>
        </p:nvSpPr>
        <p:spPr>
          <a:xfrm>
            <a:off x="1069848" y="1713630"/>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Does my data cover my area of interest?</a:t>
            </a:r>
            <a:endParaRPr dirty="0"/>
          </a:p>
          <a:p>
            <a:pPr marL="457200" lvl="1" indent="-182880" algn="l" rtl="0">
              <a:lnSpc>
                <a:spcPct val="90000"/>
              </a:lnSpc>
              <a:spcBef>
                <a:spcPts val="400"/>
              </a:spcBef>
              <a:spcAft>
                <a:spcPts val="0"/>
              </a:spcAft>
              <a:buSzPts val="1530"/>
              <a:buChar char="▪"/>
            </a:pPr>
            <a:r>
              <a:rPr lang="en-US" b="1" dirty="0"/>
              <a:t>Example:</a:t>
            </a:r>
            <a:r>
              <a:rPr lang="en-US" dirty="0"/>
              <a:t> </a:t>
            </a:r>
            <a:r>
              <a:rPr lang="en-US" i="1" dirty="0"/>
              <a:t>I am interested in studying crime in Illinois but I only have Chicago crime data. </a:t>
            </a:r>
            <a:endParaRPr dirty="0"/>
          </a:p>
          <a:p>
            <a:pPr marL="182880" lvl="0" indent="-182880" algn="l" rtl="0">
              <a:lnSpc>
                <a:spcPct val="90000"/>
              </a:lnSpc>
              <a:spcBef>
                <a:spcPts val="1400"/>
              </a:spcBef>
              <a:spcAft>
                <a:spcPts val="0"/>
              </a:spcAft>
              <a:buSzPts val="1700"/>
              <a:buChar char="▪"/>
            </a:pPr>
            <a:r>
              <a:rPr lang="en-US" dirty="0"/>
              <a:t>Is my data too expansive?</a:t>
            </a:r>
            <a:endParaRPr dirty="0"/>
          </a:p>
          <a:p>
            <a:pPr marL="457200" lvl="1" indent="-182880" algn="l" rtl="0">
              <a:lnSpc>
                <a:spcPct val="90000"/>
              </a:lnSpc>
              <a:spcBef>
                <a:spcPts val="400"/>
              </a:spcBef>
              <a:spcAft>
                <a:spcPts val="0"/>
              </a:spcAft>
              <a:buSzPts val="1530"/>
              <a:buChar char="▪"/>
            </a:pPr>
            <a:r>
              <a:rPr lang="en-US" b="1" dirty="0"/>
              <a:t>Example:</a:t>
            </a:r>
            <a:r>
              <a:rPr lang="en-US" dirty="0"/>
              <a:t> </a:t>
            </a:r>
            <a:r>
              <a:rPr lang="en-US" i="1" dirty="0"/>
              <a:t>I am interested in student grades for CS 418 but have student grades for all CS classes.</a:t>
            </a:r>
            <a:endParaRPr dirty="0"/>
          </a:p>
          <a:p>
            <a:pPr marL="457200" lvl="1" indent="-182880" algn="l" rtl="0">
              <a:lnSpc>
                <a:spcPct val="90000"/>
              </a:lnSpc>
              <a:spcBef>
                <a:spcPts val="600"/>
              </a:spcBef>
              <a:spcAft>
                <a:spcPts val="0"/>
              </a:spcAft>
              <a:buSzPts val="1530"/>
              <a:buChar char="▪"/>
            </a:pPr>
            <a:r>
              <a:rPr lang="en-US" b="1" dirty="0"/>
              <a:t>Solution:</a:t>
            </a:r>
            <a:r>
              <a:rPr lang="en-US" dirty="0"/>
              <a:t> </a:t>
            </a:r>
            <a:r>
              <a:rPr lang="en-US" i="1" dirty="0"/>
              <a:t>Filtering → Implications on sample?</a:t>
            </a:r>
            <a:endParaRPr dirty="0"/>
          </a:p>
          <a:p>
            <a:pPr marL="731520" lvl="2" indent="-182879" algn="l" rtl="0">
              <a:lnSpc>
                <a:spcPct val="90000"/>
              </a:lnSpc>
              <a:spcBef>
                <a:spcPts val="600"/>
              </a:spcBef>
              <a:spcAft>
                <a:spcPts val="0"/>
              </a:spcAft>
              <a:buSzPts val="1360"/>
              <a:buChar char="▪"/>
            </a:pPr>
            <a:r>
              <a:rPr lang="en-US" i="1" dirty="0"/>
              <a:t>If the data is a sample I may have poor coverage after filtering …</a:t>
            </a:r>
            <a:endParaRPr i="1" dirty="0"/>
          </a:p>
        </p:txBody>
      </p:sp>
      <p:grpSp>
        <p:nvGrpSpPr>
          <p:cNvPr id="1062" name="Google Shape;1062;p22"/>
          <p:cNvGrpSpPr/>
          <p:nvPr/>
        </p:nvGrpSpPr>
        <p:grpSpPr>
          <a:xfrm>
            <a:off x="327684" y="4352544"/>
            <a:ext cx="4355657" cy="2316480"/>
            <a:chOff x="620292" y="4352544"/>
            <a:chExt cx="4355657" cy="2316480"/>
          </a:xfrm>
        </p:grpSpPr>
        <p:sp>
          <p:nvSpPr>
            <p:cNvPr id="1063" name="Google Shape;1063;p22"/>
            <p:cNvSpPr/>
            <p:nvPr/>
          </p:nvSpPr>
          <p:spPr>
            <a:xfrm>
              <a:off x="2036064" y="4352544"/>
              <a:ext cx="2939885" cy="231648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a:solidFill>
                    <a:schemeClr val="lt1"/>
                  </a:solidFill>
                  <a:latin typeface="Rockwell"/>
                  <a:ea typeface="Rockwell"/>
                  <a:cs typeface="Rockwell"/>
                  <a:sym typeface="Rockwell"/>
                </a:rPr>
                <a:t>Data</a:t>
              </a:r>
              <a:endParaRPr sz="1400" b="0" i="0" u="none" strike="noStrike" cap="none">
                <a:solidFill>
                  <a:srgbClr val="000000"/>
                </a:solidFill>
                <a:latin typeface="Arial"/>
                <a:ea typeface="Arial"/>
                <a:cs typeface="Arial"/>
                <a:sym typeface="Arial"/>
              </a:endParaRPr>
            </a:p>
          </p:txBody>
        </p:sp>
        <p:sp>
          <p:nvSpPr>
            <p:cNvPr id="1064" name="Google Shape;1064;p22"/>
            <p:cNvSpPr/>
            <p:nvPr/>
          </p:nvSpPr>
          <p:spPr>
            <a:xfrm>
              <a:off x="2574475" y="4511041"/>
              <a:ext cx="2008454" cy="1446157"/>
            </a:xfrm>
            <a:custGeom>
              <a:avLst/>
              <a:gdLst/>
              <a:ahLst/>
              <a:cxnLst/>
              <a:rect l="l" t="t" r="r" b="b"/>
              <a:pathLst>
                <a:path w="2008454" h="1446157" extrusionOk="0">
                  <a:moveTo>
                    <a:pt x="494252" y="1152907"/>
                  </a:moveTo>
                  <a:cubicBezTo>
                    <a:pt x="299180" y="1093979"/>
                    <a:pt x="-52356" y="864363"/>
                    <a:pt x="6572" y="677419"/>
                  </a:cubicBezTo>
                  <a:cubicBezTo>
                    <a:pt x="65500" y="490475"/>
                    <a:pt x="528796" y="118619"/>
                    <a:pt x="847820" y="31243"/>
                  </a:cubicBezTo>
                  <a:cubicBezTo>
                    <a:pt x="1166844" y="-56133"/>
                    <a:pt x="1813020" y="57659"/>
                    <a:pt x="1920716" y="153163"/>
                  </a:cubicBezTo>
                  <a:cubicBezTo>
                    <a:pt x="2028412" y="248667"/>
                    <a:pt x="1479772" y="476251"/>
                    <a:pt x="1493996" y="604267"/>
                  </a:cubicBezTo>
                  <a:cubicBezTo>
                    <a:pt x="1508220" y="732283"/>
                    <a:pt x="1977612" y="781051"/>
                    <a:pt x="2006060" y="921259"/>
                  </a:cubicBezTo>
                  <a:cubicBezTo>
                    <a:pt x="2034508" y="1061467"/>
                    <a:pt x="1802860" y="1427227"/>
                    <a:pt x="1664684" y="1445515"/>
                  </a:cubicBezTo>
                  <a:cubicBezTo>
                    <a:pt x="1526508" y="1463803"/>
                    <a:pt x="1374108" y="1085851"/>
                    <a:pt x="1177004" y="1030987"/>
                  </a:cubicBezTo>
                  <a:cubicBezTo>
                    <a:pt x="979900" y="976123"/>
                    <a:pt x="689324" y="1211835"/>
                    <a:pt x="494252" y="1152907"/>
                  </a:cubicBezTo>
                  <a:close/>
                </a:path>
              </a:pathLst>
            </a:custGeom>
            <a:solidFill>
              <a:srgbClr val="FFC000">
                <a:alpha val="74509"/>
              </a:srgb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065" name="Google Shape;1065;p22"/>
            <p:cNvSpPr txBox="1"/>
            <p:nvPr/>
          </p:nvSpPr>
          <p:spPr>
            <a:xfrm rot="-2111157">
              <a:off x="2787655" y="4887230"/>
              <a:ext cx="139012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Population</a:t>
              </a:r>
              <a:endParaRPr sz="1400" b="0" i="0" u="none" strike="noStrike" cap="none">
                <a:solidFill>
                  <a:srgbClr val="000000"/>
                </a:solidFill>
                <a:latin typeface="Arial"/>
                <a:ea typeface="Arial"/>
                <a:cs typeface="Arial"/>
                <a:sym typeface="Arial"/>
              </a:endParaRPr>
            </a:p>
          </p:txBody>
        </p:sp>
        <p:sp>
          <p:nvSpPr>
            <p:cNvPr id="1066" name="Google Shape;1066;p22"/>
            <p:cNvSpPr txBox="1"/>
            <p:nvPr/>
          </p:nvSpPr>
          <p:spPr>
            <a:xfrm>
              <a:off x="620292" y="5037684"/>
              <a:ext cx="1415772" cy="83099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Need to</a:t>
              </a:r>
              <a:br>
                <a:rPr lang="en-US" sz="2400" b="0" i="0" u="none" strike="noStrike" cap="none">
                  <a:solidFill>
                    <a:schemeClr val="dk1"/>
                  </a:solidFill>
                  <a:latin typeface="Rockwell"/>
                  <a:ea typeface="Rockwell"/>
                  <a:cs typeface="Rockwell"/>
                  <a:sym typeface="Rockwell"/>
                </a:rPr>
              </a:br>
              <a:r>
                <a:rPr lang="en-US" sz="2400" b="0" i="0" u="none" strike="noStrike" cap="none">
                  <a:solidFill>
                    <a:schemeClr val="dk1"/>
                  </a:solidFill>
                  <a:latin typeface="Rockwell"/>
                  <a:ea typeface="Rockwell"/>
                  <a:cs typeface="Rockwell"/>
                  <a:sym typeface="Rockwell"/>
                </a:rPr>
                <a:t>Filter</a:t>
              </a:r>
              <a:endParaRPr sz="1400" b="0" i="0" u="none" strike="noStrike" cap="none">
                <a:solidFill>
                  <a:srgbClr val="000000"/>
                </a:solidFill>
                <a:latin typeface="Arial"/>
                <a:ea typeface="Arial"/>
                <a:cs typeface="Arial"/>
                <a:sym typeface="Arial"/>
              </a:endParaRPr>
            </a:p>
          </p:txBody>
        </p:sp>
      </p:grpSp>
      <p:grpSp>
        <p:nvGrpSpPr>
          <p:cNvPr id="1067" name="Google Shape;1067;p22"/>
          <p:cNvGrpSpPr/>
          <p:nvPr/>
        </p:nvGrpSpPr>
        <p:grpSpPr>
          <a:xfrm>
            <a:off x="5203327" y="3929448"/>
            <a:ext cx="5767157" cy="2654898"/>
            <a:chOff x="5240967" y="3867823"/>
            <a:chExt cx="5767157" cy="2654898"/>
          </a:xfrm>
        </p:grpSpPr>
        <p:sp>
          <p:nvSpPr>
            <p:cNvPr id="1068" name="Google Shape;1068;p22"/>
            <p:cNvSpPr/>
            <p:nvPr/>
          </p:nvSpPr>
          <p:spPr>
            <a:xfrm>
              <a:off x="6682530" y="4829315"/>
              <a:ext cx="3155131" cy="1693406"/>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a:solidFill>
                    <a:schemeClr val="lt1"/>
                  </a:solidFill>
                  <a:latin typeface="Rockwell"/>
                  <a:ea typeface="Rockwell"/>
                  <a:cs typeface="Rockwell"/>
                  <a:sym typeface="Rockwell"/>
                </a:rPr>
                <a:t>Data</a:t>
              </a:r>
              <a:endParaRPr sz="1400" b="0" i="0" u="none" strike="noStrike" cap="none">
                <a:solidFill>
                  <a:srgbClr val="000000"/>
                </a:solidFill>
                <a:latin typeface="Arial"/>
                <a:ea typeface="Arial"/>
                <a:cs typeface="Arial"/>
                <a:sym typeface="Arial"/>
              </a:endParaRPr>
            </a:p>
          </p:txBody>
        </p:sp>
        <p:sp>
          <p:nvSpPr>
            <p:cNvPr id="1069" name="Google Shape;1069;p22"/>
            <p:cNvSpPr/>
            <p:nvPr/>
          </p:nvSpPr>
          <p:spPr>
            <a:xfrm>
              <a:off x="7766304" y="3867823"/>
              <a:ext cx="3241820" cy="2654897"/>
            </a:xfrm>
            <a:prstGeom prst="ellipse">
              <a:avLst/>
            </a:prstGeom>
            <a:solidFill>
              <a:srgbClr val="FFC000">
                <a:alpha val="62352"/>
              </a:srgb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ckwell"/>
                <a:ea typeface="Rockwell"/>
                <a:cs typeface="Rockwell"/>
                <a:sym typeface="Rockwell"/>
              </a:endParaRPr>
            </a:p>
          </p:txBody>
        </p:sp>
        <p:sp>
          <p:nvSpPr>
            <p:cNvPr id="1070" name="Google Shape;1070;p22"/>
            <p:cNvSpPr txBox="1"/>
            <p:nvPr/>
          </p:nvSpPr>
          <p:spPr>
            <a:xfrm>
              <a:off x="8368118" y="4108839"/>
              <a:ext cx="2331087"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Rockwell"/>
                  <a:ea typeface="Rockwell"/>
                  <a:cs typeface="Rockwell"/>
                  <a:sym typeface="Rockwell"/>
                </a:rPr>
                <a:t>Population</a:t>
              </a:r>
              <a:endParaRPr sz="1400" b="0" i="0" u="none" strike="noStrike" cap="none" dirty="0">
                <a:solidFill>
                  <a:srgbClr val="000000"/>
                </a:solidFill>
                <a:latin typeface="Arial"/>
                <a:ea typeface="Arial"/>
                <a:cs typeface="Arial"/>
                <a:sym typeface="Arial"/>
              </a:endParaRPr>
            </a:p>
          </p:txBody>
        </p:sp>
        <p:sp>
          <p:nvSpPr>
            <p:cNvPr id="1071" name="Google Shape;1071;p22"/>
            <p:cNvSpPr txBox="1"/>
            <p:nvPr/>
          </p:nvSpPr>
          <p:spPr>
            <a:xfrm>
              <a:off x="5240967" y="4976060"/>
              <a:ext cx="1415772" cy="83099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Need to</a:t>
              </a:r>
              <a:br>
                <a:rPr lang="en-US" sz="2400" b="0" i="0" u="none" strike="noStrike" cap="none">
                  <a:solidFill>
                    <a:schemeClr val="dk1"/>
                  </a:solidFill>
                  <a:latin typeface="Rockwell"/>
                  <a:ea typeface="Rockwell"/>
                  <a:cs typeface="Rockwell"/>
                  <a:sym typeface="Rockwell"/>
                </a:rPr>
              </a:br>
              <a:r>
                <a:rPr lang="en-US" sz="2400" b="0" i="0" u="none" strike="noStrike" cap="none">
                  <a:solidFill>
                    <a:schemeClr val="dk1"/>
                  </a:solidFill>
                  <a:latin typeface="Rockwell"/>
                  <a:ea typeface="Rockwell"/>
                  <a:cs typeface="Rockwell"/>
                  <a:sym typeface="Rockwell"/>
                </a:rPr>
                <a:t>Filter</a:t>
              </a:r>
              <a:endParaRPr sz="1400" b="0" i="0" u="none" strike="noStrike" cap="none">
                <a:solidFill>
                  <a:srgbClr val="000000"/>
                </a:solidFill>
                <a:latin typeface="Arial"/>
                <a:ea typeface="Arial"/>
                <a:cs typeface="Arial"/>
                <a:sym typeface="Arial"/>
              </a:endParaRPr>
            </a:p>
          </p:txBody>
        </p:sp>
        <p:sp>
          <p:nvSpPr>
            <p:cNvPr id="1072" name="Google Shape;1072;p22"/>
            <p:cNvSpPr txBox="1"/>
            <p:nvPr/>
          </p:nvSpPr>
          <p:spPr>
            <a:xfrm>
              <a:off x="9822981" y="4801857"/>
              <a:ext cx="1098454"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Rockwell"/>
                  <a:ea typeface="Rockwell"/>
                  <a:cs typeface="Rockwell"/>
                  <a:sym typeface="Rockwell"/>
                </a:rPr>
                <a:t>Need more</a:t>
              </a:r>
              <a:br>
                <a:rPr lang="en-US" sz="2400" b="0" i="0" u="none" strike="noStrike" cap="none" dirty="0">
                  <a:solidFill>
                    <a:schemeClr val="dk1"/>
                  </a:solidFill>
                  <a:latin typeface="Rockwell"/>
                  <a:ea typeface="Rockwell"/>
                  <a:cs typeface="Rockwell"/>
                  <a:sym typeface="Rockwell"/>
                </a:rPr>
              </a:br>
              <a:r>
                <a:rPr lang="en-US" sz="2400" b="0" i="0" u="none" strike="noStrike" cap="none" dirty="0">
                  <a:solidFill>
                    <a:schemeClr val="dk1"/>
                  </a:solidFill>
                  <a:latin typeface="Rockwell"/>
                  <a:ea typeface="Rockwell"/>
                  <a:cs typeface="Rockwell"/>
                  <a:sym typeface="Rockwell"/>
                </a:rPr>
                <a:t>data</a:t>
              </a:r>
              <a:endParaRPr sz="1400" b="0" i="0" u="none" strike="noStrike" cap="none" dirty="0">
                <a:solidFill>
                  <a:srgbClr val="000000"/>
                </a:solidFill>
                <a:latin typeface="Arial"/>
                <a:ea typeface="Arial"/>
                <a:cs typeface="Arial"/>
                <a:sym typeface="Arial"/>
              </a:endParaRPr>
            </a:p>
          </p:txBody>
        </p:sp>
      </p:gr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B877203-0491-88F5-26F2-688E72245D77}"/>
                  </a:ext>
                </a:extLst>
              </p14:cNvPr>
              <p14:cNvContentPartPr/>
              <p14:nvPr/>
            </p14:nvContentPartPr>
            <p14:xfrm>
              <a:off x="3178080" y="4177800"/>
              <a:ext cx="7558560" cy="2469960"/>
            </p14:xfrm>
          </p:contentPart>
        </mc:Choice>
        <mc:Fallback xmlns="">
          <p:pic>
            <p:nvPicPr>
              <p:cNvPr id="2" name="Ink 1">
                <a:extLst>
                  <a:ext uri="{FF2B5EF4-FFF2-40B4-BE49-F238E27FC236}">
                    <a16:creationId xmlns:a16="http://schemas.microsoft.com/office/drawing/2014/main" id="{4B877203-0491-88F5-26F2-688E72245D77}"/>
                  </a:ext>
                </a:extLst>
              </p:cNvPr>
              <p:cNvPicPr/>
              <p:nvPr/>
            </p:nvPicPr>
            <p:blipFill>
              <a:blip r:embed="rId4"/>
              <a:stretch>
                <a:fillRect/>
              </a:stretch>
            </p:blipFill>
            <p:spPr>
              <a:xfrm>
                <a:off x="3168720" y="4168440"/>
                <a:ext cx="7577280" cy="248868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1">
                                            <p:txEl>
                                              <p:pRg st="0" end="0"/>
                                            </p:txEl>
                                          </p:spTgt>
                                        </p:tgtEl>
                                        <p:attrNameLst>
                                          <p:attrName>style.visibility</p:attrName>
                                        </p:attrNameLst>
                                      </p:cBhvr>
                                      <p:to>
                                        <p:strVal val="visible"/>
                                      </p:to>
                                    </p:set>
                                    <p:animEffect transition="in" filter="fade">
                                      <p:cBhvr>
                                        <p:cTn id="7" dur="500"/>
                                        <p:tgtEl>
                                          <p:spTgt spid="10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1">
                                            <p:txEl>
                                              <p:pRg st="1" end="1"/>
                                            </p:txEl>
                                          </p:spTgt>
                                        </p:tgtEl>
                                        <p:attrNameLst>
                                          <p:attrName>style.visibility</p:attrName>
                                        </p:attrNameLst>
                                      </p:cBhvr>
                                      <p:to>
                                        <p:strVal val="visible"/>
                                      </p:to>
                                    </p:set>
                                    <p:animEffect transition="in" filter="fade">
                                      <p:cBhvr>
                                        <p:cTn id="12" dur="500"/>
                                        <p:tgtEl>
                                          <p:spTgt spid="10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61">
                                            <p:txEl>
                                              <p:pRg st="2" end="2"/>
                                            </p:txEl>
                                          </p:spTgt>
                                        </p:tgtEl>
                                        <p:attrNameLst>
                                          <p:attrName>style.visibility</p:attrName>
                                        </p:attrNameLst>
                                      </p:cBhvr>
                                      <p:to>
                                        <p:strVal val="visible"/>
                                      </p:to>
                                    </p:set>
                                    <p:animEffect transition="in" filter="fade">
                                      <p:cBhvr>
                                        <p:cTn id="17" dur="500"/>
                                        <p:tgtEl>
                                          <p:spTgt spid="10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61">
                                            <p:txEl>
                                              <p:pRg st="3" end="3"/>
                                            </p:txEl>
                                          </p:spTgt>
                                        </p:tgtEl>
                                        <p:attrNameLst>
                                          <p:attrName>style.visibility</p:attrName>
                                        </p:attrNameLst>
                                      </p:cBhvr>
                                      <p:to>
                                        <p:strVal val="visible"/>
                                      </p:to>
                                    </p:set>
                                    <p:animEffect transition="in" filter="fade">
                                      <p:cBhvr>
                                        <p:cTn id="22" dur="500"/>
                                        <p:tgtEl>
                                          <p:spTgt spid="10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61">
                                            <p:txEl>
                                              <p:pRg st="4" end="4"/>
                                            </p:txEl>
                                          </p:spTgt>
                                        </p:tgtEl>
                                        <p:attrNameLst>
                                          <p:attrName>style.visibility</p:attrName>
                                        </p:attrNameLst>
                                      </p:cBhvr>
                                      <p:to>
                                        <p:strVal val="visible"/>
                                      </p:to>
                                    </p:set>
                                    <p:animEffect transition="in" filter="fade">
                                      <p:cBhvr>
                                        <p:cTn id="27" dur="500"/>
                                        <p:tgtEl>
                                          <p:spTgt spid="106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61">
                                            <p:txEl>
                                              <p:pRg st="5" end="5"/>
                                            </p:txEl>
                                          </p:spTgt>
                                        </p:tgtEl>
                                        <p:attrNameLst>
                                          <p:attrName>style.visibility</p:attrName>
                                        </p:attrNameLst>
                                      </p:cBhvr>
                                      <p:to>
                                        <p:strVal val="visible"/>
                                      </p:to>
                                    </p:set>
                                    <p:animEffect transition="in" filter="fade">
                                      <p:cBhvr>
                                        <p:cTn id="32" dur="500"/>
                                        <p:tgtEl>
                                          <p:spTgt spid="106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62"/>
                                        </p:tgtEl>
                                        <p:attrNameLst>
                                          <p:attrName>style.visibility</p:attrName>
                                        </p:attrNameLst>
                                      </p:cBhvr>
                                      <p:to>
                                        <p:strVal val="visible"/>
                                      </p:to>
                                    </p:set>
                                    <p:animEffect transition="in" filter="fade">
                                      <p:cBhvr>
                                        <p:cTn id="37" dur="500"/>
                                        <p:tgtEl>
                                          <p:spTgt spid="106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67"/>
                                        </p:tgtEl>
                                        <p:attrNameLst>
                                          <p:attrName>style.visibility</p:attrName>
                                        </p:attrNameLst>
                                      </p:cBhvr>
                                      <p:to>
                                        <p:strVal val="visible"/>
                                      </p:to>
                                    </p:set>
                                    <p:animEffect transition="in" filter="fade">
                                      <p:cBhvr>
                                        <p:cTn id="42" dur="500"/>
                                        <p:tgtEl>
                                          <p:spTgt spid="1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23"/>
          <p:cNvSpPr txBox="1">
            <a:spLocks noGrp="1"/>
          </p:cNvSpPr>
          <p:nvPr>
            <p:ph type="title"/>
          </p:nvPr>
        </p:nvSpPr>
        <p:spPr>
          <a:xfrm>
            <a:off x="1156166" y="318467"/>
            <a:ext cx="92538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QUALITY CHECKS BASED ON TEMPORALITY</a:t>
            </a:r>
            <a:endParaRPr/>
          </a:p>
        </p:txBody>
      </p:sp>
      <p:sp>
        <p:nvSpPr>
          <p:cNvPr id="1078" name="Google Shape;1078;p23"/>
          <p:cNvSpPr txBox="1">
            <a:spLocks noGrp="1"/>
          </p:cNvSpPr>
          <p:nvPr>
            <p:ph type="body" idx="1"/>
          </p:nvPr>
        </p:nvSpPr>
        <p:spPr>
          <a:xfrm>
            <a:off x="1156167" y="1644030"/>
            <a:ext cx="11522529" cy="5065689"/>
          </a:xfrm>
          <a:prstGeom prst="rect">
            <a:avLst/>
          </a:prstGeom>
          <a:noFill/>
          <a:ln>
            <a:noFill/>
          </a:ln>
        </p:spPr>
        <p:txBody>
          <a:bodyPr spcFirstLastPara="1" wrap="square" lIns="91425" tIns="45700" rIns="91425" bIns="45700" anchor="t" anchorCtr="0">
            <a:noAutofit/>
          </a:bodyPr>
          <a:lstStyle/>
          <a:p>
            <a:pPr marL="182880" lvl="0" indent="-182880" algn="l" rtl="0">
              <a:lnSpc>
                <a:spcPct val="90000"/>
              </a:lnSpc>
              <a:spcBef>
                <a:spcPts val="0"/>
              </a:spcBef>
              <a:spcAft>
                <a:spcPts val="0"/>
              </a:spcAft>
              <a:buSzPts val="1700"/>
              <a:buChar char="▪"/>
            </a:pPr>
            <a:r>
              <a:rPr lang="en-US" dirty="0"/>
              <a:t>Does my data cover the right time frame?</a:t>
            </a:r>
            <a:endParaRPr dirty="0"/>
          </a:p>
          <a:p>
            <a:pPr marL="182880" lvl="0" indent="-182880" algn="l" rtl="0">
              <a:lnSpc>
                <a:spcPct val="90000"/>
              </a:lnSpc>
              <a:spcBef>
                <a:spcPts val="1200"/>
              </a:spcBef>
              <a:spcAft>
                <a:spcPts val="0"/>
              </a:spcAft>
              <a:buSzPts val="1700"/>
              <a:buChar char="▪"/>
            </a:pPr>
            <a:r>
              <a:rPr lang="en-US" dirty="0"/>
              <a:t>Data changes → When was the data collected! (e.g., file age)</a:t>
            </a:r>
            <a:endParaRPr dirty="0"/>
          </a:p>
          <a:p>
            <a:pPr marL="182880" lvl="0" indent="-182880" algn="l" rtl="0">
              <a:lnSpc>
                <a:spcPct val="90000"/>
              </a:lnSpc>
              <a:spcBef>
                <a:spcPts val="1200"/>
              </a:spcBef>
              <a:spcAft>
                <a:spcPts val="0"/>
              </a:spcAft>
              <a:buSzPts val="1700"/>
              <a:buChar char="▪"/>
            </a:pPr>
            <a:r>
              <a:rPr lang="en-US" dirty="0"/>
              <a:t>What is the meaning of the time and date fields?</a:t>
            </a:r>
            <a:endParaRPr dirty="0"/>
          </a:p>
          <a:p>
            <a:pPr marL="457200" lvl="1" indent="-182880" algn="l" rtl="0">
              <a:lnSpc>
                <a:spcPct val="90000"/>
              </a:lnSpc>
              <a:spcBef>
                <a:spcPts val="400"/>
              </a:spcBef>
              <a:spcAft>
                <a:spcPts val="0"/>
              </a:spcAft>
              <a:buSzPts val="1530"/>
              <a:buChar char="▪"/>
            </a:pPr>
            <a:r>
              <a:rPr lang="en-US" dirty="0"/>
              <a:t>When the “event” </a:t>
            </a:r>
            <a:r>
              <a:rPr lang="en-US" b="1" dirty="0"/>
              <a:t>happened</a:t>
            </a:r>
            <a:r>
              <a:rPr lang="en-US" dirty="0"/>
              <a:t>?</a:t>
            </a:r>
            <a:endParaRPr dirty="0"/>
          </a:p>
          <a:p>
            <a:pPr marL="457200" lvl="1" indent="-182880" algn="l" rtl="0">
              <a:lnSpc>
                <a:spcPct val="90000"/>
              </a:lnSpc>
              <a:spcBef>
                <a:spcPts val="600"/>
              </a:spcBef>
              <a:spcAft>
                <a:spcPts val="0"/>
              </a:spcAft>
              <a:buSzPts val="1530"/>
              <a:buChar char="▪"/>
            </a:pPr>
            <a:r>
              <a:rPr lang="en-US" dirty="0"/>
              <a:t>When the data was </a:t>
            </a:r>
            <a:r>
              <a:rPr lang="en-US" b="1" dirty="0"/>
              <a:t>collected</a:t>
            </a:r>
            <a:r>
              <a:rPr lang="en-US" dirty="0"/>
              <a:t> or was </a:t>
            </a:r>
            <a:r>
              <a:rPr lang="en-US" b="1" dirty="0"/>
              <a:t>entered</a:t>
            </a:r>
            <a:r>
              <a:rPr lang="en-US" dirty="0"/>
              <a:t> into the system?</a:t>
            </a:r>
            <a:endParaRPr dirty="0"/>
          </a:p>
          <a:p>
            <a:pPr marL="457200" lvl="1" indent="-182880" algn="l" rtl="0">
              <a:lnSpc>
                <a:spcPct val="90000"/>
              </a:lnSpc>
              <a:spcBef>
                <a:spcPts val="600"/>
              </a:spcBef>
              <a:spcAft>
                <a:spcPts val="0"/>
              </a:spcAft>
              <a:buSzPts val="1530"/>
              <a:buChar char="▪"/>
            </a:pPr>
            <a:r>
              <a:rPr lang="en-US" dirty="0"/>
              <a:t>Date the data was copied into a database (look for many matching timestamps)</a:t>
            </a:r>
            <a:endParaRPr dirty="0"/>
          </a:p>
          <a:p>
            <a:pPr marL="182880" lvl="0" indent="-182880" algn="l" rtl="0">
              <a:lnSpc>
                <a:spcPct val="90000"/>
              </a:lnSpc>
              <a:spcBef>
                <a:spcPts val="1400"/>
              </a:spcBef>
              <a:spcAft>
                <a:spcPts val="0"/>
              </a:spcAft>
              <a:buSzPts val="1700"/>
              <a:buChar char="▪"/>
            </a:pPr>
            <a:r>
              <a:rPr lang="en-US" dirty="0"/>
              <a:t>Time depends on where! (Time zones &amp; daylight savings)</a:t>
            </a:r>
            <a:endParaRPr dirty="0"/>
          </a:p>
          <a:p>
            <a:pPr marL="457200" lvl="1" indent="-182880" algn="l" rtl="0">
              <a:lnSpc>
                <a:spcPct val="90000"/>
              </a:lnSpc>
              <a:spcBef>
                <a:spcPts val="400"/>
              </a:spcBef>
              <a:spcAft>
                <a:spcPts val="0"/>
              </a:spcAft>
              <a:buSzPts val="1530"/>
              <a:buChar char="▪"/>
            </a:pPr>
            <a:r>
              <a:rPr lang="en-US" dirty="0"/>
              <a:t>Check out the use of </a:t>
            </a:r>
            <a:r>
              <a:rPr lang="en-US" b="1" dirty="0"/>
              <a:t>datetime</a:t>
            </a:r>
            <a:r>
              <a:rPr lang="en-US" dirty="0"/>
              <a:t> python library</a:t>
            </a:r>
            <a:endParaRPr dirty="0"/>
          </a:p>
          <a:p>
            <a:pPr marL="457200" lvl="1" indent="-182880" algn="l" rtl="0">
              <a:lnSpc>
                <a:spcPct val="90000"/>
              </a:lnSpc>
              <a:spcBef>
                <a:spcPts val="600"/>
              </a:spcBef>
              <a:spcAft>
                <a:spcPts val="0"/>
              </a:spcAft>
              <a:buSzPts val="1530"/>
              <a:buChar char="▪"/>
            </a:pPr>
            <a:r>
              <a:rPr lang="en-US" dirty="0"/>
              <a:t>Multiple string representation (depends on region): 07/08/09?</a:t>
            </a:r>
            <a:endParaRPr dirty="0"/>
          </a:p>
          <a:p>
            <a:pPr marL="182880" lvl="0" indent="-182880" algn="l" rtl="0">
              <a:lnSpc>
                <a:spcPct val="90000"/>
              </a:lnSpc>
              <a:spcBef>
                <a:spcPts val="1400"/>
              </a:spcBef>
              <a:spcAft>
                <a:spcPts val="0"/>
              </a:spcAft>
              <a:buSzPts val="1700"/>
              <a:buChar char="▪"/>
            </a:pPr>
            <a:r>
              <a:rPr lang="en-US" dirty="0"/>
              <a:t>Are there strange null values?</a:t>
            </a:r>
            <a:endParaRPr dirty="0"/>
          </a:p>
          <a:p>
            <a:pPr marL="457200" lvl="1" indent="-182880" algn="l" rtl="0">
              <a:lnSpc>
                <a:spcPct val="90000"/>
              </a:lnSpc>
              <a:spcBef>
                <a:spcPts val="400"/>
              </a:spcBef>
              <a:spcAft>
                <a:spcPts val="0"/>
              </a:spcAft>
              <a:buSzPts val="1530"/>
              <a:buChar char="▪"/>
            </a:pPr>
            <a:r>
              <a:rPr lang="en-US" dirty="0"/>
              <a:t>January 1</a:t>
            </a:r>
            <a:r>
              <a:rPr lang="en-US" baseline="30000" dirty="0"/>
              <a:t>st</a:t>
            </a:r>
            <a:r>
              <a:rPr lang="en-US" dirty="0"/>
              <a:t> 1970, January 1</a:t>
            </a:r>
            <a:r>
              <a:rPr lang="en-US" baseline="30000" dirty="0"/>
              <a:t>st</a:t>
            </a:r>
            <a:r>
              <a:rPr lang="en-US" dirty="0"/>
              <a:t> 1900</a:t>
            </a:r>
            <a:endParaRPr dirty="0"/>
          </a:p>
          <a:p>
            <a:pPr marL="182880" lvl="0" indent="-182880" algn="l" rtl="0">
              <a:lnSpc>
                <a:spcPct val="90000"/>
              </a:lnSpc>
              <a:spcBef>
                <a:spcPts val="1400"/>
              </a:spcBef>
              <a:spcAft>
                <a:spcPts val="0"/>
              </a:spcAft>
              <a:buSzPts val="1700"/>
              <a:buChar char="▪"/>
            </a:pPr>
            <a:r>
              <a:rPr lang="en-US" dirty="0"/>
              <a:t>Is there periodicity? Diurnal/daily patterns</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483C1BE-A1E5-AFEE-A1F0-35F588B46344}"/>
                  </a:ext>
                </a:extLst>
              </p14:cNvPr>
              <p14:cNvContentPartPr/>
              <p14:nvPr/>
            </p14:nvContentPartPr>
            <p14:xfrm>
              <a:off x="229320" y="4914360"/>
              <a:ext cx="11765160" cy="1943640"/>
            </p14:xfrm>
          </p:contentPart>
        </mc:Choice>
        <mc:Fallback xmlns="">
          <p:pic>
            <p:nvPicPr>
              <p:cNvPr id="2" name="Ink 1">
                <a:extLst>
                  <a:ext uri="{FF2B5EF4-FFF2-40B4-BE49-F238E27FC236}">
                    <a16:creationId xmlns:a16="http://schemas.microsoft.com/office/drawing/2014/main" id="{D483C1BE-A1E5-AFEE-A1F0-35F588B46344}"/>
                  </a:ext>
                </a:extLst>
              </p:cNvPr>
              <p:cNvPicPr/>
              <p:nvPr/>
            </p:nvPicPr>
            <p:blipFill>
              <a:blip r:embed="rId4"/>
              <a:stretch>
                <a:fillRect/>
              </a:stretch>
            </p:blipFill>
            <p:spPr>
              <a:xfrm>
                <a:off x="219960" y="4905000"/>
                <a:ext cx="11783880" cy="1962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8">
                                            <p:txEl>
                                              <p:pRg st="0" end="0"/>
                                            </p:txEl>
                                          </p:spTgt>
                                        </p:tgtEl>
                                        <p:attrNameLst>
                                          <p:attrName>style.visibility</p:attrName>
                                        </p:attrNameLst>
                                      </p:cBhvr>
                                      <p:to>
                                        <p:strVal val="visible"/>
                                      </p:to>
                                    </p:set>
                                    <p:animEffect transition="in" filter="fade">
                                      <p:cBhvr>
                                        <p:cTn id="7" dur="500"/>
                                        <p:tgtEl>
                                          <p:spTgt spid="10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8">
                                            <p:txEl>
                                              <p:pRg st="1" end="1"/>
                                            </p:txEl>
                                          </p:spTgt>
                                        </p:tgtEl>
                                        <p:attrNameLst>
                                          <p:attrName>style.visibility</p:attrName>
                                        </p:attrNameLst>
                                      </p:cBhvr>
                                      <p:to>
                                        <p:strVal val="visible"/>
                                      </p:to>
                                    </p:set>
                                    <p:animEffect transition="in" filter="fade">
                                      <p:cBhvr>
                                        <p:cTn id="12" dur="500"/>
                                        <p:tgtEl>
                                          <p:spTgt spid="10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78">
                                            <p:txEl>
                                              <p:pRg st="2" end="2"/>
                                            </p:txEl>
                                          </p:spTgt>
                                        </p:tgtEl>
                                        <p:attrNameLst>
                                          <p:attrName>style.visibility</p:attrName>
                                        </p:attrNameLst>
                                      </p:cBhvr>
                                      <p:to>
                                        <p:strVal val="visible"/>
                                      </p:to>
                                    </p:set>
                                    <p:animEffect transition="in" filter="fade">
                                      <p:cBhvr>
                                        <p:cTn id="17" dur="500"/>
                                        <p:tgtEl>
                                          <p:spTgt spid="10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78">
                                            <p:txEl>
                                              <p:pRg st="3" end="3"/>
                                            </p:txEl>
                                          </p:spTgt>
                                        </p:tgtEl>
                                        <p:attrNameLst>
                                          <p:attrName>style.visibility</p:attrName>
                                        </p:attrNameLst>
                                      </p:cBhvr>
                                      <p:to>
                                        <p:strVal val="visible"/>
                                      </p:to>
                                    </p:set>
                                    <p:animEffect transition="in" filter="fade">
                                      <p:cBhvr>
                                        <p:cTn id="22" dur="500"/>
                                        <p:tgtEl>
                                          <p:spTgt spid="10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78">
                                            <p:txEl>
                                              <p:pRg st="4" end="4"/>
                                            </p:txEl>
                                          </p:spTgt>
                                        </p:tgtEl>
                                        <p:attrNameLst>
                                          <p:attrName>style.visibility</p:attrName>
                                        </p:attrNameLst>
                                      </p:cBhvr>
                                      <p:to>
                                        <p:strVal val="visible"/>
                                      </p:to>
                                    </p:set>
                                    <p:animEffect transition="in" filter="fade">
                                      <p:cBhvr>
                                        <p:cTn id="27" dur="500"/>
                                        <p:tgtEl>
                                          <p:spTgt spid="10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78">
                                            <p:txEl>
                                              <p:pRg st="5" end="5"/>
                                            </p:txEl>
                                          </p:spTgt>
                                        </p:tgtEl>
                                        <p:attrNameLst>
                                          <p:attrName>style.visibility</p:attrName>
                                        </p:attrNameLst>
                                      </p:cBhvr>
                                      <p:to>
                                        <p:strVal val="visible"/>
                                      </p:to>
                                    </p:set>
                                    <p:animEffect transition="in" filter="fade">
                                      <p:cBhvr>
                                        <p:cTn id="32" dur="500"/>
                                        <p:tgtEl>
                                          <p:spTgt spid="107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78">
                                            <p:txEl>
                                              <p:pRg st="6" end="6"/>
                                            </p:txEl>
                                          </p:spTgt>
                                        </p:tgtEl>
                                        <p:attrNameLst>
                                          <p:attrName>style.visibility</p:attrName>
                                        </p:attrNameLst>
                                      </p:cBhvr>
                                      <p:to>
                                        <p:strVal val="visible"/>
                                      </p:to>
                                    </p:set>
                                    <p:animEffect transition="in" filter="fade">
                                      <p:cBhvr>
                                        <p:cTn id="37" dur="500"/>
                                        <p:tgtEl>
                                          <p:spTgt spid="107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78">
                                            <p:txEl>
                                              <p:pRg st="7" end="7"/>
                                            </p:txEl>
                                          </p:spTgt>
                                        </p:tgtEl>
                                        <p:attrNameLst>
                                          <p:attrName>style.visibility</p:attrName>
                                        </p:attrNameLst>
                                      </p:cBhvr>
                                      <p:to>
                                        <p:strVal val="visible"/>
                                      </p:to>
                                    </p:set>
                                    <p:animEffect transition="in" filter="fade">
                                      <p:cBhvr>
                                        <p:cTn id="42" dur="500"/>
                                        <p:tgtEl>
                                          <p:spTgt spid="107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78">
                                            <p:txEl>
                                              <p:pRg st="8" end="8"/>
                                            </p:txEl>
                                          </p:spTgt>
                                        </p:tgtEl>
                                        <p:attrNameLst>
                                          <p:attrName>style.visibility</p:attrName>
                                        </p:attrNameLst>
                                      </p:cBhvr>
                                      <p:to>
                                        <p:strVal val="visible"/>
                                      </p:to>
                                    </p:set>
                                    <p:animEffect transition="in" filter="fade">
                                      <p:cBhvr>
                                        <p:cTn id="47" dur="500"/>
                                        <p:tgtEl>
                                          <p:spTgt spid="107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78">
                                            <p:txEl>
                                              <p:pRg st="9" end="9"/>
                                            </p:txEl>
                                          </p:spTgt>
                                        </p:tgtEl>
                                        <p:attrNameLst>
                                          <p:attrName>style.visibility</p:attrName>
                                        </p:attrNameLst>
                                      </p:cBhvr>
                                      <p:to>
                                        <p:strVal val="visible"/>
                                      </p:to>
                                    </p:set>
                                    <p:animEffect transition="in" filter="fade">
                                      <p:cBhvr>
                                        <p:cTn id="52" dur="500"/>
                                        <p:tgtEl>
                                          <p:spTgt spid="107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78">
                                            <p:txEl>
                                              <p:pRg st="10" end="10"/>
                                            </p:txEl>
                                          </p:spTgt>
                                        </p:tgtEl>
                                        <p:attrNameLst>
                                          <p:attrName>style.visibility</p:attrName>
                                        </p:attrNameLst>
                                      </p:cBhvr>
                                      <p:to>
                                        <p:strVal val="visible"/>
                                      </p:to>
                                    </p:set>
                                    <p:animEffect transition="in" filter="fade">
                                      <p:cBhvr>
                                        <p:cTn id="57" dur="500"/>
                                        <p:tgtEl>
                                          <p:spTgt spid="107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78">
                                            <p:txEl>
                                              <p:pRg st="11" end="11"/>
                                            </p:txEl>
                                          </p:spTgt>
                                        </p:tgtEl>
                                        <p:attrNameLst>
                                          <p:attrName>style.visibility</p:attrName>
                                        </p:attrNameLst>
                                      </p:cBhvr>
                                      <p:to>
                                        <p:strVal val="visible"/>
                                      </p:to>
                                    </p:set>
                                    <p:animEffect transition="in" filter="fade">
                                      <p:cBhvr>
                                        <p:cTn id="62" dur="500"/>
                                        <p:tgtEl>
                                          <p:spTgt spid="107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24"/>
          <p:cNvSpPr txBox="1">
            <a:spLocks noGrp="1"/>
          </p:cNvSpPr>
          <p:nvPr>
            <p:ph type="title"/>
          </p:nvPr>
        </p:nvSpPr>
        <p:spPr>
          <a:xfrm>
            <a:off x="887054" y="449199"/>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UNIX TIME / POSIX TIME</a:t>
            </a:r>
            <a:endParaRPr/>
          </a:p>
        </p:txBody>
      </p:sp>
      <p:sp>
        <p:nvSpPr>
          <p:cNvPr id="1085" name="Google Shape;1085;p24"/>
          <p:cNvSpPr txBox="1">
            <a:spLocks noGrp="1"/>
          </p:cNvSpPr>
          <p:nvPr>
            <p:ph type="body" idx="1"/>
          </p:nvPr>
        </p:nvSpPr>
        <p:spPr>
          <a:xfrm>
            <a:off x="887054" y="1774762"/>
            <a:ext cx="10515600" cy="4882243"/>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Time </a:t>
            </a:r>
            <a:r>
              <a:rPr lang="en-US" b="1"/>
              <a:t>measured in seconds</a:t>
            </a:r>
            <a:r>
              <a:rPr lang="en-US"/>
              <a:t> since January 1</a:t>
            </a:r>
            <a:r>
              <a:rPr lang="en-US" baseline="30000"/>
              <a:t>st</a:t>
            </a:r>
            <a:r>
              <a:rPr lang="en-US"/>
              <a:t> 1970 UTC</a:t>
            </a:r>
            <a:endParaRPr/>
          </a:p>
          <a:p>
            <a:pPr marL="182880" lvl="0" indent="-182880" algn="l" rtl="0">
              <a:lnSpc>
                <a:spcPct val="90000"/>
              </a:lnSpc>
              <a:spcBef>
                <a:spcPts val="1200"/>
              </a:spcBef>
              <a:spcAft>
                <a:spcPts val="0"/>
              </a:spcAft>
              <a:buSzPts val="1700"/>
              <a:buChar char="▪"/>
            </a:pPr>
            <a:r>
              <a:rPr lang="en-US"/>
              <a:t>Unix time follows Coordinated Universal Time (UTC)</a:t>
            </a:r>
            <a:endParaRPr/>
          </a:p>
          <a:p>
            <a:pPr marL="457200" lvl="1" indent="-182880" algn="l" rtl="0">
              <a:lnSpc>
                <a:spcPct val="90000"/>
              </a:lnSpc>
              <a:spcBef>
                <a:spcPts val="400"/>
              </a:spcBef>
              <a:spcAft>
                <a:spcPts val="0"/>
              </a:spcAft>
              <a:buSzPts val="1530"/>
              <a:buChar char="▪"/>
            </a:pPr>
            <a:r>
              <a:rPr lang="en-US"/>
              <a:t>International time standard </a:t>
            </a:r>
            <a:endParaRPr/>
          </a:p>
          <a:p>
            <a:pPr marL="457200" lvl="1" indent="-182880" algn="l" rtl="0">
              <a:lnSpc>
                <a:spcPct val="90000"/>
              </a:lnSpc>
              <a:spcBef>
                <a:spcPts val="600"/>
              </a:spcBef>
              <a:spcAft>
                <a:spcPts val="0"/>
              </a:spcAft>
              <a:buSzPts val="1530"/>
              <a:buChar char="▪"/>
            </a:pPr>
            <a:r>
              <a:rPr lang="en-US"/>
              <a:t>Measured at 0 degrees latitude </a:t>
            </a:r>
            <a:endParaRPr/>
          </a:p>
          <a:p>
            <a:pPr marL="731520" lvl="2" indent="-182879" algn="l" rtl="0">
              <a:lnSpc>
                <a:spcPct val="90000"/>
              </a:lnSpc>
              <a:spcBef>
                <a:spcPts val="600"/>
              </a:spcBef>
              <a:spcAft>
                <a:spcPts val="0"/>
              </a:spcAft>
              <a:buSzPts val="1360"/>
              <a:buChar char="▪"/>
            </a:pPr>
            <a:r>
              <a:rPr lang="en-US"/>
              <a:t>Similar to Greenwich Mean Time (GMT)</a:t>
            </a:r>
            <a:endParaRPr/>
          </a:p>
          <a:p>
            <a:pPr marL="457200" lvl="1" indent="-182880" algn="l" rtl="0">
              <a:lnSpc>
                <a:spcPct val="90000"/>
              </a:lnSpc>
              <a:spcBef>
                <a:spcPts val="600"/>
              </a:spcBef>
              <a:spcAft>
                <a:spcPts val="0"/>
              </a:spcAft>
              <a:buSzPts val="1530"/>
              <a:buChar char="▪"/>
            </a:pPr>
            <a:r>
              <a:rPr lang="en-US"/>
              <a:t>No daylight savings </a:t>
            </a:r>
            <a:endParaRPr/>
          </a:p>
          <a:p>
            <a:pPr marL="457200" lvl="1" indent="-182880" algn="l" rtl="0">
              <a:lnSpc>
                <a:spcPct val="90000"/>
              </a:lnSpc>
              <a:spcBef>
                <a:spcPts val="600"/>
              </a:spcBef>
              <a:spcAft>
                <a:spcPts val="0"/>
              </a:spcAft>
              <a:buSzPts val="1530"/>
              <a:buChar char="▪"/>
            </a:pPr>
            <a:r>
              <a:rPr lang="en-US"/>
              <a:t>Time codes </a:t>
            </a:r>
            <a:endParaRPr/>
          </a:p>
          <a:p>
            <a:pPr marL="182880" lvl="0" indent="-182880" algn="l" rtl="0">
              <a:lnSpc>
                <a:spcPct val="90000"/>
              </a:lnSpc>
              <a:spcBef>
                <a:spcPts val="1400"/>
              </a:spcBef>
              <a:spcAft>
                <a:spcPts val="0"/>
              </a:spcAft>
              <a:buSzPts val="1700"/>
              <a:buChar char="▪"/>
            </a:pPr>
            <a:r>
              <a:rPr lang="en-US"/>
              <a:t>Time Zones:</a:t>
            </a:r>
            <a:endParaRPr/>
          </a:p>
          <a:p>
            <a:pPr marL="457200" lvl="1" indent="-182880" algn="l" rtl="0">
              <a:lnSpc>
                <a:spcPct val="90000"/>
              </a:lnSpc>
              <a:spcBef>
                <a:spcPts val="400"/>
              </a:spcBef>
              <a:spcAft>
                <a:spcPts val="0"/>
              </a:spcAft>
              <a:buSzPts val="1530"/>
              <a:buChar char="▪"/>
            </a:pPr>
            <a:r>
              <a:rPr lang="en-US"/>
              <a:t>Chicago (UTC-6) </a:t>
            </a:r>
            <a:br>
              <a:rPr lang="en-US"/>
            </a:br>
            <a:r>
              <a:rPr lang="en-US"/>
              <a:t>without daylight savings</a:t>
            </a:r>
            <a:endParaRPr/>
          </a:p>
        </p:txBody>
      </p:sp>
      <p:pic>
        <p:nvPicPr>
          <p:cNvPr id="1086" name="Google Shape;1086;p24"/>
          <p:cNvPicPr preferRelativeResize="0"/>
          <p:nvPr/>
        </p:nvPicPr>
        <p:blipFill rotWithShape="1">
          <a:blip r:embed="rId3">
            <a:alphaModFix/>
          </a:blip>
          <a:srcRect/>
          <a:stretch/>
        </p:blipFill>
        <p:spPr>
          <a:xfrm>
            <a:off x="6460803" y="3100325"/>
            <a:ext cx="4844143" cy="2567396"/>
          </a:xfrm>
          <a:prstGeom prst="rect">
            <a:avLst/>
          </a:prstGeom>
          <a:noFill/>
          <a:ln>
            <a:noFill/>
          </a:ln>
        </p:spPr>
      </p:pic>
      <p:sp>
        <p:nvSpPr>
          <p:cNvPr id="1087" name="Google Shape;1087;p24"/>
          <p:cNvSpPr/>
          <p:nvPr/>
        </p:nvSpPr>
        <p:spPr>
          <a:xfrm>
            <a:off x="48987" y="6472339"/>
            <a:ext cx="7260771" cy="3693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https://en.wikipedia.org/wiki/Coordinated_Universal_Time</a:t>
            </a: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1F56006-4D46-D432-CFCB-CDA3D79E1E25}"/>
                  </a:ext>
                </a:extLst>
              </p14:cNvPr>
              <p14:cNvContentPartPr/>
              <p14:nvPr/>
            </p14:nvContentPartPr>
            <p14:xfrm>
              <a:off x="1561320" y="2605680"/>
              <a:ext cx="7284960" cy="4227840"/>
            </p14:xfrm>
          </p:contentPart>
        </mc:Choice>
        <mc:Fallback xmlns="">
          <p:pic>
            <p:nvPicPr>
              <p:cNvPr id="2" name="Ink 1">
                <a:extLst>
                  <a:ext uri="{FF2B5EF4-FFF2-40B4-BE49-F238E27FC236}">
                    <a16:creationId xmlns:a16="http://schemas.microsoft.com/office/drawing/2014/main" id="{C1F56006-4D46-D432-CFCB-CDA3D79E1E25}"/>
                  </a:ext>
                </a:extLst>
              </p:cNvPr>
              <p:cNvPicPr/>
              <p:nvPr/>
            </p:nvPicPr>
            <p:blipFill>
              <a:blip r:embed="rId5"/>
              <a:stretch>
                <a:fillRect/>
              </a:stretch>
            </p:blipFill>
            <p:spPr>
              <a:xfrm>
                <a:off x="1551960" y="2596320"/>
                <a:ext cx="7303680" cy="4246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5">
                                            <p:txEl>
                                              <p:pRg st="0" end="0"/>
                                            </p:txEl>
                                          </p:spTgt>
                                        </p:tgtEl>
                                        <p:attrNameLst>
                                          <p:attrName>style.visibility</p:attrName>
                                        </p:attrNameLst>
                                      </p:cBhvr>
                                      <p:to>
                                        <p:strVal val="visible"/>
                                      </p:to>
                                    </p:set>
                                    <p:animEffect transition="in" filter="fade">
                                      <p:cBhvr>
                                        <p:cTn id="7" dur="500"/>
                                        <p:tgtEl>
                                          <p:spTgt spid="10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85">
                                            <p:txEl>
                                              <p:pRg st="1" end="1"/>
                                            </p:txEl>
                                          </p:spTgt>
                                        </p:tgtEl>
                                        <p:attrNameLst>
                                          <p:attrName>style.visibility</p:attrName>
                                        </p:attrNameLst>
                                      </p:cBhvr>
                                      <p:to>
                                        <p:strVal val="visible"/>
                                      </p:to>
                                    </p:set>
                                    <p:animEffect transition="in" filter="fade">
                                      <p:cBhvr>
                                        <p:cTn id="12" dur="500"/>
                                        <p:tgtEl>
                                          <p:spTgt spid="10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85">
                                            <p:txEl>
                                              <p:pRg st="2" end="2"/>
                                            </p:txEl>
                                          </p:spTgt>
                                        </p:tgtEl>
                                        <p:attrNameLst>
                                          <p:attrName>style.visibility</p:attrName>
                                        </p:attrNameLst>
                                      </p:cBhvr>
                                      <p:to>
                                        <p:strVal val="visible"/>
                                      </p:to>
                                    </p:set>
                                    <p:animEffect transition="in" filter="fade">
                                      <p:cBhvr>
                                        <p:cTn id="17" dur="500"/>
                                        <p:tgtEl>
                                          <p:spTgt spid="10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85">
                                            <p:txEl>
                                              <p:pRg st="3" end="3"/>
                                            </p:txEl>
                                          </p:spTgt>
                                        </p:tgtEl>
                                        <p:attrNameLst>
                                          <p:attrName>style.visibility</p:attrName>
                                        </p:attrNameLst>
                                      </p:cBhvr>
                                      <p:to>
                                        <p:strVal val="visible"/>
                                      </p:to>
                                    </p:set>
                                    <p:animEffect transition="in" filter="fade">
                                      <p:cBhvr>
                                        <p:cTn id="22" dur="500"/>
                                        <p:tgtEl>
                                          <p:spTgt spid="10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85">
                                            <p:txEl>
                                              <p:pRg st="4" end="4"/>
                                            </p:txEl>
                                          </p:spTgt>
                                        </p:tgtEl>
                                        <p:attrNameLst>
                                          <p:attrName>style.visibility</p:attrName>
                                        </p:attrNameLst>
                                      </p:cBhvr>
                                      <p:to>
                                        <p:strVal val="visible"/>
                                      </p:to>
                                    </p:set>
                                    <p:animEffect transition="in" filter="fade">
                                      <p:cBhvr>
                                        <p:cTn id="27" dur="500"/>
                                        <p:tgtEl>
                                          <p:spTgt spid="10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85">
                                            <p:txEl>
                                              <p:pRg st="5" end="5"/>
                                            </p:txEl>
                                          </p:spTgt>
                                        </p:tgtEl>
                                        <p:attrNameLst>
                                          <p:attrName>style.visibility</p:attrName>
                                        </p:attrNameLst>
                                      </p:cBhvr>
                                      <p:to>
                                        <p:strVal val="visible"/>
                                      </p:to>
                                    </p:set>
                                    <p:animEffect transition="in" filter="fade">
                                      <p:cBhvr>
                                        <p:cTn id="32" dur="500"/>
                                        <p:tgtEl>
                                          <p:spTgt spid="108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85">
                                            <p:txEl>
                                              <p:pRg st="6" end="6"/>
                                            </p:txEl>
                                          </p:spTgt>
                                        </p:tgtEl>
                                        <p:attrNameLst>
                                          <p:attrName>style.visibility</p:attrName>
                                        </p:attrNameLst>
                                      </p:cBhvr>
                                      <p:to>
                                        <p:strVal val="visible"/>
                                      </p:to>
                                    </p:set>
                                    <p:animEffect transition="in" filter="fade">
                                      <p:cBhvr>
                                        <p:cTn id="37" dur="500"/>
                                        <p:tgtEl>
                                          <p:spTgt spid="108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85">
                                            <p:txEl>
                                              <p:pRg st="7" end="7"/>
                                            </p:txEl>
                                          </p:spTgt>
                                        </p:tgtEl>
                                        <p:attrNameLst>
                                          <p:attrName>style.visibility</p:attrName>
                                        </p:attrNameLst>
                                      </p:cBhvr>
                                      <p:to>
                                        <p:strVal val="visible"/>
                                      </p:to>
                                    </p:set>
                                    <p:animEffect transition="in" filter="fade">
                                      <p:cBhvr>
                                        <p:cTn id="42" dur="500"/>
                                        <p:tgtEl>
                                          <p:spTgt spid="108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85">
                                            <p:txEl>
                                              <p:pRg st="8" end="8"/>
                                            </p:txEl>
                                          </p:spTgt>
                                        </p:tgtEl>
                                        <p:attrNameLst>
                                          <p:attrName>style.visibility</p:attrName>
                                        </p:attrNameLst>
                                      </p:cBhvr>
                                      <p:to>
                                        <p:strVal val="visible"/>
                                      </p:to>
                                    </p:set>
                                    <p:animEffect transition="in" filter="fade">
                                      <p:cBhvr>
                                        <p:cTn id="47" dur="500"/>
                                        <p:tgtEl>
                                          <p:spTgt spid="108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2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TEMPORALITY</a:t>
            </a:r>
            <a:endParaRPr/>
          </a:p>
        </p:txBody>
      </p:sp>
      <p:sp>
        <p:nvSpPr>
          <p:cNvPr id="1094" name="Google Shape;1094;p25"/>
          <p:cNvSpPr txBox="1">
            <a:spLocks noGrp="1"/>
          </p:cNvSpPr>
          <p:nvPr>
            <p:ph type="body" idx="1"/>
          </p:nvPr>
        </p:nvSpPr>
        <p:spPr>
          <a:xfrm>
            <a:off x="1069847" y="2121408"/>
            <a:ext cx="10789217" cy="4050792"/>
          </a:xfrm>
          <a:prstGeom prst="rect">
            <a:avLst/>
          </a:prstGeom>
          <a:noFill/>
          <a:ln>
            <a:noFill/>
          </a:ln>
        </p:spPr>
        <p:txBody>
          <a:bodyPr spcFirstLastPara="1" wrap="square" lIns="91425" tIns="45700" rIns="91425" bIns="45700" anchor="t" anchorCtr="0">
            <a:normAutofit fontScale="92500" lnSpcReduction="20000"/>
          </a:bodyPr>
          <a:lstStyle/>
          <a:p>
            <a:pPr marL="182880" lvl="0" indent="-182880" algn="l" rtl="0">
              <a:lnSpc>
                <a:spcPct val="90000"/>
              </a:lnSpc>
              <a:spcBef>
                <a:spcPts val="0"/>
              </a:spcBef>
              <a:spcAft>
                <a:spcPts val="0"/>
              </a:spcAft>
              <a:buSzPts val="1700"/>
              <a:buChar char="▪"/>
            </a:pPr>
            <a:r>
              <a:rPr lang="en-US"/>
              <a:t>Imagine that you are a data scientist for an international e-commerce site</a:t>
            </a:r>
            <a:endParaRPr/>
          </a:p>
          <a:p>
            <a:pPr marL="457200" lvl="1" indent="-182880" algn="l" rtl="0">
              <a:lnSpc>
                <a:spcPct val="90000"/>
              </a:lnSpc>
              <a:spcBef>
                <a:spcPts val="400"/>
              </a:spcBef>
              <a:spcAft>
                <a:spcPts val="0"/>
              </a:spcAft>
              <a:buSzPts val="1530"/>
              <a:buChar char="▪"/>
            </a:pPr>
            <a:r>
              <a:rPr lang="en-US"/>
              <a:t>You are working with transaction data that has timestamps in the local time zone where the transaction occurred (e.g. 14:31:15 CST)</a:t>
            </a:r>
            <a:endParaRPr/>
          </a:p>
          <a:p>
            <a:pPr marL="182880" lvl="0" indent="-182880" algn="l" rtl="0">
              <a:lnSpc>
                <a:spcPct val="90000"/>
              </a:lnSpc>
              <a:spcBef>
                <a:spcPts val="1400"/>
              </a:spcBef>
              <a:spcAft>
                <a:spcPts val="0"/>
              </a:spcAft>
              <a:buSzPts val="1700"/>
              <a:buChar char="▪"/>
            </a:pPr>
            <a:r>
              <a:rPr lang="en-US">
                <a:solidFill>
                  <a:srgbClr val="FF0000"/>
                </a:solidFill>
              </a:rPr>
              <a:t>Case 1</a:t>
            </a:r>
            <a:r>
              <a:rPr lang="en-US"/>
              <a:t>: The company needs to schedule maintenance for some of its systems. You are tasked to figure out when is a good time to do that by finding when users are least likely to make purchases. </a:t>
            </a:r>
            <a:endParaRPr/>
          </a:p>
          <a:p>
            <a:pPr marL="182880" lvl="0" indent="-182880" algn="l" rtl="0">
              <a:lnSpc>
                <a:spcPct val="90000"/>
              </a:lnSpc>
              <a:spcBef>
                <a:spcPts val="1200"/>
              </a:spcBef>
              <a:spcAft>
                <a:spcPts val="0"/>
              </a:spcAft>
              <a:buSzPts val="1700"/>
              <a:buChar char="▪"/>
            </a:pPr>
            <a:r>
              <a:rPr lang="en-US">
                <a:solidFill>
                  <a:srgbClr val="FF0000"/>
                </a:solidFill>
              </a:rPr>
              <a:t>Case 2</a:t>
            </a:r>
            <a:r>
              <a:rPr lang="en-US"/>
              <a:t>:  Leadership would like to understand the shopping behavior of its customers, e.g., do they mostly shop early in the morning, during work hours, during lunch break, in the evening, etc. </a:t>
            </a:r>
            <a:endParaRPr/>
          </a:p>
          <a:p>
            <a:pPr marL="182880" lvl="0" indent="-182880" algn="l" rtl="0">
              <a:lnSpc>
                <a:spcPct val="90000"/>
              </a:lnSpc>
              <a:spcBef>
                <a:spcPts val="1200"/>
              </a:spcBef>
              <a:spcAft>
                <a:spcPts val="0"/>
              </a:spcAft>
              <a:buSzPts val="1700"/>
              <a:buChar char="▪"/>
            </a:pPr>
            <a:r>
              <a:rPr lang="en-US"/>
              <a:t>You perform frequency analysis of transaction times by plotting the frequency of transactions per minute: </a:t>
            </a:r>
            <a:endParaRPr/>
          </a:p>
          <a:p>
            <a:pPr marL="457200" lvl="0" indent="-457200" algn="l" rtl="0">
              <a:lnSpc>
                <a:spcPct val="90000"/>
              </a:lnSpc>
              <a:spcBef>
                <a:spcPts val="1200"/>
              </a:spcBef>
              <a:spcAft>
                <a:spcPts val="0"/>
              </a:spcAft>
              <a:buSzPts val="1700"/>
              <a:buAutoNum type="alphaUcPeriod"/>
            </a:pPr>
            <a:r>
              <a:rPr lang="en-US"/>
              <a:t>Without converting timestamps to a common time zone.            </a:t>
            </a:r>
            <a:endParaRPr/>
          </a:p>
          <a:p>
            <a:pPr marL="457200" lvl="0" indent="-457200" algn="l" rtl="0">
              <a:lnSpc>
                <a:spcPct val="90000"/>
              </a:lnSpc>
              <a:spcBef>
                <a:spcPts val="1200"/>
              </a:spcBef>
              <a:spcAft>
                <a:spcPts val="0"/>
              </a:spcAft>
              <a:buSzPts val="1700"/>
              <a:buAutoNum type="alphaUcPeriod"/>
            </a:pPr>
            <a:r>
              <a:rPr lang="en-US"/>
              <a:t>First ensure that all timestamps are converted to a common time zone.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9BF55B2-9B8D-F506-418B-38D671E006F4}"/>
                  </a:ext>
                </a:extLst>
              </p14:cNvPr>
              <p14:cNvContentPartPr/>
              <p14:nvPr/>
            </p14:nvContentPartPr>
            <p14:xfrm>
              <a:off x="526680" y="2940120"/>
              <a:ext cx="3822480" cy="1639800"/>
            </p14:xfrm>
          </p:contentPart>
        </mc:Choice>
        <mc:Fallback xmlns="">
          <p:pic>
            <p:nvPicPr>
              <p:cNvPr id="2" name="Ink 1">
                <a:extLst>
                  <a:ext uri="{FF2B5EF4-FFF2-40B4-BE49-F238E27FC236}">
                    <a16:creationId xmlns:a16="http://schemas.microsoft.com/office/drawing/2014/main" id="{A9BF55B2-9B8D-F506-418B-38D671E006F4}"/>
                  </a:ext>
                </a:extLst>
              </p:cNvPr>
              <p:cNvPicPr/>
              <p:nvPr/>
            </p:nvPicPr>
            <p:blipFill>
              <a:blip r:embed="rId4"/>
              <a:stretch>
                <a:fillRect/>
              </a:stretch>
            </p:blipFill>
            <p:spPr>
              <a:xfrm>
                <a:off x="517320" y="2930760"/>
                <a:ext cx="3841200" cy="16585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26"/>
          <p:cNvSpPr txBox="1">
            <a:spLocks noGrp="1"/>
          </p:cNvSpPr>
          <p:nvPr>
            <p:ph type="title"/>
          </p:nvPr>
        </p:nvSpPr>
        <p:spPr>
          <a:xfrm>
            <a:off x="838200" y="0"/>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QUALITY CHECKS BASED ON FAITHFULNESS</a:t>
            </a:r>
            <a:endParaRPr i="1"/>
          </a:p>
        </p:txBody>
      </p:sp>
      <p:sp>
        <p:nvSpPr>
          <p:cNvPr id="1101" name="Google Shape;1101;p26"/>
          <p:cNvSpPr txBox="1">
            <a:spLocks noGrp="1"/>
          </p:cNvSpPr>
          <p:nvPr>
            <p:ph type="body" idx="1"/>
          </p:nvPr>
        </p:nvSpPr>
        <p:spPr>
          <a:xfrm>
            <a:off x="911940" y="1497496"/>
            <a:ext cx="10515600" cy="5009321"/>
          </a:xfrm>
          <a:prstGeom prst="rect">
            <a:avLst/>
          </a:prstGeom>
          <a:noFill/>
          <a:ln>
            <a:noFill/>
          </a:ln>
        </p:spPr>
        <p:txBody>
          <a:bodyPr spcFirstLastPara="1" wrap="square" lIns="91425" tIns="45700" rIns="91425" bIns="45700" anchor="t" anchorCtr="0">
            <a:normAutofit lnSpcReduction="10000"/>
          </a:bodyPr>
          <a:lstStyle/>
          <a:p>
            <a:pPr marL="182880" lvl="0" indent="-182880" algn="l" rtl="0">
              <a:lnSpc>
                <a:spcPct val="90000"/>
              </a:lnSpc>
              <a:spcBef>
                <a:spcPts val="0"/>
              </a:spcBef>
              <a:spcAft>
                <a:spcPts val="0"/>
              </a:spcAft>
              <a:buSzPts val="1700"/>
              <a:buChar char="▪"/>
            </a:pPr>
            <a:r>
              <a:rPr lang="en-US"/>
              <a:t>Does my data contain unrealistic or “incorrect” values?</a:t>
            </a:r>
            <a:endParaRPr/>
          </a:p>
          <a:p>
            <a:pPr marL="457200" lvl="1" indent="-182880" algn="l" rtl="0">
              <a:lnSpc>
                <a:spcPct val="90000"/>
              </a:lnSpc>
              <a:spcBef>
                <a:spcPts val="400"/>
              </a:spcBef>
              <a:spcAft>
                <a:spcPts val="0"/>
              </a:spcAft>
              <a:buSzPts val="1530"/>
              <a:buChar char="▪"/>
            </a:pPr>
            <a:r>
              <a:rPr lang="en-US"/>
              <a:t>Examples?</a:t>
            </a:r>
            <a:endParaRPr/>
          </a:p>
          <a:p>
            <a:pPr marL="731520" lvl="2" indent="-182879" algn="l" rtl="0">
              <a:lnSpc>
                <a:spcPct val="90000"/>
              </a:lnSpc>
              <a:spcBef>
                <a:spcPts val="600"/>
              </a:spcBef>
              <a:spcAft>
                <a:spcPts val="0"/>
              </a:spcAft>
              <a:buSzPts val="1360"/>
              <a:buChar char="▪"/>
            </a:pPr>
            <a:r>
              <a:rPr lang="en-US"/>
              <a:t>Dates in the future for events in the past</a:t>
            </a:r>
            <a:endParaRPr/>
          </a:p>
          <a:p>
            <a:pPr marL="731520" lvl="2" indent="-182879" algn="l" rtl="0">
              <a:lnSpc>
                <a:spcPct val="90000"/>
              </a:lnSpc>
              <a:spcBef>
                <a:spcPts val="600"/>
              </a:spcBef>
              <a:spcAft>
                <a:spcPts val="0"/>
              </a:spcAft>
              <a:buSzPts val="1360"/>
              <a:buChar char="▪"/>
            </a:pPr>
            <a:r>
              <a:rPr lang="en-US"/>
              <a:t>Locations that don’t exist</a:t>
            </a:r>
            <a:endParaRPr/>
          </a:p>
          <a:p>
            <a:pPr marL="731520" lvl="2" indent="-182879" algn="l" rtl="0">
              <a:lnSpc>
                <a:spcPct val="90000"/>
              </a:lnSpc>
              <a:spcBef>
                <a:spcPts val="600"/>
              </a:spcBef>
              <a:spcAft>
                <a:spcPts val="0"/>
              </a:spcAft>
              <a:buSzPts val="1360"/>
              <a:buChar char="▪"/>
            </a:pPr>
            <a:r>
              <a:rPr lang="en-US"/>
              <a:t>Negative counts</a:t>
            </a:r>
            <a:endParaRPr/>
          </a:p>
          <a:p>
            <a:pPr marL="731520" lvl="2" indent="-182879" algn="l" rtl="0">
              <a:lnSpc>
                <a:spcPct val="90000"/>
              </a:lnSpc>
              <a:spcBef>
                <a:spcPts val="600"/>
              </a:spcBef>
              <a:spcAft>
                <a:spcPts val="0"/>
              </a:spcAft>
              <a:buSzPts val="1360"/>
              <a:buChar char="▪"/>
            </a:pPr>
            <a:r>
              <a:rPr lang="en-US"/>
              <a:t>Misspellings of names</a:t>
            </a:r>
            <a:endParaRPr/>
          </a:p>
          <a:p>
            <a:pPr marL="731520" lvl="2" indent="-182879" algn="l" rtl="0">
              <a:lnSpc>
                <a:spcPct val="90000"/>
              </a:lnSpc>
              <a:spcBef>
                <a:spcPts val="600"/>
              </a:spcBef>
              <a:spcAft>
                <a:spcPts val="0"/>
              </a:spcAft>
              <a:buSzPts val="1360"/>
              <a:buChar char="▪"/>
            </a:pPr>
            <a:r>
              <a:rPr lang="en-US"/>
              <a:t>Large outliers</a:t>
            </a:r>
            <a:endParaRPr/>
          </a:p>
          <a:p>
            <a:pPr marL="182880" lvl="0" indent="-182880" algn="l" rtl="0">
              <a:lnSpc>
                <a:spcPct val="90000"/>
              </a:lnSpc>
              <a:spcBef>
                <a:spcPts val="1400"/>
              </a:spcBef>
              <a:spcAft>
                <a:spcPts val="0"/>
              </a:spcAft>
              <a:buSzPts val="1700"/>
              <a:buChar char="▪"/>
            </a:pPr>
            <a:r>
              <a:rPr lang="en-US"/>
              <a:t>Does my data violate obvious dependencies?</a:t>
            </a:r>
            <a:endParaRPr/>
          </a:p>
          <a:p>
            <a:pPr marL="457200" lvl="1" indent="-182880" algn="l" rtl="0">
              <a:lnSpc>
                <a:spcPct val="90000"/>
              </a:lnSpc>
              <a:spcBef>
                <a:spcPts val="400"/>
              </a:spcBef>
              <a:spcAft>
                <a:spcPts val="0"/>
              </a:spcAft>
              <a:buSzPts val="1530"/>
              <a:buChar char="▪"/>
            </a:pPr>
            <a:r>
              <a:rPr lang="en-US"/>
              <a:t>E.g., age and birthday don’t match </a:t>
            </a:r>
            <a:endParaRPr/>
          </a:p>
          <a:p>
            <a:pPr marL="182880" lvl="0" indent="-182880" algn="l" rtl="0">
              <a:lnSpc>
                <a:spcPct val="90000"/>
              </a:lnSpc>
              <a:spcBef>
                <a:spcPts val="1400"/>
              </a:spcBef>
              <a:spcAft>
                <a:spcPts val="0"/>
              </a:spcAft>
              <a:buSzPts val="1700"/>
              <a:buChar char="▪"/>
            </a:pPr>
            <a:r>
              <a:rPr lang="en-US"/>
              <a:t>Was the data entered by hand?</a:t>
            </a:r>
            <a:endParaRPr/>
          </a:p>
          <a:p>
            <a:pPr marL="457200" lvl="1" indent="-182880" algn="l" rtl="0">
              <a:lnSpc>
                <a:spcPct val="90000"/>
              </a:lnSpc>
              <a:spcBef>
                <a:spcPts val="400"/>
              </a:spcBef>
              <a:spcAft>
                <a:spcPts val="0"/>
              </a:spcAft>
              <a:buSzPts val="1530"/>
              <a:buChar char="▪"/>
            </a:pPr>
            <a:r>
              <a:rPr lang="en-US"/>
              <a:t>Spelling errors, fields shifted …</a:t>
            </a:r>
            <a:endParaRPr/>
          </a:p>
          <a:p>
            <a:pPr marL="457200" lvl="1" indent="-182880" algn="l" rtl="0">
              <a:lnSpc>
                <a:spcPct val="90000"/>
              </a:lnSpc>
              <a:spcBef>
                <a:spcPts val="600"/>
              </a:spcBef>
              <a:spcAft>
                <a:spcPts val="0"/>
              </a:spcAft>
              <a:buSzPts val="1530"/>
              <a:buChar char="▪"/>
            </a:pPr>
            <a:r>
              <a:rPr lang="en-US"/>
              <a:t>Did the form require fields or provide default values?</a:t>
            </a:r>
            <a:endParaRPr/>
          </a:p>
          <a:p>
            <a:pPr marL="182880" lvl="0" indent="-182880" algn="l" rtl="0">
              <a:lnSpc>
                <a:spcPct val="90000"/>
              </a:lnSpc>
              <a:spcBef>
                <a:spcPts val="1400"/>
              </a:spcBef>
              <a:spcAft>
                <a:spcPts val="0"/>
              </a:spcAft>
              <a:buSzPts val="1700"/>
              <a:buChar char="▪"/>
            </a:pPr>
            <a:r>
              <a:rPr lang="en-US"/>
              <a:t>Are there obvious signs of curb stoning (data falsification):</a:t>
            </a:r>
            <a:endParaRPr/>
          </a:p>
          <a:p>
            <a:pPr marL="457200" lvl="1" indent="-182880" algn="l" rtl="0">
              <a:lnSpc>
                <a:spcPct val="90000"/>
              </a:lnSpc>
              <a:spcBef>
                <a:spcPts val="400"/>
              </a:spcBef>
              <a:spcAft>
                <a:spcPts val="0"/>
              </a:spcAft>
              <a:buSzPts val="1530"/>
              <a:buChar char="▪"/>
            </a:pPr>
            <a:r>
              <a:rPr lang="en-US"/>
              <a:t>Repeated names, fake looking email addresses, repeated use of uncommon names or fields.</a:t>
            </a:r>
            <a:endParaRPr/>
          </a:p>
          <a:p>
            <a:pPr marL="457200" lvl="1" indent="-85725" algn="l" rtl="0">
              <a:lnSpc>
                <a:spcPct val="90000"/>
              </a:lnSpc>
              <a:spcBef>
                <a:spcPts val="600"/>
              </a:spcBef>
              <a:spcAft>
                <a:spcPts val="0"/>
              </a:spcAft>
              <a:buSzPts val="1530"/>
              <a:buNone/>
            </a:pP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B8D2260-6A57-E6F0-EC7E-B17D550696B0}"/>
                  </a:ext>
                </a:extLst>
              </p14:cNvPr>
              <p14:cNvContentPartPr/>
              <p14:nvPr/>
            </p14:nvContentPartPr>
            <p14:xfrm>
              <a:off x="1288440" y="1918800"/>
              <a:ext cx="6554880" cy="1987200"/>
            </p14:xfrm>
          </p:contentPart>
        </mc:Choice>
        <mc:Fallback xmlns="">
          <p:pic>
            <p:nvPicPr>
              <p:cNvPr id="2" name="Ink 1">
                <a:extLst>
                  <a:ext uri="{FF2B5EF4-FFF2-40B4-BE49-F238E27FC236}">
                    <a16:creationId xmlns:a16="http://schemas.microsoft.com/office/drawing/2014/main" id="{7B8D2260-6A57-E6F0-EC7E-B17D550696B0}"/>
                  </a:ext>
                </a:extLst>
              </p:cNvPr>
              <p:cNvPicPr/>
              <p:nvPr/>
            </p:nvPicPr>
            <p:blipFill>
              <a:blip r:embed="rId4"/>
              <a:stretch>
                <a:fillRect/>
              </a:stretch>
            </p:blipFill>
            <p:spPr>
              <a:xfrm>
                <a:off x="1279080" y="1909440"/>
                <a:ext cx="6573600" cy="2005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1">
                                            <p:txEl>
                                              <p:pRg st="0" end="0"/>
                                            </p:txEl>
                                          </p:spTgt>
                                        </p:tgtEl>
                                        <p:attrNameLst>
                                          <p:attrName>style.visibility</p:attrName>
                                        </p:attrNameLst>
                                      </p:cBhvr>
                                      <p:to>
                                        <p:strVal val="visible"/>
                                      </p:to>
                                    </p:set>
                                    <p:animEffect transition="in" filter="fade">
                                      <p:cBhvr>
                                        <p:cTn id="7" dur="500"/>
                                        <p:tgtEl>
                                          <p:spTgt spid="1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xEl>
                                              <p:pRg st="1" end="1"/>
                                            </p:txEl>
                                          </p:spTgt>
                                        </p:tgtEl>
                                        <p:attrNameLst>
                                          <p:attrName>style.visibility</p:attrName>
                                        </p:attrNameLst>
                                      </p:cBhvr>
                                      <p:to>
                                        <p:strVal val="visible"/>
                                      </p:to>
                                    </p:set>
                                    <p:animEffect transition="in" filter="fade">
                                      <p:cBhvr>
                                        <p:cTn id="12" dur="500"/>
                                        <p:tgtEl>
                                          <p:spTgt spid="11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1">
                                            <p:txEl>
                                              <p:pRg st="2" end="2"/>
                                            </p:txEl>
                                          </p:spTgt>
                                        </p:tgtEl>
                                        <p:attrNameLst>
                                          <p:attrName>style.visibility</p:attrName>
                                        </p:attrNameLst>
                                      </p:cBhvr>
                                      <p:to>
                                        <p:strVal val="visible"/>
                                      </p:to>
                                    </p:set>
                                    <p:animEffect transition="in" filter="fade">
                                      <p:cBhvr>
                                        <p:cTn id="17" dur="500"/>
                                        <p:tgtEl>
                                          <p:spTgt spid="110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01">
                                            <p:txEl>
                                              <p:pRg st="3" end="3"/>
                                            </p:txEl>
                                          </p:spTgt>
                                        </p:tgtEl>
                                        <p:attrNameLst>
                                          <p:attrName>style.visibility</p:attrName>
                                        </p:attrNameLst>
                                      </p:cBhvr>
                                      <p:to>
                                        <p:strVal val="visible"/>
                                      </p:to>
                                    </p:set>
                                    <p:animEffect transition="in" filter="fade">
                                      <p:cBhvr>
                                        <p:cTn id="22" dur="500"/>
                                        <p:tgtEl>
                                          <p:spTgt spid="110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01">
                                            <p:txEl>
                                              <p:pRg st="4" end="4"/>
                                            </p:txEl>
                                          </p:spTgt>
                                        </p:tgtEl>
                                        <p:attrNameLst>
                                          <p:attrName>style.visibility</p:attrName>
                                        </p:attrNameLst>
                                      </p:cBhvr>
                                      <p:to>
                                        <p:strVal val="visible"/>
                                      </p:to>
                                    </p:set>
                                    <p:animEffect transition="in" filter="fade">
                                      <p:cBhvr>
                                        <p:cTn id="27" dur="500"/>
                                        <p:tgtEl>
                                          <p:spTgt spid="110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01">
                                            <p:txEl>
                                              <p:pRg st="5" end="5"/>
                                            </p:txEl>
                                          </p:spTgt>
                                        </p:tgtEl>
                                        <p:attrNameLst>
                                          <p:attrName>style.visibility</p:attrName>
                                        </p:attrNameLst>
                                      </p:cBhvr>
                                      <p:to>
                                        <p:strVal val="visible"/>
                                      </p:to>
                                    </p:set>
                                    <p:animEffect transition="in" filter="fade">
                                      <p:cBhvr>
                                        <p:cTn id="32" dur="500"/>
                                        <p:tgtEl>
                                          <p:spTgt spid="110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01">
                                            <p:txEl>
                                              <p:pRg st="6" end="6"/>
                                            </p:txEl>
                                          </p:spTgt>
                                        </p:tgtEl>
                                        <p:attrNameLst>
                                          <p:attrName>style.visibility</p:attrName>
                                        </p:attrNameLst>
                                      </p:cBhvr>
                                      <p:to>
                                        <p:strVal val="visible"/>
                                      </p:to>
                                    </p:set>
                                    <p:animEffect transition="in" filter="fade">
                                      <p:cBhvr>
                                        <p:cTn id="37" dur="500"/>
                                        <p:tgtEl>
                                          <p:spTgt spid="110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01">
                                            <p:txEl>
                                              <p:pRg st="7" end="7"/>
                                            </p:txEl>
                                          </p:spTgt>
                                        </p:tgtEl>
                                        <p:attrNameLst>
                                          <p:attrName>style.visibility</p:attrName>
                                        </p:attrNameLst>
                                      </p:cBhvr>
                                      <p:to>
                                        <p:strVal val="visible"/>
                                      </p:to>
                                    </p:set>
                                    <p:animEffect transition="in" filter="fade">
                                      <p:cBhvr>
                                        <p:cTn id="42" dur="500"/>
                                        <p:tgtEl>
                                          <p:spTgt spid="110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01">
                                            <p:txEl>
                                              <p:pRg st="8" end="8"/>
                                            </p:txEl>
                                          </p:spTgt>
                                        </p:tgtEl>
                                        <p:attrNameLst>
                                          <p:attrName>style.visibility</p:attrName>
                                        </p:attrNameLst>
                                      </p:cBhvr>
                                      <p:to>
                                        <p:strVal val="visible"/>
                                      </p:to>
                                    </p:set>
                                    <p:animEffect transition="in" filter="fade">
                                      <p:cBhvr>
                                        <p:cTn id="47" dur="500"/>
                                        <p:tgtEl>
                                          <p:spTgt spid="110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01">
                                            <p:txEl>
                                              <p:pRg st="9" end="9"/>
                                            </p:txEl>
                                          </p:spTgt>
                                        </p:tgtEl>
                                        <p:attrNameLst>
                                          <p:attrName>style.visibility</p:attrName>
                                        </p:attrNameLst>
                                      </p:cBhvr>
                                      <p:to>
                                        <p:strVal val="visible"/>
                                      </p:to>
                                    </p:set>
                                    <p:animEffect transition="in" filter="fade">
                                      <p:cBhvr>
                                        <p:cTn id="52" dur="500"/>
                                        <p:tgtEl>
                                          <p:spTgt spid="110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01">
                                            <p:txEl>
                                              <p:pRg st="10" end="10"/>
                                            </p:txEl>
                                          </p:spTgt>
                                        </p:tgtEl>
                                        <p:attrNameLst>
                                          <p:attrName>style.visibility</p:attrName>
                                        </p:attrNameLst>
                                      </p:cBhvr>
                                      <p:to>
                                        <p:strVal val="visible"/>
                                      </p:to>
                                    </p:set>
                                    <p:animEffect transition="in" filter="fade">
                                      <p:cBhvr>
                                        <p:cTn id="57" dur="500"/>
                                        <p:tgtEl>
                                          <p:spTgt spid="110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01">
                                            <p:txEl>
                                              <p:pRg st="11" end="11"/>
                                            </p:txEl>
                                          </p:spTgt>
                                        </p:tgtEl>
                                        <p:attrNameLst>
                                          <p:attrName>style.visibility</p:attrName>
                                        </p:attrNameLst>
                                      </p:cBhvr>
                                      <p:to>
                                        <p:strVal val="visible"/>
                                      </p:to>
                                    </p:set>
                                    <p:animEffect transition="in" filter="fade">
                                      <p:cBhvr>
                                        <p:cTn id="62" dur="500"/>
                                        <p:tgtEl>
                                          <p:spTgt spid="110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01">
                                            <p:txEl>
                                              <p:pRg st="12" end="12"/>
                                            </p:txEl>
                                          </p:spTgt>
                                        </p:tgtEl>
                                        <p:attrNameLst>
                                          <p:attrName>style.visibility</p:attrName>
                                        </p:attrNameLst>
                                      </p:cBhvr>
                                      <p:to>
                                        <p:strVal val="visible"/>
                                      </p:to>
                                    </p:set>
                                    <p:animEffect transition="in" filter="fade">
                                      <p:cBhvr>
                                        <p:cTn id="67" dur="500"/>
                                        <p:tgtEl>
                                          <p:spTgt spid="110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01">
                                            <p:txEl>
                                              <p:pRg st="13" end="13"/>
                                            </p:txEl>
                                          </p:spTgt>
                                        </p:tgtEl>
                                        <p:attrNameLst>
                                          <p:attrName>style.visibility</p:attrName>
                                        </p:attrNameLst>
                                      </p:cBhvr>
                                      <p:to>
                                        <p:strVal val="visible"/>
                                      </p:to>
                                    </p:set>
                                    <p:animEffect transition="in" filter="fade">
                                      <p:cBhvr>
                                        <p:cTn id="72" dur="500"/>
                                        <p:tgtEl>
                                          <p:spTgt spid="110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01">
                                            <p:txEl>
                                              <p:pRg st="14" end="14"/>
                                            </p:txEl>
                                          </p:spTgt>
                                        </p:tgtEl>
                                        <p:attrNameLst>
                                          <p:attrName>style.visibility</p:attrName>
                                        </p:attrNameLst>
                                      </p:cBhvr>
                                      <p:to>
                                        <p:strVal val="visible"/>
                                      </p:to>
                                    </p:set>
                                    <p:animEffect transition="in" filter="fade">
                                      <p:cBhvr>
                                        <p:cTn id="77" dur="500"/>
                                        <p:tgtEl>
                                          <p:spTgt spid="110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27"/>
          <p:cNvSpPr txBox="1">
            <a:spLocks noGrp="1"/>
          </p:cNvSpPr>
          <p:nvPr>
            <p:ph type="title"/>
          </p:nvPr>
        </p:nvSpPr>
        <p:spPr>
          <a:xfrm>
            <a:off x="385025" y="62247"/>
            <a:ext cx="11695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SIGNS THAT YOUR DATA MAY NOT BE FAITHFUL</a:t>
            </a:r>
            <a:endParaRPr/>
          </a:p>
        </p:txBody>
      </p:sp>
      <p:sp>
        <p:nvSpPr>
          <p:cNvPr id="1108" name="Google Shape;1108;p27"/>
          <p:cNvSpPr txBox="1">
            <a:spLocks noGrp="1"/>
          </p:cNvSpPr>
          <p:nvPr>
            <p:ph type="body" idx="1"/>
          </p:nvPr>
        </p:nvSpPr>
        <p:spPr>
          <a:xfrm>
            <a:off x="760926" y="1271901"/>
            <a:ext cx="11061900" cy="5551800"/>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a:t>Missing Values/Default values: (0, -1, 999, 12345, NaN, Null, 1970, 1900, … others?)</a:t>
            </a:r>
            <a:endParaRPr/>
          </a:p>
          <a:p>
            <a:pPr marL="457200" lvl="1" indent="-182880" algn="l" rtl="0">
              <a:lnSpc>
                <a:spcPct val="90000"/>
              </a:lnSpc>
              <a:spcBef>
                <a:spcPts val="400"/>
              </a:spcBef>
              <a:spcAft>
                <a:spcPts val="0"/>
              </a:spcAft>
              <a:buSzPts val="1530"/>
              <a:buChar char="▪"/>
            </a:pPr>
            <a:r>
              <a:rPr lang="en-US" b="1"/>
              <a:t>Soln 1: </a:t>
            </a:r>
            <a:r>
              <a:rPr lang="en-US"/>
              <a:t>Drop records with missing values → implications on your sample!</a:t>
            </a:r>
            <a:endParaRPr/>
          </a:p>
          <a:p>
            <a:pPr marL="457200" lvl="1" indent="-182880" algn="l" rtl="0">
              <a:lnSpc>
                <a:spcPct val="90000"/>
              </a:lnSpc>
              <a:spcBef>
                <a:spcPts val="600"/>
              </a:spcBef>
              <a:spcAft>
                <a:spcPts val="0"/>
              </a:spcAft>
              <a:buSzPts val="1530"/>
              <a:buChar char="▪"/>
            </a:pPr>
            <a:r>
              <a:rPr lang="en-US" b="1"/>
              <a:t>Soln 2: </a:t>
            </a:r>
            <a:r>
              <a:rPr lang="en-US"/>
              <a:t>Impute missing values → Bias your conclusions</a:t>
            </a:r>
            <a:endParaRPr b="1"/>
          </a:p>
          <a:p>
            <a:pPr marL="182880" lvl="0" indent="-182880" algn="l" rtl="0">
              <a:lnSpc>
                <a:spcPct val="90000"/>
              </a:lnSpc>
              <a:spcBef>
                <a:spcPts val="1400"/>
              </a:spcBef>
              <a:spcAft>
                <a:spcPts val="0"/>
              </a:spcAft>
              <a:buSzPts val="1700"/>
              <a:buChar char="▪"/>
            </a:pPr>
            <a:r>
              <a:rPr lang="en-US"/>
              <a:t>Time Zone Inconsistencies</a:t>
            </a:r>
            <a:endParaRPr/>
          </a:p>
          <a:p>
            <a:pPr marL="457200" lvl="1" indent="-182880" algn="l" rtl="0">
              <a:lnSpc>
                <a:spcPct val="90000"/>
              </a:lnSpc>
              <a:spcBef>
                <a:spcPts val="400"/>
              </a:spcBef>
              <a:spcAft>
                <a:spcPts val="0"/>
              </a:spcAft>
              <a:buSzPts val="1530"/>
              <a:buChar char="▪"/>
            </a:pPr>
            <a:r>
              <a:rPr lang="en-US" b="1"/>
              <a:t>Soln 1: </a:t>
            </a:r>
            <a:r>
              <a:rPr lang="en-US"/>
              <a:t>convert to a common timezone (e.g., UTC) </a:t>
            </a:r>
            <a:endParaRPr/>
          </a:p>
          <a:p>
            <a:pPr marL="457200" lvl="1" indent="-182880" algn="l" rtl="0">
              <a:lnSpc>
                <a:spcPct val="90000"/>
              </a:lnSpc>
              <a:spcBef>
                <a:spcPts val="600"/>
              </a:spcBef>
              <a:spcAft>
                <a:spcPts val="0"/>
              </a:spcAft>
              <a:buSzPts val="1530"/>
              <a:buChar char="▪"/>
            </a:pPr>
            <a:r>
              <a:rPr lang="en-US" b="1"/>
              <a:t>Soln 2: </a:t>
            </a:r>
            <a:r>
              <a:rPr lang="en-US"/>
              <a:t>convert to the timezone of the location – useful in modeling behavior.</a:t>
            </a:r>
            <a:endParaRPr/>
          </a:p>
          <a:p>
            <a:pPr marL="182880" lvl="0" indent="-182880" algn="l" rtl="0">
              <a:lnSpc>
                <a:spcPct val="90000"/>
              </a:lnSpc>
              <a:spcBef>
                <a:spcPts val="1400"/>
              </a:spcBef>
              <a:spcAft>
                <a:spcPts val="0"/>
              </a:spcAft>
              <a:buSzPts val="1700"/>
              <a:buChar char="▪"/>
            </a:pPr>
            <a:r>
              <a:rPr lang="en-US"/>
              <a:t>Duplicated Records or Fields</a:t>
            </a:r>
            <a:endParaRPr/>
          </a:p>
          <a:p>
            <a:pPr marL="457200" lvl="1" indent="-182880" algn="l" rtl="0">
              <a:lnSpc>
                <a:spcPct val="90000"/>
              </a:lnSpc>
              <a:spcBef>
                <a:spcPts val="400"/>
              </a:spcBef>
              <a:spcAft>
                <a:spcPts val="0"/>
              </a:spcAft>
              <a:buSzPts val="1530"/>
              <a:buChar char="▪"/>
            </a:pPr>
            <a:r>
              <a:rPr lang="en-US" b="1"/>
              <a:t>Soln: </a:t>
            </a:r>
            <a:r>
              <a:rPr lang="en-US"/>
              <a:t>identify and eliminate (use primary key) → implications on sample?</a:t>
            </a:r>
            <a:endParaRPr b="1"/>
          </a:p>
          <a:p>
            <a:pPr marL="182880" lvl="0" indent="-182880" algn="l" rtl="0">
              <a:lnSpc>
                <a:spcPct val="90000"/>
              </a:lnSpc>
              <a:spcBef>
                <a:spcPts val="1400"/>
              </a:spcBef>
              <a:spcAft>
                <a:spcPts val="0"/>
              </a:spcAft>
              <a:buSzPts val="1700"/>
              <a:buChar char="▪"/>
            </a:pPr>
            <a:r>
              <a:rPr lang="en-US"/>
              <a:t>Spelling Errors</a:t>
            </a:r>
            <a:endParaRPr/>
          </a:p>
          <a:p>
            <a:pPr marL="457200" lvl="1" indent="-182880" algn="l" rtl="0">
              <a:lnSpc>
                <a:spcPct val="90000"/>
              </a:lnSpc>
              <a:spcBef>
                <a:spcPts val="400"/>
              </a:spcBef>
              <a:spcAft>
                <a:spcPts val="0"/>
              </a:spcAft>
              <a:buSzPts val="1530"/>
              <a:buChar char="▪"/>
            </a:pPr>
            <a:r>
              <a:rPr lang="en-US" b="1"/>
              <a:t>Soln: </a:t>
            </a:r>
            <a:r>
              <a:rPr lang="en-US"/>
              <a:t>Apply corrections or drop records not in a dictionary → implications on sample?</a:t>
            </a:r>
            <a:endParaRPr b="1"/>
          </a:p>
          <a:p>
            <a:pPr marL="182880" lvl="0" indent="-182880" algn="l" rtl="0">
              <a:lnSpc>
                <a:spcPct val="90000"/>
              </a:lnSpc>
              <a:spcBef>
                <a:spcPts val="1400"/>
              </a:spcBef>
              <a:spcAft>
                <a:spcPts val="0"/>
              </a:spcAft>
              <a:buSzPts val="1700"/>
              <a:buChar char="▪"/>
            </a:pPr>
            <a:r>
              <a:rPr lang="en-US"/>
              <a:t>Units not specified or consistent</a:t>
            </a:r>
            <a:endParaRPr/>
          </a:p>
          <a:p>
            <a:pPr marL="457200" lvl="1" indent="-182880" algn="l" rtl="0">
              <a:lnSpc>
                <a:spcPct val="90000"/>
              </a:lnSpc>
              <a:spcBef>
                <a:spcPts val="400"/>
              </a:spcBef>
              <a:spcAft>
                <a:spcPts val="0"/>
              </a:spcAft>
              <a:buSzPts val="1530"/>
              <a:buChar char="▪"/>
            </a:pPr>
            <a:r>
              <a:rPr lang="en-US" b="1"/>
              <a:t>Solns</a:t>
            </a:r>
            <a:r>
              <a:rPr lang="en-US"/>
              <a:t>: Infer units, check values are in reasonable ranges for data</a:t>
            </a:r>
            <a:endParaRPr b="1"/>
          </a:p>
          <a:p>
            <a:pPr marL="182880" lvl="0" indent="-182880" algn="l" rtl="0">
              <a:lnSpc>
                <a:spcPct val="90000"/>
              </a:lnSpc>
              <a:spcBef>
                <a:spcPts val="1400"/>
              </a:spcBef>
              <a:spcAft>
                <a:spcPts val="0"/>
              </a:spcAft>
              <a:buSzPts val="1700"/>
              <a:buChar char="▪"/>
            </a:pPr>
            <a:r>
              <a:rPr lang="en-US"/>
              <a:t>Truncated data (early excel limits: 65536 Rows, 255 Columns)</a:t>
            </a:r>
            <a:endParaRPr/>
          </a:p>
          <a:p>
            <a:pPr marL="457200" lvl="1" indent="-182880" algn="l" rtl="0">
              <a:lnSpc>
                <a:spcPct val="90000"/>
              </a:lnSpc>
              <a:spcBef>
                <a:spcPts val="400"/>
              </a:spcBef>
              <a:spcAft>
                <a:spcPts val="0"/>
              </a:spcAft>
              <a:buSzPts val="1530"/>
              <a:buChar char="▪"/>
            </a:pPr>
            <a:r>
              <a:rPr lang="en-US" b="1"/>
              <a:t>Soln: </a:t>
            </a:r>
            <a:r>
              <a:rPr lang="en-US"/>
              <a:t>be aware of consequences in analysis → how did truncation affect sample?</a:t>
            </a:r>
            <a:endParaRPr/>
          </a:p>
          <a:p>
            <a:pPr marL="182880" lvl="0" indent="-182880" algn="l" rtl="0">
              <a:lnSpc>
                <a:spcPct val="90000"/>
              </a:lnSpc>
              <a:spcBef>
                <a:spcPts val="1400"/>
              </a:spcBef>
              <a:spcAft>
                <a:spcPts val="0"/>
              </a:spcAft>
              <a:buSzPts val="1700"/>
              <a:buChar char="▪"/>
            </a:pPr>
            <a:r>
              <a:rPr lang="en-US"/>
              <a:t>Others…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8">
                                            <p:txEl>
                                              <p:pRg st="0" end="0"/>
                                            </p:txEl>
                                          </p:spTgt>
                                        </p:tgtEl>
                                        <p:attrNameLst>
                                          <p:attrName>style.visibility</p:attrName>
                                        </p:attrNameLst>
                                      </p:cBhvr>
                                      <p:to>
                                        <p:strVal val="visible"/>
                                      </p:to>
                                    </p:set>
                                    <p:animEffect transition="in" filter="fade">
                                      <p:cBhvr>
                                        <p:cTn id="7" dur="500"/>
                                        <p:tgtEl>
                                          <p:spTgt spid="11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8">
                                            <p:txEl>
                                              <p:pRg st="1" end="1"/>
                                            </p:txEl>
                                          </p:spTgt>
                                        </p:tgtEl>
                                        <p:attrNameLst>
                                          <p:attrName>style.visibility</p:attrName>
                                        </p:attrNameLst>
                                      </p:cBhvr>
                                      <p:to>
                                        <p:strVal val="visible"/>
                                      </p:to>
                                    </p:set>
                                    <p:animEffect transition="in" filter="fade">
                                      <p:cBhvr>
                                        <p:cTn id="12" dur="500"/>
                                        <p:tgtEl>
                                          <p:spTgt spid="11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8">
                                            <p:txEl>
                                              <p:pRg st="2" end="2"/>
                                            </p:txEl>
                                          </p:spTgt>
                                        </p:tgtEl>
                                        <p:attrNameLst>
                                          <p:attrName>style.visibility</p:attrName>
                                        </p:attrNameLst>
                                      </p:cBhvr>
                                      <p:to>
                                        <p:strVal val="visible"/>
                                      </p:to>
                                    </p:set>
                                    <p:animEffect transition="in" filter="fade">
                                      <p:cBhvr>
                                        <p:cTn id="17" dur="500"/>
                                        <p:tgtEl>
                                          <p:spTgt spid="11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08">
                                            <p:txEl>
                                              <p:pRg st="3" end="3"/>
                                            </p:txEl>
                                          </p:spTgt>
                                        </p:tgtEl>
                                        <p:attrNameLst>
                                          <p:attrName>style.visibility</p:attrName>
                                        </p:attrNameLst>
                                      </p:cBhvr>
                                      <p:to>
                                        <p:strVal val="visible"/>
                                      </p:to>
                                    </p:set>
                                    <p:animEffect transition="in" filter="fade">
                                      <p:cBhvr>
                                        <p:cTn id="22" dur="500"/>
                                        <p:tgtEl>
                                          <p:spTgt spid="110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08">
                                            <p:txEl>
                                              <p:pRg st="4" end="4"/>
                                            </p:txEl>
                                          </p:spTgt>
                                        </p:tgtEl>
                                        <p:attrNameLst>
                                          <p:attrName>style.visibility</p:attrName>
                                        </p:attrNameLst>
                                      </p:cBhvr>
                                      <p:to>
                                        <p:strVal val="visible"/>
                                      </p:to>
                                    </p:set>
                                    <p:animEffect transition="in" filter="fade">
                                      <p:cBhvr>
                                        <p:cTn id="27" dur="500"/>
                                        <p:tgtEl>
                                          <p:spTgt spid="110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08">
                                            <p:txEl>
                                              <p:pRg st="5" end="5"/>
                                            </p:txEl>
                                          </p:spTgt>
                                        </p:tgtEl>
                                        <p:attrNameLst>
                                          <p:attrName>style.visibility</p:attrName>
                                        </p:attrNameLst>
                                      </p:cBhvr>
                                      <p:to>
                                        <p:strVal val="visible"/>
                                      </p:to>
                                    </p:set>
                                    <p:animEffect transition="in" filter="fade">
                                      <p:cBhvr>
                                        <p:cTn id="32" dur="500"/>
                                        <p:tgtEl>
                                          <p:spTgt spid="110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08">
                                            <p:txEl>
                                              <p:pRg st="6" end="6"/>
                                            </p:txEl>
                                          </p:spTgt>
                                        </p:tgtEl>
                                        <p:attrNameLst>
                                          <p:attrName>style.visibility</p:attrName>
                                        </p:attrNameLst>
                                      </p:cBhvr>
                                      <p:to>
                                        <p:strVal val="visible"/>
                                      </p:to>
                                    </p:set>
                                    <p:animEffect transition="in" filter="fade">
                                      <p:cBhvr>
                                        <p:cTn id="37" dur="500"/>
                                        <p:tgtEl>
                                          <p:spTgt spid="110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08">
                                            <p:txEl>
                                              <p:pRg st="7" end="7"/>
                                            </p:txEl>
                                          </p:spTgt>
                                        </p:tgtEl>
                                        <p:attrNameLst>
                                          <p:attrName>style.visibility</p:attrName>
                                        </p:attrNameLst>
                                      </p:cBhvr>
                                      <p:to>
                                        <p:strVal val="visible"/>
                                      </p:to>
                                    </p:set>
                                    <p:animEffect transition="in" filter="fade">
                                      <p:cBhvr>
                                        <p:cTn id="42" dur="500"/>
                                        <p:tgtEl>
                                          <p:spTgt spid="110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08">
                                            <p:txEl>
                                              <p:pRg st="8" end="8"/>
                                            </p:txEl>
                                          </p:spTgt>
                                        </p:tgtEl>
                                        <p:attrNameLst>
                                          <p:attrName>style.visibility</p:attrName>
                                        </p:attrNameLst>
                                      </p:cBhvr>
                                      <p:to>
                                        <p:strVal val="visible"/>
                                      </p:to>
                                    </p:set>
                                    <p:animEffect transition="in" filter="fade">
                                      <p:cBhvr>
                                        <p:cTn id="47" dur="500"/>
                                        <p:tgtEl>
                                          <p:spTgt spid="110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08">
                                            <p:txEl>
                                              <p:pRg st="9" end="9"/>
                                            </p:txEl>
                                          </p:spTgt>
                                        </p:tgtEl>
                                        <p:attrNameLst>
                                          <p:attrName>style.visibility</p:attrName>
                                        </p:attrNameLst>
                                      </p:cBhvr>
                                      <p:to>
                                        <p:strVal val="visible"/>
                                      </p:to>
                                    </p:set>
                                    <p:animEffect transition="in" filter="fade">
                                      <p:cBhvr>
                                        <p:cTn id="52" dur="500"/>
                                        <p:tgtEl>
                                          <p:spTgt spid="110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08">
                                            <p:txEl>
                                              <p:pRg st="10" end="10"/>
                                            </p:txEl>
                                          </p:spTgt>
                                        </p:tgtEl>
                                        <p:attrNameLst>
                                          <p:attrName>style.visibility</p:attrName>
                                        </p:attrNameLst>
                                      </p:cBhvr>
                                      <p:to>
                                        <p:strVal val="visible"/>
                                      </p:to>
                                    </p:set>
                                    <p:animEffect transition="in" filter="fade">
                                      <p:cBhvr>
                                        <p:cTn id="57" dur="500"/>
                                        <p:tgtEl>
                                          <p:spTgt spid="110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08">
                                            <p:txEl>
                                              <p:pRg st="11" end="11"/>
                                            </p:txEl>
                                          </p:spTgt>
                                        </p:tgtEl>
                                        <p:attrNameLst>
                                          <p:attrName>style.visibility</p:attrName>
                                        </p:attrNameLst>
                                      </p:cBhvr>
                                      <p:to>
                                        <p:strVal val="visible"/>
                                      </p:to>
                                    </p:set>
                                    <p:animEffect transition="in" filter="fade">
                                      <p:cBhvr>
                                        <p:cTn id="62" dur="500"/>
                                        <p:tgtEl>
                                          <p:spTgt spid="110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08">
                                            <p:txEl>
                                              <p:pRg st="12" end="12"/>
                                            </p:txEl>
                                          </p:spTgt>
                                        </p:tgtEl>
                                        <p:attrNameLst>
                                          <p:attrName>style.visibility</p:attrName>
                                        </p:attrNameLst>
                                      </p:cBhvr>
                                      <p:to>
                                        <p:strVal val="visible"/>
                                      </p:to>
                                    </p:set>
                                    <p:animEffect transition="in" filter="fade">
                                      <p:cBhvr>
                                        <p:cTn id="67" dur="500"/>
                                        <p:tgtEl>
                                          <p:spTgt spid="110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08">
                                            <p:txEl>
                                              <p:pRg st="13" end="13"/>
                                            </p:txEl>
                                          </p:spTgt>
                                        </p:tgtEl>
                                        <p:attrNameLst>
                                          <p:attrName>style.visibility</p:attrName>
                                        </p:attrNameLst>
                                      </p:cBhvr>
                                      <p:to>
                                        <p:strVal val="visible"/>
                                      </p:to>
                                    </p:set>
                                    <p:animEffect transition="in" filter="fade">
                                      <p:cBhvr>
                                        <p:cTn id="72" dur="500"/>
                                        <p:tgtEl>
                                          <p:spTgt spid="110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08">
                                            <p:txEl>
                                              <p:pRg st="14" end="14"/>
                                            </p:txEl>
                                          </p:spTgt>
                                        </p:tgtEl>
                                        <p:attrNameLst>
                                          <p:attrName>style.visibility</p:attrName>
                                        </p:attrNameLst>
                                      </p:cBhvr>
                                      <p:to>
                                        <p:strVal val="visible"/>
                                      </p:to>
                                    </p:set>
                                    <p:animEffect transition="in" filter="fade">
                                      <p:cBhvr>
                                        <p:cTn id="77" dur="500"/>
                                        <p:tgtEl>
                                          <p:spTgt spid="110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2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FEATURE TRANSFORMATIONS</a:t>
            </a:r>
            <a:endParaRPr/>
          </a:p>
        </p:txBody>
      </p:sp>
      <p:sp>
        <p:nvSpPr>
          <p:cNvPr id="1114" name="Google Shape;1114;p2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Sometimes, we need to transform columns/features to enable meaningful analysis </a:t>
            </a:r>
            <a:endParaRPr/>
          </a:p>
          <a:p>
            <a:pPr marL="457200" lvl="1" indent="-182880" algn="l" rtl="0">
              <a:lnSpc>
                <a:spcPct val="90000"/>
              </a:lnSpc>
              <a:spcBef>
                <a:spcPts val="400"/>
              </a:spcBef>
              <a:spcAft>
                <a:spcPts val="0"/>
              </a:spcAft>
              <a:buSzPts val="1530"/>
              <a:buChar char="▪"/>
            </a:pPr>
            <a:r>
              <a:rPr lang="en-US"/>
              <a:t>This process is known as feature engineering in data mining and machine learning </a:t>
            </a:r>
            <a:endParaRPr/>
          </a:p>
          <a:p>
            <a:pPr marL="182880" lvl="0" indent="-182880" algn="l" rtl="0">
              <a:lnSpc>
                <a:spcPct val="90000"/>
              </a:lnSpc>
              <a:spcBef>
                <a:spcPts val="1400"/>
              </a:spcBef>
              <a:spcAft>
                <a:spcPts val="0"/>
              </a:spcAft>
              <a:buSzPts val="1700"/>
              <a:buChar char="▪"/>
            </a:pPr>
            <a:r>
              <a:rPr lang="en-US"/>
              <a:t>Type conversion </a:t>
            </a:r>
            <a:endParaRPr/>
          </a:p>
          <a:p>
            <a:pPr marL="457200" lvl="1" indent="-182880" algn="l" rtl="0">
              <a:lnSpc>
                <a:spcPct val="90000"/>
              </a:lnSpc>
              <a:spcBef>
                <a:spcPts val="400"/>
              </a:spcBef>
              <a:spcAft>
                <a:spcPts val="0"/>
              </a:spcAft>
              <a:buSzPts val="1530"/>
              <a:buChar char="▪"/>
            </a:pPr>
            <a:r>
              <a:rPr lang="en-US"/>
              <a:t>To improve existing features – e.g. convert string price “$2.75” to float “2.75” </a:t>
            </a:r>
            <a:endParaRPr/>
          </a:p>
          <a:p>
            <a:pPr marL="182880" lvl="0" indent="-182880" algn="l" rtl="0">
              <a:lnSpc>
                <a:spcPct val="90000"/>
              </a:lnSpc>
              <a:spcBef>
                <a:spcPts val="1400"/>
              </a:spcBef>
              <a:spcAft>
                <a:spcPts val="0"/>
              </a:spcAft>
              <a:buSzPts val="1700"/>
              <a:buChar char="▪"/>
            </a:pPr>
            <a:r>
              <a:rPr lang="en-US"/>
              <a:t>Mathematical transformations</a:t>
            </a:r>
            <a:endParaRPr/>
          </a:p>
          <a:p>
            <a:pPr marL="457200" lvl="1" indent="-182880" algn="l" rtl="0">
              <a:lnSpc>
                <a:spcPct val="90000"/>
              </a:lnSpc>
              <a:spcBef>
                <a:spcPts val="400"/>
              </a:spcBef>
              <a:spcAft>
                <a:spcPts val="0"/>
              </a:spcAft>
              <a:buSzPts val="1530"/>
              <a:buChar char="▪"/>
            </a:pPr>
            <a:r>
              <a:rPr lang="en-US"/>
              <a:t>To derive new features (create new columns) – e.g., BMI from height and weight </a:t>
            </a:r>
            <a:endParaRPr/>
          </a:p>
          <a:p>
            <a:pPr marL="182880" lvl="0" indent="-182880" algn="l" rtl="0">
              <a:lnSpc>
                <a:spcPct val="90000"/>
              </a:lnSpc>
              <a:spcBef>
                <a:spcPts val="1400"/>
              </a:spcBef>
              <a:spcAft>
                <a:spcPts val="0"/>
              </a:spcAft>
              <a:buSzPts val="1700"/>
              <a:buChar char="▪"/>
            </a:pPr>
            <a:r>
              <a:rPr lang="en-US"/>
              <a:t>Extraction </a:t>
            </a:r>
            <a:endParaRPr/>
          </a:p>
          <a:p>
            <a:pPr marL="457200" lvl="1" indent="-182880" algn="l" rtl="0">
              <a:lnSpc>
                <a:spcPct val="90000"/>
              </a:lnSpc>
              <a:spcBef>
                <a:spcPts val="400"/>
              </a:spcBef>
              <a:spcAft>
                <a:spcPts val="0"/>
              </a:spcAft>
              <a:buSzPts val="1530"/>
              <a:buChar char="▪"/>
            </a:pPr>
            <a:r>
              <a:rPr lang="en-US"/>
              <a:t>To derive new features – e.g., whether a zip code is in Chicago or not</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04BAA87-BAC0-D95C-3CD1-05D5BA3368C1}"/>
                  </a:ext>
                </a:extLst>
              </p14:cNvPr>
              <p14:cNvContentPartPr/>
              <p14:nvPr/>
            </p14:nvContentPartPr>
            <p14:xfrm>
              <a:off x="3178800" y="2299680"/>
              <a:ext cx="8852760" cy="4292640"/>
            </p14:xfrm>
          </p:contentPart>
        </mc:Choice>
        <mc:Fallback xmlns="">
          <p:pic>
            <p:nvPicPr>
              <p:cNvPr id="2" name="Ink 1">
                <a:extLst>
                  <a:ext uri="{FF2B5EF4-FFF2-40B4-BE49-F238E27FC236}">
                    <a16:creationId xmlns:a16="http://schemas.microsoft.com/office/drawing/2014/main" id="{604BAA87-BAC0-D95C-3CD1-05D5BA3368C1}"/>
                  </a:ext>
                </a:extLst>
              </p:cNvPr>
              <p:cNvPicPr/>
              <p:nvPr/>
            </p:nvPicPr>
            <p:blipFill>
              <a:blip r:embed="rId4"/>
              <a:stretch>
                <a:fillRect/>
              </a:stretch>
            </p:blipFill>
            <p:spPr>
              <a:xfrm>
                <a:off x="3169440" y="2290320"/>
                <a:ext cx="8871480" cy="43113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3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RECAP: HOW DO YOU DO DATA WRANGLING?</a:t>
            </a:r>
            <a:endParaRPr/>
          </a:p>
        </p:txBody>
      </p:sp>
      <p:sp>
        <p:nvSpPr>
          <p:cNvPr id="1120" name="Google Shape;1120;p30"/>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a:t>Examine data and meta-data: </a:t>
            </a:r>
            <a:endParaRPr/>
          </a:p>
          <a:p>
            <a:pPr marL="457200" lvl="1" indent="-182880" algn="l" rtl="0">
              <a:lnSpc>
                <a:spcPct val="90000"/>
              </a:lnSpc>
              <a:spcBef>
                <a:spcPts val="400"/>
              </a:spcBef>
              <a:spcAft>
                <a:spcPts val="0"/>
              </a:spcAft>
              <a:buSzPts val="1530"/>
              <a:buChar char="▪"/>
            </a:pPr>
            <a:r>
              <a:rPr lang="en-US"/>
              <a:t>What is the scope, structure and granularity of the data?</a:t>
            </a:r>
            <a:endParaRPr/>
          </a:p>
          <a:p>
            <a:pPr marL="182880" lvl="0" indent="-182880" algn="l" rtl="0">
              <a:lnSpc>
                <a:spcPct val="90000"/>
              </a:lnSpc>
              <a:spcBef>
                <a:spcPts val="1400"/>
              </a:spcBef>
              <a:spcAft>
                <a:spcPts val="0"/>
              </a:spcAft>
              <a:buSzPts val="1700"/>
              <a:buChar char="▪"/>
            </a:pPr>
            <a:r>
              <a:rPr lang="en-US"/>
              <a:t>Examine each field/attribute/dimension individually </a:t>
            </a:r>
            <a:endParaRPr/>
          </a:p>
          <a:p>
            <a:pPr marL="182880" lvl="0" indent="-182880" algn="l" rtl="0">
              <a:lnSpc>
                <a:spcPct val="90000"/>
              </a:lnSpc>
              <a:spcBef>
                <a:spcPts val="1200"/>
              </a:spcBef>
              <a:spcAft>
                <a:spcPts val="0"/>
              </a:spcAft>
              <a:buSzPts val="1700"/>
              <a:buChar char="▪"/>
            </a:pPr>
            <a:r>
              <a:rPr lang="en-US"/>
              <a:t>Examine pairs of related dimensions </a:t>
            </a:r>
            <a:endParaRPr/>
          </a:p>
          <a:p>
            <a:pPr marL="182880" lvl="0" indent="-182880" algn="l" rtl="0">
              <a:lnSpc>
                <a:spcPct val="90000"/>
              </a:lnSpc>
              <a:spcBef>
                <a:spcPts val="1200"/>
              </a:spcBef>
              <a:spcAft>
                <a:spcPts val="0"/>
              </a:spcAft>
              <a:buSzPts val="1700"/>
              <a:buChar char="▪"/>
            </a:pPr>
            <a:r>
              <a:rPr lang="en-US"/>
              <a:t>Stratifying earlier analysis: break down grades by major … </a:t>
            </a:r>
            <a:endParaRPr/>
          </a:p>
          <a:p>
            <a:pPr marL="182880" lvl="0" indent="-182880" algn="l" rtl="0">
              <a:lnSpc>
                <a:spcPct val="90000"/>
              </a:lnSpc>
              <a:spcBef>
                <a:spcPts val="1200"/>
              </a:spcBef>
              <a:spcAft>
                <a:spcPts val="0"/>
              </a:spcAft>
              <a:buSzPts val="1700"/>
              <a:buChar char="▪"/>
            </a:pPr>
            <a:r>
              <a:rPr lang="en-US"/>
              <a:t>Along the way: </a:t>
            </a:r>
            <a:endParaRPr/>
          </a:p>
          <a:p>
            <a:pPr marL="457200" lvl="1" indent="-182880" algn="l" rtl="0">
              <a:lnSpc>
                <a:spcPct val="90000"/>
              </a:lnSpc>
              <a:spcBef>
                <a:spcPts val="400"/>
              </a:spcBef>
              <a:spcAft>
                <a:spcPts val="0"/>
              </a:spcAft>
              <a:buSzPts val="1530"/>
              <a:buChar char="▪"/>
            </a:pPr>
            <a:r>
              <a:rPr lang="en-US"/>
              <a:t>Visualize/summarize the data </a:t>
            </a:r>
            <a:endParaRPr/>
          </a:p>
          <a:p>
            <a:pPr marL="457200" lvl="1" indent="-182880" algn="l" rtl="0">
              <a:lnSpc>
                <a:spcPct val="90000"/>
              </a:lnSpc>
              <a:spcBef>
                <a:spcPts val="600"/>
              </a:spcBef>
              <a:spcAft>
                <a:spcPts val="0"/>
              </a:spcAft>
              <a:buSzPts val="1530"/>
              <a:buChar char="▪"/>
            </a:pPr>
            <a:r>
              <a:rPr lang="en-US"/>
              <a:t>Validate assumptions about data and collection process</a:t>
            </a:r>
            <a:endParaRPr/>
          </a:p>
          <a:p>
            <a:pPr marL="457200" lvl="1" indent="-182880" algn="l" rtl="0">
              <a:lnSpc>
                <a:spcPct val="90000"/>
              </a:lnSpc>
              <a:spcBef>
                <a:spcPts val="600"/>
              </a:spcBef>
              <a:spcAft>
                <a:spcPts val="0"/>
              </a:spcAft>
              <a:buSzPts val="1530"/>
              <a:buChar char="▪"/>
            </a:pPr>
            <a:r>
              <a:rPr lang="en-US"/>
              <a:t>Identify and address anomalies </a:t>
            </a:r>
            <a:endParaRPr/>
          </a:p>
          <a:p>
            <a:pPr marL="457200" lvl="1" indent="-182880" algn="l" rtl="0">
              <a:lnSpc>
                <a:spcPct val="90000"/>
              </a:lnSpc>
              <a:spcBef>
                <a:spcPts val="600"/>
              </a:spcBef>
              <a:spcAft>
                <a:spcPts val="0"/>
              </a:spcAft>
              <a:buSzPts val="1530"/>
              <a:buChar char="▪"/>
            </a:pPr>
            <a:r>
              <a:rPr lang="en-US"/>
              <a:t>Apply data transformations and corrections </a:t>
            </a:r>
            <a:endParaRPr/>
          </a:p>
          <a:p>
            <a:pPr marL="182880" lvl="0" indent="-182880" algn="l" rtl="0">
              <a:lnSpc>
                <a:spcPct val="90000"/>
              </a:lnSpc>
              <a:spcBef>
                <a:spcPts val="1400"/>
              </a:spcBef>
              <a:spcAft>
                <a:spcPts val="0"/>
              </a:spcAft>
              <a:buSzPts val="1700"/>
              <a:buChar char="▪"/>
            </a:pPr>
            <a:r>
              <a:rPr lang="en-US"/>
              <a:t>Record everything you do! (</a:t>
            </a:r>
            <a:r>
              <a:rPr lang="en-US" b="1"/>
              <a:t>why?</a:t>
            </a:r>
            <a:r>
              <a:rPr lang="en-US"/>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Onward</a:t>
            </a:r>
            <a:endParaRPr dirty="0"/>
          </a:p>
        </p:txBody>
      </p:sp>
      <p:sp>
        <p:nvSpPr>
          <p:cNvPr id="130" name="Google Shape;130;p2"/>
          <p:cNvSpPr txBox="1">
            <a:spLocks noGrp="1"/>
          </p:cNvSpPr>
          <p:nvPr>
            <p:ph type="body" idx="1"/>
          </p:nvPr>
        </p:nvSpPr>
        <p:spPr>
          <a:xfrm>
            <a:off x="852617" y="2121408"/>
            <a:ext cx="5004378" cy="4500618"/>
          </a:xfrm>
          <a:prstGeom prst="rect">
            <a:avLst/>
          </a:prstGeom>
          <a:noFill/>
          <a:ln>
            <a:noFill/>
          </a:ln>
        </p:spPr>
        <p:txBody>
          <a:bodyPr spcFirstLastPara="1" wrap="square" lIns="91425" tIns="45700" rIns="91425" bIns="45700" anchor="t" anchorCtr="0">
            <a:normAutofit/>
          </a:bodyPr>
          <a:lstStyle/>
          <a:p>
            <a:pPr marL="182880" lvl="1" indent="-182880" algn="l" rtl="0">
              <a:lnSpc>
                <a:spcPct val="90000"/>
              </a:lnSpc>
              <a:spcBef>
                <a:spcPts val="0"/>
              </a:spcBef>
              <a:spcAft>
                <a:spcPts val="0"/>
              </a:spcAft>
              <a:buSzPts val="2040"/>
              <a:buChar char="▪"/>
            </a:pPr>
            <a:r>
              <a:rPr lang="en-US" sz="2400" dirty="0"/>
              <a:t>So far: </a:t>
            </a:r>
            <a:endParaRPr dirty="0"/>
          </a:p>
          <a:p>
            <a:pPr marL="457200" lvl="2" indent="-182880" algn="l" rtl="0">
              <a:lnSpc>
                <a:spcPct val="90000"/>
              </a:lnSpc>
              <a:spcBef>
                <a:spcPts val="1200"/>
              </a:spcBef>
              <a:spcAft>
                <a:spcPts val="0"/>
              </a:spcAft>
              <a:buSzPts val="1870"/>
              <a:buChar char="▪"/>
            </a:pPr>
            <a:r>
              <a:rPr lang="en-US" sz="2200" dirty="0"/>
              <a:t>Pandas basics</a:t>
            </a:r>
            <a:endParaRPr dirty="0"/>
          </a:p>
          <a:p>
            <a:pPr marL="457200" lvl="2" indent="-64133" algn="l" rtl="0">
              <a:lnSpc>
                <a:spcPct val="90000"/>
              </a:lnSpc>
              <a:spcBef>
                <a:spcPts val="1200"/>
              </a:spcBef>
              <a:spcAft>
                <a:spcPts val="0"/>
              </a:spcAft>
              <a:buSzPts val="1870"/>
              <a:buNone/>
            </a:pPr>
            <a:endParaRPr sz="2200" dirty="0"/>
          </a:p>
          <a:p>
            <a:pPr marL="182880" lvl="1" indent="-182880" algn="l" rtl="0">
              <a:lnSpc>
                <a:spcPct val="90000"/>
              </a:lnSpc>
              <a:spcBef>
                <a:spcPts val="1200"/>
              </a:spcBef>
              <a:spcAft>
                <a:spcPts val="0"/>
              </a:spcAft>
              <a:buSzPts val="2040"/>
              <a:buChar char="▪"/>
            </a:pPr>
            <a:r>
              <a:rPr lang="en-US" sz="2400" dirty="0"/>
              <a:t>Now: larger dataset collection tools</a:t>
            </a:r>
            <a:endParaRPr dirty="0"/>
          </a:p>
          <a:p>
            <a:pPr marL="457200" lvl="2" indent="-182880" algn="l" rtl="0">
              <a:lnSpc>
                <a:spcPct val="90000"/>
              </a:lnSpc>
              <a:spcBef>
                <a:spcPts val="1200"/>
              </a:spcBef>
              <a:spcAft>
                <a:spcPts val="0"/>
              </a:spcAft>
              <a:buSzPts val="1870"/>
              <a:buChar char="▪"/>
            </a:pPr>
            <a:r>
              <a:rPr lang="en-US" sz="2200" dirty="0"/>
              <a:t>Databases and SQL</a:t>
            </a:r>
            <a:endParaRPr dirty="0"/>
          </a:p>
          <a:p>
            <a:pPr marL="182880" lvl="0" indent="-53338" algn="l" rtl="0">
              <a:lnSpc>
                <a:spcPct val="90000"/>
              </a:lnSpc>
              <a:spcBef>
                <a:spcPts val="1200"/>
              </a:spcBef>
              <a:spcAft>
                <a:spcPts val="0"/>
              </a:spcAft>
              <a:buSzPts val="2040"/>
              <a:buNone/>
            </a:pPr>
            <a:endParaRPr sz="2400" dirty="0"/>
          </a:p>
        </p:txBody>
      </p:sp>
      <p:sp>
        <p:nvSpPr>
          <p:cNvPr id="131" name="Google Shape;131;p2"/>
          <p:cNvSpPr txBox="1"/>
          <p:nvPr/>
        </p:nvSpPr>
        <p:spPr>
          <a:xfrm>
            <a:off x="6441535" y="982797"/>
            <a:ext cx="30812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Formulate Question or Problem</a:t>
            </a:r>
            <a:endParaRPr sz="2667" b="0" i="0" u="none" strike="noStrike" cap="none">
              <a:solidFill>
                <a:schemeClr val="dk1"/>
              </a:solidFill>
              <a:latin typeface="Calibri"/>
              <a:ea typeface="Calibri"/>
              <a:cs typeface="Calibri"/>
              <a:sym typeface="Calibri"/>
            </a:endParaRPr>
          </a:p>
        </p:txBody>
      </p:sp>
      <p:cxnSp>
        <p:nvCxnSpPr>
          <p:cNvPr id="132" name="Google Shape;132;p2"/>
          <p:cNvCxnSpPr/>
          <p:nvPr/>
        </p:nvCxnSpPr>
        <p:spPr>
          <a:xfrm>
            <a:off x="6404948" y="1247996"/>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133" name="Google Shape;133;p2"/>
          <p:cNvCxnSpPr/>
          <p:nvPr/>
        </p:nvCxnSpPr>
        <p:spPr>
          <a:xfrm>
            <a:off x="9797682" y="1247996"/>
            <a:ext cx="0" cy="576800"/>
          </a:xfrm>
          <a:prstGeom prst="straightConnector1">
            <a:avLst/>
          </a:prstGeom>
          <a:noFill/>
          <a:ln w="28575" cap="flat" cmpd="sng">
            <a:solidFill>
              <a:srgbClr val="000000"/>
            </a:solidFill>
            <a:prstDash val="solid"/>
            <a:round/>
            <a:headEnd type="none" w="sm" len="sm"/>
            <a:tailEnd type="triangle" w="med" len="med"/>
          </a:ln>
        </p:spPr>
      </p:cxnSp>
      <p:grpSp>
        <p:nvGrpSpPr>
          <p:cNvPr id="134" name="Google Shape;134;p2"/>
          <p:cNvGrpSpPr/>
          <p:nvPr/>
        </p:nvGrpSpPr>
        <p:grpSpPr>
          <a:xfrm>
            <a:off x="6795349" y="1013008"/>
            <a:ext cx="5396651" cy="1202188"/>
            <a:chOff x="3149725" y="615959"/>
            <a:chExt cx="4047488" cy="901641"/>
          </a:xfrm>
        </p:grpSpPr>
        <p:sp>
          <p:nvSpPr>
            <p:cNvPr id="135" name="Google Shape;135;p2"/>
            <p:cNvSpPr txBox="1"/>
            <p:nvPr/>
          </p:nvSpPr>
          <p:spPr>
            <a:xfrm>
              <a:off x="5714013" y="615959"/>
              <a:ext cx="14832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Acquire and Clean Data</a:t>
              </a:r>
              <a:endParaRPr sz="2667" b="0" i="0" u="none" strike="noStrike" cap="none">
                <a:solidFill>
                  <a:schemeClr val="dk1"/>
                </a:solidFill>
                <a:latin typeface="Calibri"/>
                <a:ea typeface="Calibri"/>
                <a:cs typeface="Calibri"/>
                <a:sym typeface="Calibri"/>
              </a:endParaRPr>
            </a:p>
          </p:txBody>
        </p:sp>
        <p:cxnSp>
          <p:nvCxnSpPr>
            <p:cNvPr id="136" name="Google Shape;136;p2"/>
            <p:cNvCxnSpPr/>
            <p:nvPr/>
          </p:nvCxnSpPr>
          <p:spPr>
            <a:xfrm>
              <a:off x="3149725" y="1517600"/>
              <a:ext cx="1959000" cy="0"/>
            </a:xfrm>
            <a:prstGeom prst="straightConnector1">
              <a:avLst/>
            </a:prstGeom>
            <a:noFill/>
            <a:ln w="28575" cap="flat" cmpd="sng">
              <a:solidFill>
                <a:srgbClr val="000000"/>
              </a:solidFill>
              <a:prstDash val="solid"/>
              <a:round/>
              <a:headEnd type="none" w="sm" len="sm"/>
              <a:tailEnd type="triangle" w="med" len="med"/>
            </a:ln>
          </p:spPr>
        </p:cxnSp>
      </p:grpSp>
      <p:grpSp>
        <p:nvGrpSpPr>
          <p:cNvPr id="137" name="Google Shape;137;p2"/>
          <p:cNvGrpSpPr/>
          <p:nvPr/>
        </p:nvGrpSpPr>
        <p:grpSpPr>
          <a:xfrm>
            <a:off x="9797683" y="2605596"/>
            <a:ext cx="2526271" cy="3001605"/>
            <a:chOff x="5401475" y="1810400"/>
            <a:chExt cx="1894703" cy="2251204"/>
          </a:xfrm>
        </p:grpSpPr>
        <p:sp>
          <p:nvSpPr>
            <p:cNvPr id="138" name="Google Shape;138;p2"/>
            <p:cNvSpPr txBox="1"/>
            <p:nvPr/>
          </p:nvSpPr>
          <p:spPr>
            <a:xfrm>
              <a:off x="5720878" y="3384204"/>
              <a:ext cx="15753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Exploratory Data Analysis</a:t>
              </a:r>
              <a:endParaRPr sz="2667" b="0" i="0" u="none" strike="noStrike" cap="none">
                <a:solidFill>
                  <a:schemeClr val="dk1"/>
                </a:solidFill>
                <a:latin typeface="Calibri"/>
                <a:ea typeface="Calibri"/>
                <a:cs typeface="Calibri"/>
                <a:sym typeface="Calibri"/>
              </a:endParaRPr>
            </a:p>
          </p:txBody>
        </p:sp>
        <p:cxnSp>
          <p:nvCxnSpPr>
            <p:cNvPr id="139" name="Google Shape;139;p2"/>
            <p:cNvCxnSpPr/>
            <p:nvPr/>
          </p:nvCxnSpPr>
          <p:spPr>
            <a:xfrm>
              <a:off x="5401475" y="1810400"/>
              <a:ext cx="0" cy="1378200"/>
            </a:xfrm>
            <a:prstGeom prst="straightConnector1">
              <a:avLst/>
            </a:prstGeom>
            <a:noFill/>
            <a:ln w="28575" cap="flat" cmpd="sng">
              <a:solidFill>
                <a:srgbClr val="000000"/>
              </a:solidFill>
              <a:prstDash val="solid"/>
              <a:round/>
              <a:headEnd type="none" w="sm" len="sm"/>
              <a:tailEnd type="triangle" w="med" len="med"/>
            </a:ln>
          </p:spPr>
        </p:cxnSp>
      </p:grpSp>
      <p:cxnSp>
        <p:nvCxnSpPr>
          <p:cNvPr id="140" name="Google Shape;140;p2"/>
          <p:cNvCxnSpPr/>
          <p:nvPr/>
        </p:nvCxnSpPr>
        <p:spPr>
          <a:xfrm rot="10800000">
            <a:off x="6680827" y="2491141"/>
            <a:ext cx="2840800" cy="2066400"/>
          </a:xfrm>
          <a:prstGeom prst="straightConnector1">
            <a:avLst/>
          </a:prstGeom>
          <a:noFill/>
          <a:ln w="28575" cap="flat" cmpd="sng">
            <a:solidFill>
              <a:srgbClr val="000000"/>
            </a:solidFill>
            <a:prstDash val="solid"/>
            <a:round/>
            <a:headEnd type="none" w="sm" len="sm"/>
            <a:tailEnd type="triangle" w="med" len="med"/>
          </a:ln>
        </p:spPr>
      </p:cxnSp>
      <p:sp>
        <p:nvSpPr>
          <p:cNvPr id="141" name="Google Shape;141;p2"/>
          <p:cNvSpPr txBox="1"/>
          <p:nvPr/>
        </p:nvSpPr>
        <p:spPr>
          <a:xfrm>
            <a:off x="6761628" y="4749115"/>
            <a:ext cx="2169507" cy="70662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Prediction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and inference</a:t>
            </a:r>
            <a:endParaRPr sz="2667" b="0" i="0" u="none" strike="noStrike" cap="none">
              <a:solidFill>
                <a:schemeClr val="dk1"/>
              </a:solidFill>
              <a:latin typeface="Calibri"/>
              <a:ea typeface="Calibri"/>
              <a:cs typeface="Calibri"/>
              <a:sym typeface="Calibri"/>
            </a:endParaRPr>
          </a:p>
        </p:txBody>
      </p:sp>
      <p:cxnSp>
        <p:nvCxnSpPr>
          <p:cNvPr id="142" name="Google Shape;142;p2"/>
          <p:cNvCxnSpPr/>
          <p:nvPr/>
        </p:nvCxnSpPr>
        <p:spPr>
          <a:xfrm rot="10800000">
            <a:off x="7125748" y="4833485"/>
            <a:ext cx="2281534" cy="111"/>
          </a:xfrm>
          <a:prstGeom prst="straightConnector1">
            <a:avLst/>
          </a:prstGeom>
          <a:noFill/>
          <a:ln w="28575" cap="flat" cmpd="sng">
            <a:solidFill>
              <a:srgbClr val="000000"/>
            </a:solidFill>
            <a:prstDash val="solid"/>
            <a:round/>
            <a:headEnd type="none" w="sm" len="sm"/>
            <a:tailEnd type="triangle" w="med" len="med"/>
          </a:ln>
        </p:spPr>
      </p:cxnSp>
      <p:cxnSp>
        <p:nvCxnSpPr>
          <p:cNvPr id="143" name="Google Shape;143;p2"/>
          <p:cNvCxnSpPr/>
          <p:nvPr/>
        </p:nvCxnSpPr>
        <p:spPr>
          <a:xfrm rot="10800000">
            <a:off x="6404948" y="2605596"/>
            <a:ext cx="0" cy="1837600"/>
          </a:xfrm>
          <a:prstGeom prst="straightConnector1">
            <a:avLst/>
          </a:prstGeom>
          <a:noFill/>
          <a:ln w="28575" cap="flat" cmpd="sng">
            <a:solidFill>
              <a:srgbClr val="000000"/>
            </a:solidFill>
            <a:prstDash val="solid"/>
            <a:round/>
            <a:headEnd type="none" w="sm" len="sm"/>
            <a:tailEnd type="triangle" w="med" len="med"/>
          </a:ln>
        </p:spPr>
      </p:cxnSp>
      <p:grpSp>
        <p:nvGrpSpPr>
          <p:cNvPr id="144" name="Google Shape;144;p2"/>
          <p:cNvGrpSpPr/>
          <p:nvPr/>
        </p:nvGrpSpPr>
        <p:grpSpPr>
          <a:xfrm>
            <a:off x="6404949" y="5223996"/>
            <a:ext cx="4380633" cy="1519600"/>
            <a:chOff x="2856925" y="3774200"/>
            <a:chExt cx="3285475" cy="1139700"/>
          </a:xfrm>
        </p:grpSpPr>
        <p:sp>
          <p:nvSpPr>
            <p:cNvPr id="145" name="Google Shape;145;p2"/>
            <p:cNvSpPr txBox="1"/>
            <p:nvPr/>
          </p:nvSpPr>
          <p:spPr>
            <a:xfrm>
              <a:off x="3938000" y="4236500"/>
              <a:ext cx="22044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146" name="Google Shape;146;p2"/>
            <p:cNvCxnSpPr/>
            <p:nvPr/>
          </p:nvCxnSpPr>
          <p:spPr>
            <a:xfrm rot="-5400000" flipH="1">
              <a:off x="2997025" y="3634100"/>
              <a:ext cx="801000" cy="1081200"/>
            </a:xfrm>
            <a:prstGeom prst="bentConnector2">
              <a:avLst/>
            </a:prstGeom>
            <a:noFill/>
            <a:ln w="28575" cap="flat" cmpd="sng">
              <a:solidFill>
                <a:srgbClr val="000000"/>
              </a:solidFill>
              <a:prstDash val="solid"/>
              <a:round/>
              <a:headEnd type="none" w="sm" len="sm"/>
              <a:tailEnd type="triangle" w="med" len="med"/>
            </a:ln>
          </p:spPr>
        </p:cxnSp>
      </p:grpSp>
      <p:sp>
        <p:nvSpPr>
          <p:cNvPr id="147" name="Google Shape;147;p2"/>
          <p:cNvSpPr txBox="1"/>
          <p:nvPr/>
        </p:nvSpPr>
        <p:spPr>
          <a:xfrm>
            <a:off x="9726412" y="4429765"/>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48" name="Google Shape;148;p2"/>
          <p:cNvSpPr txBox="1"/>
          <p:nvPr/>
        </p:nvSpPr>
        <p:spPr>
          <a:xfrm>
            <a:off x="9904768" y="2276440"/>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149" name="Google Shape;149;p2"/>
          <p:cNvCxnSpPr/>
          <p:nvPr/>
        </p:nvCxnSpPr>
        <p:spPr>
          <a:xfrm rot="-5400000">
            <a:off x="9180078" y="3506764"/>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
        <p:nvSpPr>
          <p:cNvPr id="150" name="Google Shape;150;p2"/>
          <p:cNvSpPr txBox="1"/>
          <p:nvPr/>
        </p:nvSpPr>
        <p:spPr>
          <a:xfrm>
            <a:off x="6093277" y="1696714"/>
            <a:ext cx="443392"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0" i="0" u="none" strike="noStrike" cap="none" dirty="0">
                <a:solidFill>
                  <a:schemeClr val="dk1"/>
                </a:solidFill>
                <a:latin typeface="Times"/>
                <a:ea typeface="Times"/>
                <a:cs typeface="Times"/>
                <a:sym typeface="Times"/>
              </a:rPr>
              <a:t>?</a:t>
            </a:r>
            <a:endParaRPr sz="1400" b="0" i="0" u="none" strike="noStrike" cap="none" dirty="0">
              <a:solidFill>
                <a:srgbClr val="000000"/>
              </a:solidFill>
              <a:latin typeface="Arial"/>
              <a:ea typeface="Arial"/>
              <a:cs typeface="Arial"/>
              <a:sym typeface="Arial"/>
            </a:endParaRPr>
          </a:p>
        </p:txBody>
      </p:sp>
      <p:pic>
        <p:nvPicPr>
          <p:cNvPr id="151" name="Google Shape;151;p2"/>
          <p:cNvPicPr preferRelativeResize="0"/>
          <p:nvPr/>
        </p:nvPicPr>
        <p:blipFill rotWithShape="1">
          <a:blip r:embed="rId3">
            <a:extLst>
              <a:ext uri="{96DAC541-7B7A-43D3-8B79-37D633B846F1}">
                <asvg:svgBlip xmlns:asvg="http://schemas.microsoft.com/office/drawing/2016/SVG/main" r:embed="rId4"/>
              </a:ext>
            </a:extLst>
          </a:blip>
          <a:srcRect/>
          <a:stretch/>
        </p:blipFill>
        <p:spPr>
          <a:xfrm>
            <a:off x="9299783" y="4522671"/>
            <a:ext cx="851334" cy="851334"/>
          </a:xfrm>
          <a:prstGeom prst="rect">
            <a:avLst/>
          </a:prstGeom>
          <a:noFill/>
          <a:ln>
            <a:noFill/>
          </a:ln>
        </p:spPr>
      </p:pic>
      <p:pic>
        <p:nvPicPr>
          <p:cNvPr id="152" name="Google Shape;152;p2"/>
          <p:cNvPicPr preferRelativeResize="0"/>
          <p:nvPr/>
        </p:nvPicPr>
        <p:blipFill rotWithShape="1">
          <a:blip r:embed="rId3">
            <a:extLst>
              <a:ext uri="{96DAC541-7B7A-43D3-8B79-37D633B846F1}">
                <asvg:svgBlip xmlns:asvg="http://schemas.microsoft.com/office/drawing/2016/SVG/main" r:embed="rId4"/>
              </a:ext>
            </a:extLst>
          </a:blip>
          <a:srcRect/>
          <a:stretch/>
        </p:blipFill>
        <p:spPr>
          <a:xfrm>
            <a:off x="5993992" y="4439865"/>
            <a:ext cx="892078" cy="892078"/>
          </a:xfrm>
          <a:prstGeom prst="rect">
            <a:avLst/>
          </a:prstGeom>
          <a:noFill/>
          <a:ln>
            <a:noFill/>
          </a:ln>
        </p:spPr>
      </p:pic>
      <p:pic>
        <p:nvPicPr>
          <p:cNvPr id="153" name="Google Shape;153;p2"/>
          <p:cNvPicPr preferRelativeResize="0"/>
          <p:nvPr/>
        </p:nvPicPr>
        <p:blipFill rotWithShape="1">
          <a:blip r:embed="rId5">
            <a:alphaModFix/>
          </a:blip>
          <a:srcRect/>
          <a:stretch/>
        </p:blipFill>
        <p:spPr>
          <a:xfrm>
            <a:off x="9361019" y="1840023"/>
            <a:ext cx="906779" cy="1004741"/>
          </a:xfrm>
          <a:prstGeom prst="rect">
            <a:avLst/>
          </a:prstGeom>
          <a:noFill/>
          <a:ln>
            <a:noFill/>
          </a:ln>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0BD493E2-E0BE-1DEB-CB78-6AF1AD9808C3}"/>
                  </a:ext>
                </a:extLst>
              </p14:cNvPr>
              <p14:cNvContentPartPr/>
              <p14:nvPr/>
            </p14:nvContentPartPr>
            <p14:xfrm>
              <a:off x="495720" y="1757520"/>
              <a:ext cx="2621160" cy="2693160"/>
            </p14:xfrm>
          </p:contentPart>
        </mc:Choice>
        <mc:Fallback xmlns="">
          <p:pic>
            <p:nvPicPr>
              <p:cNvPr id="2" name="Ink 1">
                <a:extLst>
                  <a:ext uri="{FF2B5EF4-FFF2-40B4-BE49-F238E27FC236}">
                    <a16:creationId xmlns:a16="http://schemas.microsoft.com/office/drawing/2014/main" id="{0BD493E2-E0BE-1DEB-CB78-6AF1AD9808C3}"/>
                  </a:ext>
                </a:extLst>
              </p:cNvPr>
              <p:cNvPicPr/>
              <p:nvPr/>
            </p:nvPicPr>
            <p:blipFill>
              <a:blip r:embed="rId7"/>
              <a:stretch>
                <a:fillRect/>
              </a:stretch>
            </p:blipFill>
            <p:spPr>
              <a:xfrm>
                <a:off x="486360" y="1748160"/>
                <a:ext cx="2639880" cy="271188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BASED ON QUIZ 0</a:t>
            </a:r>
            <a:endParaRPr/>
          </a:p>
        </p:txBody>
      </p:sp>
      <p:pic>
        <p:nvPicPr>
          <p:cNvPr id="1028" name="Picture 4" descr="Forms response chart. Question title: How familiar are you with databases and SQL?&#10;. Number of responses: 77 responses.">
            <a:extLst>
              <a:ext uri="{FF2B5EF4-FFF2-40B4-BE49-F238E27FC236}">
                <a16:creationId xmlns:a16="http://schemas.microsoft.com/office/drawing/2014/main" id="{4C1BF2CD-FCE8-961B-C1A0-9ABD83C1E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299" y="1763276"/>
            <a:ext cx="10058400" cy="42263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637A626-52CC-FAB2-BDCF-F07E7A7D4602}"/>
                  </a:ext>
                </a:extLst>
              </p14:cNvPr>
              <p14:cNvContentPartPr/>
              <p14:nvPr/>
            </p14:nvContentPartPr>
            <p14:xfrm>
              <a:off x="495720" y="2648520"/>
              <a:ext cx="4324320" cy="2508480"/>
            </p14:xfrm>
          </p:contentPart>
        </mc:Choice>
        <mc:Fallback xmlns="">
          <p:pic>
            <p:nvPicPr>
              <p:cNvPr id="2" name="Ink 1">
                <a:extLst>
                  <a:ext uri="{FF2B5EF4-FFF2-40B4-BE49-F238E27FC236}">
                    <a16:creationId xmlns:a16="http://schemas.microsoft.com/office/drawing/2014/main" id="{4637A626-52CC-FAB2-BDCF-F07E7A7D4602}"/>
                  </a:ext>
                </a:extLst>
              </p:cNvPr>
              <p:cNvPicPr/>
              <p:nvPr/>
            </p:nvPicPr>
            <p:blipFill>
              <a:blip r:embed="rId5"/>
              <a:stretch>
                <a:fillRect/>
              </a:stretch>
            </p:blipFill>
            <p:spPr>
              <a:xfrm>
                <a:off x="486360" y="2639160"/>
                <a:ext cx="4343040" cy="252720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8000"/>
              <a:buFont typeface="Rockwell"/>
              <a:buNone/>
            </a:pPr>
            <a:r>
              <a:rPr lang="en-US"/>
              <a:t>WHAT IS A DATABASE?</a:t>
            </a:r>
            <a:endParaRPr/>
          </a:p>
        </p:txBody>
      </p:sp>
      <p:sp>
        <p:nvSpPr>
          <p:cNvPr id="165" name="Google Shape;165;p4"/>
          <p:cNvSpPr txBox="1">
            <a:spLocks noGrp="1"/>
          </p:cNvSpPr>
          <p:nvPr>
            <p:ph type="body" idx="1"/>
          </p:nvPr>
        </p:nvSpPr>
        <p:spPr>
          <a:xfrm>
            <a:off x="2165774" y="5020056"/>
            <a:ext cx="9052560" cy="106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DEFINING DATABASES</a:t>
            </a:r>
            <a:endParaRPr/>
          </a:p>
        </p:txBody>
      </p:sp>
      <p:sp>
        <p:nvSpPr>
          <p:cNvPr id="172" name="Google Shape;172;p5"/>
          <p:cNvSpPr txBox="1">
            <a:spLocks noGrp="1"/>
          </p:cNvSpPr>
          <p:nvPr>
            <p:ph type="body" idx="1"/>
          </p:nvPr>
        </p:nvSpPr>
        <p:spPr>
          <a:xfrm>
            <a:off x="838200" y="1646238"/>
            <a:ext cx="10515600" cy="4971537"/>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A </a:t>
            </a:r>
            <a:r>
              <a:rPr lang="en-US" b="1"/>
              <a:t>database</a:t>
            </a:r>
            <a:r>
              <a:rPr lang="en-US"/>
              <a:t> is an organized collection of data. </a:t>
            </a: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p:txBody>
      </p:sp>
      <p:pic>
        <p:nvPicPr>
          <p:cNvPr id="173" name="Google Shape;173;p5"/>
          <p:cNvPicPr preferRelativeResize="0"/>
          <p:nvPr/>
        </p:nvPicPr>
        <p:blipFill rotWithShape="1">
          <a:blip r:embed="rId3">
            <a:alphaModFix/>
          </a:blip>
          <a:srcRect/>
          <a:stretch/>
        </p:blipFill>
        <p:spPr>
          <a:xfrm>
            <a:off x="10454953" y="2352087"/>
            <a:ext cx="1102622" cy="2336800"/>
          </a:xfrm>
          <a:prstGeom prst="rect">
            <a:avLst/>
          </a:prstGeom>
          <a:noFill/>
          <a:ln>
            <a:noFill/>
          </a:ln>
        </p:spPr>
      </p:pic>
      <p:pic>
        <p:nvPicPr>
          <p:cNvPr id="174" name="Google Shape;174;p5"/>
          <p:cNvPicPr preferRelativeResize="0"/>
          <p:nvPr/>
        </p:nvPicPr>
        <p:blipFill rotWithShape="1">
          <a:blip r:embed="rId4">
            <a:alphaModFix/>
          </a:blip>
          <a:srcRect/>
          <a:stretch/>
        </p:blipFill>
        <p:spPr>
          <a:xfrm>
            <a:off x="6655038" y="2448032"/>
            <a:ext cx="1774395" cy="1774395"/>
          </a:xfrm>
          <a:prstGeom prst="rect">
            <a:avLst/>
          </a:prstGeom>
          <a:noFill/>
          <a:ln>
            <a:noFill/>
          </a:ln>
        </p:spPr>
      </p:pic>
      <p:pic>
        <p:nvPicPr>
          <p:cNvPr id="175" name="Google Shape;175;p5"/>
          <p:cNvPicPr preferRelativeResize="0"/>
          <p:nvPr/>
        </p:nvPicPr>
        <p:blipFill rotWithShape="1">
          <a:blip r:embed="rId5">
            <a:alphaModFix/>
          </a:blip>
          <a:srcRect/>
          <a:stretch/>
        </p:blipFill>
        <p:spPr>
          <a:xfrm>
            <a:off x="8358228" y="2251263"/>
            <a:ext cx="2167931" cy="2167931"/>
          </a:xfrm>
          <a:prstGeom prst="rect">
            <a:avLst/>
          </a:prstGeom>
          <a:noFill/>
          <a:ln>
            <a:noFill/>
          </a:ln>
        </p:spPr>
      </p:pic>
      <p:pic>
        <p:nvPicPr>
          <p:cNvPr id="176" name="Google Shape;176;p5"/>
          <p:cNvPicPr preferRelativeResize="0"/>
          <p:nvPr/>
        </p:nvPicPr>
        <p:blipFill rotWithShape="1">
          <a:blip r:embed="rId6">
            <a:alphaModFix/>
          </a:blip>
          <a:srcRect/>
          <a:stretch/>
        </p:blipFill>
        <p:spPr>
          <a:xfrm>
            <a:off x="3153903" y="2448032"/>
            <a:ext cx="3295301" cy="1898380"/>
          </a:xfrm>
          <a:prstGeom prst="rect">
            <a:avLst/>
          </a:prstGeom>
          <a:noFill/>
          <a:ln>
            <a:noFill/>
          </a:ln>
        </p:spPr>
      </p:pic>
      <p:pic>
        <p:nvPicPr>
          <p:cNvPr id="177" name="Google Shape;177;p5"/>
          <p:cNvPicPr preferRelativeResize="0"/>
          <p:nvPr/>
        </p:nvPicPr>
        <p:blipFill rotWithShape="1">
          <a:blip r:embed="rId7">
            <a:alphaModFix/>
          </a:blip>
          <a:srcRect/>
          <a:stretch/>
        </p:blipFill>
        <p:spPr>
          <a:xfrm>
            <a:off x="343906" y="2407167"/>
            <a:ext cx="2384180" cy="1939245"/>
          </a:xfrm>
          <a:prstGeom prst="rect">
            <a:avLst/>
          </a:prstGeom>
          <a:noFill/>
          <a:ln>
            <a:noFill/>
          </a:ln>
        </p:spPr>
      </p:pic>
      <p:sp>
        <p:nvSpPr>
          <p:cNvPr id="178" name="Google Shape;178;p5"/>
          <p:cNvSpPr/>
          <p:nvPr/>
        </p:nvSpPr>
        <p:spPr>
          <a:xfrm>
            <a:off x="838200" y="4920126"/>
            <a:ext cx="10515600" cy="1255728"/>
          </a:xfrm>
          <a:prstGeom prst="rect">
            <a:avLst/>
          </a:prstGeom>
          <a:noFill/>
          <a:ln>
            <a:noFill/>
          </a:ln>
        </p:spPr>
        <p:txBody>
          <a:bodyPr spcFirstLastPara="1" wrap="square" lIns="91425" tIns="45700" rIns="91425" bIns="45700" anchor="t" anchorCtr="0">
            <a:spAutoFit/>
          </a:bodyPr>
          <a:lstStyle/>
          <a:p>
            <a:pPr marL="457200" marR="0" lvl="0" indent="-406400" algn="l" rtl="0">
              <a:lnSpc>
                <a:spcPct val="90000"/>
              </a:lnSpc>
              <a:spcBef>
                <a:spcPts val="0"/>
              </a:spcBef>
              <a:spcAft>
                <a:spcPts val="0"/>
              </a:spcAft>
              <a:buClr>
                <a:srgbClr val="000000"/>
              </a:buClr>
              <a:buSzPts val="2800"/>
              <a:buFont typeface="Rockwell"/>
              <a:buChar char="●"/>
            </a:pPr>
            <a:r>
              <a:rPr lang="en-US" sz="2800" b="0" i="0" u="none" strike="noStrike" cap="none">
                <a:solidFill>
                  <a:srgbClr val="000000"/>
                </a:solidFill>
                <a:latin typeface="Rockwell"/>
                <a:ea typeface="Rockwell"/>
                <a:cs typeface="Rockwell"/>
                <a:sym typeface="Rockwell"/>
              </a:rPr>
              <a:t>A </a:t>
            </a:r>
            <a:r>
              <a:rPr lang="en-US" sz="2800" b="1" i="0" u="none" strike="noStrike" cap="none">
                <a:solidFill>
                  <a:srgbClr val="000000"/>
                </a:solidFill>
                <a:latin typeface="Rockwell"/>
                <a:ea typeface="Rockwell"/>
                <a:cs typeface="Rockwell"/>
                <a:sym typeface="Rockwell"/>
              </a:rPr>
              <a:t>database management systems (DBMS) </a:t>
            </a:r>
            <a:r>
              <a:rPr lang="en-US" sz="2800" b="0" i="0" u="none" strike="noStrike" cap="none">
                <a:solidFill>
                  <a:srgbClr val="000000"/>
                </a:solidFill>
                <a:latin typeface="Rockwell"/>
                <a:ea typeface="Rockwell"/>
                <a:cs typeface="Rockwell"/>
                <a:sym typeface="Rockwell"/>
              </a:rPr>
              <a:t>is a software system that </a:t>
            </a:r>
            <a:r>
              <a:rPr lang="en-US" sz="2800" b="1" i="0" u="none" strike="noStrike" cap="none">
                <a:solidFill>
                  <a:srgbClr val="000000"/>
                </a:solidFill>
                <a:latin typeface="Rockwell"/>
                <a:ea typeface="Rockwell"/>
                <a:cs typeface="Rockwell"/>
                <a:sym typeface="Rockwell"/>
              </a:rPr>
              <a:t>stores</a:t>
            </a:r>
            <a:r>
              <a:rPr lang="en-US" sz="2800" b="0" i="0" u="none" strike="noStrike" cap="none">
                <a:solidFill>
                  <a:srgbClr val="000000"/>
                </a:solidFill>
                <a:latin typeface="Rockwell"/>
                <a:ea typeface="Rockwell"/>
                <a:cs typeface="Rockwell"/>
                <a:sym typeface="Rockwell"/>
              </a:rPr>
              <a:t>, </a:t>
            </a:r>
            <a:r>
              <a:rPr lang="en-US" sz="2800" b="1" i="0" u="none" strike="noStrike" cap="none">
                <a:solidFill>
                  <a:srgbClr val="000000"/>
                </a:solidFill>
                <a:latin typeface="Rockwell"/>
                <a:ea typeface="Rockwell"/>
                <a:cs typeface="Rockwell"/>
                <a:sym typeface="Rockwell"/>
              </a:rPr>
              <a:t>manages</a:t>
            </a:r>
            <a:r>
              <a:rPr lang="en-US" sz="2800" b="0" i="0" u="none" strike="noStrike" cap="none">
                <a:solidFill>
                  <a:srgbClr val="000000"/>
                </a:solidFill>
                <a:latin typeface="Rockwell"/>
                <a:ea typeface="Rockwell"/>
                <a:cs typeface="Rockwell"/>
                <a:sym typeface="Rockwell"/>
              </a:rPr>
              <a:t>, and </a:t>
            </a:r>
            <a:r>
              <a:rPr lang="en-US" sz="2800" b="1" i="0" u="none" strike="noStrike" cap="none">
                <a:solidFill>
                  <a:srgbClr val="000000"/>
                </a:solidFill>
                <a:latin typeface="Rockwell"/>
                <a:ea typeface="Rockwell"/>
                <a:cs typeface="Rockwell"/>
                <a:sym typeface="Rockwell"/>
              </a:rPr>
              <a:t>facilitates</a:t>
            </a:r>
            <a:r>
              <a:rPr lang="en-US" sz="2800" b="0" i="0" u="none" strike="noStrike" cap="none">
                <a:solidFill>
                  <a:srgbClr val="000000"/>
                </a:solidFill>
                <a:latin typeface="Rockwell"/>
                <a:ea typeface="Rockwell"/>
                <a:cs typeface="Rockwell"/>
                <a:sym typeface="Rockwell"/>
              </a:rPr>
              <a:t> </a:t>
            </a:r>
            <a:r>
              <a:rPr lang="en-US" sz="2800" b="1" i="0" u="none" strike="noStrike" cap="none">
                <a:solidFill>
                  <a:srgbClr val="000000"/>
                </a:solidFill>
                <a:latin typeface="Rockwell"/>
                <a:ea typeface="Rockwell"/>
                <a:cs typeface="Rockwell"/>
                <a:sym typeface="Rockwell"/>
              </a:rPr>
              <a:t>access</a:t>
            </a:r>
            <a:r>
              <a:rPr lang="en-US" sz="2800" b="0" i="0" u="none" strike="noStrike" cap="none">
                <a:solidFill>
                  <a:srgbClr val="000000"/>
                </a:solidFill>
                <a:latin typeface="Rockwell"/>
                <a:ea typeface="Rockwell"/>
                <a:cs typeface="Rockwell"/>
                <a:sym typeface="Rockwell"/>
              </a:rPr>
              <a:t> to one or more databases.</a:t>
            </a:r>
            <a:endParaRPr sz="2800" b="1" i="0" u="none" strike="noStrike" cap="none">
              <a:solidFill>
                <a:srgbClr val="000000"/>
              </a:solidFill>
              <a:latin typeface="Rockwell"/>
              <a:ea typeface="Rockwell"/>
              <a:cs typeface="Rockwell"/>
              <a:sym typeface="Rockwe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500"/>
                                        <p:tgtEl>
                                          <p:spTgt spid="1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500"/>
                                        <p:tgtEl>
                                          <p:spTgt spid="1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gtEl>
                                        <p:attrNameLst>
                                          <p:attrName>style.visibility</p:attrName>
                                        </p:attrNameLst>
                                      </p:cBhvr>
                                      <p:to>
                                        <p:strVal val="visible"/>
                                      </p:to>
                                    </p:set>
                                    <p:animEffect transition="in" filter="fade">
                                      <p:cBhvr>
                                        <p:cTn id="17" dur="500"/>
                                        <p:tgtEl>
                                          <p:spTgt spid="1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500"/>
                                        <p:tgtEl>
                                          <p:spTgt spid="1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3"/>
                                        </p:tgtEl>
                                        <p:attrNameLst>
                                          <p:attrName>style.visibility</p:attrName>
                                        </p:attrNameLst>
                                      </p:cBhvr>
                                      <p:to>
                                        <p:strVal val="visible"/>
                                      </p:to>
                                    </p:set>
                                    <p:animEffect transition="in" filter="fade">
                                      <p:cBhvr>
                                        <p:cTn id="27" dur="500"/>
                                        <p:tgtEl>
                                          <p:spTgt spid="17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8">
                                            <p:txEl>
                                              <p:pRg st="0" end="0"/>
                                            </p:txEl>
                                          </p:spTgt>
                                        </p:tgtEl>
                                        <p:attrNameLst>
                                          <p:attrName>style.visibility</p:attrName>
                                        </p:attrNameLst>
                                      </p:cBhvr>
                                      <p:to>
                                        <p:strVal val="visible"/>
                                      </p:to>
                                    </p:set>
                                    <p:animEffect transition="in" filter="fade">
                                      <p:cBhvr>
                                        <p:cTn id="32" dur="500"/>
                                        <p:tgtEl>
                                          <p:spTgt spid="1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87;p6">
            <a:extLst>
              <a:ext uri="{FF2B5EF4-FFF2-40B4-BE49-F238E27FC236}">
                <a16:creationId xmlns:a16="http://schemas.microsoft.com/office/drawing/2014/main" id="{A785AD4D-8AE0-40F4-9E1B-3BC1F9DA8045}"/>
              </a:ext>
            </a:extLst>
          </p:cNvPr>
          <p:cNvSpPr txBox="1">
            <a:spLocks/>
          </p:cNvSpPr>
          <p:nvPr/>
        </p:nvSpPr>
        <p:spPr>
          <a:xfrm>
            <a:off x="1293150" y="2376850"/>
            <a:ext cx="3033600" cy="2104200"/>
          </a:xfrm>
          <a:prstGeom prst="rect">
            <a:avLst/>
          </a:prstGeom>
          <a:noFill/>
          <a:ln>
            <a:noFill/>
          </a:ln>
        </p:spPr>
        <p:txBody>
          <a:bodyPr spcFirstLastPara="1" vert="horz" wrap="square" lIns="91425" tIns="45700" rIns="91425" bIns="45700" anchor="ctr" anchorCtr="0">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fontAlgn="auto">
              <a:lnSpc>
                <a:spcPct val="90000"/>
              </a:lnSpc>
              <a:spcBef>
                <a:spcPts val="0"/>
              </a:spcBef>
              <a:spcAft>
                <a:spcPts val="0"/>
              </a:spcAft>
              <a:buClr>
                <a:srgbClr val="FFFFFF"/>
              </a:buClr>
              <a:buSzPts val="3000"/>
              <a:buFont typeface="Rockwell"/>
              <a:buNone/>
            </a:pPr>
            <a:r>
              <a:rPr lang="en-US" dirty="0">
                <a:solidFill>
                  <a:schemeClr val="tx1"/>
                </a:solidFill>
              </a:rPr>
              <a:t>DATABASE MANAGEMENT SYSTEMS</a:t>
            </a:r>
          </a:p>
        </p:txBody>
      </p:sp>
      <p:sp>
        <p:nvSpPr>
          <p:cNvPr id="16" name="Google Shape;188;p6">
            <a:extLst>
              <a:ext uri="{FF2B5EF4-FFF2-40B4-BE49-F238E27FC236}">
                <a16:creationId xmlns:a16="http://schemas.microsoft.com/office/drawing/2014/main" id="{54DE2BC6-6733-F3A1-C432-D048676C603C}"/>
              </a:ext>
            </a:extLst>
          </p:cNvPr>
          <p:cNvSpPr/>
          <p:nvPr/>
        </p:nvSpPr>
        <p:spPr>
          <a:xfrm rot="5400000">
            <a:off x="3502277" y="3388659"/>
            <a:ext cx="3657600" cy="80683"/>
          </a:xfrm>
          <a:prstGeom prst="rect">
            <a:avLst/>
          </a:prstGeom>
          <a:blipFill rotWithShape="1">
            <a:blip r:embed="rId2">
              <a:alphaModFix amt="85000"/>
            </a:blip>
            <a:tile tx="0" ty="-717550" sx="92000" sy="89000" flip="xy" algn="ctr"/>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89;p6">
            <a:extLst>
              <a:ext uri="{FF2B5EF4-FFF2-40B4-BE49-F238E27FC236}">
                <a16:creationId xmlns:a16="http://schemas.microsoft.com/office/drawing/2014/main" id="{EAA8E39E-51F4-0D71-0647-043E3144DCFF}"/>
              </a:ext>
            </a:extLst>
          </p:cNvPr>
          <p:cNvSpPr txBox="1">
            <a:spLocks/>
          </p:cNvSpPr>
          <p:nvPr/>
        </p:nvSpPr>
        <p:spPr>
          <a:xfrm>
            <a:off x="6081089" y="725394"/>
            <a:ext cx="5142658" cy="5407212"/>
          </a:xfrm>
          <a:prstGeom prst="rect">
            <a:avLst/>
          </a:prstGeom>
          <a:noFill/>
          <a:ln>
            <a:noFill/>
          </a:ln>
        </p:spPr>
        <p:txBody>
          <a:bodyPr spcFirstLastPara="1" vert="horz" wrap="square" lIns="91425" tIns="45700" rIns="91425" bIns="45700" anchor="ctr" anchorCtr="0">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182880" indent="-182880" fontAlgn="auto">
              <a:lnSpc>
                <a:spcPct val="90000"/>
              </a:lnSpc>
              <a:spcBef>
                <a:spcPts val="0"/>
              </a:spcBef>
              <a:spcAft>
                <a:spcPts val="0"/>
              </a:spcAft>
              <a:buSzPts val="1700"/>
              <a:buFont typeface="Wingdings"/>
              <a:buChar char="▪"/>
            </a:pPr>
            <a:r>
              <a:rPr lang="en-US" b="1" dirty="0"/>
              <a:t>Data storage</a:t>
            </a:r>
            <a:endParaRPr lang="en-US" dirty="0"/>
          </a:p>
          <a:p>
            <a:pPr marL="457200" lvl="1" indent="-182880" fontAlgn="auto">
              <a:lnSpc>
                <a:spcPct val="90000"/>
              </a:lnSpc>
              <a:spcBef>
                <a:spcPts val="400"/>
              </a:spcBef>
              <a:spcAft>
                <a:spcPts val="0"/>
              </a:spcAft>
              <a:buSzPts val="1530"/>
              <a:buFont typeface="Wingdings 2"/>
              <a:buChar char="▪"/>
            </a:pPr>
            <a:r>
              <a:rPr lang="en-US" dirty="0"/>
              <a:t>Provide </a:t>
            </a:r>
            <a:r>
              <a:rPr lang="en-US" b="1" dirty="0"/>
              <a:t>reliable storage </a:t>
            </a:r>
            <a:r>
              <a:rPr lang="en-US" dirty="0"/>
              <a:t>to survive system crashes and disk failures</a:t>
            </a:r>
          </a:p>
          <a:p>
            <a:pPr marL="457200" lvl="1" indent="-182880" fontAlgn="auto">
              <a:lnSpc>
                <a:spcPct val="90000"/>
              </a:lnSpc>
              <a:spcBef>
                <a:spcPts val="600"/>
              </a:spcBef>
              <a:spcAft>
                <a:spcPts val="0"/>
              </a:spcAft>
              <a:buSzPts val="1530"/>
              <a:buFont typeface="Wingdings 2"/>
              <a:buChar char="▪"/>
            </a:pPr>
            <a:r>
              <a:rPr lang="en-US" dirty="0"/>
              <a:t>Special data-structures to </a:t>
            </a:r>
            <a:r>
              <a:rPr lang="en-US" b="1" dirty="0"/>
              <a:t>improve performance </a:t>
            </a:r>
            <a:endParaRPr lang="en-US" dirty="0"/>
          </a:p>
          <a:p>
            <a:pPr marL="182880" indent="-182880" fontAlgn="auto">
              <a:lnSpc>
                <a:spcPct val="90000"/>
              </a:lnSpc>
              <a:spcBef>
                <a:spcPts val="1400"/>
              </a:spcBef>
              <a:spcAft>
                <a:spcPts val="0"/>
              </a:spcAft>
              <a:buSzPts val="1700"/>
              <a:buFont typeface="Wingdings"/>
              <a:buChar char="▪"/>
            </a:pPr>
            <a:r>
              <a:rPr lang="en-US" b="1" dirty="0"/>
              <a:t>Data management</a:t>
            </a:r>
            <a:endParaRPr lang="en-US" dirty="0"/>
          </a:p>
          <a:p>
            <a:pPr marL="457200" lvl="1" indent="-182880" fontAlgn="auto">
              <a:lnSpc>
                <a:spcPct val="90000"/>
              </a:lnSpc>
              <a:spcBef>
                <a:spcPts val="400"/>
              </a:spcBef>
              <a:spcAft>
                <a:spcPts val="0"/>
              </a:spcAft>
              <a:buSzPts val="1530"/>
              <a:buFont typeface="Wingdings 2"/>
              <a:buChar char="▪"/>
            </a:pPr>
            <a:r>
              <a:rPr lang="en-US" dirty="0"/>
              <a:t>Configure how data is </a:t>
            </a:r>
            <a:r>
              <a:rPr lang="en-US" b="1" dirty="0"/>
              <a:t>logically</a:t>
            </a:r>
            <a:r>
              <a:rPr lang="en-US" dirty="0"/>
              <a:t> </a:t>
            </a:r>
            <a:r>
              <a:rPr lang="en-US" b="1" dirty="0"/>
              <a:t>organized</a:t>
            </a:r>
            <a:r>
              <a:rPr lang="en-US" dirty="0"/>
              <a:t> and </a:t>
            </a:r>
            <a:r>
              <a:rPr lang="en-US" b="1" dirty="0"/>
              <a:t>who has access</a:t>
            </a:r>
            <a:endParaRPr lang="en-US" dirty="0"/>
          </a:p>
          <a:p>
            <a:pPr marL="457200" lvl="1" indent="-182880" fontAlgn="auto">
              <a:lnSpc>
                <a:spcPct val="90000"/>
              </a:lnSpc>
              <a:spcBef>
                <a:spcPts val="600"/>
              </a:spcBef>
              <a:spcAft>
                <a:spcPts val="0"/>
              </a:spcAft>
              <a:buSzPts val="1530"/>
              <a:buFont typeface="Wingdings 2"/>
              <a:buChar char="▪"/>
            </a:pPr>
            <a:r>
              <a:rPr lang="en-US" dirty="0"/>
              <a:t>Ensure data</a:t>
            </a:r>
            <a:r>
              <a:rPr lang="en-US" b="1" dirty="0"/>
              <a:t> consistency properties</a:t>
            </a:r>
            <a:r>
              <a:rPr lang="en-US" dirty="0"/>
              <a:t>  (e.g., positive bank account values)</a:t>
            </a:r>
            <a:endParaRPr lang="en-US" b="1" dirty="0"/>
          </a:p>
          <a:p>
            <a:pPr marL="182880" indent="-182880" fontAlgn="auto">
              <a:lnSpc>
                <a:spcPct val="90000"/>
              </a:lnSpc>
              <a:spcBef>
                <a:spcPts val="1400"/>
              </a:spcBef>
              <a:spcAft>
                <a:spcPts val="0"/>
              </a:spcAft>
              <a:buSzPts val="1700"/>
              <a:buFont typeface="Wingdings"/>
              <a:buChar char="▪"/>
            </a:pPr>
            <a:r>
              <a:rPr lang="en-US" b="1" dirty="0"/>
              <a:t>Facilitate access</a:t>
            </a:r>
            <a:endParaRPr lang="en-US" dirty="0"/>
          </a:p>
          <a:p>
            <a:pPr marL="457200" lvl="1" indent="-182880" fontAlgn="auto">
              <a:lnSpc>
                <a:spcPct val="90000"/>
              </a:lnSpc>
              <a:spcBef>
                <a:spcPts val="400"/>
              </a:spcBef>
              <a:spcAft>
                <a:spcPts val="0"/>
              </a:spcAft>
              <a:buSzPts val="1530"/>
              <a:buFont typeface="Wingdings 2"/>
              <a:buChar char="▪"/>
            </a:pPr>
            <a:r>
              <a:rPr lang="en-US" dirty="0"/>
              <a:t>Enable </a:t>
            </a:r>
            <a:r>
              <a:rPr lang="en-US" b="1" dirty="0"/>
              <a:t>efficient access </a:t>
            </a:r>
            <a:r>
              <a:rPr lang="en-US" dirty="0"/>
              <a:t>to the data </a:t>
            </a:r>
          </a:p>
          <a:p>
            <a:pPr marL="457200" lvl="1" indent="-182880" fontAlgn="auto">
              <a:lnSpc>
                <a:spcPct val="90000"/>
              </a:lnSpc>
              <a:spcBef>
                <a:spcPts val="600"/>
              </a:spcBef>
              <a:spcAft>
                <a:spcPts val="0"/>
              </a:spcAft>
              <a:buSzPts val="1530"/>
              <a:buFont typeface="Wingdings 2"/>
              <a:buChar char="▪"/>
            </a:pPr>
            <a:r>
              <a:rPr lang="en-US" dirty="0"/>
              <a:t>Supports user defined </a:t>
            </a:r>
            <a:r>
              <a:rPr lang="en-US" b="1" dirty="0"/>
              <a:t>computation </a:t>
            </a:r>
            <a:r>
              <a:rPr lang="en-US" dirty="0"/>
              <a:t>(queries) over data </a:t>
            </a:r>
          </a:p>
        </p:txBody>
      </p:sp>
    </p:spTree>
    <p:extLst>
      <p:ext uri="{BB962C8B-B14F-4D97-AF65-F5344CB8AC3E}">
        <p14:creationId xmlns:p14="http://schemas.microsoft.com/office/powerpoint/2010/main" val="404521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fade">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fade">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fade">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xEl>
                                              <p:pRg st="5" end="5"/>
                                            </p:txEl>
                                          </p:spTgt>
                                        </p:tgtEl>
                                        <p:attrNameLst>
                                          <p:attrName>style.visibility</p:attrName>
                                        </p:attrNameLst>
                                      </p:cBhvr>
                                      <p:to>
                                        <p:strVal val="visible"/>
                                      </p:to>
                                    </p:set>
                                    <p:animEffect transition="in" filter="fade">
                                      <p:cBhvr>
                                        <p:cTn id="32" dur="500"/>
                                        <p:tgtEl>
                                          <p:spTgt spid="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xEl>
                                              <p:pRg st="6" end="6"/>
                                            </p:txEl>
                                          </p:spTgt>
                                        </p:tgtEl>
                                        <p:attrNameLst>
                                          <p:attrName>style.visibility</p:attrName>
                                        </p:attrNameLst>
                                      </p:cBhvr>
                                      <p:to>
                                        <p:strVal val="visible"/>
                                      </p:to>
                                    </p:set>
                                    <p:animEffect transition="in" filter="fade">
                                      <p:cBhvr>
                                        <p:cTn id="37" dur="500"/>
                                        <p:tgtEl>
                                          <p:spTgt spid="1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xEl>
                                              <p:pRg st="7" end="7"/>
                                            </p:txEl>
                                          </p:spTgt>
                                        </p:tgtEl>
                                        <p:attrNameLst>
                                          <p:attrName>style.visibility</p:attrName>
                                        </p:attrNameLst>
                                      </p:cBhvr>
                                      <p:to>
                                        <p:strVal val="visible"/>
                                      </p:to>
                                    </p:set>
                                    <p:animEffect transition="in" filter="fade">
                                      <p:cBhvr>
                                        <p:cTn id="42" dur="500"/>
                                        <p:tgtEl>
                                          <p:spTgt spid="1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
                                            <p:txEl>
                                              <p:pRg st="8" end="8"/>
                                            </p:txEl>
                                          </p:spTgt>
                                        </p:tgtEl>
                                        <p:attrNameLst>
                                          <p:attrName>style.visibility</p:attrName>
                                        </p:attrNameLst>
                                      </p:cBhvr>
                                      <p:to>
                                        <p:strVal val="visible"/>
                                      </p:to>
                                    </p:set>
                                    <p:animEffect transition="in" filter="fade">
                                      <p:cBhvr>
                                        <p:cTn id="47" dur="500"/>
                                        <p:tgtEl>
                                          <p:spTgt spid="1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txBox="1">
            <a:spLocks noGrp="1"/>
          </p:cNvSpPr>
          <p:nvPr>
            <p:ph type="title"/>
          </p:nvPr>
        </p:nvSpPr>
        <p:spPr>
          <a:xfrm>
            <a:off x="698754" y="563880"/>
            <a:ext cx="11117774"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800"/>
              <a:buFont typeface="Rockwell"/>
              <a:buNone/>
            </a:pPr>
            <a:r>
              <a:rPr lang="en-US" sz="4800"/>
              <a:t>IS </a:t>
            </a:r>
            <a:r>
              <a:rPr lang="en-US" sz="4800" b="1"/>
              <a:t>PANDAS</a:t>
            </a:r>
            <a:r>
              <a:rPr lang="en-US" sz="4800"/>
              <a:t> A </a:t>
            </a:r>
            <a:r>
              <a:rPr lang="en-US" sz="4800" i="1"/>
              <a:t>DATABASE MANAGEMENT SYSTEM?</a:t>
            </a:r>
            <a:endParaRPr/>
          </a:p>
        </p:txBody>
      </p:sp>
      <p:sp>
        <p:nvSpPr>
          <p:cNvPr id="196" name="Google Shape;196;p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Data Storage?</a:t>
            </a:r>
            <a:endParaRPr/>
          </a:p>
          <a:p>
            <a:pPr marL="457200" lvl="1" indent="-182880" algn="l" rtl="0">
              <a:lnSpc>
                <a:spcPct val="90000"/>
              </a:lnSpc>
              <a:spcBef>
                <a:spcPts val="400"/>
              </a:spcBef>
              <a:spcAft>
                <a:spcPts val="0"/>
              </a:spcAft>
              <a:buSzPts val="1530"/>
              <a:buChar char="▪"/>
            </a:pPr>
            <a:r>
              <a:rPr lang="en-US"/>
              <a:t>Pandas doesn’t store data, this is managed by the filesystem</a:t>
            </a:r>
            <a:endParaRPr/>
          </a:p>
          <a:p>
            <a:pPr marL="182880" lvl="0" indent="-182880" algn="l" rtl="0">
              <a:lnSpc>
                <a:spcPct val="90000"/>
              </a:lnSpc>
              <a:spcBef>
                <a:spcPts val="1400"/>
              </a:spcBef>
              <a:spcAft>
                <a:spcPts val="0"/>
              </a:spcAft>
              <a:buSzPts val="1700"/>
              <a:buChar char="▪"/>
            </a:pPr>
            <a:r>
              <a:rPr lang="en-US"/>
              <a:t>Data Management?</a:t>
            </a:r>
            <a:endParaRPr/>
          </a:p>
          <a:p>
            <a:pPr marL="457200" lvl="1" indent="-182880" algn="l" rtl="0">
              <a:lnSpc>
                <a:spcPct val="90000"/>
              </a:lnSpc>
              <a:spcBef>
                <a:spcPts val="400"/>
              </a:spcBef>
              <a:spcAft>
                <a:spcPts val="0"/>
              </a:spcAft>
              <a:buSzPts val="1530"/>
              <a:buChar char="▪"/>
            </a:pPr>
            <a:r>
              <a:rPr lang="en-US"/>
              <a:t>Pandas does support changing the organization of data but doesn’t manage who can access the data </a:t>
            </a:r>
            <a:endParaRPr/>
          </a:p>
          <a:p>
            <a:pPr marL="182880" lvl="0" indent="-182880" algn="l" rtl="0">
              <a:lnSpc>
                <a:spcPct val="90000"/>
              </a:lnSpc>
              <a:spcBef>
                <a:spcPts val="1400"/>
              </a:spcBef>
              <a:spcAft>
                <a:spcPts val="0"/>
              </a:spcAft>
              <a:buSzPts val="1700"/>
              <a:buChar char="▪"/>
            </a:pPr>
            <a:r>
              <a:rPr lang="en-US"/>
              <a:t>Facilitate Access?</a:t>
            </a:r>
            <a:endParaRPr/>
          </a:p>
          <a:p>
            <a:pPr marL="457200" lvl="1" indent="-182880" algn="l" rtl="0">
              <a:lnSpc>
                <a:spcPct val="90000"/>
              </a:lnSpc>
              <a:spcBef>
                <a:spcPts val="400"/>
              </a:spcBef>
              <a:spcAft>
                <a:spcPts val="0"/>
              </a:spcAft>
              <a:buSzPts val="1530"/>
              <a:buChar char="▪"/>
            </a:pPr>
            <a:r>
              <a:rPr lang="en-US"/>
              <a:t>Pandas does support rich tools for computation over data</a:t>
            </a:r>
            <a:endParaRPr/>
          </a:p>
          <a:p>
            <a:pPr marL="457200" lvl="1" indent="-85725" algn="l" rtl="0">
              <a:lnSpc>
                <a:spcPct val="90000"/>
              </a:lnSpc>
              <a:spcBef>
                <a:spcPts val="600"/>
              </a:spcBef>
              <a:spcAft>
                <a:spcPts val="0"/>
              </a:spcAft>
              <a:buSzPts val="1530"/>
              <a:buNone/>
            </a:pPr>
            <a:endParaRPr/>
          </a:p>
          <a:p>
            <a:pPr marL="182880" lvl="0" indent="-182880" algn="l" rtl="0">
              <a:lnSpc>
                <a:spcPct val="90000"/>
              </a:lnSpc>
              <a:spcBef>
                <a:spcPts val="1400"/>
              </a:spcBef>
              <a:spcAft>
                <a:spcPts val="0"/>
              </a:spcAft>
              <a:buSzPts val="1700"/>
              <a:buChar char="▪"/>
            </a:pPr>
            <a:r>
              <a:rPr lang="en-US"/>
              <a:t>Pandas is not generally considered a database management system but it often interacts with DBMSs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animEffect transition="in" filter="fade">
                                      <p:cBhvr>
                                        <p:cTn id="7" dur="500"/>
                                        <p:tgtEl>
                                          <p:spTgt spid="1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6">
                                            <p:txEl>
                                              <p:pRg st="1" end="1"/>
                                            </p:txEl>
                                          </p:spTgt>
                                        </p:tgtEl>
                                        <p:attrNameLst>
                                          <p:attrName>style.visibility</p:attrName>
                                        </p:attrNameLst>
                                      </p:cBhvr>
                                      <p:to>
                                        <p:strVal val="visible"/>
                                      </p:to>
                                    </p:set>
                                    <p:animEffect transition="in" filter="fade">
                                      <p:cBhvr>
                                        <p:cTn id="12" dur="500"/>
                                        <p:tgtEl>
                                          <p:spTgt spid="1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6">
                                            <p:txEl>
                                              <p:pRg st="2" end="2"/>
                                            </p:txEl>
                                          </p:spTgt>
                                        </p:tgtEl>
                                        <p:attrNameLst>
                                          <p:attrName>style.visibility</p:attrName>
                                        </p:attrNameLst>
                                      </p:cBhvr>
                                      <p:to>
                                        <p:strVal val="visible"/>
                                      </p:to>
                                    </p:set>
                                    <p:animEffect transition="in" filter="fade">
                                      <p:cBhvr>
                                        <p:cTn id="17" dur="500"/>
                                        <p:tgtEl>
                                          <p:spTgt spid="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6">
                                            <p:txEl>
                                              <p:pRg st="3" end="3"/>
                                            </p:txEl>
                                          </p:spTgt>
                                        </p:tgtEl>
                                        <p:attrNameLst>
                                          <p:attrName>style.visibility</p:attrName>
                                        </p:attrNameLst>
                                      </p:cBhvr>
                                      <p:to>
                                        <p:strVal val="visible"/>
                                      </p:to>
                                    </p:set>
                                    <p:animEffect transition="in" filter="fade">
                                      <p:cBhvr>
                                        <p:cTn id="22" dur="500"/>
                                        <p:tgtEl>
                                          <p:spTgt spid="1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6">
                                            <p:txEl>
                                              <p:pRg st="4" end="4"/>
                                            </p:txEl>
                                          </p:spTgt>
                                        </p:tgtEl>
                                        <p:attrNameLst>
                                          <p:attrName>style.visibility</p:attrName>
                                        </p:attrNameLst>
                                      </p:cBhvr>
                                      <p:to>
                                        <p:strVal val="visible"/>
                                      </p:to>
                                    </p:set>
                                    <p:animEffect transition="in" filter="fade">
                                      <p:cBhvr>
                                        <p:cTn id="27" dur="500"/>
                                        <p:tgtEl>
                                          <p:spTgt spid="1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6">
                                            <p:txEl>
                                              <p:pRg st="5" end="5"/>
                                            </p:txEl>
                                          </p:spTgt>
                                        </p:tgtEl>
                                        <p:attrNameLst>
                                          <p:attrName>style.visibility</p:attrName>
                                        </p:attrNameLst>
                                      </p:cBhvr>
                                      <p:to>
                                        <p:strVal val="visible"/>
                                      </p:to>
                                    </p:set>
                                    <p:animEffect transition="in" filter="fade">
                                      <p:cBhvr>
                                        <p:cTn id="32" dur="500"/>
                                        <p:tgtEl>
                                          <p:spTgt spid="19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6">
                                            <p:txEl>
                                              <p:pRg st="6" end="6"/>
                                            </p:txEl>
                                          </p:spTgt>
                                        </p:tgtEl>
                                        <p:attrNameLst>
                                          <p:attrName>style.visibility</p:attrName>
                                        </p:attrNameLst>
                                      </p:cBhvr>
                                      <p:to>
                                        <p:strVal val="visible"/>
                                      </p:to>
                                    </p:set>
                                    <p:animEffect transition="in" filter="fade">
                                      <p:cBhvr>
                                        <p:cTn id="37" dur="500"/>
                                        <p:tgtEl>
                                          <p:spTgt spid="19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6">
                                            <p:txEl>
                                              <p:pRg st="7" end="7"/>
                                            </p:txEl>
                                          </p:spTgt>
                                        </p:tgtEl>
                                        <p:attrNameLst>
                                          <p:attrName>style.visibility</p:attrName>
                                        </p:attrNameLst>
                                      </p:cBhvr>
                                      <p:to>
                                        <p:strVal val="visible"/>
                                      </p:to>
                                    </p:set>
                                    <p:animEffect transition="in" filter="fade">
                                      <p:cBhvr>
                                        <p:cTn id="42" dur="500"/>
                                        <p:tgtEl>
                                          <p:spTgt spid="1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8"/>
          <p:cNvSpPr txBox="1">
            <a:spLocks noGrp="1"/>
          </p:cNvSpPr>
          <p:nvPr>
            <p:ph type="title"/>
          </p:nvPr>
        </p:nvSpPr>
        <p:spPr>
          <a:xfrm>
            <a:off x="862574" y="413150"/>
            <a:ext cx="109116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IS YOUR </a:t>
            </a:r>
            <a:r>
              <a:rPr lang="en-US" b="1"/>
              <a:t>FILE-SYSTEM</a:t>
            </a:r>
            <a:r>
              <a:rPr lang="en-US"/>
              <a:t> A DBMS</a:t>
            </a:r>
            <a:endParaRPr/>
          </a:p>
        </p:txBody>
      </p:sp>
      <p:sp>
        <p:nvSpPr>
          <p:cNvPr id="202" name="Google Shape;202;p8"/>
          <p:cNvSpPr txBox="1">
            <a:spLocks noGrp="1"/>
          </p:cNvSpPr>
          <p:nvPr>
            <p:ph type="body" idx="1"/>
          </p:nvPr>
        </p:nvSpPr>
        <p:spPr>
          <a:xfrm>
            <a:off x="1063752" y="2107850"/>
            <a:ext cx="10515600" cy="492521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Data Storage? </a:t>
            </a:r>
            <a:endParaRPr/>
          </a:p>
          <a:p>
            <a:pPr marL="457200" lvl="1" indent="-182880" algn="l" rtl="0">
              <a:lnSpc>
                <a:spcPct val="90000"/>
              </a:lnSpc>
              <a:spcBef>
                <a:spcPts val="400"/>
              </a:spcBef>
              <a:spcAft>
                <a:spcPts val="0"/>
              </a:spcAft>
              <a:buSzPts val="1530"/>
              <a:buChar char="▪"/>
            </a:pPr>
            <a:r>
              <a:rPr lang="en-US"/>
              <a:t>File systems reliably store data on your computer</a:t>
            </a:r>
            <a:endParaRPr/>
          </a:p>
          <a:p>
            <a:pPr marL="182880" lvl="0" indent="-182880" algn="l" rtl="0">
              <a:lnSpc>
                <a:spcPct val="90000"/>
              </a:lnSpc>
              <a:spcBef>
                <a:spcPts val="1400"/>
              </a:spcBef>
              <a:spcAft>
                <a:spcPts val="0"/>
              </a:spcAft>
              <a:buSzPts val="1700"/>
              <a:buChar char="▪"/>
            </a:pPr>
            <a:r>
              <a:rPr lang="en-US"/>
              <a:t>Data Management?</a:t>
            </a:r>
            <a:endParaRPr/>
          </a:p>
          <a:p>
            <a:pPr marL="457200" lvl="1" indent="-182880" algn="l" rtl="0">
              <a:lnSpc>
                <a:spcPct val="90000"/>
              </a:lnSpc>
              <a:spcBef>
                <a:spcPts val="400"/>
              </a:spcBef>
              <a:spcAft>
                <a:spcPts val="0"/>
              </a:spcAft>
              <a:buSzPts val="1530"/>
              <a:buChar char="▪"/>
            </a:pPr>
            <a:r>
              <a:rPr lang="en-US"/>
              <a:t>File systems offer tools to manage access and reorganize data. </a:t>
            </a:r>
            <a:endParaRPr/>
          </a:p>
          <a:p>
            <a:pPr marL="457200" lvl="1" indent="-182880" algn="l" rtl="0">
              <a:lnSpc>
                <a:spcPct val="90000"/>
              </a:lnSpc>
              <a:spcBef>
                <a:spcPts val="600"/>
              </a:spcBef>
              <a:spcAft>
                <a:spcPts val="0"/>
              </a:spcAft>
              <a:buSzPts val="1530"/>
              <a:buChar char="▪"/>
            </a:pPr>
            <a:r>
              <a:rPr lang="en-US"/>
              <a:t>Data organization at the granularity of files … (coarse)</a:t>
            </a:r>
            <a:endParaRPr/>
          </a:p>
          <a:p>
            <a:pPr marL="182880" lvl="0" indent="-182880" algn="l" rtl="0">
              <a:lnSpc>
                <a:spcPct val="90000"/>
              </a:lnSpc>
              <a:spcBef>
                <a:spcPts val="1400"/>
              </a:spcBef>
              <a:spcAft>
                <a:spcPts val="0"/>
              </a:spcAft>
              <a:buSzPts val="1700"/>
              <a:buChar char="▪"/>
            </a:pPr>
            <a:r>
              <a:rPr lang="en-US"/>
              <a:t>Facilitate Access?</a:t>
            </a:r>
            <a:endParaRPr/>
          </a:p>
          <a:p>
            <a:pPr marL="457200" lvl="1" indent="-182880" algn="l" rtl="0">
              <a:lnSpc>
                <a:spcPct val="90000"/>
              </a:lnSpc>
              <a:spcBef>
                <a:spcPts val="400"/>
              </a:spcBef>
              <a:spcAft>
                <a:spcPts val="0"/>
              </a:spcAft>
              <a:buSzPts val="1530"/>
              <a:buChar char="▪"/>
            </a:pPr>
            <a:r>
              <a:rPr lang="en-US"/>
              <a:t>Can read files but provides </a:t>
            </a:r>
            <a:r>
              <a:rPr lang="en-US" b="1"/>
              <a:t>limited computational facilities</a:t>
            </a:r>
            <a:r>
              <a:rPr lang="en-US"/>
              <a:t>.</a:t>
            </a:r>
            <a:endParaRPr/>
          </a:p>
          <a:p>
            <a:pPr marL="457200" lvl="1" indent="-85725" algn="l" rtl="0">
              <a:lnSpc>
                <a:spcPct val="90000"/>
              </a:lnSpc>
              <a:spcBef>
                <a:spcPts val="600"/>
              </a:spcBef>
              <a:spcAft>
                <a:spcPts val="0"/>
              </a:spcAft>
              <a:buSzPts val="1530"/>
              <a:buNone/>
            </a:pPr>
            <a:endParaRPr/>
          </a:p>
          <a:p>
            <a:pPr marL="182880" lvl="0" indent="-182880" algn="l" rtl="0">
              <a:lnSpc>
                <a:spcPct val="90000"/>
              </a:lnSpc>
              <a:spcBef>
                <a:spcPts val="1400"/>
              </a:spcBef>
              <a:spcAft>
                <a:spcPts val="0"/>
              </a:spcAft>
              <a:buSzPts val="1700"/>
              <a:buChar char="▪"/>
            </a:pPr>
            <a:r>
              <a:rPr lang="en-US"/>
              <a:t>The file-system is not generally considered a DBMS though it is sometimes used in place of one … (not a good idea)</a:t>
            </a:r>
            <a:endParaRPr/>
          </a:p>
          <a:p>
            <a:pPr marL="182880" lvl="0" indent="-74928" algn="l" rtl="0">
              <a:lnSpc>
                <a:spcPct val="90000"/>
              </a:lnSpc>
              <a:spcBef>
                <a:spcPts val="1200"/>
              </a:spcBef>
              <a:spcAft>
                <a:spcPts val="0"/>
              </a:spcAft>
              <a:buSzPts val="17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xEl>
                                              <p:pRg st="0" end="0"/>
                                            </p:txEl>
                                          </p:spTgt>
                                        </p:tgtEl>
                                        <p:attrNameLst>
                                          <p:attrName>style.visibility</p:attrName>
                                        </p:attrNameLst>
                                      </p:cBhvr>
                                      <p:to>
                                        <p:strVal val="visible"/>
                                      </p:to>
                                    </p:set>
                                    <p:animEffect transition="in" filter="fade">
                                      <p:cBhvr>
                                        <p:cTn id="7" dur="500"/>
                                        <p:tgtEl>
                                          <p:spTgt spid="2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
                                            <p:txEl>
                                              <p:pRg st="1" end="1"/>
                                            </p:txEl>
                                          </p:spTgt>
                                        </p:tgtEl>
                                        <p:attrNameLst>
                                          <p:attrName>style.visibility</p:attrName>
                                        </p:attrNameLst>
                                      </p:cBhvr>
                                      <p:to>
                                        <p:strVal val="visible"/>
                                      </p:to>
                                    </p:set>
                                    <p:animEffect transition="in" filter="fade">
                                      <p:cBhvr>
                                        <p:cTn id="12" dur="500"/>
                                        <p:tgtEl>
                                          <p:spTgt spid="2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2">
                                            <p:txEl>
                                              <p:pRg st="2" end="2"/>
                                            </p:txEl>
                                          </p:spTgt>
                                        </p:tgtEl>
                                        <p:attrNameLst>
                                          <p:attrName>style.visibility</p:attrName>
                                        </p:attrNameLst>
                                      </p:cBhvr>
                                      <p:to>
                                        <p:strVal val="visible"/>
                                      </p:to>
                                    </p:set>
                                    <p:animEffect transition="in" filter="fade">
                                      <p:cBhvr>
                                        <p:cTn id="17" dur="500"/>
                                        <p:tgtEl>
                                          <p:spTgt spid="2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2">
                                            <p:txEl>
                                              <p:pRg st="3" end="3"/>
                                            </p:txEl>
                                          </p:spTgt>
                                        </p:tgtEl>
                                        <p:attrNameLst>
                                          <p:attrName>style.visibility</p:attrName>
                                        </p:attrNameLst>
                                      </p:cBhvr>
                                      <p:to>
                                        <p:strVal val="visible"/>
                                      </p:to>
                                    </p:set>
                                    <p:animEffect transition="in" filter="fade">
                                      <p:cBhvr>
                                        <p:cTn id="22" dur="500"/>
                                        <p:tgtEl>
                                          <p:spTgt spid="2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2">
                                            <p:txEl>
                                              <p:pRg st="4" end="4"/>
                                            </p:txEl>
                                          </p:spTgt>
                                        </p:tgtEl>
                                        <p:attrNameLst>
                                          <p:attrName>style.visibility</p:attrName>
                                        </p:attrNameLst>
                                      </p:cBhvr>
                                      <p:to>
                                        <p:strVal val="visible"/>
                                      </p:to>
                                    </p:set>
                                    <p:animEffect transition="in" filter="fade">
                                      <p:cBhvr>
                                        <p:cTn id="27" dur="500"/>
                                        <p:tgtEl>
                                          <p:spTgt spid="20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2">
                                            <p:txEl>
                                              <p:pRg st="5" end="5"/>
                                            </p:txEl>
                                          </p:spTgt>
                                        </p:tgtEl>
                                        <p:attrNameLst>
                                          <p:attrName>style.visibility</p:attrName>
                                        </p:attrNameLst>
                                      </p:cBhvr>
                                      <p:to>
                                        <p:strVal val="visible"/>
                                      </p:to>
                                    </p:set>
                                    <p:animEffect transition="in" filter="fade">
                                      <p:cBhvr>
                                        <p:cTn id="32" dur="500"/>
                                        <p:tgtEl>
                                          <p:spTgt spid="20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2">
                                            <p:txEl>
                                              <p:pRg st="6" end="6"/>
                                            </p:txEl>
                                          </p:spTgt>
                                        </p:tgtEl>
                                        <p:attrNameLst>
                                          <p:attrName>style.visibility</p:attrName>
                                        </p:attrNameLst>
                                      </p:cBhvr>
                                      <p:to>
                                        <p:strVal val="visible"/>
                                      </p:to>
                                    </p:set>
                                    <p:animEffect transition="in" filter="fade">
                                      <p:cBhvr>
                                        <p:cTn id="37" dur="500"/>
                                        <p:tgtEl>
                                          <p:spTgt spid="20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2">
                                            <p:txEl>
                                              <p:pRg st="7" end="7"/>
                                            </p:txEl>
                                          </p:spTgt>
                                        </p:tgtEl>
                                        <p:attrNameLst>
                                          <p:attrName>style.visibility</p:attrName>
                                        </p:attrNameLst>
                                      </p:cBhvr>
                                      <p:to>
                                        <p:strVal val="visible"/>
                                      </p:to>
                                    </p:set>
                                    <p:animEffect transition="in" filter="fade">
                                      <p:cBhvr>
                                        <p:cTn id="42" dur="500"/>
                                        <p:tgtEl>
                                          <p:spTgt spid="20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2">
                                            <p:txEl>
                                              <p:pRg st="8" end="8"/>
                                            </p:txEl>
                                          </p:spTgt>
                                        </p:tgtEl>
                                        <p:attrNameLst>
                                          <p:attrName>style.visibility</p:attrName>
                                        </p:attrNameLst>
                                      </p:cBhvr>
                                      <p:to>
                                        <p:strVal val="visible"/>
                                      </p:to>
                                    </p:set>
                                    <p:animEffect transition="in" filter="fade">
                                      <p:cBhvr>
                                        <p:cTn id="47" dur="500"/>
                                        <p:tgtEl>
                                          <p:spTgt spid="20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2">
                                            <p:txEl>
                                              <p:pRg st="9" end="9"/>
                                            </p:txEl>
                                          </p:spTgt>
                                        </p:tgtEl>
                                        <p:attrNameLst>
                                          <p:attrName>style.visibility</p:attrName>
                                        </p:attrNameLst>
                                      </p:cBhvr>
                                      <p:to>
                                        <p:strVal val="visible"/>
                                      </p:to>
                                    </p:set>
                                    <p:animEffect transition="in" filter="fade">
                                      <p:cBhvr>
                                        <p:cTn id="52" dur="500"/>
                                        <p:tgtEl>
                                          <p:spTgt spid="20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9"/>
          <p:cNvSpPr txBox="1">
            <a:spLocks noGrp="1"/>
          </p:cNvSpPr>
          <p:nvPr>
            <p:ph type="title"/>
          </p:nvPr>
        </p:nvSpPr>
        <p:spPr>
          <a:xfrm>
            <a:off x="881634" y="474357"/>
            <a:ext cx="10801350" cy="124686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WHY SHOULD I USE A DBMS?</a:t>
            </a:r>
            <a:endParaRPr/>
          </a:p>
        </p:txBody>
      </p:sp>
      <p:sp>
        <p:nvSpPr>
          <p:cNvPr id="209" name="Google Shape;209;p9"/>
          <p:cNvSpPr txBox="1">
            <a:spLocks noGrp="1"/>
          </p:cNvSpPr>
          <p:nvPr>
            <p:ph type="body" idx="1"/>
          </p:nvPr>
        </p:nvSpPr>
        <p:spPr>
          <a:xfrm>
            <a:off x="1167384" y="2275016"/>
            <a:ext cx="10515600" cy="4582984"/>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DBMSs organize many related sources of information</a:t>
            </a:r>
            <a:endParaRPr dirty="0"/>
          </a:p>
          <a:p>
            <a:pPr marL="182880" lvl="0" indent="-182880" algn="l" rtl="0">
              <a:lnSpc>
                <a:spcPct val="90000"/>
              </a:lnSpc>
              <a:spcBef>
                <a:spcPts val="1200"/>
              </a:spcBef>
              <a:spcAft>
                <a:spcPts val="0"/>
              </a:spcAft>
              <a:buSzPts val="1700"/>
              <a:buChar char="▪"/>
            </a:pPr>
            <a:r>
              <a:rPr lang="en-US" dirty="0"/>
              <a:t>DBMSs enforce guarantees on the data</a:t>
            </a:r>
            <a:endParaRPr dirty="0"/>
          </a:p>
          <a:p>
            <a:pPr marL="457200" lvl="1" indent="-182880" algn="l" rtl="0">
              <a:lnSpc>
                <a:spcPct val="90000"/>
              </a:lnSpc>
              <a:spcBef>
                <a:spcPts val="400"/>
              </a:spcBef>
              <a:spcAft>
                <a:spcPts val="0"/>
              </a:spcAft>
              <a:buSzPts val="1530"/>
              <a:buChar char="▪"/>
            </a:pPr>
            <a:r>
              <a:rPr lang="en-US" i="1" dirty="0"/>
              <a:t>Can be </a:t>
            </a:r>
            <a:r>
              <a:rPr lang="en-US" dirty="0"/>
              <a:t>used to </a:t>
            </a:r>
            <a:r>
              <a:rPr lang="en-US" b="1" dirty="0"/>
              <a:t>prevent data anomalies </a:t>
            </a:r>
            <a:endParaRPr dirty="0"/>
          </a:p>
          <a:p>
            <a:pPr marL="457200" lvl="1" indent="-182880" algn="l" rtl="0">
              <a:lnSpc>
                <a:spcPct val="90000"/>
              </a:lnSpc>
              <a:spcBef>
                <a:spcPts val="600"/>
              </a:spcBef>
              <a:spcAft>
                <a:spcPts val="0"/>
              </a:spcAft>
              <a:buSzPts val="1530"/>
              <a:buChar char="▪"/>
            </a:pPr>
            <a:r>
              <a:rPr lang="en-US" dirty="0"/>
              <a:t>Ensure </a:t>
            </a:r>
            <a:r>
              <a:rPr lang="en-US" b="1" dirty="0"/>
              <a:t>safe concurrent operations </a:t>
            </a:r>
            <a:r>
              <a:rPr lang="en-US" dirty="0"/>
              <a:t>on data</a:t>
            </a:r>
            <a:endParaRPr dirty="0"/>
          </a:p>
          <a:p>
            <a:pPr marL="182880" lvl="0" indent="-182880" algn="l" rtl="0">
              <a:lnSpc>
                <a:spcPct val="90000"/>
              </a:lnSpc>
              <a:spcBef>
                <a:spcPts val="1400"/>
              </a:spcBef>
              <a:spcAft>
                <a:spcPts val="0"/>
              </a:spcAft>
              <a:buSzPts val="1700"/>
              <a:buChar char="▪"/>
            </a:pPr>
            <a:r>
              <a:rPr lang="en-US" dirty="0"/>
              <a:t>DBMSs can be </a:t>
            </a:r>
            <a:r>
              <a:rPr lang="en-US" b="1" dirty="0"/>
              <a:t>scalable</a:t>
            </a:r>
            <a:endParaRPr dirty="0"/>
          </a:p>
          <a:p>
            <a:pPr marL="457200" lvl="1" indent="-182880" algn="l" rtl="0">
              <a:lnSpc>
                <a:spcPct val="90000"/>
              </a:lnSpc>
              <a:spcBef>
                <a:spcPts val="400"/>
              </a:spcBef>
              <a:spcAft>
                <a:spcPts val="0"/>
              </a:spcAft>
              <a:buSzPts val="1530"/>
              <a:buChar char="▪"/>
            </a:pPr>
            <a:r>
              <a:rPr lang="en-US" dirty="0"/>
              <a:t>Optimized to compute on data that </a:t>
            </a:r>
            <a:r>
              <a:rPr lang="en-US" b="1" dirty="0"/>
              <a:t>does not fit in memory</a:t>
            </a:r>
            <a:endParaRPr dirty="0"/>
          </a:p>
          <a:p>
            <a:pPr marL="457200" lvl="1" indent="-182880" algn="l" rtl="0">
              <a:lnSpc>
                <a:spcPct val="90000"/>
              </a:lnSpc>
              <a:spcBef>
                <a:spcPts val="600"/>
              </a:spcBef>
              <a:spcAft>
                <a:spcPts val="0"/>
              </a:spcAft>
              <a:buSzPts val="1530"/>
              <a:buChar char="▪"/>
            </a:pPr>
            <a:r>
              <a:rPr lang="en-US" b="1" dirty="0"/>
              <a:t>Parallel </a:t>
            </a:r>
            <a:r>
              <a:rPr lang="en-US" dirty="0"/>
              <a:t>computation and </a:t>
            </a:r>
            <a:r>
              <a:rPr lang="en-US" b="1" dirty="0"/>
              <a:t>optimized data structures</a:t>
            </a:r>
            <a:endParaRPr dirty="0"/>
          </a:p>
          <a:p>
            <a:pPr marL="182880" lvl="0" indent="-182880" algn="l" rtl="0">
              <a:lnSpc>
                <a:spcPct val="90000"/>
              </a:lnSpc>
              <a:spcBef>
                <a:spcPts val="1400"/>
              </a:spcBef>
              <a:spcAft>
                <a:spcPts val="0"/>
              </a:spcAft>
              <a:buSzPts val="1700"/>
              <a:buChar char="▪"/>
            </a:pPr>
            <a:r>
              <a:rPr lang="en-US" dirty="0"/>
              <a:t>DBMSs can </a:t>
            </a:r>
            <a:r>
              <a:rPr lang="en-US" b="1" dirty="0"/>
              <a:t>prevent data loss </a:t>
            </a:r>
            <a:r>
              <a:rPr lang="en-US" dirty="0"/>
              <a:t>from software/hardware </a:t>
            </a:r>
            <a:r>
              <a:rPr lang="en-US" b="1" dirty="0"/>
              <a:t>failures</a:t>
            </a:r>
            <a:endParaRPr dirty="0"/>
          </a:p>
        </p:txBody>
      </p:sp>
      <p:sp>
        <p:nvSpPr>
          <p:cNvPr id="210" name="Google Shape;210;p9"/>
          <p:cNvSpPr/>
          <p:nvPr/>
        </p:nvSpPr>
        <p:spPr>
          <a:xfrm>
            <a:off x="7192816" y="1721225"/>
            <a:ext cx="448392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dirty="0">
                <a:solidFill>
                  <a:srgbClr val="000000"/>
                </a:solidFill>
                <a:latin typeface="Century Gothic"/>
                <a:ea typeface="Century Gothic"/>
                <a:cs typeface="Century Gothic"/>
                <a:sym typeface="Century Gothic"/>
              </a:rPr>
              <a:t>Why can’t I just have my CSV files?</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9">
                                            <p:txEl>
                                              <p:pRg st="0" end="0"/>
                                            </p:txEl>
                                          </p:spTgt>
                                        </p:tgtEl>
                                        <p:attrNameLst>
                                          <p:attrName>style.visibility</p:attrName>
                                        </p:attrNameLst>
                                      </p:cBhvr>
                                      <p:to>
                                        <p:strVal val="visible"/>
                                      </p:to>
                                    </p:set>
                                    <p:animEffect transition="in" filter="fade">
                                      <p:cBhvr>
                                        <p:cTn id="7" dur="500"/>
                                        <p:tgtEl>
                                          <p:spTgt spid="2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9">
                                            <p:txEl>
                                              <p:pRg st="1" end="1"/>
                                            </p:txEl>
                                          </p:spTgt>
                                        </p:tgtEl>
                                        <p:attrNameLst>
                                          <p:attrName>style.visibility</p:attrName>
                                        </p:attrNameLst>
                                      </p:cBhvr>
                                      <p:to>
                                        <p:strVal val="visible"/>
                                      </p:to>
                                    </p:set>
                                    <p:animEffect transition="in" filter="fade">
                                      <p:cBhvr>
                                        <p:cTn id="12" dur="500"/>
                                        <p:tgtEl>
                                          <p:spTgt spid="2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
                                            <p:txEl>
                                              <p:pRg st="2" end="2"/>
                                            </p:txEl>
                                          </p:spTgt>
                                        </p:tgtEl>
                                        <p:attrNameLst>
                                          <p:attrName>style.visibility</p:attrName>
                                        </p:attrNameLst>
                                      </p:cBhvr>
                                      <p:to>
                                        <p:strVal val="visible"/>
                                      </p:to>
                                    </p:set>
                                    <p:animEffect transition="in" filter="fade">
                                      <p:cBhvr>
                                        <p:cTn id="17" dur="500"/>
                                        <p:tgtEl>
                                          <p:spTgt spid="2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9">
                                            <p:txEl>
                                              <p:pRg st="3" end="3"/>
                                            </p:txEl>
                                          </p:spTgt>
                                        </p:tgtEl>
                                        <p:attrNameLst>
                                          <p:attrName>style.visibility</p:attrName>
                                        </p:attrNameLst>
                                      </p:cBhvr>
                                      <p:to>
                                        <p:strVal val="visible"/>
                                      </p:to>
                                    </p:set>
                                    <p:animEffect transition="in" filter="fade">
                                      <p:cBhvr>
                                        <p:cTn id="22" dur="500"/>
                                        <p:tgtEl>
                                          <p:spTgt spid="20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9">
                                            <p:txEl>
                                              <p:pRg st="4" end="4"/>
                                            </p:txEl>
                                          </p:spTgt>
                                        </p:tgtEl>
                                        <p:attrNameLst>
                                          <p:attrName>style.visibility</p:attrName>
                                        </p:attrNameLst>
                                      </p:cBhvr>
                                      <p:to>
                                        <p:strVal val="visible"/>
                                      </p:to>
                                    </p:set>
                                    <p:animEffect transition="in" filter="fade">
                                      <p:cBhvr>
                                        <p:cTn id="27" dur="500"/>
                                        <p:tgtEl>
                                          <p:spTgt spid="20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9">
                                            <p:txEl>
                                              <p:pRg st="5" end="5"/>
                                            </p:txEl>
                                          </p:spTgt>
                                        </p:tgtEl>
                                        <p:attrNameLst>
                                          <p:attrName>style.visibility</p:attrName>
                                        </p:attrNameLst>
                                      </p:cBhvr>
                                      <p:to>
                                        <p:strVal val="visible"/>
                                      </p:to>
                                    </p:set>
                                    <p:animEffect transition="in" filter="fade">
                                      <p:cBhvr>
                                        <p:cTn id="32" dur="500"/>
                                        <p:tgtEl>
                                          <p:spTgt spid="20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9">
                                            <p:txEl>
                                              <p:pRg st="6" end="6"/>
                                            </p:txEl>
                                          </p:spTgt>
                                        </p:tgtEl>
                                        <p:attrNameLst>
                                          <p:attrName>style.visibility</p:attrName>
                                        </p:attrNameLst>
                                      </p:cBhvr>
                                      <p:to>
                                        <p:strVal val="visible"/>
                                      </p:to>
                                    </p:set>
                                    <p:animEffect transition="in" filter="fade">
                                      <p:cBhvr>
                                        <p:cTn id="37" dur="500"/>
                                        <p:tgtEl>
                                          <p:spTgt spid="20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9">
                                            <p:txEl>
                                              <p:pRg st="7" end="7"/>
                                            </p:txEl>
                                          </p:spTgt>
                                        </p:tgtEl>
                                        <p:attrNameLst>
                                          <p:attrName>style.visibility</p:attrName>
                                        </p:attrNameLst>
                                      </p:cBhvr>
                                      <p:to>
                                        <p:strVal val="visible"/>
                                      </p:to>
                                    </p:set>
                                    <p:animEffect transition="in" filter="fade">
                                      <p:cBhvr>
                                        <p:cTn id="42" dur="500"/>
                                        <p:tgtEl>
                                          <p:spTgt spid="20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0"/>
          <p:cNvSpPr txBox="1">
            <a:spLocks noGrp="1"/>
          </p:cNvSpPr>
          <p:nvPr>
            <p:ph type="title"/>
          </p:nvPr>
        </p:nvSpPr>
        <p:spPr>
          <a:xfrm>
            <a:off x="2278514" y="1696092"/>
            <a:ext cx="10515600" cy="2852737"/>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8000"/>
              <a:buFont typeface="Rockwell"/>
              <a:buNone/>
            </a:pPr>
            <a:r>
              <a:rPr lang="en-US"/>
              <a:t>WIDELY USED</a:t>
            </a:r>
            <a:br>
              <a:rPr lang="en-US"/>
            </a:br>
            <a:r>
              <a:rPr lang="en-US"/>
              <a:t>DBMS TECHNOLOGIES</a:t>
            </a:r>
            <a:endParaRPr/>
          </a:p>
        </p:txBody>
      </p:sp>
      <p:sp>
        <p:nvSpPr>
          <p:cNvPr id="216" name="Google Shape;216;p10"/>
          <p:cNvSpPr txBox="1">
            <a:spLocks noGrp="1"/>
          </p:cNvSpPr>
          <p:nvPr>
            <p:ph type="body" idx="1"/>
          </p:nvPr>
        </p:nvSpPr>
        <p:spPr>
          <a:xfrm>
            <a:off x="2165774" y="5020056"/>
            <a:ext cx="9052560" cy="1066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11"/>
          <p:cNvPicPr preferRelativeResize="0"/>
          <p:nvPr/>
        </p:nvPicPr>
        <p:blipFill>
          <a:blip r:embed="rId3"/>
          <a:srcRect/>
          <a:stretch/>
        </p:blipFill>
        <p:spPr>
          <a:xfrm>
            <a:off x="189185" y="1337765"/>
            <a:ext cx="11404075" cy="4284473"/>
          </a:xfrm>
          <a:prstGeom prst="rect">
            <a:avLst/>
          </a:prstGeom>
          <a:noFill/>
          <a:ln>
            <a:noFill/>
          </a:ln>
        </p:spPr>
      </p:pic>
      <p:sp>
        <p:nvSpPr>
          <p:cNvPr id="223" name="Google Shape;223;p11"/>
          <p:cNvSpPr txBox="1">
            <a:spLocks noGrp="1"/>
          </p:cNvSpPr>
          <p:nvPr>
            <p:ph type="title"/>
          </p:nvPr>
        </p:nvSpPr>
        <p:spPr>
          <a:xfrm>
            <a:off x="536121" y="92360"/>
            <a:ext cx="691319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COMMON DBMS SYSTEMS</a:t>
            </a:r>
            <a:endParaRPr dirty="0"/>
          </a:p>
        </p:txBody>
      </p:sp>
      <p:sp>
        <p:nvSpPr>
          <p:cNvPr id="224" name="Google Shape;224;p11"/>
          <p:cNvSpPr/>
          <p:nvPr/>
        </p:nvSpPr>
        <p:spPr>
          <a:xfrm>
            <a:off x="6539391" y="2338801"/>
            <a:ext cx="960900" cy="1325700"/>
          </a:xfrm>
          <a:prstGeom prst="rect">
            <a:avLst/>
          </a:prstGeom>
          <a:solidFill>
            <a:schemeClr val="accent2">
              <a:alpha val="40000"/>
            </a:schemeClr>
          </a:solidFill>
          <a:ln w="12700" cap="flat" cmpd="sng">
            <a:solidFill>
              <a:srgbClr val="71201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225" name="Google Shape;225;p11"/>
          <p:cNvSpPr txBox="1"/>
          <p:nvPr/>
        </p:nvSpPr>
        <p:spPr>
          <a:xfrm>
            <a:off x="1087525" y="5808555"/>
            <a:ext cx="1060739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entury Gothic"/>
              <a:buNone/>
            </a:pPr>
            <a:r>
              <a:rPr lang="en-US" sz="2800" b="1" i="0" u="none" strike="noStrike" cap="none">
                <a:solidFill>
                  <a:srgbClr val="000000"/>
                </a:solidFill>
                <a:latin typeface="Century Gothic"/>
                <a:ea typeface="Century Gothic"/>
                <a:cs typeface="Century Gothic"/>
                <a:sym typeface="Century Gothic"/>
              </a:rPr>
              <a:t>Relational</a:t>
            </a:r>
            <a:r>
              <a:rPr lang="en-US" sz="2800" b="0" i="0" u="none" strike="noStrike" cap="none">
                <a:solidFill>
                  <a:srgbClr val="000000"/>
                </a:solidFill>
                <a:latin typeface="Century Gothic"/>
                <a:ea typeface="Century Gothic"/>
                <a:cs typeface="Century Gothic"/>
                <a:sym typeface="Century Gothic"/>
              </a:rPr>
              <a:t> database management systems are widely used!</a:t>
            </a:r>
            <a:endParaRPr sz="1400" b="0" i="0" u="none" strike="noStrike" cap="none">
              <a:solidFill>
                <a:srgbClr val="000000"/>
              </a:solidFill>
              <a:latin typeface="Arial"/>
              <a:ea typeface="Arial"/>
              <a:cs typeface="Arial"/>
              <a:sym typeface="Arial"/>
            </a:endParaRPr>
          </a:p>
        </p:txBody>
      </p:sp>
      <p:sp>
        <p:nvSpPr>
          <p:cNvPr id="226" name="Google Shape;226;p11"/>
          <p:cNvSpPr txBox="1"/>
          <p:nvPr/>
        </p:nvSpPr>
        <p:spPr>
          <a:xfrm>
            <a:off x="7985433" y="800353"/>
            <a:ext cx="422743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0" i="0" u="sng" strike="noStrike" cap="none" dirty="0">
                <a:solidFill>
                  <a:srgbClr val="000000"/>
                </a:solidFill>
                <a:latin typeface="Century Gothic"/>
                <a:ea typeface="Century Gothic"/>
                <a:cs typeface="Century Gothic"/>
                <a:sym typeface="Century Gothic"/>
                <a:hlinkClick r:id="rId4">
                  <a:extLst>
                    <a:ext uri="{A12FA001-AC4F-418D-AE19-62706E023703}">
                      <ahyp:hlinkClr xmlns:ahyp="http://schemas.microsoft.com/office/drawing/2018/hyperlinkcolor" val="tx"/>
                    </a:ext>
                  </a:extLst>
                </a:hlinkClick>
              </a:rPr>
              <a:t>https://db-engines.com/en/ranking</a:t>
            </a:r>
            <a:r>
              <a:rPr lang="en-US" sz="1800" b="0" i="0" u="none" strike="noStrike" cap="none" dirty="0">
                <a:solidFill>
                  <a:srgbClr val="000000"/>
                </a:solidFill>
                <a:latin typeface="Century Gothic"/>
                <a:ea typeface="Century Gothic"/>
                <a:cs typeface="Century Gothic"/>
                <a:sym typeface="Century Gothic"/>
              </a:rPr>
              <a:t> </a:t>
            </a:r>
            <a:endParaRPr sz="1400" b="0" i="0" u="none" strike="noStrike" cap="none" dirty="0">
              <a:solidFill>
                <a:srgbClr val="000000"/>
              </a:solidFill>
              <a:latin typeface="Arial"/>
              <a:ea typeface="Arial"/>
              <a:cs typeface="Arial"/>
              <a:sym typeface="Arial"/>
            </a:endParaRPr>
          </a:p>
        </p:txBody>
      </p:sp>
      <p:sp>
        <p:nvSpPr>
          <p:cNvPr id="227" name="Google Shape;227;p11"/>
          <p:cNvSpPr/>
          <p:nvPr/>
        </p:nvSpPr>
        <p:spPr>
          <a:xfrm>
            <a:off x="6598768" y="4608774"/>
            <a:ext cx="960900" cy="1031700"/>
          </a:xfrm>
          <a:prstGeom prst="rect">
            <a:avLst/>
          </a:prstGeom>
          <a:solidFill>
            <a:schemeClr val="accent2">
              <a:alpha val="40000"/>
            </a:schemeClr>
          </a:solidFill>
          <a:ln w="12700" cap="flat" cmpd="sng">
            <a:solidFill>
              <a:srgbClr val="71201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7730D34-99BF-DF2C-0F55-A545334B814B}"/>
                  </a:ext>
                </a:extLst>
              </p14:cNvPr>
              <p14:cNvContentPartPr/>
              <p14:nvPr/>
            </p14:nvContentPartPr>
            <p14:xfrm>
              <a:off x="6411960" y="133560"/>
              <a:ext cx="3525480" cy="4700880"/>
            </p14:xfrm>
          </p:contentPart>
        </mc:Choice>
        <mc:Fallback xmlns="">
          <p:pic>
            <p:nvPicPr>
              <p:cNvPr id="2" name="Ink 1">
                <a:extLst>
                  <a:ext uri="{FF2B5EF4-FFF2-40B4-BE49-F238E27FC236}">
                    <a16:creationId xmlns:a16="http://schemas.microsoft.com/office/drawing/2014/main" id="{37730D34-99BF-DF2C-0F55-A545334B814B}"/>
                  </a:ext>
                </a:extLst>
              </p:cNvPr>
              <p:cNvPicPr/>
              <p:nvPr/>
            </p:nvPicPr>
            <p:blipFill>
              <a:blip r:embed="rId6"/>
              <a:stretch>
                <a:fillRect/>
              </a:stretch>
            </p:blipFill>
            <p:spPr>
              <a:xfrm>
                <a:off x="6402600" y="124200"/>
                <a:ext cx="3544200" cy="471960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fade">
                                      <p:cBhvr>
                                        <p:cTn id="7" dur="500"/>
                                        <p:tgtEl>
                                          <p:spTgt spid="2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fade">
                                      <p:cBhvr>
                                        <p:cTn id="12" dur="500"/>
                                        <p:tgtEl>
                                          <p:spTgt spid="224"/>
                                        </p:tgtEl>
                                      </p:cBhvr>
                                    </p:animEffect>
                                  </p:childTnLst>
                                </p:cTn>
                              </p:par>
                              <p:par>
                                <p:cTn id="13" presetID="10" presetClass="entr" presetSubtype="0" fill="hold" nodeType="withEffect">
                                  <p:stCondLst>
                                    <p:cond delay="0"/>
                                  </p:stCondLst>
                                  <p:childTnLst>
                                    <p:set>
                                      <p:cBhvr>
                                        <p:cTn id="14" dur="1" fill="hold">
                                          <p:stCondLst>
                                            <p:cond delay="0"/>
                                          </p:stCondLst>
                                        </p:cTn>
                                        <p:tgtEl>
                                          <p:spTgt spid="227"/>
                                        </p:tgtEl>
                                        <p:attrNameLst>
                                          <p:attrName>style.visibility</p:attrName>
                                        </p:attrNameLst>
                                      </p:cBhvr>
                                      <p:to>
                                        <p:strVal val="visible"/>
                                      </p:to>
                                    </p:set>
                                    <p:animEffect transition="in" filter="fade">
                                      <p:cBhvr>
                                        <p:cTn id="15"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413126" y="53786"/>
            <a:ext cx="11365747"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ts val="4800"/>
              <a:buFont typeface="Rockwell"/>
              <a:buNone/>
            </a:pPr>
            <a:r>
              <a:rPr lang="en-US" sz="4800" b="1"/>
              <a:t>RELATIONAL</a:t>
            </a:r>
            <a:r>
              <a:rPr lang="en-US" sz="4800"/>
              <a:t> DATABASE MANAGEMENT SYSTEMS</a:t>
            </a:r>
            <a:endParaRPr/>
          </a:p>
        </p:txBody>
      </p:sp>
      <p:sp>
        <p:nvSpPr>
          <p:cNvPr id="234" name="Google Shape;234;p12"/>
          <p:cNvSpPr txBox="1">
            <a:spLocks noGrp="1"/>
          </p:cNvSpPr>
          <p:nvPr>
            <p:ph type="body" idx="1"/>
          </p:nvPr>
        </p:nvSpPr>
        <p:spPr>
          <a:xfrm>
            <a:off x="838200" y="1379349"/>
            <a:ext cx="10515600" cy="2583051"/>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a:t>Relational databases are the traditional DBMS technology</a:t>
            </a: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b="1"/>
          </a:p>
          <a:p>
            <a:pPr marL="182880" lvl="0" indent="-74928" algn="l" rtl="0">
              <a:lnSpc>
                <a:spcPct val="90000"/>
              </a:lnSpc>
              <a:spcBef>
                <a:spcPts val="1200"/>
              </a:spcBef>
              <a:spcAft>
                <a:spcPts val="0"/>
              </a:spcAft>
              <a:buSzPts val="1700"/>
              <a:buNone/>
            </a:pPr>
            <a:endParaRPr b="1"/>
          </a:p>
          <a:p>
            <a:pPr marL="182880" lvl="0" indent="-74928" algn="l" rtl="0">
              <a:lnSpc>
                <a:spcPct val="90000"/>
              </a:lnSpc>
              <a:spcBef>
                <a:spcPts val="1200"/>
              </a:spcBef>
              <a:spcAft>
                <a:spcPts val="0"/>
              </a:spcAft>
              <a:buSzPts val="1700"/>
              <a:buNone/>
            </a:pPr>
            <a:endParaRPr b="1"/>
          </a:p>
          <a:p>
            <a:pPr marL="182880" lvl="0" indent="-182880" algn="l" rtl="0">
              <a:lnSpc>
                <a:spcPct val="90000"/>
              </a:lnSpc>
              <a:spcBef>
                <a:spcPts val="1200"/>
              </a:spcBef>
              <a:spcAft>
                <a:spcPts val="0"/>
              </a:spcAft>
              <a:buSzPts val="1700"/>
              <a:buChar char="▪"/>
            </a:pPr>
            <a:r>
              <a:rPr lang="en-US" b="1" i="1"/>
              <a:t>Logically</a:t>
            </a:r>
            <a:r>
              <a:rPr lang="en-US"/>
              <a:t> organize data in </a:t>
            </a:r>
            <a:r>
              <a:rPr lang="en-US" b="1"/>
              <a:t>relations </a:t>
            </a:r>
            <a:r>
              <a:rPr lang="en-US"/>
              <a:t>(tables)</a:t>
            </a:r>
            <a:endParaRPr/>
          </a:p>
        </p:txBody>
      </p:sp>
      <p:grpSp>
        <p:nvGrpSpPr>
          <p:cNvPr id="235" name="Google Shape;235;p12"/>
          <p:cNvGrpSpPr/>
          <p:nvPr/>
        </p:nvGrpSpPr>
        <p:grpSpPr>
          <a:xfrm>
            <a:off x="2182105" y="1935190"/>
            <a:ext cx="8106433" cy="1299955"/>
            <a:chOff x="403057" y="2561993"/>
            <a:chExt cx="8106433" cy="1299955"/>
          </a:xfrm>
        </p:grpSpPr>
        <p:pic>
          <p:nvPicPr>
            <p:cNvPr id="236" name="Google Shape;236;p12"/>
            <p:cNvPicPr preferRelativeResize="0"/>
            <p:nvPr/>
          </p:nvPicPr>
          <p:blipFill rotWithShape="1">
            <a:blip r:embed="rId3">
              <a:alphaModFix/>
            </a:blip>
            <a:srcRect/>
            <a:stretch/>
          </p:blipFill>
          <p:spPr>
            <a:xfrm>
              <a:off x="3349507" y="2654166"/>
              <a:ext cx="1436848" cy="1166137"/>
            </a:xfrm>
            <a:prstGeom prst="rect">
              <a:avLst/>
            </a:prstGeom>
            <a:noFill/>
            <a:ln>
              <a:noFill/>
            </a:ln>
          </p:spPr>
        </p:pic>
        <p:pic>
          <p:nvPicPr>
            <p:cNvPr id="237" name="Google Shape;237;p12"/>
            <p:cNvPicPr preferRelativeResize="0"/>
            <p:nvPr/>
          </p:nvPicPr>
          <p:blipFill rotWithShape="1">
            <a:blip r:embed="rId4">
              <a:alphaModFix/>
            </a:blip>
            <a:srcRect/>
            <a:stretch/>
          </p:blipFill>
          <p:spPr>
            <a:xfrm>
              <a:off x="5010360" y="2564570"/>
              <a:ext cx="1463067" cy="1297378"/>
            </a:xfrm>
            <a:prstGeom prst="rect">
              <a:avLst/>
            </a:prstGeom>
            <a:noFill/>
            <a:ln>
              <a:noFill/>
            </a:ln>
          </p:spPr>
        </p:pic>
        <p:pic>
          <p:nvPicPr>
            <p:cNvPr id="238" name="Google Shape;238;p12"/>
            <p:cNvPicPr preferRelativeResize="0"/>
            <p:nvPr/>
          </p:nvPicPr>
          <p:blipFill rotWithShape="1">
            <a:blip r:embed="rId5">
              <a:alphaModFix/>
            </a:blip>
            <a:srcRect/>
            <a:stretch/>
          </p:blipFill>
          <p:spPr>
            <a:xfrm>
              <a:off x="6697431" y="2993581"/>
              <a:ext cx="1812059" cy="858916"/>
            </a:xfrm>
            <a:prstGeom prst="rect">
              <a:avLst/>
            </a:prstGeom>
            <a:noFill/>
            <a:ln>
              <a:noFill/>
            </a:ln>
          </p:spPr>
        </p:pic>
        <p:grpSp>
          <p:nvGrpSpPr>
            <p:cNvPr id="239" name="Google Shape;239;p12"/>
            <p:cNvGrpSpPr/>
            <p:nvPr/>
          </p:nvGrpSpPr>
          <p:grpSpPr>
            <a:xfrm>
              <a:off x="403057" y="2564569"/>
              <a:ext cx="1247932" cy="1247932"/>
              <a:chOff x="403057" y="2564569"/>
              <a:chExt cx="1247932" cy="1247932"/>
            </a:xfrm>
          </p:grpSpPr>
          <p:pic>
            <p:nvPicPr>
              <p:cNvPr id="240" name="Google Shape;240;p12"/>
              <p:cNvPicPr preferRelativeResize="0"/>
              <p:nvPr/>
            </p:nvPicPr>
            <p:blipFill rotWithShape="1">
              <a:blip r:embed="rId6">
                <a:alphaModFix/>
              </a:blip>
              <a:srcRect/>
              <a:stretch/>
            </p:blipFill>
            <p:spPr>
              <a:xfrm>
                <a:off x="403057" y="2564569"/>
                <a:ext cx="1247932" cy="1247932"/>
              </a:xfrm>
              <a:prstGeom prst="rect">
                <a:avLst/>
              </a:prstGeom>
              <a:noFill/>
              <a:ln>
                <a:noFill/>
              </a:ln>
            </p:spPr>
          </p:pic>
          <p:pic>
            <p:nvPicPr>
              <p:cNvPr id="241" name="Google Shape;241;p12"/>
              <p:cNvPicPr preferRelativeResize="0"/>
              <p:nvPr/>
            </p:nvPicPr>
            <p:blipFill rotWithShape="1">
              <a:blip r:embed="rId7">
                <a:alphaModFix/>
              </a:blip>
              <a:srcRect/>
              <a:stretch/>
            </p:blipFill>
            <p:spPr>
              <a:xfrm>
                <a:off x="995471" y="3466994"/>
                <a:ext cx="579162" cy="299648"/>
              </a:xfrm>
              <a:prstGeom prst="rect">
                <a:avLst/>
              </a:prstGeom>
              <a:noFill/>
              <a:ln>
                <a:noFill/>
              </a:ln>
            </p:spPr>
          </p:pic>
        </p:grpSp>
        <p:pic>
          <p:nvPicPr>
            <p:cNvPr id="242" name="Google Shape;242;p12"/>
            <p:cNvPicPr preferRelativeResize="0"/>
            <p:nvPr/>
          </p:nvPicPr>
          <p:blipFill rotWithShape="1">
            <a:blip r:embed="rId8">
              <a:alphaModFix/>
            </a:blip>
            <a:srcRect/>
            <a:stretch/>
          </p:blipFill>
          <p:spPr>
            <a:xfrm>
              <a:off x="1874994" y="2561993"/>
              <a:ext cx="1250508" cy="1250508"/>
            </a:xfrm>
            <a:prstGeom prst="rect">
              <a:avLst/>
            </a:prstGeom>
            <a:noFill/>
            <a:ln>
              <a:noFill/>
            </a:ln>
          </p:spPr>
        </p:pic>
      </p:grpSp>
      <p:graphicFrame>
        <p:nvGraphicFramePr>
          <p:cNvPr id="243" name="Google Shape;243;p12"/>
          <p:cNvGraphicFramePr/>
          <p:nvPr/>
        </p:nvGraphicFramePr>
        <p:xfrm>
          <a:off x="3304325" y="4160201"/>
          <a:ext cx="4335900" cy="2004100"/>
        </p:xfrm>
        <a:graphic>
          <a:graphicData uri="http://schemas.openxmlformats.org/drawingml/2006/table">
            <a:tbl>
              <a:tblPr firstRow="1" bandRow="1">
                <a:noFill/>
              </a:tblPr>
              <a:tblGrid>
                <a:gridCol w="1516600">
                  <a:extLst>
                    <a:ext uri="{9D8B030D-6E8A-4147-A177-3AD203B41FA5}">
                      <a16:colId xmlns:a16="http://schemas.microsoft.com/office/drawing/2014/main" val="20000"/>
                    </a:ext>
                  </a:extLst>
                </a:gridCol>
                <a:gridCol w="1343425">
                  <a:extLst>
                    <a:ext uri="{9D8B030D-6E8A-4147-A177-3AD203B41FA5}">
                      <a16:colId xmlns:a16="http://schemas.microsoft.com/office/drawing/2014/main" val="20001"/>
                    </a:ext>
                  </a:extLst>
                </a:gridCol>
                <a:gridCol w="1475875">
                  <a:extLst>
                    <a:ext uri="{9D8B030D-6E8A-4147-A177-3AD203B41FA5}">
                      <a16:colId xmlns:a16="http://schemas.microsoft.com/office/drawing/2014/main" val="20002"/>
                    </a:ext>
                  </a:extLst>
                </a:gridCol>
              </a:tblGrid>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Name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Prod</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Price</a:t>
                      </a:r>
                      <a:endParaRPr sz="1400" u="none" strike="noStrike" cap="none"/>
                    </a:p>
                  </a:txBody>
                  <a:tcPr marL="176825" marR="176825" marT="88425" marB="88425"/>
                </a:tc>
                <a:extLst>
                  <a:ext uri="{0D108BD9-81ED-4DB2-BD59-A6C34878D82A}">
                    <a16:rowId xmlns:a16="http://schemas.microsoft.com/office/drawing/2014/main" val="10000"/>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Sue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iPod</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$200.00</a:t>
                      </a:r>
                      <a:endParaRPr sz="1400" u="none" strike="noStrike" cap="none"/>
                    </a:p>
                  </a:txBody>
                  <a:tcPr marL="176825" marR="176825" marT="88425" marB="88425"/>
                </a:tc>
                <a:extLst>
                  <a:ext uri="{0D108BD9-81ED-4DB2-BD59-A6C34878D82A}">
                    <a16:rowId xmlns:a16="http://schemas.microsoft.com/office/drawing/2014/main" val="10001"/>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Joey</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Bike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$333.99</a:t>
                      </a:r>
                      <a:endParaRPr sz="1400" u="none" strike="noStrike" cap="none"/>
                    </a:p>
                  </a:txBody>
                  <a:tcPr marL="176825" marR="176825" marT="88425" marB="88425"/>
                </a:tc>
                <a:extLst>
                  <a:ext uri="{0D108BD9-81ED-4DB2-BD59-A6C34878D82A}">
                    <a16:rowId xmlns:a16="http://schemas.microsoft.com/office/drawing/2014/main" val="10002"/>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Alice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Car</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$999.00</a:t>
                      </a:r>
                      <a:endParaRPr sz="1400" u="none" strike="noStrike" cap="none"/>
                    </a:p>
                  </a:txBody>
                  <a:tcPr marL="176825" marR="176825" marT="88425" marB="88425"/>
                </a:tc>
                <a:extLst>
                  <a:ext uri="{0D108BD9-81ED-4DB2-BD59-A6C34878D82A}">
                    <a16:rowId xmlns:a16="http://schemas.microsoft.com/office/drawing/2014/main" val="10003"/>
                  </a:ext>
                </a:extLst>
              </a:tr>
            </a:tbl>
          </a:graphicData>
        </a:graphic>
      </p:graphicFrame>
      <p:sp>
        <p:nvSpPr>
          <p:cNvPr id="244" name="Google Shape;244;p12"/>
          <p:cNvSpPr txBox="1"/>
          <p:nvPr/>
        </p:nvSpPr>
        <p:spPr>
          <a:xfrm>
            <a:off x="742406" y="4160201"/>
            <a:ext cx="2561919" cy="52322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800"/>
              <a:buFont typeface="Century Gothic"/>
              <a:buNone/>
            </a:pPr>
            <a:r>
              <a:rPr lang="en-US" sz="2800" b="0" i="0" u="none" strike="noStrike" cap="none">
                <a:solidFill>
                  <a:srgbClr val="000000"/>
                </a:solidFill>
                <a:latin typeface="Century Gothic"/>
                <a:ea typeface="Century Gothic"/>
                <a:cs typeface="Century Gothic"/>
                <a:sym typeface="Century Gothic"/>
              </a:rPr>
              <a:t>Sales relation:</a:t>
            </a:r>
            <a:endParaRPr sz="2800" b="1" i="0" u="none" strike="noStrike" cap="none">
              <a:solidFill>
                <a:srgbClr val="000000"/>
              </a:solidFill>
              <a:latin typeface="Century Gothic"/>
              <a:ea typeface="Century Gothic"/>
              <a:cs typeface="Century Gothic"/>
              <a:sym typeface="Century Gothic"/>
            </a:endParaRPr>
          </a:p>
        </p:txBody>
      </p:sp>
      <p:sp>
        <p:nvSpPr>
          <p:cNvPr id="245" name="Google Shape;245;p12"/>
          <p:cNvSpPr/>
          <p:nvPr/>
        </p:nvSpPr>
        <p:spPr>
          <a:xfrm>
            <a:off x="785259" y="5633394"/>
            <a:ext cx="7083459" cy="530887"/>
          </a:xfrm>
          <a:prstGeom prst="roundRect">
            <a:avLst>
              <a:gd name="adj" fmla="val 16667"/>
            </a:avLst>
          </a:prstGeom>
          <a:solidFill>
            <a:schemeClr val="accent1">
              <a:alpha val="41568"/>
            </a:schemeClr>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246" name="Google Shape;246;p12"/>
          <p:cNvSpPr/>
          <p:nvPr/>
        </p:nvSpPr>
        <p:spPr>
          <a:xfrm>
            <a:off x="4729683" y="4087400"/>
            <a:ext cx="1485415" cy="2527043"/>
          </a:xfrm>
          <a:prstGeom prst="roundRect">
            <a:avLst>
              <a:gd name="adj" fmla="val 16667"/>
            </a:avLst>
          </a:prstGeom>
          <a:solidFill>
            <a:schemeClr val="accent6">
              <a:alpha val="44313"/>
            </a:schemeClr>
          </a:solidFill>
          <a:ln w="12700" cap="flat" cmpd="sng">
            <a:solidFill>
              <a:srgbClr val="71201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247" name="Google Shape;247;p12"/>
          <p:cNvSpPr txBox="1"/>
          <p:nvPr/>
        </p:nvSpPr>
        <p:spPr>
          <a:xfrm>
            <a:off x="962734" y="5605174"/>
            <a:ext cx="211307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entury Gothic"/>
              <a:buNone/>
            </a:pPr>
            <a:r>
              <a:rPr lang="en-US" sz="2800" b="0" i="0" u="none" strike="noStrike" cap="none">
                <a:solidFill>
                  <a:srgbClr val="000000"/>
                </a:solidFill>
                <a:latin typeface="Century Gothic"/>
                <a:ea typeface="Century Gothic"/>
                <a:cs typeface="Century Gothic"/>
                <a:sym typeface="Century Gothic"/>
              </a:rPr>
              <a:t>Tuple (row)</a:t>
            </a:r>
            <a:endParaRPr sz="1400" b="0" i="0" u="none" strike="noStrike" cap="none">
              <a:solidFill>
                <a:srgbClr val="000000"/>
              </a:solidFill>
              <a:latin typeface="Arial"/>
              <a:ea typeface="Arial"/>
              <a:cs typeface="Arial"/>
              <a:sym typeface="Arial"/>
            </a:endParaRPr>
          </a:p>
        </p:txBody>
      </p:sp>
      <p:sp>
        <p:nvSpPr>
          <p:cNvPr id="248" name="Google Shape;248;p12"/>
          <p:cNvSpPr txBox="1"/>
          <p:nvPr/>
        </p:nvSpPr>
        <p:spPr>
          <a:xfrm>
            <a:off x="4791652" y="6164281"/>
            <a:ext cx="29658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Attribute (column)</a:t>
            </a:r>
            <a:endParaRPr sz="1400" b="0" i="0" u="none" strike="noStrike" cap="none">
              <a:solidFill>
                <a:srgbClr val="000000"/>
              </a:solidFill>
              <a:latin typeface="Arial"/>
              <a:ea typeface="Arial"/>
              <a:cs typeface="Arial"/>
              <a:sym typeface="Arial"/>
            </a:endParaRPr>
          </a:p>
        </p:txBody>
      </p:sp>
      <p:sp>
        <p:nvSpPr>
          <p:cNvPr id="249" name="Google Shape;249;p12"/>
          <p:cNvSpPr/>
          <p:nvPr/>
        </p:nvSpPr>
        <p:spPr>
          <a:xfrm>
            <a:off x="8029672" y="3904371"/>
            <a:ext cx="4036682"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Describes </a:t>
            </a:r>
            <a:r>
              <a:rPr lang="en-US" sz="2400" b="0" i="1" u="sng" strike="noStrike" cap="none">
                <a:solidFill>
                  <a:srgbClr val="000000"/>
                </a:solidFill>
                <a:latin typeface="Century Gothic"/>
                <a:ea typeface="Century Gothic"/>
                <a:cs typeface="Century Gothic"/>
                <a:sym typeface="Century Gothic"/>
              </a:rPr>
              <a:t>relationship: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Century Gothic"/>
              <a:buNone/>
            </a:pPr>
            <a:r>
              <a:rPr lang="en-US" sz="3200" b="1" i="1" u="none" strike="noStrike" cap="none">
                <a:solidFill>
                  <a:srgbClr val="000000"/>
                </a:solidFill>
                <a:latin typeface="Century Gothic"/>
                <a:ea typeface="Century Gothic"/>
                <a:cs typeface="Century Gothic"/>
                <a:sym typeface="Century Gothic"/>
              </a:rPr>
              <a:t>Name</a:t>
            </a:r>
            <a:r>
              <a:rPr lang="en-US" sz="3200" b="0" i="1" u="none" strike="noStrike" cap="none">
                <a:solidFill>
                  <a:srgbClr val="000000"/>
                </a:solidFill>
                <a:latin typeface="Century Gothic"/>
                <a:ea typeface="Century Gothic"/>
                <a:cs typeface="Century Gothic"/>
                <a:sym typeface="Century Gothic"/>
              </a:rPr>
              <a:t> purchased </a:t>
            </a:r>
            <a:br>
              <a:rPr lang="en-US" sz="3200" b="0" i="1" u="none" strike="noStrike" cap="none">
                <a:solidFill>
                  <a:srgbClr val="000000"/>
                </a:solidFill>
                <a:latin typeface="Century Gothic"/>
                <a:ea typeface="Century Gothic"/>
                <a:cs typeface="Century Gothic"/>
                <a:sym typeface="Century Gothic"/>
              </a:rPr>
            </a:br>
            <a:r>
              <a:rPr lang="en-US" sz="3200" b="1" i="1" u="none" strike="noStrike" cap="none">
                <a:solidFill>
                  <a:srgbClr val="000000"/>
                </a:solidFill>
                <a:latin typeface="Century Gothic"/>
                <a:ea typeface="Century Gothic"/>
                <a:cs typeface="Century Gothic"/>
                <a:sym typeface="Century Gothic"/>
              </a:rPr>
              <a:t>Prod</a:t>
            </a:r>
            <a:r>
              <a:rPr lang="en-US" sz="3200" b="0" i="1" u="none" strike="noStrike" cap="none">
                <a:solidFill>
                  <a:srgbClr val="000000"/>
                </a:solidFill>
                <a:latin typeface="Century Gothic"/>
                <a:ea typeface="Century Gothic"/>
                <a:cs typeface="Century Gothic"/>
                <a:sym typeface="Century Gothic"/>
              </a:rPr>
              <a:t> at </a:t>
            </a:r>
            <a:r>
              <a:rPr lang="en-US" sz="3200" b="1" i="1" u="none" strike="noStrike" cap="none">
                <a:solidFill>
                  <a:srgbClr val="000000"/>
                </a:solidFill>
                <a:latin typeface="Century Gothic"/>
                <a:ea typeface="Century Gothic"/>
                <a:cs typeface="Century Gothic"/>
                <a:sym typeface="Century Gothic"/>
              </a:rPr>
              <a:t>Price.</a:t>
            </a:r>
            <a:endParaRPr sz="3200" b="0" i="1" u="none" strike="noStrike" cap="none">
              <a:solidFill>
                <a:srgbClr val="000000"/>
              </a:solidFill>
              <a:latin typeface="Century Gothic"/>
              <a:ea typeface="Century Gothic"/>
              <a:cs typeface="Century Gothic"/>
              <a:sym typeface="Century Gothic"/>
            </a:endParaRPr>
          </a:p>
        </p:txBody>
      </p:sp>
      <p:sp>
        <p:nvSpPr>
          <p:cNvPr id="250" name="Google Shape;250;p12"/>
          <p:cNvSpPr txBox="1"/>
          <p:nvPr/>
        </p:nvSpPr>
        <p:spPr>
          <a:xfrm>
            <a:off x="8252475" y="5528229"/>
            <a:ext cx="2577964"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How is data </a:t>
            </a:r>
            <a:r>
              <a:rPr lang="en-US" sz="2400" b="1" i="0" u="none" strike="noStrike" cap="none">
                <a:solidFill>
                  <a:srgbClr val="000000"/>
                </a:solidFill>
                <a:latin typeface="Century Gothic"/>
                <a:ea typeface="Century Gothic"/>
                <a:cs typeface="Century Gothic"/>
                <a:sym typeface="Century Gothic"/>
              </a:rPr>
              <a:t>physically</a:t>
            </a:r>
            <a:r>
              <a:rPr lang="en-US" sz="2400" b="0" i="0" u="none" strike="noStrike" cap="none">
                <a:solidFill>
                  <a:srgbClr val="000000"/>
                </a:solidFill>
                <a:latin typeface="Century Gothic"/>
                <a:ea typeface="Century Gothic"/>
                <a:cs typeface="Century Gothic"/>
                <a:sym typeface="Century Gothic"/>
              </a:rPr>
              <a:t> stored?</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500"/>
                                        <p:tgtEl>
                                          <p:spTgt spid="244"/>
                                        </p:tgtEl>
                                      </p:cBhvr>
                                    </p:animEffect>
                                  </p:childTnLst>
                                </p:cTn>
                              </p:par>
                              <p:par>
                                <p:cTn id="8" presetID="10" presetClass="entr" presetSubtype="0" fill="hold" nodeType="withEffect">
                                  <p:stCondLst>
                                    <p:cond delay="0"/>
                                  </p:stCondLst>
                                  <p:childTnLst>
                                    <p:set>
                                      <p:cBhvr>
                                        <p:cTn id="9" dur="1" fill="hold">
                                          <p:stCondLst>
                                            <p:cond delay="0"/>
                                          </p:stCondLst>
                                        </p:cTn>
                                        <p:tgtEl>
                                          <p:spTgt spid="243"/>
                                        </p:tgtEl>
                                        <p:attrNameLst>
                                          <p:attrName>style.visibility</p:attrName>
                                        </p:attrNameLst>
                                      </p:cBhvr>
                                      <p:to>
                                        <p:strVal val="visible"/>
                                      </p:to>
                                    </p:set>
                                    <p:animEffect transition="in" filter="fade">
                                      <p:cBhvr>
                                        <p:cTn id="10" dur="500"/>
                                        <p:tgtEl>
                                          <p:spTgt spid="24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9"/>
                                        </p:tgtEl>
                                        <p:attrNameLst>
                                          <p:attrName>style.visibility</p:attrName>
                                        </p:attrNameLst>
                                      </p:cBhvr>
                                      <p:to>
                                        <p:strVal val="visible"/>
                                      </p:to>
                                    </p:set>
                                    <p:animEffect transition="in" filter="fade">
                                      <p:cBhvr>
                                        <p:cTn id="15" dur="500"/>
                                        <p:tgtEl>
                                          <p:spTgt spid="2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7"/>
                                        </p:tgtEl>
                                        <p:attrNameLst>
                                          <p:attrName>style.visibility</p:attrName>
                                        </p:attrNameLst>
                                      </p:cBhvr>
                                      <p:to>
                                        <p:strVal val="visible"/>
                                      </p:to>
                                    </p:set>
                                    <p:animEffect transition="in" filter="fade">
                                      <p:cBhvr>
                                        <p:cTn id="20" dur="500"/>
                                        <p:tgtEl>
                                          <p:spTgt spid="247"/>
                                        </p:tgtEl>
                                      </p:cBhvr>
                                    </p:animEffect>
                                  </p:childTnLst>
                                </p:cTn>
                              </p:par>
                              <p:par>
                                <p:cTn id="21" presetID="10" presetClass="entr" presetSubtype="0" fill="hold" nodeType="withEffect">
                                  <p:stCondLst>
                                    <p:cond delay="0"/>
                                  </p:stCondLst>
                                  <p:childTnLst>
                                    <p:set>
                                      <p:cBhvr>
                                        <p:cTn id="22" dur="1" fill="hold">
                                          <p:stCondLst>
                                            <p:cond delay="0"/>
                                          </p:stCondLst>
                                        </p:cTn>
                                        <p:tgtEl>
                                          <p:spTgt spid="245"/>
                                        </p:tgtEl>
                                        <p:attrNameLst>
                                          <p:attrName>style.visibility</p:attrName>
                                        </p:attrNameLst>
                                      </p:cBhvr>
                                      <p:to>
                                        <p:strVal val="visible"/>
                                      </p:to>
                                    </p:set>
                                    <p:animEffect transition="in" filter="fade">
                                      <p:cBhvr>
                                        <p:cTn id="23" dur="500"/>
                                        <p:tgtEl>
                                          <p:spTgt spid="24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fade">
                                      <p:cBhvr>
                                        <p:cTn id="28" dur="500"/>
                                        <p:tgtEl>
                                          <p:spTgt spid="246"/>
                                        </p:tgtEl>
                                      </p:cBhvr>
                                    </p:animEffect>
                                  </p:childTnLst>
                                </p:cTn>
                              </p:par>
                              <p:par>
                                <p:cTn id="29" presetID="10" presetClass="entr" presetSubtype="0" fill="hold"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fade">
                                      <p:cBhvr>
                                        <p:cTn id="31" dur="500"/>
                                        <p:tgtEl>
                                          <p:spTgt spid="24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0"/>
                                        </p:tgtEl>
                                        <p:attrNameLst>
                                          <p:attrName>style.visibility</p:attrName>
                                        </p:attrNameLst>
                                      </p:cBhvr>
                                      <p:to>
                                        <p:strVal val="visible"/>
                                      </p:to>
                                    </p:set>
                                    <p:animEffect transition="in" filter="fade">
                                      <p:cBhvr>
                                        <p:cTn id="36"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3"/>
          <p:cNvSpPr/>
          <p:nvPr/>
        </p:nvSpPr>
        <p:spPr>
          <a:xfrm>
            <a:off x="3593592" y="2020824"/>
            <a:ext cx="2862072" cy="4032504"/>
          </a:xfrm>
          <a:custGeom>
            <a:avLst/>
            <a:gdLst/>
            <a:ahLst/>
            <a:cxnLst/>
            <a:rect l="l" t="t" r="r" b="b"/>
            <a:pathLst>
              <a:path w="2862072" h="4032504" extrusionOk="0">
                <a:moveTo>
                  <a:pt x="2852928" y="813816"/>
                </a:moveTo>
                <a:lnTo>
                  <a:pt x="905256" y="0"/>
                </a:lnTo>
                <a:lnTo>
                  <a:pt x="0" y="2057400"/>
                </a:lnTo>
                <a:lnTo>
                  <a:pt x="1856232" y="4032504"/>
                </a:lnTo>
                <a:lnTo>
                  <a:pt x="2862072" y="2935224"/>
                </a:lnTo>
                <a:lnTo>
                  <a:pt x="2852928" y="813816"/>
                </a:lnTo>
                <a:close/>
              </a:path>
            </a:pathLst>
          </a:custGeom>
          <a:gradFill>
            <a:gsLst>
              <a:gs pos="0">
                <a:srgbClr val="FFFFFF">
                  <a:alpha val="0"/>
                </a:srgbClr>
              </a:gs>
              <a:gs pos="100000">
                <a:srgbClr val="000000"/>
              </a:gs>
            </a:gsLst>
            <a:lin ang="0" scaled="0"/>
          </a:gradFill>
          <a:ln>
            <a:noFill/>
          </a:ln>
          <a:effectLst>
            <a:outerShdw blurRad="50800" dist="1905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graphicFrame>
        <p:nvGraphicFramePr>
          <p:cNvPr id="257" name="Google Shape;257;p13"/>
          <p:cNvGraphicFramePr/>
          <p:nvPr>
            <p:extLst>
              <p:ext uri="{D42A27DB-BD31-4B8C-83A1-F6EECF244321}">
                <p14:modId xmlns:p14="http://schemas.microsoft.com/office/powerpoint/2010/main" val="2399549273"/>
              </p:ext>
            </p:extLst>
          </p:nvPr>
        </p:nvGraphicFramePr>
        <p:xfrm>
          <a:off x="643481" y="1284011"/>
          <a:ext cx="3640525" cy="1688775"/>
        </p:xfrm>
        <a:graphic>
          <a:graphicData uri="http://schemas.openxmlformats.org/drawingml/2006/table">
            <a:tbl>
              <a:tblPr firstRow="1" bandRow="1">
                <a:noFill/>
              </a:tblPr>
              <a:tblGrid>
                <a:gridCol w="1273375">
                  <a:extLst>
                    <a:ext uri="{9D8B030D-6E8A-4147-A177-3AD203B41FA5}">
                      <a16:colId xmlns:a16="http://schemas.microsoft.com/office/drawing/2014/main" val="20000"/>
                    </a:ext>
                  </a:extLst>
                </a:gridCol>
                <a:gridCol w="1127975">
                  <a:extLst>
                    <a:ext uri="{9D8B030D-6E8A-4147-A177-3AD203B41FA5}">
                      <a16:colId xmlns:a16="http://schemas.microsoft.com/office/drawing/2014/main" val="20001"/>
                    </a:ext>
                  </a:extLst>
                </a:gridCol>
                <a:gridCol w="1239175">
                  <a:extLst>
                    <a:ext uri="{9D8B030D-6E8A-4147-A177-3AD203B41FA5}">
                      <a16:colId xmlns:a16="http://schemas.microsoft.com/office/drawing/2014/main" val="20002"/>
                    </a:ext>
                  </a:extLst>
                </a:gridCol>
              </a:tblGrid>
              <a:tr h="479625">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Name</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Prod</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Price</a:t>
                      </a:r>
                      <a:endParaRPr sz="1400" u="none" strike="noStrike" cap="none"/>
                    </a:p>
                  </a:txBody>
                  <a:tcPr marL="157975" marR="157975" marT="78975" marB="78975"/>
                </a:tc>
                <a:extLst>
                  <a:ext uri="{0D108BD9-81ED-4DB2-BD59-A6C34878D82A}">
                    <a16:rowId xmlns:a16="http://schemas.microsoft.com/office/drawing/2014/main" val="10000"/>
                  </a:ext>
                </a:extLst>
              </a:tr>
              <a:tr h="4030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Sue</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iPod</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$200.00</a:t>
                      </a:r>
                      <a:endParaRPr sz="1400" u="none" strike="noStrike" cap="none"/>
                    </a:p>
                  </a:txBody>
                  <a:tcPr marL="157975" marR="157975" marT="78975" marB="78975"/>
                </a:tc>
                <a:extLst>
                  <a:ext uri="{0D108BD9-81ED-4DB2-BD59-A6C34878D82A}">
                    <a16:rowId xmlns:a16="http://schemas.microsoft.com/office/drawing/2014/main" val="10001"/>
                  </a:ext>
                </a:extLst>
              </a:tr>
              <a:tr h="4030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Joey</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Bike</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$333.99</a:t>
                      </a:r>
                      <a:endParaRPr sz="1400" u="none" strike="noStrike" cap="none" dirty="0"/>
                    </a:p>
                  </a:txBody>
                  <a:tcPr marL="157975" marR="157975" marT="78975" marB="78975"/>
                </a:tc>
                <a:extLst>
                  <a:ext uri="{0D108BD9-81ED-4DB2-BD59-A6C34878D82A}">
                    <a16:rowId xmlns:a16="http://schemas.microsoft.com/office/drawing/2014/main" val="10002"/>
                  </a:ext>
                </a:extLst>
              </a:tr>
              <a:tr h="4030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Alice</a:t>
                      </a:r>
                      <a:endParaRPr sz="1400" u="none" strike="noStrike" cap="none" dirty="0"/>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Car</a:t>
                      </a:r>
                      <a:endParaRPr sz="1400" u="none" strike="noStrike" cap="none"/>
                    </a:p>
                  </a:txBody>
                  <a:tcPr marL="157975" marR="157975" marT="78975" marB="7897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$999.00</a:t>
                      </a:r>
                      <a:endParaRPr sz="1400" u="none" strike="noStrike" cap="none" dirty="0"/>
                    </a:p>
                  </a:txBody>
                  <a:tcPr marL="157975" marR="157975" marT="78975" marB="78975"/>
                </a:tc>
                <a:extLst>
                  <a:ext uri="{0D108BD9-81ED-4DB2-BD59-A6C34878D82A}">
                    <a16:rowId xmlns:a16="http://schemas.microsoft.com/office/drawing/2014/main" val="10003"/>
                  </a:ext>
                </a:extLst>
              </a:tr>
            </a:tbl>
          </a:graphicData>
        </a:graphic>
      </p:graphicFrame>
      <p:sp>
        <p:nvSpPr>
          <p:cNvPr id="258" name="Google Shape;258;p13"/>
          <p:cNvSpPr txBox="1">
            <a:spLocks noGrp="1"/>
          </p:cNvSpPr>
          <p:nvPr>
            <p:ph type="title"/>
          </p:nvPr>
        </p:nvSpPr>
        <p:spPr>
          <a:xfrm>
            <a:off x="845836" y="75181"/>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RELATIONAL DATA </a:t>
            </a:r>
            <a:r>
              <a:rPr lang="en-US" b="1"/>
              <a:t>ABSTRACTION</a:t>
            </a:r>
            <a:endParaRPr/>
          </a:p>
        </p:txBody>
      </p:sp>
      <p:graphicFrame>
        <p:nvGraphicFramePr>
          <p:cNvPr id="259" name="Google Shape;259;p13"/>
          <p:cNvGraphicFramePr/>
          <p:nvPr>
            <p:extLst>
              <p:ext uri="{D42A27DB-BD31-4B8C-83A1-F6EECF244321}">
                <p14:modId xmlns:p14="http://schemas.microsoft.com/office/powerpoint/2010/main" val="1483883634"/>
              </p:ext>
            </p:extLst>
          </p:nvPr>
        </p:nvGraphicFramePr>
        <p:xfrm>
          <a:off x="637104" y="3068370"/>
          <a:ext cx="3152800" cy="1798000"/>
        </p:xfrm>
        <a:graphic>
          <a:graphicData uri="http://schemas.openxmlformats.org/drawingml/2006/table">
            <a:tbl>
              <a:tblPr firstRow="1" bandRow="1">
                <a:noFill/>
              </a:tblPr>
              <a:tblGrid>
                <a:gridCol w="500625">
                  <a:extLst>
                    <a:ext uri="{9D8B030D-6E8A-4147-A177-3AD203B41FA5}">
                      <a16:colId xmlns:a16="http://schemas.microsoft.com/office/drawing/2014/main" val="20000"/>
                    </a:ext>
                  </a:extLst>
                </a:gridCol>
                <a:gridCol w="1072850">
                  <a:extLst>
                    <a:ext uri="{9D8B030D-6E8A-4147-A177-3AD203B41FA5}">
                      <a16:colId xmlns:a16="http://schemas.microsoft.com/office/drawing/2014/main" val="20001"/>
                    </a:ext>
                  </a:extLst>
                </a:gridCol>
                <a:gridCol w="932925">
                  <a:extLst>
                    <a:ext uri="{9D8B030D-6E8A-4147-A177-3AD203B41FA5}">
                      <a16:colId xmlns:a16="http://schemas.microsoft.com/office/drawing/2014/main" val="20002"/>
                    </a:ext>
                  </a:extLst>
                </a:gridCol>
                <a:gridCol w="646400">
                  <a:extLst>
                    <a:ext uri="{9D8B030D-6E8A-4147-A177-3AD203B41FA5}">
                      <a16:colId xmlns:a16="http://schemas.microsoft.com/office/drawing/2014/main" val="20003"/>
                    </a:ext>
                  </a:extLst>
                </a:gridCol>
              </a:tblGrid>
              <a:tr h="359600">
                <a:tc>
                  <a:txBody>
                    <a:bodyPr/>
                    <a:lstStyle/>
                    <a:p>
                      <a:pPr marL="0" marR="0" lvl="0" indent="0" algn="l" rtl="0">
                        <a:lnSpc>
                          <a:spcPct val="100000"/>
                        </a:lnSpc>
                        <a:spcBef>
                          <a:spcPts val="0"/>
                        </a:spcBef>
                        <a:spcAft>
                          <a:spcPts val="0"/>
                        </a:spcAft>
                        <a:buClr>
                          <a:srgbClr val="000000"/>
                        </a:buClr>
                        <a:buSzPts val="1600"/>
                        <a:buFont typeface="Arial"/>
                        <a:buNone/>
                      </a:pPr>
                      <a:r>
                        <a:rPr lang="en-US" sz="1600" u="sng" strike="noStrike" cap="none"/>
                        <a:t>sid</a:t>
                      </a:r>
                      <a:endParaRPr sz="1600" u="sng"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sname</a:t>
                      </a:r>
                      <a:endParaRPr sz="16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rating</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age</a:t>
                      </a:r>
                      <a:endParaRPr sz="1400" u="none" strike="noStrike" cap="none"/>
                    </a:p>
                  </a:txBody>
                  <a:tcPr marL="81700" marR="81700" marT="40850" marB="40850"/>
                </a:tc>
                <a:extLst>
                  <a:ext uri="{0D108BD9-81ED-4DB2-BD59-A6C34878D82A}">
                    <a16:rowId xmlns:a16="http://schemas.microsoft.com/office/drawing/2014/main" val="10000"/>
                  </a:ext>
                </a:extLst>
              </a:tr>
              <a:tr h="35960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28</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yuppy</a:t>
                      </a:r>
                      <a:endParaRPr sz="16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9</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35.0</a:t>
                      </a:r>
                      <a:endParaRPr sz="1400" u="none" strike="noStrike" cap="none"/>
                    </a:p>
                  </a:txBody>
                  <a:tcPr marL="81700" marR="81700" marT="40850" marB="40850"/>
                </a:tc>
                <a:extLst>
                  <a:ext uri="{0D108BD9-81ED-4DB2-BD59-A6C34878D82A}">
                    <a16:rowId xmlns:a16="http://schemas.microsoft.com/office/drawing/2014/main" val="10001"/>
                  </a:ext>
                </a:extLst>
              </a:tr>
              <a:tr h="35960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31</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lubber</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8</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55.5</a:t>
                      </a:r>
                      <a:endParaRPr sz="1400" u="none" strike="noStrike" cap="none"/>
                    </a:p>
                  </a:txBody>
                  <a:tcPr marL="81700" marR="81700" marT="40850" marB="40850"/>
                </a:tc>
                <a:extLst>
                  <a:ext uri="{0D108BD9-81ED-4DB2-BD59-A6C34878D82A}">
                    <a16:rowId xmlns:a16="http://schemas.microsoft.com/office/drawing/2014/main" val="10002"/>
                  </a:ext>
                </a:extLst>
              </a:tr>
              <a:tr h="35960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44</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guppy</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5</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35.0</a:t>
                      </a:r>
                      <a:endParaRPr sz="1400" u="none" strike="noStrike" cap="none"/>
                    </a:p>
                  </a:txBody>
                  <a:tcPr marL="81700" marR="81700" marT="40850" marB="40850"/>
                </a:tc>
                <a:extLst>
                  <a:ext uri="{0D108BD9-81ED-4DB2-BD59-A6C34878D82A}">
                    <a16:rowId xmlns:a16="http://schemas.microsoft.com/office/drawing/2014/main" val="10003"/>
                  </a:ext>
                </a:extLst>
              </a:tr>
              <a:tr h="35960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58</a:t>
                      </a:r>
                      <a:endParaRPr sz="1400" u="none" strike="noStrike" cap="none" dirty="0"/>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rusty</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35.0</a:t>
                      </a:r>
                      <a:endParaRPr sz="1400" u="none" strike="noStrike" cap="none" dirty="0"/>
                    </a:p>
                  </a:txBody>
                  <a:tcPr marL="81700" marR="81700" marT="40850" marB="40850"/>
                </a:tc>
                <a:extLst>
                  <a:ext uri="{0D108BD9-81ED-4DB2-BD59-A6C34878D82A}">
                    <a16:rowId xmlns:a16="http://schemas.microsoft.com/office/drawing/2014/main" val="10004"/>
                  </a:ext>
                </a:extLst>
              </a:tr>
            </a:tbl>
          </a:graphicData>
        </a:graphic>
      </p:graphicFrame>
      <p:graphicFrame>
        <p:nvGraphicFramePr>
          <p:cNvPr id="260" name="Google Shape;260;p13"/>
          <p:cNvGraphicFramePr/>
          <p:nvPr>
            <p:extLst>
              <p:ext uri="{D42A27DB-BD31-4B8C-83A1-F6EECF244321}">
                <p14:modId xmlns:p14="http://schemas.microsoft.com/office/powerpoint/2010/main" val="4173414907"/>
              </p:ext>
            </p:extLst>
          </p:nvPr>
        </p:nvGraphicFramePr>
        <p:xfrm>
          <a:off x="628601" y="5080975"/>
          <a:ext cx="2803270" cy="1692423"/>
        </p:xfrm>
        <a:graphic>
          <a:graphicData uri="http://schemas.openxmlformats.org/drawingml/2006/table">
            <a:tbl>
              <a:tblPr firstRow="1" bandRow="1">
                <a:noFill/>
              </a:tblPr>
              <a:tblGrid>
                <a:gridCol w="559906">
                  <a:extLst>
                    <a:ext uri="{9D8B030D-6E8A-4147-A177-3AD203B41FA5}">
                      <a16:colId xmlns:a16="http://schemas.microsoft.com/office/drawing/2014/main" val="20000"/>
                    </a:ext>
                  </a:extLst>
                </a:gridCol>
                <a:gridCol w="1356488">
                  <a:extLst>
                    <a:ext uri="{9D8B030D-6E8A-4147-A177-3AD203B41FA5}">
                      <a16:colId xmlns:a16="http://schemas.microsoft.com/office/drawing/2014/main" val="20001"/>
                    </a:ext>
                  </a:extLst>
                </a:gridCol>
                <a:gridCol w="886876">
                  <a:extLst>
                    <a:ext uri="{9D8B030D-6E8A-4147-A177-3AD203B41FA5}">
                      <a16:colId xmlns:a16="http://schemas.microsoft.com/office/drawing/2014/main" val="20002"/>
                    </a:ext>
                  </a:extLst>
                </a:gridCol>
              </a:tblGrid>
              <a:tr h="353600">
                <a:tc>
                  <a:txBody>
                    <a:bodyPr/>
                    <a:lstStyle/>
                    <a:p>
                      <a:pPr marL="0" marR="0" lvl="0" indent="0" algn="l" rtl="0">
                        <a:lnSpc>
                          <a:spcPct val="100000"/>
                        </a:lnSpc>
                        <a:spcBef>
                          <a:spcPts val="0"/>
                        </a:spcBef>
                        <a:spcAft>
                          <a:spcPts val="0"/>
                        </a:spcAft>
                        <a:buClr>
                          <a:srgbClr val="000000"/>
                        </a:buClr>
                        <a:buSzPts val="1600"/>
                        <a:buFont typeface="Arial"/>
                        <a:buNone/>
                      </a:pPr>
                      <a:r>
                        <a:rPr lang="en-US" sz="1600" u="sng" strike="noStrike" cap="none"/>
                        <a:t>bid</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bname</a:t>
                      </a:r>
                      <a:endParaRPr sz="16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color</a:t>
                      </a:r>
                      <a:endParaRPr sz="1400" u="none" strike="noStrike" cap="none" dirty="0"/>
                    </a:p>
                  </a:txBody>
                  <a:tcPr marL="81700" marR="81700" marT="40850" marB="40850"/>
                </a:tc>
                <a:extLst>
                  <a:ext uri="{0D108BD9-81ED-4DB2-BD59-A6C34878D82A}">
                    <a16:rowId xmlns:a16="http://schemas.microsoft.com/office/drawing/2014/main" val="10000"/>
                  </a:ext>
                </a:extLst>
              </a:tr>
              <a:tr h="286442">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101</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Interlake</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blue</a:t>
                      </a:r>
                      <a:endParaRPr sz="1400" u="none" strike="noStrike" cap="none"/>
                    </a:p>
                  </a:txBody>
                  <a:tcPr marL="81700" marR="81700" marT="40850" marB="40850"/>
                </a:tc>
                <a:extLst>
                  <a:ext uri="{0D108BD9-81ED-4DB2-BD59-A6C34878D82A}">
                    <a16:rowId xmlns:a16="http://schemas.microsoft.com/office/drawing/2014/main" val="10001"/>
                  </a:ext>
                </a:extLst>
              </a:tr>
              <a:tr h="362203">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102</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Interlake</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red</a:t>
                      </a:r>
                      <a:endParaRPr sz="1400" u="none" strike="noStrike" cap="none"/>
                    </a:p>
                  </a:txBody>
                  <a:tcPr marL="81700" marR="81700" marT="40850" marB="40850"/>
                </a:tc>
                <a:extLst>
                  <a:ext uri="{0D108BD9-81ED-4DB2-BD59-A6C34878D82A}">
                    <a16:rowId xmlns:a16="http://schemas.microsoft.com/office/drawing/2014/main" val="10002"/>
                  </a:ext>
                </a:extLst>
              </a:tr>
              <a:tr h="286442">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104</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Marine</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red</a:t>
                      </a:r>
                      <a:endParaRPr sz="1400" u="none" strike="noStrike" cap="none"/>
                    </a:p>
                  </a:txBody>
                  <a:tcPr marL="81700" marR="81700" marT="40850" marB="40850"/>
                </a:tc>
                <a:extLst>
                  <a:ext uri="{0D108BD9-81ED-4DB2-BD59-A6C34878D82A}">
                    <a16:rowId xmlns:a16="http://schemas.microsoft.com/office/drawing/2014/main" val="10003"/>
                  </a:ext>
                </a:extLst>
              </a:tr>
              <a:tr h="286442">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103</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t>Clipper</a:t>
                      </a:r>
                      <a:endParaRPr sz="1400" u="none" strike="noStrike" cap="none"/>
                    </a:p>
                  </a:txBody>
                  <a:tcPr marL="81700" marR="81700" marT="40850" marB="40850"/>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t>green</a:t>
                      </a:r>
                      <a:endParaRPr sz="1400" u="none" strike="noStrike" cap="none" dirty="0"/>
                    </a:p>
                  </a:txBody>
                  <a:tcPr marL="81700" marR="81700" marT="40850" marB="40850"/>
                </a:tc>
                <a:extLst>
                  <a:ext uri="{0D108BD9-81ED-4DB2-BD59-A6C34878D82A}">
                    <a16:rowId xmlns:a16="http://schemas.microsoft.com/office/drawing/2014/main" val="10004"/>
                  </a:ext>
                </a:extLst>
              </a:tr>
            </a:tbl>
          </a:graphicData>
        </a:graphic>
      </p:graphicFrame>
      <p:sp>
        <p:nvSpPr>
          <p:cNvPr id="261" name="Google Shape;261;p13"/>
          <p:cNvSpPr txBox="1"/>
          <p:nvPr/>
        </p:nvSpPr>
        <p:spPr>
          <a:xfrm>
            <a:off x="7539216" y="576426"/>
            <a:ext cx="3621504"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Century Gothic"/>
              <a:buNone/>
            </a:pPr>
            <a:r>
              <a:rPr lang="en-US" sz="3200" b="0" i="0" u="none" strike="noStrike" cap="none" dirty="0">
                <a:solidFill>
                  <a:srgbClr val="000000"/>
                </a:solidFill>
                <a:latin typeface="Century Gothic"/>
                <a:ea typeface="Century Gothic"/>
                <a:cs typeface="Century Gothic"/>
                <a:sym typeface="Century Gothic"/>
              </a:rPr>
              <a:t>Relations (Tables)</a:t>
            </a:r>
            <a:endParaRPr sz="1400" b="0" i="0" u="none" strike="noStrike" cap="none" dirty="0">
              <a:solidFill>
                <a:srgbClr val="000000"/>
              </a:solidFill>
              <a:latin typeface="Arial"/>
              <a:ea typeface="Arial"/>
              <a:cs typeface="Arial"/>
              <a:sym typeface="Arial"/>
            </a:endParaRPr>
          </a:p>
        </p:txBody>
      </p:sp>
      <p:sp>
        <p:nvSpPr>
          <p:cNvPr id="262" name="Google Shape;262;p13"/>
          <p:cNvSpPr/>
          <p:nvPr/>
        </p:nvSpPr>
        <p:spPr>
          <a:xfrm rot="-5400000">
            <a:off x="4273527" y="3746357"/>
            <a:ext cx="4642266" cy="442027"/>
          </a:xfrm>
          <a:prstGeom prst="rect">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3200"/>
              <a:buFont typeface="Century Gothic"/>
              <a:buNone/>
            </a:pPr>
            <a:r>
              <a:rPr lang="en-US" sz="3200" b="0" i="0" u="none" strike="noStrike" cap="none">
                <a:solidFill>
                  <a:srgbClr val="FFFFFF"/>
                </a:solidFill>
                <a:latin typeface="Century Gothic"/>
                <a:ea typeface="Century Gothic"/>
                <a:cs typeface="Century Gothic"/>
                <a:sym typeface="Century Gothic"/>
              </a:rPr>
              <a:t>Abstraction</a:t>
            </a:r>
            <a:endParaRPr sz="1400" b="0" i="0" u="none" strike="noStrike" cap="none">
              <a:solidFill>
                <a:srgbClr val="000000"/>
              </a:solidFill>
              <a:latin typeface="Arial"/>
              <a:ea typeface="Arial"/>
              <a:cs typeface="Arial"/>
              <a:sym typeface="Arial"/>
            </a:endParaRPr>
          </a:p>
        </p:txBody>
      </p:sp>
      <p:sp>
        <p:nvSpPr>
          <p:cNvPr id="263" name="Google Shape;263;p13"/>
          <p:cNvSpPr/>
          <p:nvPr/>
        </p:nvSpPr>
        <p:spPr>
          <a:xfrm>
            <a:off x="6815674" y="1646237"/>
            <a:ext cx="4856414" cy="4642267"/>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Rockwell"/>
              <a:buNone/>
            </a:pPr>
            <a:endParaRPr sz="1800" b="0" i="0" u="none" strike="noStrike" cap="none">
              <a:solidFill>
                <a:srgbClr val="000000"/>
              </a:solidFill>
              <a:latin typeface="Century Gothic"/>
              <a:ea typeface="Century Gothic"/>
              <a:cs typeface="Century Gothic"/>
              <a:sym typeface="Century Gothic"/>
            </a:endParaRPr>
          </a:p>
        </p:txBody>
      </p:sp>
      <p:sp>
        <p:nvSpPr>
          <p:cNvPr id="264" name="Google Shape;264;p13"/>
          <p:cNvSpPr txBox="1"/>
          <p:nvPr/>
        </p:nvSpPr>
        <p:spPr>
          <a:xfrm>
            <a:off x="6815674" y="1252886"/>
            <a:ext cx="495840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Database Management System</a:t>
            </a:r>
            <a:endParaRPr sz="1400" b="0" i="0" u="none" strike="noStrike" cap="none">
              <a:solidFill>
                <a:srgbClr val="000000"/>
              </a:solidFill>
              <a:latin typeface="Arial"/>
              <a:ea typeface="Arial"/>
              <a:cs typeface="Arial"/>
              <a:sym typeface="Arial"/>
            </a:endParaRPr>
          </a:p>
        </p:txBody>
      </p:sp>
      <p:sp>
        <p:nvSpPr>
          <p:cNvPr id="265" name="Google Shape;265;p13"/>
          <p:cNvSpPr txBox="1"/>
          <p:nvPr/>
        </p:nvSpPr>
        <p:spPr>
          <a:xfrm>
            <a:off x="6941169" y="1731406"/>
            <a:ext cx="461000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Optimized Data Structures</a:t>
            </a:r>
            <a:endParaRPr sz="2400" b="0" i="0" u="none" strike="noStrike" cap="none">
              <a:solidFill>
                <a:srgbClr val="000000"/>
              </a:solidFill>
              <a:latin typeface="Century Gothic"/>
              <a:ea typeface="Century Gothic"/>
              <a:cs typeface="Century Gothic"/>
              <a:sym typeface="Century Gothic"/>
            </a:endParaRPr>
          </a:p>
        </p:txBody>
      </p:sp>
      <p:grpSp>
        <p:nvGrpSpPr>
          <p:cNvPr id="266" name="Google Shape;266;p13"/>
          <p:cNvGrpSpPr/>
          <p:nvPr/>
        </p:nvGrpSpPr>
        <p:grpSpPr>
          <a:xfrm>
            <a:off x="7542964" y="2128399"/>
            <a:ext cx="4008212" cy="1844310"/>
            <a:chOff x="7542964" y="2291013"/>
            <a:chExt cx="4008212" cy="1844310"/>
          </a:xfrm>
        </p:grpSpPr>
        <p:pic>
          <p:nvPicPr>
            <p:cNvPr id="267" name="Google Shape;267;p13"/>
            <p:cNvPicPr preferRelativeResize="0"/>
            <p:nvPr/>
          </p:nvPicPr>
          <p:blipFill rotWithShape="1">
            <a:blip r:embed="rId3">
              <a:alphaModFix/>
            </a:blip>
            <a:srcRect/>
            <a:stretch/>
          </p:blipFill>
          <p:spPr>
            <a:xfrm>
              <a:off x="7542964" y="2291013"/>
              <a:ext cx="4008212" cy="1844310"/>
            </a:xfrm>
            <a:prstGeom prst="rect">
              <a:avLst/>
            </a:prstGeom>
            <a:noFill/>
            <a:ln>
              <a:noFill/>
            </a:ln>
          </p:spPr>
        </p:pic>
        <p:sp>
          <p:nvSpPr>
            <p:cNvPr id="268" name="Google Shape;268;p13"/>
            <p:cNvSpPr txBox="1"/>
            <p:nvPr/>
          </p:nvSpPr>
          <p:spPr>
            <a:xfrm>
              <a:off x="10324593" y="2779343"/>
              <a:ext cx="110639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entury Gothic"/>
                <a:buNone/>
              </a:pPr>
              <a:r>
                <a:rPr lang="en-US" sz="2000" b="0" i="0" u="none" strike="noStrike" cap="none">
                  <a:solidFill>
                    <a:srgbClr val="000000"/>
                  </a:solidFill>
                  <a:latin typeface="Century Gothic"/>
                  <a:ea typeface="Century Gothic"/>
                  <a:cs typeface="Century Gothic"/>
                  <a:sym typeface="Century Gothic"/>
                </a:rPr>
                <a:t>B+Trees</a:t>
              </a:r>
              <a:endParaRPr sz="2000" b="0" i="0" u="none" strike="noStrike" cap="none">
                <a:solidFill>
                  <a:srgbClr val="000000"/>
                </a:solidFill>
                <a:latin typeface="Century Gothic"/>
                <a:ea typeface="Century Gothic"/>
                <a:cs typeface="Century Gothic"/>
                <a:sym typeface="Century Gothic"/>
              </a:endParaRPr>
            </a:p>
          </p:txBody>
        </p:sp>
      </p:grpSp>
      <p:sp>
        <p:nvSpPr>
          <p:cNvPr id="269" name="Google Shape;269;p13"/>
          <p:cNvSpPr txBox="1"/>
          <p:nvPr/>
        </p:nvSpPr>
        <p:spPr>
          <a:xfrm>
            <a:off x="9144365" y="4126486"/>
            <a:ext cx="180530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Optimized </a:t>
            </a:r>
            <a:br>
              <a:rPr lang="en-US" sz="2400" b="0" i="0" u="none" strike="noStrike" cap="none">
                <a:solidFill>
                  <a:srgbClr val="000000"/>
                </a:solidFill>
                <a:latin typeface="Century Gothic"/>
                <a:ea typeface="Century Gothic"/>
                <a:cs typeface="Century Gothic"/>
                <a:sym typeface="Century Gothic"/>
              </a:rPr>
            </a:br>
            <a:r>
              <a:rPr lang="en-US" sz="2400" b="0" i="0" u="none" strike="noStrike" cap="none">
                <a:solidFill>
                  <a:srgbClr val="000000"/>
                </a:solidFill>
                <a:latin typeface="Century Gothic"/>
                <a:ea typeface="Century Gothic"/>
                <a:cs typeface="Century Gothic"/>
                <a:sym typeface="Century Gothic"/>
              </a:rPr>
              <a:t>Storage</a:t>
            </a:r>
            <a:endParaRPr sz="1400" b="0" i="0" u="none" strike="noStrike" cap="none">
              <a:solidFill>
                <a:srgbClr val="000000"/>
              </a:solidFill>
              <a:latin typeface="Arial"/>
              <a:ea typeface="Arial"/>
              <a:cs typeface="Arial"/>
              <a:sym typeface="Arial"/>
            </a:endParaRPr>
          </a:p>
        </p:txBody>
      </p:sp>
      <p:grpSp>
        <p:nvGrpSpPr>
          <p:cNvPr id="274" name="Google Shape;274;p13"/>
          <p:cNvGrpSpPr/>
          <p:nvPr/>
        </p:nvGrpSpPr>
        <p:grpSpPr>
          <a:xfrm>
            <a:off x="9171529" y="4979014"/>
            <a:ext cx="2269291" cy="1132269"/>
            <a:chOff x="332181" y="4681572"/>
            <a:chExt cx="3342600" cy="2064300"/>
          </a:xfrm>
        </p:grpSpPr>
        <p:sp>
          <p:nvSpPr>
            <p:cNvPr id="275" name="Google Shape;275;p13"/>
            <p:cNvSpPr/>
            <p:nvPr/>
          </p:nvSpPr>
          <p:spPr>
            <a:xfrm>
              <a:off x="332181" y="4681572"/>
              <a:ext cx="3342600" cy="2064300"/>
            </a:xfrm>
            <a:prstGeom prst="foldedCorner">
              <a:avLst>
                <a:gd name="adj" fmla="val 16667"/>
              </a:avLst>
            </a:pr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76" name="Google Shape;276;p13"/>
            <p:cNvSpPr/>
            <p:nvPr/>
          </p:nvSpPr>
          <p:spPr>
            <a:xfrm>
              <a:off x="389348" y="4749856"/>
              <a:ext cx="2326500" cy="504900"/>
            </a:xfrm>
            <a:prstGeom prst="rect">
              <a:avLst/>
            </a:prstGeom>
            <a:solidFill>
              <a:schemeClr val="accen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000000"/>
                  </a:solidFill>
                  <a:latin typeface="Arial"/>
                  <a:ea typeface="Arial"/>
                  <a:cs typeface="Arial"/>
                  <a:sym typeface="Arial"/>
                </a:rPr>
                <a:t>Page</a:t>
              </a:r>
              <a:br>
                <a:rPr lang="en-US" sz="900" b="0" i="0" u="none" strike="noStrike" cap="none">
                  <a:solidFill>
                    <a:srgbClr val="000000"/>
                  </a:solidFill>
                  <a:latin typeface="Arial"/>
                  <a:ea typeface="Arial"/>
                  <a:cs typeface="Arial"/>
                  <a:sym typeface="Arial"/>
                </a:rPr>
              </a:br>
              <a:r>
                <a:rPr lang="en-US" sz="900" b="0" i="0" u="none" strike="noStrike" cap="none">
                  <a:solidFill>
                    <a:srgbClr val="000000"/>
                  </a:solidFill>
                  <a:latin typeface="Arial"/>
                  <a:ea typeface="Arial"/>
                  <a:cs typeface="Arial"/>
                  <a:sym typeface="Arial"/>
                </a:rPr>
                <a:t>Header</a:t>
              </a:r>
              <a:endParaRPr sz="1400" b="0" i="0" u="none" strike="noStrike" cap="none">
                <a:solidFill>
                  <a:srgbClr val="000000"/>
                </a:solidFill>
                <a:latin typeface="Arial"/>
                <a:ea typeface="Arial"/>
                <a:cs typeface="Arial"/>
                <a:sym typeface="Arial"/>
              </a:endParaRPr>
            </a:p>
          </p:txBody>
        </p:sp>
        <p:grpSp>
          <p:nvGrpSpPr>
            <p:cNvPr id="277" name="Google Shape;277;p13"/>
            <p:cNvGrpSpPr/>
            <p:nvPr/>
          </p:nvGrpSpPr>
          <p:grpSpPr>
            <a:xfrm>
              <a:off x="1248435" y="4822905"/>
              <a:ext cx="1354532" cy="366900"/>
              <a:chOff x="1248435" y="4822905"/>
              <a:chExt cx="1354532" cy="366900"/>
            </a:xfrm>
          </p:grpSpPr>
          <p:grpSp>
            <p:nvGrpSpPr>
              <p:cNvPr id="278" name="Google Shape;278;p13"/>
              <p:cNvGrpSpPr/>
              <p:nvPr/>
            </p:nvGrpSpPr>
            <p:grpSpPr>
              <a:xfrm>
                <a:off x="1248435" y="4822905"/>
                <a:ext cx="222300" cy="366900"/>
                <a:chOff x="5791223" y="2643399"/>
                <a:chExt cx="222300" cy="366900"/>
              </a:xfrm>
            </p:grpSpPr>
            <p:sp>
              <p:nvSpPr>
                <p:cNvPr id="279" name="Google Shape;279;p13"/>
                <p:cNvSpPr/>
                <p:nvPr/>
              </p:nvSpPr>
              <p:spPr>
                <a:xfrm>
                  <a:off x="5791223" y="2643399"/>
                  <a:ext cx="222300" cy="3669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80" name="Google Shape;280;p13"/>
                <p:cNvSpPr/>
                <p:nvPr/>
              </p:nvSpPr>
              <p:spPr>
                <a:xfrm>
                  <a:off x="5870621" y="2787907"/>
                  <a:ext cx="74700" cy="777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nvGrpSpPr>
              <p:cNvPr id="281" name="Google Shape;281;p13"/>
              <p:cNvGrpSpPr/>
              <p:nvPr/>
            </p:nvGrpSpPr>
            <p:grpSpPr>
              <a:xfrm>
                <a:off x="1534268" y="4822905"/>
                <a:ext cx="211200" cy="366900"/>
                <a:chOff x="5790980" y="2643399"/>
                <a:chExt cx="211200" cy="366900"/>
              </a:xfrm>
            </p:grpSpPr>
            <p:sp>
              <p:nvSpPr>
                <p:cNvPr id="282" name="Google Shape;282;p13"/>
                <p:cNvSpPr/>
                <p:nvPr/>
              </p:nvSpPr>
              <p:spPr>
                <a:xfrm>
                  <a:off x="5790980" y="2643399"/>
                  <a:ext cx="211200" cy="3669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83" name="Google Shape;283;p13"/>
                <p:cNvSpPr/>
                <p:nvPr/>
              </p:nvSpPr>
              <p:spPr>
                <a:xfrm>
                  <a:off x="5859262" y="2787907"/>
                  <a:ext cx="74700" cy="777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nvGrpSpPr>
              <p:cNvPr id="284" name="Google Shape;284;p13"/>
              <p:cNvGrpSpPr/>
              <p:nvPr/>
            </p:nvGrpSpPr>
            <p:grpSpPr>
              <a:xfrm>
                <a:off x="1820101" y="4822905"/>
                <a:ext cx="211200" cy="366900"/>
                <a:chOff x="5790737" y="2643399"/>
                <a:chExt cx="211200" cy="366900"/>
              </a:xfrm>
            </p:grpSpPr>
            <p:sp>
              <p:nvSpPr>
                <p:cNvPr id="285" name="Google Shape;285;p13"/>
                <p:cNvSpPr/>
                <p:nvPr/>
              </p:nvSpPr>
              <p:spPr>
                <a:xfrm>
                  <a:off x="5790737" y="2643399"/>
                  <a:ext cx="211200" cy="3669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86" name="Google Shape;286;p13"/>
                <p:cNvSpPr/>
                <p:nvPr/>
              </p:nvSpPr>
              <p:spPr>
                <a:xfrm>
                  <a:off x="5859019" y="2787907"/>
                  <a:ext cx="74700" cy="7770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nvGrpSpPr>
              <p:cNvPr id="287" name="Google Shape;287;p13"/>
              <p:cNvGrpSpPr/>
              <p:nvPr/>
            </p:nvGrpSpPr>
            <p:grpSpPr>
              <a:xfrm>
                <a:off x="2105934" y="4822905"/>
                <a:ext cx="211200" cy="366900"/>
                <a:chOff x="5790494" y="2643399"/>
                <a:chExt cx="211200" cy="366900"/>
              </a:xfrm>
            </p:grpSpPr>
            <p:sp>
              <p:nvSpPr>
                <p:cNvPr id="288" name="Google Shape;288;p13"/>
                <p:cNvSpPr/>
                <p:nvPr/>
              </p:nvSpPr>
              <p:spPr>
                <a:xfrm>
                  <a:off x="5790494" y="2643399"/>
                  <a:ext cx="211200" cy="3669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89" name="Google Shape;289;p13"/>
                <p:cNvSpPr/>
                <p:nvPr/>
              </p:nvSpPr>
              <p:spPr>
                <a:xfrm>
                  <a:off x="5858776" y="2787907"/>
                  <a:ext cx="74700" cy="7770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nvGrpSpPr>
              <p:cNvPr id="290" name="Google Shape;290;p13"/>
              <p:cNvGrpSpPr/>
              <p:nvPr/>
            </p:nvGrpSpPr>
            <p:grpSpPr>
              <a:xfrm>
                <a:off x="2391767" y="4822905"/>
                <a:ext cx="211200" cy="366900"/>
                <a:chOff x="5790252" y="2643399"/>
                <a:chExt cx="211200" cy="366900"/>
              </a:xfrm>
            </p:grpSpPr>
            <p:sp>
              <p:nvSpPr>
                <p:cNvPr id="291" name="Google Shape;291;p13"/>
                <p:cNvSpPr/>
                <p:nvPr/>
              </p:nvSpPr>
              <p:spPr>
                <a:xfrm>
                  <a:off x="5790252" y="2643399"/>
                  <a:ext cx="211200" cy="3669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92" name="Google Shape;292;p13"/>
                <p:cNvSpPr/>
                <p:nvPr/>
              </p:nvSpPr>
              <p:spPr>
                <a:xfrm>
                  <a:off x="5858534" y="2787907"/>
                  <a:ext cx="74700" cy="777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grpSp>
          <p:nvGrpSpPr>
            <p:cNvPr id="293" name="Google Shape;293;p13"/>
            <p:cNvGrpSpPr/>
            <p:nvPr/>
          </p:nvGrpSpPr>
          <p:grpSpPr>
            <a:xfrm>
              <a:off x="1842379" y="5613856"/>
              <a:ext cx="1764236" cy="257360"/>
              <a:chOff x="5390131" y="2902483"/>
              <a:chExt cx="3334409" cy="542153"/>
            </a:xfrm>
          </p:grpSpPr>
          <p:sp>
            <p:nvSpPr>
              <p:cNvPr id="294" name="Google Shape;294;p13"/>
              <p:cNvSpPr/>
              <p:nvPr/>
            </p:nvSpPr>
            <p:spPr>
              <a:xfrm>
                <a:off x="5390131" y="2902498"/>
                <a:ext cx="789300" cy="505200"/>
              </a:xfrm>
              <a:prstGeom prst="rect">
                <a:avLst/>
              </a:prstGeom>
              <a:solidFill>
                <a:schemeClr val="accen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95" name="Google Shape;295;p13"/>
              <p:cNvSpPr/>
              <p:nvPr/>
            </p:nvSpPr>
            <p:spPr>
              <a:xfrm>
                <a:off x="5681256" y="2972755"/>
                <a:ext cx="213000" cy="3648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96" name="Google Shape;296;p13"/>
              <p:cNvSpPr/>
              <p:nvPr/>
            </p:nvSpPr>
            <p:spPr>
              <a:xfrm>
                <a:off x="5930364" y="2972755"/>
                <a:ext cx="210000" cy="3648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97" name="Google Shape;297;p13"/>
              <p:cNvSpPr/>
              <p:nvPr/>
            </p:nvSpPr>
            <p:spPr>
              <a:xfrm>
                <a:off x="6170468" y="2902498"/>
                <a:ext cx="207000" cy="5052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298" name="Google Shape;298;p13"/>
              <p:cNvSpPr/>
              <p:nvPr/>
            </p:nvSpPr>
            <p:spPr>
              <a:xfrm>
                <a:off x="6377556" y="2902498"/>
                <a:ext cx="207000" cy="5052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
                  <a:buFont typeface="Rockwell"/>
                  <a:buNone/>
                </a:pPr>
                <a:endParaRPr sz="300" b="0" i="0" u="none" strike="noStrike" cap="none">
                  <a:solidFill>
                    <a:srgbClr val="000000"/>
                  </a:solidFill>
                  <a:latin typeface="Arial"/>
                  <a:ea typeface="Arial"/>
                  <a:cs typeface="Arial"/>
                  <a:sym typeface="Arial"/>
                </a:endParaRPr>
              </a:p>
            </p:txBody>
          </p:sp>
          <p:sp>
            <p:nvSpPr>
              <p:cNvPr id="299" name="Google Shape;299;p13"/>
              <p:cNvSpPr/>
              <p:nvPr/>
            </p:nvSpPr>
            <p:spPr>
              <a:xfrm rot="-5400000">
                <a:off x="6408542" y="3069583"/>
                <a:ext cx="505200" cy="1710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
                  <a:buFont typeface="Rockwell"/>
                  <a:buNone/>
                </a:pPr>
                <a:endParaRPr sz="300" b="0" i="0" u="none" strike="noStrike" cap="none">
                  <a:solidFill>
                    <a:srgbClr val="000000"/>
                  </a:solidFill>
                  <a:latin typeface="Arial"/>
                  <a:ea typeface="Arial"/>
                  <a:cs typeface="Arial"/>
                  <a:sym typeface="Arial"/>
                </a:endParaRPr>
              </a:p>
            </p:txBody>
          </p:sp>
          <p:sp>
            <p:nvSpPr>
              <p:cNvPr id="300" name="Google Shape;300;p13"/>
              <p:cNvSpPr/>
              <p:nvPr/>
            </p:nvSpPr>
            <p:spPr>
              <a:xfrm>
                <a:off x="6740714" y="2902498"/>
                <a:ext cx="501300" cy="505200"/>
              </a:xfrm>
              <a:prstGeom prst="rect">
                <a:avLst/>
              </a:prstGeom>
              <a:solidFill>
                <a:schemeClr val="accent2"/>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1" name="Google Shape;301;p13"/>
              <p:cNvSpPr/>
              <p:nvPr/>
            </p:nvSpPr>
            <p:spPr>
              <a:xfrm>
                <a:off x="7241930" y="2902498"/>
                <a:ext cx="1449600" cy="505200"/>
              </a:xfrm>
              <a:prstGeom prst="rect">
                <a:avLst/>
              </a:prstGeom>
              <a:solidFill>
                <a:schemeClr val="accent2"/>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2" name="Google Shape;302;p13"/>
              <p:cNvSpPr/>
              <p:nvPr/>
            </p:nvSpPr>
            <p:spPr>
              <a:xfrm>
                <a:off x="5756289" y="3116617"/>
                <a:ext cx="75000" cy="768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3" name="Google Shape;303;p13"/>
              <p:cNvSpPr/>
              <p:nvPr/>
            </p:nvSpPr>
            <p:spPr>
              <a:xfrm>
                <a:off x="5993390" y="3116617"/>
                <a:ext cx="75000" cy="768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4" name="Google Shape;304;p13"/>
              <p:cNvSpPr/>
              <p:nvPr/>
            </p:nvSpPr>
            <p:spPr>
              <a:xfrm>
                <a:off x="7202914" y="3367536"/>
                <a:ext cx="75000" cy="771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5" name="Google Shape;305;p13"/>
              <p:cNvSpPr/>
              <p:nvPr/>
            </p:nvSpPr>
            <p:spPr>
              <a:xfrm>
                <a:off x="8652540" y="3367536"/>
                <a:ext cx="72000" cy="771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nvGrpSpPr>
            <p:cNvPr id="306" name="Google Shape;306;p13"/>
            <p:cNvGrpSpPr/>
            <p:nvPr/>
          </p:nvGrpSpPr>
          <p:grpSpPr>
            <a:xfrm>
              <a:off x="449736" y="5613855"/>
              <a:ext cx="1411704" cy="257361"/>
              <a:chOff x="5389607" y="2902482"/>
              <a:chExt cx="2668124" cy="542154"/>
            </a:xfrm>
          </p:grpSpPr>
          <p:sp>
            <p:nvSpPr>
              <p:cNvPr id="307" name="Google Shape;307;p13"/>
              <p:cNvSpPr/>
              <p:nvPr/>
            </p:nvSpPr>
            <p:spPr>
              <a:xfrm>
                <a:off x="5389607" y="2902498"/>
                <a:ext cx="789300" cy="505200"/>
              </a:xfrm>
              <a:prstGeom prst="rect">
                <a:avLst/>
              </a:prstGeom>
              <a:solidFill>
                <a:schemeClr val="accen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8" name="Google Shape;308;p13"/>
              <p:cNvSpPr/>
              <p:nvPr/>
            </p:nvSpPr>
            <p:spPr>
              <a:xfrm>
                <a:off x="5683734" y="2972755"/>
                <a:ext cx="210000" cy="3648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09" name="Google Shape;309;p13"/>
              <p:cNvSpPr/>
              <p:nvPr/>
            </p:nvSpPr>
            <p:spPr>
              <a:xfrm>
                <a:off x="5929841" y="2972755"/>
                <a:ext cx="213000" cy="3648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0" name="Google Shape;310;p13"/>
              <p:cNvSpPr/>
              <p:nvPr/>
            </p:nvSpPr>
            <p:spPr>
              <a:xfrm>
                <a:off x="6169945" y="2902498"/>
                <a:ext cx="210000" cy="5052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1" name="Google Shape;311;p13"/>
              <p:cNvSpPr/>
              <p:nvPr/>
            </p:nvSpPr>
            <p:spPr>
              <a:xfrm>
                <a:off x="6380036" y="2902498"/>
                <a:ext cx="207000" cy="5052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
                  <a:buFont typeface="Rockwell"/>
                  <a:buNone/>
                </a:pPr>
                <a:endParaRPr sz="300" b="0" i="0" u="none" strike="noStrike" cap="none">
                  <a:solidFill>
                    <a:srgbClr val="000000"/>
                  </a:solidFill>
                  <a:latin typeface="Arial"/>
                  <a:ea typeface="Arial"/>
                  <a:cs typeface="Arial"/>
                  <a:sym typeface="Arial"/>
                </a:endParaRPr>
              </a:p>
            </p:txBody>
          </p:sp>
          <p:sp>
            <p:nvSpPr>
              <p:cNvPr id="312" name="Google Shape;312;p13"/>
              <p:cNvSpPr/>
              <p:nvPr/>
            </p:nvSpPr>
            <p:spPr>
              <a:xfrm rot="-5400000">
                <a:off x="6409522" y="3068082"/>
                <a:ext cx="505200" cy="1740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
                  <a:buFont typeface="Rockwell"/>
                  <a:buNone/>
                </a:pPr>
                <a:endParaRPr sz="300" b="0" i="0" u="none" strike="noStrike" cap="none">
                  <a:solidFill>
                    <a:srgbClr val="000000"/>
                  </a:solidFill>
                  <a:latin typeface="Arial"/>
                  <a:ea typeface="Arial"/>
                  <a:cs typeface="Arial"/>
                  <a:sym typeface="Arial"/>
                </a:endParaRPr>
              </a:p>
            </p:txBody>
          </p:sp>
          <p:sp>
            <p:nvSpPr>
              <p:cNvPr id="313" name="Google Shape;313;p13"/>
              <p:cNvSpPr/>
              <p:nvPr/>
            </p:nvSpPr>
            <p:spPr>
              <a:xfrm>
                <a:off x="6740191" y="2902498"/>
                <a:ext cx="501300" cy="505200"/>
              </a:xfrm>
              <a:prstGeom prst="rect">
                <a:avLst/>
              </a:prstGeom>
              <a:solidFill>
                <a:schemeClr val="accent2"/>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4" name="Google Shape;314;p13"/>
              <p:cNvSpPr/>
              <p:nvPr/>
            </p:nvSpPr>
            <p:spPr>
              <a:xfrm>
                <a:off x="7241409" y="2902498"/>
                <a:ext cx="783300" cy="505200"/>
              </a:xfrm>
              <a:prstGeom prst="rect">
                <a:avLst/>
              </a:prstGeom>
              <a:solidFill>
                <a:schemeClr val="accent2"/>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5" name="Google Shape;315;p13"/>
              <p:cNvSpPr/>
              <p:nvPr/>
            </p:nvSpPr>
            <p:spPr>
              <a:xfrm>
                <a:off x="5758768" y="3116617"/>
                <a:ext cx="72000" cy="768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6" name="Google Shape;316;p13"/>
              <p:cNvSpPr/>
              <p:nvPr/>
            </p:nvSpPr>
            <p:spPr>
              <a:xfrm>
                <a:off x="5995869" y="3116617"/>
                <a:ext cx="72000" cy="768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7" name="Google Shape;317;p13"/>
              <p:cNvSpPr/>
              <p:nvPr/>
            </p:nvSpPr>
            <p:spPr>
              <a:xfrm>
                <a:off x="7205394" y="3367536"/>
                <a:ext cx="72000" cy="771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18" name="Google Shape;318;p13"/>
              <p:cNvSpPr/>
              <p:nvPr/>
            </p:nvSpPr>
            <p:spPr>
              <a:xfrm>
                <a:off x="7985731" y="3367536"/>
                <a:ext cx="72000" cy="771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sp>
          <p:nvSpPr>
            <p:cNvPr id="319" name="Google Shape;319;p13"/>
            <p:cNvSpPr/>
            <p:nvPr/>
          </p:nvSpPr>
          <p:spPr>
            <a:xfrm>
              <a:off x="424283" y="5581971"/>
              <a:ext cx="38100" cy="366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20" name="Google Shape;320;p13"/>
            <p:cNvSpPr/>
            <p:nvPr/>
          </p:nvSpPr>
          <p:spPr>
            <a:xfrm>
              <a:off x="1829629" y="5583558"/>
              <a:ext cx="39600" cy="366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cxnSp>
          <p:nvCxnSpPr>
            <p:cNvPr id="321" name="Google Shape;321;p13"/>
            <p:cNvCxnSpPr/>
            <p:nvPr/>
          </p:nvCxnSpPr>
          <p:spPr>
            <a:xfrm rot="5400000">
              <a:off x="629305" y="4858409"/>
              <a:ext cx="537600" cy="910200"/>
            </a:xfrm>
            <a:prstGeom prst="bentConnector3">
              <a:avLst>
                <a:gd name="adj1" fmla="val 105036"/>
              </a:avLst>
            </a:prstGeom>
            <a:noFill/>
            <a:ln w="12700" cap="flat" cmpd="sng">
              <a:solidFill>
                <a:srgbClr val="000000"/>
              </a:solidFill>
              <a:prstDash val="solid"/>
              <a:round/>
              <a:headEnd type="none" w="sm" len="sm"/>
              <a:tailEnd type="triangle" w="med" len="med"/>
            </a:ln>
          </p:spPr>
        </p:cxnSp>
        <p:cxnSp>
          <p:nvCxnSpPr>
            <p:cNvPr id="322" name="Google Shape;322;p13"/>
            <p:cNvCxnSpPr/>
            <p:nvPr/>
          </p:nvCxnSpPr>
          <p:spPr>
            <a:xfrm rot="-5400000" flipH="1">
              <a:off x="1475029" y="5208958"/>
              <a:ext cx="538500" cy="210000"/>
            </a:xfrm>
            <a:prstGeom prst="bentConnector3">
              <a:avLst>
                <a:gd name="adj1" fmla="val 38747"/>
              </a:avLst>
            </a:prstGeom>
            <a:noFill/>
            <a:ln w="12700" cap="flat" cmpd="sng">
              <a:solidFill>
                <a:srgbClr val="000000"/>
              </a:solidFill>
              <a:prstDash val="solid"/>
              <a:round/>
              <a:headEnd type="none" w="sm" len="sm"/>
              <a:tailEnd type="triangle" w="med" len="med"/>
            </a:ln>
          </p:spPr>
        </p:cxnSp>
        <p:grpSp>
          <p:nvGrpSpPr>
            <p:cNvPr id="323" name="Google Shape;323;p13"/>
            <p:cNvGrpSpPr/>
            <p:nvPr/>
          </p:nvGrpSpPr>
          <p:grpSpPr>
            <a:xfrm>
              <a:off x="457676" y="6172814"/>
              <a:ext cx="2362908" cy="255651"/>
              <a:chOff x="5389437" y="2905415"/>
              <a:chExt cx="4465900" cy="538552"/>
            </a:xfrm>
          </p:grpSpPr>
          <p:sp>
            <p:nvSpPr>
              <p:cNvPr id="324" name="Google Shape;324;p13"/>
              <p:cNvSpPr/>
              <p:nvPr/>
            </p:nvSpPr>
            <p:spPr>
              <a:xfrm>
                <a:off x="5389437" y="2905474"/>
                <a:ext cx="789300" cy="501900"/>
              </a:xfrm>
              <a:prstGeom prst="rect">
                <a:avLst/>
              </a:prstGeom>
              <a:solidFill>
                <a:schemeClr val="accen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25" name="Google Shape;325;p13"/>
              <p:cNvSpPr/>
              <p:nvPr/>
            </p:nvSpPr>
            <p:spPr>
              <a:xfrm>
                <a:off x="5683564" y="2972386"/>
                <a:ext cx="210000" cy="3648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26" name="Google Shape;326;p13"/>
              <p:cNvSpPr/>
              <p:nvPr/>
            </p:nvSpPr>
            <p:spPr>
              <a:xfrm>
                <a:off x="5929671" y="2972386"/>
                <a:ext cx="213000" cy="3648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27" name="Google Shape;327;p13"/>
              <p:cNvSpPr/>
              <p:nvPr/>
            </p:nvSpPr>
            <p:spPr>
              <a:xfrm>
                <a:off x="6169774" y="2905474"/>
                <a:ext cx="210000" cy="5019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28" name="Google Shape;328;p13"/>
              <p:cNvSpPr/>
              <p:nvPr/>
            </p:nvSpPr>
            <p:spPr>
              <a:xfrm>
                <a:off x="6379865" y="2905474"/>
                <a:ext cx="207000" cy="5019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
                  <a:buFont typeface="Rockwell"/>
                  <a:buNone/>
                </a:pPr>
                <a:endParaRPr sz="300" b="0" i="0" u="none" strike="noStrike" cap="none">
                  <a:solidFill>
                    <a:srgbClr val="000000"/>
                  </a:solidFill>
                  <a:latin typeface="Arial"/>
                  <a:ea typeface="Arial"/>
                  <a:cs typeface="Arial"/>
                  <a:sym typeface="Arial"/>
                </a:endParaRPr>
              </a:p>
            </p:txBody>
          </p:sp>
          <p:sp>
            <p:nvSpPr>
              <p:cNvPr id="329" name="Google Shape;329;p13"/>
              <p:cNvSpPr/>
              <p:nvPr/>
            </p:nvSpPr>
            <p:spPr>
              <a:xfrm rot="-5400000">
                <a:off x="6410999" y="3069365"/>
                <a:ext cx="501900" cy="174000"/>
              </a:xfrm>
              <a:prstGeom prst="rect">
                <a:avLst/>
              </a:prstGeom>
              <a:solidFill>
                <a:schemeClr val="accent6"/>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
                  <a:buFont typeface="Rockwell"/>
                  <a:buNone/>
                </a:pPr>
                <a:endParaRPr sz="300" b="0" i="0" u="none" strike="noStrike" cap="none">
                  <a:solidFill>
                    <a:srgbClr val="000000"/>
                  </a:solidFill>
                  <a:latin typeface="Arial"/>
                  <a:ea typeface="Arial"/>
                  <a:cs typeface="Arial"/>
                  <a:sym typeface="Arial"/>
                </a:endParaRPr>
              </a:p>
            </p:txBody>
          </p:sp>
          <p:sp>
            <p:nvSpPr>
              <p:cNvPr id="330" name="Google Shape;330;p13"/>
              <p:cNvSpPr/>
              <p:nvPr/>
            </p:nvSpPr>
            <p:spPr>
              <a:xfrm>
                <a:off x="6740021" y="2905474"/>
                <a:ext cx="2289900" cy="501900"/>
              </a:xfrm>
              <a:prstGeom prst="rect">
                <a:avLst/>
              </a:prstGeom>
              <a:solidFill>
                <a:schemeClr val="accent2"/>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31" name="Google Shape;331;p13"/>
              <p:cNvSpPr/>
              <p:nvPr/>
            </p:nvSpPr>
            <p:spPr>
              <a:xfrm>
                <a:off x="9039015" y="2905474"/>
                <a:ext cx="783300" cy="501900"/>
              </a:xfrm>
              <a:prstGeom prst="rect">
                <a:avLst/>
              </a:prstGeom>
              <a:solidFill>
                <a:schemeClr val="accent2"/>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32" name="Google Shape;332;p13"/>
              <p:cNvSpPr/>
              <p:nvPr/>
            </p:nvSpPr>
            <p:spPr>
              <a:xfrm>
                <a:off x="5758596" y="3116246"/>
                <a:ext cx="72000" cy="771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33" name="Google Shape;333;p13"/>
              <p:cNvSpPr/>
              <p:nvPr/>
            </p:nvSpPr>
            <p:spPr>
              <a:xfrm>
                <a:off x="5992697" y="3116246"/>
                <a:ext cx="75000" cy="771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34" name="Google Shape;334;p13"/>
              <p:cNvSpPr/>
              <p:nvPr/>
            </p:nvSpPr>
            <p:spPr>
              <a:xfrm>
                <a:off x="8987992" y="3367167"/>
                <a:ext cx="72000" cy="768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sp>
            <p:nvSpPr>
              <p:cNvPr id="335" name="Google Shape;335;p13"/>
              <p:cNvSpPr/>
              <p:nvPr/>
            </p:nvSpPr>
            <p:spPr>
              <a:xfrm>
                <a:off x="9783337" y="3367167"/>
                <a:ext cx="72000" cy="768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sp>
          <p:nvSpPr>
            <p:cNvPr id="336" name="Google Shape;336;p13"/>
            <p:cNvSpPr/>
            <p:nvPr/>
          </p:nvSpPr>
          <p:spPr>
            <a:xfrm>
              <a:off x="432223" y="6123480"/>
              <a:ext cx="38100" cy="366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50"/>
                <a:buFont typeface="Rockwell"/>
                <a:buNone/>
              </a:pPr>
              <a:endParaRPr sz="1050" b="0" i="0" u="none" strike="noStrike" cap="none">
                <a:solidFill>
                  <a:srgbClr val="000000"/>
                </a:solidFill>
                <a:latin typeface="Arial"/>
                <a:ea typeface="Arial"/>
                <a:cs typeface="Arial"/>
                <a:sym typeface="Arial"/>
              </a:endParaRPr>
            </a:p>
          </p:txBody>
        </p:sp>
      </p:grpSp>
      <p:grpSp>
        <p:nvGrpSpPr>
          <p:cNvPr id="337" name="Google Shape;337;p13"/>
          <p:cNvGrpSpPr/>
          <p:nvPr/>
        </p:nvGrpSpPr>
        <p:grpSpPr>
          <a:xfrm>
            <a:off x="6999577" y="3972539"/>
            <a:ext cx="2045520" cy="2239678"/>
            <a:chOff x="446088" y="3587750"/>
            <a:chExt cx="3336900" cy="4171500"/>
          </a:xfrm>
        </p:grpSpPr>
        <p:sp>
          <p:nvSpPr>
            <p:cNvPr id="338" name="Google Shape;338;p13"/>
            <p:cNvSpPr/>
            <p:nvPr/>
          </p:nvSpPr>
          <p:spPr>
            <a:xfrm>
              <a:off x="446088" y="3587750"/>
              <a:ext cx="3336900" cy="4171500"/>
            </a:xfrm>
            <a:prstGeom prst="rect">
              <a:avLst/>
            </a:prstGeom>
            <a:solidFill>
              <a:schemeClr val="lt2"/>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grpSp>
          <p:nvGrpSpPr>
            <p:cNvPr id="339" name="Google Shape;339;p13"/>
            <p:cNvGrpSpPr/>
            <p:nvPr/>
          </p:nvGrpSpPr>
          <p:grpSpPr>
            <a:xfrm>
              <a:off x="658825" y="3682903"/>
              <a:ext cx="2852743" cy="1239784"/>
              <a:chOff x="5520765" y="2200844"/>
              <a:chExt cx="2853314" cy="1238545"/>
            </a:xfrm>
          </p:grpSpPr>
          <p:grpSp>
            <p:nvGrpSpPr>
              <p:cNvPr id="340" name="Google Shape;340;p13"/>
              <p:cNvGrpSpPr/>
              <p:nvPr/>
            </p:nvGrpSpPr>
            <p:grpSpPr>
              <a:xfrm>
                <a:off x="5520765" y="2200844"/>
                <a:ext cx="1346700" cy="1238545"/>
                <a:chOff x="5520765" y="2476094"/>
                <a:chExt cx="1346700" cy="1238545"/>
              </a:xfrm>
            </p:grpSpPr>
            <p:sp>
              <p:nvSpPr>
                <p:cNvPr id="341" name="Google Shape;341;p13"/>
                <p:cNvSpPr/>
                <p:nvPr/>
              </p:nvSpPr>
              <p:spPr>
                <a:xfrm rot="10800000">
                  <a:off x="5522337" y="2499939"/>
                  <a:ext cx="1344900" cy="1214700"/>
                </a:xfrm>
                <a:prstGeom prst="foldedCorner">
                  <a:avLst>
                    <a:gd name="adj" fmla="val 16667"/>
                  </a:avLst>
                </a:prstGeom>
                <a:blipFill rotWithShape="1">
                  <a:blip r:embed="rId4">
                    <a:alphaModFix/>
                  </a:blip>
                  <a:tile tx="0" ty="0" sx="60000" sy="59002" flip="none" algn="tl"/>
                </a:blip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42" name="Google Shape;342;p13"/>
                <p:cNvSpPr txBox="1"/>
                <p:nvPr/>
              </p:nvSpPr>
              <p:spPr>
                <a:xfrm>
                  <a:off x="5520765" y="2476094"/>
                  <a:ext cx="1346700" cy="50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1</a:t>
                  </a:r>
                  <a:endParaRPr sz="1400" b="0" i="0" u="none" strike="noStrike" cap="none">
                    <a:solidFill>
                      <a:srgbClr val="000000"/>
                    </a:solidFill>
                    <a:latin typeface="Arial"/>
                    <a:ea typeface="Arial"/>
                    <a:cs typeface="Arial"/>
                    <a:sym typeface="Arial"/>
                  </a:endParaRPr>
                </a:p>
              </p:txBody>
            </p:sp>
          </p:grpSp>
          <p:grpSp>
            <p:nvGrpSpPr>
              <p:cNvPr id="343" name="Google Shape;343;p13"/>
              <p:cNvGrpSpPr/>
              <p:nvPr/>
            </p:nvGrpSpPr>
            <p:grpSpPr>
              <a:xfrm>
                <a:off x="7027375" y="2200844"/>
                <a:ext cx="1346704" cy="1238545"/>
                <a:chOff x="5520765" y="2476094"/>
                <a:chExt cx="1346704" cy="1238545"/>
              </a:xfrm>
            </p:grpSpPr>
            <p:sp>
              <p:nvSpPr>
                <p:cNvPr id="344" name="Google Shape;344;p13"/>
                <p:cNvSpPr/>
                <p:nvPr/>
              </p:nvSpPr>
              <p:spPr>
                <a:xfrm rot="10800000">
                  <a:off x="5522569" y="2499939"/>
                  <a:ext cx="1344900" cy="1214700"/>
                </a:xfrm>
                <a:prstGeom prst="foldedCorner">
                  <a:avLst>
                    <a:gd name="adj" fmla="val 16667"/>
                  </a:avLst>
                </a:prstGeom>
                <a:blipFill rotWithShape="1">
                  <a:blip r:embed="rId4">
                    <a:alphaModFix/>
                  </a:blip>
                  <a:tile tx="0" ty="0" sx="60000" sy="59002" flip="none" algn="tl"/>
                </a:blip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45" name="Google Shape;345;p13"/>
                <p:cNvSpPr txBox="1"/>
                <p:nvPr/>
              </p:nvSpPr>
              <p:spPr>
                <a:xfrm>
                  <a:off x="5520765" y="2476094"/>
                  <a:ext cx="1346700" cy="50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2</a:t>
                  </a:r>
                  <a:endParaRPr sz="1400" b="0" i="0" u="none" strike="noStrike" cap="none">
                    <a:solidFill>
                      <a:srgbClr val="000000"/>
                    </a:solidFill>
                    <a:latin typeface="Arial"/>
                    <a:ea typeface="Arial"/>
                    <a:cs typeface="Arial"/>
                    <a:sym typeface="Arial"/>
                  </a:endParaRPr>
                </a:p>
              </p:txBody>
            </p:sp>
          </p:grpSp>
        </p:grpSp>
        <p:sp>
          <p:nvSpPr>
            <p:cNvPr id="346" name="Google Shape;346;p13"/>
            <p:cNvSpPr/>
            <p:nvPr/>
          </p:nvSpPr>
          <p:spPr>
            <a:xfrm rot="10800000">
              <a:off x="654150" y="5035588"/>
              <a:ext cx="1346100" cy="1214400"/>
            </a:xfrm>
            <a:prstGeom prst="foldedCorner">
              <a:avLst>
                <a:gd name="adj" fmla="val 16667"/>
              </a:avLst>
            </a:prstGeom>
            <a:blipFill rotWithShape="1">
              <a:blip r:embed="rId5">
                <a:alphaModFix/>
              </a:blip>
              <a:tile tx="0" ty="0" sx="60000" sy="59002" flip="none" algn="tl"/>
            </a:blip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47" name="Google Shape;347;p13"/>
            <p:cNvSpPr txBox="1"/>
            <p:nvPr/>
          </p:nvSpPr>
          <p:spPr>
            <a:xfrm>
              <a:off x="652463" y="5010150"/>
              <a:ext cx="1347900" cy="502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3</a:t>
              </a:r>
              <a:endParaRPr sz="1400" b="0" i="0" u="none" strike="noStrike" cap="none">
                <a:solidFill>
                  <a:srgbClr val="000000"/>
                </a:solidFill>
                <a:latin typeface="Arial"/>
                <a:ea typeface="Arial"/>
                <a:cs typeface="Arial"/>
                <a:sym typeface="Arial"/>
              </a:endParaRPr>
            </a:p>
          </p:txBody>
        </p:sp>
        <p:sp>
          <p:nvSpPr>
            <p:cNvPr id="348" name="Google Shape;348;p13"/>
            <p:cNvSpPr/>
            <p:nvPr/>
          </p:nvSpPr>
          <p:spPr>
            <a:xfrm rot="10800000">
              <a:off x="2160688" y="5035588"/>
              <a:ext cx="1346100" cy="1214400"/>
            </a:xfrm>
            <a:prstGeom prst="foldedCorner">
              <a:avLst>
                <a:gd name="adj" fmla="val 16667"/>
              </a:avLst>
            </a:prstGeom>
            <a:blipFill rotWithShape="1">
              <a:blip r:embed="rId5">
                <a:alphaModFix/>
              </a:blip>
              <a:tile tx="0" ty="0" sx="60000" sy="59002" flip="none" algn="tl"/>
            </a:blip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49" name="Google Shape;349;p13"/>
            <p:cNvSpPr txBox="1"/>
            <p:nvPr/>
          </p:nvSpPr>
          <p:spPr>
            <a:xfrm>
              <a:off x="2159000" y="5010150"/>
              <a:ext cx="1347900" cy="502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4</a:t>
              </a:r>
              <a:endParaRPr sz="1400" b="0" i="0" u="none" strike="noStrike" cap="none">
                <a:solidFill>
                  <a:srgbClr val="000000"/>
                </a:solidFill>
                <a:latin typeface="Arial"/>
                <a:ea typeface="Arial"/>
                <a:cs typeface="Arial"/>
                <a:sym typeface="Arial"/>
              </a:endParaRPr>
            </a:p>
          </p:txBody>
        </p:sp>
        <p:sp>
          <p:nvSpPr>
            <p:cNvPr id="350" name="Google Shape;350;p13"/>
            <p:cNvSpPr/>
            <p:nvPr/>
          </p:nvSpPr>
          <p:spPr>
            <a:xfrm rot="10800000">
              <a:off x="654150" y="6370675"/>
              <a:ext cx="1346100" cy="1214400"/>
            </a:xfrm>
            <a:prstGeom prst="foldedCorner">
              <a:avLst>
                <a:gd name="adj" fmla="val 16667"/>
              </a:avLst>
            </a:prstGeom>
            <a:blipFill rotWithShape="1">
              <a:blip r:embed="rId5">
                <a:alphaModFix/>
              </a:blip>
              <a:tile tx="0" ty="0" sx="60000" sy="59002" flip="none" algn="tl"/>
            </a:blip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51" name="Google Shape;351;p13"/>
            <p:cNvSpPr txBox="1"/>
            <p:nvPr/>
          </p:nvSpPr>
          <p:spPr>
            <a:xfrm>
              <a:off x="652463" y="6345238"/>
              <a:ext cx="1347900" cy="502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5</a:t>
              </a:r>
              <a:endParaRPr sz="1400" b="0" i="0" u="none" strike="noStrike" cap="none">
                <a:solidFill>
                  <a:srgbClr val="000000"/>
                </a:solidFill>
                <a:latin typeface="Arial"/>
                <a:ea typeface="Arial"/>
                <a:cs typeface="Arial"/>
                <a:sym typeface="Arial"/>
              </a:endParaRPr>
            </a:p>
          </p:txBody>
        </p:sp>
        <p:sp>
          <p:nvSpPr>
            <p:cNvPr id="352" name="Google Shape;352;p13"/>
            <p:cNvSpPr/>
            <p:nvPr/>
          </p:nvSpPr>
          <p:spPr>
            <a:xfrm rot="10800000">
              <a:off x="2160688" y="6370675"/>
              <a:ext cx="1346100" cy="1214400"/>
            </a:xfrm>
            <a:prstGeom prst="foldedCorner">
              <a:avLst>
                <a:gd name="adj" fmla="val 16667"/>
              </a:avLst>
            </a:prstGeom>
            <a:blipFill rotWithShape="1">
              <a:blip r:embed="rId5">
                <a:alphaModFix/>
              </a:blip>
              <a:tile tx="0" ty="0" sx="60000" sy="59002" flip="none" algn="tl"/>
            </a:blip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53" name="Google Shape;353;p13"/>
            <p:cNvSpPr txBox="1"/>
            <p:nvPr/>
          </p:nvSpPr>
          <p:spPr>
            <a:xfrm>
              <a:off x="2159000" y="6345238"/>
              <a:ext cx="1347900" cy="502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Page 6</a:t>
              </a:r>
              <a:endParaRPr sz="1400" b="0" i="0" u="none" strike="noStrike" cap="none">
                <a:solidFill>
                  <a:srgbClr val="000000"/>
                </a:solidFill>
                <a:latin typeface="Arial"/>
                <a:ea typeface="Arial"/>
                <a:cs typeface="Arial"/>
                <a:sym typeface="Arial"/>
              </a:endParaRPr>
            </a:p>
          </p:txBody>
        </p:sp>
        <p:grpSp>
          <p:nvGrpSpPr>
            <p:cNvPr id="354" name="Google Shape;354;p13"/>
            <p:cNvGrpSpPr/>
            <p:nvPr/>
          </p:nvGrpSpPr>
          <p:grpSpPr>
            <a:xfrm>
              <a:off x="768464" y="4059261"/>
              <a:ext cx="1155698" cy="365158"/>
              <a:chOff x="5599109" y="2630178"/>
              <a:chExt cx="1156160" cy="366000"/>
            </a:xfrm>
          </p:grpSpPr>
          <p:grpSp>
            <p:nvGrpSpPr>
              <p:cNvPr id="355" name="Google Shape;355;p13"/>
              <p:cNvGrpSpPr/>
              <p:nvPr/>
            </p:nvGrpSpPr>
            <p:grpSpPr>
              <a:xfrm>
                <a:off x="5599109" y="2630178"/>
                <a:ext cx="211200" cy="366000"/>
                <a:chOff x="1854286" y="5435378"/>
                <a:chExt cx="211200" cy="366000"/>
              </a:xfrm>
            </p:grpSpPr>
            <p:sp>
              <p:nvSpPr>
                <p:cNvPr id="356" name="Google Shape;356;p13"/>
                <p:cNvSpPr/>
                <p:nvPr/>
              </p:nvSpPr>
              <p:spPr>
                <a:xfrm>
                  <a:off x="1854286"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57" name="Google Shape;357;p13"/>
                <p:cNvSpPr/>
                <p:nvPr/>
              </p:nvSpPr>
              <p:spPr>
                <a:xfrm>
                  <a:off x="1922578" y="5578584"/>
                  <a:ext cx="74700" cy="780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nvGrpSpPr>
              <p:cNvPr id="358" name="Google Shape;358;p13"/>
              <p:cNvGrpSpPr/>
              <p:nvPr/>
            </p:nvGrpSpPr>
            <p:grpSpPr>
              <a:xfrm>
                <a:off x="5913566" y="2630178"/>
                <a:ext cx="211200" cy="366000"/>
                <a:chOff x="1853701" y="5435378"/>
                <a:chExt cx="211200" cy="366000"/>
              </a:xfrm>
            </p:grpSpPr>
            <p:sp>
              <p:nvSpPr>
                <p:cNvPr id="359" name="Google Shape;359;p13"/>
                <p:cNvSpPr/>
                <p:nvPr/>
              </p:nvSpPr>
              <p:spPr>
                <a:xfrm>
                  <a:off x="1853701"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60" name="Google Shape;360;p13"/>
                <p:cNvSpPr/>
                <p:nvPr/>
              </p:nvSpPr>
              <p:spPr>
                <a:xfrm>
                  <a:off x="1921993" y="5578584"/>
                  <a:ext cx="74700" cy="780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nvGrpSpPr>
              <p:cNvPr id="361" name="Google Shape;361;p13"/>
              <p:cNvGrpSpPr/>
              <p:nvPr/>
            </p:nvGrpSpPr>
            <p:grpSpPr>
              <a:xfrm>
                <a:off x="6229612" y="2630178"/>
                <a:ext cx="211200" cy="366000"/>
                <a:chOff x="1854705" y="5435378"/>
                <a:chExt cx="211200" cy="366000"/>
              </a:xfrm>
            </p:grpSpPr>
            <p:sp>
              <p:nvSpPr>
                <p:cNvPr id="362" name="Google Shape;362;p13"/>
                <p:cNvSpPr/>
                <p:nvPr/>
              </p:nvSpPr>
              <p:spPr>
                <a:xfrm>
                  <a:off x="1854705"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63" name="Google Shape;363;p13"/>
                <p:cNvSpPr/>
                <p:nvPr/>
              </p:nvSpPr>
              <p:spPr>
                <a:xfrm>
                  <a:off x="1922996" y="5578584"/>
                  <a:ext cx="74700" cy="780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sp>
            <p:nvSpPr>
              <p:cNvPr id="364" name="Google Shape;364;p13"/>
              <p:cNvSpPr/>
              <p:nvPr/>
            </p:nvSpPr>
            <p:spPr>
              <a:xfrm>
                <a:off x="6544069"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nvGrpSpPr>
            <p:cNvPr id="365" name="Google Shape;365;p13"/>
            <p:cNvGrpSpPr/>
            <p:nvPr/>
          </p:nvGrpSpPr>
          <p:grpSpPr>
            <a:xfrm>
              <a:off x="768464" y="4503666"/>
              <a:ext cx="1155698" cy="366732"/>
              <a:chOff x="5599109" y="2630178"/>
              <a:chExt cx="1156160" cy="366000"/>
            </a:xfrm>
          </p:grpSpPr>
          <p:grpSp>
            <p:nvGrpSpPr>
              <p:cNvPr id="366" name="Google Shape;366;p13"/>
              <p:cNvGrpSpPr/>
              <p:nvPr/>
            </p:nvGrpSpPr>
            <p:grpSpPr>
              <a:xfrm>
                <a:off x="5599109" y="2630178"/>
                <a:ext cx="211200" cy="366000"/>
                <a:chOff x="1854286" y="5435378"/>
                <a:chExt cx="211200" cy="366000"/>
              </a:xfrm>
            </p:grpSpPr>
            <p:sp>
              <p:nvSpPr>
                <p:cNvPr id="367" name="Google Shape;367;p13"/>
                <p:cNvSpPr/>
                <p:nvPr/>
              </p:nvSpPr>
              <p:spPr>
                <a:xfrm>
                  <a:off x="1854286"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68" name="Google Shape;368;p13"/>
                <p:cNvSpPr/>
                <p:nvPr/>
              </p:nvSpPr>
              <p:spPr>
                <a:xfrm>
                  <a:off x="1922578" y="5579548"/>
                  <a:ext cx="74700" cy="759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sp>
            <p:nvSpPr>
              <p:cNvPr id="369" name="Google Shape;369;p13"/>
              <p:cNvSpPr/>
              <p:nvPr/>
            </p:nvSpPr>
            <p:spPr>
              <a:xfrm>
                <a:off x="5913566"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70" name="Google Shape;370;p13"/>
              <p:cNvSpPr/>
              <p:nvPr/>
            </p:nvSpPr>
            <p:spPr>
              <a:xfrm>
                <a:off x="6229612"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nvGrpSpPr>
              <p:cNvPr id="371" name="Google Shape;371;p13"/>
              <p:cNvGrpSpPr/>
              <p:nvPr/>
            </p:nvGrpSpPr>
            <p:grpSpPr>
              <a:xfrm>
                <a:off x="6544069" y="2630178"/>
                <a:ext cx="211200" cy="366000"/>
                <a:chOff x="1854119" y="5435378"/>
                <a:chExt cx="211200" cy="366000"/>
              </a:xfrm>
            </p:grpSpPr>
            <p:sp>
              <p:nvSpPr>
                <p:cNvPr id="372" name="Google Shape;372;p13"/>
                <p:cNvSpPr/>
                <p:nvPr/>
              </p:nvSpPr>
              <p:spPr>
                <a:xfrm>
                  <a:off x="1854119"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73" name="Google Shape;373;p13"/>
                <p:cNvSpPr/>
                <p:nvPr/>
              </p:nvSpPr>
              <p:spPr>
                <a:xfrm>
                  <a:off x="1922410" y="5579548"/>
                  <a:ext cx="74700" cy="759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grpSp>
          <p:nvGrpSpPr>
            <p:cNvPr id="374" name="Google Shape;374;p13"/>
            <p:cNvGrpSpPr/>
            <p:nvPr/>
          </p:nvGrpSpPr>
          <p:grpSpPr>
            <a:xfrm>
              <a:off x="2281352" y="4059261"/>
              <a:ext cx="1155697" cy="365158"/>
              <a:chOff x="5599109" y="2630178"/>
              <a:chExt cx="1156159" cy="366000"/>
            </a:xfrm>
          </p:grpSpPr>
          <p:grpSp>
            <p:nvGrpSpPr>
              <p:cNvPr id="375" name="Google Shape;375;p13"/>
              <p:cNvGrpSpPr/>
              <p:nvPr/>
            </p:nvGrpSpPr>
            <p:grpSpPr>
              <a:xfrm>
                <a:off x="5599109" y="2630178"/>
                <a:ext cx="211200" cy="366000"/>
                <a:chOff x="1854286" y="5435378"/>
                <a:chExt cx="211200" cy="366000"/>
              </a:xfrm>
            </p:grpSpPr>
            <p:sp>
              <p:nvSpPr>
                <p:cNvPr id="376" name="Google Shape;376;p13"/>
                <p:cNvSpPr/>
                <p:nvPr/>
              </p:nvSpPr>
              <p:spPr>
                <a:xfrm>
                  <a:off x="1854286"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77" name="Google Shape;377;p13"/>
                <p:cNvSpPr/>
                <p:nvPr/>
              </p:nvSpPr>
              <p:spPr>
                <a:xfrm>
                  <a:off x="1922577" y="5578584"/>
                  <a:ext cx="74700" cy="780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nvGrpSpPr>
              <p:cNvPr id="378" name="Google Shape;378;p13"/>
              <p:cNvGrpSpPr/>
              <p:nvPr/>
            </p:nvGrpSpPr>
            <p:grpSpPr>
              <a:xfrm>
                <a:off x="5911977" y="2630178"/>
                <a:ext cx="211200" cy="366000"/>
                <a:chOff x="1852112" y="5435378"/>
                <a:chExt cx="211200" cy="366000"/>
              </a:xfrm>
            </p:grpSpPr>
            <p:sp>
              <p:nvSpPr>
                <p:cNvPr id="379" name="Google Shape;379;p13"/>
                <p:cNvSpPr/>
                <p:nvPr/>
              </p:nvSpPr>
              <p:spPr>
                <a:xfrm>
                  <a:off x="1852112"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80" name="Google Shape;380;p13"/>
                <p:cNvSpPr/>
                <p:nvPr/>
              </p:nvSpPr>
              <p:spPr>
                <a:xfrm>
                  <a:off x="1920404" y="5578584"/>
                  <a:ext cx="74700" cy="780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sp>
            <p:nvSpPr>
              <p:cNvPr id="381" name="Google Shape;381;p13"/>
              <p:cNvSpPr/>
              <p:nvPr/>
            </p:nvSpPr>
            <p:spPr>
              <a:xfrm>
                <a:off x="6229611"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82" name="Google Shape;382;p13"/>
              <p:cNvSpPr/>
              <p:nvPr/>
            </p:nvSpPr>
            <p:spPr>
              <a:xfrm>
                <a:off x="6544068"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nvGrpSpPr>
            <p:cNvPr id="383" name="Google Shape;383;p13"/>
            <p:cNvGrpSpPr/>
            <p:nvPr/>
          </p:nvGrpSpPr>
          <p:grpSpPr>
            <a:xfrm>
              <a:off x="2281352" y="4503666"/>
              <a:ext cx="1155697" cy="366732"/>
              <a:chOff x="5599109" y="2630178"/>
              <a:chExt cx="1156159" cy="366000"/>
            </a:xfrm>
          </p:grpSpPr>
          <p:sp>
            <p:nvSpPr>
              <p:cNvPr id="384" name="Google Shape;384;p13"/>
              <p:cNvSpPr/>
              <p:nvPr/>
            </p:nvSpPr>
            <p:spPr>
              <a:xfrm>
                <a:off x="5599109"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85" name="Google Shape;385;p13"/>
              <p:cNvSpPr/>
              <p:nvPr/>
            </p:nvSpPr>
            <p:spPr>
              <a:xfrm>
                <a:off x="5913566"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86" name="Google Shape;386;p13"/>
              <p:cNvSpPr/>
              <p:nvPr/>
            </p:nvSpPr>
            <p:spPr>
              <a:xfrm>
                <a:off x="6229611" y="26301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nvGrpSpPr>
              <p:cNvPr id="387" name="Google Shape;387;p13"/>
              <p:cNvGrpSpPr/>
              <p:nvPr/>
            </p:nvGrpSpPr>
            <p:grpSpPr>
              <a:xfrm>
                <a:off x="6544068" y="2630178"/>
                <a:ext cx="211200" cy="366000"/>
                <a:chOff x="1854118" y="5435378"/>
                <a:chExt cx="211200" cy="366000"/>
              </a:xfrm>
            </p:grpSpPr>
            <p:sp>
              <p:nvSpPr>
                <p:cNvPr id="388" name="Google Shape;388;p13"/>
                <p:cNvSpPr/>
                <p:nvPr/>
              </p:nvSpPr>
              <p:spPr>
                <a:xfrm>
                  <a:off x="1854118" y="5435378"/>
                  <a:ext cx="211200" cy="366000"/>
                </a:xfrm>
                <a:prstGeom prst="rect">
                  <a:avLst/>
                </a:prstGeom>
                <a:solidFill>
                  <a:schemeClr val="accent3"/>
                </a:solidFill>
                <a:ln w="12700" cap="flat" cmpd="sng">
                  <a:solidFill>
                    <a:srgbClr val="76674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sp>
              <p:nvSpPr>
                <p:cNvPr id="389" name="Google Shape;389;p13"/>
                <p:cNvSpPr/>
                <p:nvPr/>
              </p:nvSpPr>
              <p:spPr>
                <a:xfrm>
                  <a:off x="1922410" y="5579548"/>
                  <a:ext cx="74700" cy="759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400"/>
                    <a:buFont typeface="Rockwell"/>
                    <a:buNone/>
                  </a:pPr>
                  <a:endParaRPr sz="1400" b="0" i="0" u="none" strike="noStrike" cap="none">
                    <a:solidFill>
                      <a:srgbClr val="000000"/>
                    </a:solidFill>
                    <a:latin typeface="Arial"/>
                    <a:ea typeface="Arial"/>
                    <a:cs typeface="Arial"/>
                    <a:sym typeface="Arial"/>
                  </a:endParaRPr>
                </a:p>
              </p:txBody>
            </p:sp>
          </p:grpSp>
        </p:grpSp>
      </p:grpSp>
      <p:grpSp>
        <p:nvGrpSpPr>
          <p:cNvPr id="2" name="Google Shape;400;g2108b06df92_0_4">
            <a:extLst>
              <a:ext uri="{FF2B5EF4-FFF2-40B4-BE49-F238E27FC236}">
                <a16:creationId xmlns:a16="http://schemas.microsoft.com/office/drawing/2014/main" id="{2FE1C75A-5F42-477C-9B32-938D8099FE6E}"/>
              </a:ext>
            </a:extLst>
          </p:cNvPr>
          <p:cNvGrpSpPr/>
          <p:nvPr/>
        </p:nvGrpSpPr>
        <p:grpSpPr>
          <a:xfrm>
            <a:off x="4008668" y="4618870"/>
            <a:ext cx="2207590" cy="2207590"/>
            <a:chOff x="554035" y="4130066"/>
            <a:chExt cx="6858000" cy="6858000"/>
          </a:xfrm>
        </p:grpSpPr>
        <p:pic>
          <p:nvPicPr>
            <p:cNvPr id="3" name="Google Shape;401;g2108b06df92_0_4">
              <a:extLst>
                <a:ext uri="{FF2B5EF4-FFF2-40B4-BE49-F238E27FC236}">
                  <a16:creationId xmlns:a16="http://schemas.microsoft.com/office/drawing/2014/main" id="{29D9B2D3-DA84-2F3A-0D5D-F7A984E593F4}"/>
                </a:ext>
              </a:extLst>
            </p:cNvPr>
            <p:cNvPicPr preferRelativeResize="0"/>
            <p:nvPr/>
          </p:nvPicPr>
          <p:blipFill rotWithShape="1">
            <a:blip r:embed="rId6">
              <a:alphaModFix/>
            </a:blip>
            <a:srcRect/>
            <a:stretch/>
          </p:blipFill>
          <p:spPr>
            <a:xfrm>
              <a:off x="554035" y="4130066"/>
              <a:ext cx="6858000" cy="6858000"/>
            </a:xfrm>
            <a:prstGeom prst="rect">
              <a:avLst/>
            </a:prstGeom>
            <a:noFill/>
            <a:ln>
              <a:noFill/>
            </a:ln>
          </p:spPr>
        </p:pic>
        <p:pic>
          <p:nvPicPr>
            <p:cNvPr id="4" name="Google Shape;402;g2108b06df92_0_4">
              <a:extLst>
                <a:ext uri="{FF2B5EF4-FFF2-40B4-BE49-F238E27FC236}">
                  <a16:creationId xmlns:a16="http://schemas.microsoft.com/office/drawing/2014/main" id="{3B769687-00FE-1DB0-3D25-65E8339699BB}"/>
                </a:ext>
              </a:extLst>
            </p:cNvPr>
            <p:cNvPicPr preferRelativeResize="0"/>
            <p:nvPr/>
          </p:nvPicPr>
          <p:blipFill rotWithShape="1">
            <a:blip r:embed="rId7">
              <a:alphaModFix/>
            </a:blip>
            <a:srcRect/>
            <a:stretch/>
          </p:blipFill>
          <p:spPr>
            <a:xfrm>
              <a:off x="1608730" y="5523213"/>
              <a:ext cx="4743148" cy="2704851"/>
            </a:xfrm>
            <a:prstGeom prst="rect">
              <a:avLst/>
            </a:prstGeom>
            <a:noFill/>
            <a:ln>
              <a:noFill/>
            </a:ln>
          </p:spPr>
        </p:pic>
        <p:pic>
          <p:nvPicPr>
            <p:cNvPr id="5" name="Google Shape;403;g2108b06df92_0_4">
              <a:extLst>
                <a:ext uri="{FF2B5EF4-FFF2-40B4-BE49-F238E27FC236}">
                  <a16:creationId xmlns:a16="http://schemas.microsoft.com/office/drawing/2014/main" id="{43BED4C4-6A6D-2CA2-EFB6-6079571A51A2}"/>
                </a:ext>
              </a:extLst>
            </p:cNvPr>
            <p:cNvPicPr preferRelativeResize="0"/>
            <p:nvPr/>
          </p:nvPicPr>
          <p:blipFill rotWithShape="1">
            <a:blip r:embed="rId8">
              <a:alphaModFix/>
            </a:blip>
            <a:srcRect/>
            <a:stretch/>
          </p:blipFill>
          <p:spPr>
            <a:xfrm>
              <a:off x="3641122" y="7112727"/>
              <a:ext cx="2650321" cy="895200"/>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fade">
                                      <p:cBhvr>
                                        <p:cTn id="7" dur="500"/>
                                        <p:tgtEl>
                                          <p:spTgt spid="262"/>
                                        </p:tgtEl>
                                      </p:cBhvr>
                                    </p:animEffect>
                                  </p:childTnLst>
                                </p:cTn>
                              </p:par>
                              <p:par>
                                <p:cTn id="8" presetID="10" presetClass="entr" presetSubtype="0" fill="hold" nodeType="withEffect">
                                  <p:stCondLst>
                                    <p:cond delay="0"/>
                                  </p:stCondLst>
                                  <p:childTnLst>
                                    <p:set>
                                      <p:cBhvr>
                                        <p:cTn id="9" dur="1" fill="hold">
                                          <p:stCondLst>
                                            <p:cond delay="0"/>
                                          </p:stCondLst>
                                        </p:cTn>
                                        <p:tgtEl>
                                          <p:spTgt spid="256"/>
                                        </p:tgtEl>
                                        <p:attrNameLst>
                                          <p:attrName>style.visibility</p:attrName>
                                        </p:attrNameLst>
                                      </p:cBhvr>
                                      <p:to>
                                        <p:strVal val="visible"/>
                                      </p:to>
                                    </p:set>
                                    <p:animEffect transition="in" filter="fade">
                                      <p:cBhvr>
                                        <p:cTn id="10" dur="500"/>
                                        <p:tgtEl>
                                          <p:spTgt spid="25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animEffect transition="in" filter="fade">
                                      <p:cBhvr>
                                        <p:cTn id="15" dur="500"/>
                                        <p:tgtEl>
                                          <p:spTgt spid="263"/>
                                        </p:tgtEl>
                                      </p:cBhvr>
                                    </p:animEffect>
                                  </p:childTnLst>
                                </p:cTn>
                              </p:par>
                              <p:par>
                                <p:cTn id="16" presetID="10" presetClass="entr" presetSubtype="0" fill="hold" nodeType="withEffect">
                                  <p:stCondLst>
                                    <p:cond delay="0"/>
                                  </p:stCondLst>
                                  <p:childTnLst>
                                    <p:set>
                                      <p:cBhvr>
                                        <p:cTn id="17" dur="1" fill="hold">
                                          <p:stCondLst>
                                            <p:cond delay="0"/>
                                          </p:stCondLst>
                                        </p:cTn>
                                        <p:tgtEl>
                                          <p:spTgt spid="264"/>
                                        </p:tgtEl>
                                        <p:attrNameLst>
                                          <p:attrName>style.visibility</p:attrName>
                                        </p:attrNameLst>
                                      </p:cBhvr>
                                      <p:to>
                                        <p:strVal val="visible"/>
                                      </p:to>
                                    </p:set>
                                    <p:animEffect transition="in" filter="fade">
                                      <p:cBhvr>
                                        <p:cTn id="18" dur="500"/>
                                        <p:tgtEl>
                                          <p:spTgt spid="26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7"/>
                                        </p:tgtEl>
                                        <p:attrNameLst>
                                          <p:attrName>style.visibility</p:attrName>
                                        </p:attrNameLst>
                                      </p:cBhvr>
                                      <p:to>
                                        <p:strVal val="visible"/>
                                      </p:to>
                                    </p:set>
                                    <p:animEffect transition="in" filter="fade">
                                      <p:cBhvr>
                                        <p:cTn id="23" dur="500"/>
                                        <p:tgtEl>
                                          <p:spTgt spid="337"/>
                                        </p:tgtEl>
                                      </p:cBhvr>
                                    </p:animEffect>
                                  </p:childTnLst>
                                </p:cTn>
                              </p:par>
                              <p:par>
                                <p:cTn id="24" presetID="10" presetClass="entr" presetSubtype="0" fill="hold" nodeType="withEffect">
                                  <p:stCondLst>
                                    <p:cond delay="0"/>
                                  </p:stCondLst>
                                  <p:childTnLst>
                                    <p:set>
                                      <p:cBhvr>
                                        <p:cTn id="25" dur="1" fill="hold">
                                          <p:stCondLst>
                                            <p:cond delay="0"/>
                                          </p:stCondLst>
                                        </p:cTn>
                                        <p:tgtEl>
                                          <p:spTgt spid="269"/>
                                        </p:tgtEl>
                                        <p:attrNameLst>
                                          <p:attrName>style.visibility</p:attrName>
                                        </p:attrNameLst>
                                      </p:cBhvr>
                                      <p:to>
                                        <p:strVal val="visible"/>
                                      </p:to>
                                    </p:set>
                                    <p:animEffect transition="in" filter="fade">
                                      <p:cBhvr>
                                        <p:cTn id="26" dur="500"/>
                                        <p:tgtEl>
                                          <p:spTgt spid="269"/>
                                        </p:tgtEl>
                                      </p:cBhvr>
                                    </p:animEffect>
                                  </p:childTnLst>
                                </p:cTn>
                              </p:par>
                              <p:par>
                                <p:cTn id="27" presetID="10" presetClass="entr" presetSubtype="0" fill="hold" nodeType="withEffect">
                                  <p:stCondLst>
                                    <p:cond delay="0"/>
                                  </p:stCondLst>
                                  <p:childTnLst>
                                    <p:set>
                                      <p:cBhvr>
                                        <p:cTn id="28" dur="1" fill="hold">
                                          <p:stCondLst>
                                            <p:cond delay="0"/>
                                          </p:stCondLst>
                                        </p:cTn>
                                        <p:tgtEl>
                                          <p:spTgt spid="274"/>
                                        </p:tgtEl>
                                        <p:attrNameLst>
                                          <p:attrName>style.visibility</p:attrName>
                                        </p:attrNameLst>
                                      </p:cBhvr>
                                      <p:to>
                                        <p:strVal val="visible"/>
                                      </p:to>
                                    </p:set>
                                    <p:animEffect transition="in" filter="fade">
                                      <p:cBhvr>
                                        <p:cTn id="29" dur="500"/>
                                        <p:tgtEl>
                                          <p:spTgt spid="27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65"/>
                                        </p:tgtEl>
                                        <p:attrNameLst>
                                          <p:attrName>style.visibility</p:attrName>
                                        </p:attrNameLst>
                                      </p:cBhvr>
                                      <p:to>
                                        <p:strVal val="visible"/>
                                      </p:to>
                                    </p:set>
                                    <p:animEffect transition="in" filter="fade">
                                      <p:cBhvr>
                                        <p:cTn id="34" dur="500"/>
                                        <p:tgtEl>
                                          <p:spTgt spid="265"/>
                                        </p:tgtEl>
                                      </p:cBhvr>
                                    </p:animEffect>
                                  </p:childTnLst>
                                </p:cTn>
                              </p:par>
                              <p:par>
                                <p:cTn id="35" presetID="10" presetClass="entr" presetSubtype="0" fill="hold" nodeType="withEffect">
                                  <p:stCondLst>
                                    <p:cond delay="0"/>
                                  </p:stCondLst>
                                  <p:childTnLst>
                                    <p:set>
                                      <p:cBhvr>
                                        <p:cTn id="36" dur="1" fill="hold">
                                          <p:stCondLst>
                                            <p:cond delay="0"/>
                                          </p:stCondLst>
                                        </p:cTn>
                                        <p:tgtEl>
                                          <p:spTgt spid="266"/>
                                        </p:tgtEl>
                                        <p:attrNameLst>
                                          <p:attrName>style.visibility</p:attrName>
                                        </p:attrNameLst>
                                      </p:cBhvr>
                                      <p:to>
                                        <p:strVal val="visible"/>
                                      </p:to>
                                    </p:set>
                                    <p:animEffect transition="in" filter="fade">
                                      <p:cBhvr>
                                        <p:cTn id="37" dur="5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95;p14">
            <a:extLst>
              <a:ext uri="{FF2B5EF4-FFF2-40B4-BE49-F238E27FC236}">
                <a16:creationId xmlns:a16="http://schemas.microsoft.com/office/drawing/2014/main" id="{CA113308-6816-AB6B-D82C-CA6A5DBF9B44}"/>
              </a:ext>
            </a:extLst>
          </p:cNvPr>
          <p:cNvSpPr/>
          <p:nvPr/>
        </p:nvSpPr>
        <p:spPr>
          <a:xfrm>
            <a:off x="868761" y="430945"/>
            <a:ext cx="10476139" cy="2578403"/>
          </a:xfrm>
          <a:prstGeom prst="rect">
            <a:avLst/>
          </a:prstGeom>
          <a:noFill/>
          <a:ln>
            <a:noFill/>
          </a:ln>
        </p:spPr>
        <p:txBody>
          <a:bodyPr spcFirstLastPara="1" wrap="square" lIns="274300" tIns="182875" rIns="274300" bIns="182875" anchor="t" anchorCtr="0">
            <a:noAutofit/>
          </a:bodyPr>
          <a:lstStyle/>
          <a:p>
            <a:pPr marL="0" marR="0" lvl="0" indent="0" algn="l" rtl="0">
              <a:lnSpc>
                <a:spcPct val="100000"/>
              </a:lnSpc>
              <a:spcBef>
                <a:spcPts val="0"/>
              </a:spcBef>
              <a:spcAft>
                <a:spcPts val="0"/>
              </a:spcAft>
              <a:buClr>
                <a:srgbClr val="000000"/>
              </a:buClr>
              <a:buSzPts val="3200"/>
              <a:buFont typeface="Century Gothic"/>
              <a:buNone/>
            </a:pPr>
            <a:r>
              <a:rPr lang="en-US" sz="3200" b="1" i="0" u="sng" strike="noStrike" cap="none" dirty="0">
                <a:solidFill>
                  <a:srgbClr val="000000"/>
                </a:solidFill>
                <a:latin typeface="Century Gothic"/>
                <a:ea typeface="Century Gothic"/>
                <a:cs typeface="Century Gothic"/>
                <a:sym typeface="Century Gothic"/>
              </a:rPr>
              <a:t>Physical Data Independence: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Century Gothic"/>
              <a:buNone/>
            </a:pPr>
            <a:r>
              <a:rPr lang="en-US" sz="3200" b="0" i="0" u="none" strike="noStrike" cap="none" dirty="0">
                <a:solidFill>
                  <a:srgbClr val="000000"/>
                </a:solidFill>
                <a:latin typeface="Century Gothic"/>
                <a:ea typeface="Century Gothic"/>
                <a:cs typeface="Century Gothic"/>
                <a:sym typeface="Century Gothic"/>
              </a:rPr>
              <a:t>Database management systems </a:t>
            </a:r>
            <a:r>
              <a:rPr lang="en-US" sz="3200" b="1" i="0" u="none" strike="noStrike" cap="none" dirty="0">
                <a:solidFill>
                  <a:srgbClr val="000000"/>
                </a:solidFill>
                <a:latin typeface="Century Gothic"/>
                <a:ea typeface="Century Gothic"/>
                <a:cs typeface="Century Gothic"/>
                <a:sym typeface="Century Gothic"/>
              </a:rPr>
              <a:t>hide how data is stored</a:t>
            </a:r>
            <a:r>
              <a:rPr lang="en-US" sz="3200" b="0" i="0" u="none" strike="noStrike" cap="none" dirty="0">
                <a:solidFill>
                  <a:srgbClr val="000000"/>
                </a:solidFill>
                <a:latin typeface="Century Gothic"/>
                <a:ea typeface="Century Gothic"/>
                <a:cs typeface="Century Gothic"/>
                <a:sym typeface="Century Gothic"/>
              </a:rPr>
              <a:t> from end user applications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3200"/>
              <a:buFont typeface="Rockwell"/>
              <a:buNone/>
            </a:pPr>
            <a:endParaRPr sz="3200" b="0" i="0" u="none" strike="noStrike" cap="none" dirty="0">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rgbClr val="000000"/>
                </a:solidFill>
                <a:latin typeface="Century Gothic"/>
                <a:ea typeface="Century Gothic"/>
                <a:cs typeface="Century Gothic"/>
                <a:sym typeface="Century Gothic"/>
              </a:rPr>
              <a:t>→ System can </a:t>
            </a:r>
            <a:r>
              <a:rPr lang="en-US" sz="3200" b="1" i="0" u="none" strike="noStrike" cap="none" dirty="0">
                <a:solidFill>
                  <a:srgbClr val="000000"/>
                </a:solidFill>
                <a:latin typeface="Century Gothic"/>
                <a:ea typeface="Century Gothic"/>
                <a:cs typeface="Century Gothic"/>
                <a:sym typeface="Century Gothic"/>
              </a:rPr>
              <a:t>optimize storage</a:t>
            </a:r>
            <a:r>
              <a:rPr lang="en-US" sz="3200" b="0" i="0" u="none" strike="noStrike" cap="none" dirty="0">
                <a:solidFill>
                  <a:srgbClr val="000000"/>
                </a:solidFill>
                <a:latin typeface="Century Gothic"/>
                <a:ea typeface="Century Gothic"/>
                <a:cs typeface="Century Gothic"/>
                <a:sym typeface="Century Gothic"/>
              </a:rPr>
              <a:t> and </a:t>
            </a:r>
            <a:r>
              <a:rPr lang="en-US" sz="3200" b="1" i="0" u="none" strike="noStrike" cap="none" dirty="0">
                <a:solidFill>
                  <a:srgbClr val="000000"/>
                </a:solidFill>
                <a:latin typeface="Century Gothic"/>
                <a:ea typeface="Century Gothic"/>
                <a:cs typeface="Century Gothic"/>
                <a:sym typeface="Century Gothic"/>
              </a:rPr>
              <a:t>computation</a:t>
            </a:r>
            <a:r>
              <a:rPr lang="en-US" sz="3200" b="0" i="0" u="none" strike="noStrike" cap="none" dirty="0">
                <a:solidFill>
                  <a:srgbClr val="000000"/>
                </a:solidFill>
                <a:latin typeface="Century Gothic"/>
                <a:ea typeface="Century Gothic"/>
                <a:cs typeface="Century Gothic"/>
                <a:sym typeface="Century Gothic"/>
              </a:rPr>
              <a:t> without changing applications.</a:t>
            </a:r>
            <a:endParaRPr sz="3200" b="0" i="0" u="none" strike="noStrike" cap="none" dirty="0">
              <a:solidFill>
                <a:srgbClr val="000000"/>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3200"/>
              <a:buFont typeface="Rockwell"/>
              <a:buNone/>
            </a:pPr>
            <a:endParaRPr sz="3200" b="1" i="0" u="sng" strike="noStrike" cap="none" dirty="0">
              <a:solidFill>
                <a:srgbClr val="000000"/>
              </a:solidFill>
              <a:latin typeface="Century Gothic"/>
              <a:ea typeface="Century Gothic"/>
              <a:cs typeface="Century Gothic"/>
              <a:sym typeface="Century Gothic"/>
            </a:endParaRPr>
          </a:p>
        </p:txBody>
      </p:sp>
      <p:grpSp>
        <p:nvGrpSpPr>
          <p:cNvPr id="6" name="Google Shape;696;p14">
            <a:extLst>
              <a:ext uri="{FF2B5EF4-FFF2-40B4-BE49-F238E27FC236}">
                <a16:creationId xmlns:a16="http://schemas.microsoft.com/office/drawing/2014/main" id="{DB47E15F-A4D5-571B-FE4E-5D95BD15A91A}"/>
              </a:ext>
            </a:extLst>
          </p:cNvPr>
          <p:cNvGrpSpPr/>
          <p:nvPr/>
        </p:nvGrpSpPr>
        <p:grpSpPr>
          <a:xfrm>
            <a:off x="3850499" y="3812079"/>
            <a:ext cx="7644441" cy="1949140"/>
            <a:chOff x="3850499" y="4496744"/>
            <a:chExt cx="7644441" cy="1949140"/>
          </a:xfrm>
        </p:grpSpPr>
        <p:sp>
          <p:nvSpPr>
            <p:cNvPr id="7" name="Google Shape;697;p14">
              <a:extLst>
                <a:ext uri="{FF2B5EF4-FFF2-40B4-BE49-F238E27FC236}">
                  <a16:creationId xmlns:a16="http://schemas.microsoft.com/office/drawing/2014/main" id="{881291E9-19B3-CEFF-DEBF-92007A05C5F1}"/>
                </a:ext>
              </a:extLst>
            </p:cNvPr>
            <p:cNvSpPr txBox="1"/>
            <p:nvPr/>
          </p:nvSpPr>
          <p:spPr>
            <a:xfrm>
              <a:off x="3850499" y="4496744"/>
              <a:ext cx="6718506"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472C4"/>
                </a:buClr>
                <a:buSzPts val="4000"/>
                <a:buFont typeface="Century Gothic"/>
                <a:buNone/>
              </a:pPr>
              <a:r>
                <a:rPr lang="en-US" sz="4000" b="1" i="0" u="none" strike="noStrike" cap="none" dirty="0">
                  <a:solidFill>
                    <a:srgbClr val="4472C4"/>
                  </a:solidFill>
                  <a:latin typeface="Century Gothic"/>
                  <a:ea typeface="Century Gothic"/>
                  <a:cs typeface="Century Gothic"/>
                  <a:sym typeface="Century Gothic"/>
                </a:rPr>
                <a:t>Big Idea in Data Structures</a:t>
              </a:r>
              <a:endParaRPr sz="1400" b="0" i="0" u="none" strike="noStrike" cap="none" dirty="0">
                <a:solidFill>
                  <a:srgbClr val="000000"/>
                </a:solidFill>
                <a:latin typeface="Arial"/>
                <a:ea typeface="Arial"/>
                <a:cs typeface="Arial"/>
                <a:sym typeface="Arial"/>
              </a:endParaRPr>
            </a:p>
          </p:txBody>
        </p:sp>
        <p:sp>
          <p:nvSpPr>
            <p:cNvPr id="8" name="Google Shape;698;p14">
              <a:extLst>
                <a:ext uri="{FF2B5EF4-FFF2-40B4-BE49-F238E27FC236}">
                  <a16:creationId xmlns:a16="http://schemas.microsoft.com/office/drawing/2014/main" id="{643E0D7B-10CA-A692-37A4-6398F0A80707}"/>
                </a:ext>
              </a:extLst>
            </p:cNvPr>
            <p:cNvSpPr txBox="1"/>
            <p:nvPr/>
          </p:nvSpPr>
          <p:spPr>
            <a:xfrm>
              <a:off x="6650344" y="5122445"/>
              <a:ext cx="4844596"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472C4"/>
                </a:buClr>
                <a:buSzPts val="4000"/>
                <a:buFont typeface="Century Gothic"/>
                <a:buNone/>
              </a:pPr>
              <a:r>
                <a:rPr lang="en-US" sz="4000" b="1" i="0" u="none" strike="noStrike" cap="none" dirty="0">
                  <a:solidFill>
                    <a:srgbClr val="4472C4"/>
                  </a:solidFill>
                  <a:latin typeface="Century Gothic"/>
                  <a:ea typeface="Century Gothic"/>
                  <a:cs typeface="Century Gothic"/>
                  <a:sym typeface="Century Gothic"/>
                </a:rPr>
                <a:t>Data Systems &amp;</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4472C4"/>
                </a:buClr>
                <a:buSzPts val="4000"/>
                <a:buFont typeface="Century Gothic"/>
                <a:buNone/>
              </a:pPr>
              <a:r>
                <a:rPr lang="en-US" sz="4000" b="1" i="0" u="none" strike="noStrike" cap="none" dirty="0">
                  <a:solidFill>
                    <a:srgbClr val="4472C4"/>
                  </a:solidFill>
                  <a:latin typeface="Century Gothic"/>
                  <a:ea typeface="Century Gothic"/>
                  <a:cs typeface="Century Gothic"/>
                  <a:sym typeface="Century Gothic"/>
                </a:rPr>
                <a:t>Computer Science</a:t>
              </a:r>
              <a:endParaRPr sz="1400" b="0" i="0" u="none" strike="noStrike" cap="none" dirty="0">
                <a:solidFill>
                  <a:srgbClr val="000000"/>
                </a:solidFill>
                <a:latin typeface="Arial"/>
                <a:ea typeface="Arial"/>
                <a:cs typeface="Arial"/>
                <a:sym typeface="Arial"/>
              </a:endParaRPr>
            </a:p>
          </p:txBody>
        </p:sp>
      </p:grpSp>
      <p:sp>
        <p:nvSpPr>
          <p:cNvPr id="9" name="Google Shape;699;p14">
            <a:extLst>
              <a:ext uri="{FF2B5EF4-FFF2-40B4-BE49-F238E27FC236}">
                <a16:creationId xmlns:a16="http://schemas.microsoft.com/office/drawing/2014/main" id="{9FC8360C-F530-0488-8FC1-EAA10A4C4798}"/>
              </a:ext>
            </a:extLst>
          </p:cNvPr>
          <p:cNvSpPr txBox="1"/>
          <p:nvPr/>
        </p:nvSpPr>
        <p:spPr>
          <a:xfrm>
            <a:off x="4032976" y="6040501"/>
            <a:ext cx="404790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dirty="0">
                <a:solidFill>
                  <a:srgbClr val="000000"/>
                </a:solidFill>
                <a:latin typeface="Century Gothic"/>
                <a:ea typeface="Century Gothic"/>
                <a:cs typeface="Century Gothic"/>
                <a:sym typeface="Century Gothic"/>
              </a:rPr>
              <a:t>It wasn’t always like this …</a:t>
            </a:r>
            <a:endParaRPr sz="2400" b="0" i="0" u="none" strike="noStrike" cap="none" dirty="0">
              <a:solidFill>
                <a:srgbClr val="000000"/>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429030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15"/>
          <p:cNvSpPr txBox="1"/>
          <p:nvPr/>
        </p:nvSpPr>
        <p:spPr>
          <a:xfrm>
            <a:off x="611173" y="552284"/>
            <a:ext cx="9575057"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7200"/>
              <a:buFont typeface="Century Gothic"/>
              <a:buNone/>
            </a:pPr>
            <a:r>
              <a:rPr lang="en-US" sz="7200" b="0" i="0" u="none" strike="noStrike" cap="none" dirty="0">
                <a:solidFill>
                  <a:schemeClr val="accent3"/>
                </a:solidFill>
                <a:latin typeface="Century Gothic"/>
                <a:ea typeface="Century Gothic"/>
                <a:cs typeface="Century Gothic"/>
                <a:sym typeface="Century Gothic"/>
              </a:rPr>
              <a:t>In a time long ago …</a:t>
            </a:r>
            <a:endParaRPr sz="7200" b="0" i="0" u="none" strike="noStrike" cap="none" dirty="0">
              <a:solidFill>
                <a:schemeClr val="accent3"/>
              </a:solidFill>
              <a:latin typeface="Century Gothic"/>
              <a:ea typeface="Century Gothic"/>
              <a:cs typeface="Century Gothic"/>
              <a:sym typeface="Century Gothic"/>
            </a:endParaRPr>
          </a:p>
        </p:txBody>
      </p:sp>
      <p:sp>
        <p:nvSpPr>
          <p:cNvPr id="2" name="Google Shape;710;p16">
            <a:extLst>
              <a:ext uri="{FF2B5EF4-FFF2-40B4-BE49-F238E27FC236}">
                <a16:creationId xmlns:a16="http://schemas.microsoft.com/office/drawing/2014/main" id="{8F1EB999-2BBB-5D90-1B78-C5259DC5FEAC}"/>
              </a:ext>
            </a:extLst>
          </p:cNvPr>
          <p:cNvSpPr txBox="1"/>
          <p:nvPr/>
        </p:nvSpPr>
        <p:spPr>
          <a:xfrm>
            <a:off x="1927443" y="1945337"/>
            <a:ext cx="8430016" cy="30469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3200"/>
              <a:buFont typeface="Century Gothic"/>
              <a:buNone/>
            </a:pPr>
            <a:r>
              <a:rPr lang="en-US" sz="3200" b="0" i="0" u="none" strike="noStrike" cap="none" dirty="0">
                <a:solidFill>
                  <a:schemeClr val="accent3"/>
                </a:solidFill>
                <a:latin typeface="Century Gothic"/>
                <a:ea typeface="Century Gothic"/>
                <a:cs typeface="Century Gothic"/>
                <a:sym typeface="Century Gothic"/>
              </a:rPr>
              <a:t>Before 1970’s databases </a:t>
            </a:r>
            <a:br>
              <a:rPr lang="en-US" sz="3200" b="0" i="0" u="none" strike="noStrike" cap="none" dirty="0">
                <a:solidFill>
                  <a:schemeClr val="accent3"/>
                </a:solidFill>
                <a:latin typeface="Century Gothic"/>
                <a:ea typeface="Century Gothic"/>
                <a:cs typeface="Century Gothic"/>
                <a:sym typeface="Century Gothic"/>
              </a:rPr>
            </a:br>
            <a:r>
              <a:rPr lang="en-US" sz="3200" b="0" i="0" u="none" strike="noStrike" cap="none" dirty="0">
                <a:solidFill>
                  <a:schemeClr val="accent3"/>
                </a:solidFill>
                <a:latin typeface="Century Gothic"/>
                <a:ea typeface="Century Gothic"/>
                <a:cs typeface="Century Gothic"/>
                <a:sym typeface="Century Gothic"/>
              </a:rPr>
              <a:t>were not routinely organized as tables.</a:t>
            </a:r>
            <a:endParaRPr sz="1400" b="0" i="0" u="none" strike="noStrike" cap="none" dirty="0">
              <a:solidFill>
                <a:schemeClr val="accent3"/>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3200"/>
              <a:buFont typeface="Rockwell"/>
              <a:buNone/>
            </a:pPr>
            <a:endParaRPr sz="3200" b="0" i="0" u="none" strike="noStrike" cap="none" dirty="0">
              <a:solidFill>
                <a:schemeClr val="accent3"/>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FFFFFF"/>
              </a:buClr>
              <a:buSzPts val="3200"/>
              <a:buFont typeface="Century Gothic"/>
              <a:buNone/>
            </a:pPr>
            <a:r>
              <a:rPr lang="en-US" sz="3200" b="0" i="0" u="none" strike="noStrike" cap="none" dirty="0">
                <a:solidFill>
                  <a:schemeClr val="accent3"/>
                </a:solidFill>
                <a:latin typeface="Century Gothic"/>
                <a:ea typeface="Century Gothic"/>
                <a:cs typeface="Century Gothic"/>
                <a:sym typeface="Century Gothic"/>
              </a:rPr>
              <a:t>Instead they exposed specialized </a:t>
            </a:r>
            <a:br>
              <a:rPr lang="en-US" sz="3200" b="0" i="0" u="none" strike="noStrike" cap="none" dirty="0">
                <a:solidFill>
                  <a:schemeClr val="accent3"/>
                </a:solidFill>
                <a:latin typeface="Century Gothic"/>
                <a:ea typeface="Century Gothic"/>
                <a:cs typeface="Century Gothic"/>
                <a:sym typeface="Century Gothic"/>
              </a:rPr>
            </a:br>
            <a:r>
              <a:rPr lang="en-US" sz="3200" b="0" i="0" u="none" strike="noStrike" cap="none" dirty="0">
                <a:solidFill>
                  <a:schemeClr val="accent3"/>
                </a:solidFill>
                <a:latin typeface="Century Gothic"/>
                <a:ea typeface="Century Gothic"/>
                <a:cs typeface="Century Gothic"/>
                <a:sym typeface="Century Gothic"/>
              </a:rPr>
              <a:t>data structures designed for </a:t>
            </a:r>
            <a:br>
              <a:rPr lang="en-US" sz="3200" b="0" i="0" u="none" strike="noStrike" cap="none" dirty="0">
                <a:solidFill>
                  <a:schemeClr val="accent3"/>
                </a:solidFill>
                <a:latin typeface="Century Gothic"/>
                <a:ea typeface="Century Gothic"/>
                <a:cs typeface="Century Gothic"/>
                <a:sym typeface="Century Gothic"/>
              </a:rPr>
            </a:br>
            <a:r>
              <a:rPr lang="en-US" sz="3200" b="0" i="0" u="none" strike="noStrike" cap="none" dirty="0">
                <a:solidFill>
                  <a:schemeClr val="accent3"/>
                </a:solidFill>
                <a:latin typeface="Century Gothic"/>
                <a:ea typeface="Century Gothic"/>
                <a:cs typeface="Century Gothic"/>
                <a:sym typeface="Century Gothic"/>
              </a:rPr>
              <a:t>specific applications.</a:t>
            </a:r>
            <a:endParaRPr sz="1400" b="0" i="0" u="none" strike="noStrike" cap="none" dirty="0">
              <a:solidFill>
                <a:schemeClr val="accent3"/>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17"/>
          <p:cNvSpPr txBox="1">
            <a:spLocks noGrp="1"/>
          </p:cNvSpPr>
          <p:nvPr>
            <p:ph type="title"/>
          </p:nvPr>
        </p:nvSpPr>
        <p:spPr>
          <a:xfrm>
            <a:off x="552450" y="145310"/>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5400"/>
              <a:buFont typeface="Rockwell"/>
              <a:buNone/>
            </a:pPr>
            <a:r>
              <a:rPr lang="en-US" dirty="0">
                <a:solidFill>
                  <a:schemeClr val="accent3"/>
                </a:solidFill>
              </a:rPr>
              <a:t>TED CODD AND THE </a:t>
            </a:r>
            <a:r>
              <a:rPr lang="en-US" b="1" i="1" dirty="0">
                <a:solidFill>
                  <a:schemeClr val="accent3"/>
                </a:solidFill>
              </a:rPr>
              <a:t>RELATIONAL</a:t>
            </a:r>
            <a:r>
              <a:rPr lang="en-US" dirty="0">
                <a:solidFill>
                  <a:schemeClr val="accent3"/>
                </a:solidFill>
              </a:rPr>
              <a:t> MODEL</a:t>
            </a:r>
            <a:endParaRPr dirty="0">
              <a:solidFill>
                <a:schemeClr val="accent3"/>
              </a:solidFill>
            </a:endParaRPr>
          </a:p>
        </p:txBody>
      </p:sp>
      <p:sp>
        <p:nvSpPr>
          <p:cNvPr id="717" name="Google Shape;717;p17"/>
          <p:cNvSpPr txBox="1">
            <a:spLocks noGrp="1"/>
          </p:cNvSpPr>
          <p:nvPr>
            <p:ph type="body" idx="1"/>
          </p:nvPr>
        </p:nvSpPr>
        <p:spPr>
          <a:xfrm>
            <a:off x="3813295" y="1775901"/>
            <a:ext cx="8079288" cy="4727606"/>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b="1" dirty="0">
                <a:solidFill>
                  <a:schemeClr val="accent3"/>
                </a:solidFill>
              </a:rPr>
              <a:t>[1969] Relational model: </a:t>
            </a:r>
            <a:r>
              <a:rPr lang="en-US" sz="2400" dirty="0">
                <a:solidFill>
                  <a:schemeClr val="accent3"/>
                </a:solidFill>
              </a:rPr>
              <a:t>a mathematical abstraction</a:t>
            </a:r>
            <a:r>
              <a:rPr lang="en-US" sz="2400" b="1" dirty="0">
                <a:solidFill>
                  <a:schemeClr val="accent3"/>
                </a:solidFill>
              </a:rPr>
              <a:t> </a:t>
            </a:r>
            <a:r>
              <a:rPr lang="en-US" sz="2400" dirty="0">
                <a:solidFill>
                  <a:schemeClr val="accent3"/>
                </a:solidFill>
              </a:rPr>
              <a:t>of a database as sets </a:t>
            </a:r>
            <a:endParaRPr dirty="0">
              <a:solidFill>
                <a:schemeClr val="accent3"/>
              </a:solidFill>
            </a:endParaRPr>
          </a:p>
          <a:p>
            <a:pPr marL="457200" lvl="1" indent="-182880" algn="l" rtl="0">
              <a:lnSpc>
                <a:spcPct val="90000"/>
              </a:lnSpc>
              <a:spcBef>
                <a:spcPts val="400"/>
              </a:spcBef>
              <a:spcAft>
                <a:spcPts val="0"/>
              </a:spcAft>
              <a:buSzPts val="1700"/>
              <a:buChar char="▪"/>
            </a:pPr>
            <a:r>
              <a:rPr lang="en-US" sz="2000" dirty="0">
                <a:solidFill>
                  <a:schemeClr val="accent3"/>
                </a:solidFill>
              </a:rPr>
              <a:t>Independence of data from the physical properties of stage storage and representation</a:t>
            </a:r>
            <a:endParaRPr dirty="0">
              <a:solidFill>
                <a:schemeClr val="accent3"/>
              </a:solidFill>
            </a:endParaRPr>
          </a:p>
          <a:p>
            <a:pPr marL="457200" lvl="1" indent="-53340" algn="l" rtl="0">
              <a:lnSpc>
                <a:spcPct val="90000"/>
              </a:lnSpc>
              <a:spcBef>
                <a:spcPts val="600"/>
              </a:spcBef>
              <a:spcAft>
                <a:spcPts val="0"/>
              </a:spcAft>
              <a:buSzPts val="2040"/>
              <a:buNone/>
            </a:pPr>
            <a:endParaRPr sz="2400" b="1" dirty="0">
              <a:solidFill>
                <a:schemeClr val="accent3"/>
              </a:solidFill>
            </a:endParaRPr>
          </a:p>
          <a:p>
            <a:pPr marL="182880" lvl="0" indent="-182880" algn="l" rtl="0">
              <a:lnSpc>
                <a:spcPct val="90000"/>
              </a:lnSpc>
              <a:spcBef>
                <a:spcPts val="1400"/>
              </a:spcBef>
              <a:spcAft>
                <a:spcPts val="0"/>
              </a:spcAft>
              <a:buSzPts val="2040"/>
              <a:buChar char="▪"/>
            </a:pPr>
            <a:r>
              <a:rPr lang="en-US" sz="2400" b="1" dirty="0">
                <a:solidFill>
                  <a:schemeClr val="accent3"/>
                </a:solidFill>
              </a:rPr>
              <a:t>[1972] Relational Algebra &amp; Calculus:</a:t>
            </a:r>
            <a:r>
              <a:rPr lang="en-US" sz="2400" dirty="0">
                <a:solidFill>
                  <a:schemeClr val="accent3"/>
                </a:solidFill>
              </a:rPr>
              <a:t> a collection of operations and a way of defining logical outcomes for data transformations </a:t>
            </a:r>
            <a:endParaRPr dirty="0">
              <a:solidFill>
                <a:schemeClr val="accent3"/>
              </a:solidFill>
            </a:endParaRPr>
          </a:p>
          <a:p>
            <a:pPr marL="457200" lvl="1" indent="-182880" algn="l" rtl="0">
              <a:lnSpc>
                <a:spcPct val="90000"/>
              </a:lnSpc>
              <a:spcBef>
                <a:spcPts val="400"/>
              </a:spcBef>
              <a:spcAft>
                <a:spcPts val="0"/>
              </a:spcAft>
              <a:buSzPts val="1700"/>
              <a:buChar char="▪"/>
            </a:pPr>
            <a:r>
              <a:rPr lang="en-US" sz="2000" b="1" dirty="0">
                <a:solidFill>
                  <a:schemeClr val="accent3"/>
                </a:solidFill>
              </a:rPr>
              <a:t>Algebra:</a:t>
            </a:r>
            <a:r>
              <a:rPr lang="en-US" sz="2000" dirty="0">
                <a:solidFill>
                  <a:schemeClr val="accent3"/>
                </a:solidFill>
              </a:rPr>
              <a:t> beginning of technologies like Pandas</a:t>
            </a:r>
            <a:endParaRPr dirty="0">
              <a:solidFill>
                <a:schemeClr val="accent3"/>
              </a:solidFill>
            </a:endParaRPr>
          </a:p>
          <a:p>
            <a:pPr marL="457200" lvl="1" indent="-182880" algn="l" rtl="0">
              <a:lnSpc>
                <a:spcPct val="90000"/>
              </a:lnSpc>
              <a:spcBef>
                <a:spcPts val="600"/>
              </a:spcBef>
              <a:spcAft>
                <a:spcPts val="0"/>
              </a:spcAft>
              <a:buSzPts val="1700"/>
              <a:buChar char="▪"/>
            </a:pPr>
            <a:r>
              <a:rPr lang="en-US" sz="2000" b="1" dirty="0">
                <a:solidFill>
                  <a:schemeClr val="accent3"/>
                </a:solidFill>
              </a:rPr>
              <a:t>Calculus:</a:t>
            </a:r>
            <a:r>
              <a:rPr lang="en-US" sz="2000" dirty="0">
                <a:solidFill>
                  <a:schemeClr val="accent3"/>
                </a:solidFill>
              </a:rPr>
              <a:t> the foundation of modern SQL</a:t>
            </a:r>
            <a:endParaRPr sz="2000" b="1" dirty="0">
              <a:solidFill>
                <a:schemeClr val="accent3"/>
              </a:solidFill>
            </a:endParaRPr>
          </a:p>
        </p:txBody>
      </p:sp>
      <p:pic>
        <p:nvPicPr>
          <p:cNvPr id="718" name="Google Shape;718;p17"/>
          <p:cNvPicPr preferRelativeResize="0"/>
          <p:nvPr/>
        </p:nvPicPr>
        <p:blipFill rotWithShape="1">
          <a:blip r:embed="rId3">
            <a:alphaModFix/>
          </a:blip>
          <a:srcRect/>
          <a:stretch/>
        </p:blipFill>
        <p:spPr>
          <a:xfrm>
            <a:off x="461892" y="1406605"/>
            <a:ext cx="3173529" cy="4512127"/>
          </a:xfrm>
          <a:prstGeom prst="rect">
            <a:avLst/>
          </a:prstGeom>
          <a:noFill/>
          <a:ln>
            <a:noFill/>
          </a:ln>
        </p:spPr>
      </p:pic>
      <p:sp>
        <p:nvSpPr>
          <p:cNvPr id="719" name="Google Shape;719;p17"/>
          <p:cNvSpPr txBox="1"/>
          <p:nvPr/>
        </p:nvSpPr>
        <p:spPr>
          <a:xfrm>
            <a:off x="461892" y="5918732"/>
            <a:ext cx="436583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400"/>
              <a:buFont typeface="Century Gothic"/>
              <a:buNone/>
            </a:pPr>
            <a:r>
              <a:rPr lang="en-US" sz="1400" b="0" i="0" u="none" strike="noStrike" cap="none" dirty="0">
                <a:solidFill>
                  <a:schemeClr val="accent3"/>
                </a:solidFill>
                <a:latin typeface="Century Gothic"/>
                <a:ea typeface="Century Gothic"/>
                <a:cs typeface="Century Gothic"/>
                <a:sym typeface="Century Gothic"/>
              </a:rPr>
              <a:t>Edgar F. “Ted” Codd (1923 - 2003)</a:t>
            </a:r>
            <a:endParaRPr sz="1400" b="0" i="0" u="none" strike="noStrike" cap="none" dirty="0">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400"/>
              <a:buFont typeface="Century Gothic"/>
              <a:buNone/>
            </a:pPr>
            <a:r>
              <a:rPr lang="en-US" sz="1400" b="0" i="0" u="none" strike="noStrike" cap="none" dirty="0">
                <a:solidFill>
                  <a:schemeClr val="accent3"/>
                </a:solidFill>
                <a:latin typeface="Century Gothic"/>
                <a:ea typeface="Century Gothic"/>
                <a:cs typeface="Century Gothic"/>
                <a:sym typeface="Century Gothic"/>
              </a:rPr>
              <a:t>Turing Award 1981</a:t>
            </a:r>
            <a:endParaRPr sz="1400" b="0" i="0" u="none" strike="noStrike" cap="none" dirty="0">
              <a:solidFill>
                <a:schemeClr val="accent3"/>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
                                            <p:txEl>
                                              <p:pRg st="0" end="0"/>
                                            </p:txEl>
                                          </p:spTgt>
                                        </p:tgtEl>
                                        <p:attrNameLst>
                                          <p:attrName>style.visibility</p:attrName>
                                        </p:attrNameLst>
                                      </p:cBhvr>
                                      <p:to>
                                        <p:strVal val="visible"/>
                                      </p:to>
                                    </p:set>
                                    <p:animEffect transition="in" filter="fade">
                                      <p:cBhvr>
                                        <p:cTn id="7" dur="500"/>
                                        <p:tgtEl>
                                          <p:spTgt spid="7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
                                            <p:txEl>
                                              <p:pRg st="1" end="1"/>
                                            </p:txEl>
                                          </p:spTgt>
                                        </p:tgtEl>
                                        <p:attrNameLst>
                                          <p:attrName>style.visibility</p:attrName>
                                        </p:attrNameLst>
                                      </p:cBhvr>
                                      <p:to>
                                        <p:strVal val="visible"/>
                                      </p:to>
                                    </p:set>
                                    <p:animEffect transition="in" filter="fade">
                                      <p:cBhvr>
                                        <p:cTn id="12" dur="500"/>
                                        <p:tgtEl>
                                          <p:spTgt spid="7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
                                            <p:txEl>
                                              <p:pRg st="2" end="2"/>
                                            </p:txEl>
                                          </p:spTgt>
                                        </p:tgtEl>
                                        <p:attrNameLst>
                                          <p:attrName>style.visibility</p:attrName>
                                        </p:attrNameLst>
                                      </p:cBhvr>
                                      <p:to>
                                        <p:strVal val="visible"/>
                                      </p:to>
                                    </p:set>
                                    <p:animEffect transition="in" filter="fade">
                                      <p:cBhvr>
                                        <p:cTn id="17" dur="500"/>
                                        <p:tgtEl>
                                          <p:spTgt spid="7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
                                            <p:txEl>
                                              <p:pRg st="3" end="3"/>
                                            </p:txEl>
                                          </p:spTgt>
                                        </p:tgtEl>
                                        <p:attrNameLst>
                                          <p:attrName>style.visibility</p:attrName>
                                        </p:attrNameLst>
                                      </p:cBhvr>
                                      <p:to>
                                        <p:strVal val="visible"/>
                                      </p:to>
                                    </p:set>
                                    <p:animEffect transition="in" filter="fade">
                                      <p:cBhvr>
                                        <p:cTn id="22" dur="500"/>
                                        <p:tgtEl>
                                          <p:spTgt spid="7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7">
                                            <p:txEl>
                                              <p:pRg st="4" end="4"/>
                                            </p:txEl>
                                          </p:spTgt>
                                        </p:tgtEl>
                                        <p:attrNameLst>
                                          <p:attrName>style.visibility</p:attrName>
                                        </p:attrNameLst>
                                      </p:cBhvr>
                                      <p:to>
                                        <p:strVal val="visible"/>
                                      </p:to>
                                    </p:set>
                                    <p:animEffect transition="in" filter="fade">
                                      <p:cBhvr>
                                        <p:cTn id="27" dur="500"/>
                                        <p:tgtEl>
                                          <p:spTgt spid="7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7">
                                            <p:txEl>
                                              <p:pRg st="5" end="5"/>
                                            </p:txEl>
                                          </p:spTgt>
                                        </p:tgtEl>
                                        <p:attrNameLst>
                                          <p:attrName>style.visibility</p:attrName>
                                        </p:attrNameLst>
                                      </p:cBhvr>
                                      <p:to>
                                        <p:strVal val="visible"/>
                                      </p:to>
                                    </p:set>
                                    <p:animEffect transition="in" filter="fade">
                                      <p:cBhvr>
                                        <p:cTn id="32" dur="500"/>
                                        <p:tgtEl>
                                          <p:spTgt spid="71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18"/>
          <p:cNvSpPr txBox="1">
            <a:spLocks noGrp="1"/>
          </p:cNvSpPr>
          <p:nvPr>
            <p:ph type="title"/>
          </p:nvPr>
        </p:nvSpPr>
        <p:spPr>
          <a:xfrm>
            <a:off x="413126" y="53786"/>
            <a:ext cx="1136574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000"/>
              <a:buFont typeface="Rockwell"/>
              <a:buNone/>
            </a:pPr>
            <a:r>
              <a:rPr lang="en-US" sz="4000" b="1"/>
              <a:t>RELATIONAL</a:t>
            </a:r>
            <a:r>
              <a:rPr lang="en-US" sz="4000"/>
              <a:t> DATABASE MANAGEMENT SYSTEMS</a:t>
            </a:r>
            <a:endParaRPr/>
          </a:p>
        </p:txBody>
      </p:sp>
      <p:sp>
        <p:nvSpPr>
          <p:cNvPr id="725" name="Google Shape;725;p18"/>
          <p:cNvSpPr txBox="1">
            <a:spLocks noGrp="1"/>
          </p:cNvSpPr>
          <p:nvPr>
            <p:ph type="body" idx="1"/>
          </p:nvPr>
        </p:nvSpPr>
        <p:spPr>
          <a:xfrm>
            <a:off x="838200" y="1296222"/>
            <a:ext cx="10515600" cy="5759388"/>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a:t>Relational databases are the traditional DBMS technology</a:t>
            </a:r>
            <a:endParaRPr sz="2200"/>
          </a:p>
          <a:p>
            <a:pPr marL="182880" lvl="0" indent="-74928" algn="l" rtl="0">
              <a:lnSpc>
                <a:spcPct val="90000"/>
              </a:lnSpc>
              <a:spcBef>
                <a:spcPts val="1200"/>
              </a:spcBef>
              <a:spcAft>
                <a:spcPts val="0"/>
              </a:spcAft>
              <a:buSzPts val="1700"/>
              <a:buNone/>
            </a:pPr>
            <a:endParaRPr sz="2200"/>
          </a:p>
          <a:p>
            <a:pPr marL="182880" lvl="0" indent="-74928" algn="l" rtl="0">
              <a:lnSpc>
                <a:spcPct val="90000"/>
              </a:lnSpc>
              <a:spcBef>
                <a:spcPts val="1200"/>
              </a:spcBef>
              <a:spcAft>
                <a:spcPts val="0"/>
              </a:spcAft>
              <a:buSzPts val="1700"/>
              <a:buNone/>
            </a:pPr>
            <a:endParaRPr sz="2200" b="1"/>
          </a:p>
          <a:p>
            <a:pPr marL="182880" lvl="0" indent="-74928" algn="l" rtl="0">
              <a:lnSpc>
                <a:spcPct val="90000"/>
              </a:lnSpc>
              <a:spcBef>
                <a:spcPts val="1200"/>
              </a:spcBef>
              <a:spcAft>
                <a:spcPts val="0"/>
              </a:spcAft>
              <a:buSzPts val="1700"/>
              <a:buNone/>
            </a:pPr>
            <a:endParaRPr sz="2200" b="1"/>
          </a:p>
          <a:p>
            <a:pPr marL="182880" lvl="0" indent="-74928" algn="l" rtl="0">
              <a:lnSpc>
                <a:spcPct val="90000"/>
              </a:lnSpc>
              <a:spcBef>
                <a:spcPts val="1200"/>
              </a:spcBef>
              <a:spcAft>
                <a:spcPts val="0"/>
              </a:spcAft>
              <a:buSzPts val="1700"/>
              <a:buNone/>
            </a:pPr>
            <a:endParaRPr sz="2200" b="1"/>
          </a:p>
          <a:p>
            <a:pPr marL="182880" lvl="0" indent="-182880" algn="l" rtl="0">
              <a:lnSpc>
                <a:spcPct val="90000"/>
              </a:lnSpc>
              <a:spcBef>
                <a:spcPts val="1200"/>
              </a:spcBef>
              <a:spcAft>
                <a:spcPts val="0"/>
              </a:spcAft>
              <a:buSzPts val="1900"/>
              <a:buChar char="▪"/>
            </a:pPr>
            <a:r>
              <a:rPr lang="en-US" sz="2200" i="1"/>
              <a:t>Logically</a:t>
            </a:r>
            <a:r>
              <a:rPr lang="en-US" sz="2200"/>
              <a:t> organize data in </a:t>
            </a:r>
            <a:r>
              <a:rPr lang="en-US" sz="2200" b="1"/>
              <a:t>relations </a:t>
            </a:r>
            <a:r>
              <a:rPr lang="en-US" sz="2200"/>
              <a:t>(tables)</a:t>
            </a:r>
            <a:endParaRPr sz="2200" b="1"/>
          </a:p>
          <a:p>
            <a:pPr marL="182880" lvl="0" indent="-182880" algn="l" rtl="0">
              <a:lnSpc>
                <a:spcPct val="90000"/>
              </a:lnSpc>
              <a:spcBef>
                <a:spcPts val="1200"/>
              </a:spcBef>
              <a:spcAft>
                <a:spcPts val="0"/>
              </a:spcAft>
              <a:buSzPts val="1900"/>
              <a:buChar char="▪"/>
            </a:pPr>
            <a:r>
              <a:rPr lang="en-US" sz="2200"/>
              <a:t>Structured Query Language</a:t>
            </a:r>
            <a:r>
              <a:rPr lang="en-US" sz="2200" b="1"/>
              <a:t> (SQL) </a:t>
            </a:r>
            <a:r>
              <a:rPr lang="en-US" sz="2200"/>
              <a:t>to define, manipulate and compute on data. </a:t>
            </a:r>
            <a:endParaRPr sz="2200"/>
          </a:p>
          <a:p>
            <a:pPr marL="457200" lvl="1" indent="-195580" algn="l" rtl="0">
              <a:lnSpc>
                <a:spcPct val="90000"/>
              </a:lnSpc>
              <a:spcBef>
                <a:spcPts val="400"/>
              </a:spcBef>
              <a:spcAft>
                <a:spcPts val="0"/>
              </a:spcAft>
              <a:buSzPts val="1730"/>
              <a:buChar char="▪"/>
            </a:pPr>
            <a:r>
              <a:rPr lang="en-US" sz="2000"/>
              <a:t>A common language spoken by many data systems</a:t>
            </a:r>
            <a:endParaRPr sz="2000"/>
          </a:p>
          <a:p>
            <a:pPr marL="731520" lvl="2" indent="-195579" algn="l" rtl="0">
              <a:lnSpc>
                <a:spcPct val="90000"/>
              </a:lnSpc>
              <a:spcBef>
                <a:spcPts val="600"/>
              </a:spcBef>
              <a:spcAft>
                <a:spcPts val="0"/>
              </a:spcAft>
              <a:buSzPts val="1560"/>
              <a:buChar char="▪"/>
            </a:pPr>
            <a:r>
              <a:rPr lang="en-US" sz="1800"/>
              <a:t>Some variations and deviations from the standard …</a:t>
            </a:r>
            <a:endParaRPr sz="1800"/>
          </a:p>
          <a:p>
            <a:pPr marL="457200" lvl="1" indent="-195580" algn="l" rtl="0">
              <a:lnSpc>
                <a:spcPct val="90000"/>
              </a:lnSpc>
              <a:spcBef>
                <a:spcPts val="600"/>
              </a:spcBef>
              <a:spcAft>
                <a:spcPts val="0"/>
              </a:spcAft>
              <a:buSzPts val="1730"/>
              <a:buChar char="▪"/>
            </a:pPr>
            <a:r>
              <a:rPr lang="en-US" sz="2000"/>
              <a:t>Describes logical organization of data as well as computation on data.</a:t>
            </a:r>
            <a:endParaRPr sz="2000"/>
          </a:p>
        </p:txBody>
      </p:sp>
      <p:grpSp>
        <p:nvGrpSpPr>
          <p:cNvPr id="726" name="Google Shape;726;p18"/>
          <p:cNvGrpSpPr/>
          <p:nvPr/>
        </p:nvGrpSpPr>
        <p:grpSpPr>
          <a:xfrm>
            <a:off x="2182105" y="1852063"/>
            <a:ext cx="8106433" cy="1299955"/>
            <a:chOff x="403057" y="2561993"/>
            <a:chExt cx="8106433" cy="1299955"/>
          </a:xfrm>
        </p:grpSpPr>
        <p:pic>
          <p:nvPicPr>
            <p:cNvPr id="727" name="Google Shape;727;p18"/>
            <p:cNvPicPr preferRelativeResize="0"/>
            <p:nvPr/>
          </p:nvPicPr>
          <p:blipFill rotWithShape="1">
            <a:blip r:embed="rId3">
              <a:alphaModFix/>
            </a:blip>
            <a:srcRect/>
            <a:stretch/>
          </p:blipFill>
          <p:spPr>
            <a:xfrm>
              <a:off x="3349507" y="2654166"/>
              <a:ext cx="1436848" cy="1166137"/>
            </a:xfrm>
            <a:prstGeom prst="rect">
              <a:avLst/>
            </a:prstGeom>
            <a:noFill/>
            <a:ln>
              <a:noFill/>
            </a:ln>
          </p:spPr>
        </p:pic>
        <p:pic>
          <p:nvPicPr>
            <p:cNvPr id="728" name="Google Shape;728;p18"/>
            <p:cNvPicPr preferRelativeResize="0"/>
            <p:nvPr/>
          </p:nvPicPr>
          <p:blipFill rotWithShape="1">
            <a:blip r:embed="rId4">
              <a:alphaModFix/>
            </a:blip>
            <a:srcRect/>
            <a:stretch/>
          </p:blipFill>
          <p:spPr>
            <a:xfrm>
              <a:off x="5010360" y="2564570"/>
              <a:ext cx="1463067" cy="1297378"/>
            </a:xfrm>
            <a:prstGeom prst="rect">
              <a:avLst/>
            </a:prstGeom>
            <a:noFill/>
            <a:ln>
              <a:noFill/>
            </a:ln>
          </p:spPr>
        </p:pic>
        <p:pic>
          <p:nvPicPr>
            <p:cNvPr id="729" name="Google Shape;729;p18"/>
            <p:cNvPicPr preferRelativeResize="0"/>
            <p:nvPr/>
          </p:nvPicPr>
          <p:blipFill rotWithShape="1">
            <a:blip r:embed="rId5">
              <a:alphaModFix/>
            </a:blip>
            <a:srcRect/>
            <a:stretch/>
          </p:blipFill>
          <p:spPr>
            <a:xfrm>
              <a:off x="6697431" y="2993581"/>
              <a:ext cx="1812059" cy="858916"/>
            </a:xfrm>
            <a:prstGeom prst="rect">
              <a:avLst/>
            </a:prstGeom>
            <a:noFill/>
            <a:ln>
              <a:noFill/>
            </a:ln>
          </p:spPr>
        </p:pic>
        <p:grpSp>
          <p:nvGrpSpPr>
            <p:cNvPr id="730" name="Google Shape;730;p18"/>
            <p:cNvGrpSpPr/>
            <p:nvPr/>
          </p:nvGrpSpPr>
          <p:grpSpPr>
            <a:xfrm>
              <a:off x="403057" y="2564569"/>
              <a:ext cx="1247932" cy="1247932"/>
              <a:chOff x="403057" y="2564569"/>
              <a:chExt cx="1247932" cy="1247932"/>
            </a:xfrm>
          </p:grpSpPr>
          <p:pic>
            <p:nvPicPr>
              <p:cNvPr id="731" name="Google Shape;731;p18"/>
              <p:cNvPicPr preferRelativeResize="0"/>
              <p:nvPr/>
            </p:nvPicPr>
            <p:blipFill rotWithShape="1">
              <a:blip r:embed="rId6">
                <a:alphaModFix/>
              </a:blip>
              <a:srcRect/>
              <a:stretch/>
            </p:blipFill>
            <p:spPr>
              <a:xfrm>
                <a:off x="403057" y="2564569"/>
                <a:ext cx="1247932" cy="1247932"/>
              </a:xfrm>
              <a:prstGeom prst="rect">
                <a:avLst/>
              </a:prstGeom>
              <a:noFill/>
              <a:ln>
                <a:noFill/>
              </a:ln>
            </p:spPr>
          </p:pic>
          <p:pic>
            <p:nvPicPr>
              <p:cNvPr id="732" name="Google Shape;732;p18"/>
              <p:cNvPicPr preferRelativeResize="0"/>
              <p:nvPr/>
            </p:nvPicPr>
            <p:blipFill rotWithShape="1">
              <a:blip r:embed="rId7">
                <a:alphaModFix/>
              </a:blip>
              <a:srcRect/>
              <a:stretch/>
            </p:blipFill>
            <p:spPr>
              <a:xfrm>
                <a:off x="995471" y="3466994"/>
                <a:ext cx="579162" cy="299648"/>
              </a:xfrm>
              <a:prstGeom prst="rect">
                <a:avLst/>
              </a:prstGeom>
              <a:noFill/>
              <a:ln>
                <a:noFill/>
              </a:ln>
            </p:spPr>
          </p:pic>
        </p:grpSp>
        <p:pic>
          <p:nvPicPr>
            <p:cNvPr id="733" name="Google Shape;733;p18"/>
            <p:cNvPicPr preferRelativeResize="0"/>
            <p:nvPr/>
          </p:nvPicPr>
          <p:blipFill rotWithShape="1">
            <a:blip r:embed="rId8">
              <a:alphaModFix/>
            </a:blip>
            <a:srcRect/>
            <a:stretch/>
          </p:blipFill>
          <p:spPr>
            <a:xfrm>
              <a:off x="1874994" y="2561993"/>
              <a:ext cx="1250508" cy="1250508"/>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19"/>
          <p:cNvSpPr txBox="1">
            <a:spLocks noGrp="1"/>
          </p:cNvSpPr>
          <p:nvPr>
            <p:ph type="title"/>
          </p:nvPr>
        </p:nvSpPr>
        <p:spPr>
          <a:xfrm>
            <a:off x="2189296" y="1525325"/>
            <a:ext cx="10515600" cy="2852737"/>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7200"/>
              <a:buFont typeface="Rockwell"/>
              <a:buNone/>
            </a:pPr>
            <a:r>
              <a:rPr lang="en-US" sz="7200"/>
              <a:t>SQL</a:t>
            </a:r>
            <a:endParaRPr/>
          </a:p>
        </p:txBody>
      </p:sp>
      <p:sp>
        <p:nvSpPr>
          <p:cNvPr id="739" name="Google Shape;739;p19"/>
          <p:cNvSpPr/>
          <p:nvPr/>
        </p:nvSpPr>
        <p:spPr>
          <a:xfrm>
            <a:off x="8021048" y="1274310"/>
            <a:ext cx="3468675" cy="33547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200"/>
              <a:buFont typeface="Arial"/>
              <a:buNone/>
            </a:pPr>
            <a:r>
              <a:rPr lang="en-US" sz="7200" b="1" i="1" u="none" strike="noStrike" cap="none">
                <a:solidFill>
                  <a:srgbClr val="0070C0"/>
                </a:solidFill>
                <a:latin typeface="Rockwell"/>
                <a:ea typeface="Rockwell"/>
                <a:cs typeface="Rockwell"/>
                <a:sym typeface="Rockwell"/>
              </a:rPr>
              <a:t>What</a:t>
            </a:r>
            <a:br>
              <a:rPr lang="en-US" sz="7200" b="0" i="0" u="none" strike="noStrike" cap="none">
                <a:solidFill>
                  <a:srgbClr val="0070C0"/>
                </a:solidFill>
                <a:latin typeface="Rockwell"/>
                <a:ea typeface="Rockwell"/>
                <a:cs typeface="Rockwell"/>
                <a:sym typeface="Rockwell"/>
              </a:rPr>
            </a:br>
            <a:r>
              <a:rPr lang="en-US" sz="6000" b="0" i="0" u="none" strike="noStrike" cap="none">
                <a:solidFill>
                  <a:srgbClr val="0070C0"/>
                </a:solidFill>
                <a:latin typeface="Rockwell"/>
                <a:ea typeface="Rockwell"/>
                <a:cs typeface="Rockwell"/>
                <a:sym typeface="Rockwell"/>
              </a:rPr>
              <a:t>not</a:t>
            </a:r>
            <a:br>
              <a:rPr lang="en-US" sz="6000" b="0" i="0" u="none" strike="noStrike" cap="none">
                <a:solidFill>
                  <a:srgbClr val="0070C0"/>
                </a:solidFill>
                <a:latin typeface="Rockwell"/>
                <a:ea typeface="Rockwell"/>
                <a:cs typeface="Rockwell"/>
                <a:sym typeface="Rockwell"/>
              </a:rPr>
            </a:br>
            <a:r>
              <a:rPr lang="en-US" sz="7200" b="1" i="1" u="none" strike="noStrike" cap="none">
                <a:solidFill>
                  <a:srgbClr val="0070C0"/>
                </a:solidFill>
                <a:latin typeface="Rockwell"/>
                <a:ea typeface="Rockwell"/>
                <a:cs typeface="Rockwell"/>
                <a:sym typeface="Rockwell"/>
              </a:rPr>
              <a:t>How</a:t>
            </a:r>
            <a:endParaRPr sz="6000" b="1" i="1" u="none" strike="noStrike" cap="none">
              <a:solidFill>
                <a:srgbClr val="0070C0"/>
              </a:solidFill>
              <a:latin typeface="Rockwell"/>
              <a:ea typeface="Rockwell"/>
              <a:cs typeface="Rockwell"/>
              <a:sym typeface="Rockwe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20"/>
          <p:cNvSpPr txBox="1">
            <a:spLocks noGrp="1"/>
          </p:cNvSpPr>
          <p:nvPr>
            <p:ph type="title"/>
          </p:nvPr>
        </p:nvSpPr>
        <p:spPr>
          <a:xfrm>
            <a:off x="1069848" y="103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4200"/>
              <a:buFont typeface="Rockwell"/>
              <a:buNone/>
            </a:pPr>
            <a:r>
              <a:rPr lang="en-US" sz="4200"/>
              <a:t>SQL IS A </a:t>
            </a:r>
            <a:r>
              <a:rPr lang="en-US" sz="4200" b="1"/>
              <a:t>DECLARATIVE</a:t>
            </a:r>
            <a:r>
              <a:rPr lang="en-US" sz="4200"/>
              <a:t> LANGUAGE (REVIEW) </a:t>
            </a:r>
            <a:endParaRPr/>
          </a:p>
        </p:txBody>
      </p:sp>
      <p:sp>
        <p:nvSpPr>
          <p:cNvPr id="746" name="Google Shape;746;p20"/>
          <p:cNvSpPr txBox="1">
            <a:spLocks noGrp="1"/>
          </p:cNvSpPr>
          <p:nvPr>
            <p:ph type="body" idx="1"/>
          </p:nvPr>
        </p:nvSpPr>
        <p:spPr>
          <a:xfrm>
            <a:off x="841248" y="1801540"/>
            <a:ext cx="10515600" cy="4954978"/>
          </a:xfrm>
          <a:prstGeom prst="rect">
            <a:avLst/>
          </a:prstGeom>
          <a:noFill/>
          <a:ln>
            <a:noFill/>
          </a:ln>
        </p:spPr>
        <p:txBody>
          <a:bodyPr spcFirstLastPara="1" wrap="square" lIns="91425" tIns="45700" rIns="91425" bIns="45700" anchor="t" anchorCtr="0">
            <a:normAutofit/>
          </a:bodyPr>
          <a:lstStyle/>
          <a:p>
            <a:pPr marL="357187" lvl="1" indent="-342900" algn="l" rtl="0">
              <a:lnSpc>
                <a:spcPct val="90000"/>
              </a:lnSpc>
              <a:spcBef>
                <a:spcPts val="0"/>
              </a:spcBef>
              <a:spcAft>
                <a:spcPts val="0"/>
              </a:spcAft>
              <a:buClr>
                <a:schemeClr val="dk1"/>
              </a:buClr>
              <a:buSzPts val="2400"/>
              <a:buFont typeface="Noto Sans Symbols"/>
              <a:buChar char="▪"/>
            </a:pPr>
            <a:r>
              <a:rPr lang="en-US" sz="2400" b="1"/>
              <a:t>Declarative: </a:t>
            </a:r>
            <a:r>
              <a:rPr lang="en-US" sz="2400"/>
              <a:t>“Say </a:t>
            </a:r>
            <a:r>
              <a:rPr lang="en-US" sz="2400" b="1" i="1"/>
              <a:t>what</a:t>
            </a:r>
            <a:r>
              <a:rPr lang="en-US" sz="2400"/>
              <a:t> you want, not </a:t>
            </a:r>
            <a:r>
              <a:rPr lang="en-US" sz="2400" b="1" i="1"/>
              <a:t>how</a:t>
            </a:r>
            <a:r>
              <a:rPr lang="en-US" sz="2400" i="1"/>
              <a:t> </a:t>
            </a:r>
            <a:r>
              <a:rPr lang="en-US" sz="2400"/>
              <a:t>to get it.”</a:t>
            </a:r>
            <a:endParaRPr/>
          </a:p>
          <a:p>
            <a:pPr marL="915988" lvl="2" indent="-468313" algn="l" rtl="0">
              <a:lnSpc>
                <a:spcPct val="90000"/>
              </a:lnSpc>
              <a:spcBef>
                <a:spcPts val="2400"/>
              </a:spcBef>
              <a:spcAft>
                <a:spcPts val="0"/>
              </a:spcAft>
              <a:buClr>
                <a:schemeClr val="dk1"/>
              </a:buClr>
              <a:buSzPts val="2000"/>
              <a:buChar char="▪"/>
            </a:pPr>
            <a:r>
              <a:rPr lang="en-US" sz="2000" b="1"/>
              <a:t>Declarative Example:</a:t>
            </a:r>
            <a:r>
              <a:rPr lang="en-US" sz="2000"/>
              <a:t> </a:t>
            </a:r>
            <a:r>
              <a:rPr lang="en-US" sz="2000" i="1"/>
              <a:t> I want a table with columns “x” and “y” constructed from tables “A” and ”B” where the values in “y” are greater than 100.00.</a:t>
            </a:r>
            <a:endParaRPr sz="2000"/>
          </a:p>
          <a:p>
            <a:pPr marL="915988" lvl="2" indent="-468313" algn="l" rtl="0">
              <a:lnSpc>
                <a:spcPct val="90000"/>
              </a:lnSpc>
              <a:spcBef>
                <a:spcPts val="2400"/>
              </a:spcBef>
              <a:spcAft>
                <a:spcPts val="0"/>
              </a:spcAft>
              <a:buClr>
                <a:schemeClr val="dk1"/>
              </a:buClr>
              <a:buSzPts val="2000"/>
              <a:buChar char="▪"/>
            </a:pPr>
            <a:r>
              <a:rPr lang="en-US" sz="2000" b="1"/>
              <a:t>Imperative Example:</a:t>
            </a:r>
            <a:r>
              <a:rPr lang="en-US" sz="2000"/>
              <a:t> For each record in  table “A” find the corresponding record in table “B” then drop the records where “y” is less than or equal to 100 then return the ”x” and “y” values.</a:t>
            </a:r>
            <a:endParaRPr sz="2200"/>
          </a:p>
          <a:p>
            <a:pPr marL="182880" lvl="0" indent="-182880" algn="l" rtl="0">
              <a:lnSpc>
                <a:spcPct val="90000"/>
              </a:lnSpc>
              <a:spcBef>
                <a:spcPts val="1400"/>
              </a:spcBef>
              <a:spcAft>
                <a:spcPts val="0"/>
              </a:spcAft>
              <a:buSzPts val="2040"/>
              <a:buChar char="▪"/>
            </a:pPr>
            <a:r>
              <a:rPr lang="en-US" sz="2400" b="1"/>
              <a:t>Advantages</a:t>
            </a:r>
            <a:r>
              <a:rPr lang="en-US" sz="2400"/>
              <a:t> of declarative programming</a:t>
            </a:r>
            <a:endParaRPr/>
          </a:p>
          <a:p>
            <a:pPr marL="457200" lvl="1" indent="-182880" algn="l" rtl="0">
              <a:lnSpc>
                <a:spcPct val="90000"/>
              </a:lnSpc>
              <a:spcBef>
                <a:spcPts val="400"/>
              </a:spcBef>
              <a:spcAft>
                <a:spcPts val="0"/>
              </a:spcAft>
              <a:buSzPts val="1700"/>
              <a:buChar char="▪"/>
            </a:pPr>
            <a:r>
              <a:rPr lang="en-US" sz="2000"/>
              <a:t>Enable the system to find the best way to achieve the result.</a:t>
            </a:r>
            <a:endParaRPr/>
          </a:p>
          <a:p>
            <a:pPr marL="457200" lvl="1" indent="-182880" algn="l" rtl="0">
              <a:lnSpc>
                <a:spcPct val="90000"/>
              </a:lnSpc>
              <a:spcBef>
                <a:spcPts val="600"/>
              </a:spcBef>
              <a:spcAft>
                <a:spcPts val="0"/>
              </a:spcAft>
              <a:buSzPts val="1700"/>
              <a:buChar char="▪"/>
            </a:pPr>
            <a:r>
              <a:rPr lang="en-US" sz="2000"/>
              <a:t>Often more compact and easier to learn for non-programmers</a:t>
            </a:r>
            <a:endParaRPr/>
          </a:p>
          <a:p>
            <a:pPr marL="182880" lvl="0" indent="-182880" algn="l" rtl="0">
              <a:lnSpc>
                <a:spcPct val="90000"/>
              </a:lnSpc>
              <a:spcBef>
                <a:spcPts val="1400"/>
              </a:spcBef>
              <a:spcAft>
                <a:spcPts val="0"/>
              </a:spcAft>
              <a:buSzPts val="2040"/>
              <a:buChar char="▪"/>
            </a:pPr>
            <a:r>
              <a:rPr lang="en-US" sz="2400" b="1"/>
              <a:t>Challenges</a:t>
            </a:r>
            <a:r>
              <a:rPr lang="en-US" sz="2400"/>
              <a:t> of declarative programming</a:t>
            </a:r>
            <a:endParaRPr/>
          </a:p>
          <a:p>
            <a:pPr marL="457200" lvl="1" indent="-182880" algn="l" rtl="0">
              <a:lnSpc>
                <a:spcPct val="90000"/>
              </a:lnSpc>
              <a:spcBef>
                <a:spcPts val="400"/>
              </a:spcBef>
              <a:spcAft>
                <a:spcPts val="0"/>
              </a:spcAft>
              <a:buSzPts val="1700"/>
              <a:buChar char="▪"/>
            </a:pPr>
            <a:r>
              <a:rPr lang="en-US" sz="2000"/>
              <a:t>System performance depends heavily on automatic optimization</a:t>
            </a:r>
            <a:endParaRPr/>
          </a:p>
          <a:p>
            <a:pPr marL="457200" lvl="1" indent="-182880" algn="l" rtl="0">
              <a:lnSpc>
                <a:spcPct val="90000"/>
              </a:lnSpc>
              <a:spcBef>
                <a:spcPts val="600"/>
              </a:spcBef>
              <a:spcAft>
                <a:spcPts val="0"/>
              </a:spcAft>
              <a:buSzPts val="1700"/>
              <a:buChar char="▪"/>
            </a:pPr>
            <a:r>
              <a:rPr lang="en-US" sz="2000"/>
              <a:t>Limited language (not Turing complete)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AEB8C58-0A61-ACDD-47B7-BF20288E8135}"/>
                  </a:ext>
                </a:extLst>
              </p14:cNvPr>
              <p14:cNvContentPartPr/>
              <p14:nvPr/>
            </p14:nvContentPartPr>
            <p14:xfrm>
              <a:off x="7551720" y="2718000"/>
              <a:ext cx="2440800" cy="587520"/>
            </p14:xfrm>
          </p:contentPart>
        </mc:Choice>
        <mc:Fallback xmlns="">
          <p:pic>
            <p:nvPicPr>
              <p:cNvPr id="2" name="Ink 1">
                <a:extLst>
                  <a:ext uri="{FF2B5EF4-FFF2-40B4-BE49-F238E27FC236}">
                    <a16:creationId xmlns:a16="http://schemas.microsoft.com/office/drawing/2014/main" id="{6AEB8C58-0A61-ACDD-47B7-BF20288E8135}"/>
                  </a:ext>
                </a:extLst>
              </p:cNvPr>
              <p:cNvPicPr/>
              <p:nvPr/>
            </p:nvPicPr>
            <p:blipFill>
              <a:blip r:embed="rId4"/>
              <a:stretch>
                <a:fillRect/>
              </a:stretch>
            </p:blipFill>
            <p:spPr>
              <a:xfrm>
                <a:off x="7542360" y="2708640"/>
                <a:ext cx="2459520" cy="6062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6">
                                            <p:txEl>
                                              <p:pRg st="0" end="0"/>
                                            </p:txEl>
                                          </p:spTgt>
                                        </p:tgtEl>
                                        <p:attrNameLst>
                                          <p:attrName>style.visibility</p:attrName>
                                        </p:attrNameLst>
                                      </p:cBhvr>
                                      <p:to>
                                        <p:strVal val="visible"/>
                                      </p:to>
                                    </p:set>
                                    <p:animEffect transition="in" filter="fade">
                                      <p:cBhvr>
                                        <p:cTn id="7" dur="500"/>
                                        <p:tgtEl>
                                          <p:spTgt spid="7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6">
                                            <p:txEl>
                                              <p:pRg st="1" end="1"/>
                                            </p:txEl>
                                          </p:spTgt>
                                        </p:tgtEl>
                                        <p:attrNameLst>
                                          <p:attrName>style.visibility</p:attrName>
                                        </p:attrNameLst>
                                      </p:cBhvr>
                                      <p:to>
                                        <p:strVal val="visible"/>
                                      </p:to>
                                    </p:set>
                                    <p:animEffect transition="in" filter="fade">
                                      <p:cBhvr>
                                        <p:cTn id="12" dur="500"/>
                                        <p:tgtEl>
                                          <p:spTgt spid="7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6">
                                            <p:txEl>
                                              <p:pRg st="2" end="2"/>
                                            </p:txEl>
                                          </p:spTgt>
                                        </p:tgtEl>
                                        <p:attrNameLst>
                                          <p:attrName>style.visibility</p:attrName>
                                        </p:attrNameLst>
                                      </p:cBhvr>
                                      <p:to>
                                        <p:strVal val="visible"/>
                                      </p:to>
                                    </p:set>
                                    <p:animEffect transition="in" filter="fade">
                                      <p:cBhvr>
                                        <p:cTn id="17" dur="500"/>
                                        <p:tgtEl>
                                          <p:spTgt spid="7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46">
                                            <p:txEl>
                                              <p:pRg st="3" end="3"/>
                                            </p:txEl>
                                          </p:spTgt>
                                        </p:tgtEl>
                                        <p:attrNameLst>
                                          <p:attrName>style.visibility</p:attrName>
                                        </p:attrNameLst>
                                      </p:cBhvr>
                                      <p:to>
                                        <p:strVal val="visible"/>
                                      </p:to>
                                    </p:set>
                                    <p:animEffect transition="in" filter="fade">
                                      <p:cBhvr>
                                        <p:cTn id="22" dur="500"/>
                                        <p:tgtEl>
                                          <p:spTgt spid="7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46">
                                            <p:txEl>
                                              <p:pRg st="4" end="4"/>
                                            </p:txEl>
                                          </p:spTgt>
                                        </p:tgtEl>
                                        <p:attrNameLst>
                                          <p:attrName>style.visibility</p:attrName>
                                        </p:attrNameLst>
                                      </p:cBhvr>
                                      <p:to>
                                        <p:strVal val="visible"/>
                                      </p:to>
                                    </p:set>
                                    <p:animEffect transition="in" filter="fade">
                                      <p:cBhvr>
                                        <p:cTn id="27" dur="500"/>
                                        <p:tgtEl>
                                          <p:spTgt spid="7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46">
                                            <p:txEl>
                                              <p:pRg st="5" end="5"/>
                                            </p:txEl>
                                          </p:spTgt>
                                        </p:tgtEl>
                                        <p:attrNameLst>
                                          <p:attrName>style.visibility</p:attrName>
                                        </p:attrNameLst>
                                      </p:cBhvr>
                                      <p:to>
                                        <p:strVal val="visible"/>
                                      </p:to>
                                    </p:set>
                                    <p:animEffect transition="in" filter="fade">
                                      <p:cBhvr>
                                        <p:cTn id="32" dur="500"/>
                                        <p:tgtEl>
                                          <p:spTgt spid="74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46">
                                            <p:txEl>
                                              <p:pRg st="6" end="6"/>
                                            </p:txEl>
                                          </p:spTgt>
                                        </p:tgtEl>
                                        <p:attrNameLst>
                                          <p:attrName>style.visibility</p:attrName>
                                        </p:attrNameLst>
                                      </p:cBhvr>
                                      <p:to>
                                        <p:strVal val="visible"/>
                                      </p:to>
                                    </p:set>
                                    <p:animEffect transition="in" filter="fade">
                                      <p:cBhvr>
                                        <p:cTn id="37" dur="500"/>
                                        <p:tgtEl>
                                          <p:spTgt spid="74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46">
                                            <p:txEl>
                                              <p:pRg st="7" end="7"/>
                                            </p:txEl>
                                          </p:spTgt>
                                        </p:tgtEl>
                                        <p:attrNameLst>
                                          <p:attrName>style.visibility</p:attrName>
                                        </p:attrNameLst>
                                      </p:cBhvr>
                                      <p:to>
                                        <p:strVal val="visible"/>
                                      </p:to>
                                    </p:set>
                                    <p:animEffect transition="in" filter="fade">
                                      <p:cBhvr>
                                        <p:cTn id="42" dur="500"/>
                                        <p:tgtEl>
                                          <p:spTgt spid="74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6">
                                            <p:txEl>
                                              <p:pRg st="8" end="8"/>
                                            </p:txEl>
                                          </p:spTgt>
                                        </p:tgtEl>
                                        <p:attrNameLst>
                                          <p:attrName>style.visibility</p:attrName>
                                        </p:attrNameLst>
                                      </p:cBhvr>
                                      <p:to>
                                        <p:strVal val="visible"/>
                                      </p:to>
                                    </p:set>
                                    <p:animEffect transition="in" filter="fade">
                                      <p:cBhvr>
                                        <p:cTn id="47" dur="500"/>
                                        <p:tgtEl>
                                          <p:spTgt spid="74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2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RELATIONAL TERMINOLOGY</a:t>
            </a:r>
            <a:endParaRPr/>
          </a:p>
        </p:txBody>
      </p:sp>
      <p:sp>
        <p:nvSpPr>
          <p:cNvPr id="762" name="Google Shape;762;p22"/>
          <p:cNvSpPr txBox="1">
            <a:spLocks noGrp="1"/>
          </p:cNvSpPr>
          <p:nvPr>
            <p:ph type="body" idx="1"/>
          </p:nvPr>
        </p:nvSpPr>
        <p:spPr>
          <a:xfrm>
            <a:off x="1069848" y="1852921"/>
            <a:ext cx="10515600" cy="4705804"/>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i="1">
                <a:solidFill>
                  <a:srgbClr val="FF0000"/>
                </a:solidFill>
              </a:rPr>
              <a:t>Database</a:t>
            </a:r>
            <a:r>
              <a:rPr lang="en-US"/>
              <a:t>: Set of Relations (i.e., one or more tables)</a:t>
            </a:r>
            <a:endParaRPr/>
          </a:p>
          <a:p>
            <a:pPr marL="182880" lvl="0" indent="-182880" algn="l" rtl="0">
              <a:lnSpc>
                <a:spcPct val="90000"/>
              </a:lnSpc>
              <a:spcBef>
                <a:spcPts val="1200"/>
              </a:spcBef>
              <a:spcAft>
                <a:spcPts val="0"/>
              </a:spcAft>
              <a:buSzPts val="1700"/>
              <a:buChar char="▪"/>
            </a:pPr>
            <a:r>
              <a:rPr lang="en-US" i="1">
                <a:solidFill>
                  <a:srgbClr val="FF0000"/>
                </a:solidFill>
              </a:rPr>
              <a:t>Relation</a:t>
            </a:r>
            <a:r>
              <a:rPr lang="en-US" i="1"/>
              <a:t> </a:t>
            </a:r>
            <a:r>
              <a:rPr lang="en-US"/>
              <a:t>(</a:t>
            </a:r>
            <a:r>
              <a:rPr lang="en-US" i="1">
                <a:solidFill>
                  <a:srgbClr val="FF0000"/>
                </a:solidFill>
              </a:rPr>
              <a:t>Table</a:t>
            </a:r>
            <a:r>
              <a:rPr lang="en-US"/>
              <a:t>):</a:t>
            </a:r>
            <a:endParaRPr/>
          </a:p>
          <a:p>
            <a:pPr marL="457200" lvl="1" indent="-182880" algn="l" rtl="0">
              <a:lnSpc>
                <a:spcPct val="90000"/>
              </a:lnSpc>
              <a:spcBef>
                <a:spcPts val="400"/>
              </a:spcBef>
              <a:spcAft>
                <a:spcPts val="0"/>
              </a:spcAft>
              <a:buSzPts val="1530"/>
              <a:buChar char="▪"/>
            </a:pPr>
            <a:r>
              <a:rPr lang="en-US" i="1">
                <a:solidFill>
                  <a:srgbClr val="FF0000"/>
                </a:solidFill>
              </a:rPr>
              <a:t>Schema</a:t>
            </a:r>
            <a:r>
              <a:rPr lang="en-US"/>
              <a:t>: description of columns, their types, and constraints</a:t>
            </a:r>
            <a:endParaRPr/>
          </a:p>
          <a:p>
            <a:pPr marL="457200" lvl="1" indent="-182880" algn="l" rtl="0">
              <a:lnSpc>
                <a:spcPct val="90000"/>
              </a:lnSpc>
              <a:spcBef>
                <a:spcPts val="600"/>
              </a:spcBef>
              <a:spcAft>
                <a:spcPts val="0"/>
              </a:spcAft>
              <a:buSzPts val="1530"/>
              <a:buChar char="▪"/>
            </a:pPr>
            <a:r>
              <a:rPr lang="en-US" i="1">
                <a:solidFill>
                  <a:srgbClr val="FF0000"/>
                </a:solidFill>
              </a:rPr>
              <a:t>Instance</a:t>
            </a:r>
            <a:r>
              <a:rPr lang="en-US" i="1"/>
              <a:t>: </a:t>
            </a:r>
            <a:r>
              <a:rPr lang="en-US"/>
              <a:t>data satisfying the schema</a:t>
            </a:r>
            <a:endParaRPr/>
          </a:p>
          <a:p>
            <a:pPr marL="182880" lvl="0" indent="-182880" algn="l" rtl="0">
              <a:lnSpc>
                <a:spcPct val="90000"/>
              </a:lnSpc>
              <a:spcBef>
                <a:spcPts val="1400"/>
              </a:spcBef>
              <a:spcAft>
                <a:spcPts val="0"/>
              </a:spcAft>
              <a:buSzPts val="1700"/>
              <a:buChar char="▪"/>
            </a:pPr>
            <a:r>
              <a:rPr lang="en-US" i="1">
                <a:solidFill>
                  <a:srgbClr val="FF0000"/>
                </a:solidFill>
              </a:rPr>
              <a:t>Attribute</a:t>
            </a:r>
            <a:r>
              <a:rPr lang="en-US"/>
              <a:t> (</a:t>
            </a:r>
            <a:r>
              <a:rPr lang="en-US" i="1">
                <a:solidFill>
                  <a:srgbClr val="FF0000"/>
                </a:solidFill>
              </a:rPr>
              <a:t>Column</a:t>
            </a:r>
            <a:r>
              <a:rPr lang="en-US"/>
              <a:t>)</a:t>
            </a:r>
            <a:endParaRPr/>
          </a:p>
          <a:p>
            <a:pPr marL="182880" lvl="0" indent="-182880" algn="l" rtl="0">
              <a:lnSpc>
                <a:spcPct val="90000"/>
              </a:lnSpc>
              <a:spcBef>
                <a:spcPts val="1200"/>
              </a:spcBef>
              <a:spcAft>
                <a:spcPts val="0"/>
              </a:spcAft>
              <a:buSzPts val="1700"/>
              <a:buChar char="▪"/>
            </a:pPr>
            <a:r>
              <a:rPr lang="en-US" i="1">
                <a:solidFill>
                  <a:srgbClr val="FF0000"/>
                </a:solidFill>
              </a:rPr>
              <a:t>Tuple</a:t>
            </a:r>
            <a:r>
              <a:rPr lang="en-US"/>
              <a:t> (</a:t>
            </a:r>
            <a:r>
              <a:rPr lang="en-US" i="1">
                <a:solidFill>
                  <a:srgbClr val="FF0000"/>
                </a:solidFill>
              </a:rPr>
              <a:t>Record</a:t>
            </a:r>
            <a:r>
              <a:rPr lang="en-US" i="1"/>
              <a:t>, </a:t>
            </a:r>
            <a:r>
              <a:rPr lang="en-US" i="1">
                <a:solidFill>
                  <a:srgbClr val="FF0000"/>
                </a:solidFill>
              </a:rPr>
              <a:t>Row</a:t>
            </a:r>
            <a:r>
              <a:rPr lang="en-US"/>
              <a:t>)</a:t>
            </a:r>
            <a:endParaRPr/>
          </a:p>
          <a:p>
            <a:pPr marL="182880" lvl="0" indent="-182880" algn="l" rtl="0">
              <a:lnSpc>
                <a:spcPct val="90000"/>
              </a:lnSpc>
              <a:spcBef>
                <a:spcPts val="1200"/>
              </a:spcBef>
              <a:spcAft>
                <a:spcPts val="0"/>
              </a:spcAft>
              <a:buSzPts val="1700"/>
              <a:buChar char="▪"/>
            </a:pPr>
            <a:r>
              <a:rPr lang="en-US" i="1">
                <a:solidFill>
                  <a:srgbClr val="FF0000"/>
                </a:solidFill>
              </a:rPr>
              <a:t>Schema of database </a:t>
            </a:r>
            <a:r>
              <a:rPr lang="en-US"/>
              <a:t>is set of schemas of its relations</a:t>
            </a:r>
            <a:endParaRPr/>
          </a:p>
        </p:txBody>
      </p:sp>
      <p:graphicFrame>
        <p:nvGraphicFramePr>
          <p:cNvPr id="763" name="Google Shape;763;p22"/>
          <p:cNvGraphicFramePr/>
          <p:nvPr/>
        </p:nvGraphicFramePr>
        <p:xfrm>
          <a:off x="7507835" y="3462265"/>
          <a:ext cx="4335900" cy="2004100"/>
        </p:xfrm>
        <a:graphic>
          <a:graphicData uri="http://schemas.openxmlformats.org/drawingml/2006/table">
            <a:tbl>
              <a:tblPr firstRow="1" bandRow="1">
                <a:noFill/>
              </a:tblPr>
              <a:tblGrid>
                <a:gridCol w="1516600">
                  <a:extLst>
                    <a:ext uri="{9D8B030D-6E8A-4147-A177-3AD203B41FA5}">
                      <a16:colId xmlns:a16="http://schemas.microsoft.com/office/drawing/2014/main" val="20000"/>
                    </a:ext>
                  </a:extLst>
                </a:gridCol>
                <a:gridCol w="1343425">
                  <a:extLst>
                    <a:ext uri="{9D8B030D-6E8A-4147-A177-3AD203B41FA5}">
                      <a16:colId xmlns:a16="http://schemas.microsoft.com/office/drawing/2014/main" val="20001"/>
                    </a:ext>
                  </a:extLst>
                </a:gridCol>
                <a:gridCol w="1475875">
                  <a:extLst>
                    <a:ext uri="{9D8B030D-6E8A-4147-A177-3AD203B41FA5}">
                      <a16:colId xmlns:a16="http://schemas.microsoft.com/office/drawing/2014/main" val="20002"/>
                    </a:ext>
                  </a:extLst>
                </a:gridCol>
              </a:tblGrid>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Name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Prod</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Price</a:t>
                      </a:r>
                      <a:endParaRPr sz="1400" u="none" strike="noStrike" cap="none"/>
                    </a:p>
                  </a:txBody>
                  <a:tcPr marL="176825" marR="176825" marT="88425" marB="88425"/>
                </a:tc>
                <a:extLst>
                  <a:ext uri="{0D108BD9-81ED-4DB2-BD59-A6C34878D82A}">
                    <a16:rowId xmlns:a16="http://schemas.microsoft.com/office/drawing/2014/main" val="10000"/>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Sue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iPod</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$200.00</a:t>
                      </a:r>
                      <a:endParaRPr sz="1400" u="none" strike="noStrike" cap="none"/>
                    </a:p>
                  </a:txBody>
                  <a:tcPr marL="176825" marR="176825" marT="88425" marB="88425"/>
                </a:tc>
                <a:extLst>
                  <a:ext uri="{0D108BD9-81ED-4DB2-BD59-A6C34878D82A}">
                    <a16:rowId xmlns:a16="http://schemas.microsoft.com/office/drawing/2014/main" val="10001"/>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Joey</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Bike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$333.99</a:t>
                      </a:r>
                      <a:endParaRPr sz="1400" u="none" strike="noStrike" cap="none"/>
                    </a:p>
                  </a:txBody>
                  <a:tcPr marL="176825" marR="176825" marT="88425" marB="88425"/>
                </a:tc>
                <a:extLst>
                  <a:ext uri="{0D108BD9-81ED-4DB2-BD59-A6C34878D82A}">
                    <a16:rowId xmlns:a16="http://schemas.microsoft.com/office/drawing/2014/main" val="10002"/>
                  </a:ext>
                </a:extLst>
              </a:tr>
              <a:tr h="501025">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Alice</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Car</a:t>
                      </a:r>
                      <a:endParaRPr sz="1400" u="none" strike="noStrike" cap="none"/>
                    </a:p>
                  </a:txBody>
                  <a:tcPr marL="176825" marR="176825" marT="88425" marB="88425"/>
                </a:tc>
                <a:tc>
                  <a:txBody>
                    <a:bodyPr/>
                    <a:lstStyle/>
                    <a:p>
                      <a:pPr marL="0" marR="0" lvl="0" indent="0" algn="l" rtl="0">
                        <a:lnSpc>
                          <a:spcPct val="100000"/>
                        </a:lnSpc>
                        <a:spcBef>
                          <a:spcPts val="0"/>
                        </a:spcBef>
                        <a:spcAft>
                          <a:spcPts val="0"/>
                        </a:spcAft>
                        <a:buClr>
                          <a:srgbClr val="000000"/>
                        </a:buClr>
                        <a:buSzPts val="2100"/>
                        <a:buFont typeface="Arial"/>
                        <a:buNone/>
                      </a:pPr>
                      <a:r>
                        <a:rPr lang="en-US" sz="2100" u="none" strike="noStrike" cap="none"/>
                        <a:t>$999.00</a:t>
                      </a:r>
                      <a:endParaRPr sz="1400" u="none" strike="noStrike" cap="none"/>
                    </a:p>
                  </a:txBody>
                  <a:tcPr marL="176825" marR="176825" marT="88425" marB="88425"/>
                </a:tc>
                <a:extLst>
                  <a:ext uri="{0D108BD9-81ED-4DB2-BD59-A6C34878D82A}">
                    <a16:rowId xmlns:a16="http://schemas.microsoft.com/office/drawing/2014/main" val="10003"/>
                  </a:ext>
                </a:extLst>
              </a:tr>
            </a:tbl>
          </a:graphicData>
        </a:graphic>
      </p:graphicFrame>
      <p:sp>
        <p:nvSpPr>
          <p:cNvPr id="764" name="Google Shape;764;p22"/>
          <p:cNvSpPr/>
          <p:nvPr/>
        </p:nvSpPr>
        <p:spPr>
          <a:xfrm>
            <a:off x="4988769" y="4935458"/>
            <a:ext cx="7083459" cy="530887"/>
          </a:xfrm>
          <a:prstGeom prst="roundRect">
            <a:avLst>
              <a:gd name="adj" fmla="val 16667"/>
            </a:avLst>
          </a:prstGeom>
          <a:solidFill>
            <a:schemeClr val="accent1">
              <a:alpha val="41568"/>
            </a:schemeClr>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765" name="Google Shape;765;p22"/>
          <p:cNvSpPr/>
          <p:nvPr/>
        </p:nvSpPr>
        <p:spPr>
          <a:xfrm>
            <a:off x="8933193" y="3389464"/>
            <a:ext cx="1485415" cy="2527043"/>
          </a:xfrm>
          <a:prstGeom prst="roundRect">
            <a:avLst>
              <a:gd name="adj" fmla="val 16667"/>
            </a:avLst>
          </a:prstGeom>
          <a:solidFill>
            <a:schemeClr val="accent6">
              <a:alpha val="44313"/>
            </a:schemeClr>
          </a:solidFill>
          <a:ln w="12700" cap="flat" cmpd="sng">
            <a:solidFill>
              <a:srgbClr val="71201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Rockwell"/>
              <a:buNone/>
            </a:pPr>
            <a:endParaRPr sz="1800" b="0" i="0" u="none" strike="noStrike" cap="none">
              <a:solidFill>
                <a:srgbClr val="FFFFFF"/>
              </a:solidFill>
              <a:latin typeface="Century Gothic"/>
              <a:ea typeface="Century Gothic"/>
              <a:cs typeface="Century Gothic"/>
              <a:sym typeface="Century Gothic"/>
            </a:endParaRPr>
          </a:p>
        </p:txBody>
      </p:sp>
      <p:sp>
        <p:nvSpPr>
          <p:cNvPr id="766" name="Google Shape;766;p22"/>
          <p:cNvSpPr txBox="1"/>
          <p:nvPr/>
        </p:nvSpPr>
        <p:spPr>
          <a:xfrm>
            <a:off x="5166244" y="4907238"/>
            <a:ext cx="211307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entury Gothic"/>
              <a:buNone/>
            </a:pPr>
            <a:r>
              <a:rPr lang="en-US" sz="2800" b="0" i="0" u="none" strike="noStrike" cap="none">
                <a:solidFill>
                  <a:srgbClr val="000000"/>
                </a:solidFill>
                <a:latin typeface="Century Gothic"/>
                <a:ea typeface="Century Gothic"/>
                <a:cs typeface="Century Gothic"/>
                <a:sym typeface="Century Gothic"/>
              </a:rPr>
              <a:t>Tuple (row)</a:t>
            </a:r>
            <a:endParaRPr sz="1400" b="0" i="0" u="none" strike="noStrike" cap="none">
              <a:solidFill>
                <a:srgbClr val="000000"/>
              </a:solidFill>
              <a:latin typeface="Arial"/>
              <a:ea typeface="Arial"/>
              <a:cs typeface="Arial"/>
              <a:sym typeface="Arial"/>
            </a:endParaRPr>
          </a:p>
        </p:txBody>
      </p:sp>
      <p:sp>
        <p:nvSpPr>
          <p:cNvPr id="767" name="Google Shape;767;p22"/>
          <p:cNvSpPr txBox="1"/>
          <p:nvPr/>
        </p:nvSpPr>
        <p:spPr>
          <a:xfrm>
            <a:off x="8995162" y="5466345"/>
            <a:ext cx="29658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Century Gothic"/>
              <a:buNone/>
            </a:pPr>
            <a:r>
              <a:rPr lang="en-US" sz="2400" b="0" i="0" u="none" strike="noStrike" cap="none">
                <a:solidFill>
                  <a:srgbClr val="000000"/>
                </a:solidFill>
                <a:latin typeface="Century Gothic"/>
                <a:ea typeface="Century Gothic"/>
                <a:cs typeface="Century Gothic"/>
                <a:sym typeface="Century Gothic"/>
              </a:rPr>
              <a:t>Attribute (column)</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2">
                                            <p:txEl>
                                              <p:pRg st="0" end="0"/>
                                            </p:txEl>
                                          </p:spTgt>
                                        </p:tgtEl>
                                        <p:attrNameLst>
                                          <p:attrName>style.visibility</p:attrName>
                                        </p:attrNameLst>
                                      </p:cBhvr>
                                      <p:to>
                                        <p:strVal val="visible"/>
                                      </p:to>
                                    </p:set>
                                    <p:animEffect transition="in" filter="fade">
                                      <p:cBhvr>
                                        <p:cTn id="7" dur="500"/>
                                        <p:tgtEl>
                                          <p:spTgt spid="7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2">
                                            <p:txEl>
                                              <p:pRg st="1" end="1"/>
                                            </p:txEl>
                                          </p:spTgt>
                                        </p:tgtEl>
                                        <p:attrNameLst>
                                          <p:attrName>style.visibility</p:attrName>
                                        </p:attrNameLst>
                                      </p:cBhvr>
                                      <p:to>
                                        <p:strVal val="visible"/>
                                      </p:to>
                                    </p:set>
                                    <p:animEffect transition="in" filter="fade">
                                      <p:cBhvr>
                                        <p:cTn id="12" dur="500"/>
                                        <p:tgtEl>
                                          <p:spTgt spid="7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2">
                                            <p:txEl>
                                              <p:pRg st="2" end="2"/>
                                            </p:txEl>
                                          </p:spTgt>
                                        </p:tgtEl>
                                        <p:attrNameLst>
                                          <p:attrName>style.visibility</p:attrName>
                                        </p:attrNameLst>
                                      </p:cBhvr>
                                      <p:to>
                                        <p:strVal val="visible"/>
                                      </p:to>
                                    </p:set>
                                    <p:animEffect transition="in" filter="fade">
                                      <p:cBhvr>
                                        <p:cTn id="17" dur="500"/>
                                        <p:tgtEl>
                                          <p:spTgt spid="7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2">
                                            <p:txEl>
                                              <p:pRg st="3" end="3"/>
                                            </p:txEl>
                                          </p:spTgt>
                                        </p:tgtEl>
                                        <p:attrNameLst>
                                          <p:attrName>style.visibility</p:attrName>
                                        </p:attrNameLst>
                                      </p:cBhvr>
                                      <p:to>
                                        <p:strVal val="visible"/>
                                      </p:to>
                                    </p:set>
                                    <p:animEffect transition="in" filter="fade">
                                      <p:cBhvr>
                                        <p:cTn id="22" dur="500"/>
                                        <p:tgtEl>
                                          <p:spTgt spid="7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2">
                                            <p:txEl>
                                              <p:pRg st="4" end="4"/>
                                            </p:txEl>
                                          </p:spTgt>
                                        </p:tgtEl>
                                        <p:attrNameLst>
                                          <p:attrName>style.visibility</p:attrName>
                                        </p:attrNameLst>
                                      </p:cBhvr>
                                      <p:to>
                                        <p:strVal val="visible"/>
                                      </p:to>
                                    </p:set>
                                    <p:animEffect transition="in" filter="fade">
                                      <p:cBhvr>
                                        <p:cTn id="27" dur="500"/>
                                        <p:tgtEl>
                                          <p:spTgt spid="7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2">
                                            <p:txEl>
                                              <p:pRg st="5" end="5"/>
                                            </p:txEl>
                                          </p:spTgt>
                                        </p:tgtEl>
                                        <p:attrNameLst>
                                          <p:attrName>style.visibility</p:attrName>
                                        </p:attrNameLst>
                                      </p:cBhvr>
                                      <p:to>
                                        <p:strVal val="visible"/>
                                      </p:to>
                                    </p:set>
                                    <p:animEffect transition="in" filter="fade">
                                      <p:cBhvr>
                                        <p:cTn id="32" dur="500"/>
                                        <p:tgtEl>
                                          <p:spTgt spid="7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62">
                                            <p:txEl>
                                              <p:pRg st="6" end="6"/>
                                            </p:txEl>
                                          </p:spTgt>
                                        </p:tgtEl>
                                        <p:attrNameLst>
                                          <p:attrName>style.visibility</p:attrName>
                                        </p:attrNameLst>
                                      </p:cBhvr>
                                      <p:to>
                                        <p:strVal val="visible"/>
                                      </p:to>
                                    </p:set>
                                    <p:animEffect transition="in" filter="fade">
                                      <p:cBhvr>
                                        <p:cTn id="37" dur="500"/>
                                        <p:tgtEl>
                                          <p:spTgt spid="7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63"/>
                                        </p:tgtEl>
                                        <p:attrNameLst>
                                          <p:attrName>style.visibility</p:attrName>
                                        </p:attrNameLst>
                                      </p:cBhvr>
                                      <p:to>
                                        <p:strVal val="visible"/>
                                      </p:to>
                                    </p:set>
                                    <p:animEffect transition="in" filter="fade">
                                      <p:cBhvr>
                                        <p:cTn id="42" dur="500"/>
                                        <p:tgtEl>
                                          <p:spTgt spid="76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66"/>
                                        </p:tgtEl>
                                        <p:attrNameLst>
                                          <p:attrName>style.visibility</p:attrName>
                                        </p:attrNameLst>
                                      </p:cBhvr>
                                      <p:to>
                                        <p:strVal val="visible"/>
                                      </p:to>
                                    </p:set>
                                    <p:animEffect transition="in" filter="fade">
                                      <p:cBhvr>
                                        <p:cTn id="47" dur="500"/>
                                        <p:tgtEl>
                                          <p:spTgt spid="766"/>
                                        </p:tgtEl>
                                      </p:cBhvr>
                                    </p:animEffect>
                                  </p:childTnLst>
                                </p:cTn>
                              </p:par>
                              <p:par>
                                <p:cTn id="48" presetID="10" presetClass="entr" presetSubtype="0" fill="hold" nodeType="withEffect">
                                  <p:stCondLst>
                                    <p:cond delay="0"/>
                                  </p:stCondLst>
                                  <p:childTnLst>
                                    <p:set>
                                      <p:cBhvr>
                                        <p:cTn id="49" dur="1" fill="hold">
                                          <p:stCondLst>
                                            <p:cond delay="0"/>
                                          </p:stCondLst>
                                        </p:cTn>
                                        <p:tgtEl>
                                          <p:spTgt spid="764"/>
                                        </p:tgtEl>
                                        <p:attrNameLst>
                                          <p:attrName>style.visibility</p:attrName>
                                        </p:attrNameLst>
                                      </p:cBhvr>
                                      <p:to>
                                        <p:strVal val="visible"/>
                                      </p:to>
                                    </p:set>
                                    <p:animEffect transition="in" filter="fade">
                                      <p:cBhvr>
                                        <p:cTn id="50" dur="500"/>
                                        <p:tgtEl>
                                          <p:spTgt spid="76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65"/>
                                        </p:tgtEl>
                                        <p:attrNameLst>
                                          <p:attrName>style.visibility</p:attrName>
                                        </p:attrNameLst>
                                      </p:cBhvr>
                                      <p:to>
                                        <p:strVal val="visible"/>
                                      </p:to>
                                    </p:set>
                                    <p:animEffect transition="in" filter="fade">
                                      <p:cBhvr>
                                        <p:cTn id="55" dur="500"/>
                                        <p:tgtEl>
                                          <p:spTgt spid="765"/>
                                        </p:tgtEl>
                                      </p:cBhvr>
                                    </p:animEffect>
                                  </p:childTnLst>
                                </p:cTn>
                              </p:par>
                              <p:par>
                                <p:cTn id="56" presetID="10" presetClass="entr" presetSubtype="0" fill="hold" nodeType="withEffect">
                                  <p:stCondLst>
                                    <p:cond delay="0"/>
                                  </p:stCondLst>
                                  <p:childTnLst>
                                    <p:set>
                                      <p:cBhvr>
                                        <p:cTn id="57" dur="1" fill="hold">
                                          <p:stCondLst>
                                            <p:cond delay="0"/>
                                          </p:stCondLst>
                                        </p:cTn>
                                        <p:tgtEl>
                                          <p:spTgt spid="767"/>
                                        </p:tgtEl>
                                        <p:attrNameLst>
                                          <p:attrName>style.visibility</p:attrName>
                                        </p:attrNameLst>
                                      </p:cBhvr>
                                      <p:to>
                                        <p:strVal val="visible"/>
                                      </p:to>
                                    </p:set>
                                    <p:animEffect transition="in" filter="fade">
                                      <p:cBhvr>
                                        <p:cTn id="58" dur="500"/>
                                        <p:tgtEl>
                                          <p:spTgt spid="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ACKNOWLEDGMENTS</a:t>
            </a:r>
            <a:endParaRPr/>
          </a:p>
        </p:txBody>
      </p:sp>
      <p:sp>
        <p:nvSpPr>
          <p:cNvPr id="600" name="Google Shape;600;p5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These slides use materials by Berkeley’s DS 100 team, Isabel Cruz, Jiawei Han, Micheline </a:t>
            </a:r>
            <a:r>
              <a:rPr lang="en-US" dirty="0" err="1"/>
              <a:t>Kamber</a:t>
            </a:r>
            <a:r>
              <a:rPr lang="en-US" dirty="0"/>
              <a:t>, Jian Pei, and Elena </a:t>
            </a:r>
            <a:r>
              <a:rPr lang="en-US" dirty="0" err="1"/>
              <a:t>Zheleva</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3889</TotalTime>
  <Words>2924</Words>
  <Application>Microsoft Macintosh PowerPoint</Application>
  <PresentationFormat>宽屏</PresentationFormat>
  <Paragraphs>738</Paragraphs>
  <Slides>34</Slides>
  <Notes>31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34</vt:i4>
      </vt:variant>
    </vt:vector>
  </HeadingPairs>
  <TitlesOfParts>
    <vt:vector size="46" baseType="lpstr">
      <vt:lpstr>Noto Sans Symbols</vt:lpstr>
      <vt:lpstr>Arial</vt:lpstr>
      <vt:lpstr>Calibri</vt:lpstr>
      <vt:lpstr>Century Gothic</vt:lpstr>
      <vt:lpstr>Consolas</vt:lpstr>
      <vt:lpstr>Gill Sans MT</vt:lpstr>
      <vt:lpstr>Helvetica Neue</vt:lpstr>
      <vt:lpstr>Rockwell</vt:lpstr>
      <vt:lpstr>Times</vt:lpstr>
      <vt:lpstr>Wingdings</vt:lpstr>
      <vt:lpstr>Wingdings 2</vt:lpstr>
      <vt:lpstr>Oriel</vt:lpstr>
      <vt:lpstr>Databases with sql</vt:lpstr>
      <vt:lpstr>MANIPULATING GRANULARITY: PIVOT </vt:lpstr>
      <vt:lpstr>MANIPULATING GRANULARITY: PIVOT </vt:lpstr>
      <vt:lpstr>MANIPULATING GRANULARITY: PIVOT </vt:lpstr>
      <vt:lpstr>Let’s Try this in our example</vt:lpstr>
      <vt:lpstr>MANIPULATING GRANULARITY: To see Aggregation, consider this</vt:lpstr>
      <vt:lpstr>QUALITY CHECKS BASED ON SCOPE</vt:lpstr>
      <vt:lpstr>QUALITY CHECKS BASED ON TEMPORALITY</vt:lpstr>
      <vt:lpstr>UNIX TIME / POSIX TIME</vt:lpstr>
      <vt:lpstr>TEMPORALITY</vt:lpstr>
      <vt:lpstr>QUALITY CHECKS BASED ON FAITHFULNESS</vt:lpstr>
      <vt:lpstr>SIGNS THAT YOUR DATA MAY NOT BE FAITHFUL</vt:lpstr>
      <vt:lpstr>FEATURE TRANSFORMATIONS</vt:lpstr>
      <vt:lpstr>RECAP: HOW DO YOU DO DATA WRANGLING?</vt:lpstr>
      <vt:lpstr>Onward</vt:lpstr>
      <vt:lpstr>BASED ON QUIZ 0</vt:lpstr>
      <vt:lpstr>WHAT IS A DATABASE?</vt:lpstr>
      <vt:lpstr>DEFINING DATABASES</vt:lpstr>
      <vt:lpstr>PowerPoint 演示文稿</vt:lpstr>
      <vt:lpstr>IS PANDAS A DATABASE MANAGEMENT SYSTEM?</vt:lpstr>
      <vt:lpstr>IS YOUR FILE-SYSTEM A DBMS</vt:lpstr>
      <vt:lpstr>WHY SHOULD I USE A DBMS?</vt:lpstr>
      <vt:lpstr>WIDELY USED DBMS TECHNOLOGIES</vt:lpstr>
      <vt:lpstr>COMMON DBMS SYSTEMS</vt:lpstr>
      <vt:lpstr>RELATIONAL DATABASE MANAGEMENT SYSTEMS</vt:lpstr>
      <vt:lpstr>RELATIONAL DATA ABSTRACTION</vt:lpstr>
      <vt:lpstr>PowerPoint 演示文稿</vt:lpstr>
      <vt:lpstr>PowerPoint 演示文稿</vt:lpstr>
      <vt:lpstr>TED CODD AND THE RELATIONAL MODEL</vt:lpstr>
      <vt:lpstr>RELATIONAL DATABASE MANAGEMENT SYSTEMS</vt:lpstr>
      <vt:lpstr>SQL</vt:lpstr>
      <vt:lpstr>SQL IS A DECLARATIVE LANGUAGE (REVIEW) </vt:lpstr>
      <vt:lpstr>RELATIONAL TERMINOLOGY</vt:lpstr>
      <vt:lpstr>ACKNOWLEDGMENTS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206</cp:revision>
  <dcterms:created xsi:type="dcterms:W3CDTF">2017-08-21T17:08:06Z</dcterms:created>
  <dcterms:modified xsi:type="dcterms:W3CDTF">2024-10-29T17:24:23Z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