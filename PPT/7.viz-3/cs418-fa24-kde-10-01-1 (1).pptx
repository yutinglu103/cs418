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ink/ink10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3.xml" ContentType="application/inkml+xml"/>
  <Override PartName="/ppt/notesSlides/notesSlide21.xml" ContentType="application/vnd.openxmlformats-officedocument.presentationml.notesSlide+xml"/>
  <Override PartName="/ppt/ink/ink14.xml" ContentType="application/inkml+xml"/>
  <Override PartName="/ppt/notesSlides/notesSlide22.xml" ContentType="application/vnd.openxmlformats-officedocument.presentationml.notesSlide+xml"/>
  <Override PartName="/ppt/ink/ink15.xml" ContentType="application/inkml+xml"/>
  <Override PartName="/ppt/notesSlides/notesSlide23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24.xml" ContentType="application/vnd.openxmlformats-officedocument.presentationml.notesSlide+xml"/>
  <Override PartName="/ppt/ink/ink18.xml" ContentType="application/inkml+xml"/>
  <Override PartName="/ppt/notesSlides/notesSlide25.xml" ContentType="application/vnd.openxmlformats-officedocument.presentationml.notesSlide+xml"/>
  <Override PartName="/ppt/ink/ink19.xml" ContentType="application/inkml+xml"/>
  <Override PartName="/ppt/notesSlides/notesSlide26.xml" ContentType="application/vnd.openxmlformats-officedocument.presentationml.notesSlide+xml"/>
  <Override PartName="/ppt/ink/ink20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1.xml" ContentType="application/inkml+xml"/>
  <Override PartName="/ppt/notesSlides/notesSlide31.xml" ContentType="application/vnd.openxmlformats-officedocument.presentationml.notesSlide+xml"/>
  <Override PartName="/ppt/ink/ink22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23.xml" ContentType="application/inkml+xml"/>
  <Override PartName="/ppt/notesSlides/notesSlide35.xml" ContentType="application/vnd.openxmlformats-officedocument.presentationml.notesSlide+xml"/>
  <Override PartName="/ppt/ink/ink24.xml" ContentType="application/inkml+xml"/>
  <Override PartName="/ppt/notesSlides/notesSlide36.xml" ContentType="application/vnd.openxmlformats-officedocument.presentationml.notesSlide+xml"/>
  <Override PartName="/ppt/ink/ink25.xml" ContentType="application/inkml+xml"/>
  <Override PartName="/ppt/notesSlides/notesSlide37.xml" ContentType="application/vnd.openxmlformats-officedocument.presentationml.notesSlide+xml"/>
  <Override PartName="/ppt/ink/ink26.xml" ContentType="application/inkml+xml"/>
  <Override PartName="/ppt/notesSlides/notesSlide3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41"/>
  </p:notesMasterIdLst>
  <p:sldIdLst>
    <p:sldId id="438" r:id="rId2"/>
    <p:sldId id="411" r:id="rId3"/>
    <p:sldId id="416" r:id="rId4"/>
    <p:sldId id="417" r:id="rId5"/>
    <p:sldId id="418" r:id="rId6"/>
    <p:sldId id="419" r:id="rId7"/>
    <p:sldId id="420" r:id="rId8"/>
    <p:sldId id="320" r:id="rId9"/>
    <p:sldId id="322" r:id="rId10"/>
    <p:sldId id="323" r:id="rId11"/>
    <p:sldId id="324" r:id="rId12"/>
    <p:sldId id="333" r:id="rId13"/>
    <p:sldId id="334" r:id="rId14"/>
    <p:sldId id="335" r:id="rId15"/>
    <p:sldId id="336" r:id="rId16"/>
    <p:sldId id="337" r:id="rId17"/>
    <p:sldId id="326" r:id="rId18"/>
    <p:sldId id="328" r:id="rId19"/>
    <p:sldId id="329" r:id="rId20"/>
    <p:sldId id="330" r:id="rId21"/>
    <p:sldId id="331" r:id="rId22"/>
    <p:sldId id="332" r:id="rId23"/>
    <p:sldId id="442" r:id="rId24"/>
    <p:sldId id="443" r:id="rId25"/>
    <p:sldId id="327" r:id="rId26"/>
    <p:sldId id="338" r:id="rId27"/>
    <p:sldId id="422" r:id="rId28"/>
    <p:sldId id="423" r:id="rId29"/>
    <p:sldId id="424" r:id="rId30"/>
    <p:sldId id="325" r:id="rId31"/>
    <p:sldId id="425" r:id="rId32"/>
    <p:sldId id="426" r:id="rId33"/>
    <p:sldId id="427" r:id="rId34"/>
    <p:sldId id="428" r:id="rId35"/>
    <p:sldId id="429" r:id="rId36"/>
    <p:sldId id="430" r:id="rId37"/>
    <p:sldId id="431" r:id="rId38"/>
    <p:sldId id="432" r:id="rId39"/>
    <p:sldId id="433" r:id="rId4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94"/>
    <p:restoredTop sz="83645"/>
  </p:normalViewPr>
  <p:slideViewPr>
    <p:cSldViewPr snapToGrid="0">
      <p:cViewPr varScale="1">
        <p:scale>
          <a:sx n="92" d="100"/>
          <a:sy n="92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139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4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5.430"/>
    </inkml:context>
    <inkml:brush xml:id="br0">
      <inkml:brushProperty name="height" value="0.053" units="cm"/>
      <inkml:brushProperty name="color" value="#FF0000"/>
    </inkml:brush>
  </inkml:definitions>
  <inkml:trace contextRef="#ctx0" brushRef="#br0">7245 5691 8912,'-2'15'0,"-4"-3"0,2-5 0,-7-7 0,5 0 0,-5 0 0,-1 0 0,5 0 0,7 0 0,5-2 0,7-3 0,1 1 0,-5-6 0,1 3 0,-5 1 0,4 4 0,-6-2 0,3-2 0,-3 1 0,6 5 0,-8 0 0,0 0 0,0-8 0,0 6 0,0-5 0,0 7 0,0 0 0,8-8 0,1-2 0</inkml:trace>
  <inkml:trace contextRef="#ctx0" brushRef="#br0" timeOffset="1">8054 5175 8912,'0'-9'0,"0"1"0,0 23 0,0 4 0,0 16 0,0-1 0,0 2 0,0 5 0,0 4 0,-2 1 0,-4 6 0,2-10 0,-5 7 0,-1-5 0,1-5 0,3-3 0,-6-4 0,-1-3 0,-2-12 0,5-17 0,2-9 0</inkml:trace>
  <inkml:trace contextRef="#ctx0" brushRef="#br0" timeOffset="2">8019 5261 8912,'0'17'0,"0"-7"0,0-3 0,2-7 0,4 0 0,7 0 0,8 0 0,0 0 0,8 0 0,0 2 0,-3 4 0,5 4 0,-8 7 0,0 0 0,-6 2 0,-2 4 0,-3 6 0,-6 3 0,-12 3 0,-6-1 0,-10 0 0,0 1 0,-6-1 0,-1 1 0,-5-1 0,-5-2 0,3-1 0,6-4 0,3-2 0,4-4 0,6-10 0,7-3 0,2-16 0,24-2 0,3-22 0,15-4 0</inkml:trace>
  <inkml:trace contextRef="#ctx0" brushRef="#br0" timeOffset="3">8553 5519 8912,'0'10'0,"-8"3"0,-3-7 0,-10 7 0,-2-2 0,-2 11 0,4 2 0,-2 3 0,2 4 0,7-1 0,3-1 0,9-2 0,2-4 0,4-6 0,13 0 0,-2-8 0,14-9 0,-6 0 0,6 0 0,-3-7 0,3-7 0,-6-5 0,-4-4 0,-9-1 0,-5 1 0,-3-2 0,-2-4 0,-9-1 0,-8 7 0,-6 0 0,-8 6 0,2 1 0,-1 5 0,3 3 0,-2 8 0,8 0 0,-2 8 0,12 3 0,11-3 0,17 15 0,10-4 0</inkml:trace>
  <inkml:trace contextRef="#ctx0" brushRef="#br0" timeOffset="4">9258 5519 8912,'-17'10'0,"0"-5"0,0-3 0,-1-2 0,1 0 0,0 0 0,0 0 0,0 0 0,7 8 0,4 3 0,4 5 0,2 1 0,0 6 0,0 0 0,0 5 0,0-5 0,0 6 0,0-6 0,0 0 0,0-6 0,0 0 0,0 0 0,0-5 0,0-1 0,0-7 0,0 2 0,0-14 0,0-9 0,8-2 0,4-10 0,9 1 0,1-7 0,7-5 0,-4 2 0,2 3 0,3 5 0,-5 3 0,-2-2 0,-2 5 0,2 6 0,-4 9 0,4 3 0,-4 4 0,-3 12 0,-5 7 0,3 2 0,-7 10 0,1-1 0,-1-1 0,7 4 0,-3-8 0,5 0 0,1-6 0,0-2 0,0-4 0,0-3 0,1-8 0,-1 0 0</inkml:trace>
  <inkml:trace contextRef="#ctx0" brushRef="#br0" timeOffset="5">9792 5467 8912,'0'18'0,"-2"-7"0,-4 1 0,-3-7 0,-9 7 0,5 1 0,-2 8 0,-3 2 0,5-2 0,-4 0 0,5 2 0,5-4 0,1 4 0,4-4 0,2-2 0,8-1 0,3-5 0,12-3 0,6-8 0,3-4 0,3-8 0,-3 1 0,-3-14 0,-4 2 0,0 0 0,-12-5 0,4 5 0,-11-8 0,0 2 0,-4 3 0,-2-3 0,-8 14 0,-4-2 0,-3 5 0,-2 1 0,0 3 0,0 8 0,-1 0 0,3 2 0,2 4 0,1 5 0,8 4 0,-1 3 0,3-9 0,9 6 0,3-5 0</inkml:trace>
  <inkml:trace contextRef="#ctx0" brushRef="#br0" timeOffset="6">10360 5261 8912,'17'-27'0,"-6"3"0,1 6 0,-8 1 0,1 0 0,-3 0 0,-2 7 0,-7 3 0,-1 22 0,-4 8 0,-3 7 0,4 5 0,1 7 0,-1 4 0,7-2 0,-2 1 0,2 1 0,-1-2 0,3-2 0,-4-7 0,4-3 0,2-1 0,0-5 0,0-1 0,-8-2 0,-1-6 0</inkml:trace>
  <inkml:trace contextRef="#ctx0" brushRef="#br0" timeOffset="7">10153 5536 8912,'-34'10'0,"-1"-5"0,3-3 0,3-2 0,12-2 0,11-3 0,4 3 0,18-12 0,8 7 0,13-3 0,9-3 0,11-2 0,6-3 0,4 1 0,2 0 0,-2 0 0,-4 0 0,4-8 0,-6-2 0</inkml:trace>
  <inkml:trace contextRef="#ctx0" brushRef="#br0" timeOffset="8">11427 5192 8519,'-52'16'0,"0"-5"0,3-5 97,3-4 0,-2-2-97,8 0 0,0 2 0,5 3 0,3 7 33,3 3 0,6 4-33,12 4 0,3 4 16,8 7 1,2-5-17,4 0 0,3-8 50,8 2 0,1-2-50,-1 1 0,6-8 0,0 3 0,-2-2 0,-2-7 0,-2-2 0,0 1 0,0-1 0,1-2 0,-7 4 0,1-3 0,-9 3 0,3-2 0,-4-3 0,-2 9 0,0-1 0,-8 7 0,-3-1 0,-4 0 0,-3 0 0,1-5 0,0-1 0,0-1 0,0 1 0,-1-3 0,9-8 0,-6 0 0,5 0 0</inkml:trace>
  <inkml:trace contextRef="#ctx0" brushRef="#br0" timeOffset="9">11427 5502 8912,'9'0'0,"-1"7"0,-8-5 0,0 8 0,0-4 0,0-3 0,0 9 0,0 1 0,0 3 0,0 1 0,0 0 0,0 0 0,0-5 0,0-1 0,0 1 0,2 3 0,3-4 0,-1-3 0,8-8 0,-1 0 0,6 0 0,1 0 0,-1 0 0,0-2 0,0-4 0,0-3 0,1-8 0,-3-1 0,-4 1 0,5 2 0,-5 3 0,-1-1 0,1 7 0,-7-7 0,2 1 0,1 7 0,-1 5 0,0 7 0,-6 11 0,0-1 0,2 0 0,2 0 0,1 0 0,7 1 0,-6-1 0,7 0 0,-2 0 0,5-7 0,1-5 0,0-3 0,8-2 0,2 0 0</inkml:trace>
  <inkml:trace contextRef="#ctx0" brushRef="#br0" timeOffset="10">12080 5210 8912,'-17'7'0,"-8"-5"0,12 6 0,-4-8 0,2 0 0,-1 7 0,5 3 0,-1 7 0,8 2 0,-1 4 0,3 6 0,2 3 0,0 3 0,0-1 0,0 6 0,0 0 0,6 0 0,-1-5 0,1-7 0,-6 1 0,8-8 0,-6 4 0,5-16 0,-5-1 0,4-10 0,5-4 0,5-3 0,1-8 0,6 0 0,0-1 0,0 1 0,2 0 0,-4 6 0,7-1 0,-1 6 0,2-5 0,1 7 0,-7-2 0,0 4 0,-6 2 0,1 0 0,-1 0 0,-8 8 0,5 2 0,-8 7 0,-3 0 0,-1 0 0,-11-5 0,-9-1 0,-3 1 0,-13 5 0,2 0 0,-14 0 0,7-5 0,-1-1 0,-2-1 0,2 1 0,2-3 0,1-1 0,11-5 0,3 4 0,4-12 0,1-3 0</inkml:trace>
  <inkml:trace contextRef="#ctx0" brushRef="#br0" timeOffset="11">12493 5571 8912,'-21'0'0,"4"0"0,4-2 0,-4-4 0,5 4 0,1-4 0,7 4 0,-4 2 0,8 2 0,0 4 0,0 4 0,0 7 0,2 2 0,4 4 0,-4 2 0,4 3 0,-5-3 0,-1 0 0,0-6 0,0 4 0,2-4 0,4-2 0,-4-5 0,4-1 0,-4-7 0,-2 4 0,0-10 0,0-4 0,7-5 0,5-10 0,3-4 0,2-2 0,0-2 0,1-5 0,5 1 0,0 5 0,0-3 0,-6 8 0,0 0 0,-2 6 0,-1 2 0,-3 3 0,-5-1 0,5 7 0,-7 3 0,4 8 0,-2 9 0,-1 7 0,1-2 0,-6 4 0,6-4 0,-1-2 0,1 0 0,-6 0 0,2 1 0,4-1 0,-4-6 0,4 1 0,-5-9 0,7 11 0,4-8 0,-3-1 0,3-5 0,-7-7 0,7-5 0,-1 3 0,6-3 0,-5 1 0,-1-6 0,1-1 0,5 1 0,0 0 0,1 7 0,-1 5 0,0 3 0,-2 9 0,-3 5 0,3 3 0,-4 2 0,5 1 0,-1-1 0,-3 0 0,3-6 0,-4 1 0,-1-8 0,1 1 0,3-3 0,1-2 0,2 0 0,0 0 0,-3-2 0,3-3 0,-4-5 0,10-9 0,-4-2 0,-1-2 0,-1-6 0,0 7 0,-5-5 0,-3 8 0,-1 3 0,-4 1 0,-1 7 0,3 3 0,-4 3 0,6 4 0,-8 3 0,-2 11 0,-4 7 0,4 7 0,-4-1 0,3-2 0,-3 1 0,4-1 0,-4 2 0,4-4 0,2-8 0,0 0 0,0 0 0,8-7 0,2 1 0,7-11 0,0-4 0,0-13 0</inkml:trace>
  <inkml:trace contextRef="#ctx0" brushRef="#br0" timeOffset="12">13388 5175 8912,'-26'10'0,"3"-3"0,4-1 0,1 0 0,1 0 0,0-6 0,7 0 0,3 7 0,14-5 0,5 4 0,3-4 0,2-2 0,1 0 0,-9 0 0,6 0 0,-13 0 0,4 0 0,-12 0 0,-1 2 0,-5 3 0,5 5 0,7 7 0,0 0 0,0 0 0</inkml:trace>
  <inkml:trace contextRef="#ctx0" brushRef="#br0" timeOffset="13">13905 5227 8912,'7'-17'0,"-5"-1"0,6 9 0,-8 1 0,0 18 0,0 11 0,-2 15 0,-4 14 0,-3 18 0,-9 1 0,1 6 0,0-1 0,0-3 0,0 3 0,-1-5 0,1-6 0,8-13 0,3-16 0,6-3 0,6-14 0,5-7 0,6-10 0,6-12 0,4-7 0,7-15 0</inkml:trace>
  <inkml:trace contextRef="#ctx0" brushRef="#br0" timeOffset="14">13801 5622 8912,'-44'8'0,"2"-6"0,8 3 0,7 3 0,4-2 0,12 0 0,13-6 0,15 0 0,17 0 0,18 0 0,9-2 0,14-4 0,3-6 0,0-3 0,7-10 0,-15-1 0,7-9 0</inkml:trace>
  <inkml:trace contextRef="#ctx0" brushRef="#br0" timeOffset="15">15264 5450 8912,'-17'0'0,"0"0"0,1 2 0,5 4 0,-2-2 0,5 7 0,-2 3 0,5-5 0,-5 4 0,0 5 0,1 3 0,3 2 0,-3-4 0,-1 2 0,0 2 0,7 0 0,-3-6 0,4-6 0,4-1 0,4-3 0,5-3 0,6-2 0,6-2 0,4-2 0,7-4 0,1-5 0,-1-4 0,5 3 0,-5 1 0,2 1 0,-13-1 0,6-3 0,-6 9 0,0-1 0,-6 6 0,-2 2 0,-3 4 0,1 3 0,-7 8 0,0 1 0,-8 1 0,-4 2 0,-5 2 0,-5 5 0,-1-5 0,-6 6 0,0-6 0,-6-2 0,6-10 0,-5-3 0,5-8 0,-8-8 0,5-1 0</inkml:trace>
  <inkml:trace contextRef="#ctx0" brushRef="#br0" timeOffset="16">15075 5467 8912,'11'-17'0,"1"0"0,-8 0 0,11 2 0,-4 3 0,7-1 0,4 5 0,9 0 0,7 1 0,6-1 0,8 2 0,7 5 0,4-5 0,-2 4 0,4 2 0,2 0 0,0 0 0,4 0 0,-14 0 0,1 0 0,-7 0 0</inkml:trace>
  <inkml:trace contextRef="#ctx0" brushRef="#br0" timeOffset="17">16211 5536 8912,'-42'15'0,"-2"-1"0,1-3 0,9 3 0,0 1 0,7 2 0,0 2 0,4 4 0,12 2 0,5 4 0,4 1 0,2-7 0,15 0 0,6-6 0,8-1 0,5-5 0,-3-3 0,9-8 0,-2-2 0,3-4 0,-11-5 0,5-10 0,-5-4 0,-3-2 0,-2 4 0,-10-6 0,-3-1 0,-7-3 0,-3-1 0,-2 0 0,-2-1 0,-3 1 0,-5 7 0,-7 4 0,-2 4 0,-2 4 0,-4 3 0,-2 7 0,6 5 0,-2 5 0,12 7 0,5 11 0,4-4 0,2 4 0,8-4 0,1-2 0</inkml:trace>
  <inkml:trace contextRef="#ctx0" brushRef="#br0" timeOffset="18">16933 5519 8912,'-17'6'0,"0"-1"0,-2-1 0,-4-2 0,2 0 0,-8 4 0,0-2 0,-5 7 0,5 1 0,3 5 0,1 2 0,4 4 0,9-4 0,6 4 0,5-4 0,2-2 0,7 0 0,9 1 0,8-9 0,10-3 0,-1-4 0,-1-4 0,-3-4 0,-1-5 0,-2-5 0,1-1 0,-3-6 0,-10-2 0,-1-1 0,-3-5 0,-7 0 0,2 3 0,-6-5 0,-6 7 0,-7-1 0,-8 4 0,-6 4 0,-7 2 0,-1 7 0,1 4 0,7 6 0,6 6 0,7 6 0,9 3 0,5 2 0,5 0 0,13-7 0,16 5 0,10-5 0</inkml:trace>
  <inkml:trace contextRef="#ctx0" brushRef="#br0" timeOffset="19">18017 5381 8912,'-17'0'0,"0"0"0,0 0 0,5 2 0,1 4 0,5 6 0,-3 10 0,1 9 0,4 7 0,2 6 0,2 8 0,0-1 0,2 3 0,4 1 0,5 3 0,-3-1 0,-2-6 0,-4-9 0,-2-7 0,0-8 0,-8-10 0,-2 0 0</inkml:trace>
  <inkml:trace contextRef="#ctx0" brushRef="#br0" timeOffset="20">17811 5364 8912,'15'-2'0,"-3"-3"0,3 3 0,-3-4 0,3 4 0,2 2 0,6-6 0,2 1 0,4 1 0,7 2 0,6 8 0,10-1 0,-7 9 0,1-3 0,-2-1 0,2 1 0,-6 3 0,-3 1 0,-7 8 0,-7 0 0,-8 2 0,-15-3 0,-9 3 0,-8 4 0,-16 3 0,-13-3 0,-1 2 0,-1-3 0,4-5 0,2-4 0,2-1 0,13-9 0,2-1 0</inkml:trace>
  <inkml:trace contextRef="#ctx0" brushRef="#br0" timeOffset="21">18706 5450 8912,'0'-17'0,"-14"-6"0,-3 0 0,-4 2 0,4 10 0,-2 3 0,-2 8 0,-4 0 0,-2 0 0,6 10 0,-2 7 0,4 2 0,2 10 0,5-1 0,1 7 0,7-7 0,-2 1 0,4-8 0,2 2 0,0-4 0,0-2 0,2-5 0,4-1 0,4-7 0,7 2 0,0-10 0,0-2 0,6-7 0,0 1 0,-2-5 0,-2-6 0,4 4 0,0-4 0,0 6 0,-6 5 0,-1-3 0,-5 4 0,4 1 0,-3-1 0,3 7 0,2-2 0,1 4 0,-1 2 0,0 0 0,0 2 0,0 4 0,8-4 0,6 4 0,5-3 0,4 3 0,2-4 0,-1 4 0,-5-12 0,6-4 0</inkml:trace>
  <inkml:trace contextRef="#ctx0" brushRef="#br0" timeOffset="22">19308 5278 8912,'-17'6'0,"0"0"0,0-1 0,-3-5 0,-1 0 0,-2 0 0,-7 6 0,1 0 0,-3 7 0,-3-1 0,8 3 0,4 2 0,6 6 0,6 0 0,5-2 0,4-2 0,2-2 0,8-1 0,3-5 0,10-3 0,2-8 0,8-2 0,-4-4 0,1-5 0,1-5 0,-2 5 0,1-1 0,-3 1 0,-7-6 0,-1 2 0,0 3 0,0-3 0,0 3 0,1 5 0,-1-1 0,-2 21 0,-3 5 0,-5 12 0,-7 5 0,0 9 0,0 5 0,-2 10 0,-3 4 0,-5-3 0,-7-3 0,-2 0 0,-4-5 0,2 1 0,-8-13 0,8-1 0,-4-11 0,2-5 0,0-4 0,0-9 0,6-4 0,0-8 0,0-10 0,1-5 0,3-15 0,3-1 0,3-3 0,1-2 0,6 3 0,0 1 0,0-1 0,8 1 0,3 0 0,4 7 0,3 4 0,1 4 0,4 2 0,3 0 0,9-1 0,-1 9 0,1 3 0,5-2 0,0 3 0,8-1 0,-2 6 0,5-6 0,7 1 0,-5-7 0,7 4 0,-5-1 0,-3-5 0,-5-1 0,-12-2 0,-8-6 0,-4 0 0,-12 0 0,-5 6 0,-4 6 0,-2-1 0,-14 3 0,-3-3 0,-12 4 0,1 8 0,-7 0 0,-5 0 0,2 8 0,-8 4 0,8 9 0,-2 1 0,3 7 0,3-6 0,1 8 0,5-3 0,5 5 0,11 1 0,7-1 0,3-5 0,11 5 0,8-5 0,10-5 0,13-5 0,6-9 0,12-9 0,-3 0 0,8 0 0,-6-8 0,7-3 0,-9-10 0,2-4 0,-3-2 0,-2-3 0,-8-3 0,-4-1 0,-4 5 0,-2 1 0,-7-1 0,-4-5 0,-6 5 0,-3 2 0,-5 2 0,-1 4 0,-2 2 0,-6 10 0,-2 1 0,-2 10 0,-2 4 0,-1 5 0,1 12 0,2 4 0,-8 7 0,7 3 0,-5 1 0,1 2 0,-1-2 0,-1-2 0,-7-1 0,1-1 0,0 1 0,-2-7 0,-4 1 0,-6-8 0,-11 2 0,4-4 0,-6-2 0,2 0 0,-1 0 0,-6-7 0,10-2 0,-5-8 0</inkml:trace>
  <inkml:trace contextRef="#ctx0" brushRef="#br0" timeOffset="23">12958 7668 8912,'0'-9'0,"0"-7"0,0 14 0,0-5 0,0 7 0,0-8 0,0 6 0,0-5 0,0 7 0,0 0 0,8 0 0,1 5 0,9 1 0,-1 0 0,0-6 0,0 5 0,0 1 0,6 0 0,0-6 0,6 6 0,-6-1 0,7 1 0,-1-4 0,2 2 0,-3 2 0,5-1 0,-4-5 0,3 0 0,3 0 0,-1 0 0,0 0 0,1 0 0,-1 0 0,6-2 0,1-1 0,-1-3 0,2 2 0,-6 2 0,4 2 0,-2-6 0,3 1 0,-3-1 0,8 6 0,-6-6 0,6 0 0,-6-5 0,6 5 0,2 1 0,1-3 0,1 6 0,-4-4 0,9-1 0,-3 1 0,3-7 0,-3 1 0,-2 3 0,-4-3 0,2 6 0,-8-3 0,-4-1 0,-5 1 0,-1 3 0,-7-6 0,0 9 0,-6-3 0,4 2 0,-3-2 0,3 4 0,-10-3 0,-1 3 0,1 2 0,-7 0 0,4 0 0,-10 0 0,-4 0 0,4 0 0,-6 0 0,8 0 0,-2 0 0,-3 0 0,3 0 0,-8 0 0,4 0 0,-3 0 0,-8 0 0,0 0 0,-1 0 0,-7 0 0,-3 0 0,-5 0 0,-1 0 0,-8 0 0,-4 0 0,-4 0 0,-3 2 0,-5 2 0,-5 1 0,-4 7 0,-2-7 0,2 9 0,4-3 0,-4-1 0,4 1 0,4-5 0,2 6 0,1-3 0,-1 3 0,-4 3 0,-6-4 0,4 3 0,5-3 0,7 2 0,5-7 0,6 6 0,11-7 0,4 1 0,17-6 0,8 0 0,8 0 0,2 0 0,5 0 0,-5 0 0,7 8 0,0 3 0,8-3 0,2 7 0,7-5 0</inkml:trace>
  <inkml:trace contextRef="#ctx0" brushRef="#br0" timeOffset="24">19188 7462 8912,'-23'9'0,"0"-3"0,4-6 0,3-4 0,5-3 0,-2-3 0,5 4 0,2-5 0,6 7 0,6-2 0,-2 4 0,5 4 0,-1 4 0,5-4 0,-1 4 0,3 1 0,4-1 0,2-2 0,2-2 0,10 4 0,1-1 0,10 3 0,13-2 0,5-4 0,6 3 0,5-3 0,7-2 0,1 0 0,10 0 0,-4-6-181,-7 1 0,-4-7 181,-7 7 0,-10-7 0,-7 6 0,-4-5 0,-14 5 0,-3 0 0,-14 6 0,-7 0 0,-5 0 0,-10 0 0,1 0 0,-8 0 0,1 0 0,-6 0 0,-8 0 0,-4 0 0,-3 0 181,-3 0 0,-1 2-181,-4 4 0,1-2 0,-6 7 0,-1-5 0,-6 6 0,0-7 0,-1 5 0,-6-1 0,-10 1 0,-8-1 0,-9 3 0,0 1-213,0-7 0,8 7 213,3-1 0,10-3 0,2 3 0,13-6 0,-1 5 0,13-7 0,3 2 0,3-4 0,9-2 0,7 0 0,9 0 0,11 0 0,7 0 0,2 0 106,16 0 1,2 0-1,9 0 1,6-2-107,3-4 0,9 2 0,-1-7 0,10 5 0,2-6 0,0 7-142,5-7 0,-1 7 142,2-7 0,-3 6 0,7-3 0,-3-1 0,-3 1 0,-10 3 0,-6-6 0,-3 7 0,-3-7 0,-7 8 0,-4-1 0,-11 3 0,-4 2 0,-23 0 0,-4 0 0,-15 0 0,0 0 142,-1 0 0,-1 0-142,-4 0 0,2 0 0,-7 0 0,1 0 0,-2 0 0,-3 0 0,3 0 0,-4 0 0,-1 0 0,0 2 0,-1 3 0,1-1 0,-1 8 0,9-8 0,-15 11 0,5-6 0</inkml:trace>
  <inkml:trace contextRef="#ctx0" brushRef="#br0" timeOffset="25">17123 11709 8912,'24'0'0,"-4"0"0,1-2 0,-6-2 0,-6-4 0,-1-1 0,-4-5 0,4-1 0,-3-2 0,-1 0 0,-2 5 0,-2 1 0,0 5 0,0-6 0,0 9 0,8-5 0,3 8 0,-1 0 0,1 0 0,3 0 0,1 0 0,2 0 0,0 0 0,6 0 0,0 0 0,2-6 0,-2 1 0,4 1 0,0 2 0,5 2 0,-3 0 0,3 0 0,3 0 0,-1 0 0,1 0 0,1 0 0,2 0 0,2 2 0,-2 3 0,5-3 0,-1 6 0,2-2 0,3-1 0,-3 7 0,2-4 0,2-1 0,2 1 0,1 3 0,-1-5 0,-2 0 0,-2 1 0,-8-5 0,2 4 0,4-4 0,0-2 0,2 0 0,0 0 0,-2 0 0,2 0 0,7 6 0,-7-1 0,8 1 0,-8-6 0,-4 0 0,-2 0 0,2 2 0,0 2 0,0 2 0,0-3 0,0-1 0,-2-2 0,4 0 0,8 0 0,2 6 0,3 0 0,6 0 0,12-6 0,3 0-201,8 0 0,-6-6 201,1 0 0,-7 0 0,6 6 0,1-2 0,-3-3 0,-1 3 0,-9-4 0,-1 6-20,-3 6 0,-5-2 20,-8 7 0,-1-1 0,-4 1 0,9 4 0,-1-5 0,5 1 0,6 1 0,4-6 0,6 5 0,-5-7-155,5 2 1,1 1 154,-1-1 0,-4 0 0,-2-6 0,-2 0 0,13 0 0,-2 0 0,3 0 0,-7 2 97,-3 3 0,-2-3 0,1 4 0,5-4-97,5-2 0,-1 0 0,1 0 0,6-2 0,6-4 0,-2 2 0,-10-5 0,-3-1 0,-1 1 0,2-3 0,10-3 0,4 2 0,-43 6 0,0 2 0,39-1 0,-4-3 0,-6 1 0,-5 4 0,3 3 10,-1 1 0,5 0 0,-3 0 0,1 0-10,4 0 0,0 0 0,-1 0 0,-5 0-175,-7 0 1,4 0 174,7 0 0,0 0 0,12 0 0,-4 0 0,-2 0 0,0 0 0,0 0 0,-2 0 0,-3 0 0,9 5 0,-4 1 0,5 0 0,1-6 0,-12 5 0,1 1 0,-9 0 0,-1-6 0,4 0 0,5 0 0,-2 0 0,3 0 0,-9 0 0,3 0 0,-4-6 0,-2 0 0,-6 1 0,0 5 0,0 0 0,6 0 0,1 0 0,5 0 0,-4 0 0,3 0 0,-3 0 0,-2 0 0,2 0 0,3 0 0,-3 0 0,4 0 0,1 0 0,1 0 0,1-2 0,4-4 0,-5 2 0,-3-7 0,-9 5 0,-2-5 0,2 5 0,10-6 0,-2 7 0,7-7 0,-8 8 0,3-1 0,-4 1 0,-2-2 0,-2 4 0,-2-5 0,-2 1 0,2 0 0,9-2 0,7 3 0,-5-3 0,-1-3 0,-5 1 0,-1 4 0,2-1 0,4-5 0,3-1 0,8 5 0,0 1 0,0-1 0,2-5 0,4 1 0,-12 3 0,0-3 0,-7 1 0,-4-7 0,2 7 0,3 0 0,-3-1 0,2-5 0,-6 0 0,-4-1 0,-6-1 0,6-4 0,-15 4 155,-2-4 1,0 2-156,0-2 0,-2-3 0,1-9 0,1-1 0,6-4 0,0 2 0,-1-8 0,1-2 0,-1-2 0,-7-1 0,-5-3 0,-9-1 0,-7-2 0,-6-8 0,-5 4 0,-6-2 0,-4 0 0,-2 5 0,-2-5 0,-2 2 0,-2 6 0,-7-3 0,1 12 0,-3-1 180,-2 1 1,-6-8-181,0 9 0,-8-3 0,3 8 0,-7 3 0,-5-3 0,-10-2 0,-9 2 0,-4 2 0,-8 2 0,-2 1 0,-13 1 0,39 16 0,-3 1-277,-6 0 1,-3 0 0,-7 2 0,-2 1 276,-3 0 0,-1 0 0,-3 0 0,-1 1-300,-1-1 1,-1-1 0,-1 0 0,1 0 299,3 3 0,1 1 0,2 0 0,3 1 0,9 3 0,1 0 0,1 2 0,-1-1 0,2-1 0,0 1 0,-3 1 0,-1 0 0,-3 0 0,-2 1 0,0-1 0,-2 2 0,-1 1 0,-1 0 0,-5-2 0,-1 0 0,-1 2 0,-1-1 0,-11-3 0,-2 0 0,-3 3 0,-1 0 0,28 0 0,0-1 0,0 0 0,2 1 0,0 1 0,0-1 0,-4 0 0,-2 0 0,1 0 0,-3-2 0,0 1 0,-1-1 0,-2 2 0,0 0 0,0 0 0,1-1 0,0 0 0,2 0 0,3 1 0,2 0 0,1 0 0,-24-3 0,2 0 0,5 2 0,2 1 0,4-1 0,1 0 0,4 3 0,1 0 0,2-2 0,2 1 0,3 0 0,2 2-164,8-1 0,1 2 1,0-1-1,-1 0 164,-5 0 0,-1 0 0,1 0 0,-2 0 0,-4 0 0,0 0 0,2 0 0,0 0 0,4 0 0,0 0 0,-6 0 0,0 0 0,-5-1 0,-2 2 0,-4-1 0,-1 2 0,0 0 0,0 1 0,0 1 0,1 0 0,4 1 0,2 1 0,2-1 0,1 0 0,-2-2 0,2 0 0,4-2 0,2 1 0,7 3 0,3 0 0,-42 3 0,10-5 0,5 5 0,-5-2 0,2 0 0,0 1 0,2-5 0,11 4 0,-2-2 0,-4 1 0,-9-3 0,-7 4 0,38-2 0,0 0 0,1 0 0,-1-1 0,-1 1 0,-1 0 89,0-1 1,-1 2-1,2 1 1,1 1-90,4-1 0,1-1 0,-48 3 0,4-2 0,2 1 0,41-4 0,1 0 0,-34 9 0,1-7 0,3 1 213,3-6 1,-11 2 0,-3 2 0,39-1-1,0 1-213,0 1 0,1 0 0,-2-3 0,0 0 0,-40 4 0,-1 1 0,4-1 0,-2 0 0,-2 1 0,43-5 0,1 0 0,-44 10 0,2-7 0,10 7 0,11-8 0,12 1 0,9-3 196,2-2 0,4 0 0,-8 2 0,-5 2-196,-5 2 0,-9 1 0,-5-1 0,-10 2-231,-2 3 1,2 4 230,-2-3 0,-8-3 0,2 3 0,43-9 0,-1 0 0,0 2 0,0 1 0,-42 6 0,12-3 0,15 1 309,8-5 1,3-3-310,3 4 0,1 2 46,4-3 0,-2 3-46,8-2 0,-8-2 0,2 7 0,-1 2 0,1 3 0,-4 1 0,4 0 0,-2 0 248,2 1 1,2-1-249,4 0 0,4 0 0,-4 0 0,3 1 0,3-3 0,0-2 0,-1-1 0,6-7 0,1 7 0,5-6 0,-6 5 0,2-1 0,-1 1 0,-3 4 0,6-3 0,-1 3 0,-5 2 0,4 6 0,-2 0 0,1 6 0,-5-4 0,3 1 0,1 5 0,8 1 0,-2 3 0,4-7 0,2 1 0,0-6 0,-1 6 0,9-8 0,3 2 0,-2-4 0,1 0 0,-1 4 0,0 5 0,-5 5 0,2 1 0,-5 8 0,-1 4 0,-6 4 0,0 1 0,0 1 0,6 0 0,6-1 0,1 1 0,2-3 0,4-3 0,3-4 0,1-7 0,0-3 0,0-3 0,1 3 0,5-3 0,-4-4 0,4-2 0,3-4 0,3-2 0,-3 0 0,1 0 0,0 1 0,-1-1 0,3 0 0,5 0 0,0-2 0,2-1 0,2-5 0,2-1 0,0 3 0,-6-5 0,6 8 0,0-3 0,2-3 0,-4-1 0,4-1 0,2 0 0,3 5 0,10-5 0,4 0 0,8-6 0,15 5 0,8 1 0,18 0-233,5-6 0,-46-3 1,1-2-1,43-4 0</inkml:trace>
  <inkml:trace contextRef="#ctx0" brushRef="#br0" timeOffset="26">19910 8597 8912,'2'-16'0,"2"3"0,2 1 0,-2-1 0,-2-2 0,-2-2 0,0-1 0,0 1 0,0 6 0,0-1 0,0-1 0,-2 5 0,-4 3 0,-2 5 0,-5 5 0,1 7 0,7 3 0,-7 2 0,7 0 0,-7 1 0,1-1 0,1 0 0,-3 2 0,7 4 0,-6-2 0,7 8 0,-1-8 0,6 2 0,0-2 0,0 2 0,0-4 0,2 4 0,4-2 0,5 2 0,4-4 0,3 4 0,5-4 0,-1-2 0,1 0 0,-5 0 0,-1 0 0,0 1 0,-7-1 0,-3 0 0,-7 0 0,-2 2 0,-3 2 0,-7 2 0,-3-2 0,-8-4 0,0-5 0,-8 1 0,3-7 0,3 5 0,2-5 0,4-2 0,2-10 0,-1 1 0,1-13 0,8 3 0,3-14 0,6 7 0,6-7 0,11 0 0,10-5 0</inkml:trace>
  <inkml:trace contextRef="#ctx0" brushRef="#br0" timeOffset="27">20323 8837 8912,'0'17'0,"0"1"0,-1-3 0,-5-4 0,4-3 0,-13-8 0,7 8 0,-4 3 0,5-1 0,7 1 0,0 3 0,0 1 0,0 2 0,0 0 0,2 0 0,3 1 0,3-7 0,4 1 0,3-9 0,-4 3 0,-1-4 0,1-2 0,-5 0 0,6 0 0,-9-8 0,3-5 0,-4-6 0,-2-4 0,0-6 0,0 6 0,0-1 0,0 1 0,-2 3 0,-4-2 0,3 8 0,-9 3 0,1 7 0,-7-9 0,1 7 0,8 0 0,-7 6 0,7 0 0</inkml:trace>
  <inkml:trace contextRef="#ctx0" brushRef="#br0" timeOffset="28">20582 8665 8912,'0'-9'0,"0"-6"0,0 11 0,0-8 0,0 8 0,0-3 0,0 7 0,0 7 0,0 7 0,0 7 0,0 7 0,1 5 0,5 1 0,-4 1 0,4-1 0,2 0 0,-3 1 0,7-3 0,-7-3 0,7 2 0,-6-9 0,7-1 0,-1-9 0,3-6 0,-4-4 0,1-2 0,-6-8 0,5-4 0,-7-10 0,2-7 0,1-4 0,-1-1 0,0 5 0,-6 1 0,0 7 0,0-2 0,2 4 0,3 2 0,-3 7 0,6 12 0,-8 15 0,0 2 0,0 10 0,6 5 0,-1 6 0,3 0 0,-2-5 0,3-8 0,8-3 0,1-3 0,-1-3 0,6 1 0,0-14 0,5-1 0,-5-9 0,0-5 0,-5-7 0,-1-2 0,0-4 0,-6-2 0,1-4 0,-8-3 0,2 5 0,-5-2 0,-1 1 0,0 7 0,0-2 0,0 4 0,0 9 0,0 4 0,0 12 0,0 6 0,0 11 0,0 5 0,0 5 0,2-5 0,4 1 0,-2-2 0,7 1 0,1 3 0,5-8 0,0 0 0,0-6 0,6-7 0,0-5 0,-2-3 0,-1-2 0,-3-7 0,0-3 0</inkml:trace>
  <inkml:trace contextRef="#ctx0" brushRef="#br0" timeOffset="29">21442 8528 8912,'17'0'0,"0"0"0,-7 7 0,-2 3 0,-8 7 0,0 0 0,0 1 0,0 6 0,0 5 0,0 4 0,0 1 0,0 0 0,0 1 0,0-1 0,0 0 0,0 1 0,0-1 0,5-1 0,1-5 0,-2-5 0,-2-4 0,-2-1 0,-15-9 0,-5-1 0</inkml:trace>
  <inkml:trace contextRef="#ctx0" brushRef="#br0" timeOffset="30">21425 8803 8912,'0'11'0,"2"1"0,3 1 0,-3-5 0,6 1 0,-8-3 0,8-4 0,3 6 0,10-8 0,4 0 0,2 0 0,1-6 0,7 0 0,-1-7 0,1 1 0,-3 3 0,-3-3 0,2 3 0,-9-3 0,1 3 0,-5 3 0,-1 4 0,-6-5 0,-1 8 0,-3 5 0,-1 6 0,-6 11 0,-2-4 0,-3 4 0,3 1 0,-4-1 0,-2 6 0,3-6 0,-1 0 0,6-6 0,-8 0 0,-1-7 0,-16 5 0,-2-5 0</inkml:trace>
  <inkml:trace contextRef="#ctx0" brushRef="#br0" timeOffset="31">21769 8614 8912,'10'0'0,"-3"0"0,-5 2 0,4 3 0,-2-3 0,7 4 0,1-4 0,5-2 0</inkml:trace>
  <inkml:trace contextRef="#ctx0" brushRef="#br0" timeOffset="32">22079 8854 8912,'-17'18'0,"5"-1"0,1 0 0,1-5 0,-3-1 0,3 2 0,2 3 0,3 1 0,5 0 0,0-6 0,2-1 0,3-2 0,5-3 0,7-5 0,-5-2 0,-1-3 0,-5 1 0,5-8 0,-7-5 0,2-6 0,-4 0 0,-2-1 0,0 4 0,0-2 0,-2 1 0,-4-2 0,-2 9 0,-3-3 0,-4 4 0,3-4 0,5 5 0,1 1 0,-4 7 0,8-12 0,-5 7 0</inkml:trace>
  <inkml:trace contextRef="#ctx0" brushRef="#br0" timeOffset="33">22320 8803 8912,'11'0'0,"1"0"0,-9 0 0,5 0 0,-8 2 0,0 4 0,0 5 0,0-1 0,0 1 0,0 0 0,0 7 0,0-1 0,-2 0 0,-2 0 0,-1 0 0,-7 1 0,6-1 0,1-6 0,5 1 0,0-8 0,0 3 0,0-9 0,0-3 0,0-7 0,0-3 0,7-10 0,5-4 0,3-3 0,2-3 0,0 9 0,1 3 0,-1 4 0,0 2 0,-5 1 0,-1 5 0,2 5 0,3 12 0,1 5 0,-6 10 0,1 2 0,-1 6 0,7-6 0,-1 5 0,0-5 0,0 0 0,0-6 0,1-5 0,-1-3 0,0-1 0,0-4 0,6-10 0,0-5 0,-6-10 0,-5-2 0,-1-8 0,6 3 0,-1-7 0,-5-5 0,3 4 0,-9-4 0,1 9 0,-6 2 0,0 8 0,0-2 0,0 4 0,0 10 0,0 9 0,0 11 0,0 12 0,0 6 0,2 0 0,4 5 0,-2-4 0,7 11 0,-1-5 0,3-4 0,-3-1 0,-3-2 0,5-3 0,-7 3 0,1-4 0,-6-8 0,-2 0 0,-3 0 0,-5 1 0,-7-3 0,-2-4 0,-4-5 0,4-4 0,-4-2 0,-2 0 0,2 0 0,0-15 0,6 3 0,-1-13 0</inkml:trace>
  <inkml:trace contextRef="#ctx0" brushRef="#br0" timeOffset="34">23610 8700 8912,'10'-12'0,"-4"1"0,-4-3 0,-2-1 0,-2 4 0,-4 1 0,-6 2 0,-3 5 0,-2 8 0,0 7 0,5 11 0,1 5 0,-1 5 0,3 1 0,1 1 0,8-1 0,0 0 0,0 1 0,0-3 0,0-3 0,13-6 0,5-12 0,5-3 0,0-8 0,-2-15 0,5-8 0,1-10 0,0-7 0,-12 2 0,2-8 0,-11 0 0,0-5 0,-6 7 0,-6 4 0,-11 5 0,-12 7 0,-3 9 0,-3 7 0,7 8 0,1-1 0,2 3 0,2 9 0,13 3 0,3 7 0</inkml:trace>
  <inkml:trace contextRef="#ctx0" brushRef="#br0" timeOffset="35">24161 8648 8912,'-27'10'0,"4"-3"0,4-1 0,2 0 0,5 0 0,1-6 0,5 0 0,-5 0 0,7 1 0,-2 5 0,4 6 0,2 3 0,0 2 0,0 0 0,0 1 0,0-1 0,0 0 0,2-2 0,4-3 0,-2-5 0,7-7 0,1-4 0,5-7 0,-2 0 0,-3-12 0,3-2 0,-4 2 0,5-8 0,1 3 0,0 3 0,0 2 0,-1 4 0,-5 2 0,4 1 0,-3 3 0,3 1 0,2 9 0,1-3 0,-7 12 0,1 5 0,-7 10 0,7 2 0,-3 6 0,3-6 0,5 5 0,0-5 0,0 0 0,6-6 0,-3-7 0,4-2 0,3-8 0</inkml:trace>
  <inkml:trace contextRef="#ctx0" brushRef="#br0" timeOffset="36">25039 8373 8912,'-12'10'0,"1"-5"0,5-1 0,-6 2 0,3-2 0,-3 7 0,-1 8 0,7 10 0,-5 5 0,5 6 0,2 6 0,2 4 0,2 7 0,0 1 0,0 5 0,0-6 0,0 0 0,0-5 0,0-8 0,0-4 0,0-4 0,-7-9 0,-3-2 0</inkml:trace>
  <inkml:trace contextRef="#ctx0" brushRef="#br0" timeOffset="37">24867 8476 8912,'-6'-17'0,"0"0"0,0 5 0,6 1 0,0 5 0,0-5 0,8 7 0,3-2 0,10 4 0,4 2 0,2 0 0,4 0 0,-5 6 0,3 0 0,-6 9 0,6 2 0,-8 0 0,2 6 0,-4-2 0,-2 2 0,-7-4 0,-5 4 0,-3 2 0,-4-2 0,-3 0 0,-7 2 0,-3-6 0,-2 4 0,-6-4 0,0-2 0,0 0 0,-2 1 0,-2-1 0</inkml:trace>
  <inkml:trace contextRef="#ctx0" brushRef="#br0" timeOffset="38">25658 8648 8912,'-2'10'0,"-2"-3"0,-1 1 0,-1-6 0,0 13 0,0-3 0,3 3 0,-1 2 0,-2 0 0,4 1 0,-4-1 0,5 0 0,1 0 0,0 0 0,0 0 0,0 1 0,0-1 0,0-8 0,7-1 0,3-8 0</inkml:trace>
  <inkml:trace contextRef="#ctx0" brushRef="#br0" timeOffset="39">25607 8665 8912,'-10'-24'0,"-3"2"0,7-6 0,-6 1 0,7-2 0,-1-1 0,6 7 0,0 0 0,0 6 0,2 7 0,4 5 0,3 3 0,8 2 0,-3 7 0,3 5 0,-4 9 0,10 2 0,-4 0 0,6-6 0,2 0 0</inkml:trace>
  <inkml:trace contextRef="#ctx0" brushRef="#br0" timeOffset="40">26020 8597 8912,'-18'9'0,"-1"1"0,-4-5 0,2-3 0,-7 4 0,6 2 0,0-1 0,2 1 0,3 0 0,0 5 0,0-2 0,7-1 0,5 1 0,3 1 0,2 5 0,0 0 0,7-7 0,3-2 0,7-8 0,0 0 0,0 0 0,1 0 0,-1 0 0,0 0 0,0 0 0,6-2 0,0-4 0,0 4 0,-6-4 0,1 4 0,-1 2 0,0 0 0,-6 0 0,1 0 0,-1 0 0,7 8 0,-7-4 0,1 7 0,-9-7 0,13 4 0,-7-8 0</inkml:trace>
  <inkml:trace contextRef="#ctx0" brushRef="#br0" timeOffset="41">26329 8562 8912,'-11'0'0,"-1"0"0,9-7 0,-13 5 0,14-6 0,-5 8 0,9 0 0,3 2 0,7 2 0,3 1 0,2 7 0,0-6 0,-5 5 0,-1-5 0,-5 5 0,6-5 0,-9 7 0,3-1 0,-4 3 0,-2 2 0,0-5 0,0-1 0,0-7 0,0 11 0,-8-13 0,7 14 0,-5-13 0,12 9 0,-3-6 0,9 5 0,-1-7 0,7 2 0,-7 3 0,0 3 0,1 3 0,5 2 0,0 0 0,1 0 0,-7 6 0,1 0 0,-9 8 0,3-2 0,-4-3 0,-2 3 0,-2-8 0,-4 2 0,-3 2 0,-8-2 0,-1-4 0,1-6 0,0 0 0,0-7 0,0 0 0,-1-6 0,9-15 0,1-4 0</inkml:trace>
  <inkml:trace contextRef="#ctx0" brushRef="#br0" timeOffset="42">26691 8648 8912,'0'-11'0,"0"-1"0,0 6 0,0-5 0,0 7 0,0-11 0,2 13 0,3-4 0,7 4 0,3 4 0,2 4 0,0-2 0,1 7 0,-1 1 0,0 5 0,0 0 0,-1 0 0,-5 1 0,-5-1 0,-4 0 0,-2 0 0,0 0 0,0 1 0,0-1 0,0 0 0,0 0 0,0 0 0,0-5 0,0-1 0,0 1 0,0 5 0,2-2 0,3-3 0,-1 3 0,8-4 0,-8-1 0,1 1 0,-3-5 0,-2 6 0,-2-3 0,-3 3 0,-5 3 0,-9-4 0,-4 5 0,-6 1 0,-3 0 0,-3 0 0,3-2 0,3-3 0,4 1 0,8-7 0,0 0 0,0-6 0</inkml:trace>
  <inkml:trace contextRef="#ctx0" brushRef="#br0" timeOffset="43">27259 8717 8912,'-16'-2'0,"5"-4"0,-5 4 0,5-3 0,-2 5 0,1 5 0,-3-1 0,3 8 0,-3-3 0,0 5 0,1-3 0,3 2 0,7 3 0,-4 1 0,8 0 0,0 0 0,2-7 0,4-4 0,4 3 0,7-5 0,0 5 0,0-1 0,0-4 0,1 0 0,-1 1 0,0-3 0,0 4 0,-5 2 0,-1-2 0,1-1 0,5-5 0,0 6 0,0 0 0,1-1 0,-1-5 0,0 0 0,0 0 0,0-7 0,1-3 0</inkml:trace>
  <inkml:trace contextRef="#ctx0" brushRef="#br0" timeOffset="44">27534 8304 8912,'-25'0'0,"6"0"0,-4 0 0,11 4 0,7 8 0,5 7 0,5 15 0,7 8 0,11 4 0,-2 6 0,8 5 0,-8-4 0,2 5 0,-6-5 0,-6 1 0,-5 1 0,-4 2 0,-12 1 0,-7-7 0,-15 1 0,-14-1 0,-12-7 0,-5-4 0,-11-3 0,-5-3 0</inkml:trace>
  <inkml:trace contextRef="#ctx0" brushRef="#br0" timeOffset="45">19738 8304 8912,'-7'-17'0,"-3"0"0,1 0 0,1 0 0,0-1 0,-3 1 0,1 8 0,-1 5 0,-3 8 0,-1 15 0,-2 19 0,0 17 0,-1 18 0,3 17 0,9-40 0,1 3 0,1 5 0,2 2 0,0 8 0,2 2 0,1 4 0,2 1-412,1 2 0,3 1 0,5-5 0,3-1 412,6-2 0,4-3 0,2-3 0,3-4 0,1-7 0,1-4 0,2-7 0,1-4 0,2-5 0,1-3 0,40 14 0,8-10 0,2-9 0,4-13 0,4-5 0</inkml:trace>
  <inkml:trace contextRef="#ctx0" brushRef="#br0" timeOffset="46">3734 11605 8912,'-2'10'0,"-3"-4"0,1-4 0,-8-2 0,3-2 0,-5-2 0,3-2 0,5-5 0,-3 3 0,-1 0 0,1 1 0,-3-1 0,-5 4 0,0-1 0,-1 1 0,-8 2 0,-9 2 0,-9 2 0,-13 5 0,-8 9 0,-8 5 0,-5 9 0,-8-1 0,-2 9-192,42-18 1,0 0-1,-32 20 192,3-5 0,12-3 0,11-3 0,1 1 0,-1-7 0,10 0 0,8-7 0,9-3 0,6-2 0,7-5 0,1 6 0,7-7 0,-2 7 0,4-7 0,2 7 0,-6-1 0,1 7 0,1-1 0,2 0 0,2 2 287,0 4 1,0 4-288,0 7 0,0 1 0,0-1 0,0 0 0,0 1 0,0 7 0,0 4 0,0 3 0,0 3 0,0-1 0,0 1 0,0 3 0,0-1 0,0-4 0,0-1 0,0 1 0,0 1 0,0 1 0,0 0 0,2 1 0,4 4 0,-4 5 0,3 8 0,-3 3 0,-2 1 0,0 8 0,0-1 0,0 5-232,0 5 1,3-41 0,0 0 231,-1 1 0,2 1 0,1-2 0,1-1 0,0 37 0,7-2-121,-1-4 0,3-5 121,2-12 0,-1-2 0,-3-4 0,-4 6 0,-1 4 0,-2 2 0,-6 0 0,0-8 0,0-4 0,2-3 0,4-3 0,-5 1 0,5 0 0,-4-9 0,-2-2 0,6 1 0,0-2 0,-1 6 0,-3-6 0,2-4 338,2-5 1,0-7-339,-6-6 259,7-1-259,-5 0 0,6-7 0,-8-3 0,7-7 0,-3 0 0,6 2 0,-3 4 0,1-4 0,-2 3 0,-2-1 0,7 2 0,1-4 0,5 11 0,0-7 0,6 0 0,0-6 0,7 0 0,-1 0 0,4 0 0,3 0 0,4 0 0,6 0 0,9 0 0,3 0 0,9-6 0,2 0 0,1-7-198,11 1 0,-3-5 198,2-6 0,-11 4 0,-11-4 0,-5 4 0,-1 2 0,-8 0 0,-6 0 0,-7 1 0,-9 5 0,-8-2 0,-3 7 0,-7 0 0,4 6 0,-8 0 396,-8 0-396,6 0 0,-5 0 0,-1 0 0,6 0 0,-6 0 0,8 0 0,0 0 0,0 8 0,-7-6 0,-3 5 0</inkml:trace>
  <inkml:trace contextRef="#ctx0" brushRef="#br0" timeOffset="47">15557 14889 8912,'5'-11'0,"1"-1"0,0-1 0,1-2 0,-5 3 0,4 1 0,-4-3 0,-4 7 0,-4 1 0,-5 4 0,-2 4 0,1 4 0,-3 3 0,5 8 0,-1 3 0,-1 3 0,7-4 0,-7 4 0,8-4 0,-1-2 0,3 0 0,2 0 0,0 0 0,0 1 0,0-9 0,2-1 0,3-8 0,5-2 0,7-4 0,2-5 0,2-12 0,4-6 0,2-3 0,-4-10 0,5-4 0,-7-6 0,2-5 0,-5-4 0,-7-8 0,2 4 0,-7 8 0,-2 11 0,-2 8 0,-8 11 0,0 4 0,-7 13 0,2 10 0,-5 10 0,-1 17 0,0 13 0,0 15 0,1 12 0,5 8 0,-2-3-187,7 8 1,0-5 186,6 5 0,10-7 0,7-1 0,10-7 0,-1-4 0,7-7 0,9-2 0,10-5 0</inkml:trace>
  <inkml:trace contextRef="#ctx0" brushRef="#br0" timeOffset="48">8312 16866 8912,'0'27'0,"-2"-6"0,-4-7 0,-5-9 0,-5-3 0,1-4 0,2-1 0,1-3 0,8 0 0,-3-2 0,7 7 0,0-15 0,2 14 0,3-3 0,-1-3 0,8 2 0,-7-1 0,7 1 0,-1 4 0,7-6 0,1 1 0,4-5 0,3-3 0,9-2 0,1 0 0,4-1 0,4-1 0,8-4 0,5 2 0,1-7 0,5 7 0,-4-2 0,2 4 0,4 1 0,2 3 0,2 4 0,7-3-262,5 9 0,9-1 262,1 6 0,3 0 0,-2 0 0,-44-3 0,1 0 0,6 0 0,-1 0 0,-1 0 0,0 1 0,1 1 0,1 2 0,-3-1 0,-1 2 0,-2 0 0,-1 1 0,46 7 0,-8 7 0,-8 0 0,-3 0 0,3-5 0,3-1 0,-3 1 0,0 3 0,-1-2-111,-4-1 1,-3-8 110,-1 1 0,4-1 0,7 2 0,2-4 0,-33 0 0,0 2 0,43 3 0,3 1 0,-1 0 0,-4-1 0,0 5 0,2-7 0,-3 7-203,-40-9 1,0 0 0,43 8 202,-43-8 0,-1 0 0,34 8 0,1-3 0,-5 1 0,2 5 0,12-5 0,-43-3 0,0 0 0,44 3 0,-1 3 0,-10-5 0,-1-7 0,-5 0-18,10 0 1,-4 0-1,12 0 1,-2 0 17,0 0 0,1-1 0,-1-5 0,-10 4-41,4-4 0,4 4 41,8 2 0,-48 0 0,1 0 0,1 0 0,-1 0 0,0 0 0,0 0 0,-2 0 0,1-2 0,0 1 0,0-1 0,2-1 0,1 0 0,0 0 0,1 0 0,6 3 0,0 0 0,-6 1 0,-1 0 0,2 2 0,-1 0 0,-1-2 0,-1 0 0,-3 1 0,0 1 0,0 1 0,-1 0 0,2-1 0,0 0 0,0-1 0,-1 1 0,45 5 0,-12-6-19,-7 4 0,-4-4 19,-3-2 0,-1 5 0,-4 1 0,6 0 0,-2-6 0,6 0 0,0 0 0,-3 0 0,-1 0 0,0 0 0,0 0 0,0 0 0,-1 0 0,7 0 0,1 0 0,3 0 0,3 0 0,-5 0 0,-3 0 0,-5 6 0,-6-1 0,2 1 0,-8-6 0,14 0 0,-2 0 0,2 0 0,0 0 0,3 0 0,1 0 0,-3-6 0,-9-1 0,-5-3 0,3 6 0,-6-3 0,10 5 0,4-2 0,4-2 0,0 0 0,-10 6 0,2-1 0,-8-5 0,0 4 148,-5-4 1,0 4 0,1 2 0,5 0-149,5 0 0,15 0 0,2 0 0,8 0-155,-7 0 1,1 0 154,-2 0 0,-3 0 0,-9 0 0,1 0 0,0 0 0,6 0 0,-1 0 0,14 0 0,-2 0 0,-2-5 0,-3-1 0,-7-6 0,7 7 0,-1-7 0,6 6 0,0-5 0,-2 3 0,-4 1 0,-5-1 0,1-3 0,-1 5 0,-4-2 0,-2 2 0,3 5 0,14-5 0,6 2 0,0-2 0,0 4 0,-6-5 0,0 1 0,0 0 0,-38 0 0,1-1 0,0 1 0,0 0 0,0 2 0,-1-1 0,38-7 0,-7 1 0,-5-6 0,-11 0 0,-7 1 0,-8 3 287,-8 1 0,-4 3-287,-1-3 0,-3-3 132,-3 4 1,-4 1-133,-8-1 0,0 7 0,-2-6 0,-1 6 0,-3-1 0,-5-3 208,5 2 1,-5 4-209,6-3 0,-7 3 0,7 2 0,-3-2 0,3-4 0,3 4 0,-3-3 0,1 1 0,0 0 0,-1-2 0,1 2 0,-5 2 0,0 2 0,-1 0 0,-5 0 0,6 0 0,-23 0 0,-5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5.479"/>
    </inkml:context>
    <inkml:brush xml:id="br0">
      <inkml:brushProperty name="height" value="0.053" units="cm"/>
      <inkml:brushProperty name="color" value="#FF0000"/>
    </inkml:brush>
  </inkml:definitions>
  <inkml:trace contextRef="#ctx0" brushRef="#br0">4836 16488 8912,'-2'-11'0,"-4"1"0,-5 3 0,-5 1 0,-1 8 0,0 3 0,0 7 0,-3 5 0,-2 8 0,-7 9 0,-4 10 0,-9 16 0,-4 8 0,18-27 0,-1 2 0,-2 6 0,-1 2 0,-3 2 0,-1 1-350,-3 3 0,-2 0 0,1-4 0,0-1 350,-6 0 0,0 0 0,-1-4 0,0 1 0,1 0 0,0-1 0,1-1 0,0-2 0,1 0 0,0-2 0,9-7 0,2-1 160,-25 28 1,18-16-161,11-6 0,14-15 0,-2-9 0,11 1 0,0-16 0,12 3 0,-4-10 0,8 1 534,-5-8 0,-1 8-534,8-1 5,-1-5 1,6 8-6,1-3 0,-7 1 0,1-2 0,-9-11 0,5-10 0</inkml:trace>
  <inkml:trace contextRef="#ctx0" brushRef="#br0" timeOffset="1">3562 17296 8912,'-17'8'0,"0"-4"0,0 5 0,-1 1 0,1-1 0,0-3 0,0 6 0,-6 1 0,-2 10 0,0 7 0,0 9 0,-3 7 0,5 11 0,-6 6 0,6 11 0,0-1 0,6 7 0,7-7 0,5-1 0,3-9 0,2-11 0,2-4 0,3-14 0,5-9 0,7-14 0,-4-7 0,5 2 0,-3-4 0,14-2 0,1-8 0,10-3 0,6-4 0,4-3 0,2-1 0,-1-4 0,-1 4 0,-4-4 0,4-11 0,-7-2 0</inkml:trace>
  <inkml:trace contextRef="#ctx0" brushRef="#br0" timeOffset="2">6419 15800 8912,'0'-11'0,"-2"1"0,-2 1 0,-2-1 0,3-3 0,-5-2 0,2-2 0,-1 5 0,3 1 0,-2-3 0,-2 5 0,3-3 0,3 10 0,-4 2 0,10 10 0,3 13 0,3 7 0,3 9 0,3 14 0,1 16 0,2 2 0,4 9 0,-4 0 0,4 6 0,-4 0 0,-2-2 0,1-6 0,-1-9 0,-6-10 0,1-13 0,-9 0 0,3-12 0,-4-3 0,-2-29 0,0-4 0</inkml:trace>
  <inkml:trace contextRef="#ctx0" brushRef="#br0" timeOffset="3">6453 15783 8912,'-34'-9'0,"-1"-5"0,3-3 0,3 2 0,12 2 0,9 1 0,8 1 0,18-1 0,10-7 0,18-4 0,15-6 0,4-11 0,16-6 0,-38 21 0,2-1-206,3-3 0,1 1 1,4-1-1,1 0 206,1 0 0,-1 1 0,-4 2 0,0 2 0,36-10 0,-12 15 0,-14 7 0,-15 10 0,-12 8 0,-12 4 0,-36 7 0,-4 0 0</inkml:trace>
  <inkml:trace contextRef="#ctx0" brushRef="#br0" timeOffset="4">6660 16437 8912,'0'-19'0,"0"-4"0,2 0 0,3-12 0,9 3 0,14-14 0,16-8 0,21-7 0,-28 30 0,1-1 0,4 0 0,2 1 0,-1 4 0,2 1-226,3 0 0,2 0 0,-3 1 1,1 1 225,1 3 0,0 1-299,29-20 0,4-2 1,-11-2-1</inkml:trace>
  <inkml:trace contextRef="#ctx0" brushRef="#br0" timeOffset="5">8071 15594 8912,'-35'0'0,"-1"6"0,-4 0 0,-4 7 0,-8-2 0,3 7 0,3 5 0,6 3 0,3 1 0,11 6 0,3-5 0,11 3 0,6-3 0,12 3 0,6-8 0,5 2 0,6-2 0,-2-10 0,7 4 0,-1-11 0,2 0 0,3-4 0,-3-2 0,4-2 0,1-4 0,-5-4 0,-1-7 0,-7-6 0,2 0 0,-4-5 0,-1 5 0,-1-6 0,0 6 0,0 0 0,0 6 0,-5 0 0,-2 0 0,-3 0 0,7 7 0,-13 2 0,7 18 0,-8 7 0,8 2 0,3 10 0,-1-2 0,1 1 0,6 5 0,6-5 0,10-3 0,-1-4 0,9-7 0,3-9 0,9-3 0,8-2 0</inkml:trace>
  <inkml:trace contextRef="#ctx0" brushRef="#br0" timeOffset="6">8914 15268 8912,'-25'17'0,"-7"-6"0,-8 1 0,-6-1 0,6 6 0,-6 2 0,5 4 0,5 6 0,6 3 0,7 5 0,11 3 0,6 2 0,12 4 0,6 1 0,11-6 0,3-1 0,9-6 0,7-7 0,6-4 0,5-4 0,5-2 0,-1-7 0,-5-5 0,-1-3 0,1-2 0,5 0 0,0 0 0,-7-7 0,-10-5 0,4-18 0,0-7 0</inkml:trace>
  <inkml:trace contextRef="#ctx0" brushRef="#br0" timeOffset="7">9430 14992 8912,'-7'-24'0,"-3"-3"0,-7 0 0,7 10 0,3 17 0,7 11 0,0 14 0,0 8 0,0 7 0,0 4 0,2 2 0,3 5 0,-1 6 0,8 1 0,-1 5 0,6-6 0,-5 8 0,-1-2 0,-5 4 0,6 2 0,-9 0 0,1-5 0,-8-4 0,-7-9 0,-4-11 0,-10-13 0,-2-12 0</inkml:trace>
  <inkml:trace contextRef="#ctx0" brushRef="#br0" timeOffset="8">9207 15800 8912,'0'-17'0,"-2"-6"0,-4 0 0,4-5 0,-4 5 0,3-8 0,-3 3 0,4 3 0,-4 2 0,12-2 0,7 0 0,10 0 0,12 1 0,3-7 0,13 2 0,-1 5 0,13 1 0,0-2 0,6 2 0,-9 0 0,-9 6 0,-3 5 0,-14 3 0,-7 1 0,-6 4 0,-11-5 0,-5 7 0,-10-4 0,-11 10 0,-7 2 0,1 9 0,4 2 0,1 2 0,0 10 0,0 3 0,-1 7 0,7-3 0,0 4 0,7-4 0,-2-1 0,10-1 0,2 0 0,13-7 0,-2-4 0,12-6 0,1-5 0,6-7 0,5-3 0,5-4 0,-6-3 0,-6-12 0,-5-12 0,-8-9 0,2-2 0,-12-6 0,-5 4 0,-8 0 0,-9 0 0,-3 1 0,-14 7 0,-1 7 0,-6 4 0,7 6 0,-1 6 0,8-5 0,4 15 0,9-5 0,10 10 0,4 1 0,7 1 0,16-6 0,7 8 0,16 1 0</inkml:trace>
  <inkml:trace contextRef="#ctx0" brushRef="#br0" timeOffset="9">10274 15199 8912,'9'17'0,"-1"-8"0,-8-3 0,0-12 0,2 3 0,3-9 0,-3 8 0,8-9 0,-4 7 0,5 2 0,4 4 0,3 6 0,1 11 0,4 12 0,-2 9 0,7 2 0,-7 14 0,2-3 0,-5 5 0,-5-3 0,-3 1 0,-3-3 0,-3-5 0,-10-17 0,2-4 0,-7-8 0,5-8 0,-5-3 0,1-8 0,-1-9 0,-3-8 0,9-18 0,1-3 0,2-6 0,2-3 0,0-3 0,0 1 0,0-1 0,8 0 0,3 1 0,6 7 0,6 4 0,4 11 0,7 6 0,8 6 0,4 6 0,4 3 0,9 0 0,2-1 0</inkml:trace>
  <inkml:trace contextRef="#ctx0" brushRef="#br0" timeOffset="10">11564 15061 8912,'-44'0'0,"-9"-6"0,7 1 0,-8-7 0,8 7 0,-3-1 0,-1 6 0,4 0 0,6 0 0,6 9 0,5 9 0,-2 6 0,8 11 0,2 1 0,10 4 0,3-2 0,8 8 0,8 0 0,3 6 0,6-6 0,6-1 0,4-8 0,8-3 0,1-1 0,2-11 0,2-1 0,-1-1 0,-3-5 0,-2-4 0,1 3 0,-1-9 0,-1 7 0,-5-6 0,-10-1 0,-11-5 0,-11 2 0,-7 4 0,-12-2 0,-21 9 0,-10 4 0,-5 4 0,-12 16 0,-9-3 0,-2 12-243,2 0 0,34-25 1,0 0-1,-42 21 0</inkml:trace>
  <inkml:trace contextRef="#ctx0" brushRef="#br0" timeOffset="11">13337 14408 8912,'9'-17'0,"-3"-1"0,-6-1 0,-6-2 0,-5-2 0,-3 2 0,3 2 0,-4 2 0,3 2 0,-1 1 0,1 3 0,5 9 0,7 4 0,0 13 0,0 20 0,2 16 0,3 12 0,7 10 0,3 11 0,2 8 0,1-3 0,-1-1 0,0 4 0,0 0 0,-9-44 0,-1 1 0,7 41 0,-5-6 0,-1-8 0,-2-7-425,-6-6 425,-16-4 0,-3-22 0,-15-5 0</inkml:trace>
  <inkml:trace contextRef="#ctx0" brushRef="#br0" timeOffset="12">12958 15130 8912,'-36'-25'0,"3"-2"0,16-7 0,8 5 0,3 1 0,13 7 0,11-4 0,10 2 0,11 0 0,6-8 0,13 3 0,9-5 0,7-1 0,9-2-35,-3-5 0,-35 23 0,2 0 0,2-2 0,1 0 0,1 2 0,1 0 35,0 1 0,0-1-395,-2 2 1,-1-2-1,29-24 1,-1-2 0</inkml:trace>
  <inkml:trace contextRef="#ctx0" brushRef="#br0" timeOffset="13">14094 14597 8912,'-35'52'0,"1"-9"0,0-2 0,-1-3 0,1 2 0,1 4 0,5 7 0,3-1 0,8-4 0,7-4 0,4-8 0,12-7 0,7-4 0,8-6 0,8-5 0,6-5 0,5-7 0,4-15 0,7-8 0,-1-9 0,-4-8 0,2-4 0,-8-8 0,0 0 0,-9 1 0,-8-1 0,-12 1 0,-9 1 0,-8 4 0,-13 2 0,-15 4 0,-3 6 0,-9 1 0,-1 12 0,-3 8 0,0 9 0,4-2 0,6 6 0,11 6 0,7 6 0,10 10 0,8-2 0,16 2 0,9-10 0,21-6 0,9-4 0,16-18 0,12-3 0</inkml:trace>
  <inkml:trace contextRef="#ctx0" brushRef="#br0" timeOffset="14">15488 13617 8912,'-17'-29'0,"-1"3"0,1 1 0,0 4 0,0 2 0,0 1 0,-1 9 0,3 5 0,4 8 0,3 9 0,8 16 0,8 7 0,3 16 0,4 1 0,3 5 0,4 3 0,1 7 0,6 1 0,-6 0 0,2 0 0,-4 0 0,2-1 0,-2 1 0,-4-8 0,-5-3 0,1-13 0,-7-4 0,-1-19 0,-5-4 0,0-15 0,0-3 0,-5-9 0,-1-14 0,0-4 0,6-7 0,0-2 0,0-5 0,2 3 0,4-6 0,5 4 0,5 8 0,7-1 0,0 10 0,9-5 0,2 5 0,3 6 0,9 5 0,0 10 0,3 2 0,-1 12 0,-2 9 0,-15 2 0,-3 11 0,-9-3 0,-7 9 0,-4 2 0,-8-2 0,-10 0 0,-7-6 0,-16 1 0,-13-1 0,-3 4 0,-3-3 0,0 1 0,3-15 0,3-6 0,6-7 0,5-6 0,7-2 0,10-8 0,3-17 0,5-11 0</inkml:trace>
  <inkml:trace contextRef="#ctx0" brushRef="#br0" timeOffset="15">16538 13926 8912,'-18'0'0,"1"0"0,0 0 0,0 0 0,-1 2 0,1 4 0,0 4 0,8 1 0,3 1 0,4 1 0,11-5 0,9-3 0,14-3 0,14-2 0,4-7 0,1-5 0,5-9 0,-5-2 0,3-5 0,-14 5 0,0-8 0,-5 2 0,-3 3 0,-3-3 0,-12 2 0,-11-1 0,-6 5 0,-6 4 0,-11 3 0,-12 5 0,-11 11 0,-6 11 0,-9 12 0,-5 10 0,1 9 0,0 9 0,3 7 0,11-1 0,4 4 0,13 8 0,11-2 0,11-4 0,27-12 0,15-13 0,18-9 0,15-12 0,13-7 0,10-10 0,-1-15-364,-5-8 0,2-16 364,-41 18 0,-2-3 0,-5-5 0,0 0 0,8 2 0,0-1 0,-7-4 0,-2-3 0,0-2 0,-1-2 0,-2-4 0,0 0 0</inkml:trace>
  <inkml:trace contextRef="#ctx0" brushRef="#br0" timeOffset="16">19876 12792 8912,'-34'-8'0,"1"-1"0,3-3 0,3 2 0,0 3 0,0 5 0,-3 8 0,-3 11 0,4 10 0,3 15 0,1 9 0,4 10 0,4 14 0,5 5 0,4 2 0,10 0 0,4-3 0,6-3 0,5-3 0,6-10 0,-2-14 0,7-14 0,3-8 0,7-12 0,4-4 0,2-5 0,-5-16 0,1-12 0,4-13 0,0-16 0</inkml:trace>
  <inkml:trace contextRef="#ctx0" brushRef="#br0" timeOffset="17">20255 12929 8912,'-23'6'0,"-2"4"0,-2 5 0,-4 10 0,1 13 0,1 8 0,-1 17 0,7 6 0,0 7 0,5-7 0,9-4 0,3-14 0,12-9 0,7-7 0,8-12 0,8-10 0,4-7 0,1-12 0,6-7 0,0-16 0,8-7 0,-2-16 0,-4-5 0,-2-1 0,-11-7 0,-6 2 0,-6-2 0,-6 2 0,-11 6 0,-11 11 0,-8 6 0,-10 4 0,-1 9 0,-16 4 0,6 14 0,-6 9 0,9 9 0,3 14 0,3 4 0,14 7 0,4 1 0,13-1 0,7 0 0,5 1 0,13-3 0,7-5 0,10-8 0,8-6 0,-2-9 0,9 2 0,-3-6 0,-3-6 0,-7 2 0,-4-7 0,-11-2 0,-6-10 0,-11 4 0,-7-4 0,-3 4 0,-2 1 0,0 1 0,-2 2 0,-3 3 0,-3 7 0,-4 10 0,5 7 0,7 11 0,0 6 0,0 3 0,0 8 0,0 0 0,0 0 0,0-5 0,0-1 0,0 0 0,0-7 0,0-4 0,0-4 0,0-2 0,0-15 0,0-11 0,0-16 0,0-15 0,6-10 0,-1-7 0,7-4 0,-7-8 0,9 2 0,-3 4 0,5 4 0,1 7 0,-6 6 0,1 1 0,-1 16 0,6 6 0,-5 13 0,-1 18 0,3 9 0,1 10 0,4 13 0,4 6 0,-4 9 0,4 3 0,2-1 0,-2-5 0,8-3 0,-3-3 0,7-6 0,5-11 0,-4-6 0,4-12 0,-3-3 0,-3-8 0,-7-10 0,-4-7 0,-4-11 0,-2-11 0,-5 1 0,-1-8 0,-5 4 0,3-7 0,-1-5 0,-4 1 0,3-1 0,-1 3 0,0 1 0,-6 4 0,0 6 0,0 11 0,0 4 0,0 16 0,-2 3 0,-2 12 0,-2 5 0,1 12 0,5 6 0,0 3 0,0 3 0,0-1 0,0 1 0,2-7 0,3 1 0,-1-8 0,8 2 0,-1 2 0,6-2 0,-5 1 0,-1-1 0,3-4 0,9 4 0,-4-4 0,4-1 0,-4-1 0,-2 0 0,-5 0 0,-1 0 0,0 1 0,-1-1 0,-2 0 0,-8 0 0,-2 0 0,-4 1 0,-4-1 0,-7 0 0,-2 0 0,-4 0 0,-4-5 0,-7-1 0,2 1 0,3-3 0,-2-1 0,8-8 0,-7-8 0,3-1 0</inkml:trace>
  <inkml:trace contextRef="#ctx0" brushRef="#br0" timeOffset="18">22165 12499 8912,'-8'16'0,"-3"-5"0,-5-5 0,-1-4 0,2 0 0,1 2 0,5 3 0,1 3 0,3 1 0,5 6 0,0 8 0,1 6 0,5 5 0,6 4 0,3 8 0,2-4 0,0 2 0,1 0 0,5-8 0,-1 2 0,1-4 0,-5-1 0,-3-9 0,-4-3 0,-3-4 0,-8-17 0,0-4 0</inkml:trace>
  <inkml:trace contextRef="#ctx0" brushRef="#br0" timeOffset="19">22165 12293 8912,'-42'10'0,"0"-3"0,-4-7 0,4 0 0,9 0 0,5 0 0,10-2 0,13-3 0,3-5 0,2-9 0,0-4 0,7 4 0,5-4 0,3 4 0,2 4 0,0 3 0,-5 5 0,-1 7 0,-5 1 0,6 5 0,-7 4 0,7 7 0,-8 0 0,19 0 0,-4 1 0</inkml:trace>
  <inkml:trace contextRef="#ctx0" brushRef="#br0" timeOffset="20">22922 12482 8912,'-25'0'0,"-2"-2"0,-7-3 0,-1-5 0,-1-7 0,-2 0 0,-2-1 0,-6 3 0,6 4 0,0 3 0,5 8 0,8 15 0,4 8 0,4 15 0,2 8 0,0 6 0,0 5 0,7 2 0,4 4 0,12-5 0,6-12 0,9-4 0,2-8 0,5-9 0,-5-8 0,6-7 0,-6-10 0,7-2 0,-1-6 0,2-9 0,-3-10 0,5-13 0,-4-6 0,-5-9 0,-1-3 0,-4-6 0,-1 0 0,-7-2 0,-1-5 0,-3-4 0,-3-5 0,-2 4 0,-2 1 0,-6 12 0,1 6 0,-7 17 0,6 5 0,-5 22 0,5 7 0,-5 22 0,5 18 0,-2 16 0,3 13 0,3 11 0,-4 6 0,4 3 0,2-3 0,0 2 0,4-8 0,5-1 0,9-2 0,10-6 0,1-8 0,4-7 0,1-16 0,2-9 0,4-8 0,-3-2 0,3-9 0,-4-2 0,-1-10 0,5-13 0,0-15 0,6-3 0,-6-8 0,0-3 0,-5-10 0,-3 5 0,-3-4 0,-6-3 0,-12 3 0,-5 2 0,-4 1 0,-4 5 0,-4 3 0,-3 8 0,-10 13 0,-3 9 0,0 7 0,-7 5 0,6 10 0,-8 13 0,3 15 0,1 8 0,-2 10 0,8 5 0,-2 0 0,6 8 0,6-2 0,3-3 0,8-3 0,15-5 0,8-7 0,15-4 0,8-13 0,4-5 0,0-11 0,-3-9 0,-1-6 0,-7-9 0,1-11 0,-12-11 0,-5-12 0,-3-4 0,-3-1 0,0-7 0,0 1 0,-5 0 0,-1 5 0,-7 1 0,4-1 0,-3 2 0,1 5 0,0 10 0,-6 12 0,0 4 0,0 10 0,0 3 0,0 12 0,0 5 0,0 10 0,0 2 0,2 8 0,3-3 0,7 5 0,11 1 0,-2 6 0,8 0 0,5 2 0,6-3 0,0 1 0,2-2 0,2-4 0,8-5 0,0-4 0,-1-8 0,-5 0 0,0 0 0,-8-7 0,2-4 0,-3-14 0,-3-9 0,1-8 0,-1-9 0,-2-1 0,-3 1 0,-10-8 0,-7-4 0,-8 2 0,1 0 0,-7 2 0,-9 4 0,-2 1 0,-16 3 0,0 13 0,-5 4 0,5 5 0,0 1 0,8 3 0,-2 8 0,4 8 0,2 3 0,6 5 0,-1 1 0,8 6 0,-1 0 0,3 7 0,2-1 0,9-2 0,8 1 0,8-7 0,10 2 0,1-4 0,4-1 0,12-9 0,11-3 0,6-8 0,5-9 0,-1-5 0,7-18 0,-15 3 0,-2-9 0,-15 4 0,-8 1 0,-5-1 0,-8-2 0,-10-2 0,-10 2 0,-7 1 0,-5 3 0,-5 0 0,-7-1 0,-8 8 0,-4 5 0,-3 4 0,-3 7 0,5 3 0,-5 8 0,5 10 0,-10 7 0,3 8 0,3 9 0,1 2 0,5 5 0,3-3 0,8 8 0,7 0 0,4 3 0,6-1 0,6-2 0,9-2 0,8 2 0,14-10 0,-3-11 0,4-4 0,4-6 0,-3-9 0,7-1 0,-8-18 0,2-10 0,-2-15 0,2-8 0,-9-9 0,3-3 0,-5-7-181,0 2 1,-3-11 180,-3-6 0,-11-6 0,-1-6 0,-1-4 0,-7 44 0,0-1 0,-2 1 0,0-1 0,-3 2 0,0-1 0,-2 3 0,-2 1 0,-11-32 0,-2 13 0,-4 15 0,4 18 0,-4 17 0,-2 11 0,2 17 0,-6 16 0,4 23 0,1 11 0,-1 13 0,2 16 0,13-42 0,3 2 0,0 3 0,2 2 0,0 3 0,1 1 0,-1 1 0,2 0-192,0 1 0,2-1 1,4-1-1,2-2 192,2-5 0,3-1 0,2 0 0,3 0 0,4-2 0,2-1 0,1-1 0,2-2 0,4-4 0,1-2 0,27 30-183,7-12 0,0-13 183,6-10 0,-1-15 0,-4 1 0,-1-9 0,0 0 0</inkml:trace>
  <inkml:trace contextRef="#ctx0" brushRef="#br0" timeOffset="21">27224 12087 8912,'-19'-8'0,"-2"-3"0,-2-7 0,2-3 0,2-1 0,4-1 0,3-2 0,-1 6 0,7-4 0,0 11 0,6 7 0,0 10 0,0 7 0,8 18 0,3 10 0,10 10 0,2 6 0,-2 1 0,-2-2 0,-1-3 0,-1-6 0,6 1 0,0-6 0,-2-3 0,-2-2 0,-2-11 0,0-8 0,-5-2 0,-1-9 0,1-4 0,5-12 0,0-11 0,0-9 0,-5-3 0,-1-12 0,-1 4 0,1-4 0,3 6 0,-8-1 0,-1 6 0,-3 3 0,4 3 0,-4 7 0,13 3 0,-3 15 0,11 14 0,-2 8 0,7 16 0,1-1 0,5 0 0,8 5 0,4-5 0,4-7 0,2-6 0,-1-12 0,1-3 0,-2-14 0,-6-9 0,-8-12 0,-5-9 0,-12 0 0,-2-8 0,-8 0 0,-9-5 0,-9-1 0,-8 1 0,-4-3 0,-14-3 0,3 9 0,-14-4 0,8 14 0,-5 4 0,3 9 0,0 6 0,8 4 0,9 3 0,11 6 0,7 12 0,3 4 0,2 7 0,9 0 0,8 0 0,8 1 0,10-1 0</inkml:trace>
  <inkml:trace contextRef="#ctx0" brushRef="#br0" timeOffset="22">28360 11399 8912,'9'-42'0,"-3"-4"0,-4 4 0,-2 4 0,0 7 0,0 14 0,0 13 0,0 16 0,0 13 0,0 13 0,0 13 0,0 11 0,0 12 0,0-1-210,0 7 1,0-7 209,0 1 0,6-3 0,0-3 0,1 1 0,-1 0 0,-2-10 0,5-7 0,1-12 51,-1-10 1,-5-10-52,2-9 0,4-7 0,-7-12 0,9-15 0,-6-7 0,3-7 0,1-1 0,-1-2 0,3-6 0,5 6 0,0-6 158,0 6 0,6-6-158,0 6 0,2 6 0,-2 5 0,-4 14 0,4-2 0,-4 13 0,-2 4 0,1 15 0,-1 14 0,0 11 0,0 6 0,1-2 0,-1 0 0,2-2 0,4-4 0,-2-9 0,8-7 0,-3-4 0,3-7 0,2-3 0,-8-8 0,1-8 0,-1-3 0,-4-10 0,4-2 0,-4-14 0,-1 3 0,-1-6 0,0 0 0,-5 4 0,-3-5 0,-1 5 0,-4 2 0,-2 1 0,-2 5 0,0 8 0,0 9 0,0 7 0,0-2 0,1 12 0,5 6 0,-4 11 0,6 5 0,-3 5 0,1 1 0,8 6 0,-3 0 0,-1 0 0,1-5 0,-1-6 0,1-1 0,4-3 0,-3-2 0,1 0 0,1-14 0,-3 1 0,3-4 0,-7-4 0,8-18 0,-5-3 0</inkml:trace>
  <inkml:trace contextRef="#ctx0" brushRef="#br0" timeOffset="23">29186 11227 8912,'-67'15'0,"4"-1"0,7-3 0,9 3 0,6-1 0,13-2 0,5 5 0,13-5 0,10 4 0,8-5 0,9-4 0,10-4 0,7-2 0,8-10 0,10-7 0,-2-2 0,-4-10 0,-6 1 0,-4 1 0,-11-6 0,-8 5 0,-2 3 0,-9 2 0,0 4 0,-6 2 0,-17 7 0,-12 4 0,-13 6 0,-8 6 0,-1 5 0,-1 12 0,2 4 0,4 8 0,8 5 0,15 0 0,8 0 0,17-6 0,6 1 0,9-1 0,21-9 0,14-8 0,18 0 0,1-7 0</inkml:trace>
  <inkml:trace contextRef="#ctx0" brushRef="#br0" timeOffset="24">29651 10918 8912,'0'-60'0,"0"1"0,0 4 0,0 9 0,1 15 0,5 8 0,-4 12 0,8 21 0,-5 18 0,3 14 0,4 16 0,3 5 0,-4 11 0,-1 12 0,-5-38 0,1 1 0,6 47 0,5 0 0,0-3 0,0-3 0,-3-4-164,3-6 0,-2-9 164,14-8 0,-6-15 0,6-3 0,-6-22 0,5-11 0,3-10 0,7-10 0,2-11 0,-2-13 0,-1-11 0,-3-8 0,1-6 0,-1-1 0,-5-5 0,-1 6 0,-8-8 0,-1 4 0,-8-2 0,-3 0 0,-2 11 0,-6 6 0,-8 14 0,-4 20 0,-9 5 0,-2 7 0,-7 17 164,1 12 0,2 13-164,-1 15 0,5 4 0,-6 8 0,10-2 0,0-2 0,7-2 0,5 2 0,9-6 0,9-2 0,14-11 0,9-6 0,20-13 0,20-10 0,9-17-29,-32-7 0,1-3 1,-3-2-1,-1-3 1,4-4-1,0-2 0,-5-1 1,-1-2 28,-1 0 0,-2-1 0,34-27 0,-8 0 0,-4-3 0,-14 3 0,-3 5 0</inkml:trace>
  <inkml:trace contextRef="#ctx0" brushRef="#br0" timeOffset="25">16331 16299 8912,'0'-17'0,"-2"0"0,-2 0 0,-3-1 0,-1 1 0,0 0 0,-3 5 0,5 5 0,2 5 0,8 8 0,6 17 0,3 5 0,6 5 0,10 3 0,0 2 0,3 2 0,2-1 0,1-9 0,-1-1 0,-5-6 0,-2 2 0,-2-4 0,-4-6 0,-8-8 0,-1 5 0,-9-8 0,5 0 0,-8-16 0,0-13 0,0-11 0,0-10 0,0-11 0,0-4 0,0-8 0,0-6 0,0 1 0,0 1 0,0 12 0,0 10 0,0 9 0,2 13 0,4 6 0,3 13 0,8 10 0,3 10 0,2 13 0,5 4 0,8 7 0,-1 0 0</inkml:trace>
  <inkml:trace contextRef="#ctx0" brushRef="#br0" timeOffset="26">17226 16144 8912,'9'-19'0,"-3"-2"0,-4-4 0,-2-1 0,-2 3 0,-4-6 0,3 8 0,-9-2 0,6 6 0,-5 5 0,-2 7 0,5 3 0,0 11 0,8 9 0,2 8 0,4 14 0,3 4 0,9 8 0,5-2 0,0-5 0,7-2 0,-1-9 0,1-4 0,-1-7 0,4-2 0,-5-15 0,5-4 0,1-6 0,1-13 0,-1-12 0,0-13 0,1-9 0,-10-1 0,-8-5 0,-2-2 0,-9 1 0,0 3 0,-6 9 0,-2 4 0,-4 8 0,-3 3 0,-7 6 0,3 10 0,1 5 0,7 5 0,-7 5 0,8 13 0,-1 4 0,3 14 0,2 3 0,2 8 0,3 10 0,9-1 0,7 1 0,0-6 0,7 0 0,1-8 0,6 2 0,-1-4 0,0-1 0,-1-9 0,-4-3 0,-6-4 0,-12-1 0,-3-7 0,-10 1 0,-4 1 0,-5 2 0,-18 2 0,-6 1 0,-3-3 0,4-4 0,-6 3 0,-1-9 0,1-1 0,6-9 0,-1-5 0,1-22 0,0-5 0</inkml:trace>
  <inkml:trace contextRef="#ctx0" brushRef="#br0" timeOffset="27">17260 15405 8912,'-34'27'0,"-1"-10"0,1-11 0,0 1 0,1 1 0,3 2 0,1 3 0,14 0 0,-3-1 0,13 3 0,5-13 0,15 6 0,8-8 0,2-2 0,-4-6 0,2-7 0,-2-6 0,-2-8 0,-2 6 0,-2-5 0,-3 5 0,-5-6 0,-7 6 0,0 0 0,0 6 0,0 7 0,-1 3 0,-5 7 0,4 9 0,-4 8 0,4 12 0,2 9 0,4 8 0,8 11 0,1-3 0,16 3 0,15-3 0,9-3 0</inkml:trace>
  <inkml:trace contextRef="#ctx0" brushRef="#br0" timeOffset="28">18172 15749 8912,'-7'-17'0,"-3"-6"0,-7 0 0,0 0 0,0 6 0,1 0 0,5-1 0,-5 9 0,7 1 0,-1 18 0,5 7 0,10 10 0,7 11 0,3 2 0,2-2 0,1-2 0,-1-1 0,6-6 0,0-1 0,0-7 0,-6 2 0,0-4 0,0-2 0,0-7 0,1-4 0,-1-4 0,0-2 0,-5-8 0,-1-3 0,-7-12 0,2-6 0,-5-5 0,-1-7 0,0 3 0,0-8 0,-1 2 0,-5-1 0,2 3 0,-6 7 0,1 3 0,-1 3 0,6 4 0,-3 16 0,7 3 0,0 12 0,2 5 0,3 10 0,7 4 0,3 2 0,2-1 0,1 3 0,5 2 0,0-8 0,1 0 0,-1-6 0,-2 0 0,8 0 0,5-7 0,7-5 0,-1-3 0,2-2 0,2-15 0,7-4 0</inkml:trace>
  <inkml:trace contextRef="#ctx0" brushRef="#br0" timeOffset="29">19188 15353 8912,'-40'16'0,"-3"-1"0,-1 2 0,-3 8 0,5 8 0,1 7 0,7 2 0,5 5 0,8-1 0,8 2 0,7-12 0,12-1 0,0-7 0,11 1 0,-4-6 0,10-12 0,2-3 0,-2-8 0,2 0 0,-2-2 0,4-5 0,-1-11 0,5-1 0,-8-9 0,2-3 0,-2-9 0,-10 4 0,4-5 0,-11-1 0,0 2 0,-2 0 0,1-2 0,-3 8 0,4-1 0,-4 3 0,-2 9 0,0 6 0,0 5 0,-8 9 0,6-3 0,-3 12 0,3 5 0,2 12 0,2 9 0,3 9 0,7-1 0,3 2 0,2-6 0,1 4 0,-1-4 0,0-1 0,2-8 0,4-5 0,-2-2 0,8-3 0,-6-8 0,5-3 0,-7-6 0,2-8 0,-4-9 0,-1-15 0,-1-12 0</inkml:trace>
  <inkml:trace contextRef="#ctx0" brushRef="#br0" timeOffset="30">19463 14924 8912,'0'-12'0,"0"1"0,0 7 0,0-4 0,0 10 0,0 4 0,0 13 0,0 15 0,6 10 0,-1 14 0,9-3 0,-3 6 0,5 0 0,1 0 0,6 1 0,0 1 0,5-6 0,-5-11 0,6-12 0,-6-11 0,2-6 0,-2-5 0,-4-7 0,4-10 0,-4-7 0,-2-11 0,0-5 0,1-5 0,-9-1 0,-3-1 0,-4-5 0,-2 0 0,0-6 0,0 6 0,0 6 0,-2 7 0,-2 2 0,-2 4 0,1 8 0,5 1 0,-8 9 0,6 3 0,-4 11 0,6 14 0,6 9 0,-2 10 0,7 12 0,3 3 0,1 2 0,2-6 0,0 3 0,6-7 0,0-5 0,8-10 0,-2-7 0,1-10 0,-1-2 0,-4-7 0,-8-10 0,0-2 0,0-4 0,-7-3 0,-4-8 0,-4-8 0,5-2 0,3-7 0</inkml:trace>
  <inkml:trace contextRef="#ctx0" brushRef="#br0" timeOffset="31">20014 14717 8912,'-50'10'0,"4"-2"0,6-3 0,4 1 0,3 9 0,4 2 0,5 3 0,8 6 0,5 1 0,5 0 0,12 0 0,5 1 0,12-3 0,6-8 0,3-5 0,3-1 0,-3-9 0,-1 0 0,-4-8 0,-2-3 0,-8-3 0,-6-5 0,-7-2 0,2-4 0,-4 4 0,-2-4 0,-8 4 0,-3 2 0,-5-1 0,-1 1 0,0 8 0,0 3 0,-1 4 0,1 2 0,8 2 0,3 4 0,4 5 0,2 12 0,0-2 0,0 8 0,8-1 0,9 7 0,10-1 0</inkml:trace>
  <inkml:trace contextRef="#ctx0" brushRef="#br0" timeOffset="32">20409 15147 8912,'-22'-6'0,"-1"-1"0,0-3 0,-2-3 0,11 3 0,-3-1 0,11 7 0,8-11 0,16 3 0,8 3 0,13-3 0,3 1 0,2 1 0,-4-3 0,6 7 0,-14 0 0,3 6 0,-12 2 0,-1 4 0,-4 4 0,-7 7 0,-3 6 0,-8 2 0,0 1 0,0 5 0,-2 1 0,-4 3 0,4-1 0,-3 1 0,-5-1 0,-2 0 0,5 1 0,1-1 0,-2 0 0,3 1 0,-1-7 0,6 1 0,0-8 0,2 2 0,6-4 0,9-2 0,2 1 0,10-1 0,-1-6 0,7 1 0,5-3 0,0 3 0,0 3 0,-5-4 0,-3 7 0,-3 5 0,-4-2 0,-10 5 0,-4 1 0,-5 0 0,-19 3 0,-10 10 0,-10 4 0,-7 8 0,-4-6 0,-8 0 0,1-8 0,-1 2 0,3-6 0,3-5 0,4-12 0,7-11 0,8-8 0,4-7 0,4-11 0,2-4 0,9-11 0,8-5 0,8-8 0,9 2 0,10-3 0,8-3 0,1 1 0,10-1 0,0 0 0,5 1 0,9-8 0,3-4 0,4-4 0,1-2 0,-6 2-217,-5 4 1,-5-8 216,-7 8 0,-6 0 0,-16 12 0,-2 1 0,-16 4 0,1 0 0,-6 12 0,-2 3 0,-4 14 0,-3 8 0,-1 9 0,5 11 0,3 6 0,2 6 0,2 6 108,3 11 0,3-2 1,5 8-1,-1 2-108,1 2 0,3 1 0,1 1 0,0-6 0,0-1 0,-5-6 0,-1 1 0,1-6 0,5-5 0,0-6 0,0-12 0,-5-3 0,-3-12 0,-1-7 0,5-24 0,-3-18 0</inkml:trace>
  <inkml:trace contextRef="#ctx0" brushRef="#br0" timeOffset="33">21304 14322 8912,'-61'0'0,"4"2"0,5 4 0,6 5 0,6 10 0,11 2 0,6 6 0,12-6 0,7-1 0,8 3 0,13-6 0,12 4 0,5-11 0,6-7 0,-3-3 0,3-2 0,-4 0 0,-3-2 0,-5-3 0,-5-7 0,-11-3 0,-4-2 0,-8 0 0,0-1 0,0 1 0,-8 8 0,-2-5 0,-7 9 0,0 1 0,7 4 0,5 5 0,3 5 0,17 7 0,4 0 0</inkml:trace>
  <inkml:trace contextRef="#ctx0" brushRef="#br0" timeOffset="34">21838 15044 8912,'-8'10'0,"4"-3"0,-7-7 0,7 8 0,-9-4 0,7 7 0,-6-5 0,7 5 0,-1-7 0,4 6 0,-4-5 0,4-1 0,-3 8 0,-5-8 0,6 5 0,-7-3 0,-1-4 0,-3-2 0,4-12 0,5-3 0,12-2 0,-1-2 0,13-4 0,-3-2 0,14-4 0,-1-3 0,7 3 0,-1 4 0,0 2 0,7-1 0,-1 1 0,0 4 0,2 5 0,-4 1 0,8 7 0,-6 0 0,6 6 0,-8 0 0,3 0 0,1 2 0,-2 4 0,2-4 0,-4 4 0,0-6 0,-5-6 0,-1 0 0,-9-11 0,0 4 0,-6-10 0,-7-2 0,-4 2 0,-4 0 0,-2 6 0,-14 0 0,-3-1 0,-10 9 0,4 3 0,-5 4 0,5 2 0,2 2 0,2 4 0,7 1 0,1 5 0,7 3 0,-2-3 0,4 3 0,2 2 0,0 2 0,0 4 0,0-4 0,0 4 0,0-4 0,2-2 0,4 1 0,-2-3 0,7-4 0,1-3 0,5-8 0,6 0 0,0 0 0,1-6 0,-1 1 0,-3-3 0,2 2 0,3 6 0,-2 0 0,-2 12 0,-2 9 0,2 21 0,-3 15 0,7 18 0,-14 11 0,-1-34 0,-1 2-239,-3 6 1,0 1-1,0 6 1,1 0 238,-1-4 0,-1 0 0,0 1 0,-2 0 0,-3-9 0,-2-1 0,0-2 0,-2 1 0,-1-3 0,-1-1 0,-9 46-72,-3-14 1,1-16 71,0-25 0,0-12 0,0-5 0,-6-11 0,0-6 0,-2-20 0,2-11 0,-6-13 0,-3-13 0,3-14 0,0-10 0,14-5-164,-2 5 1,11-5 163,0 6 0,6-1 0,6 6 0,11 8 0,12 4 0,5 1 0,7-1 0,10 2 0,12-8 0,4 5 0,2-5 0,0-2 0,0-1 0</inkml:trace>
  <inkml:trace contextRef="#ctx0" brushRef="#br0" timeOffset="35">25366 14545 8912,'-35'-7'0,"-1"-7"0,-4-5 0,-4-4 0,-2 2 0,0 2 0,-2 2 0,-2 7 0,1 5 0,1 5 0,2 5 0,8 7 0,-2 13 0,3 13 0,3 17 0,3 7 0,6 14 0,10 0 0,6 5 0,10-3 0,11 2 0,11-15 0,6-6 0,3-15 0,2-15 0,9-16 0,2-7 0,-1-10 0,2-13 0,0-12 0,6-22 0,-1-16 0,-1-8 0,-4-5 0,-6 0 0,-5-6 0,-7 0 0,-5-2-224,-16 40 0,-2-1 0,-1-43 224,-9 43 0,-2 1 0,-14-42 0,2 44 0,-2 0 0,-15-36 0,-5 13 0,7 20 0,5 26 0,6 13 0,12 10 0,-2 11 0,7 22 0,2 19 0,2 18 0,2 14 0,0 8 0,1-42 0,0 1-140,2 3 1,0 1 0,-2-1 0,2-1 139,1-4 0,3 0 0,1 0 0,1 1 0,14 42 0,-6-45 0,2-1 0,16 34 0,18-9 0,5-25 0,9-14 0,7-14 0,5-11 0,-1-5 0,-9-25 0,-12-11 0,-11-12 0,2-13 0,-8-4 0,0-4 0</inkml:trace>
  <inkml:trace contextRef="#ctx0" brushRef="#br0" timeOffset="36">26002 14442 8912,'-23'6'0,"0"0"0,-1 1 0,3-3 0,-4 4 0,-2 1 0,0 9 0,-2 4 0,-1 11 0,7 1 0,-6 3 0,6 8 0,6-1 0,6 2 0,7-9 0,-2-9 0,6-9 0,6 0 0,7-7 0,8-4 0,0-10 0,8-10 0,0-11 0,5-5 0,-1-11 0,-5-1 0,3-2 0,-8 2 0,0 4 0,-6-4 0,4 5 0,-4 7 0,2 3 0,-13 8 0,0 3 0,-6 9 0,0 14 0,0 20 0,0 9 0,0 2 0,2 6 0,3-6 0,5 0 0,7-5 0,8-3 0,4-3 0,9-12 0,2-11 0,8-6 0,-2-6 0,-2-11 0,0-14 0,-2-7 0,-4-8 0,-4-9 0,-5-3 0,4-14 0,-7 1 0</inkml:trace>
  <inkml:trace contextRef="#ctx0" brushRef="#br0" timeOffset="37">26656 13858 8912,'-17'-10'0,"0"2"0,2 20 0,3 11 0,4 11 0,8 18 0,0 9 0,0 8 0,0 7-330,0 10 0,2 0 330,4 0 0,6 0 0,10-2 0,9-6 0,7-9 0,1-8 0,6-9 0,1-8 0,6-2 0</inkml:trace>
  <inkml:trace contextRef="#ctx0" brushRef="#br0" timeOffset="38">26553 14580 8912,'-34'0'0,"-1"-2"0,1-4 0,7-3 0,6-9 0,8 1 0,7 0 0,15-8 0,14-3 0,21-7 0,25-5 0,-25 21 0,4 2 0,6-3 0,1 0 0,3-2 0,1 2-268,1 0 0,0-1 0,1-2 1,0-1 267,2 0 0,1 2 0,-4 1 0,0 0 0,1 1 0,-2 0 0,-5-1 0,-2 0 0,36-18 0,-12 5 0,-13 4 0,-25 3 0,-15-2 0,-13 10 0,-16 8 0,-3 7 0,-9-2 0,-5 4 0,1 2 0,-7 0 0,4 2 0,-2 6 0,-3 9 0,-3 2 535,-1 10 1,-6-6-536,-1 5 0,1 5 0,6 1 0,-1 4 0,1-9 0,1 1 0,5-1 0,-1 2 0,12-8 0,-2-6 0,15-8 0,6-1 0,7-4 0,16-6 0,10-10 0,7-1 0,9-16 0,1 1 0,0-7 0,-3 3 0,-3 3 0,2 4 0,-8 8 0,-5 8 0,-7 3 0,3 4 0,1 2 0,1 8 0,-4 3 0,3 10 0,-3 2 0,3 6 0,3-6 0,-1 5 0,1-5 0,5 0 0,2-6 0,2-1 0,4-5 0,1-3 0,11-16 0,1-1 0</inkml:trace>
  <inkml:trace contextRef="#ctx0" brushRef="#br0" timeOffset="39">10308 17812 8912,'0'-17'0,"0"0"0,0 0 0,0 5 0,0 1 0,0-3 0,0-1 0,0-2 0,0 0 0,0-1 0,0 1 0,0 0 0,0 0 0,0 0 0,0-1 0,0 1 0,0 6 0,0-1 0,0 1 0,0-6 0,0-1 0,0 9 0,-8 1 0,-1 18 0,-8 7 0,-1 15 0,1 14 0,0 6 0,0 5 0,1-1 0,5 7 0,-2-8 0,5 2 0,0-3 0,1-3 0,1-9 0,6-7 0,2-1 0,4-5 0,-3-4 0,9-2 0,1-4 0,10-2 0,-4-8 0,14-9 0,-6-9 0</inkml:trace>
  <inkml:trace contextRef="#ctx0" brushRef="#br0" timeOffset="40">10480 17812 8912,'-17'0'0,"0"0"0,-1 0 0,1 0 0,2 2 0,3 4 0,-1-2 0,7 7 0,1-3 0,5 9 0,0-4 0,0 10 0,0-2 0,0 2 0,2-2 0,3 8 0,5-10 0,7-2 0,0 0 0,0-5 0,6-5 0,0-1 0,2-6 0,-2-6 0,-4 3 0,4-9 0,-9-5 0,-5-6 0,-1 2 0,-4 2 0,-2 2 0,-2-1 0,-6 1 0,0 0 0,-13 6 0,2-1 0,-4 6 0,3-3 0,1 1 0,0 4 0,0 2 0,0 2 0,-1 0 0,1 0 0,0 0 0</inkml:trace>
  <inkml:trace contextRef="#ctx0" brushRef="#br0" timeOffset="41">10893 17417 8912,'-34'0'0,"1"0"0,4 0 0,7 0 0,8 0 0,3 0 0,-1 2 0,-3 5 0,3 10 0,5 10 0,7 13 0,0 4 0,0 8 0,0 5 0,0 0 0,6 6 0,-1-5 0,9-1 0,-3-5 0,4-8 0,1-6 0,-3-10 0,-1-10 0,-1-9 0,14-9 0,2 0 0</inkml:trace>
  <inkml:trace contextRef="#ctx0" brushRef="#br0" timeOffset="42">11031 17692 8912,'-17'15'0,"-1"-4"0,7 5 0,-1-5 0,3 5 0,-3 1 0,-1 0 0,7 0 0,1 0 0,5 0 0,0 1 0,0-1 0,7 0 0,3-2 0,7-3 0,0-5 0,0-7 0,1 0 0,-1 0 0,-6-5 0,1-1 0,-3-7 0,3 1 0,-7-3 0,-3 3 0,-2 1 0,0 5 0,0-5 0,-7 7 0,3-4 0,-8 8 0,9 0 0,-5-7 0,8-3 0</inkml:trace>
  <inkml:trace contextRef="#ctx0" brushRef="#br0" timeOffset="43">11409 17606 8912,'10'-35'0,"5"1"0,-3 0 0,1 1 0,-1 4 0,-5 5 0,1 14 0,-4 4 0,7 12 0,1 4 0,5 7 0,-6 6 0,1 0 0,-3 7 0,3-1 0,1 3 0,-7 3 0,0-7 0,-6 1 0,0 0 0,0-3 0,0-1 0,0-7 0,0-7 0,0 0 0,0-7 0,0-4 0,0-11 0,0-18 0,0-5 0,7-18 0,5 1 0,3-7 0,2 1 0,8 3 0,2-3 0,2 6 0,-1 5 0,-5 6 0,6 11 0,-8 4 0,4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5.523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14266 7634 8912,'-17'0'0,"0"0"0,5 0 0,1 0 0,-3 0 0,-1 0 0,-2 0 0,5 0 0,1 0 0,9 0 0,2 0 0,9 0 0,7 0 0,11-6 0,7 0 0,2 1 0,12 3 0,4-2 0,3-2 0,2-5 0,-5 5 0,-2-6 0,-4 7 0,0-7 0,-12 7 0,2-1 0,-13 6 0,-2 0 0,-9 0 0,-6 0 0,-12 0 0,-4 0 0,-7 6 0,0-1 0,0 7 0,-1-7 0,9 3 0,3-2 0,-2-2 0,3 7 0,-9 1 0,5 5 0</inkml:trace>
  <inkml:trace contextRef="#ctx0" brushRef="#br0" timeOffset="1">15453 7238 8912,'0'-17'0,"0"0"0,0 0 0,0 0 0,0-1 0,0 1 0,0 10 0,0 7 0,0 9 0,-5 16 0,-1 9 0,2 10 0,2 6 0,-4 7 0,1 1 0,-1 5 0,6-6 0,0-2 0,0-1 0,0-3 0,0 1 0,2-10 0,2-8 0,3-9 0,3-6 0,7-9 0,6-4 0,6-8 0,-6-10 0,5-7 0,-5-15 0,0-1 0,-6 1 0</inkml:trace>
  <inkml:trace contextRef="#ctx0" brushRef="#br0" timeOffset="2">15385 7479 8912,'-18'8'0,"3"-5"0,4 9 0,-5-8 0,14 3 0,-3-7 0,10 0 0,7 0 0,11 0 0,5 0 0,5 0 0,3-2 0,4-3 0,-3 1 0,3-8 0,-4 7 0,-1-7 0,-3 7 0,-3-7 0,3 1 0,-5-7 0</inkml:trace>
  <inkml:trace contextRef="#ctx0" brushRef="#br0" timeOffset="3">15849 7479 8912,'10'0'0,"-1"0"0,-3 0 0,-2 0 0,7 0 0,1 0 0,5 0 0,0 0 0,0 0 0,1 0 0,-1 8 0,0 3 0,-7 4 0,-5 3 0,3 6 0,-2 5 0,-1-2 0,-5 1 0,0-6 0,0 0 0,-5-2 0,-1-3 0,0-2 0,-1-4 0,5-3 0,-6-10 0,8-4 0,0-3 0,0-8 0,8-8 0,3-4 0,4-9 0,5-2 0,1 4 0,2 5 0,0-1 0,-6 3 0,0 4 0,0 2 0,0 10 0,1 1 0,-1 8 0,0-3 0,0 7 0,-5 7 0,-1 5 0,-7 3 0,6 1 0,-5-5 0,-3 4 0,6-11 0,-8 8 0,0-7 0,0 7 0,0-7 0,0 7 0,2-6 0,3 5 0,-3-5 0,4 5 0,-4-5 0,-2 6 0,6-7 0,1 7 0,3 1 0,-6-3 0,2 1 0,-3-7 0,3 2 0,-4-4 0,13-2 0,-7-2 0,5-4 0,-1-7 0,1-8 0,-3 0 0,1-8 0,-1 6 0,1-6 0,5 8 0,-5-2 0,-3 4 0,7 4 0,-4 3 0,-1 14 0,1 16 0,-7 1 0,2 9 0,2-1 0,-3 2 0,7 3 0,-6-3 0,5-4 0,-3-2 0,1-4 0,5-2 0,1-2 0,2-3 0,6 1 0,0-7 0,2-2 0,-2-10 0,-4 0 0,4-11 0,0 7 0,-4-11 0,-4 0 0,1 2 0,-3 0 0,-2 2 0,3-2 0,-8-4 0,5 4 0,-5-4 0,0-2 0,-6 2 0,0 0 0,0 6 0,0 0 0,-8 7 0,-4 5 0,-11 10 0,4 12 0,-4 12 0,4 9 0,2 4 0,0 2 0,0 4 0,7-6 0,4-2 0,4-3 0,2-3 0,10-7 0,7-4 0,14-12 0,9-5 0,14-4 0,-3-2 0,5-14 0,-5-5 0,1-6 0,-8-3 0,-2-7 0</inkml:trace>
  <inkml:trace contextRef="#ctx0" brushRef="#br0" timeOffset="4">18379 7685 8912,'-10'-17'0,"-3"6"0,5-1 0,-1 1 0,-5 1 0,1 4 0,1 12 0,7 6 0,3 5 0,2 4 0,0 4 0,0 1 0,0-5 0,0 4 0,0-2 0,0 0 0,0-6 0,0-5 0,2-1 0,3-1 0,-1-3 0,8-7 0,-6 0 0,5 0 0,-7-7 0,3-5 0,-1-3 0,0-2 0,0 0 0,-6-1 0,2 3 0,3 4 0,-1 5 0,8 12 0,-7 3 0,7 8 0,-3 1 0,3-1 0,3 0 0,-3 0 0,3-1 0,2-3 0,0-4 0,1-1 0,-1-2 0,0-6 0,-2-2 0,-3-4 0,3-5 0,-4-12 0,-3 2 0,-2-8 0,-4 0 0,-2-5 0,0 2 0,-2 1 0,-4 4 0,-5 2 0,1 3 0,-1 4 0,5 9 0,-6 3 0,7 6 0,-7 6 0,8 3 0,-3 9 0,7-1 0</inkml:trace>
  <inkml:trace contextRef="#ctx0" brushRef="#br0" timeOffset="5">18947 7479 8912,'-17'-17'0,"-1"2"0,1 3 0,0 4 0,0 10 0,-1 4 0,9 13 0,3 16 0,4 1 0,2 10 0,0-6 0,0 6 0,0-6 0,0 6 0,6-8 0,0 2 0,5-6 0,-3-5 0,0-6 0,-1-4 0,7-2 0,-13-7 0,13-4 0,-8-12 0,1-9 0,-1-8 0,-4-8 0,6 2 0,-3-3 0,1-3 0,2 7 0,-3-1 0,-3 8 0,4-2 0,4 4 0,-3 8 0,5-1 0,3 10 0,-4 0 0,5 6 0,1 15 0,0-1 0,0 3 0,1-4 0,5-2 0,0-4 0,1 3 0,-1-8 0,-4-1 0,4-5 0,-3 0 0,-3 0 0,0 0 0,0 0 0,-5-7 0,-1-5 0,-7-3 0,2-2 0,-4-6 0,-2 0 0,-2 4 0,-4 5 0,-4-1 0,-7 13 0,0-4 0,0 6 0,0 6 0,5 4 0,1 7 0,5 8 0,-6 3 0,9-1 0,-3 2 0,4-6 0,4 4 0,4-3 0,5-3 0,6-2 0,6-1 0,4-9 0,7-3 0,6-4 0,1-2 0,-1-8 0,-6-3 0,1-12 0,-1-6 0,-7-3 0,-4-3 0,-6 1 0,-6 0 0,3 5 0,-8 0 0,-1 8 0,-5-2 0,0 12 0,-2 3 0,-1 10 0,-3 4 0,-6 3 0,7 9 0,-7 4 0,6 1 0,-5 0 0,5-5 0,0-1 0,6 0 0,-5 0 0,-1 0 0,0-7 0,6-3 0,0-16 0,0-8 0,8 0 0,3-6 0,5-2 0,1 2 0,6-6 0,0 6 0,-2 4 0,-2 6 0,4-1 0,0 9 0,6-1 0,-7 6 0,1 8 0,-5 3 0,-1 6 0,0 6 0,4-2 0,-2 6 0,-4-2 0,1-4 0,-1-2 0,10-2 0,2 0 0</inkml:trace>
  <inkml:trace contextRef="#ctx0" brushRef="#br0" timeOffset="6">21184 7479 8912,'-17'0'0,"-1"0"0,1 0 0,2-2 0,3-4 0,7 4 0,10-3 0,7 3 0,3 6 0,4 7 0,2 10 0,2 4 0,0 13 0,-7-3 0,-3 1 0,-2 0 0,-5 2 0,4-1 0,-3-7 0,-3-3 0,-2-4 0,-2-6 0,0 0 0,0-15 0,0-8 0,0-16 0,0-13 0,2-1 0,4-10 0,5 0 0,5 2 0,1-4 0,0 8 0,-2 0 0,-3 6 0,3 7 0,-3 4 0,3 12 0,2 5 0,0 4 0,0 10 0,1 1 0</inkml:trace>
  <inkml:trace contextRef="#ctx0" brushRef="#br0" timeOffset="7">21803 7668 8912,'-7'-17'0,"-3"0"0,-7 0 0,0-1 0,0 3 0,-1 4 0,1 1 0,0 4 0,0 4 0,0-3 0,-6 10 0,2 9 0,3 5 0,5 4 0,1 7 0,-5-1 0,2 4 0,3 1 0,5-7 0,7-4 0,0-4 0,0-2 0,0 0 0,0 0 0,13-9 0,4-8 0,6-8 0,0-9 0,4-6 0,8 0 0,-3-7 0,-1 1 0,-5-2 0,-1 3 0,-2 3 0,-6 8 0,1 1 0,-1 5 0,-6-2 0,1 7 0,-8 0 0,3 14 0,-5 3 0,4 5 0,-4 1 0,4 0 0,3 0 0,3 0 0,3-1 0,2-5 0,0-3 0,0-8 0,1 0 0,-1 0 0,0 0 0,0-2 0,1-2 0,-1-2 0,-6-7 0,1 1 0,-9 3 0,3-3 0,2 7 0,-2-7 0,-3-1 0,-1 5 0,-9 1 0,-3 7 0,-5 7 0,1 3 0,3-1 0,7 7 0,-5-13 0,3 9 0,4-8 0,-6 3 0,8-7 0,2-2 0,4-3 0,-2 3 0,7-6 0,3 1 0,1 5 0,2-4 0,2 2 0,4-2 0,-2 4 0,8-3 0,-6 3 0,6 2 0,-1 0 0,7 0 0,-7 0 0,1-2 0,2-2 0,1-2 0,-3-1 0,-1 1 0,-6-4 0,0-7 0,-2 0 0,-3 0 0,-8 0 0,-3-1 0,-4 1 0,-2 0 0,-2 0 0,-4 0 0,1 7 0,-13 4 0,5-1 0,-10 1 0,-2 2 0,2 10 0,-5 5 0,5 12 0,0-2 0,5 8 0,1-6 0,2 6 0,2-1 0,1-1 0,8 3 0,-1-7 0,10 6 0,7-6 0,3 2 0,2-2 0,6-4 0,0 4 0,6-2 0,-6 2 0,0-4 0,-8 6 0,-2-2 0,-1 0 0,-8 1 0,1-1 0,-5-4 0,-5 4 0,1-4 0,-8-1 0,1-7 0,-6-1 0,0-3 0,-1-1 0,1-6 0,0 0 0,0 0 0,5-6 0,1 1 0,5-9 0,-5 3 0,7-5 0,-4-1 0,8 0 0,2 0 0,4 0 0,3-1 0,8 1 0,8-6 0,4 0 0,4 0 0,1-1 0,2 3 0,4-8 0,4 2 0,8-1 0,-8-5 0,-4 4 0,-4-3 0,-1-2 0,-3-7 0,-3 1 0,-12 2 0,-11 9 0,-4 7 0,-2 2 0,-2 5 0,-4 4 0,-5 3 0,-12 8 0,4 13 0,-4 5 0,-2 10 0,2 1 0,4 3 0,6 3 0,-1-7 0,8 1 0,1 4 0,5 1 0,0 2 0,0-13 0,7 6 0,5-6 0,13 0 0,9-6 0,8-8 0,10-3 0,15-4 0,3-2 0</inkml:trace>
  <inkml:trace contextRef="#ctx0" brushRef="#br0" timeOffset="8">24058 7359 8912,'-50'-8'0,"2"-3"0,4-3 0,2 3 0,8 3 0,7 10 0,2 4 0,4 5 0,4 4 0,5 3 0,-1 5 0,7 0 0,1 7 0,5-3 0,0 1 0,0 1 0,5-14 0,1 3 0,7-7 0,-1 1 0,-3 1 0,3-7 0,1-3 0,3-8 0,-1-5 0,-4-7 0,-5 0 0,-4 0 0,-2-1 0,0 1 0,0 0 0,0 0 0,0 0 0,0-1 0,-8 3 0,-3 4 0,1 1 0,-1 4 0,-1 4 0,-5-3 0,8-5 0,-7 8 0,7-5 0</inkml:trace>
  <inkml:trace contextRef="#ctx0" brushRef="#br0" timeOffset="9">24694 7101 8912,'-26'-27'0,"-5"-4"0,8 9 0,0-1 0,6 7 0,0 5 0,0 5 0,7 4 0,-3 16 0,7 5 0,2 7 0,2 11 0,-4-1 0,1 10 0,-3 0 0,2 5 0,4 1 0,-3-1 0,-3 1 0,2 0 0,-1-1 0,3 1 0,-2-3 0,2-3 0,-3-4 0,1-7 0,-2-7 0,2 1 0,3-14 0,-9 3 0,1-13 0,-7 3 0</inkml:trace>
  <inkml:trace contextRef="#ctx0" brushRef="#br0" timeOffset="10">24247 7496 8912,'-6'-11'0,"-1"-1"0,-1-1 0,0-2 0,-3 3 0,5 1 0,0 7 0,10-4 0,8 8 0,3 0 0,19 0 0,1 2 0,15 2 0,5 4 0,4 1 0,4-5 0,6 11 0,0-5 0</inkml:trace>
  <inkml:trace contextRef="#ctx0" brushRef="#br0" timeOffset="11">25624 7393 8912,'-46'0'0,"0"-2"0,0-2 0,2-1 0,-6-1 0,4 6 0,-1 9 0,1 9 0,8 8 0,7 7 0,8 7 0,12 0 0,3 6 0,8-6 0,0 0 0,0-5 0,0-14 0,0-4 0,8-12 0,3 1 0,4-6 0,2-6 0,1-7 0,-1-8 0,8-6 0,3-7 0,5-2 0,1-4 0,-5 1 0,0-5 0,-1 0 0,-1 1 0,4-3 0,-8-6 0,5 8 0,-5 2 0,-4 4 0,-5 4 0,-1-3 0,-7 14 0,0 8 0,-12 9 0,0 12 0,-7 11 0,1 12 0,-3 5 0,-2 6 0,0 4 0,-1 8 0,9-6 0,3 0 0,4-6 0,2 6 0,2-8 0,6 2 0,9-6 0,10-5 0,7-4 0,6-8 0,4-7 0,8-5 0,0-3 0,-1-9 0,1-3 0</inkml:trace>
  <inkml:trace contextRef="#ctx0" brushRef="#br0" timeOffset="12">26037 7427 8912,'-12'0'0,"1"0"0,-3 0 0,-1 0 0,-2 0 0,0 0 0,-2 0 0,-4 0 0,2 0 0,-8 0 0,8 8 0,-2 4 0,4 3 0,2 2 0,5 0 0,1 0 0,5-5 0,-6-1 0,11-1 0,1 1 0,1-3 0,11-8 0,-1 0 0,7 0 0,-1 0 0,0 0 0,0-6 0,0 1 0,1-1 0,-1 6 0,0 0 0,0 0 0,0 0 0,-5 7 0,-1 5 0,-5-3 0,6 3 0,-7 1 0,5 8 0,-1 2 0,1-2 0,-4-2 0,5-1 0,-5-3 0,5-4 0,1 3 0,5-9 0,8 1 0,2-6 0</inkml:trace>
  <inkml:trace contextRef="#ctx0" brushRef="#br0" timeOffset="13">26484 7187 8912,'-17'0'0,"5"-6"0,1 0 0,5 1 0,-5 5 0,5 0 0,-5 3 0,-3 9 0,7 3 0,1 19 0,-2-1 0,2 13 0,-1 5 0,1 7 0,4 5 0,-4-6 0,4 0 0,2-5 0,0-2 0,0-5 0,0-8 0,0-9 0,-1-8 0,-5-3 0,-4 0 0,-15-15 0,-1 5 0</inkml:trace>
  <inkml:trace contextRef="#ctx0" brushRef="#br0" timeOffset="14">26020 7737 8912,'0'-33'0,"0"3"0,0 1 0,0-1 0,0-1 0,0 2 0,1 5 0,5 6 0,6 1 0,11 0 0,5 7 0,12 5 0,1 3 0,10 2 0,-3 2 0,9 3 0,5 3 0,1 4 0,-4-5 0,-2-7 0,-3 0 0,-3 0 0</inkml:trace>
  <inkml:trace contextRef="#ctx0" brushRef="#br0" timeOffset="15">26897 7462 8912,'-17'0'0,"-6"0"0,0 0 0,-8 0 0,3 0 0,-10 6 0,-3-1 0,-5 7 0,6-7 0,0 9 0,6-3 0,7 7 0,4 4 0,10-2 0,3 2 0,2-2 0,5-5 0,8-4 0,5-3 0,7-8 0,2 0 0,2 0 0,4 0 0,2 0 0,0-6 0,1 0 0,-1-5 0,-6 5 0,4 2 0,2 3 0,0 1 0,1 0 0,3 0 0,-8 0 0,2 0 0,-2 0 0,-2 1 0,7 5 0,-7-2 0,2 7 0,4 1 0,0 5 0,0 0 0,13 1 0,-4-1 0</inkml:trace>
  <inkml:trace contextRef="#ctx0" brushRef="#br0" timeOffset="16">27947 7565 8912,'9'-17'0,"-1"0"0,-8-1 0,0 1 0,2 0 0,4 0 0,-4 0 0,5-1 0,-7 1 0,0 6 0,0-1 0,-2 10 0,-1 2 0,-3 10 0,-6 7 0,7 6 0,-3 2 0,4 5 0,-2-3 0,3-2 0,1 4 0,2-6 0,0 0 0,2-6 0,1 0 0,3 0 0,8-2 0,-3-3 0,10-4 0,2-8 0,8 0 0,-3 0 0,5-10 0,1-7 0,1-2 0,-1-10 0,0 0 0,-1-3 0,-4 3 0,-6 6 0,-4 4 0,-2 2 0,0 0 0,-5 7 0,-3 6 0,-1 10 0,-4 11 0,5 8 0,3 10 0,-5-1 0,-1 0 0,2 3 0,-3 3 0,1-4 0,-6 4 0,0-4 0,0-1 0,0-8 0,0-4 0,-8-6 0,-3-6 0,-4 3 0,-2-9 0,-3 1 0,-3-6 0,-1-8 0,-5-3 0,-4-4 0,14-10 0,-6-2 0</inkml:trace>
  <inkml:trace contextRef="#ctx0" brushRef="#br0" timeOffset="17">28050 7170 8912,'-34'0'0,"-1"-6"0,1 0 0,5 0 0,2 6 0,3 0 0,3 2 0,9 4 0,6 5 0,4 5 0,4-1 0,4-4 0,6 5 0,10-5 0,3 3 0,6-1 0,-4-3 0,-2-3 0,-2-1 0,-6-6 0,0 0 0,-2-8 0,-3-3 0,-7-4 0,-10-3 0,-7 1 0,-3 6 0,-2-1 0,-6 8 0,0-1 0,0 3 0,6 2 0,-1 0 0,9 7 0,-6 3 0,5 7 0</inkml:trace>
  <inkml:trace contextRef="#ctx0" brushRef="#br0" timeOffset="18">29169 7256 8912,'-8'9'0,"0"1"0,-5-7 0,3 5 0,1 0 0,-1-1 0,5 12 0,-5-1 0,0 3 0,3 5 0,-3 7 0,1 5 0,3 4 0,-4-4 0,1 4 0,-1 2 0,5 0 0,-7 2 0,6-6 0,-3-9 0,-1-4 0,1-3 0,3-1 0,-6-6 0,7-7 0,-7-4 0,8-4 0,-3-2 0,7-10 0,0-7 0,7-2 0,5-10 0,3 6 0,2-5 0,1 5 0,-1-4 0,0 2 0,0 4 0,0 2 0,1 2 0,-1 5 0,0 1 0,0 7 0,0-2 0,-5 4 0,-1 2 0,3 0 0,1 0 0,2 8 0,1 2 0,-1 7 0,-6-6 0,1 1 0,-1-8 0,6 1 0,1 5 0,-1-8 0,0 3 0,0-3 0,0-7 0,1-1 0,-7-6 0,1 7 0,-9-1 0,7 0 0,-4 0 0,-4 1 0,5 12 0,-7 5 0,0 3 0,0 2 0,0 1 0,0-1 0,0 0 0,0 0 0,0 6 0,0 0 0,0-2 0,-7-2 0,-3-2 0,-7 0 0</inkml:trace>
  <inkml:trace contextRef="#ctx0" brushRef="#br0" timeOffset="19">29547 7376 8912,'0'-17'0,"0"-1"0,-5 7 0,-1 0 0,0 7 0,6-8 0,0 12 0,2-2 0,4 14 0,5-3 0,12 3 0,-4 3 0,4-3 0,-6-3 0,-5 3 0,3-9 0,-5 13 0,7-7 0</inkml:trace>
  <inkml:trace contextRef="#ctx0" brushRef="#br0" timeOffset="20">29823 7513 8912,'0'10'0,"0"-2"0,0-8 0,-2 0 0,-4 0 0,-4 0 0,-7 5 0,0 1 0,0 7 0,0-1 0,1 3 0,3 0 0,3-1 0,3-3 0,-5 1 0,6 5 0,1 0 0,5 0 0,0-7 0,7-2 0,5-8 0,3 0 0,4-2 0,2-4 0,2-6 0,0-3 0,-6-2 0,1 5 0,-1 1 0,0-2 0,-2 3 0,-3-1 0,-5 7 0,-7-2 0,0 12 0,-1 11 0,-5 12 0,-4 3 0,-7 3 0,0 1 0,0 4 0,-1-2 0,1 8 0,2-8 0,2 2 0,3-3 0,2-3 0,-3-5 0,5-1 0,-5-7 0,5 2 0,0-11 0,6-20 0,0-11 0</inkml:trace>
  <inkml:trace contextRef="#ctx0" brushRef="#br0" timeOffset="21">30167 7376 8912,'-8'9'0,"4"-1"0,-7-8 0,5 2 0,-5 4 0,-3 5 0,5-1 0,-3 1 0,6 1 0,-5 5 0,5 6 0,-5 0 0,7 7 0,-2-1 0,-3 9 0,-1 2 0,1-2 0,3-1 0,-2-3 0,2 0 0,-5-1 0,5-4 0,1-5 0,5-6 0,0-9 0,0-1 0,0-8 0,7-8 0,3-5 0,3-6 0,2-4 0,5 2 0,1-4 0,-4 2 0,0 0 0,0 6 0,0 5 0,1 1 0,-1 7 0,0-2 0,-6 5 0,1 1 0,-2 13 0,1 4 0,-1 14 0,-7 3 0,3 8 0,-2 2 0,0 6 0,1-4 0,-1 1 0,8-1 0,-1-4 0,6-7 0</inkml:trace>
  <inkml:trace contextRef="#ctx0" brushRef="#br0" timeOffset="22">30941 7290 8912,'10'-8'0,"-1"-1"0,-3-8 0,-4 7 0,6 4 0,-10 14 0,-4 11 0,-7 15 0,-8 18 0,-8 17 0,-4 15 0,15-37 0,0 1 0,-1 6 0,0 1 0,-1 2 0,0 1 0,0 1 0,1 0 0,1 0 0,0-1-215,0-4 1,2 1-1,2-1 1,3-1 214,-6 38 0,7-22 0,10-19 208,0-16-208,0-17 0,8-9 0,1-8 0</inkml:trace>
  <inkml:trace contextRef="#ctx0" brushRef="#br0" timeOffset="23">31337 7376 8912,'-17'0'0,"5"0"0,1 2 0,-3 2 0,-1 1 0,-2 16 0,0 4 0,0 11 0,-1 10 0,7 6 0,-1 5 0,9 4 0,-3 8 0,4-8 0,2-3 0,0-5 0,0-3 0,0-4 0,0-6 0,0-12 0,0-10 0,0-11 0</inkml:trace>
  <inkml:trace contextRef="#ctx0" brushRef="#br0" timeOffset="24">31509 7788 8912,'-27'0'0,"2"0"0,3 2 0,-1 4 0,-8 4 0,2 7 0,4 2 0,2 4 0,10-2 0,4 8 0,1-1 0,4-1 0,12-2 0,9-8 0,2-7 0,10-5 0,-1-3 0,7-2 0,-3-2 0,-3-3 0,2-5 0,-8-7 0,5-6 0,-5 0 0,-6-6 0,-7 4 0,-2-1 0,-5-5 0,-1 6 0,-2 2 0,-7 0 0,-5 6 0,-9-2 0,-2 13 0,-5 1 0,5 5 0,0 0 0,5 0 0,1 0 0,0 0 0</inkml:trace>
  <inkml:trace contextRef="#ctx0" brushRef="#br0" timeOffset="25">31750 7806 8912,'10'-8'0,"-5"-3"0,-3 3 0,-4 0 0,-2 10 0,-1 4 0,-9 3 0,3 9 0,1-1 0,-1 0 0,5 6 0,-3 0 0,1-2 0,4-2 0,2-2 0,2 0 0,0 1 0,2-3 0,4-4 0,-2 3 0,7-9 0,2 1 0,10-6 0,-3-7 0,3-5 0,1-3 0,-1-2 0,8-6 0,-2 0 0,-5-6 0,-1 6 0,-3 0 0,-3 6 0,-6 2 0,1 3 0,-9 7 0,3 12 0,-6 9 0,-6 5 0,5 7 0,-5-5 0,4 6 0,2-6 0,8 0 0,3-6 0,14-2 0,7-3 0,9-7 0,3-3 0,-6-9 0,2-5 0,0-11 0,-5-5 0,1-7 0,-13-5 0,-6 4 0,-6-4 0,-7-2 0,2 1 0,-12 1 0,-5 6 0,-6 7 0,-6 4 0,4 6 0,-4 6 0,3 5 0,3 4 0,8 2 0,1 0 0</inkml:trace>
  <inkml:trace contextRef="#ctx0" brushRef="#br0" timeOffset="26">1222 10780 8912,'-23'0'0,"0"0"0,2 0 0,0 0 0,0 0 0,-2 0 0,9 0 0,14 0 0,8 0 0,11 0 0,2-2 0,2-4 0,8 3 0,-2-9 0,9 3 0,4-7 0,0 3 0,0 0 0,6-12 0,-2 8 0,11-6 0,8 0 0,10-6 0,11-3 0,-39 14 0,1-1 0,6-1 0,1 0 0,-1 1 0,-1 0-236,4-4 1,1 0-1,-1 1 1,1 0 235,2-1 0,0 0 0,-4 2 0,-1 0 0,-3 3 0,-1 2 0,0 2 0,-2 1-67,37-10 1,-8 6 66,-20 6 0,-9 3 0,-22 8 0,-4 0 0,-12 0 0,-3 0 929,-8 8-929,0-6 146,0 5-146,0-7 0,0 0 0,-8 0 0,5 0 0,-9 0 0,1-7 0,-6-11 0,-1-8 0</inkml:trace>
  <inkml:trace contextRef="#ctx0" brushRef="#br0" timeOffset="27">2994 9800 8912,'-11'0'0,"-1"0"0,7-2 0,-7-4 0,6 5 0,-5-5 0,7-4 0,-4 8 0,10-5 0,4 9 0,6 3 0,11 13 0,5 10 0,5 7 0,1 5 0,6 4 0,0 7 0,6 8-191,-6 4 1,1 6 190,-7 6 0,-13-3 0,-6 7 0,-7-1 0,-10 0 0,-23-5 0,-21 1 0,-11-5 0,-12-6 0,0-2 0,1-3 0,4-7 0,1 1 0,8-16 0,-2-1 0,11-13 0,4-2 0</inkml:trace>
  <inkml:trace contextRef="#ctx0" brushRef="#br0" timeOffset="28">12012 11141 8912,'11'0'0,"1"0"0,-1 0 0,6 0 0,0 0 0,1 0 0,-1 0 0,2 0 0,2 0 0,2 0 0,-2 0 0,4-7 0,0-5 0,0-3 0,-1-2 0,-1-6 0,-5 0 0,-3-8 0,-2 4 0,-3-1 0,-2-1 0,-10 8 0,-10-2 0,-11 6 0,-6 6 0,-3 3 0,-2 8 0,-3 8 0,1 5 0,0 8 0,3 8 0,10 5 0,0 6 0,6-2 0,6 8 0,3-6 0,8 6 0,9-8 0,9 0 0,8-7 0,7-8 0,9-10 0,4-1 0,2-8 0,-2 1 0,1-10 0,-6-7 0,-1-11 0,-6-3 0</inkml:trace>
  <inkml:trace contextRef="#ctx0" brushRef="#br0" timeOffset="29">12803 10952 8912,'17'0'0,"1"0"0,-9-2 0,-3-4 0,-4 3 0,-2-9 0,0 6 0,-2-5 0,-4-2 0,2 5 0,-5 0 0,-1 3 0,1-1 0,-3 0 0,-5 6 0,0 2 0,0 4 0,-1 5 0,1 4 0,0 8 0,0 0 0,5 0 0,1-6 0,7 6 0,-2 0 0,4-2 0,2-2 0,8-3 0,3-5 0,7-3 0,5-8 0,-2-2 0,7-4 0,1-5 0,5-12 0,-1 2 0,-4-8 0,-3 6 0,-3-6 0,-9 8 0,3-1 0,-4 2 0,-3 3 0,-2 0 0,-8 8 0,0 9 0,0 17 0,0 13 0,0 8 0,0 8 0,0 12 0,0 1 0,0 4 0,0 4 0,0-4 0,0-2 0,0 0 0,0-4 0,0-7 0,0-2 0,0-14 0,-2 2 0,-4-13 0,-4 0 0,-7-13 0,0-4 0,0-4 0,0-2 0,-6-2 0,0-4 0,0-6 0,-2-3 0,6-2 0,-4 0 0,4-6 0,1 0 0,9 0 0,3 6 0,4 0 0,2-1 0,0-5 0,0 1 0,0 6 0,16-7 0,3 4 0</inkml:trace>
  <inkml:trace contextRef="#ctx0" brushRef="#br0" timeOffset="30">13457 11004 8912,'-11'0'0,"-1"0"0,8-2 0,-3-2 0,-1-2 0,6 0 0,2 6 0,12 0 0,-5 0 0,9 8 0,-7 2 0</inkml:trace>
  <inkml:trace contextRef="#ctx0" brushRef="#br0" timeOffset="31">13474 11382 8912,'-9'0'0,"1"0"0,8 0 0,15 0 0,5 0 0</inkml:trace>
  <inkml:trace contextRef="#ctx0" brushRef="#br0" timeOffset="32">4285 10711 8912,'-10'-2'0,"3"-1"0,1-5 0,-2 0 0,1-1 0,-1-1 0,-5-1 0,3-6 0,-1-1 0,-1 1 0,1 0 0,-5 0 0,1 0 0,-2-1 0,2 7 0,-14-1 0,6 3 0,-6-3 0,-1 7 0,-3 3 0,-3 2 0,-4 0 0,1 7 0,-6 7 0,-3 9 0,-2 11 0,0 1 0,4 5 0,-1 2 0,7-2 0,-6 2 0,5-2 0,9-11 0,9-1 0,10-7 0,3-4 0,2 1 0,3-7 0,5 1 0,2-9 0,3 3 0,-3-2 0,4 2 0,2 3 0,-3 8 0,3 8 0,-2 4 0,-4 5 0,3 6 0,3-1 0,-2 6 0,0 3 0,-6 10 0,1-1 0,3 2 0,4-7 0,1-3 0,3-7 0,5-2 0,8-5 0,4-6 0,3-5 0,3-6 0,-1-9 0,0-3 0,3-4 0,3-2 0,4-8 0,8-3 0,-1-10 0,1-2 0,5-6 0,-1 8 0,-5 4 0,-3 3 0,-15 11 0,1-3 0,-3 4 0,1 4 0,-1 4 0,-3 5 0,-7 4 0,4 3 0</inkml:trace>
  <inkml:trace contextRef="#ctx0" brushRef="#br0" timeOffset="33">14404 10849 8912,'0'-17'0,"0"-1"0,0 1 0,-2 2 0,-2 2 0,-2 1 0,0 1 0,5-6 0,-5-1 0,2 9 0,-7 3 0,5-2 0,-6 3 0,-1 1 0,-2 2 0,-3 2 0,-5 8 0,-1 3 0,-1 6 0,0 6 0,-6 10 0,3 7 0,3 2 0,2-4 0,4 2 0,1-2 0,9 1 0,3 1 0,4-10 0,2 5 0,2-12 0,4-1 0,11-2 0,12-3 0,3-6 0,3 1 0,-1-7 0,1 5 0,1-1 0,4 1 0,-11 0 0,-1 1 0,-8 4 0,-9-3 0,-3-3 0,-8 3 0,-10 1 0,-7 10 0,-8-4 0,-9 4 0,-3-4 0,-3-2 0,4-1 0,-4-5 0,5-5 0,7-4 0,-3-2 0,8 0 0,6-2 0,5-4 0,9-11 0,-5-10 0,8-7 0</inkml:trace>
  <inkml:trace contextRef="#ctx0" brushRef="#br0" timeOffset="34">14662 10900 8912,'-2'12'0,"-4"-1"0,4 1 0,-4 5 0,5 0 0,1 0 0,0 1 0,1-1 0,5 0 0,6 0 0,3-2 0,2-3 0,6 1 0,0-7 0,6 0 0,-6-6 0,7-8 0,-3-3 0,2-7 0,-1-4 0,-7-3 0,2-4 0,-3-3 0,-3 3 0,-6-2 0,1 3 0,-3 3 0,3 8 0,-3 1 0,-3 5 0,-4 5 0,4 12 0,-4 5 0,-2 14 0,0 10 0,0 9 0,0 13 0,0-2 0,0 8 0,0 0 0,0 6 0,-2-8 0,-2-3 0,-4-7 0,-1-5 0,-1 0 0,-1-12 0,-5-3 0,5-14 0,-4-7 0,-3-5 0,1-3 0,0-2 0,-2-2 0,-4-3 0,4-5 0,-4-7 0,4-2 0,3-2 0,5-4 0,5-2 0,4-2 0,2-5 0,2 0 0,4-1 0,5 1 0,12 0 0,-2-1 0,6 1 0,-2-1 0,6 9 0,-5 1 0</inkml:trace>
  <inkml:trace contextRef="#ctx0" brushRef="#br0" timeOffset="35">15350 11004 8912,'-11'9'0,"-1"-3"0,6-4 0,-5-2 0,7 0 0,-3 0 0,7 2 0,0 3 0,5 5 0,1 7 0,2 2 0,-3 4 0,-3-4 0,4 4 0,-2 2 0,2-2 0,-5 0 0,5-6 0,-4 0 0,-2-5 0,0-1 0,0-7 0,0 2 0,0-12 0,0-9 0,0-8 0,0-8 0,0 3 0,0-5 0,0-1 0,2-1 0,4 1 0,-2 2 0,7 3 0,-5 4 0,5 8 0,-5 0 0,5-1 0,-5 9 0,6 3 0,-7 4 0,7 2 0,-8 14 0,3 5 0,-1 6 0,0 5 0,0-3 0,-6 2 0,0-3 0,0 3 0,0-4 0,0-8 0,0 0 0,0 0 0,0-5 0,0-1 0,2-7 0,1-2 0,3-12 0,2-3 0,-3-16 0,3 7 0,4-7 0,3 6 0,-4-6 0,3 6 0,-3-5 0,4 9 0,-3 1 0,-2 3 0,1 9 0,2 3 0,1 8 0,-3 7 0,3 3 0,-9 2 0,9 0 0,-3 1 0,5-1 0,1 0 0,0-2 0,0-1 0,0-5 0,1-1 0,-1-2 0,0-6 0,0 0 0,0 0 0,-1-8 0,-5-4 0,3-3 0,-9-2 0,1 0 0,-6 0 0,0-1 0,0 1 0,0 0 0,0 0 0,0 5 0,0 1 0,-2 7 0,-4-2 0,4 4 0,-5 2 0,7 8 0,6 2 0,-1 7 0,-1 0 0,0 8 0,0 4 0,1 1 0,-1-1 0,-2 1 0,-2-7 0,0 6 0,0-6 0,0 0 0,0-6 0,0 0 0,0 0 0,2-7 0,4-4 0,-4-4 0,5-4 0,-7-4 0,0-6 0,0-9 0,0-3 0,2-3 0,4-4 0,-4-1 0,4-3 0,1 1 0,-1 0 0,2 7 0,-2 4 0,-3 4 0,9 2 0,-6 5 0,5 1 0,-5 7 0,3 0 0,1 8 0,-1 7 0,-5 5 0,2 1 0,-4 6 0,-2 0 0,6 5 0,-1-5 0,1 0 0,-6-6 0,0 1 0,0-1 0,2-8 0,4-3 0,-2-12 0,7-5 0,-5-10 0,5-2 0,-1 0 0,1 6 0,5 0 0,-5-1 0,4 7 0,3 1 0,-1 3 0,2 1 0,4 6 0,-8 2 0,8 4 0,-8 3 0,8 8 0,-2 1 0,2-1 0,-4 0 0,4 0 0,-4-2 0,-1-3 0,-7 1 0,1-7 0,1-2 0,-5-2 0,-1-10 0,-7-3 0,0-5 0,0-1 0,-7 0 0,-5 0 0,3-6 0,-3 2 0,-1 4 0,-3 3 0,5 9 0,0-7 0,-1 8 0,-5-1 0,5 5 0,1 5 0,7 5 0,-2 7 0,-1 8 0,1 2 0,2 1 0,2 1 0,4-6 0,4 6 0,-2-7 0,7 7 0,6-14 0,6 3 0,10-7 0,1 0 0,1-3 0,5-8 0,2-4 0,-2-7 0,0-3 0,-5-14 0,-1-5 0,0-5 0,-7 2 0,-4-4 0,-6-2 0,-5 2 0,1-6 0,-7 6 0,0-6 0,-6 6 0,0 0 0,0 5 0,-2 8 0,-4 4 0,4 12 0,-11 11 0,7 11 0,-2 12 0,3 6 0,3 9 0,-4 2 0,-2 8 0,3-2 0,1 2 0,2-2 0,2 1 0,0-7 0,0 2 0,0-1 0,2-11 0,4 5 0,3-13 0,8 1 0,2-11 0,2-6 0,4-4 0,2-2 0,0-8 0,2-4 0,1-11 0,-7-5 0,6 1 0,-6-2 0,0 3 0,-6-3 0,-6-2 0,1 9 0,-8-1 0,1 5 0,-3 1 0,-2 0 0,0 9 0,0 8 0,-5 14 0,-1 9 0,-6 2 0,7-3 0,-1-2 0,6 2 0,0-2 0,0-3 0,0 0 0,0 0 0,7-7 0,5-5 0,3 3 0,2-2 0,1-2 0,-1-10 0,0 2 0,0-7 0,1-1 0,-1-5 0,0 0 0,0 0 0,0-1 0,1 1 0,-1 0 0,0 0 0,-6 0 0,1-1 0,-3 7 0,3-1 0,3 9 0,-5-13 0,7 14 0,-2 2 0,-3 12 0,-5 3 0,-5 2 0,2 3 0,2 2 0,0-1 0,-6 8 0,2-8 0,3 2 0,-3-4 0,4-2 0,-4 1 0,-2-1 0,0 0 0,0 0 0,0-7 0,2-3 0,3-7 0,-3-7 0,6-3 0</inkml:trace>
  <inkml:trace contextRef="#ctx0" brushRef="#br0" timeOffset="36">17587 10711 8912,'-9'-17'0,"1"0"0,8 7 0,0 3 0,0 20 0,0 4 0,0 2 0,2-5 0,4-3 0,-4 1 0,3 5 0,-3 0 0,-2 0 0,6-5 0,0-1 0,-1-7 0,-5 4 0,0-8 0,0 0 0,0 0 0</inkml:trace>
  <inkml:trace contextRef="#ctx0" brushRef="#br0" timeOffset="37">16727 10797 8912,'-52'0'0,"6"0"0,2 0 0,2 0 0,4 0 0,9 0 0,22 0 0,20 0 0,20-4 0,16-7 0,12 0 0,14-14 0,5 2 0,5 0 0,-5 0 0,0 6 0,-7 5 0,3 3 0,1 1 0,-7 2 0,7 6 0</inkml:trace>
  <inkml:trace contextRef="#ctx0" brushRef="#br0" timeOffset="38">18276 10797 8912,'-62'0'0,"5"-2"0,5-3 0,7-7 0,-3 5 0,8 1 0,1 6 0,3 6 0,2 11 0,-1 11 0,8 7 0,4 5 0,6 4 0,6 7 0,5 1 0,4 0 0,10-8 0,3-4 0,12-6 0,6-5 0,5-12 0,6-11 0,10-4 0,8-2 0,-1-8 0,-5-6 0,-1-5 0,1-4 0,-1-15 0,1 2 0</inkml:trace>
  <inkml:trace contextRef="#ctx0" brushRef="#br0" timeOffset="39">16658 10608 8912,'-10'-2'0,"5"-3"0,3-7 0,2 3 0,0-3 0,0 6 0,0-5 0,0 5 0,2-3 0,3 1 0,-3 0 0,6 4 0,0-1 0,-5-7 0,9 7 0,-8-9 0,3 3 0,1-5 0,-6 5 0,4 0 0,-4 5 0,-2-6 0,0 8 0,7-11 0,-3 15 0,6 0 0,-3 10 0,5 7 0,-6 6 0,1 11 0,-1 12 0,2 4 0,3 1 0,2 3 0,-5 3 0,2 4 0,3 0 0,2-1 0,3-9 0</inkml:trace>
  <inkml:trace contextRef="#ctx0" brushRef="#br0" timeOffset="40">19446 10969 8912,'0'12'0,"0"-1"0,0-7 0,0 4 0,0-8 0,0-2 0,0-4 0,0-5 0,0-5 0,0-1 0,0 0 0,-2 0 0,-4-1 0,-3 7 0,-9 1 0,1 3 0,0 3 0,0 2 0,0 2 0,-8 8 0,-4 3 0,4 12 0,0 6 0,2 3 0,0 3 0,6-1 0,6 0 0,5 1 0,-5-1 0,7-7 0,-2-4 0,12-6 0,7-6 0,8-5 0,0-13 0,8-11 0,-8-6 0,2-11 0,-4 1 0,-2-1 0,-5 3 0,-1 3 0,-7-1 0,2 7 0,1 0 0,-1 6 0,0 5 0,-6 1 0,5 16 0,1 7 0,6 11 0,-7 11 0,9 1 0,-3-1 0,5 0 0,1 1 0,6-3 0,0-3 0,5 0 0,-5-12 0,6 2 0,-6-13 0,-2-3 0,-2-1 0,-2-17 0,1-4 0,-1-15 0</inkml:trace>
  <inkml:trace contextRef="#ctx0" brushRef="#br0" timeOffset="41">19670 10849 8912,'-8'9'0,"-2"7"0,1-7 0,3 8 0,4 1 0,2-1 0,0 8 0,0 3 0,2 5 0,4 1 0,-2 1 0,7-1 0,-5 6 0,5 0 0,-7 0 0,2-5 0,1-9 0,-1-3 0,0-4 0,-6-1 0,0-9 0,0-1 0,0-23 0,0-3 0,0-12 0,2 1 0,4-1 0,1-1 0,5 2 0,3 5 0,-4 6 0,5 1 0,1 0 0,0 0 0,0 0 0,1 5 0,-1 1 0,0 7 0,0-2 0,0 6 0,1 6 0,-9 5 0,-3 12 0,-4 4 0,-2 0 0,-10 5 0,-7-3 0,-2 3 0,-10 3 0,6-1 0,-5 0 0,1-7 0,-2-4 0,6-6 0,4-5 0,2-5 0,7-7 0,3-15 0,7-4 0</inkml:trace>
  <inkml:trace contextRef="#ctx0" brushRef="#br0" timeOffset="42">20255 10986 8912,'-18'18'0,"-5"-7"0,1 1 0,-7-7 0,6 7 0,0-1 0,6 6 0,0 1 0,-1-1 0,9 6 0,3 0 0,4 5 0,2-5 0,0 2 0,0-2 0,8-10 0,3 5 0,5-7 0,1 0 0,2-1 0,4-4 0,-4-4 0,4 1 0,-4-4 0,-2-5 0,0-8 0,1 3 0,-7-4 0,1-2 0,-9-6 0,3 0 0,-4-6 0,-2 6 0,-2-6 0,-4 7 0,-3-7 0,-8 6 0,3 0 0,-1 8 0,-4 3 0,-2 5 0,4 7 0,5 0 0,1 0 0,7 7 0,-2 5 0,4 9 0,2 2 0,2 1 0,4-1 0,3-5 0,9-1 0,-1 0 0,8-7 0,1 7 0</inkml:trace>
  <inkml:trace contextRef="#ctx0" brushRef="#br0" timeOffset="43">20461 11107 8912,'0'-10'0,"0"-5"0,0 11 0,0-7 0,0 5 0,0-6 0,0 7 0,0-7 0,0 8 0,0-3 0,0 14 0,0-3 0,0 8 0,0 1 0,2 0 0,4-1 0,-4 3 0,5-3 0,1 3 0,2 2 0,7-7 0,0-3 0,0-9 0,0-3 0,-7-5 0,-4-7 0,1 0 0,-1 0 0,0-6 0,-6 0 0,6 0 0,-1 6 0,-1-1 0,-2 1 0,-2 8 0,0 9 0,0 11 0,2 10 0,4 2 0,-3 6 0,9-6 0,-1 5 0,7-5 0,-1 0 0,0-6 0,0-5 0,2-3 0,2-1 0,2-4 0,6-10 0,-6-5 0,6-12 0,-6-6 0,5-3 0,-5-3 0,0-1 0,-8-2 0,-3-4 0,-6-2 0,1 4 0,-1-6 0,-2 6 0,-10-6 0,2 8 0,-7-3 0,7 13 0,-11 3 0,11 23 0,-8 8 0,9 13 0,-3 4 0,4 13 0,2 0 0,0 6 0,0 6 0,0 0 0,0-2 0,0 3 0,0-5 0,0 0 0,0-4 0,0 3 0,0-3 0,8-8 0,3-9 0,-1-4 0,1-2 0,1-1 0,5-5 0,0-3 0,0-8 0,0-8 0,1-9 0,-1-10 0</inkml:trace>
  <inkml:trace contextRef="#ctx0" brushRef="#br0" timeOffset="44">20943 10900 8912,'-12'16'0,"1"-5"0,-2-3 0,-3-1 0,5-5 0,-1 4 0,10-4 0,2-2 0,16 0 0,16-2 0,10-4 0,10-5 0,11-6 0,0-6 0,4 4 0,2-4-438,-8 4 0,-2-6 0,-7-2 0</inkml:trace>
  <inkml:trace contextRef="#ctx0" brushRef="#br0" timeOffset="45">21975 10814 8912,'-15'12'0,"2"-3"0,1-1 0,10-8 0,2-6 0,10 1 0,13 5 0,6 0 0,3 0 0,3 2 0,-1 3 0,0 5 0,1 7 0,-3 2 0,-1 4 0,-4 4 0,-3 0 0,-2 5 0,-11-3 0,-3 3 0,-10 4 0,-6 1 0,-9-3 0,-6 4 0,-6-9 0,-3-4 0,3-2 0,-2-6 0,3-6 0,3 3 0,8-8 0,7-3 0,4-8 0,5-7 0,1-11 0,7-19 0,3-11 0</inkml:trace>
  <inkml:trace contextRef="#ctx0" brushRef="#br0" timeOffset="46">22509 10763 8912,'10'0'0,"-5"0"0,-10 0 0,-5 0 0,-7 2 0,-2 4 0,-4 5 0,2 6 0,-8 6 0,8 10 0,-2 7 0,0 7 0,6-1 0,-2-2 0,13 0 0,4-2 0,6-4 0,7-3 0,12-7 0,12-10 0,11-13 0,3-3 0,3-2 0,5-2 0,1-3 0,-1-13 0,-5-8 0,-1-9 0</inkml:trace>
  <inkml:trace contextRef="#ctx0" brushRef="#br0" timeOffset="47">23679 10866 8912,'-11'0'0,"-1"0"0,8 2 0,-1 4 0,3 11 0,2 12 0,0 3 0,0 4 0,0 3 0,0 1 0,5 6 0,1-6 0,0 2 0,-6-2 0,6-12 0,-1 1 0,-1-8 0,-2-11 0,4-5 0,0-12 0,-1-9 0,3-5 0,-6-11 0,4-2 0,1-3 0,-1-9 0,0 2 0,-6-1 0,2 5 0,3 3 0,-3 5 0,4 3 0,-4 4 0,-2 8 0,6 6 0,-1-1 0,9 8 0,-5 6 0,9 15 0,-3 3 0,-2 6 0,-1 1 0,1 0 0,-3-4 0,1 5 0,-5-7 0,5 2 0,-7-4 0,4-3 0,-1-5 0,-5 4 0,6-15 0,-8 0 0,6-7 0,0-10 0,5-1 0,-5 1 0,7 0 0,-3 0 0,7 2 0,0 3 0,0 4 0,1 8 0,-1 0 0,0 2 0,2 4 0,2 4 0,2-1 0,0 6 0,-4-5 0,2 0 0,2-5 0,0 3 0,-6-2 0,6-1 0,0-7 0,-2-1 0,-2-3 0,-3-7 0,-5 1 0,4-5 0,-3-6 0,-5 4 0,-1-4 0,-4-2 0,-2 2 0,-8 0 0,-3 6 0,-6 2 0,-6 3 0,4-1 0,-4 7 0,4 2 0,1 2 0,1 10 0,0 4 0,2 5 0,3 6 0,5-4 0,7 4 0,0 2 0,0-3 0,7 1 0,5-5 0,5-3 0,6-2 0,6-3 0,3-3 0,2-1 0,1-6 0,5 0 0,0 0 0,2-7 0,-5-5 0,-1-3 0,-4-2 0,-3-1 0,-2 1 0,-10 0 0,-9 0 0,-1 0 0,-1-1 0,0 7 0,-8 0 0,-4-3 0,4 7 0,-13-1 0,5 8 0,-7 8 0,6 1 0,-1 8 0,7-1 0,-7-5 0,8 4 0,-3-3 0,1 3 0,0 2 0,0-5 0,6-1 0,-5-5 0,-1 5 0,0-7 0,6 4 0,8-8 0,7-2 0,8-4 0,2-3 0,-4-9 0,2 1 0,-2 0 0,4 0 0,-2 0 0,0-1 0,-6 1 0,0 0 0,-5 8 0,-1 3 0,-7 4 0,4 2 0,-3 8 0,1 3 0,2 2 0,-3-1 0,-1 3 0,8-3 0,1 3 0,2-4 0,3 1 0,-7-8 0,1 1 0,-1-3 0,6-2 0,6 0 0,0 0 0,0-2 0,-6-3 0,0 1 0,1-8 0,-1 3 0,0-3 0,-5-3 0,-1 4 0,-1-5 0,1-1 0,-5 0 0,3 0 0,-7-1 0,6 1 0,-8 8 0,0 1 0,0 8 0,6 2 0,1 4 0,3 5 0,3 4 0,3 5 0,1 3 0,0-2 0,0 7 0,0-1 0,1 2 0,-3 3 0,-4-3 0,-3-3 0,-8 3 0,0-6 0,0 6 0,-15-8 0,-8 2 0,-15-4 0,-8-4 0,-4-4 0,-2 5 0,1-7 0</inkml:trace>
  <inkml:trace contextRef="#ctx0" brushRef="#br0" timeOffset="48">27035 10763 8912,'2'-17'0,"2"0"0,1-1 0,-1 1 0,-2 0 0,4-6 0,0 0 0,-3 2 0,-1 2 0,-2 2 0,0 0 0,0-1 0,0 1 0,-7 8 0,-5 3 0,-3 4 0,-2 2 0,-3 2 0,-1 4 0,-1 5 0,-7 12 0,6 6 0,0 11 0,6 6 0,1 13 0,5 8 0,5 7 0,4 5 0,4 1 0,4 6 0,5 0 0,5 0 0,-5-10 0,1-7 0,-3-16 0,3-13 0,-5-5 0,-7-6 0,-7-12 0,-10-17 0,-10-10 0</inkml:trace>
  <inkml:trace contextRef="#ctx0" brushRef="#br0" timeOffset="49">26484 11210 8912,'-11'-10'0,"-1"5"0,8-5 0,-3 8 0,16-5 0,9 7 0,8 0 0,7 0 0,9-2 0,4-4 0,3 4 0,3-4 0,0-3 0,-1-3 0,1 3 0,0-3 0,3 7 0,-3-7 0,1 6 0,-13-5 0,0 7 0,-5-11 0,-1 5 0</inkml:trace>
  <inkml:trace contextRef="#ctx0" brushRef="#br0" timeOffset="50">27431 10866 8912,'9'0'0,"-3"0"0,-12 0 0,-3 2 0,-9 4 0,1 5 0,0 6 0,0 6 0,1 6 0,3 13 0,2 8 0,-3 5 0,7 10 0,1-2 0,4 2 0,2-2 0,0-6 0,0-11 0,8-4 0,3-7 0,4-11 0,3-6 0,-1-9 0,0-16 0,0-11 0,0-8 0</inkml:trace>
  <inkml:trace contextRef="#ctx0" brushRef="#br0" timeOffset="51">27568 11004 8912,'-9'7'0,"1"-5"0,8 8 0,0-5 0,4-1 0,5 6 0,9-3 0,10 1 0,1-2 0,-2 3 0,1 9 0,-6-3 0,0-4 0,-2 10 0,-3-3 0,-2 3 0,-3 3 0,-5-3 0,-7 8 0,-2-8 0,-3 2 0,-7 2 0,-11-2 0,2 0 0,-6-6 0,2 0 0,3 0 0,12-7 0,2-10 0,16-17 0,2-10 0</inkml:trace>
  <inkml:trace contextRef="#ctx0" brushRef="#br0" timeOffset="52">27981 11004 8912,'-17'9'0,"0"5"0,0-9 0,-1 1 0,1 2 0,-4 1 0,4 8 0,-2 1 0,13-1 0,-5 2 0,5 2 0,2 4 0,2 1 0,10-5 0,3 2 0,10-3 0,2-3 0,2-8 0,-2-3 0,-4 2 0,4-3 0,-4 1 0,-1-6 0,-9 0 0,6-15 0,-5-4 0</inkml:trace>
  <inkml:trace contextRef="#ctx0" brushRef="#br0" timeOffset="53">28033 10797 8912,'9'10'0,"1"-1"0,-4-3 0,-2 2 0,7 3 0,1 10 0,5-4 0,0 18 0,0 1 0,0 8 0,1 10 0,-1 3 0,0 6 0,-2 4 0,-3-4 0,1-10 0,-7-1 0,2-14 0,-3-4 0,-3 1 0,6-24 0,-14 3 0,0-20 0,-7-19 0,3-11 0</inkml:trace>
  <inkml:trace contextRef="#ctx0" brushRef="#br0" timeOffset="54">28807 11107 8912,'-5'11'0,"-3"-1"0,-2-3 0,-3-3 0,5-4 0,3-5 0,3-5 0,2-7 0,0 0 0,0-1 0,0 1 0,5 0 0,3 2 0,0 1 0,-1 3 0,7-1 0,-5 1 0,9 1 0,-1 3 0,0 1 0,0 6 0,0 0 0,1 0 0,5 0 0,1 0 0,1 0 0,0 0 0,4 0 0,-6 0 0,2 0 0,-2 0 0,-4 0 0,4 0 0,-4-2 0,-2-4 0,-2 3 0,-1-7 0,-5 0 0,-1 1 0,5 5 0,-11-5 0,4 3 0,-4 4 0,-2-6 0,0 8 0,-8 0 0,6 8 0,-4 3 0,5-3 0,1 7 0,7-13 0,3 6 0,7-8 0</inkml:trace>
  <inkml:trace contextRef="#ctx0" brushRef="#br0" timeOffset="55">28842 11004 8912,'-17'9'0,"-1"5"0,1-9 0,0 1 0,7-6 0,10 0 0,12 0 0,11 0 0,7-2 0,9-2 0,6-1 0,7-9 0,5 3 0,-1-3 0,7 3 0,-8-4 0,3 3 0,-1-3 0,-5-2 0,-4-1 0,-14 1 0,-9 6 0,-6 1 0,-6 3 0,-9 1 0,-4 6 0,-9 0 0,-9 2 0,1 4 0,6 1 0,-1 7 0,1-3 0,1 2 0,-5-3 0,4 1 0,-5 1 0,-1 5 0</inkml:trace>
  <inkml:trace contextRef="#ctx0" brushRef="#br0" timeOffset="56">28738 11365 8912,'-9'-2'0,"3"-4"0,4 2 0,2-7 0,2 7 0,4-2 0,11-1 0,12 1 0,3 2 0,3 2 0,5 0 0,0-4 0,8 5 0,-2-5 0,2 4 0,-3 2 0,-3 0 0,-7 0 0,-8-2 0,-4-4 0,-4 4 0,-10-5 0,-1 7 0,-16 0 0,-1 0 0,-1 0 0,3 0 0</inkml:trace>
  <inkml:trace contextRef="#ctx0" brushRef="#br0" timeOffset="57">30167 10832 8912,'7'-10'0,"1"1"0,5 5 0,-1-4 0,1-1 0,-3 3 0,1-6 0,3-1 0,-5 0 0,1-1 0,-1 3 0,1-3 0,-6-1 0,2-2 0,-5 0 0,-1-2 0,0-4 0,-7 4 0,-5-4 0,-3 2 0,-2-2 0,-2 9 0,-4-3 0,4 6 0,-4-1 0,-2-1 0,2 7 0,0 0 0,6 6 0,5 4 0,1 8 0,1 1 0,-3 18 0,3 5 0,3 8 0,1 7 0,6 7 0,0-3 0,0 8 0,0-5 0,0 5 0,0-8 0,0 2 0,0-3 0,2-5 0,2-5 0,1-9 0,3-3 0,-2-9 0,-2-6 0,7-5 0,-5-8 0,5 1 0,-7-10 0,4-5 0</inkml:trace>
  <inkml:trace contextRef="#ctx0" brushRef="#br0" timeOffset="58">29857 11021 8912,'-17'9'0,"0"-1"0,-1-8 0,1 0 0,8-2 0,3-4 0,19-1 0,10-5 0,15 3 0,8 3 0,10 2 0,1-7 0,1 5 0,-7-6 0,1 7 0,-1-7 0,1 7 0,0-7 0,-1 1 0,1-14 0,0-2 0</inkml:trace>
  <inkml:trace contextRef="#ctx0" brushRef="#br0" timeOffset="59">30855 10505 8912,'-25'-8'0,"-1"6"0,-9-3 0,1 3 0,-1 2 0,1 7 0,1 7 0,5 9 0,5 11 0,4 8 0,1 10 0,3-1 0,4 1 0,3 5 0,8 1 0,0 5 0,0-6 0,2-6 0,4-5 0,3-9 0,8-1 0,-1-7 0,-5-5 0,4-3 0,-3-9 0,5-4 0,6-8 0,-2-2 0,8-4 0,-8-4 0,19-15 0,-4-1 0</inkml:trace>
  <inkml:trace contextRef="#ctx0" brushRef="#br0" timeOffset="60">30872 10918 8912,'-17'17'0,"0"-8"0,0-1 0,7-8 0,6 0 0,16 0 0,1-6 0,18 1 0,3-1 0,4-2 0,3 4 0,-7-7 0,-5 5 0,-1-5 0,-7 7 0,12-19 0,-6 4 0</inkml:trace>
  <inkml:trace contextRef="#ctx0" brushRef="#br0" timeOffset="61">31285 10660 8912,'-17'0'0,"6"0"0,-1 0 0,3-2 0,-3-4 0,5 4 0,8-5 0,5 8 0,6 5 0,9 4 0,2 7 0,5 0 0,-5 0 0,2 2 0,-6 2 0,0 2 0,-3-2 0,-5-2 0,1-1 0,1-1 0,-7 0 0,-1 6 0,-5 0 0,-7-2 0,-5-10 0,-9 5 0,-4-7 0,-1 3 0,-5-1 0,6-7 0,2 2 0,-3-12 0,-1-4 0</inkml:trace>
  <inkml:trace contextRef="#ctx0" brushRef="#br0" timeOffset="62">31664 10694 8912,'-17'0'0,"0"0"0,-1 0 0,1 0 0,0 0 0,0 0 0,-1 8 0,1 3 0,6 10 0,-1 2 0,7 8 0,-7-3 0,8-1 0,-1 2 0,5 1 0,5 3 0,-1-6 0,8-4 0,5-4 0,6-2 0,5-8 0,-5-3 0,6-6 0,-6-6 0,6-5 0,-4-10 0,1-2 0,3-15 0,5 1 0</inkml:trace>
  <inkml:trace contextRef="#ctx0" brushRef="#br0" timeOffset="63">31750 10092 8912,'-10'18'0,"-5"-9"0,4-3 0,3 3 0,2 3 0,4 3 0,4 10 0,4 4 0,13 13 0,16 9 0,-1 10 0,6 14 0,-5 5 0,-7 4 0,-5 2 0,-11 0 0,-9 4-282,-14-4 0,-8 4 282,-16-10 0,-7-6 0,-3-5 0,-5 8 0,-2-7 0</inkml:trace>
  <inkml:trace contextRef="#ctx0" brushRef="#br0" timeOffset="64">1480 14477 8912,'-10'-8'0,"3"-2"0,7-7 0,0 0 0,0 0 0,0-2 0,0-4 0,0 4 0,0-6 0,0 2 0,0 0 0,0 2 0,0 2 0,0 0 0,0-2 0,0-2 0,0 2 0,0 2 0,0 2 0,0-3 0,0-1 0,0-1 0,0 1 0,0-4 0,0 2 0,2-8 0,3 3 0,5-5 0,7-1 0,0 5 0,1 0 0,1 6 0,2-3 0,4 1 0,1 4 0,3 2 0,5 2 0,10-6 0,8 0 0,0-2 0,5 2 0,-2 4 0,3-4 0,-3 2 0,8-2 0,-5-4 0,5-7 0,2-2-304,9-5 1,7-3 303,-36 19 0,2-1 0,-3 0 0,-1 0 0,3 0 0,0 1 0,-2 0 0,-2 0 0,39-23 0,-9 4 0,-7 2 0,-5 2 0,-9 6 0,-5 5 0,-2 2 0,-2 1 0,-4-1 0,-9 14 0,-4-10 0,-16 21 0,-1-6 303,-16 8 1,7 2-304,-5 4 0,2-2 0,-2 7 0,4 1 0,-5 7 0,-1 5 0,-3 11 0,-10 5 0,-2 6 0,-16-4 0,3-8 0,-16 1 0</inkml:trace>
  <inkml:trace contextRef="#ctx0" brushRef="#br0" timeOffset="65">2874 12757 8912,'-17'10'0,"-1"-2"0,1-8 0,8 0 0,5 0 0,15 0 0,3 0 0,14 0 0,5 0 0,5 0 0,4 13 0,4 4 0,4 6 0,-4 0 0,-4 11 0,-2 12 0,-6 13 0,-5 10 0,-12 17-268,-12-35 1,-4 1 0,-9 7 0,-5 3 267,-3 6 0,-3 1-386,-5 8 0,-5-1 0,-4-1 0,-3-1 0,-3 2 0,0 1 0</inkml:trace>
  <inkml:trace contextRef="#ctx0" brushRef="#br0" timeOffset="66">23301 13978 8912,'17'-42'0,"-2"-2"0,-3-2 0,-7 0 0,-3 1 0,-2 1 0,0 3 0,0 5 0,-2 4 0,-3 3 0,-7 6 0,-3 4 0,-1 8 0,3 1 0,2 2 0,7 3 0,-4 12 0,10 7 0,4 7 0,5 7 0,-1 12 0,1 6 0,-7 21 0,2 13 0,-5-30 0,0 4 0,-2 8 0,0 4 0,-1 6 0,0 3-461,0 5 1,-2 2 0,-5 11 0,-1 3 460,4-28 0,1 1 0,-1 0 0,-1 7 0,0 0 0,0 2-336,1 5 0,0 1 1,1 1-1,1 2 0,1 0 1,0 1 335,1-4 0,0 1 0,0-2 0,1-5 0,1 0 0,0-3 0,-2 21 0,4-3 0,3-9 0,3-2-162,0-6 0,1-3 1,1-7-1,1-2 162,-2-6 0,-1-1 0,0-6 0,0-1 0,3 32 0,-3-4-61,-1-1 1,-5-5 60,4-8 0,-4-11 615,-2-7 0,-6-14-615,0 3 0,1-12 2161,5 0-2161,0-4 507,0-10 0,5-11-507,1-15 0,0-10 0,-6-13 0,0-4 0,0-7 0</inkml:trace>
  <inkml:trace contextRef="#ctx0" brushRef="#br0" timeOffset="67">21459 16419 8912,'-34'10'0,"-1"-2"0,1-10 0,1-2 0,5-2 0,3-1 0,8 1 0,7 4 0,4-6 0,16 8 0,13 0 0,15 0 0,27 2 0,17 2 0,-33-1 0,2 0 0,12-1 0,4 0 0,9-4 0,3-2 0,7-1 0,4-2-453,-23 1 1,1-2 0,3-1 0,9-1-1,2-3 1,3 0 452,-14 1 0,1-1 0,2 0 0,1 0 0,7-2 0,0 0 0,2-1 0,1 0-312,7-2 0,2 0 1,0-2-1,-1 2 1,-3 0-1,0 1 1,0 0-1,-1 0 312,1 0 0,-1-1 0,0 0 0,-1 2 0,-5 2 0,0 1 0,-1 0 0,-1 2 0,-4 1 0,-1 1 0,0 1 0,-1 0 0,21-1 0,0 1 0,-1 1 0,-3 0 0,0 0 0,-3 1 0,-10 2 0,-2 1 0,-1-1-152,-8 0 1,-1 0-1,-2 1 1,25 0-1,-4 2 152,-10-3 0,-3 2 0,-7 3 0,-4 2 0,-5-1 0,-5 2 0,21 3 0,-27-3 0,-17 2 1542,-18-1-1542,-3-5 0,-10 0 1440,-4 0 1,2 0-1441,-7 0 385,7-7 1,-11-10-1,5-10 1</inkml:trace>
  <inkml:trace contextRef="#ctx0" brushRef="#br0" timeOffset="68">23817 17038 8912,'11'0'0,"1"0"0,1 0 0,2 0 0,-3 0 0,-1 0 0,-5 0 0,6 0 0,-9 2 0,5 2 0,0 2 0,-6 0 0,3-1 0,-8 3 0,-3 2 0,0-7 0,-2 13 0,5-13 0,-7 9 0,2 1 0,-5-5 0,3 7 0,-7-13 0,2 8 0,2-7 0,1 3 0,1 8 0,-5-11 0,5 9 0,-4-8 0,11 5 0,-8-3 0,8-4 0,-5 6 0,3-8 0,4 0 0,-7 0 0,3 0 0,4-8 0,-6-2 0,8-7 0,0-2 0,0-4 0,0 2 0,0-8 0,0-1 0,0-8 0,0-4 0,0-2 0,0-4 0,0-9 0,0 1 0,0-7 0,2 6 0,2-4 0,2 2 0,-2 3 0,3 1 0,-1-3 0,2 11 0,-3-5 0,-1 4 0,8-3 0,-1-3 0,6-3 0,1 2 0,-1-7 0,2 3 0,4 4 0,2-6 0,3-2 0,3 3 0,-8 3 0,6 2 0,-6-3 0,5 3 0,-5-6 0,-2 2 0,-2 3 0,4 8 0,0 3 0,8 5 0,-2-6 0,3 2 0,2-2 0,3-6 0,3 1 0,6-3-190,11-9 1,-1 8 189,7-3 0,0 5 0,6 3 0,1 3 0,5 1 0,-12 2 0,0-2 0,-9 6-25,-8 11 0,3-3 25,-3 3 0,12-2 0,5 3 0,5-5-219,7 5 1,3-7 218,9-5 0,-3 4 0,-2-6 0,-2 2 0,2 0 0,-37 19 0,0 1 0,1 3 0,0 0 0,44-15 0,-10 3 0,-5 6 0,-12 12 0,-6-3 0,-11 8 0,-11 1 0,-13 5 0,-8 0 0,-3 0 0,3 0 361,1 0-361,2 0 0,-1-2 49,-5-4-49,4 4 456,-13-5-456,6 7 0,-8 0 0,0 0 0,8 0 0,-7 0 0,7-8 0,-8-2 0</inkml:trace>
  <inkml:trace contextRef="#ctx0" brushRef="#br0" timeOffset="69">27069 15904 8912,'-17'0'0,"0"0"0,0-2 0,-1-4 0,9 4 0,11-6 0,15 8 0,2 0 0,12 2 0,3 2 0,4 2 0,1 7 0,-9-1 0,-1 1 0,1-1 0,-5 5 0,-2-2 0,-6 6 0,-5 0 0,1 4 0,-7-2 0,0 7 0,-10-1 0,-6 4 0,-7 1 0,-11 0 0,-1 1 0,-2-3 0,1-3 0,3-6 0,2-4 0,2-10 0,6-3 0,0-4 0,-1-2 0</inkml:trace>
  <inkml:trace contextRef="#ctx0" brushRef="#br0" timeOffset="70">27689 15766 8912,'-25'12'0,"-4"-3"0,-5 1 0,-6-1 0,-4 10 0,-8 10 0,6 5 0,0 6 0,10 4 0,2 8 0,14 5 0,15 1 0,5-7 0,7-7 0,12-4 0,14-7 0,15-8 0,9-14 0,14-3 0,-2-8 0,3-10-112,-3-7 1,-2-2 111,-4-10-250,-4 1 0,-15-7 1,-1 1-1</inkml:trace>
  <inkml:trace contextRef="#ctx0" brushRef="#br0" timeOffset="71">22853 13686 8912,'0'11'0,"2"-1"0,2-1 0,2 1 0,-1-4 0,-7 5 0,-3 2 0,3-3 0,-6 3 0,0 5 0,-3 3 0,1 1 0,-1-2 0,-2 1 0,-3 2 0,-1 7 0,0-1 0,2-4 0,1-2 0,5-4 0,1-2 0,-5-8 0,11-9 0,-6-9 0</inkml:trace>
  <inkml:trace contextRef="#ctx0" brushRef="#br0" timeOffset="72">22836 13600 8912,'9'0'0,"7"0"0,-12 0 0,7 0 0,-5 6 0,5-1 0,1 9 0,5-3 0,8 4 0,3 3 0,15 4 0,8 1 0,10 6 0,14-6 0,11 8 0,-38-18 0,0 0 0</inkml:trace>
  <inkml:trace contextRef="#ctx0" brushRef="#br0" timeOffset="73">23387 13703 8912,'7'0'0,"-7"0"0,-7 0 0,-11 0 0,1 0 0,-2 0 0,-2 0 0,-2 0 0,-8 2 0,5 4 0,-3 5 0,0 4 0,6 4 0,-3 4 0,-1 4 0,0 0 0,0 5 0,-1-3 0,-3 9 0,8 0 0,2-3 0,2-5 0,4-9 0,1 2 0,3-4 0,7-9 0,-2-4 0,12-12 0,4-11 0,7-18 0,0-9 0</inkml:trace>
  <inkml:trace contextRef="#ctx0" brushRef="#br0" timeOffset="74">23163 13651 8912,'11'-5'0,"1"-1"0,-8 0 0,11 6 0,-5 0 0,7 0 0,0 2 0,0 4 0,2-2 0,4 7 0,4 1 0,7 5 0,7 0 0,-1 0 0,7 0 0,-1 1 0,10-1 0,1 0 0,6-6 0,-5 1 0,7-1 0,-4 6 0</inkml:trace>
  <inkml:trace contextRef="#ctx0" brushRef="#br0" timeOffset="75">26484 15611 8912,'-9'-7'0,"1"3"0,6-6 0,-2 1 0,-2-1 0,1 5 0,3-5 0,-4 2 0,4 3 0,-5 3 0,7-4 0,0 4 0,1-4 0,5 12 0,6 6 0,3 3 0,2 2 0,0 8 0,1 3 0,6 7 0,3 3 0,0 4 0,-4 2 0,-6 4 0,-5 9 0,-7 4 0,-10 8 0,-15 9-1152,-14 8 1152,11-42 0,-4-2 0,-9 6 0,-4-2 0,-4-3 0,0 0 0</inkml:trace>
  <inkml:trace contextRef="#ctx0" brushRef="#br0" timeOffset="76">21218 14563 8912,'-11'-12'0,"-1"3"0,1-1 0,-1 2 0,1 1 0,7 12 0,-2 16 0,4 14 0,2 7 0,0 4 0,2 5 0,2 1 0,2-1 0,7 1 0,-1 0 0,-3-3 0,3-5 0,3-7 0,6-7 0,-2-9 0,6 4 0</inkml:trace>
  <inkml:trace contextRef="#ctx0" brushRef="#br0" timeOffset="77">21494 14683 8912,'-14'27'0,"-3"-4"0,-4-2 0,-4 2 0,6 1 0,-4 5 0,10 4 0,3-5 0,2 3 0,5-3 0,3-3 0,5-8 0,5-7 0,7-4 0,8-4 0,4-2 0,3-10 0,3-7 0,-3-8 0,-1-9 0,-5-1 0,-1 1 0,-4-1 0,-9 1 0,-4 5 0,-8 1 0,-2 5 0,-4-6 0,-9 16 0,-8 1 0,-6 3 0,4 5 0,0 4 0,0 4 0,4 9 0,10-1 0,-3 3 0,9 2 0,-1 0 0,6 1 0</inkml:trace>
  <inkml:trace contextRef="#ctx0" brushRef="#br0" timeOffset="78">21924 14631 8912,'-35'0'0,"-1"0"0,-4 0 0,4 2 0,-5 4 0,3 9 0,-2 8 0,6 8 0,-1-3 0,8 5 0,10 1 0,8-5 0,5-2 0,6-2 0,4-4 0,15-4 0,1-6 0,7-3 0,0-8 0,9-2 0,-3-4 0,-3-3 0,-3-9 0,-3-6 0,3-5 0,-4 2 0,-10-1 0,-1-3 0,-3-1 0,-7 3 0,2 0 0,1 8 0,-1-2 0,0 4 0,-6 2 0,0 7 0,0 5 0,0 10 0,0 7 0,0 11 0,2 11 0,4 12 0,3 6 0,1 5 0,5-4 0,-4 5 0,-3 1 0,-2-2 0,1 1 0,-1-7 0,0-1 0,-6-4 0,-2-6 0,-4-4 0,-9-2 0,-8 1 0,-8-6 0,3-1 0,-5-9 0,-1-2 0,1-1 0,5-11 0,-3-1 0,8-11 0,2-11 0,2-14 0,2-12 0</inkml:trace>
  <inkml:trace contextRef="#ctx0" brushRef="#br0" timeOffset="79">22182 14545 8912,'-25'0'0,"6"0"0,-4 0 0,4 0 0,2 0 0,1 2 0,5 4 0,-2 6 0,7 10 0,0 7 0,6 11 0,0-2 0,0 8 0,8 0 0,3 8 0,5 1 0,1 2 0,0-7 0,0-10 0,0-4 0,1-1 0,-1-3 0,0-3 0,-6-6 0,1-12 0,-8-3 0,3-8 0</inkml:trace>
  <inkml:trace contextRef="#ctx0" brushRef="#br0" timeOffset="80">22234 14700 8912,'17'0'0,"0"0"0,-6 0 0,1 0 0,-6 0 0,5 0 0,3 0 0,1 0 0,2 0 0,0 0 0,0 2 0,1 4 0,-1 5 0,-6-1 0,1 1 0,-6 6 0,5 6 0,-7 2 0,2-2 0,-4-2 0,-2 8 0,-2-6 0,-4 5 0,2-5 0,-7 6 0,5-14 0,-4 2 0,3-1 0,-14-9 0,1 1 0</inkml:trace>
  <inkml:trace contextRef="#ctx0" brushRef="#br0" timeOffset="81">22612 14631 8912,'-27'8'0,"-3"-4"0,7 7 0,-6 6 0,6 6 0,0 8 0,8-2 0,2 3 0,1 2 0,10-1 0,2-4 0,8-3 0,9-3 0,8-9 0,4 3 0,9-11 0,2-1 0,0-5 0,-5-5 0,-1-5 0,0-15 0,1-2 0</inkml:trace>
  <inkml:trace contextRef="#ctx0" brushRef="#br0" timeOffset="82">22698 14339 8912,'-17'25'0,"2"-6"0,3-6 0,5-7 0,10 4 0,7-1 0,7 1 0,10 1 0,-4 6 0,6 8 0,-6 4 0,1 13 0,-3 11 0,2 12 0,-2 8 0,-9 17 0,-6 1-380,-5-41 1,0 0 0,-1 5 0,0 1 0,0 0 0,0 0-1</inkml:trace>
  <inkml:trace contextRef="#ctx0" brushRef="#br0" timeOffset="83">24299 15904 8912,'9'-2'0,"-3"-4"0,-12 4 0,2-6 0,-7 8 0,7 0 0,-4 0 0,8 0 0,-7 0 0,5 0 0,-6 0 0,8 0 0,0 8 0,0 4 0,0 3 0,0 2 0,0 0 0,0 0 0,0 1 0,0-1 0,6 0 0,0 0 0,-1 0 0,-5 1 0,0-1 0,2-8 0,4-3 0,-4 4 0,6-8 0,-8 5 0,0-9 0,0-3 0,-6-5 0,0-7 0,-1 0 0,3-3 0,-2-1 0,2-1 0,0 1 0,-1 9 0,3-3 0,-6 5 0,8-7 0,0 7 0,0 10 0,0 12 0,0 3 0,0 2 0,0 1 0,0-1 0,0 0 0,0 0 0,2-2 0,4-3 0,-4 3 0,5-5 0,-7 1 0,0 1 0,0-8 0,0 3 0,0-7 0,0-2 0,0-3 0,0 1 0,0-8 0,0 1 0,0-6 0,0-1 0,0 1 0,0 0 0,0 6 0,0-1 0,0 8 0,0-3 0,0 7 0,0 0 0,0 7 0,0-3 0,2 8 0,4 1 0,-4-5 0,5 7 0,1-6 0,-6 3 0,4-1 0,-4-7 0,-2 11 0,0-5 0</inkml:trace>
  <inkml:trace contextRef="#ctx0" brushRef="#br0" timeOffset="84">24230 16523 8912,'-10'-8'0,"-3"4"0,5-5 0,-1 1 0,3 0 0,-6 3 0,9 3 0,-5-4 0,8 12 0,0 3 0,2 8 0,2 3 0,1 2 0,7 3 0,-6 4 0,5 3 0,-5-3 0,5-2 0,-5 0 0,0-3 0,1-3 0,-5 6 0,4 2 0,-4-4 0,-2-2 0,0-10 0,0-2 0,8 1 0,1 5 0</inkml:trace>
  <inkml:trace contextRef="#ctx0" brushRef="#br0" timeOffset="85">24385 16591 8912,'9'0'0,"-1"8"0,-10-4 0,-4 7 0,4-5 0,-3 6 0,3-1 0,2 6 0,0 0 0,0 1 0,0-1 0,2-8 0,3-3 0,7-4 0,-3-2 0,3 0 0,-6-8 0,5-3 0,-7-4 0,2-3 0,-4 1 0,-2 0 0,0 0 0,-2 0 0,-2-1 0,-2 1 0,-7 6 0,1-1 0,3 8 0,-3-1 0,1-5 0,-7 8 0,9-5 0,1 7 0,8 7 0,0-5 0,16 13 0,3-5 0</inkml:trace>
  <inkml:trace contextRef="#ctx0" brushRef="#br0" timeOffset="86">24780 16488 8912,'-11'0'0,"0"0"0,1-2 0,-1-3 0,-5 3 0,7-6 0,-9 8 0,7 0 0,0 2 0,-3 4 0,6 3 0,3 8 0,3 1 0,2-1 0,2 0 0,3 0 0,-1 6 0,8 0 0,-1-2 0,6-8 0,1-1 0,-1 1 0,0-5 0,0-2 0,-5-4 0,-1-2 0,1-2 0,5-4 0,-6-6 0,1-10 0,-8 1 0,1-8 0,-3 6 0,-2-4 0,-2 0 0,-3 1 0,-5 5 0,-7-2 0,-6 6 0,0 5 0,-6 4 0,6 8 0,-5 0 0,5 0 0,-6 8 0,6 4 0,6 9 0,7 1 0,3 0 0,3-3 0,2-2 0,10-8 0,1-1 0</inkml:trace>
  <inkml:trace contextRef="#ctx0" brushRef="#br0" timeOffset="87">26123 15818 8912,'11'-10'0,"1"4"0,-8 4 0,3 2 0,-7-1 0,0-5 0,0 4 0,0-8 0,0 5 0,0 3 0,0-6 0,0 8 0,0 0 0,0 8 0,0 3 0,0 6 0,0 4 0,0 4 0,0 2 0,0 2 0,0 5 0,0-1 0,0-5 0,0 3 0,0-8 0,0 7 0,0-11 0,0 4 0,0-11 0,0-12 0,0-12 0,0-9 0,0-2 0,0-7 0,0 1 0,0-3 0,0-3 0,0 1 0,0-1 0,0 3 0,0 3 0,0 4 0,0 8 0,-2 6 0,-3-1 0,3 9 0,-6-3 0,8 12 0,0 5 0,0 10 0,0 4 0,0 2 0,6-1 0,-1 3 0,3 2 0,-2-8 0,-2 5 0,7-5 0,-7 6 0,2-6 0,-4 0 0,5 1 0,3 3 0</inkml:trace>
  <inkml:trace contextRef="#ctx0" brushRef="#br0" timeOffset="88">26037 16695 8912,'9'0'0,"-1"0"0,-8 0 0,0 9 0,-2 8 0,-2 10 0,-2 6 0,1 3 0,5 4 0,0 6 0,0 3 0,0-3 0,0-2 0,0-2 0,0-4 0,2-1 0,1-5 0,5-3 0,2-6 0,-7-12 0,13-3 0,-7-16 0,9-1 0</inkml:trace>
  <inkml:trace contextRef="#ctx0" brushRef="#br0" timeOffset="89">26312 17004 8912,'-17'2'0,"0"4"0,5-3 0,1 9 0,1-6 0,-1 5 0,-3 1 0,9 5 0,-7 0 0,6 0 0,3 0 0,1 1 0,9 4 0,5 1 0,3-2 0,2-9 0,6 1 0,0-7 0,2 5 0,-2-5 0,-4 0 0,4-6 0,-4-8 0,-2-3 0,1-12 0,-9 4 0,-3-6 0,-4 2 0,-2 0 0,0-7 0,0 1 0,-8 2 0,-3-2 0,-5 8 0,-1-1 0,-2 8 0,-4 3 0,4 7 0,-4-2 0,4 4 0,4 4 0,3 4 0,4-2 0,8 7 0,0 1 0,8 5 0,2 0 0</inkml:trace>
  <inkml:trace contextRef="#ctx0" brushRef="#br0" timeOffset="90">26622 16712 8912,'9'-10'0,"-1"3"0,-16 22 0,5-2 0,-9 16 0,8 0 0,-1 5 0,3 0 0,2 3 0,0 1 0,0 2 0,2-6 0,3-5 0,7-10 0,11-2 0,-4-7 0,4-10 0,-4-2 0,-2-4 0,-2-5 0,-3-12 0,1-6 0,-7-9 0,-2-2 0,-2 2 0,-12-1 0,-7-1 0,-2 4 0,-10-4 0,0-4 0,-5 8 0,0-6 0</inkml:trace>
  <inkml:trace contextRef="#ctx0" brushRef="#br0" timeOffset="91">24127 15285 8912,'5'11'0,"1"1"0,-2 1 0,-2 2 0,-2-5 0,0-3 0,0-7 0,0 0 0,0 8 0,0-6 0,0 6 0,0-10 0,2-2 0,3-2 0,-3-7 0,4 1 0,-4 3 0,-2-3 0,0 7 0,0-7 0,0 6 0,0-5 0,0 7 0,-2-3 0,-4 7 0,3 0 0,-9 0 0,-1 0 0,5 7 0,-5 3 0,7 7 0,-2-6 0,2 1 0,5-1 0,-7 6 0,8 1 0,8-9 0,1-1 0,8-8 0,-1-8 0,-5-3 0,4 1 0,-3-1 0,-3 1 0,3-1 0,-8-5 0,1 5 0,-1 3 0,0 1 0,2-1 0,-2 6 0,-10-4 0,2 5 0,-7 1 0,-1 1 0,-5 5 0,6 2 0,-1 3 0,1 5 0,-7-5 0,7-1 0,-1 1 0,7-5 0,-7 5 0,8-5 0,-1 5 0,3-7 0,4 4 0,3-8 0,-3 0 0,14-6 0,-5 0 0,-3 1 0,15-3 0,-4-2 0</inkml:trace>
  <inkml:trace contextRef="#ctx0" brushRef="#br1" timeOffset="92">24178 15164 8912,'-17'0'0,"0"0"0,1-2 0,5-3 0,1 3 0,7-6 0,-3 1 0,-6-3 0,7-7 0,-1 5 0,6 1 0,-8 7 0,6-4 0,-7 8 0,3 0 0,4 8 0,-4 3 0,5 5 0,1 1 0,0 0 0,0 0 0,0 2 0,0 4 0,0-9 0,0 3 0,1-6 0,3 3 0,4-5 0,1-1 0,-3-2 0,6-6 0,1 0 0,2-8 0,3-3 0,-9 1 0,-3-1 0,2-1 0,-3-5 0,1 0 0,-6 0 0,0-1 0,-8 9 0,-1 1 0,-3 10 0,1 4 0,7 3 0,-2 9 0,-1-1 0,1 0 0,0 0 0,6 0 0,2 1 0,2-1 0,4 0 0,1 0 0,3-5 0,5-1 0,-6-7 0,1 2 0,-1-5 0,6-1 0,-1-1 0,-5-5 0,3-4 0,-7-7 0,3 0 0,-6 0 0,-3 0 0,-6-1 0,-9 7 0,3-1 0,1 7 0,-1-7 0,-1 8 0,-5-3 0,2 14 0,3 5 0,5 5 0,-1 6 0,6-2 0,-4 8 0,6-8 0,6 2 0,-2 1 0,8-1 0,-7-2 0,7-9 0,-1 1 0,6-7 0,1-2 0,-1-2 0,-2-10 0,-3-3 0,1-5 0,-7-1 0,5-6 0,-5 0 0,0-2 0,-6 2 0,-6 2 0,-2-5 0,-1 1 0,-5 4 0,-1 2 0,-2 3 0,0 5 0,5-2 0,1 7 0,5 2 0,-6 10 0,7 3 0,-7 9 0,8 6 0,-1 5 0,3 4 0,2 1 0,0 0 0,2-1 0,2-3 0,1-1 0,9-8 0,-3 0 0,4-8 0,3-7 0,-1-4 0,0-2 0,-6-8 0,-1-3 0,-2-4 0,-4-3 0,-3-4 0,-1-1 0,0 0 0,0 5 0,-7-4 0,-5-1 0,-3-8 0,-2 4 0</inkml:trace>
  <inkml:trace contextRef="#ctx0" brushRef="#br1" timeOffset="93">25951 13686 8912,'15'-2'0,"-4"-4"0,-5-5 0,-4 3 0,-2 0 0,-2 8 0,-4 0 0,5 2 0,-7 2 0,2 4 0,0 1 0,1 3 0,5 5 0,0 0 0,0 0 0,0 1 0,0-1 0,0 0 0,0 0 0,0 0 0,0 0 0,0 1 0,5-7 0,1 1 0,8-9 0,-5 5 0,8-8 0,-1-2 0,-5-4 0,4 3 0,-3-9 0,-3 3 0,3-3 0,-8-3 0,1 3 0,-1-1 0,2 2 0,-4-5 0,4 5 0,-4 3 0,-4-5 0,-4 7 0,-6 2 0,-1 4 0,2 6 0,-3-2 0,8 7 0,-5 1 0,5 7 0,1 0 0,-3-2 0,6 10 0,-4-10 0,4 2 0,2-5 0,0-3 0,2-7 0,4 2 0,4-5 0,1-2 0,0-5 0,-7-4 0,6-7 0,-4 0 0,-5 0 0,5-1 0,-4 1 0,-2 0 0,-6 6 0,-1-1 0,-3-1 0,6 5 0,-11 1 0,6 7 0,-7 9 0,5 8 0,3 0 0,8 6 0,0 2 0,0-2 0,0 6 0,0-6 0,0 0 0,0-6 0,8 0 0,3 0 0,5-7 0,1-4 0,0-5 0,0-1 0,0-1 0,1-5 0,-3-4 0,-2-7 0,-1-2 0,1-4 0,-5 2 0,-3-8 0,-3 6 0,-2-5 0,0 7 0,0-2 0,-2 4 0,-3 2 0,-3 5 0,-3 1 0,-5 7 0,5-2 0,1 4 0,-1 4 0,-1 4 0,3 5 0,-7 6 0,5 6 0,1-2 0,-1 8 0,7-6 0,-2 6 0,-1-6 0,1 5 0,0-7 0,6 2 0,0-10 0,0-1 0,0 1 0,8-5 0,2 0 0,7-10 0,0-4 0,0-2 0,0-3 0,-5-4 0,-1 3 0,-7-3 0,2-2 0,-4-1 0,-2 1 0,0 0 0,0 0 0,-2 0 0,-2-1 0,-4 3 0,-1 4 0,3-3 0,-5 9 0,5-1 0,-6 6 0,1 0 0,-4 2 0,3 4 0,-3 9 0,3 8 0,3 7 0,-1-3 0,3 2 0,3-1 0,2-5 0,2 6 0,0-8 0,0 2 0,0-10 0,0-1 0,8-8 0,3 1 0,4-3 0,3-2 0,-1-7 0,0-5 0,-6-3 0,1-2 0,-1-1 0,-1 1 0,-2-6 0,-8 0 0,0-1 0,0 1 0,0 4 0,0-4 0,-2 3 0,-4 3 0,-4 0 0,1 0 0,-7 7 0,5 5 0,1 3 0,-1 2 0,0 4 0,-5 5 0,5 8 0,-3 12 0,9 0 0,-1 1 0,6-1 0,0 1 0,0-7 0,0 0 0,0-6 0,0 1 0,8-9 0,3-3 0,-1-4 0,1-2 0,1-2 0,5-4 0,0-3 0,0-9 0,-5-5 0,-1 1 0,-7-3 0,2 2 0,-4 4 0,-2-4 0,0 4 0,0 1 0,-8 7 0,-4 0 0,-3 7 0,-2-2 0,-2 4 0,-4 2 0,4 8 0,-4 3 0,9 10 0,3 2 0,7 2 0,-2-4 0,4 2 0,2-2 0,8-2 0,9-9 0,10-3 0</inkml:trace>
  <inkml:trace contextRef="#ctx0" brushRef="#br1" timeOffset="94">26054 13583 8912,'8'-10'0,"-7"-5"0,3 3 0,-8-3 0,1 4 0,-9-1 0,6 6 0,-5-5 0,5 7 0,-5-2 0,5 4 0,-5 2 0,-3 0 0,-1 0 0,-2 0 0,-1 0 0,1 0 0,0 2 0,0 4 0,5 2 0,1 3 0,-1 6 0,-5-1 0,0 7 0,0 3 0,0 3 0,-1 5 0,1 3 0,0 3 0,2 6 0,3 9 0,6 6 0,5 6 0,1-2 0,0 9 0,0 1 0,0-6 0,5-4 0,3-16 0,3-3 0,9-6 0,-3-11 0,6-6 0,-2-6 0,2-5 0,3-5 0,9-7 0,5-7 0,2-5 0,2-3 0,4-2 0,2-2 0,1-4 0,7-4 0,-1-8 0,-7 1 0,-10 0 0,2-3 0,-2-3 0,-4-6 0,-5-3 0,-6-1 0,-8 4 0,-2-9 0,-3 3 0,1-3 0,-7 3 0,-10 6 0,-13 2 0,-10 1 0,-5-1 0,-10 5 0,-4-1 0,-6 4 0,-5 2 0,-5-1 0,-6 1 0,1 7 0,4 4 0,3 12 0,9 5 0,7 4 0,4 4 0,7 4 0,10 5 0,2 6 0,15 6 0,1 2 0,5 4 0,0 3 0,0-5 0</inkml:trace>
  <inkml:trace contextRef="#ctx0" brushRef="#br1" timeOffset="95">24058 14649 8912,'-8'-12'0,"-3"3"0,-5 1 0,-1 4 0,-2 2 0,-4 2 0,4 0 0,-6 0 0,2 0 0,0 0 0,-6 14 0,7 5 0,-1 5 0,-2 7 0,6 3 0,-4 8 0,4 10 0,1 9 0,7 8 0,1 5 0,3 7 0,3 3 0,6 2 0,9 0 0,5-2 0,16-4 0,6-7 0,4-8 0,4-14 0,6-11 0,1-19 0,5-9 0,1-9 0,2-6 0,-7-9 0,-6-11 0,-10-7 0,2-5 0,-4-5 0,-1 0 0,-3-8 0,-3 2 0,1-9 0,-7-2 0,4-2 0,-10 1 0,3 10 0,-15-3 0,1 3 0,-10-3 0,-7-1 0,-12 0 0,-10 3 0,-7 3 0,-6-2 0,-11 8 0,1-6 0,-7 6 0,8 2 0,-3 9 0,7 12 0,5 11 0,-2 6 0,10 8 0,3 9 0,5 10 0,9 13 0,-2 6 0,6 5 0,5 7 0,7-5 0,10 5 0,-3-5 0,21-9 0,-4-2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5.61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11134 3611 8912,'6'-25'0,"1"-2"0,3 0 0,3 4 0,3 6 0,1 4 0,0 3 0,0 3 0,0 1 0,3 6 0,1 0 0,2 0 0,1 0 0,-1 0 0,-4 0 0,4-2 0,-3-2 0,-3-2 0,0 1 0,-2 3 0,-3-4 0,-5 4 0,-7-6 0,-5 7 0,-1-5 0,-7 4 0,3-6 0,-1 3 0,-1-1 0,6-6 0,-5 7 0,7-9 0,-6 10 0,5-7 0,3 7 0,-4-4 0,12 8 0,3 2 0,9 4 0,1 11 0,4 12 0,-4-2 0,4 1 0,2 1 0,-3 5 0,7-1 0,-6-4 0,6 1 0,-6-7 0,0-4 0,2-6 0,-6 1 0,4-8 0,-4-3 0,-2-8 0,0-5 0,0-7 0,-1-8 0,-3-4 0,-3-3 0,-3-2 0,-1 1 0,-6 4 0,0-1 0,0 7 0,0 0 0,-2 8 0,-4 3 0,4 7 0,-3 12 0,3 12 0,2 14 0,0 9 0,0 9 0,6 7 0,-1-1 0,11 8 0,1-2 0,0 4 0,6 2 0,-4-2 0,-2-4 0,0-4 0,1-8 0,-9-7 0,-3-4 0,-4-11 0,-2-6 0,-8-4 0,-3-2 0,-6-7 0,-6-4 0,2-5 0,-8-1 0,0-1 0,-5-5 0,-3-6 0,-3-3 0,4-2 0,-4 0 0,5 0 0,7-1 0,-3 7 0,8-1 0,8 1 0,9-4 0,14 1 0,7 1 0,6-6 0,17 2 0,-9-16 0,13 6 0</inkml:trace>
  <inkml:trace contextRef="#ctx0" brushRef="#br0" timeOffset="1">12580 3611 8912,'0'9'0,"0"-1"0,0-8 0,0-2 0,0-4 0,0-3 0,0-9 0,7 1 0,5 0 0,9 0 0,4 0 0,1 1 0,5 5 0,1-3 0,3 9 0,-1-9 0,-7 12 0,-2-5 0</inkml:trace>
  <inkml:trace contextRef="#ctx0" brushRef="#br0" timeOffset="2">12597 4075 8912,'9'9'0,"5"-3"0,-9-12 0,15-11 0,-3-12 0,13-5 0,5-6 0,9-4 0,5 0 0,11-4 0,3 8 0,4-8 0,2 5 0</inkml:trace>
  <inkml:trace contextRef="#ctx0" brushRef="#br0" timeOffset="3">14386 3112 8912,'-19'-46'0,"-2"2"0,-4 4 0,-1 8 0,-3 5 0,-5 12 0,-1 3 0,1 6 0,-1 4 0,1 4 0,1 4 0,5 6 0,-3 3 0,8 2 0,0 8 0,6 4 0,2 3 0,3 2 0,3 8 0,3 4 0,4 4 0,-4 2 0,4-1 0,2 1 0,0 1 0,0 4 0,6-3 0,0 3 0,7-9 0,-1-2 0,1-2 0,0 2 0,-1-6 0,1-4 0,-3-2 0,1 1 0,-5-1 0,6 1 0,-9-9 0,3-3 0,-4 2 0,-2-2 0,-8 0 0,-1-6 0</inkml:trace>
  <inkml:trace contextRef="#ctx0" brushRef="#br0" timeOffset="4">13819 3886 8912,'0'-18'0,"-6"1"0,0 0 0,0 0 0,8-2 0,2-2 0,2-2 0,13 0 0,-2 6 0,12-6 0,0 0 0,3 0 0,2 6 0,9 0 0,2-1 0,5 7 0,2 1 0,-1 1 0,1-1 0,0 5 0,-1-7 0,9 1 0,1-7 0</inkml:trace>
  <inkml:trace contextRef="#ctx0" brushRef="#br0" timeOffset="5">14972 2940 8912,'-12'6'0,"-1"-1"0,-5 1 0,-3 2 0,-9 1 0,1 9 0,-9 1 0,-2 6 0,2 9 0,1 10 0,5 13 0,3 6 0,6 6-181,12 5 0,3-3 181,8 4 0,2-1 0,4-5 0,3-4 0,8-14 0,6 1 0,2-2 0,0-4 44,0-6 1,-2-6-45,-6-5 0,0-6 0,0-12 0,1 4 0,-1-13 0,0-9 0,0-12 0</inkml:trace>
  <inkml:trace contextRef="#ctx0" brushRef="#br0" timeOffset="6">15006 3404 8912,'0'-11'0,"0"-1"0,0 7 0,0-7 0,10 6 0,7-5 0,8 5 0,9-3 0,2 1 0,4 4 0,-3 4 0,3 6 0,-6 3 0,-5 9 0,-4 1 0,-8 4 0,-2 7 0,-3 8 0,-6-1 0,-12 3 0,-4 2 0,-7-2 0,-8 0 0,-3-5 0,-3-1 0,2 0 0,4-7 0,8-4 0,2-8 0,3-9 0,12-16 0,10-16 0</inkml:trace>
  <inkml:trace contextRef="#ctx0" brushRef="#br0" timeOffset="7">15608 3267 8912,'0'-10'0,"-2"3"0,-3 7 0,-5 3 0,-7 9 0,0 1 0,-1 16 0,1 1 0,0 9 0,2 3 0,3 2 0,5-4 0,7 6 0,0-10 0,0-2 0,13-1 0,4-10 0,10-2 0,-4-10 0,6-3 0,-6-8 0,-1-2 0,-4-4 0,7-11 0,1-10 0</inkml:trace>
  <inkml:trace contextRef="#ctx0" brushRef="#br0" timeOffset="8">15694 2802 8912,'25'8'0,"2"2"0,7 7 0,1 2 0,-1 4 0,6 6 0,0 13 0,-3 9 0,-7 10 0,-1 8 0,-12 6 0,2 3 0,-15 8 0,-6 0 0,-7 0 0,-14-8-264,-6-3 0,-11-7 264,-6-5 0,-4-3 0,-1-9 0</inkml:trace>
  <inkml:trace contextRef="#ctx0" brushRef="#br0" timeOffset="9">18224 3301 8912,'-2'-29'0,"-2"1"0,-3-1 0,-3 0 0,-3 1 0,-3-1 0,-1 2 0,0 4 0,0 12 0,-2 5 0,-4 4 0,-2 4 0,-6 6 0,4 9 0,3 10 0,1 7 0,5 6 0,1 6 0,0 4 0,7-4 0,5 0 0,3-6 0,2 4 0,0-2 0,0-4 0,2-9 0,3-7 0,7-10 0,11-6 0,2-4 0,3-2 0,5-10 0,-4-7 0,3-10 0,3-5 0,-3-3 0,-3 1 0,-6-2 0,-12-5 0,3 5 0,-9-4 0,1 9 0,-6 3 0,0 7 0,0 4 0,0 11 0,0 13 0,0 11 0,0 8 0,2 13 0,4 1 0,5 6 0,12-6 0,-2-2 0,8-9 0,5 1 0,6-7 0,6-2 0,-6-9 0,8-5 0,-4-9 0,2-3 0,0-7 0,-15-3 0,-3-2 0,-7-16 0,-4-3 0</inkml:trace>
  <inkml:trace contextRef="#ctx0" brushRef="#br0" timeOffset="10">18757 3164 8912,'0'-12'0,"0"1"0,0 7 0,0-4 0,-5 12 0,-1 7 0,0 10 0,6 20 0,6 4 0,2 13 0,1 5 0,5 4 0,7 1 0,2 1 0,7 0-194,-1 0 0,3 1 194,3 5 0,-8-12 0,-5 0 0,5-8 0,0-3 0</inkml:trace>
  <inkml:trace contextRef="#ctx0" brushRef="#br0" timeOffset="11">18912 3318 8912,'-11'-11'0,"-1"-1"0,9 1 0,-5-1 0,8 1 0,9 5 0,9-5 0,10-1 0,11 3 0,-1-5 0,8 9 0,-8-3 0,2 2 0,-5 6 0,-7 0 0,-5 12 0,-4 9 0,-9 6 0,-4 7 0,-6 8 0,-6 4 0,-4-2 0,-7 2 0,-6-3 0,0 3 0,-2 2 0,2-8 0,6-5 0,0-7 0,0 1 0,15-10 0,-6-11 0,8-18 0</inkml:trace>
  <inkml:trace contextRef="#ctx0" brushRef="#br0" timeOffset="12">19549 3301 8912,'-17'0'0,"5"0"0,1 0 0,7 0 0,-4 8 0,8 3 0,0 6 0,0 6 0,6 4 0,0 7 0,7 7 0,-1-1 0,3 6 0,2-4 0,-1 0 0,-5 0 0,4 5 0,-3-1 0,-5-4 0,-1-2 0,-4 2 0,-2-2 0,-2-1 0,-4-11 0,-3-10 0,-8-3 0,-1-6 0</inkml:trace>
  <inkml:trace contextRef="#ctx0" brushRef="#br0" timeOffset="13">19446 3318 8912,'0'-26'0,"0"-7"0,0 14 0,0-4 0,7 6 0,5 5 0,11-3 0,6 4 0,9 1 0,2-1 0,6 7 0,-6-2 0,4-2 0,-10 3 0,3 1 0,-14 10 0,-4 7 0,-6 8 0,1 6 0,-9 7 0,-7 2 0,-9 5 0,-6-3 0,-6 8 0,-2-2 0,-4 1 0,-3-3 0,3-7 0,2-1 0,-1 1 0,7-9 0,-2-3 0,3-4 0,3-1 0</inkml:trace>
  <inkml:trace contextRef="#ctx0" brushRef="#br0" timeOffset="14">19996 2992 8912,'0'-18'0,"0"1"0,0 0 0,0 0 0,-1 2 0,-5 3 0,4 6 0,-4 12 0,4 6 0,2 10 0,0 5 0,0 8 0,0 5 0,0 0 0,2 6 0,4-6 0,-2 0 0,7-6 0,1-1 0,5-3 0,0-5 0,0-6 0,1 2 0,-1-9 0,0-5 0,0-1 0,0-6 0,1-6 0,-1-3 0,0-8 0,-2-8 0,-3-4 0,1-9 0,-7-2 0,5 2 0,-5 7 0,0 4 0,1 2 0,-5 3 0,6 12 0,-8 6 0,0 16 0,2 1 0,4 16 0,-3-1 0,9 5 0,1-3 0,3-1 0,7-8 0,0 2 0,7-4 0,-1-2 0,1-7 0,-1-4 0,2-5 0,-8-1 0,5-1 0,-5-5 0,0-9 0,-6-8 0,-5-8 0,-3 2 0,1-1 0,0 1 0,-7-3 0,3 3 0,-2-2 0,2 3 0,-4 9 0,3 7 0,-3 8 0,0-3 0,4 7 0,-2 15 0,7 8 0,-5 21 0,5 9 0,3 9 0,1 8 0,-3 7 0,-1 9 0,0 5-211,7 1 1,-13-43 0,-1-1 210,2 44 0,2 4 0,-3-10 0,-1 5 0,-10-16 0,-9-4 0,-8-20 0,-5-7 0,3-6 0,0-7 0,0-8 0,8-12 0,5-5 0,1-14 0,-6-9 0,1-10 0,5-13 0,3-4 0,8-7 0,0-9 0,0-3 0,8-3 0,3-3 0,5-6 0,1 1 0,2 3 0,4 6 0,2-2 0,3 4 0,5 4 0,-1-2 0,9 7 0,-3 3 0,-2 7 0,-1 6 0</inkml:trace>
  <inkml:trace contextRef="#ctx0" brushRef="#br0" timeOffset="15">23266 2820 8912,'0'-18'0,"-2"-4"0,-4-1 0,-3 2 0,-1 2 0,3 1 0,-1 1 0,6 4 0,-4 7 0,5 16 0,1 22 0,0 10 0,0 10 0,5 13 0,3 1 0,0 9 0,-1 3 0,5 3 0,-7 5 0,3-8 0,-4-4 0,4-5 0,1-6 0,3-6 0,5-11 0,0-11 0,8-10 0,2-8 0</inkml:trace>
  <inkml:trace contextRef="#ctx0" brushRef="#br0" timeOffset="16">23438 3611 8912,'35'-35'0</inkml:trace>
  <inkml:trace contextRef="#ctx0" brushRef="#br0" timeOffset="17">23731 3146 8912,'0'18'0,"0"-1"0,-2 2 0,-4 4 0,2-2 0,-7 7 0,1-5 0,-1 6 0,3 0 0,0-3 0,7 1 0,-5-4 0,10-4 0,1 4 0,11-11 0,1-7 0,2-3 0,10-2 0,-6-9 0,5-9 0,1-8 0,-2-7 0,-4-3 0,-12-4 0,-3 4 0,-8-5 0,-8 7 0,-3 5 0,-10 5 0,-2 6 0,-8 9 0,2 3 0,3 4 0,-1 4 0,2 6 0,4 9 0,10 2 0,5 10 0,4-8 0,2 2 0,15-4 0,4-2 0</inkml:trace>
  <inkml:trace contextRef="#ctx0" brushRef="#br0" timeOffset="18">24350 3146 8912,'-2'-17'0,"-3"0"0,-9 2 0,-7 3 0,0-1 0,-8 7 0,-5 2 0,-6 10 0,0 4 0,5 7 0,9 0 0,5 2 0,7 2 0,8 2 0,5 8 0,1-3 0,0-3 0,0-2 0,7-6 0,5-5 0,9 1 0,2-7 0,1-1 0,-1-5 0,-3-1 0,4-3 0,-1-4 0,0-1 0,0-5 0,-6-9 0,-5 4 0,-1-4 0,-1 4 0,1 2 0,3 5 0,-8 1 0,7 7 0,-2-2 0,5 14 0,1 9 0,-6 16 0,1 13 0,-1 9 0,7 2 0,-7 10 0,0 2 0,-5 0 0,6 5 0,-8-5 0,1-6 0,-5-6 0,-5-3 0,-5-12 0,-7-8 0,0-3 0,-1-14 0,1 2 0,0-13 0,-6 0 0,0-6 0,2-10 0,10-7 0,-3-10 0,8-13 0,1-4 0,5-15 0,0-2 0</inkml:trace>
  <inkml:trace contextRef="#ctx0" brushRef="#br0" timeOffset="19">25366 2734 8912,'0'-17'0,"0"-1"0,-2 3 0,-4 4 0,4 3 0,-6 17 0,8 9 0,2 10 0,4 11 0,-2 6 0,7 13 0,-5-3 0,6 8 0,-7 0 0,5 8 0,-3 1 0,-3 3 0,-2-1 0,-2-5 0,0-8 0,0-3 0,-15-12 0,-4-12 0,-16-9 0</inkml:trace>
  <inkml:trace contextRef="#ctx0" brushRef="#br0" timeOffset="20">25142 3181 8912,'8'-17'0,"-5"-6"0,9 0 0,-6-6 0,7 6 0,6 4 0,8 6 0,7-3 0,6 5 0,4 3 0,8 3 0,2 3 0,3 2 0,-2 0 0,8 0 0,-13 0 0,2 0 0,-14 0 0,-4 0 0,-7-6 0,-10 0 0,1 2 0,-9 4 0,-3 6 0,-4 4 0,-2 7 0,-14 6 0,-3 0 0,-6 7 0,0-1 0,4 5 0,-4 6 0,4-5 0,2-1 0,5 1 0,1-7 0,7-1 0,-2 0 0,5-2 0,2-4 0,5-10 0,6-3 0,11-8 0,1-10 0,5-7 0,2-8 0,-8-9 0,2-3 0,-3-3 0,-10 4 0,-1-4 0,-7 4 0,-4 1 0,0 1 0,0-1 0,-7 9 0,-5 3 0,-3 6 0,-2 5 0,-1-3 0,1 13 0,8-6 0,1 1 0,8-3 0</inkml:trace>
  <inkml:trace contextRef="#ctx0" brushRef="#br0" timeOffset="21">27293 2493 8912,'-10'-17'0,"-3"5"0,7 1 0,-7 5 0,1-3 0,-3 1 0,4 2 0,1 10 0,2 6 0,5 7 0,1 13 0,2 5 0,0 7 0,0 9 0,0 1 0,0 0 0,0-1 0,0 1 0,0-1 0,0 1 0,0-8 0,0-4 0,0-6 0,0-5 0,0-4 0,0-8 0,0-7 0,0-5 0,0-10 0,0-7 0,0-9 0,0-2 0,0-7 0,0 1 0,7 4 0,5 2 0,-3-2 0,3 2 0,-1 2 0,7 8 0,1 3 0,4 3 0,-2 1 0,7 6 0,-5 2 0,6 4 0,-8 3 0,2 8 0,-4 6 0,-2 0 0,-1 8 0,-5-2 0,-3 3 0,-8 2 0,-8 1 0,-3-1 0,-10-5 0,-4-2 0,0-3 0,0-3 0,-4-3 0,6-7 0,0-3 0,6-8 0,8 0 0,-7-16 0,7-3 0</inkml:trace>
  <inkml:trace contextRef="#ctx0" brushRef="#br0" timeOffset="22">27861 2837 8912,'-19'17'0,"-2"-2"0,-2-1 0,2-3 0,0 1 0,-2 5 0,4 2 0,-4 4 0,4-4 0,3 6 0,3 0 0,1 3 0,10-3 0,2-2 0,16-6 0,12-5 0,7-5 0,5-7 0,-4 0 0,5 0 0,1-7 0,-2-5 0,-6-5 0,-7-4 0,-2-2 0,-4 2 0,-10-4 0,-5 2 0,-4-5 0,-2 5 0,-8-6 0,-3 6 0,-12 0 0,-6 6 0,-9 0 0,-2 0 0,0 5 0,5 1 0,3 7 0,3-2 0,10 4 0,7 2 0,24 8 0,-1 1 0</inkml:trace>
  <inkml:trace contextRef="#ctx0" brushRef="#br0" timeOffset="23">28601 2510 8912,'9'-51'0,"5"5"0,-9 0 0,1 15 0,-6 7 0,0 20 0,0 15 0,-7 8 0,-5 16 0,3 7 0,-3 4 0,6 3 0,-5 3 0,7-1 0,-2 1 0,4 0 0,2-1 0,0-1 0,0-4 0,0-4 0,0-8 0,0 0 0,0 1 0,0-8 0,0-3 0,0-6 0</inkml:trace>
  <inkml:trace contextRef="#ctx0" brushRef="#br0" timeOffset="24">28394 2854 8912,'-9'-8'0,"3"-3"0,-2 1 0,3-1 0,-1 5 0,6-5 0,0-1 0,4-5 0,7 0 0,12 2 0,8 3 0,11-3 0,4 3 0,11-3 0,6-2 0,2 0 0,-2 0 0,0-1 0,-11 1 0,2-2 0,-14-4 0,-4-4 0,-5 1 0,-14 1 0,-11 8 0,-6-1 0,-6 1 0,-4 0 0,-7 0 0,6 7 0,-1 5 0,1-3 0,-5 4 0,5 6 0,3 8 0,8 12 0,0 0 0,0 6 0,0 3 0,0 9 0,0-4 0,0 4 0,0-3 0,0-1 0,-2 2 0,-3 2 0,3-5 0,-4-7 0,2-5 0,-2 6 0,4-8 0,-3 2 0,1-12 0,-2-5 0,4-4 0,-5-4 0,7-4 0,1-5 0,5-5 0,-2-6 0,8-1 0,-1-8 0,6 2 0,6 5 0,0 1 0,6 4 0,-6 1 0,2 3 0,-2 4 0,-4-3 0,4 8 0,1 3 0,-1 8 0,-2 5 0,-7 9 0,-3 4 0,3 6 0,-5-3 0,3 3 0,-3-6 0,3 6 0,5-10 0,0-2 0,0-8 0,16-1 0,-6 2 0</inkml:trace>
  <inkml:trace contextRef="#ctx0" brushRef="#br0" timeOffset="25">30184 2441 8912,'-19'0'0,"-4"0"0,-6 0 0,-3 0 0,-10 0 0,-4 0 0,-4 2 0,-2 4 0,-1 6 0,-4 3 0,11 4 0,0 4 0,15 4 0,8 7 0,6 0 0,6 1 0,3-7 0,8 1 0,2-8 0,4 2 0,3 2 0,8-2 0,2-6 0,4-6 0,2-5 0,6 4 0,-2-3 0,1-3 0,-3 0 0,2 2 0,-1-4 0,7 3 0,-7 3 0,1-2 0,-2 1 0,1-1 0,-3-2 0,-7 5 0,-1 1 0,0 0 0,-7-5 0,-5 7 0,-5-3 0,-5 3 0,-13 3 0,-10-3 0,-5 3 0,-1 2 0,-1 0 0,1 0 0,-1-1 0,1-5 0,0 4 0,7-13 0,2-2 0,8-9 0</inkml:trace>
  <inkml:trace contextRef="#ctx0" brushRef="#br0" timeOffset="26">30339 2734 8912,'11'0'0,"1"0"0,-8 2 0,1 3 0,-3-1 0,-2 8 0,0-1 0,0 6 0,0 8 0,-2 2 0,-1 2 0,-3-1 0,-2 1 0,2 5 0,5 1 0,-5-1 0,4-5 0,2-1 0,-2-9 0,-4-1 0,-3-1 0,-9-8 0</inkml:trace>
  <inkml:trace contextRef="#ctx0" brushRef="#br0" timeOffset="27">30322 2665 8912,'0'-33'0,"0"5"0,0-5 0,0 5 0,0 3 0,0 0 0,0 15 0,2 5 0,3 10 0,11 5 0,7 7 0,15 0 0,-2 1 0</inkml:trace>
  <inkml:trace contextRef="#ctx0" brushRef="#br0" timeOffset="28">30993 2802 8912,'-35'0'0,"1"0"0,0 0 0,-7 0 0,1 0 0,-2 8 0,4 4 0,-4 3 0,-2 2 0,6 8 0,-2 4 0,11 3 0,6 2 0,4 7 0,3-1 0,5-2 0,5-2 0,12-9 0,5-4 0,5-12 0,1-5 0,8-6 0,4-6 0,9-11 0,4-12 0,0-5 0,0-6 0,-2 2 0,-5-8 0,-3 0 0,-3-6 0,3 1 0,-3-1 0,-4-5 0,-2 0 0,-4-3 0,-2 3 0,-7 11 0,-5 0 0,-3 10 0,-2 7 0,-7 12 0,-3 10 0,-5 9 0,3 3 0,-1 12 0,7 12 0,-5 4 0,5 1 0,-6 6 0,7 0 0,-9 8 0,3-2 0,1-2 0,-1 2 0,1-6 0,-3 4 0,3 0 0,3 0 0,-5-6 0,6 2 0,1-4 0,5-1 0,0-7 0,0-1 0,2-4 0,3-8 0,11-5 0,7-10 0,1-2 0,-1-4 0,-2-3 0,8-9 0,-8-5 0,2-1 0,-6-3 0,-5-4 0,1-1 0,-7-3 0,0 9 0,-6 3 0,0 4 0,0 1 0,-2 9 0,-4 3 0,2 4 0,-7 2 0,-1 8 0,-5 3 0,6 7 0,1 4 0,0 5 0,1 0 0,5 5 0,-2-3 0,4-4 0,2-2 0,8-4 0,4-2 0,5-7 0,6-5 0,2-3 0,3-2 0,5-2 0,-5-3 0,5-7 0,1-9 0,1-4 0,-1-1 0,-5 3 0,0-6 0,-8 2 0,2-1 0,-4-3 0,-2 8 0,-6 0 0,1 6 0,-8 6 0,1-1 0,5 8 0,-6-1 0,7 12 0,3 9 0,1 5 0,2 9 0,0-1 0,0 3 0,1 3 0,-1 3 0,0-4 0,-5 4 0,-1-9 0,-7 2 0,2-3 0,-6 3 0,-6-8 0,-6-6 0,-9-6 0,-3 1 0,-3-3 0,-2-1 0,-5-8 0,1 0 0,4 0 0,-3-2 0,3-4 0,4 3 0,2-9 0,4-7 0,2-8 0</inkml:trace>
  <inkml:trace contextRef="#ctx0" brushRef="#br0" timeOffset="29">10910 5588 8912,'-2'-35'0,"-1"3"0,-3 3 0,2 6 0,2 4 0,2 25 0,0 13 0,0 15 0,0 12 0,2 10 0,4 3 0,3 2 0,1 4 0,3 2 0,-5 0 0,1-4 0,5-6 0,1 2 0,2-3 0,2-7 0,4-7 0,2-13 0,4-6 0,3-12 0,-5-18 0,8-12 0</inkml:trace>
  <inkml:trace contextRef="#ctx0" brushRef="#br0" timeOffset="30">11323 5897 8912,'-2'17'0,"-1"1"0,-3-1 0,-6 6 0,7 0 0,-1 0 0,6-4 0,0 2 0,0 2 0,2-2 0,4-10 0,11 2 0,11-7 0,5-2 0,1-10 0,7-3 0,-1-8 0,6-8 0,-6-4 0,-6-3 0,-5-3 0,-10 1 0,-2-1 0,-7 3 0,-12 3 0,-6 6 0,-9 4 0,-10 8 0,-13-1 0,2 9 0,-6-1 0,2 6 0,3 3 0,5 3 0,5-2 0,5-4 0,6 5 0</inkml:trace>
  <inkml:trace contextRef="#ctx0" brushRef="#br0" timeOffset="31">11874 5725 8912,'-10'2'0,"5"4"0,-3 4 0,2 7 0,1 0 0,5 0 0,0 0 0,0 0 0,0 1 0,0-1 0,7-2 0,5-3 0,3 1 0,4-7 0,2-2 0,2-3 0,6-8 0,-6-5 0,0-3 0,-6-2 0,0-2 0,0-4 0,0 4 0,1-4 0,-9 4 0,-3 2 0,-4-1 0,-2 1 0,0 8 0,0 1 0,2 8 0,2 4 0,1 7 0,1 8 0,-6 16 0,8 1 0,3 4 0,-1 6 0,1 9 0,3 3 0,1-3 0,0-1 0,-3-3 0,1-5 0,-7 0 0,0-10 0,-6 0 0,-2-7 0,-4-4 0,-11-8 0,-12-5 0,-3-3 0,-5 3 0,-1-7 0,-2-3 0,5-2 0,7 0 0,7-7 0,-2-5 0,11-9 0,7-2 0,3-7 0,2 1 0,0-4 0,15-9 0,4-1 0</inkml:trace>
  <inkml:trace contextRef="#ctx0" brushRef="#br0" timeOffset="32">12717 5760 8912,'17'17'0,"-7"0"0,-2-7 0,-8-3 0,2-7 0,3 0 0,7 0 0,9-2 0,4-1 0,1-5 0,5-2 0,-4 7 0,1-3 0,1-4 0,-2 1 0,-2-8 0</inkml:trace>
  <inkml:trace contextRef="#ctx0" brushRef="#br0" timeOffset="33">12958 6104 8912,'0'11'0,"0"0"0,-8-7 0,7 4 0,-5-8 0,12 0 0,5-8 0,10-3 0,4-6 0,2-6 0,1 4 0,7-4 0,-1-4 0,1-2 0,-9-3 0,-1-3 0</inkml:trace>
  <inkml:trace contextRef="#ctx0" brushRef="#br0" timeOffset="34">12063 5846 8912,'17'0'0,"-9"0"0,-8 0 0,-8 0 0,-9 0 0,0 0 0,0 0 0,-2 0 0,-4 0 0,4 0 0,-4 0 0,4 0 0,1 0 0,1 0 0,0 2 0,0 1 0,0 3 0,5 6 0,1-7 0,7 9 0,-2-3 0,6-1 0,6 1 0,3-7 0,9 4 0</inkml:trace>
  <inkml:trace contextRef="#ctx0" brushRef="#br0" timeOffset="35">12373 5794 8912,'-11'0'0,"-1"0"0,3-2 0,-3-4 0,-3 5 0,13-7 0,-6 10 0,8 4 0,0-3 0,0 9 0,0 1 0,0 2 0,0-3 0,0-1 0,8 1 0,1 5 0,3-2 0,-1-3 0,-5-3 0,6-3 0,-1-4 0,6 4 0,-1-6 0,-5-6 0,4-4 0,-3-7 0,3-2 0,2-4 0,-5 4 0,-1-4 0,-7 4 0,2 2 0,1 0 0,-1 0 0,0 7 0,-12 20 0,0 18 0,-1 20 0,1 15 0,4 6 0,-4 7 0,4 8 0,2 6 0,0 0 0,0-10 0,0-5 0,0-12 0,6 0 0,0-12 0,-2-5 0,-10-17 0,2 1 0,-7-7 0,-3-6 0,-9-5 0,4-8 0,-4 1 0,-1-5 0,-1-5 0,-2-7 0,-4-3 0,6-10 0,2-4 0,4-1 0,2 1 0,2-9 0,3 4 0,-1-5 0,7 5 0,1 0 0,5-1 0</inkml:trace>
  <inkml:trace contextRef="#ctx0" brushRef="#br0" timeOffset="36">12115 5880 8912,'17'0'0,"-5"0"0,-1 0 0,-5 0 0,5 0 0,-5-6 0,5 1 0,-1-3 0,3 4 0,-1-2 0,-8 1 0,3-3 0,-7 4 0,0-7 0,0 7 0,-2-4 0,-3 6 0,-7-1 0,-3-3 0,-4 0 0,-4 6 0,4-6 0,-4 1 0,-4-1 0,-2 6 0,3 0 0,-3 0 0,8 0 0,-2 0 0,4 6 0,2-1 0,1 9 0,5-3 0,5 4 0,4 3 0,-5-1 0,-3 0 0</inkml:trace>
  <inkml:trace contextRef="#ctx0" brushRef="#br0" timeOffset="37">14679 5416 8912,'0'-17'0,"0"-1"0,-2 3 0,-2 2 0,-1 1 0,-1 1 0,4 3 0,-2 10 0,-2 15 0,2 16 0,3 9 0,1 9 0,0 3 0,0 3 0,1-3 0,5 3 0,-2-9 0,8-2 0,-1-1 0,6 5 0,0-4 0,8-12 0,2-9 0</inkml:trace>
  <inkml:trace contextRef="#ctx0" brushRef="#br0" timeOffset="38">15109 5519 8912,'-17'10'0,"0"5"0,0-4 0,-1 5 0,1 1 0,2 6 0,3 0 0,5 1 0,7-3 0,0 2 0,0-2 0,7-3 0,5-7 0,9-3 0,4-8 0,0 0 0,-1 0 0,-1 0 0,-5 0 0,-1-8 0,0-3 0,-7-5 0,-5-1 0,-3 0 0,-2 0 0,-7 0 0,-5-1 0,-11 1 0,-5 0 0,3 7 0,2 3 0,4 1 0,1 0 0,1 1 0,0 5 0,0 0 0</inkml:trace>
  <inkml:trace contextRef="#ctx0" brushRef="#br0" timeOffset="39">15471 5571 8912,'-18'-10'0,"1"-3"0,0 7 0,0 0 0,0 6 0,-6 0 0,0 0 0,4 2 0,5 4 0,-1 3 0,7 9 0,-3-1 0,3 0 0,8 0 0,8-5 0,3-1 0,-1-1 0,1 1 0,1-3 0,5-8 0,0 0 0,0 0 0,1-2 0,-1-4 0,-6 2 0,1-7 0,-1-1 0,1-3 0,-1 4 0,-5-3 0,5 9 0,-5-1 0,6 6 0,-7 2 0,7 3 0,-7 5 0,5 9 0,-2 4 0,-4 6 0,3 5 0,-1 6 0,0-2 0,-6 8 0,0 2 0,0 2 0,-2-6 0,-4-4 0,2 2 0,-7-2 0,-7-2 0,-4-9 0,-7 1 0,6-7 0,-6-6 0,6-7 0,2-2 0,2-5 0,2-16 0,7-6 0,3-15 0</inkml:trace>
  <inkml:trace contextRef="#ctx0" brushRef="#br0" timeOffset="40">16262 4986 8912,'10'-2'0,"-5"-4"0,-5 3 0,-5-9 0,1 8 0,-8-1 0,-1 3 0,-2 2 0,-8 15 0,0 8 0,-8 17 0,3 12 0,1 11 0,-2 17 0,0 8-39,12-38 1,0 3-1,3 1 1,1 1-1,1-1 1,1 1-1,1-2 1,1 1 38,0-1 0,1-1 0,-7 41 0,3-7 0,7-17 0,12-17 0,10-12 0,10-10 0,6-13 0,1-11 0,6-8 0,0-9 0,8-16 0,-4-17 0</inkml:trace>
  <inkml:trace contextRef="#ctx0" brushRef="#br0" timeOffset="41">17002 5072 8912,'0'-23'0,"0"0"0,-2 0 0,-3 6 0,-7-4 0,-11 4 0,2-2 0,-8 13 0,-1 2 0,-3 2 0,5 10 0,1 7 0,2 10 0,4 9 0,2 20 0,2 3 0,1 8 0,5 4 0,3 5 0,8 1 0,0-1 0,0 3 0,0-8 0,0-1 0,0-6 0,0-11 0,0-3 0,0-8 0,0-2 0,0-15 0,0 0 0,0-6 0,0-7 0,-7-3 0,-3-7 0</inkml:trace>
  <inkml:trace contextRef="#ctx0" brushRef="#br0" timeOffset="42">16417 5725 8912,'-2'-11'0,"-4"-1"0,5 7 0,-5-7 0,4 6 0,2-5 0,0-2 0,15-3 0,8-1 0,17 2 0,12 2 0,11 1 0,10-1 0,3-3 0,4-1-459,-11 0 0,-2 0 0,-6 0 1</inkml:trace>
  <inkml:trace contextRef="#ctx0" brushRef="#br0" timeOffset="43">17381 5089 8912,'-29'0'0,"0"0"0,1 0 0,1 0 0,2 2 0,8 4 0,0 3 0,-1 12 0,1 6 0,0 8 0,2 18 0,3 4 0,-1 8 0,7 6 0,2 2 0,2 1 0,2-7 0,0-10 0,0-3 0,0-3 0,2-7 0,4-4 0,4-13 0,7-10 0,0-9 0,0-21 0,8-7 0,2-14 0</inkml:trace>
  <inkml:trace contextRef="#ctx0" brushRef="#br0" timeOffset="44">17501 5330 8912,'0'-17'0,"0"-1"0,0 1 0,0 6 0,0-1 0,10 9 0,5-3 0,10 4 0,7 2 0,-1 0 0,9 0 0,-2 8 0,3 3 0,-11 12 0,5 6 0,-18 3 0,0 2 0,-11 1 0,-2-1 0,-8 1 0,-8-1 0,-9 0 0,-2 1 0,-7-3 0,1-3 0,4-2 0,2-4 0,4-10 0,2 4 0,0-11 0,7 2 0,4-16 0,12-4 0,11-11 0,10-3 0</inkml:trace>
  <inkml:trace contextRef="#ctx0" brushRef="#br0" timeOffset="45">17931 5295 8912,'-17'0'0,"0"0"0,2 8 0,3 4 0,-7 11 0,8 5 0,-8 7 0,7 5 0,4-2 0,3 8 0,3-8 0,2 2 0,2-4 0,3-1 0,5-9 0,9-3 0,2-5 0,2-7 0,8-3 0,-3-8 0,-3 0 0,15-16 0,-3-3 0</inkml:trace>
  <inkml:trace contextRef="#ctx0" brushRef="#br0" timeOffset="46">18224 5038 8912,'-17'0'0,"7"7"0,4 5 0,12 5 0,8 6 0,5 7 0,4 9 0,7 10 0,-3 10 0,0 3 0,-4 3 0,-4 1 0,-2 3 0,-7-6 0,-5-2 0,-3-1 0,-2-5 0,-7-7 0,-5-2 0,-9-16 0,-2-1 0,0-8 0,6-4 0,0 0 0</inkml:trace>
  <inkml:trace contextRef="#ctx0" brushRef="#br0" timeOffset="47">18637 4401 8912,'23'2'0,"2"2"0,2 6 0,3 5 0,10 8 0,6 21 0,4 13 0,2 16 0,-26-29 0,-1 2 0,0 2 0,-2 3 0,-2 2 0,-2 1 0,-3 3 0,-3 1 0,-5 0 0,-3 2-43,-1 0 0,-2 0 0,-2-4 1,-2-1-1,-2-2 0,-3-1 0,-4-2 1,-3 0 42,-3 0 0,-3-1 0,-1-4 0,-4 0-169,-2 1 0,-3-1 0,-1-2 0,-1 0 169,-5 6 0,-1 0 0,-1-1 0,-2 1 0,-4 3 0,-2-1 0,-3 1 0,-1-1 0,-3 1 0,-1 0 0,1-1 0,1 1 0</inkml:trace>
  <inkml:trace contextRef="#ctx0" brushRef="#br0" timeOffset="48">8140 8218 8912,'9'-28'0,"-3"-3"0,-4-3 0,-4-4 0,-2-1 0,-3 3 0,-3 4 0,-3 3 0,-8-2 0,-2 10 0,0 4 0,-2 4 0,0 3 0,-6-1 0,5 5 0,1 4 0,-6 2 0,4 0 0,-1 2 0,-1 4 0,-5 5 0,-7 12 0,-6 6 0,1 11 0,-4 13 0,-2 18 0,26-30 0,1 2 0,-1 4 0,0 2 0,-1 8 0,1 2-346,-3 3 0,0 2 0,2 7 1,-1 2 345,-4 3 0,1 2 0,-1 10 0,1 2 0,8-25 0,0 1 0,0 2 0,0 1 0,1 1 0,0 1 0,0 1 0,1 1 0,1 0 0,2-3 0,1 0 0,2 0 0,2-5 0,1 0 0,3-1 0,-2 28 0,4-2 0,6-3 0,2-2 0,3-7 0,4-3 0,4-8 0,5-2 0,0-5 0,4-2 0,6-9 0,3-2 0,1-3 0,1-1-157,1-1 1,1-1 0,4-3 0,1 0 156,0 0 0,2-2 0,-2-1 0,2-5 0,45 16 0,-37-24 0,2-4 0,8-2 0,2-3 0,5-3 0,0-3-223,3-2 1,0-4 0,-1-4-1,0-4 223,-5-2 0,0-5 0,2-2 0,0-4 0,4-6 0,-1-5 0,4-5 0,-2-3 0,-1-3 0,-2-4 0,-3 1 0,-2-3 0,-2-1 0,-2-1 0,-3-3 0,-1-1 0,4 0 0,-1-1 0,-1-6 0,-1-1-249,0 2 1,-1 0 0,-3-2 0,-3 0 248,-6 2 0,-3 0 0,0-1 0,-2-1 0,-2 0 0,-1-2 0,0 0 0,-1-2 0,-1-2 0,-1-1 0,2 3 0,-1 0 0,-3 0 0,0 0 0,-1-3 0,-1-1 0,-3-5 0,-2-1 0,-2-2 0,-2-1 0,-2-1 0,-1 0 0,-3-1 0,-1 1 0,-5 3 0,-1-1 0,-1 1 0,-2 0 0,-3-1 0,-4 1 0,-6 1 0,-5 1 0,-4 2 0,-6 3 0,-4 1 0,-5 4 0,-3 6 0,-4 3 0,-3 3 0,-4 3 56,-1 3 1,-3 3-1,-1 4 1,-3 5-57,-2 4 0,-2 5 0,-1 2 0,0 6 0,-3 8 0,0 4 0,-3 1 0,0 1-25,0 3 0,2 2 1,3 2-1,2 3 25,8 4 0,2 3 0,-38 20 234,25 7 1,-3 8-235,4-2 0,2-1 0,-2 7 0,0 3 0</inkml:trace>
  <inkml:trace contextRef="#ctx0" brushRef="#br0" timeOffset="49">6316 6929 8912,'0'-27'0,"0"-5"0,0 13 0,0-12 0,0 8 0,0 2 0,0 2 0,1 9 0,5 5 0,6 3 0,5 11 0,6 8 0,11 16 0,12 13 0,4 11 0,3 8 0,3 8 0,-28-34 0,1 2 0,4 1 0,-1 0 0,0 1 0,-1 0 0,-1 2 0,0 2 0,-1-2 0,-1 1 0,-1-1 0,0 0 0,-2-1 0,1 0 0,24 34 0,-6-7 0,-10-12 0,-9-13 0,-13-15 0,-7-8 0,-3-4 0,-17-10 0,-8-3 0,-8-19 0,-18-14 0,-5-17 0</inkml:trace>
  <inkml:trace contextRef="#ctx0" brushRef="#br0" timeOffset="50">6574 6912 8912,'-25'-18'0,"-2"3"0,-7 4 0,5-3 0,0 9 0,-1 7 0,-9 13 0,-3 12 0,-2 13 0,6 7 0,0 7 0,7 1 0,8 3 0,6-1 0,6-5 0,7-9 0,15-2 0,3-7 0,14-7 0,3-10 0,2-9 0,-7-22 0,-1-5 0</inkml:trace>
  <inkml:trace contextRef="#ctx0" brushRef="#br0" timeOffset="51">6298 6740 8912,'0'-17'0,"0"-1"0,8 1 0,3 0 0,7 0 0,5 0 0,0 7 0,11 4 0,-1 4 0,12 2 0,3 0 0,2 0 0,9 8 0,4 3 0,6 5-240,6 1 0,-3 0 240,9 0-492,-1 1 0,-2-9 0,-1-1 0</inkml:trace>
  <inkml:trace contextRef="#ctx0" brushRef="#br0" timeOffset="52">2753 5605 8912,'0'-34'0,"0"-1"0,-2 1 0,-3-1 0,-7 1 0,-3-2 0,-2-4 0,0 3 0,-3-3 0,-3 4 0,-5 2 0,-3 7 0,3 4 0,-5 6 0,6 5 0,-1 6 0,-1 5 0,8 10 0,-2 8 0,4 12 0,2 17 0,1 2 0,5 15 0,5 3 0,4 7 0,2 0 0,0 7 0,10 0-263,7 6 0,2 0 263,10 0 0,-1-6 0,7-1 0,1-3 0,4-3 0,2-12-22,4-10 0,-4-7 22,-7-9 0,-16-16 0,2 7 0,-15-14 0,-1-1 0</inkml:trace>
  <inkml:trace contextRef="#ctx0" brushRef="#br0" timeOffset="53">2237 6293 8912,'0'-18'0,"-8"1"0,7 0 0,-5 0 0,4 5 0,2 1 0,13-8 0,5-10 0,18-5 0,4-6 0,15-2 0,9-6 0,2 4 0,3 2 0,0-4 0,0 6-812,-8 8 0,-2-9 1,-7 5-1</inkml:trace>
  <inkml:trace contextRef="#ctx0" brushRef="#br0" timeOffset="54">3029 5141 8912,'0'11'0,"0"1"0,-8 1 0,-3 10 0,-5 6 0,-1 13 0,0 9 0,0 10 0,7 6 0,4 2 0,4 6 0,2-1 0,4-3 0,8-6 0,1-8 0,16-11 0,0-6 0,5-11 0,0-7 0,1-10 0,-3-4 0,-3-8 0,0-16 0,-12-7 0,4-22 0,-12-9 0</inkml:trace>
  <inkml:trace contextRef="#ctx0" brushRef="#br0" timeOffset="55">3252 5295 8912,'0'-17'0,"6"6"0,0-1 0,7 9 0,-1-3 0,11-2 0,5 2 0,5 3 0,1 1 0,1 2 0,-1 0 0,-1 13 0,-5 4 0,-3 6 0,-8 0 0,-5 10 0,-1 7 0,-7 2 0,2-2 0,-10-4 0,-2 4 0,-7-9 0,1-2 0,-3-16 0,-2 10 0,0-14 0</inkml:trace>
  <inkml:trace contextRef="#ctx0" brushRef="#br0" timeOffset="56">3597 5106 8912,'-8'10'0,"4"3"0,-7-7 0,5 9 0,-4 2 0,3 10 0,3 6 0,2 1 0,2 0 0,0 1 0,0-1 0,4 1 0,7-1 0,1-7 0,11-4 0,-2-10 0,2-1 0,-4-9 0,4 3 0,-4-4 0,-2-2 0,0-15 0,0-4 0</inkml:trace>
  <inkml:trace contextRef="#ctx0" brushRef="#br0" timeOffset="57">3734 4797 8912,'17'0'0,"1"0"0,-1 0 0,6 0 0,0 2 0,-2 4 0,-2 5 0,-2 4 0,0 2 0,1 8 0,-1 4 0,0 11 0,0 6 0,0 4 0,1 1 0,-3 1 0,-4-1 0,-1 1 0,-6-2 0,2-5 0,-3-4 0,-1-5 0,-2-2 0,-2-3 0,-3-8 0,-5 0 0,-15-37 0,-2 3 0</inkml:trace>
  <inkml:trace contextRef="#ctx0" brushRef="#br0" timeOffset="58">4319 4866 8912,'-2'9'0,"-1"-1"0,-3-1 0,0-5 0,8-2 0,4-11 0,7-4 0,8-3 0,0 1 0,8 0 0,-6-6 0,6 0 0,-1 2 0,-1 2 0,4 8 0,-8-1 0,7 1 0,-11-6 0,6-1 0</inkml:trace>
  <inkml:trace contextRef="#ctx0" brushRef="#br0" timeOffset="59">4491 5227 8912,'-5'11'0,"-3"-1"0,-1-3 0,5-1 0,-4-19 0,8-4 0,8-12 0,3 0 0,12-3 0,6-3 0,3-1 0,5-2 0,1-2 0,2 2 0,15-6 0,-1 0 0</inkml:trace>
  <inkml:trace contextRef="#ctx0" brushRef="#br0" timeOffset="60">5386 4384 8912,'-34'0'0,"-1"0"0,1 0 0,2 0 0,3 0 0,-2 0 0,8 0 0,0 2 0,-1 4 0,6 3 0,1 9 0,2 6 0,9 5 0,2 4 0,2 1 0,2 6 0,0 0 0,0 0 0,0-5 0,6-7 0,0 1 0,5-14 0,-5 3 0,7-13 0,-1 1 0,-3-4 0,3-4 0,1-6 0,3-9 0,-5-2 0,1-10 0,-1 1 0,6-9 0,-1-1 0,-5-2 0,2 0 0,-7 6 0,8 5 0,-3 0 0,-1 3 0,1-3 0,-5 6 0,5 12 0,-5-3 0,5 8 0,-5 3 0,4 8 0,-3 7 0,-3 3 0,6 10 0,1 4 0,-1 3 0,1 2 0,1-1 0,5-4 0,0 1 0,0-7 0,1 4 0,-1-8 0,0-4 0,0 0 0,0-7 0,1 0 0,-9-24 0,-1-3 0</inkml:trace>
  <inkml:trace contextRef="#ctx0" brushRef="#br0" timeOffset="61">5335 3748 8912,'-12'0'0,"1"0"0,7 0 0,0 0 0,16 0 0,-1 0 0,12 0 0,4 0 0,1 0 0,3 8 0,0 3 0,-5 4 0,-1 3 0,4 5 0,-6 0 0,-2 1 0,-8-3 0,-3 4 0,-2 2 0,-3 0 0,-5 1 0,-2-3 0,-3-8 0,1 1 0,-8-1 0,3 0 0,-3 0 0,-3-7 0,3-5 0,-3-10 0,-2-5 0</inkml:trace>
  <inkml:trace contextRef="#ctx0" brushRef="#br0" timeOffset="62">5799 3490 8912,'-17'6'0,"0"0"0,0-1 0,-1 3 0,1-4 0,-2 7 0,-2 5 0,-2 5 0,2 0 0,10 7 0,-5 3 0,5 9 0,3-2 0,3 6 0,5-2 0,5-4 0,7-1 0,11-3 0,3-9 0,9-8 0,5-7 0,0-10 0,8-8 0,-2-3 0,4-20 0,1-5 0</inkml:trace>
  <inkml:trace contextRef="#ctx0" brushRef="#br0" timeOffset="63">6470 3868 8912,'-17'0'0,"0"0"0,2 2 0,3 4 0,7 6 0,10 9 0,7 1 0,3 0 0,2 4 0,0 1 0,3 2 0,3-1 0,-4-9 0,6 1 0,-3-9 0,1-3 0,0 3 0,-5-5 0,-1-4 0,0-6 0,0-8 0,0-10 0,-5-1 0,-1-10 0,1-3 0,-3 0 0,1-7 0,-6 1 0,1 0 0,-1 0 0,-2-3 0,-2 4 0,6 9 0,0 9 0,-1 4 0,-5 2 0,8 7 0,4 4 0,-1 18 0,6 5 0,-3 10 0,9-4 0,-4 7 0,-2-1 0,-6 3 0,1 3 0,-1-1 0,-1 1 0,-2-7 0,-8 1 0,-2-2 0,-4 1 0,-4-3 0,-7-8 0,-2 1 0,-4-1 0,-6-2 0,-11-3 0,4-5 0,-6-7 0</inkml:trace>
  <inkml:trace contextRef="#ctx0" brushRef="#br0" timeOffset="64">6419 3267 8912,'-33'19'0,"3"2"0,1 2 0,-2-2 0,5 4 0,-3-2 0,14 5 0,-1-5 0,7-2 0,5-2 0,10-4 0,5-3 0,6-4 0,6-8 0,4-2 0,8-4 0,-3-4 0,-3-7 0,-6 0 0,-4 0 0,-4 0 0,-3-1 0,-5 1 0,-7 0 0,0 0 0,0 0 0,-2 7 0,-3 4 0,-5 4 0,-7 2 0,-8 0 0,-4 0 0,-11 16 0,-4 3 0</inkml:trace>
  <inkml:trace contextRef="#ctx0" brushRef="#br0" timeOffset="65">3751 6551 8912,'-5'-18'0,"-3"3"0,-1 4 0,-3-5 0,-5 5 0,0-4 0,-1-3 0,1 1 0,0 0 0,0 7 0,0 5 0,-1 3 0,1 2 0,0 9 0,0 9 0,1 10 0,5 10 0,-2 6 0,7 8 0,2 0 0,2-1 0,2-1 0,0-2 0,2-5 0,4 0 0,3-11 0,9-9 0,-7-6 0,1-5 0,1-7 0,2-3 0,8-17 0,0-8 0,0-13 0,-6-4 0,0-8 0,1 2 0,-3-2 0,-4 2 0,-3 4 0,-8 8 0,6-4 0,0 3 0,-3 9 0,-1 5 0,-2 3 0,0 9 0,0 9 0,0 11 0,0 7 0,0 4 0,8-2 0,3 2 0,10-4 0,4-5 0,2-3 0,4-3 0,-1-1 0,-1-6 0,-2-8 0,-4-3 0,-4-12 0,6 4 0,-8-6 0</inkml:trace>
  <inkml:trace contextRef="#ctx0" brushRef="#br0" timeOffset="66">4061 6379 8912,'10'0'0,"5"0"0,-13 0 0,6 0 0,-8 2 0,0 3 0,2-1 0,3 8 0,-3-1 0,6 6 0,-8 0 0,0-5 0,0-1 0,0 3 0,0 1 0,0-5 0,0-3 0,0-22 0,0 3 0,0-12 0,0-1 0,0-4 0,6 2 0,-1-1 0,7 5 0,-6-6 0,7 10 0,-2 2 0,5 2 0,1 9 0,6 0 0,0 6 0,2 2 0,-4 4 0,2 7 0,-2 8 0,4-2 0,-3 4 0,7-6 0,-6-5 0,0 1 0,-6-7 0,8 0 0,2-6 0</inkml:trace>
  <inkml:trace contextRef="#ctx0" brushRef="#br0" timeOffset="67">4646 6000 8912,'0'18'0,"-5"-7"0,-1 1 0,0-9 0,6 13 0,0-7 0,8 1 0,3-5 0,5-5 0,1-5 0,6-5 0,0-9 0,-2-2 0,-2-2 0,-2 0 0,0 6 0,-7 0 0,-4 0 0,-5-1 0,-1 1 0,-1 6 0,-5-1 0,2 9 0,-8-3 0,-1 4 0,-2 2 0,-2 9 0,-1 9 0,3 1 0,4 9 0,3 1 0,8 5 0,0-1 0,0-4 0,2 1 0,4-5 0,7 0 0,8 0 0,6-4 0,7-10 0,-3-3 0,3-8 0,-3-2 0,9-4 0,-9-5 0,-3-12 0,1-12 0,5-9 0</inkml:trace>
  <inkml:trace contextRef="#ctx0" brushRef="#br0" timeOffset="68">5094 5708 8912,'-10'8'0,"-5"-6"0,13 5 0,-6 1 0,8-4 0,0 7 0,4-7 0,6 4 0,7-3 0,2 1 0,8 6 0,2-7 0,1 7 0,-1-6 0,3 1 0,-3-1 0,-2-2 0,0 5 0,-3-1 0,-3-4 0,-7-2 0,-3-2 0,-7-2 0,2-4 0,-4-11 0,-2-10 0</inkml:trace>
  <inkml:trace contextRef="#ctx0" brushRef="#br0" timeOffset="69">5369 5571 8912,'-8'17'0,"1"2"0,-5 4 0,-3 4 0,4 7 0,-5 2 0,-1 4 0,2 6 0,3 12 0,-3 1 0,4 4 0,3-10 0,2-11 0,4-4 0,2-5 0,8-18 0,3-3 0,5-12 0,1-12 0,8-22 0,1-20 0</inkml:trace>
  <inkml:trace contextRef="#ctx0" brushRef="#br0" timeOffset="70">5799 5347 8912,'-17'10'0,"0"-3"0,0-7 0,-1 0 0,9 2 0,3 4 0,4 3 0,2 11 0,2 2 0,4 7 0,3 6 0,9 5 0,-1-2 0,0 8 0,6 0 0,0 5 0,0-7 0,-6-2 0,0-2 0,1 0 0,-3-1 0,-4-11 0,3 3 0,-9-8 0,1 0 0,-6-6 0,0-8 0,0-9 0,0-9 0</inkml:trace>
  <inkml:trace contextRef="#ctx0" brushRef="#br0" timeOffset="71">5817 5381 8912,'-8'-17'0,"4"4"0,-7-4 0,5 9 0,-6-9 0,9 3 0,-5 3 0,10 0 0,4-3 0,5 7 0,12 1 0,2-2 0,4 2 0,3 1 0,-3 5 0,-4 0 0,-1 2 0,-3 3 0,-3 7 0,1 3 0,-13 2 0,-1 8 0,-5 4 0,-2 9 0,-3 2 0,-5 0 0,-7-5 0,0-3 0,-1-3 0,9-4 0,-14-1 0,4 3 0</inkml:trace>
  <inkml:trace contextRef="#ctx0" brushRef="#br0" timeOffset="72">6057 5227 8912,'10'17'0,"-4"0"0,-4 0 0,-2 2 0,0 4 0,-6-2 0,0 8 0,0-8 0,6 2 0,0-4 0,0-2 0,8 4 0,4-4 0,3-1 0,2-11 0,2-3 0,4 4 0,-4-12 0,4-5 0,-9-4 0,-5-4 0,-1-3 0,-4 0 0,-2-7 0,-2 6 0,-2-6 0,-4 6 0,-4 0 0,-7 6 0,6-4 0,-1 4 0,1-4 0,-7 12 0,3-3 0,4 1 0,-12-1 0,4-5 0</inkml:trace>
  <inkml:trace contextRef="#ctx0" brushRef="#br0" timeOffset="73">6367 5124 8912,'-17'0'0,"0"0"0,0 0 0,-1 0 0,9 0 0,1 0 0,10 1 0,4 5 0,-2 2 0,7 3 0,1 5 0,5-5 0,0 4 0,0 3 0,0-1 0,-7 0 0,5-8 0,-13-1 0,6-10 0,-8-4 0,0-5 0,0-10 0,0-2 0,0-8 0,0 3 0,2 1 0,3 0 0,7 1 0,3-1 0,-3 6 0,-1-2 0,1 10 0,5 1 0,0 8 0,0-1 0,1 5 0,-1 5 0,0 7 0,0 3 0,-2 4 0,-3 4 0,3-4 0,-3 4 0,-3-4 0,3-2 0,-7-1 0,7-5 0,-8-3 0,3-8 0,-7 0 0</inkml:trace>
  <inkml:trace contextRef="#ctx0" brushRef="#br0" timeOffset="74">6918 4866 8912,'-8'5'0,"8"1"0,8 0 0,9-6 0,-5 0 0,1-2 0,4-4 0,4-5 0,2 1 0,-6-1 0,-1-3 0,-5-1 0,3-2 0,-9 0 0,-1 0 0,-2-1 0,-4 3 0,-4 2 0,-5 3 0,-4 2 0,-8 3 0,0 5 0,-6 2 0,4 3 0,0 7 0,0 3 0,2 8 0,6 0 0,0 8 0,0-3 0,7 3 0,5-3 0,5 5 0,5-6 0,9-1 0,7-3 0,5-11 0,9-7 0,7 3 0,4-2 0,-4-2 0,-2-10 0,-4-11 0,6-10 0,2-7 0</inkml:trace>
  <inkml:trace contextRef="#ctx0" brushRef="#br0" timeOffset="75">7262 4745 8912,'-17'0'0,"2"-2"0,1-1 0,3-3 0,5 0 0,-6 6 0,9 0 0,-5 2 0,8 4 0,0 5 0,2 5 0,4 1 0,-4 2 0,5 2 0,-1 2 0,0-2 0,-1 4 0,-5-2 0,2-6 0,4-6 0,-4 1 0,6 5 0,-8-10 0,0-7 0,0-9 0,2-12 0,3-2 0,-3-8 0,4 3 0,-2-3 0,1 3 0,-1 1 0,8 4 0,1-6 0,-3 10 0,1 2 0,1 11 0,5-1 0,0 7 0,-5 1 0,-1 5 0,1 4 0,3 7 0,-2 0 0,-1 0 0,-1-5 0,6-1 0,-5-7 0,-1 2 0,1-4 0,5-2 0</inkml:trace>
  <inkml:trace contextRef="#ctx0" brushRef="#br0" timeOffset="76">7572 4109 8912,'-15'2'0,"3"4"0,4 5 0,8 12 0,0 4 0,0 7 0,2 8 0,2 6 0,4 6 0,1 3 0,3 8 0,5-2 0,0-6 0,0-5 0,-1-8 0,-5-10 0,5-7 0,-5-4 0,4-12 0,2-9 0,1-11 0,1-7 0,4-18 0,-10 3 0,4-9 0,-3-4 0,3-2 0,0 3 0,0-3 0,-1 13 0,-5-1 0,3 11 0,-7 2 0,3 8 0,-6 5 0,3 12 0,-7 7 0,2 1 0,4 11 0,-4 1 0,3-1 0,-3 0 0,-2-6 0,2 1 0,4-1 0,-2 0 0,7 0 0,-5-7 0,6-5 0,-7-3 0,7-2 0,-1-15 0,6-4 0</inkml:trace>
  <inkml:trace contextRef="#ctx0" brushRef="#br0" timeOffset="77">7985 4092 8912,'-17'-2'0,"-1"-4"0,7 4 0,-1-3 0,9 3 0,-5-6 0,8 6 0,0-4 0,0 12 0,0 6 0,2 3 0,4 2 0,-4 0 0,5 8 0,-7 2 0</inkml:trace>
  <inkml:trace contextRef="#ctx0" brushRef="#br0" timeOffset="78">7555 4608 8912,'-8'17'0,"4"-2"0,-7-3 0,7-5 0,-11-7 0,13-7 0,-4-5 0,14-9 0,9-2 0,10-13 0,15 2 0,7-5 0,7-3 0,9 4 0,-2-8-607,11 8 1,-3-12 0,6 7 0</inkml:trace>
  <inkml:trace contextRef="#ctx0" brushRef="#br0" timeOffset="79">8243 4126 8912,'-8'10'0,"-1"3"0,-8-7 0,-1 2 0,1-3 0,0-1 0,0 8 0,-1-7 0,1 7 0,2-1 0,4 7 0,3-1 0,0 0 0,6 6 0,-3 0 0,3 0 0,2-6 0,2 0 0,3 0 0,-1-1 0,8-5 0,-7 2 0,7-7 0,1-2 0,-3-4 0,1-6 0,-5-3 0,5-9 0,-1-4 0,1-1 0,-1-8 0,-4 2 0,-4-3 0,5-2 0,-1 1 0,0 4 0,0-1 0,-6 7 0,0 0 0,0 6 0,0 0 0,0 7 0,1 4 0,3 14 0,2 7 0,-2 6 0,0 10 0,1-3 0,5 3 0,7-2 0,0-3 0,1-3 0,-1-9 0,0 3 0,0-11 0,0-1 0,6-3 0,0-4 0,0-3 0,2-7 0,-6-11 0,4-5 0,-4-7 0,-1-5 0,-9 2 0,-3-8 0,-4 0 0,-2-5 0,-2-1 0,-4 0 0,-5 1 0,-12-1 0,4 8 0,-4 6 0,3 8 0,3 12 0,2 20 0,3 15 0,-1 18 0,7 16 0,-1 11 0,1 12 0,4-1 0,-4 7 0,10-6 0,4 5 0,1 1 0,5 4 0,7-2 0,2 10 0,5-2-336,-5 1 1,0-1 335,-13-41 0,-2 0 0,-3 46 0,-7-46 0,-1 0 0,-9 46 0,-20-3 0,11-44 0,-1 1 0,-3 2 0,-1-1 0</inkml:trace>
  <inkml:trace contextRef="#ctx0" brushRef="#br0" timeOffset="80">7142 5725 8912,'9'-19'0,"-3"-4"0,-4-3 0,-2-3 0,-2 0 0,-4-1 0,-3-3 0,-9 1 0,-1 3 0,-4 6 0,2 4 0,-5 4 0,-1 3 0,0 7 0,6 5 0,-2 7 0,6 10 0,5 10 0,-1 13 0,7 6 0,2 6 0,2 5 0,2 4 0,0 8 0,0-6 0,2 0 0,2 0 0,2-2 0,5 6 0,-5-4 0,8-4 0,-3-1 0,4-13 0,3-4 0,-1-5 0,0-2 0,0-15 0,-7-3 0,-3-16 0</inkml:trace>
  <inkml:trace contextRef="#ctx0" brushRef="#br0" timeOffset="81">6729 6121 8912,'0'-12'0,"0"1"0,0 5 0,0-5 0,0 5 0,0-6 0,0 1 0,9-12 0,8 0 0,12 0 0,9-2 0,14-1 0,11-9 0,6-1-603,5-4 603,-10 4 0,10-6 0,-13 7 0</inkml:trace>
  <inkml:trace contextRef="#ctx0" brushRef="#br0" timeOffset="82">7383 5708 8912,'0'17'0,"0"1"0,0-1 0,0 0 0,0-6 0,0 1 0,0-1 0,0 6 0,0 6 0,0 0 0,0 2 0,0-2 0,0-2 0,0 8 0,0-6 0,1 3 0,3-1 0,2-4 0,0-2 0,-6-1 0,0-9 0,0-1 0,0-10 0,-2-6 0,-4-9 0,4-15 0,-4-12 0,5-2 0,1 0 0,0 0 0,0-6 0,0 3 0,0 3 0,1 4 0,5 8 0,-2 7 0,7 4 0,1 6 0,5 5 0,6 6 0,2 14 0,2 9 0,3 10 0,3 13 0,1 6 0,1 4 0,-1 1 0,2-1 0,5-4 0,-3 2 0,8-8 0,-8-8 0,4-7 0,-8-8 0</inkml:trace>
  <inkml:trace contextRef="#ctx0" brushRef="#br0" timeOffset="83">9775 8115 8912,'9'8'0,"-1"-6"0,-8 3 0,0-10 0,0-7 0,0-3 0,0-2 0,0 0 0,0-1 0,0 7 0,0-1 0,0-1 0,0-2 0,0-2 0,0-1 0,-2 3 0,-4 4 0,4 1 0,-5 4 0,-1-3 0,-4-1 0,-3 3 0,-2 7 0,-6-6 0,0 0 0,-8 0 0,3 6 0,-3 0 0,1 2 0,1 2 0,-2 2 0,-1 7 0,-3-1 0,1 9 0,0 2 0,-3 2 0,-3-3 0,4 5 0,-4 8 0,1 5 0,-1 0 0,4 8 0,-4-3 0,9 5 0,2 2 0,8-1 0,-2-1 0,4-2 0,2-2 0,8-8 0,3 2 0,-2-4 0,2-1 0,-5 1 0,5 4 0,-1-2 0,1 8 0,4-6 0,-6 4 0,3 0 0,-1 0 0,0-6 0,6 2 0,0 0 0,0-5 0,2 3 0,4-9 0,-2 3 0,7 2 0,0 1 0,9-1 0,1 1 0,2-1 0,0-1 0,-6-5 0,6-1 0,0-4 0,7-4 0,-1 4 0,5-6 0,6-5 0,6-7 0,4-3 0,9-9 0,4-5 0,-3-5 0,-3-6 0,2 2 0,-1-8 0,5 3 0,-6-3 0,1-4 0,-7 5 0,7 1 0,-1-2 0,6 3 0,-8-5 0,-5 4 0,-8 2 0,-5 3 0,-3 4 0,-2-5 0,-3 0 0,-10 6 0,-7 6 0,-8-1 0,3-5 0,-7 0 0,0 0 0,0 0 0,0-3 0,-2-2 0,-2-7 0,-1-4 0,-1-3 0,6-4 0,-6-4 0,1-7 0,-1-3 0,6-3 0,0 3 0,0-3 0,-6 3 0,0 3 0,-7-5 0,1 5 0,-5 3 0,-6 14 0,-5 1 0,-5 5 0,-3-3 0,-4 8 0,1-6 0,-6 7 0,1 0 0,-2 11 0,-4-8 0,4 7 0,4-5 0,2 12 0,5-3 0,7 2 0,-3 4 0,8-3 0,-6 3 0,7 2 0,1 0 0,-6 0 0,8 0 0,-4 0 0,4 0 0,1 0 0,1 2 0,0 3 0,-2-3 0,-4 4 0,4-2 0,-4 1 0,4-1 0,1 8 0,1-8 0,0 1 0,0 3 0,0-2 0,-1 5 0,3-3 0,2-1 0,1 1 0,3 0 0,-3-3 0,-1-1 0,7 8 0,-2-8 0,3 1 0,3-1 0,-4 2 0,4-4 0,2 5 0,-2-7 0,-3 0 0,3 0 0,-6 2 0,8 4 0,0-4 0,0 6 0,0-8 0,0 0 0,8 0 0,-6 0 0,5 0 0,-7 0 0,0 0 0,-7 0 0,-3 0 0,-7 0 0</inkml:trace>
  <inkml:trace contextRef="#ctx0" brushRef="#br0" timeOffset="84">11822 13634 8912,'-17'-17'0,"2"0"0,3 0 0,-1 5 0,7 1 0,1 7 0,5-4 0,0 8 0,0 0 0,7 0 0,-5 8 0,6 1 0,-8 9 0,0-1 0,5 0 0,1 0 0,0 6 0,-6 0 0,2 9 0,2 1 0,1 9 0,-1 8 0,-2 5 0,-2 14 0,2 13 0,4 4 0,-5-34 0,0 1-200,2 1 1,-1 1 0,0 3 0,-2 0 199,0 3 0,0-1 0,0-1 0,0 0 0,0-1 0,0-1 0,1-3 0,0-1 0,2-3 0,0-1 0,-2 0 0,2 0-123,8 37 0,-7-4 123,2-14 0,2 1 0,-3 0 0,7 4 0,-7-3 0,-1-5-3,-2-4 0,0-3 3,4-7 0,-4-1 0,3-4 0,-1-4 0,2-8 0,-4-1 776,4-5-776,3 5 267,-7-14-267,13 6 6,-13-16-6,6-1 0,-8-8 0,0 0 0,8 0 0,1 0 0,3 0 0,-1 0 0,1 0 0,5 0 0,0 0 0,0 0 0,8 0 0,4 0 0,3 2 0,3 4 0,7-5 0,4 5 0,5-4 0,7-2 0,3 0 0,8 0 0,1 0 0,5 0 0,2 0 0,3 0 0,2-6-171,-7 1 1,1-1 170,-1 6 0,-12 0 0,0 0 0,-8 0 0,-3 0 0,7 0 0,2 0 0,2 0 0,1 0 0,1 0 0,9 0 0,-1 0-151,7 0 0,-7-6 151,1 0 0,-1-7 0,2 2 0,11 1 0,-38 4 0,1 1 0,47-5 0,-1-3 0,-3 3 0,-8 3 0,4-5 0,-2 6 0,-5 1 0,5 5 0,-4 0 0,4 0 0,-6 0 0,0 0 0,-7 0 0,4 0 0,-3 0 0,1 0 0,15 0 0,1 0 0,1-6 0,0 0 0,-10 0 0,-1 6 0,-5-2 0,10-3 0,-4 3 0,10-4 0,-4 4 0,-2 2 0,0 0 0,0 0 0,-7 0 0,-5 0 0,4 0 0,3 0 0,11 0 0,5 0 0,-5 0 0,-4-2 0,-6-2 0,0-1 0,2-1 0,2 6 0,0-2 0,1-4 0,-1 4 0,0-3 0,-2 3 0,-4 2 0,-3 0 0,-9 0 0,3 0 0,4 0 0,7 0 0,4 0 0,2 0 0,-14 0 0,3 0 0,-2 0 0,1-6 0,6 0 0,-1 3 0,1 1 0,2 2 0,2 0 0,-2 0 0,-4 0 0,-9 2 0,-8 3 0,2-3 0,10 4 0,7 2 0,4-3 0,4 3 0,-10-2 0,-3-4 0,-3 3 0,9-3 0,-1-2 0,0-2 0,2-3 0,-2 3 0,-1-4 0,1 4 0,-8 2 0,-1 0 0,-10 0 0,2 0 0,-4 0 0,4 0 0,6 0 0,7 0 0,-3 0 0,5 0 0,-5 0 0,0 0 0,-7 0 0,1 0 0,0 0 0,8 0 0,3 0 0,8-6 0,-2 1 0,-4-3 0,-13 2 0,0 2 0,0-7 0,-1 7 0,-1-2 0,-2 4-48,-2 2 1,-1 0 47,1 0 0,7 2 0,-6 4 0,-1-2 0,-12 7 0,7-5 0,3 4 0,4-1 81,6 1 1,3-6 0,1 1 0,3-3-82,0-2 0,10 0 0,-7 0 0,-7 0 0,-11 0 0,2 0 0,2 0 0,10 0 0,3 0 0,2 0-200,-1 0 1,1-6 199,-8 1 0,13-7 0,-7 7 0,8-9 0,-8 3 0,4 3 0,2 2 0,-2-1 0,-3 1 0,-5 0 0,-7 6 0,2 0 0,3 0 0,7 0 0,10 0 0,3 0 0,-44 0 0,0 0 0,47 0 0,-47 0 0,-1 0 0,41 0 0,2 0 0,-6 0 0,12 0 0,-5 6 0,-41-3 0,0 0 0,34 2 0,5-5 0,-12 0 0,1 0 0,0 0 0,7 0 0,-1 0 0,0 0 0,-8 0 0,-3 0 0,-5 0 0,-1 0 0,-2 0 0,-2 0 0,-2 0 53,2 0 0,4 0-53,6 0 0,-5 0 0,5 0 0,-10 0 0,-4 0 0,0 0 0,0 0 0,-5 0 0,1 0 0,4 0 0,3 0 0,2 0 0,1 0 0,-2 0 47,-1 0 1,-11-1-48,-1-5 0,-1 2 0,-5-7 0,-2 7 0,0-4 0,0 2 0,0 1 0,-4-7 203,6 6 1,-2-5-204,2 5 0,2-5 101,-8 5 0,8-5-101,-2 5 0,-4-8 0,-2 5 0,-4-3 0,-1 1 0,5 5 0,0-5 0,0 5 0,-5-5 0,5 5 0,2-4 0,0 1 0,0-1 0,-2 4 0,-6-5 0,-1 7 0,-4-2 0,-3-1 0,-3 1 0,-4-2 0,6 5 0,-2-3 0,0 2 0,6-4 0,-6 3 0,6-3 0,-7 2 0,3 4 0,-2-3 0,-4 3 0,4 2 0,-4-2 0,-1-4 0,-1 4 0,0-4 0,0 5 0,0 1 0,1 0 0,-1 0 0,2-6 0,4 0 0,4 2 0,0 2 0,-1 2 0,-3 0 0,-4 0 0,4 0 0,2-2 0,-2-3 0,8 3 0,-3-4 0,-1-2 0,2 3 0,-1-3 0,7 2 0,-1 4 0,1-3 0,-7 1 0,1-2 0,-6 4 0,4-3 0,-2 3 0,-4 2 0,-8-6 0,-1 0 0,-1 0 0,6 6 0,-1-2 0,-5-3 0,4 3 0,-3-4 0,1 2 0,-1-1 0,3 3 0,-4-4 0,5-2 0,1 1 0,0-1 0,0 0 0,1 1 0,-1 1 0,-6-2 0,1-3 0,-3-4 0,3 3 0,1-3 0,-5-4 0,1-2 0,5-2 0,-5-6 0,3 6 0,-3-5 0,3 5 0,1-8 0,-7 2 0,5 3 0,-5-3 0,0 6 0,-6-6 0,2 7 0,3-7 0,-3 0 0,4-5 0,-4-1 0,-2 1 0,6-6 0,0-2 0,-1-2 0,3-4 0,-4-3 0,7-7 0,-5-1 0,5-4 0,-7-4 0,2 4 0,-2-4 0,2-1 0,-5-7-144,5 1 1,-4-7 143,-2 7 0,0 1 0,0 10 0,-8-2 0,-3 10 0,-4 5 0,-3 8 0,-1 0 0,-4 2 0,-3-6 0,-9 6 0,1-2 0,-1 2 0,1 4 0,0-5 0,-1 5 0,1 2 0,-1 5 0,1 0 0,-2 7 143,-5-7 1,5 8-144,-4-2 0,-2-2 0,2 2 0,-10 0 0,-2 6 0,-7 0 0,-10 0 0,-7 5-284,-5 1 1,-10-1 283,42 4 0,0-1 0,-45-6 0,1 1 0,1 3 0,0-2 0,39 8 0,-1 0 0,0-1 0,-1 1 0,3 0 0,1 0 0,-1 0 0,1-1 0,-43-10 0,45 10 0,0 1 0,0 0 0,-1 0-188,-4 0 1,-1-1 0,-1 1 0,-1 0 187,-3 0 0,0-1 0,2-1 0,1 0 0,0 4 0,-1 1 0,0-4 0,-2 0 0,-6 3 0,0 0 0,1 0 0,0 1 0,-4 1 0,0 2 0,0-1 0,0 0 0,4-1 0,-1 0 0,-4-1 0,0 0 0,-5-1 0,1 0 0,7 0 0,0 1 0,-2 2 0,0 0 0,6-3 0,0 0 0,3 0 0,0 0 0,-5-1 0,0 0-225,-4 2 0,0-1 0,4-1 0,0 0 225,-1-1 0,0-1 0,3-1 0,0 0 0,0 4 0,0 1 0,-4-4 0,0 0 0,-8 3 0,1 0 0,6-2 0,2-1 0,-4 3 0,0 0 0,3 1 0,0 0 0,-1 1 0,-1 0 0,-1-1 0,0-1 0,-4 0 0,-1 0 0,5 0 0,0 0 0,2 3 0,-1 0 0,-4 0 0,0 0 0,2 0 0,-1 0 0,-3 0 0,-1 0-256,-2 0 1,1 0 0,3 0 0,1 0 255,1 1 0,0-2 0,-3-1 0,-1-2 0,2 2 0,-1-1 0,-1 0 0,1 0 0,3 3 0,1 0 0,-2 0 0,0 0 0,-1 0 0,-1 0 0,2 0 0,1 0 0,3-1 0,0 0 0,-1-1 0,-1 0 0,-4 0 0,1-1 0,0-1 0,0 2 0,-3 1 0,0 2 0,2-1 0,0 0 0,4 0 0,-1 0 0,-2 0 0,-1 0 0,-5 0 0,-1 0 0,4 0 0,-1 0 0,1 0 0,-1 0 0,-1 0 0,0 0 0,0 0 0,-1 2 0,-4 1 0,-2-1 0,-2-1 0,0 0 0,5 7 0,2 0 0,-1-3 0,1-1 0,0 1 0,0 0 0,2-1 0,1-1 0,-3 0 0,1 0 0,4 0 0,1 0 0,0-1 0,-1 0 0,-3-1 0,1 0 0,4-1 0,1 0 0,-1-1 0,-1 2 0,-2 1 0,-1 1 0,1 0 0,-1 0 0,0 0 0,-1 0 0,5-3 0,-1 0 0,-1 0 0,-1 2 0,3 0 0,-1 1 0,-4-1 0,-1 0 0,0 4 0,0 0 0,3-3 0,1-1 0,4 4 0,0 0 0,-2-3 0,-1 0 0,-1 2 0,-1 1 0,-1 0 0,-1 0 0,2-2 0,1 1 0,5 0 0,1 0 0,4-2 0,0-1 0,-2-1 0,-2 0 0,-1 2 0,-1 0 0,-1 1 0,1 0 0,5-2 0,2 1 0,-3 3 0,2 0-78,5-3 0,1 0 0,-2 2 0,-2 1 78,-2-3 0,0 0 0,6 3 0,2-1 29,6-2 1,1 0-1,-1 3 1,0-1-30,4-1 0,-1-2 0,-3 2 0,0 0 0,-2-1 0,-1 0 0,5-2 0,-1 1 0,1 3 0,1 0 0,-39 3 0,4-5 0,0 1 0,-3 2 0,-2-4 0,3 4 0,3-4 320,15-2 0,1 0-320,3 0 0,-1 0 0,8 0 0,-6 0 0,6 0 0,-1 0 0,-1 0 0,0 0 0,-4 0 0,5 0 0,10 0 0,4 0 542,2 0 1,-3 0-543,4 0 0,1 0 461,6 0 0,-1 5-461,1 1 0,0 0 308,-1-6 1,3 5-309,3 1 0,-5 0 83,-1-6 1,1 6-84,-6-1 0,3 3 0,3-4 0,-1 2 0,1-3 0,0 1 0,-1 2 0,6-4 0,3 5 0,-1-1 0,0 0 0,-7 5 0,-6-5 0,-8 7 0,2-1 0,-4 3 0,-1 2 0,-7-1 0,1-5 0,1 4 0,10-3 0,4-3 0,8 3 0,1-6 0,5 3 0,5-1 0,4-4 0,2 3 0,-1-1 0,7 6 0,-1-7 0,1 1 0,-6 2 0,5-6 0,1 3 0,7-3 0,-4-2 0,6 2 0,-3 4 0,-7 5 0,-5 5 0,-6 1 0,-9 2 0,-9 4 0,-6 4 0,1 7 0,-2-5 0,2-1 0,6-7 0,11 2 0,6-9 0,12-3 0,3-7 0,8 3 0,0 1 0,0-4 0,0 7 0,0-5 0,0 6 0,0-1 0,0 6 0,0 2 0,0 2 0,0 4 0,0 2 0,0-4 0,0 6 0,0 1 0,0 3 0,0 1 0,0 0 0,0-3 0,0 1 0,0 5 0,0-1 0,0 6 0,0-2 0,0 8 0,0-2 0,-6 3 0,1 3 0,-7 0 0,6-1 0,-5 1 0,5-1 0,-5 7 0,5-1 0,0 0 0,6-5 0,0-1 0,0-1 0,0-2 0,0-2 0,6-8 0,0 2 0,5-6 0,-3-5 0,-1-4 0,1 0 0,4-12 0,-7 4 0,3-11 0,-2 0 0,-2 1 0,7-1 0,-7 2 0,2-3 0,-5-1 0,-1 8 0,0 5 0,0 6 0,-7 0 0,-3-6 0</inkml:trace>
  <inkml:trace contextRef="#ctx0" brushRef="#br0" timeOffset="85">20034 7290 7968,'-1'17'0,"-7"44"0,2-3 0,3-7 0,1-5 0,2-10 0,0-7 0,7-8 0,-3-4 0,8-11 0,-9-4 0,5-4 472,-8-4 0,0-5-472,0-12 0,0-12 0,0-11 0,-8-11 0,-3-6 0,-4-4 0,6 33 0</inkml:trace>
  <inkml:trace contextRef="#ctx0" brushRef="#br0" timeOffset="86">19893 4469 8912,'8'-1'0,"21"-3"0,7-3 0,10-3 0,9-3 0,20-10 0,3 4 0,10-4 0,4 2 0,-44 9 0,1 1 0,2 2 0,0 1-169,0-1 1,1 1 0,2-1 0,1 2 168,-1 4 0,1 1 0,3-1 0,1 2 0,-2 3 0,0 2 0,-4 0 0,0 1 0,-1 3 0,-1 1 0,-3 3 0,-1 1 0,5 0 0,-14-3 0</inkml:trace>
  <inkml:trace contextRef="#ctx0" brushRef="#br0" timeOffset="87">24401 4376 6345,'7'-1'0,"69"-7"0,1 0 0,-1 1 0,-2 0 0,-1 2 0,0 0 0,1 0 0,1 1 0,0 1 0,2 0 0,0 0 0,0 1 0,-4 2 0,0 0 0,-1 0 0,1 0 0,-1 0 0,-1 0 0,27 0 0,-1 0 0,-29 2 0,1 0 0,1 0 0,1 0 0,2 0 0,1 0 0,5 2 0,3 0 0,-1-1-357,3 0 1,0-2-1,1 1 1,7 0 0,1 0-1,1 0 357,3-2 0,0 0 0,2 0 0,-24 1 0,0 0 0,0 1 0,2 0-209,2-1 1,2 0 0,0 0 0,-1 1-1,-1 1 1,-1 0 0,0 0 0,0 0 208,-1-2 0,-1 1 0,0-1 0,-1 1 0,1 0 0,0 2 0,-1-1 0,-1 1 0,17 0 0,-2-1 0,0 1 0,2 1 0,0-1 0,-1 1-130,-2-1 1,0-1 0,0 1 0,-1 1 0,0 1-1,1-2 130,-2 1 0,0-1 0,0-1 0,0 0 0,0-1 0,-2 1-1,-6-1 0,-2-1 0,-1 1 1,-1 1-1,-1-1 0,-2 1 1,28-1 0,-3 2 0,-10 1 0,-3 1 234,-10-3 0,-3 0 0,-12 0 0,-5 0-234,16-3 1733,-16 0-1733,-18 0 0,-35 2 974,-23 3 1,-25-3-975,-21 4 0,14-8 0,-5-2 0,-6-1 0,-1 1 0</inkml:trace>
  <inkml:trace contextRef="#ctx0" brushRef="#br0" timeOffset="88">22096 5347 8912,'0'-11'0,"0"-1"0,0 8 0,0-5 0,0 3 0,0-5 0,0 1 0,0-1 0,0-1 0,0-5 0,0 0 0,0 5 0,0 1 0,0-3 0,-6 5 0,0-3 0,3-1 0,1 5 0,2 8 0,0 12 0,0 5 0,0 6 0,7 6 0,5 11 0,-3-4 0,3 4 0,5-5 0,6-7 0,2 3 0,-4-8 0,4-2 0,2-2 0,-5-10 0,7-3 0,-6-4 0,6-2 0,-8-8 0,0-3 0,-6-6 0,-3-6 0,-7 2 0,7-8 0,-8 0 0,1-5 0,-3 2 0,-2 3 0,0 4 0,0 8 0,0 0 0,0 0 0,-2 7 0,-3 4 0,3 14 0,-4 9 0,6 10 0,6 13 0,-2 4 0,7 9 0,2 5 0,3 5 0,-5 2 0,1-2 0,-7 2 0,7-8 0,-8 0 0,1-7 0,-3-4 0,-2-6 0,-7-6 0,-5-5 0,-9-4 0,-2-8 0,-5-2 0,5-3 0,-8-5 0,2-7 0,3-7 0,-3-5 0,8-11 0,-2-5 0,4-7 0,4-5 0,3-6 0,-3-11 0,5-4 0</inkml:trace>
  <inkml:trace contextRef="#ctx0" brushRef="#br0" timeOffset="89">22905 5416 8912,'17'0'0,"0"0"0,-5 0 0,-1 0 0,-5 0 0,5 0 0,1 0 0,5 0 0,2-6 0,6-2 0,7-1 0,7-4 0,3 3 0,-2-1 0,-4-1 0,14-5 0,-6 0 0</inkml:trace>
  <inkml:trace contextRef="#ctx0" brushRef="#br0" timeOffset="90">23249 5639 8912,'-17'18'0,"-1"-1"0,1 0 0,8-8 0,3-3 0,14-12 0,9-5 0,8-4 0,9-2 0,8-3 0,4-2 0,2 2 0,-2-3 0,2 4 0,-8 2 0,0 0 0,-6 0 0,8 0 0,2-1 0</inkml:trace>
  <inkml:trace contextRef="#ctx0" brushRef="#br0" timeOffset="91">24195 5089 8912,'-26'-7'0,"1"3"0,8-8 0,-1 1 0,1-6 0,0 5 0,0 1 0,5 5 0,1-6 0,-1 9 0,-5-1 0,0 15 0,2 12 0,3 8 0,3 13 0,3 7 0,4 9 0,-4 8 0,4 1 0,2 0 0,2 0 0,4-1 0,-2 1 0,5-2 0,1-6 0,-1-9 0,-3-8 0,6-10 0,-9-7 0,3-4 0,-4-12 0,-2-3 0</inkml:trace>
  <inkml:trace contextRef="#ctx0" brushRef="#br0" timeOffset="92">23800 5536 8912,'-18'0'0,"1"0"0,0-7 0,7 5 0,12-8 0,16 4 0,14 4 0,16-3 0,5 1 0,5-2 0,7 4 0,-2-3-472,4-5 1,9 0 0,3-7-1</inkml:trace>
  <inkml:trace contextRef="#ctx0" brushRef="#br0" timeOffset="93">24849 5003 8912,'-40'0'0,"0"0"0,2 2 0,1 4 0,5 3 0,3 9 0,-3 1 0,3 6 0,-2 7 0,3 6 0,5 18 0,11 1 0,-1 8 0,7 4 0,1-8 0,5-4 0,0-3 0,1-5 0,5-1 0,6-2 0,1-14 0,-1 3 0,3-12 0,-4 0 0,5-10 0,1-2 0,-8-7 0,7-11 0,-7-13 0</inkml:trace>
  <inkml:trace contextRef="#ctx0" brushRef="#br0" timeOffset="94">24867 5313 8912,'-23'5'0,"0"1"0,7 0 0,9-6 0,14-6 0,5 0 0,11 1 0,5 5 0,3 0 0,-2 0 0,3 2 0,-3 3 0,-4 5 0,-2 7 0,-4 2 0,-2 4 0,-2-2 0,-3 6 0,-6 0 0,-5-1 0,-8 1 0,-5 2 0,-3 3 0,-2-3 0,-6-4 0,0-2 0,-6-4 0,6-2 0,0-2 0,6-3 0,8-5 0,1-7 0</inkml:trace>
  <inkml:trace contextRef="#ctx0" brushRef="#br0" timeOffset="95">25176 5278 8912,'-11'2'0,"-1"4"0,3 5 0,-3 12 0,-1-2 0,7 8 0,-5 5 0,5 6 0,2 1 0,2 1 0,4-8 0,4 0 0,3 1 0,9-7 0,-1-3 0,0-2 0,0-11 0,0-7 0,1-3 0,-1-9 0,0-3 0</inkml:trace>
  <inkml:trace contextRef="#ctx0" brushRef="#br0" timeOffset="96">25348 4900 8912,'2'10'0,"4"-5"0,4 3 0,7-2 0,0 5 0,0-5 0,0 9 0,3 0 0,1 8 0,2 4 0,5 8 0,-5 5 0,0 13 0,-6-1 0,1 11 0,-1 0 0,-8-4 0,-3-2 0,-4-3 0,-2-3 0,-8 1 0,-3 0 0,-12-9 0,-6-2 0,-3-11 0,-3-1 0,-7-8 0,-2 4 0,-7-8 0</inkml:trace>
  <inkml:trace contextRef="#ctx0" brushRef="#br0" timeOffset="97">19945 4264 8912,'17'0'0,"0"0"0,-1 2 0,-5 4 0,-1 3 0,-7 10 0,3 4 0,-2 6 0,4 20 0,-1 16 0,3 23 0,-3-33 0,-1 3 0,-1 5 0,0 2 0,1 14 0,-1 2 0,-3 4 0,0 2 0,0-22 0,1 2 0,0 0 0,-1 2 0,0 2 0,-1-1-435,1 3 0,0 1 0,0-1 0,2-2 1,0-1-1,0 1 435,-2 1 0,0 1 0,-1 0 0,2-3 0,0 0 0,-1 0 0,-1-1 0,0-1 0,1 1 0,0 0 0,1 0 0,0-1 0,0 2 0,0-1 0,0-1 0,-1 29 0,0-1-197,1-1 0,0-1 1,-5-6-1,-2 0 197,-1-2 0,-2 0 0,1-7 0,-1-2-157,1-4 1,1-3 0,-2-7 0,0-3 156,4-5 0,0-1 0,-2 41-89,5-15 1,0-9 88,0-8 0,0-23 0,0-5 0,2-14 745,3-10 1,-3-5-746,4-12 0,-4-7 753,-2-16 1,6-11-754,-1-23 0,1-15 0,-6-10 0,0-6 0</inkml:trace>
  <inkml:trace contextRef="#ctx0" brushRef="#br0" timeOffset="98">20719 4350 8912,'0'11'0,"4"-1"0,8-2 0,9-3 0,21-5 0,13-2 0,18-3 0,22-5 0,-36 3 0,3-1 0,3 1 0,2 0 0,3 1 0,1 1 0,6 0 0,1 0 0,6-1 0,0 1 0,2 1 0,0 2-510,0 1 1,1 0-1,1 2 1,-1 0 509,-3 2 0,-1 0 0,2 1 0,0 1 0,2 4 0,0 2 0,1-1 0,0 1 0,1 0 0,0 1 0,3-1 0,1 0 0,-2-1 0,2-2 0,-27-3 0,1 0 0,1 0 0,3-1 0,2 0 0,0-1 0,6 0 0,0-2 0,1-1 0,1 0 0,1-2 0,1 0 0,4 0 0,1-2 0,-1-1 0,-1-2 0,0-1 0,0 0 0,3 0 0,0 0 0,-1-1-265,-2 0 0,0-1 0,0 1 0,0-2 0,0 1 0,-2 0 265,-4 2 0,-2 1 0,0-1 0,-3-1 0,0-1 0,-2 0 0,-6 3 0,-3 0 0,0-2 0,31-5 0,-2-2 0,-5 2 0,0-1 0,0 0 0,0 0-199,-2 0 1,0 1-1,-7-1 1,-3-1 198,-15 5 0,-2 0 0,1-1 0,-1 2-74,-4 5 0,-1-1 0,-4-2 0,-1 1 74,37-5 0,-25 5 1000,-21 1-1000,-11 4 0,-21 4 0,-8 4 0,-12 5 1015,-9 4 0,-13 4-1015,-12 4 0,-4-3 0,-1 4 0</inkml:trace>
  <inkml:trace contextRef="#ctx0" brushRef="#br0" timeOffset="99">26415 5175 8912,'-17'8'0,"0"1"0,0 1 0,7-2 0,2-8 0,8 0 0,0 0 0,0 7 0,0 3 0,0 7 0,8 0 0,2 0 0</inkml:trace>
  <inkml:trace contextRef="#ctx0" brushRef="#br0" timeOffset="100">26433 5777 8912,'-8'9'0,"4"-1"0,-7-8 0,7 0 0,-10-8 0,9-3 0,-1 1 0,6-1 0,0 5 0,0-5 0,0-3 0,0-1 0,2 0 0,4 3 0,-5-3 0,7 6 0,-8-3 0,0 1 0,6 5 0,0-6 0,-1 9 0,-5-7 0,0 4 0,0 4 0,8-5 0,2 7 0,7 0 0</inkml:trace>
  <inkml:trace contextRef="#ctx0" brushRef="#br0" timeOffset="101">27603 5141 8912,'-10'7'0,"-3"-7"0,7 0 0,2-5 0,10-7 0,5 6 0,7 6 0,5 6 0,5 6 0,5 3 0,1 8 0,1 2 0,-3 1 0,-3 5 0,1 0 0,-7-1 0,-2-1 0,-2 1 0,-9 7 0,-4-3 0,-6 4 0,-6-9 0,-7 1 0,-8-1 0,-6 2 0,-8-8 0,7 0 0,-1-6 0,8-8 0,-2-3 0,6-6 0,5-6 0,5-11 0,7-10 0</inkml:trace>
  <inkml:trace contextRef="#ctx0" brushRef="#br0" timeOffset="102">28102 5158 8912,'-2'9'0,"-4"-3"0,-5-4 0,1 0 0,-1 2 0,-3 2 0,1 9 0,-1 0 0,3 8 0,-2 4 0,-1 9 0,1 8 0,3 2 0,3 0 0,1 0 0,8 3 0,4-3 0,5-6 0,6-5 0,6-7 0,4-9 0,9-9 0,3-2 0,1-5 0,6-3 0,-6-5 0,7-5 0,-10-15 0,5-1 0</inkml:trace>
  <inkml:trace contextRef="#ctx0" brushRef="#br0" timeOffset="103">29272 5399 8912,'-8'-12'0,"-3"1"0,1 5 0,-1-5 0,7 5 0,-4-6 0,1-1 0,5 3 0,-4-1 0,4 9 0,2 4 0,0 13 0,0 4 0,0 10 0,0 2 0,0 1 0,0 2 0,0 1 0,0 1 0,0 4 0,0-9 0,0 3 0,0-5 0,0-1 0,0-5 0,0-3 0,0-3 0,-8-8 0,-1-1 0</inkml:trace>
  <inkml:trace contextRef="#ctx0" brushRef="#br0" timeOffset="104">29238 5089 8912,'-35'0'0,"1"0"0,-1 0 0,9 2 0,3 2 0,3 2 0,11 7 0,1-11 0,16 6 0,3-8 0,7 0 0,5 0 0,-2-2 0,7-4 0,-7-2 0,2-3 0,-4-4 0,-1 5 0,-7 0 0,-1 3 0,-3-1 0,-1 6 0,-6-5 0,0 7 0</inkml:trace>
  <inkml:trace contextRef="#ctx0" brushRef="#br0" timeOffset="105">29547 5485 8912,'10'-8'0,"-2"6"0,-8-13 0,0 13 0,0-6 0,0 10 0,0 6 0,0 9 0,0 2 0,0 10 0,-2-6 0,-4 5 0,4-1 0,-4 2 0,4 1 0,2-7 0,0 0 0,0-6 0,0 1 0,0-9 0,0-3 0,0-12 0,0-11 0,0-12 0,8-3 0,1-3 0,3-1 0,-1-4 0,1 6 0,5-1 0,0 3 0,1 9 0,4 6 0,1 5 0,0 8 0,-5-1 0,-1 5 0,0 5 0,0 9 0,0 7 0,6-2 0,0 4 0,0 2 0,-6-3 0,1 1 0,-1-5 0,6-7 0,0 1 0,0-9 0,-4 3 0,2-6 0,2-6 0,0 3 0,-6-9 0,0-5 0,0-6 0,1-8 0,-1 3 0,-8-5 0,-3-1 0,-4 1 0,-2 3 0,0 3 0,0 2 0,0 8 0,0 6 0,0 7 0,0 6 0,0 15 0,0 10 0,0 13 0,0 6 0,0 11 0,0 6 0,0 4 0,0 2 0,0-1 0,0 1 0,0 0 0,0 0 0,0-1 0,0 1 0,0-10 0,0-7 0,0-10 0,0-13 0,0-5 0,0-6 0,2-9 0,4-3 0,-4-4 0,5-10 0,-7-9 0,0-10 0</inkml:trace>
  <inkml:trace contextRef="#ctx0" brushRef="#br0" timeOffset="106">30132 5313 8912,'12'-12'0,"-1"1"0,7 7 0,4-2 0,9-1 0,-2 1 0,11 0 0,6 6 0,4 0 0,-1 0 0,-3 2 0,-6 4 0,-3 9 0,-3 8 0,-15 8 0,-7-3 0,-9 5 0,-3 1 0,-15 2 0,-8 4 0,-7-3 0,-5 3 0,1-4 0,-1-1 0,3-1 0,3-2 0,6-3 0,4-6 0,-6-12 0,-2-3 0</inkml:trace>
  <inkml:trace contextRef="#ctx0" brushRef="#br0" timeOffset="107">30838 5519 8912,'-2'-17'0,"-4"0"0,4 7 0,-5 2 0,7 8 0,0 8 0,-2 4 0,-2 3 0,-2 2 0,1 0 0,5 0 0,0-5 0,0-1 0,1-1 0,5 1 0,-4 5 0,13-9 0,-3 5 0,3-7 0,-3-3 0,-1-2 0,1 0 0,5-2 0,0-3 0,-6-7 0,1-11 0,-8 4 0,1-4 0,3 4 0,-2 2 0,0 0 0,-6 7 0,2 3 0,1 9 0,3 3 0,-2 7 0,0 5 0,1 6 0,-3-4 0,4 4 0,2 2 0,-2-2 0,7 0 0,-2-6 0,-1-6 0,1-1 0,3-3 0,1-3 0,8-4 0,0-6 0,0-3 0,-6-8 0,6-8 0,0-4 0,0-9 0,-6-2 0,-2-8 0,-3 2 0,1-9 0,-7-2 0,2-6 0,-4 5 0,1 5 0,-1 5 0,-2 8 0,-2 11 0,0 12 0,0 13 0,0 16 0,0 14 0,0 20 0,0 12 0,0 5 0,0 5 0,0 7 0,0-4 0,0 3 0,0-5 0,2-6 0,2-6 0,1-3 0,9-7 0,-3-6 0,-1-5 0,1-19 0,1 2 0,5-13 0,0 0 0,0-6 0,-7-16 0,13-3 0,-4-15 0</inkml:trace>
  <inkml:trace contextRef="#ctx0" brushRef="#br0" timeOffset="108">31303 5364 8912,'-2'17'0,"-2"1"0,-2-1 0,0 0 0,14-2 0,3-3 0,14 1 0,10-7 0,13 0 0,9-6 0,14-8 0,-2-3 0,3-5 0,-3-1 0,-8 0 0,-3 0 0,-20-1 0,-10 1 0,-14 0 0,-22-8 0,-11-2 0</inkml:trace>
  <inkml:trace contextRef="#ctx0" brushRef="#br0" timeOffset="109">27379 6482 8912,'10'-2'0,"-3"-2"0,-1-4 0,-2-1 0,-6-3 0,-8 3 0,-5-4 0,-2 7 0,0 2 0,-1 2 0,1 2 0,0 0 0,-6 0 0,0 2 0,2 4 0,2 5 0,-4 6 0,0 6 0,0 6 0,8 11 0,1 8 0,3 7 0,7 8 0,-2 12 0,4-3-166,2 9 1,6-7 165,0 6 0,7-11 0,-3 0 0,1-6 0,1-10 0,-3-11 0,3-1 0,-5-13 0,-7-5 0,8-4 0,-6-9 0,-2-26 0,-10-12 0</inkml:trace>
  <inkml:trace contextRef="#ctx0" brushRef="#br0" timeOffset="110">26794 7066 8912,'8'10'0,"-5"-2"0,9-8 0,-8 7 0,11-5 0,-4 4 0,7-6 0,5-6 0,11-3 0,12-9 0,11-5 0,6-1 0,4-3 0,2-4 0,-2 1 0,-4 1 0,2 6 0,-7 10 0,-5 3 0,-5 3 0,-6-7 0,-8 5 0</inkml:trace>
  <inkml:trace contextRef="#ctx0" brushRef="#br0" timeOffset="111">27844 6619 8912,'-18'-21'0,"1"2"0,0 4 0,0 0 0,0 7 0,-1 2 0,-5 6 0,0 6 0,-7 13 0,1 16 0,-1 8 0,1 15 0,-2 9 0,8 7 0,6 3-153,6-3 1,7-3 152,-2 3 0,4-5 0,4-8 0,4-9 0,5-10 0,10-8 0,2-5 0,6-6 0,-4-12 0,0-5 0,0-4 0,5-17 0,-3-5 0</inkml:trace>
  <inkml:trace contextRef="#ctx0" brushRef="#br0" timeOffset="112">27861 6894 8912,'0'-11'0,"0"0"0,-2 1 0,-4-1 0,4 3 0,-3 2 0,10 0 0,-1 1 0,8 5 0,5 0 0,8 2 0,0 1 0,-1 3 0,7 8 0,-2-3 0,-3 4 0,1 4 0,-2 2 0,-4 2 0,-4 8 0,-5-2 0,-5-3 0,-7 3 0,0 0 0,0 5 0,-7-7 0,-5-4 0,-3 0 0,-2-6 0,1 4 0,5-10 0,-4-5 0,5-6 0,1-10 0,1-20 0,8-6 0</inkml:trace>
  <inkml:trace contextRef="#ctx0" brushRef="#br0" timeOffset="113">28171 6860 8912,'9'0'0,"1"2"0,-5 4 0,-3-2 0,4 7 0,-4 8 0,-4 10 0,-2 3 0,-1 3 0,-1-1 0,6 0 0,0 3 0,0 3 0,0-10 0,0 5 0,2-10 0,3 3 0,5-12 0,7 1 0,0-12 0,1 1 0,-1-4 0,0-10 0,0-1 0</inkml:trace>
  <inkml:trace contextRef="#ctx0" brushRef="#br0" timeOffset="114">28412 6533 8912,'7'18'0,"-3"-7"0,7 1 0,1-7 0,7 5 0,2-1 0,2 1 0,6 1 0,-6 7 0,2 4 0,-3 1 0,-2 10 0,3 1 0,-4 3 0,-2 8 0,0-4 0,0 4 0,-1-1 0,-5 2 0,-3 2 0,-8-8 0,0 6 0,0-6 0,-2 0 0,-2-5 0,-4-1 0,-1 0 0,-3-15 0,-5-7 0,0-8 0,0-4 0</inkml:trace>
  <inkml:trace contextRef="#ctx0" brushRef="#br0" timeOffset="115">29392 6860 8912,'-26'-6'0,"3"-1"0,4-1 0,1 0 0,1 5 0,0 10 0,0 10 0,1 3 0,5 8 0,3 1 0,8 5 0,0-1 0,0-5 0,2 5 0,4-5 0,4-3 0,7-2 0,6-9 0,0-3 0,5-7 0,-5 2 0,0-6 0,-6-6 0,-1 0 0,-5-11 0,3 4 0,-9-10 0,7-4 0,-6-2 0,-1 3 0,-7-3 0,-1-2 0,-3-1 0,-8-1 0,3 5 0,-2-3 0,1 8 0,-1 0 0,7 6 0,-7-8 0,3-1 0</inkml:trace>
  <inkml:trace contextRef="#ctx0" brushRef="#br0" timeOffset="116">29668 6843 8912,'9'-8'0,"7"-1"0,-14-1 0,13 2 0,-4 8 0,3 8 0,-3 4 0,3 3 0,-7 2 0,1 2 0,-1 4 0,1-4 0,-2 4 0,-2-4 0,7-2 0,-7 1 0,2-1 0,3-8 0,3-3 0,-3-4 0,3-2 0,-6 0 0,5 0 0,-5-8 0,5-3 0,-5-6 0,5-6 0,-7 4 0,2-4 0,-2 4 0,2 1 0,-5 9 0,9 3 0,-6 12 0,2 5 0,1 10 0,-1 2 0,-2 0 0,7-6 0,-5 1 0,5-1 0,1 0 0,5 0 0,0-5 0,1-1 0,-1-7 0,0 2 0,2-6 0,4-6 0,-4-6 0,4-10 0,-4 1 0,-2-8 0,1-2 0,-1-9 0,-6 2 0,1-8 0,-6 6 0,5-6 0,-7 2 0,2-2 0,-5 6 0,-1 12 0,0 3 0,0 15 0,0 12 0,-1 17 0,-3 12 0,-2 7 0,0 10 0,6-2 0,0 3 0,0 3 0,0-1 0,0 1 0,6-2 0,0-4 0,9 1 0,0-7 0,6-1 0,0-3 0,0-9 0,2-4 0,-9-12 0,3-5 0,-4-4 0,5-2 0</inkml:trace>
  <inkml:trace contextRef="#ctx0" brushRef="#br0" timeOffset="117">30270 6946 8912,'-8'0'0,"8"0"0,10-6 0,13 1 0,11-9 0,12 3 0,4 1 0,2-1 0,5-6 0,0-6 0,8-8 0,-4 4 0</inkml:trace>
  <inkml:trace contextRef="#ctx0" brushRef="#br0" timeOffset="118">30958 6688 8912,'0'10'0,"0"5"0,0-4 0,0 7 0,0 5 0,-2-1 0,-3 13 0,3 5 0,-4 17 0,4 8 0,2 8 0,0 3 0,0 4 0,0 5 0,0-5 0,0 2 0,0-2 0,0-5 0,0-12 0,0-12 0,0-11 0,0-3 0,0-18 0,-6-6 0,1-19 0,-9-18 0,5-13 0</inkml:trace>
  <inkml:trace contextRef="#ctx0" brushRef="#br0" timeOffset="119">30821 6808 8912,'2'-26'0,"1"1"0,5 2 0,2 0 0,1 0 0,6 6 0,2 5 0,4 3 0,6 1 0,4 4 0,1 4 0,0 6 0,1 6 0,-1 11 0,-5 3 0,0 9 0,-16-1 0,-2 0 0,-7 1 0,-4-1 0,0 1 0,0-1 0,-9-1 0,-8-5 0,-1 3 0,-5-8 0,-3 5 0,-3-5 0,4 0 0,2-6 0,-4-7 0,1-2 0</inkml:trace>
  <inkml:trace contextRef="#ctx0" brushRef="#br0" timeOffset="120">31389 6894 8912,'0'-17'0,"0"0"0,0 0 0,0 0 0,0-1 0,0 9 0,0 1 0,0 10 0,0 4 0,0 5 0,5 5 0,1 1 0,7 2 0,-3 2 0,2 2 0,-1-2 0,-1-2 0,1-2 0,4-5 0,-3-1 0,-3-5 0,3 3 0,1-1 0,2-4 0,-3-2 0,-1-2 0,1-2 0,5-4 0,-5-9 0,-1-8 0,-7-6 0,2 6 0,-3-1 0,3 1 0,-4 4 0,4-4 0,-4 11 0,-2 8 0,0 16 0,0-1 0,0 12 0,2 2 0,1 0 0,5 0 0,2-1 0,-5-1 0,7-5 0,-6-3 0,5-2 0,2-3 0,3-3 0,1-1 0,0-6 0,0-13 0,1-4 0,5-12 0,0 0 0,-1-3 0,-4-3 0,-1-5 0,0 0 0,-5-8 0,-1 3 0,-7-5 0,2-2 0,-4 7 0,-2-1 0,0 9 0,0 3 0,-8 7 0,4 18 0,-7 3 0,7 12 0,-2 7 0,4 10 0,2 11 0,0 3 0,0 9 0,0 5 0,0 6 0,2 6 0,4-5 0,3-3 0,1-1 0,3-3 0,-7 1 0,7-8 0,-1-4 0,3-11 0,2-7 0,1-2 0,-1-3 0,0-8 0,0-3 0,8-19 0,2-6 0</inkml:trace>
  <inkml:trace contextRef="#ctx0" brushRef="#br0" timeOffset="121">31819 6774 8912,'0'27'0,"2"-6"0,3-8 0,7-5 0,13-10 0,9-6 0,10-9 0,15-2 0,10-10 0,8-1-346,9-10 1,-2 3 345,-4-3-295,-11 12 1,-10-13 0,-7 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5.74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3115 4126 8912,'27'-7'0,"-6"-5"0,-8-3 0,-5-2 0,-8 0 0,0 7 0,-8 2 0,8 8 0,0 0 0,10 0 0,12 0 0,7 0 0,4 0 0,3-5 0,4-1 0,12-6 0,11 5 0,6-1 0,5 1 0,7-5 0,10 6 0,-42 1 0,0-1 0,6 2 0,1 0 0,3 0 0,0-1-236,3-2 0,1 0 1,0 2-1,0 1 236,-3-2 0,0 0 0,1 4 0,1 0 0,1 0 0,0-1 0,1-1 0,0 0 0,2 1 0,0 0 0,-2 0 0,0 1 0,-4 1 0,0 2 0,2-1 0,-1 0 0,1 0 0,0 2 0,1-1 0,0 1 0,0 1 0,-1 0 0,-2 3 0,0 0 0,-3-4 0,1 1 0,2 4 0,0 0 0,0-1 0,1-1 0,-1 0 0,0 0 0,3 1 0,0-1 0,-2-2 0,-1 0 0,-3 3 0,1-1 0,2-2 0,0 0 0,-2 2 0,1 0 0,1-1 0,0-1 0,0 0 0,-1-2 0,-5 0 0,1 0 0,-1-1 0,1 0 0,-1 0 0,1 0 0,2 0 0,0 0 0,0 0 0,1 0 0,5 0 0,0 0 0,-1 0 0,-1 0 0,-1 0 0,0 0 0,-2 0 0,1 0 0,0 0 0,0 0 0,2 0 0,-1 0 0,-2 0 0,0 0 0,2-2 0,-1-2 0,-4 2 0,-1-1 0,1-3 0,1 0-162,-2 3 1,1 0-1,-3 0 1,1-1 161,1 0 0,1 2 0,-2 1 0,-1 0 0,0-2 0,-1 0 0,1 2 0,0 0 0,-1 2 0,1-2 0,-2-1 0,-1-1 0,3 0 0,0 0 0,-2 0 0,1 0 0,5 3 0,1 0 0,-2 0 0,1 0 0,-3 0 0,1 0 0,-2 0 0,1 0 0,-2 1 0,1-2 0,0-1 0,1-2 0,2 2 0,-1-1 0,0 0 0,-1 0 0,3 3 0,-1 0 0,-2 0 0,-3 0-167,40 0 1,-2 0 166,-7 0 0,5 0 0,5 0 0,-3 0 0,4 0 0,-6 2 0,-5 4 0,3-4 0,-4 3 0,4-3 0,2-2 0,0 2 0,0 4 0,-5-4 0,-1 4 0,-13-5 0,2-1 0,-4 2 0,5 2 0,9 2 0,13-2 0,-3-2 0,-37-2 0,0 0 0,39 0-244,1 0 0,-2 5 244,2 1 0,-4 0 0,4-6 0,-4 0 0,-2 0 0,-6 6 0,0-1 0,-7 1 270,1-6 0,-1 6-270,2-1 0,3 3 0,8-2 0,-8-4 0,-3 3 0,-4-3 0,-2-2 0,3 2 0,-3 4 0,4-4 0,-10 4 0,2-4 0,0-2 0,-4 0 313,-2 0 0,-7 0-313,-6 0 0,-8-2 90,2-4 0,2 4 0,0-4 0,0 2-90,1-1 0,-1 3 291,-2-4 1,-4 2-292,4-1 0,-5 3 0,-7-4 0,-5 4 150,-4 2 1,-1 0-151,-1 0 0,-8 0 0,-1 0 0,-8 0 0,8 0 0,3 0 0,4 0 0,3 0 0,-1 0 0,0 0 0,0 0 0,0 0 0,1 0 0,-1 0 0,-2-2 0,-3-4 0,-5 4 0,1-5 0,-6 7 0,6 0 0,-7-6 0,5 0 0,-2 1 0,7 5 0,-5-6 0,6 0 0,-8-1 0,1 1 0,-35 4 0,-22-4 0,4 1 0,-5 1 0,-9-1 0,-1 0 0</inkml:trace>
  <inkml:trace contextRef="#ctx0" brushRef="#br0" timeOffset="1">22165 997 8912,'0'-9'0,"0"1"0,0 31 0,0 0 0,0 25 0,0 5 0,0 8 0,2 14 0,2 7 0,1 6 0,-1 3 0,-2-1 0,-2-10 0,0-5 0,0-4 0,0-12 0,0-9 0,-2-14 0,-4-11 0,4-6 0,-5-12 0,7-7 0,0-9 0,0-8 0,0-6 0,-8-4 0,-1-7 0</inkml:trace>
  <inkml:trace contextRef="#ctx0" brushRef="#br0" timeOffset="2">21511 1255 8912,'-8'-11'0,"-1"-1"0,-1-1 0,-5-1 0,5 1 0,-1 4 0,-1 1 0,-1 4 0,3 2 0,-1 2 0,7 0 0,4 0 0,12 0 0,10 0 0,11 0 0,13 0 0,17 0 0,27-8 0,-37 4 0,3-3 0,4-3 0,2-3 0,7-2 0,2 0 0,9-4 0,4-1-476,10-2 1,1-2 0,0 2 0,0 1 475,-30 5 0,1 0 0,-2 2 0,23-5 0,-2 1 0,-9 1 0,-3 0 0,-11 3 0,-3 3 0,32 0 0,-33 3 0,-28 8 0,-30 0 0,-7 0 0,-11 0 0,1 0 0,-2 6 0,-4 0 0,4 5 0,-4-5 0,2 5 950,-2-5 1,2 0-951,-8-6 0,8 0 0,-11 0 0,5 0 0</inkml:trace>
  <inkml:trace contextRef="#ctx0" brushRef="#br0" timeOffset="3">24006 550 8912,'0'-19'0,"0"-2"0,0-2 0,0 2 0,0 2 0,0 2 0,0 0 0,4-1 0,5 1 0,11 2 0,4 4 0,1-3 0,8 6 0,3 1 0,0-1 0,1 4 0,-3 10 0,1 6 0,-1 3 0,-7 4 0,-6 6 0,-8 7 0,-7 6 0,-6 10 0,-8-2 0,-9 4 0,-10 1 0,-5 1 0,-4-2 0,-5-3 0,-5-1 0,4-2 0,2 2 0,4-6 0,2-4 0,1-7 0,4 0 0,12-8 0,11 2 0,16-12 0,13-7 0,15-8 0,12-5 0,7-9 0,6-6 0,12-5 0,7-6-46,-34 16 0,2-2 0,-1 0 0,1-2 1,7-1-1,1-1 0,-2 1 0,1 0 46,-4 0 0,1 2 0,-4 6 0,-1 0 0,31-19 0,-18 20 0,-28 0 0,-21 15 0,-18 0 0,-7 0 0,-3 7 0,-4 5 0,-2 3 0,-2 2 0,-8 0 0,2 1 0,5-1 0,1 0 0,9-2 91,3-3 1,7 3 0,-4-5 0</inkml:trace>
  <inkml:trace contextRef="#ctx0" brushRef="#br0" timeOffset="4">26467 1427 8912,'-12'-17'0,"1"0"0,0-1 0,-1 1 0,1 2 0,-3 4 0,5-3 0,-3 8 0,1 3 0,-5 10 0,5 10 0,-4 8 0,3 12 0,-5 5 0,-6 9 0,0 8 0,-11 10 0,-5 6 0,-14 1 0,-5 2 0,27-37 0,-1 1 0,-1-1 0,-1 2-169,0 0 0,0 0 0,-33 27 169,4-7 0,3-9 0,9-8 0,-1-4 0,2-10 0,6-3 0,10-6 0,1-12 0,11-5 0,-1-14 0,5-9 0,9-8 0,3-9 0,-2-8 0,3-4 0,-1-9 0,8-3 0,4 3 0,5 1 0,6 3 253,6-1 1,-2 6-254,8 1 0,0 14 0,5 2 0,6 10 0,2 8 0,0 7 0,0 8 0,4 15 0,-6 15 0,6 10 0,-6 13 0,3-1-147,-3 7 1,-2-6 146,8 6 0,0-9 0,7-1 0,3-7 0,1-4 0,4-4 0,-9-9 0,3-6 0,-9-12 0,-4-3 0,-2-8 0,-11 0 0,-6 0 0,0-6 0,-6 1 0,-3-1 0</inkml:trace>
  <inkml:trace contextRef="#ctx0" brushRef="#br0" timeOffset="5">28308 1358 8912,'0'-11'0,"0"-1"0,0 7 0,0-7 0,0 6 0,0-5 0,0 7 0,0 0 0,2 16 0,4 11 0,-4 11 0,4 12 0,-3 9 0,1 20 0,2 5 0,-2 4 0,-2 2 0,-2 0 0,5 2 0,1-8 0,0-2 0,-6-22 0,0-8 0,0-12 0,0-2 0,8-15 0,-7-3 0,5-16 0,-4-8 0,-2-24 0,0-5 0</inkml:trace>
  <inkml:trace contextRef="#ctx0" brushRef="#br0" timeOffset="6">28239 1479 8912,'10'0'0,"-2"0"0,-8-2 0,0-4 0,13-9 0,4-8 0,14-8 0,3 3 0,10-5 0,6-1 0,7-1 0,1 1 0,5 5 0,-6 1 0,-1 14 0,-11 3 0,-4 7 0,-15 19 0,-8 8 0,-13 15 0,-16 8 0,-8 6 0,-16 5 0,-1-2 0,-4 9 0,-4-7 0,-8 4 0,1-2 0,-1-3 0,-5-3 0,-1-1 0,7-5 0,5-6 0,9-3 0,3-15 0,7-2 0,10-10 0,9-3 0,10-8 0,14 0 0,8-8 0,11-3 0,1 3 0,4 2 0,4 4 0,8 2 0,0 0 0,-1 0 0,-1 8 0,-2 4 0,-4 5 0,-2 6 0,-2-2 0,-6 7 0,-5 1 0,0 5 0,-10-7 0,-2-4 0,0 2 0,-5-2 0,3-2 0,2-10 0,0-5 0,1-4 0,-1-2 0,0-15 0,0-8 0,8-8 0,2-3 0</inkml:trace>
  <inkml:trace contextRef="#ctx0" brushRef="#br0" timeOffset="7">29530 894 8912,'27'-17'0,"-8"-8"0,-8-2 0,1-1 0,-3-1 0,7 6 0,-5-4 0,5 2 0,1 4 0,0 2 0,2 4 0,4 2 0,6 1 0,-3 6 0,3-5 0,-2 7 0,4-2 0,-5 5 0,-1 1 0,-2 7 0,-6 5 0,-7 3 0,-4 2 0,1 0 0,-1 2 0,-4 2 0,-6 2 0,0 6 0,-7-6 0,-1 6 0,-5-6 0,0 5 0,0-5 0,5 0 0,1-6 0,7 0 0,-2 1 0,4-1 0,2 0 0,2-6 0,4-1 0,5-2 0,5-5 0,9 5 0,3-2 0,5 7 0,1-1 0,1-3 0,-1 3 0,0-1 0,1 6 0,-8 6 0,-4 0 0,-12 6 0,-5-4 0,-6 1 0,-6 5 0,-11 1 0,-12 3 0,-11-1 0,-6 1 0,-9-1 0,-3 0 0,-5-5 0,6 0 0,-1-8 0,7 2 0,3-6 0,8-6 0,7-3 0,16-23 0,0-4 0</inkml:trace>
  <inkml:trace contextRef="#ctx0" brushRef="#br0" timeOffset="8">21270 2596 8912,'-12'-11'0,"1"1"0,-2 1 0,-3 1 0,-1 0 0,-2 3 0,-2 8 0,-2 9 0,-8 1 0,1 18 0,-8 5 0,-8 8 0,-6 8 0,-7 5 0,-8 6 0,31-30 0,-1 1 0,-1 0 0,0 1 0,1-1 0,1 0 0,-1 1 0,-1-1 0,2 1 0,0-1 0,-33 25 0,6-7 0,6-10 0,11-14 0,7-7 0,9-7 0,5-7 0,15-7 0,10-15 0,12-8 0,3-7 0,10-12 0,2-2 0</inkml:trace>
  <inkml:trace contextRef="#ctx0" brushRef="#br0" timeOffset="9">20857 2562 8912,'0'-12'0,"0"1"0,0 5 0,0-5 0,-2 7 0,-2-4 0,-2 1 0,-7 5 0,2-4 0,-5 4 0,5 2 0,-1 0 0,1 0 0,-6 0 0,-1 0 0,1 0 0,0 0 0,0 0 0,7 0 0,-5 0 0,13 2 0,-4 4 0,6-4 0,6 3 0,6-3 0,10-2 0,5 2 0,8 4 0,5-4 0,0 3 0,8-3 0,-2-2 0,3 0 0,3 0 0,-6 0 0,-2 0 0,-2 0 0,-4 0 0,-3 2 0,-7 4 0,-3-2 0,-8 7 0,-7 3 0,-4 9 0,-4-2 0,-2 7 0,-8-5 0,-4 6 0,-3 0 0,-2 5 0,0-2 0,1-1 0,5-4 0,5-2 0,4-3 0,-5-4 0,-3-1 0</inkml:trace>
  <inkml:trace contextRef="#ctx0" brushRef="#br0" timeOffset="10">17691 3903 8912,'7'-10'0,"-5"1"0,4 3 0,-4 4 0,-2 2 0,0 12 0,0 10 0,0 7 0,0 6 0,0 5 0,0 5 0,0 5 0,0 0 0,0-4 0,0 3 0,0-3 0,0 2 0,0-2 0,0-4 0,-2-10 0,-2-3 0,-2-6 0,-7-12 0,3-11 0,-7-9 0</inkml:trace>
  <inkml:trace contextRef="#ctx0" brushRef="#br0" timeOffset="11">17415 4058 8912,'-17'0'0,"2"-2"0,1-2 0,3-2 0,7 0 0,-4 4 0,10-3 0,4-7 0,17-3 0,15-4 0,8-4 0,8-6 0,7-3 0,-4-3 0,2 9 0,-1 3 0,-7 0 0,1 6 0,-10 3 0,-13 14 0,-4 0 0,-8 0 0,0 0 0</inkml:trace>
  <inkml:trace contextRef="#ctx0" brushRef="#br0" timeOffset="12">18172 4058 8912,'12'0'0,"-1"0"0,-7 0 0,4 1 0,-8 5 0,0 6 0,0 9 0,-2 4 0,-2 1 0,-2 5 0,-5 1 0,5 3 0,2-1 0,2 0 0,2-5 0,0 0 0,0-8 0,0 2 0,0-4 0,8-10 0,2-1 0</inkml:trace>
  <inkml:trace contextRef="#ctx0" brushRef="#br0" timeOffset="13">18138 3920 8912,'-17'6'0,"0"-1"0,-1-1 0,3-4 0,4-5 0,-3 1 0,8-8 0,5-1 0,4-2 0,9-4 0,9-2 0,4 0 0,1 5 0,-3 1 0,6 9 0,-6-5 0,6 5 0,-8 0 0,4 6 0</inkml:trace>
  <inkml:trace contextRef="#ctx0" brushRef="#br0" timeOffset="14">18448 4195 8912,'9'0'0,"-1"0"0,-8 8 0,0 1 0,0 9 0,0-1 0,-2 0 0,-4 0 0,4 0 0,-5 0 0,1 1 0,0-1 0,-1 0 0,1 0 0,4-5 0,-4-1 0,4-7 0,2-4 0,0-11 0,0-7 0,0-5 0,2 2 0,4-7 0,2 1 0,3-2 0,4-1 0,-3 7 0,-3-6 0,3 6 0,-6 6 0,5 8 0,2 1 0,3 2 0,-1 14 0,-3 3 0,1 5 0,-7 1 0,1 2 0,-1 4 0,-4-4 0,4 4 0,-3-4 0,1-2 0,2 0 0,-2 0 0,-2-5 0,-2-1 0,7-7 0,-3 4 0,8-8 0,-7-2 0,7-4 0,-1-7 0,-1-8 0,5 0 0,-3-8 0,1 8 0,-1-2 0,1 4 0,-7 2 0,5 0 0,-3 1 0,1 5 0,3 3 0,3 10 0,-3 4 0,3 4 0,-4 7 0,5-2 0,1-4 0,0 5 0,0-7 0,1 3 0,-1-1 0,6-7 0,0 2 0,5-4 0,-5-2 0,0-8 0,-6-3 0,6-5 0,0-1 0,-2-6 0,-9 0 0,1-5 0,-7 3 0,-2 0 0,-2 0 0,-4 2 0,-4 6 0,-4 7 0,-7 5 0,-2 5 0,-4 5 0,-4 13 0,-7 10 0,1 7 0,5 5 0,3 2 0,8 6 0,1-4 0,5-2 0,3-2 0,8-6 0,16-7 0,7-4 0,15-6 0,8-6 0,9-3 0,3-8 0,7-8 0,-4-3 0,0-4 0,6-18 0,-6-3 0</inkml:trace>
  <inkml:trace contextRef="#ctx0" brushRef="#br0" timeOffset="15">19996 3937 8912,'8'-17'0,"-6"6"0,4-1 0,-4-1 0,-2-3 0,0-1 0,0 4 0,0 7 0,0 21 0,0 20 0,0 1 0,0 6 0,2 0 0,1 2 0,3 4 0,6 0 0,-7-3 0,7 3 0,-6-6 0,-1 0 0,3 0 0,-6 0 0,4-2 0,-4-9 0,-2 3 0,-8-16 0,-4-1 0,-3-11 0,-2 1 0</inkml:trace>
  <inkml:trace contextRef="#ctx0" brushRef="#br0" timeOffset="16">19979 4040 8912,'17'-42'0,"1"8"0,-1 0 0,-6 1 0,1 10 0,-1 8 0,7 7 0,-1 8 0,0 0 0,0 2 0,0 4 0,1 5 0,-3-1 0,-4 1 0,5 1 0,-5 5 0,-3 0 0,-3 0 0,-3 1 0,-2-1 0,-2 2 0,-3 4 0,-5-2 0,-7 8 0,-6-7 0,0 7 0,-2-8 0,2 2 0,4-4 0,-4-2 0,4 1 0,2-1 0</inkml:trace>
  <inkml:trace contextRef="#ctx0" brushRef="#br0" timeOffset="17">20496 4006 8912,'-2'-15'0,"-4"3"0,4 3 0,-4 3 0,2 4 0,-1-4 0,3 4 0,-6 2 0,8 2 0,0 4 0,0 6 0,8 1 0,3-2 0,5-3 0,1-8 0,0 0 0,0 0 0,0 0 0,1 0 0,-7 0 0,1 0 0,1 0 0,-5-8 0,-3-3 0,-3-4 0,-4-3 0,-3 1 0,-5 8 0,-7 3 0,0 4 0,-1 2 0,1 0 0,0 0 0,0 10 0,0 7 0,5 2 0,1 10 0,7-1 0,-2 7 0,4-1 0,2 0 0,8-1 0,3-3 0,5-3 0,1-2 0,6-4 0,0-10 0,1 3 0,-1-8 0,-2-1 0,8-5 0,-6-7 0,6-5 0,-8-9 0,2-4 0,-4-1 0,-2-5 0,0 0 0,0 3 0,-5-5 0,-1 5 0,-5-3 0,6 2 0,-9 5 0,3 6 0,-4 9 0,-2 3 0,0 12 0,0 5 0,0 7 0,0 3 0,2 1 0,4-1 0,-4-1 0,3-3 0,5 0 0,1 0 0,-1-2 0,1-3 0,1 1 0,5-7 0,0-2 0,1-2 0,-1-2 0,2-2 0,4-4 0,-4-3 0,4-9 0,-4 1 0,-2 0 0,0 0 0,1 0 0,-1-1 0,0 1 0,0 0 0,-7 7 0,-1 1 0,-3 3 0,-4 12 0,4 0 0,1 7 0,-1 4 0,2 0 0,-2 1 0,-5 5 0,5-1 0,-4 1 0,-2-5 0,6 4 0,0 1 0,-3-2 0,-1-1 0,6-11 0,-6-1 0,6-8 0</inkml:trace>
  <inkml:trace contextRef="#ctx0" brushRef="#br0" timeOffset="18">21201 3765 8912,'-17'0'0,"0"0"0,-1 0 0,7 0 0,0 0 0,7 0 0,-4 0 0,16 0 0,1 2 0,10 4 0,4 5 0,10-3 0,7-2 0,0-4 0,2 5 0,2 3 0</inkml:trace>
  <inkml:trace contextRef="#ctx0" brushRef="#br0" timeOffset="19">21597 3972 8912,'-29'5'0,"2"3"0,3 2 0,3 3 0,1 2 0,3 2 0,6 2 0,1 4 0,3 6 0,1-10 0,6-2 0,7-5 0,5-1 0,9 3 0,2-9 0,6 1 0,-6-6 0,7-6 0,-1 1 0,-4-9 0,-2 3 0,-4-4 0,-2-3 0,0-5 0,0 1 0,-7-1 0,-4 5 0,-4 1 0,-2 0 0,-2 0 0,-4 2 0,-4 1 0,1 3 0,-7 7 0,5-2 0,-4 4 0,5 2 0,3 0 0,7 0 0</inkml:trace>
  <inkml:trace contextRef="#ctx0" brushRef="#br0" timeOffset="20">22044 3937 8912,'-7'-9'0,"-3"-7"0,-13 14 0,0-3 0,-5 5 0,5 5 0,-8 5 0,2 7 0,4 6 0,3 2 0,2 2 0,3 3 0,8-5 0,3-2 0,4 2 0,2-2 0,8-2 0,3-10 0,10 3 0,4-9 0,2-1 0,3-2 0,3-10 0,1-3 0,-5-6 0,0-6 0,-8-4 0,2-7 0,-4-1 0,-2-1 0,-2-4 0,-3-6 0,1-5 0,-7-7 0,0-1 0,-6-4 0,-6 4 0,0 7 0,-5 10 0,3 8 0,-2 9 0,1 15 0,-3 10 0,3 18 0,3 16 0,2 10 0,-7 13 0,7 4 0,-2 8 0,4 2 0,2 3 0,0-5 0,0 2 0,0-8 0,0-4 0,2-7 0,4-7 0,4-8 0,7-3 0,0-9 0,0-14 0,8-3 0,2-8 0</inkml:trace>
  <inkml:trace contextRef="#ctx0" brushRef="#br0" timeOffset="21">22922 3628 8912,'-2'-12'0,"-2"1"0,-2-3 0,1-1 0,-1-2 0,-2 0 0,-1 0 0,3-1 0,-5 3 0,-1 2 0,3 1 0,-7 8 0,5-1 0,-5 3 0,1 17 0,2 10 0,3 13 0,3 14 0,-1 3 0,2 14 0,4-2 0,-3 11 0,3-2 0,2-3 0,2-2 0,3-2 0,-1-3 0,8-3 0,-1-11 0,6-12 0,0-4 0,1-9 0,-1-2 0</inkml:trace>
  <inkml:trace contextRef="#ctx0" brushRef="#br0" timeOffset="22">22647 4109 8912,'-18'-17'0,"7"0"0,-1 0 0,9-1 0,-3 1 0,4 0 0,10 2 0,3 3 0,14 3 0,9 3 0,7 4 0,4-4 0,5 4 0,-6 2 0,2 0 0,0 0 0,-2-5 0,2-1 0,-2-2 0,-4 3 0,-4 3 0,4-4 0,-5-2 0,-7 3 0,-5 1 0,-13 2 0,-10 2 0,-8 6 0,-9-1 0,-6 7 0,0-7 0,-5 9 0,5-3 0,-6 10 0,6 2 0,2 0 0,2 2 0,7-4 0,1 8 0,7-8 0,-2 2 0,4-4 0,2-2 0,2 0 0,4 0 0,6-7 0,9-4 0,3-4 0,3-2 0,-4-4 0,6-8 0,-8 1 0,2-12 0,-4-2 0,-2 2 0,-7-7 0,-5 1 0,-3-2 0,-4 1 0,-3 3 0,-7 2 0,-3 2 0,-2 6 0,0 2 0,-1 3 0,1-3 0,2 11 0,3-7 0,5 7 0,7-4 0</inkml:trace>
  <inkml:trace contextRef="#ctx0" brushRef="#br0" timeOffset="23">23490 3868 8912,'0'-11'0,"0"0"0,0 5 0,0-6 0,0 7 0,0-7 0,0 8 0,2-3 0,3 7 0,7 0 0,3 0 0,8 13 0,0 4 0,0 12 0,-6 0 0,-1 9 0,-5 2 0,2 2 0,-7-2 0,0-4 0,-6 4 0,0-5 0,0-7 0,0-3 0,0-7 0,0-9 0,-6-3 0,0-12 0,3-13 0,8-15 0,-1-8 0,8-10 0,3 0 0,6 1 0,0-7 0,8 1 0,-1 0 0,7 5 0,-1 8 0,1 4 0,-1 6 0,0 5 0,9-3 0,-7 5 0,6-7 0</inkml:trace>
  <inkml:trace contextRef="#ctx0" brushRef="#br0" timeOffset="24">16865 4986 8912,'-18'0'0,"1"2"0,0 4 0,2-3 0,3 9 0,6 1 0,4 3 0,2 10 0,0 9 0,2 11 0,4 9 0,-2 8 0,7 10 0,1-1 0,-3-5 0,7 0 0,-7-12 0,3-5 0,-1-8 0,-5-13 0,5-6 0,-7-12 0,4-11 0,-8-11 0,0-7 0,0-5 0,0-1 0,0-5 0,0-11 0,0 4 0</inkml:trace>
  <inkml:trace contextRef="#ctx0" brushRef="#br0" timeOffset="25">16813 5399 8912,'0'11'0,"0"1"0,0 1 0,0 4 0,2 6 0,2 6 0,1 3 0,9 3 0,-5-1 0,3 0 0,-1 1 0,1-3 0,5-3 0,0-6 0,0-4 0,6-10 0,0-3 0,-2-6 0,-2-6 0,4-5 0,0-12 0,0-11 0,-6-12 0,1-6 0,-1-5 0,0-2 0,0-4 0,-7-4 0,-6 6 0,-8 0 0,-8 3 0,-11 7 0,-5 5 0,-7 19 0,-5 16 0,-2 9 0,-4 7 0,-2 15 0,8 14 0,0 8 0,6 10 0,1-1 0,6 1 0,10-3 0,10-3 0,5 0 0,2-12 0,15-3 0,4-6 0,15 2 0</inkml:trace>
  <inkml:trace contextRef="#ctx0" brushRef="#br0" timeOffset="26">17553 5227 8912,'-8'9'0,"4"-1"0,-7-8 0,7 2 0,-2 4 0,-1-3 0,1 9 0,0-1 0,6 6 0,0 1 0,0-1 0,0 2 0,0 4 0,0-2 0,0 8 0,0-8 0,0 3 0,0-1 0,0 0 0,0 0 0,0-6 0,0-5 0,0-1 0,0-7 0,0 2 0,0-12 0,0-5 0,0-14 0,0-10 0,2-1 0,4-10 0,2 0 0,3-5 0,4 7 0,-3 4 0,-3 4 0,3 1 0,-1 8 0,5 4 0,-3 6 0,-2 6 0,1 5 0,5 12 0,0 11 0,1 12 0,-1 5 0,0 6 0,0-4 0,0 5 0,2-5 0,4-2 0,-3-7 0,2-4 0,3-10 0,-2-1 0,8-8 0,-2 1 0,-3-10 0,3-7 0,-6-9 0,6-2 0,-6-9 0,1 1 0,-3-3 0,-5 1 0,-10 3 0,-1-5 0,-10 1 0,-7 0 0,-11 1 0,-6 4 0,-3 12 0,-3 12 0,-1 3 0,-4 2 0,9 9 0,-3 8 0,5 8 0,1 10 0,3 7 0,8 3 0,1 3 0,5 0 0,7-2 0,8 2 0,9-6 0,16-2 0,9-12 0,19-5 0,12-11 0,12-7 0,5-6-731,5-11 731,-10-7 0,-33 5 0,-1-1 0,34-13 0,-5-3 0,-3-1 0</inkml:trace>
  <inkml:trace contextRef="#ctx0" brushRef="#br0" timeOffset="27">19016 4917 8912,'-18'0'0,"7"0"0,1-2 0,3-3 0,1 3 0,8-6 0,4 8 0,5 0 0,4 8 0,3 1 0,-1 5 0,0 3 0,0-4 0,0 12 0,1-2 0,-1 0 0,-6 7 0,1-1 0,-8-4 0,1 0 0,-3-2 0,-2 0 0,0 0 0,0-6 0,0-6 0,0 1 0,0-9 0,0-3 0,0-11 0,-5-12 0,-1-7 0,2-7 0,2-3 0,4-8 0,4 2 0,-2 4 0,7 2 0,-1 0 0,1 6 0,4-2 0,-3 13 0,3 0 0,2 6 0,-7 7 0,-2 2 0</inkml:trace>
  <inkml:trace contextRef="#ctx0" brushRef="#br0" timeOffset="28">19515 4969 8912,'0'-10'0,"0"-5"0,0 13 0,0-7 0,0 3 0,2 4 0,3-4 0,7 4 0,-3-3 0,3-1 0,-1-8 0,6 3 0,-1-4 0,-5-3 0,-3 1 0,-8 0 0,-2 2 0,-4 3 0,2 5 0,-7 7 0,-6 0 0,-6 0 0,-6 13 0,4 6 0,0 6 0,1 6 0,6 1 0,7 2 0,7 1 0,-2-1 0,12 1 0,6-1 0,12-9 0,11-6 0,9-8 0,5-3 0,3-2 0,0-6 0,-8-16 0,5-3 0,-5-15 0</inkml:trace>
  <inkml:trace contextRef="#ctx0" brushRef="#br0" timeOffset="29">19910 4831 8912,'-5'-11'0,"-1"-1"0,0 9 0,6-5 0,0 10 0,0 4 0,0 5 0,0 4 0,8 10 0,3 4 0,5 1 0,1-1 0,0 3 0,0-3 0,0 2 0,1-3 0,-1-3 0,0-8 0,-5-1 0,-1-5 0,1-3 0,3-10 0,-2-4 0,-1-7 0,1-8 0,-3-6 0,1-7 0,-5-7 0,5 1 0,-5 0 0,6 6 0,-9 5 0,5 2 0,-2 3 0,-1 3 0,9 2 0,-5 9 0,9 2 0,-1 8 0,2 0 0,4 0 0,-4 2 0,4 4 0,-2-2 0,2 7 0,-6-5 0,2 4 0,-5-3 0,-11 7 0,5-13 0,-8 7 0,0-8 0,-2 0 0,-4 0 0,5 2 0,-5 4 0,2 3 0,-2 8 0,4-5 0,-3-1 0,3 1 0,2 5 0,0-5 0,0-1 0,0-7 0,7 3 0,5-7 0,-3-1 0,3-5 0,-6-4 0,5-7 0,-7 0 0,2 0 0,-4-1 0,-2 1 0,0 0 0,0 0 0,0 0 0,-8 7 0,-4 4 0,-3 5 0,-2 1 0,5 7 0,1 5 0,7 3 0,-2 2 0,-3 0 0,-1 0 0</inkml:trace>
  <inkml:trace contextRef="#ctx0" brushRef="#br0" timeOffset="30">20685 4677 8912,'0'-18'0,"0"-1"0,0-2 0,0-2 0,0 0 0,0 6 0,-2 8 0,-4 3 0,4-4 0,-7 10 0,5 2 0,-2 14 0,2 10 0,2 12 0,2 3 0,0 4 0,0-4 0,0-1 0,0-6 0,6 0 0,0 1 0,0-3 0,1-3 0,-3 2 0,8-9 0,-7-1 0,7-9 0,-1 3 0,6-13 0,1 4 0,-1-12 0,0-5 0,2-10 0,0-4 0,0-2 0,-3-3 0,-3-1 0,4 2 0,-5-1 0,-1 7 0,-7 6 0,2 5 0,-4-1 0,-2 5 0,0 1 0,0 8 0,0 5 0,0 6 0,0 3 0,0 2 0,0 0 0,0 0 0,0 1 0,0-1 0,0-6 0,2-1 0,3-2 0,5 3 0,7-5 0,-5-1 0,-1-5 0,1 0 0,5 0 0,0-5 0,0-1 0,-1-7 0,-5 1 0,2-3 0,-7-2 0,6 5 0,-5 3 0,1-1 0,0 1 0,-3 5 0,-3-4 0,4 8 0,-4 0 0,11 2 0,-7 4 0,2 1 0,-3 5 0,-1 3 0,6-3 0,-1 3 0,1 2 0,1-5 0,7-1 0,-1-5 0,0 3 0,0-1 0,0-2 0,1 1 0,-1 3 0</inkml:trace>
  <inkml:trace contextRef="#ctx0" brushRef="#br0" timeOffset="31">21408 4573 8912,'9'18'0,"-3"-1"0,-4 0 0,-2 0 0,0 8 0,0 6 0,0 5 0,0 4 0,0 2 0,0-2 0,0-4 0,0 5 0,0-5 0,0-4 0,0-1 0,0-2 0,-2-10 0,-4-2 0,4 0 0,-5-17 0,7 0 0,0-4 0,0-11 0,0-4 0,0 0 0,0 0 0,0 1 0,0-5 0,0 1 0,0-7 0,0 6 0,0 0 0,0 6 0,0 0 0,0-1 0,2 3 0,3 4 0,-1-3 0,6 7 0,-1-1 0,1 0 0,7 3 0,6 5 0,0 0 0,-6 0 0,6 0 0,0 0 0,0 0 0,-6 0 0,0 0 0,1 0 0,-1 5 0,0 1 0,-6 8 0,-1-3 0,-2 4 0,-3 2 0,-5 1 0,0-1 0,0 0 0,0 0 0,0 0 0,0 1 0,0-1 0,0 0 0,-7 0 0,-3-7 0,-7-5 0,0-3 0,0-2 0</inkml:trace>
  <inkml:trace contextRef="#ctx0" brushRef="#br0" timeOffset="32">21597 4797 8912,'0'-25'0,"0"6"0,0-4 0,2-2 0,4 2 0,-5 0 0,5 6 0,-4 6 0,-2-1 0,8 8 0,3-1 0,5 3 0,6 4 0,1 3 0,6 3 0,-6 4 0,15 3 0,-1-6 0</inkml:trace>
  <inkml:trace contextRef="#ctx0" brushRef="#br0" timeOffset="33">22044 4797 8912,'-7'9'0,"-3"7"0,-7-14 0,0 3 0,5 3 0,1 0 0,-3 1 0,-1 3 0,6 5 0,1 0 0,10-2 0,4-3 0,3-5 0,8-7 0,0 0 0,1 0 0,-1 0 0,0 0 0,0-1 0,1-5 0,-9 2 0,-3-7 0,-4 5 0,-2-6 0,0 1 0,0-6 0,-8-1 0,-1 1 0,-9 8 0,7-5 0,-1 9 0,9-3 0,-3 2 0,10 2 0,3-5 0,3 1 0,3 4 0,1 1 0,-3-3 0,4 4 0,-3-4 0,11 4 0,-2 4 0,8 4 0,-8-2 0,1 7 0,-2 1 0,-3 5 0,-6-6 0,1 1 0,-3-1 0,5 6 0,-5 1 0,-1-1 0,-2-6 0,-6 1 0,0-6 0,0 5 0,0-7 0,0 3 0,0-14 0,0-5 0,0-5 0,0-6 0,0 2 0,0-7 0,5 7 0,3-4 0,2 2 0,3 0 0,2 2 0,2 9 0,1 7 0,-1 3 0,6 2 0,0 0 0,0 7 0,-6 7 0,0 5 0,0 4 0,1 5 0,-1-5 0,2 6 0,4-6 0,-2 0 0,8-6 0,-1-7 0,7 5 0,-1-6 0</inkml:trace>
  <inkml:trace contextRef="#ctx0" brushRef="#br0" timeOffset="34">28825 2802 8912,'15'-1'0,"-4"-5"0,-5-6 0,-4-3 0,-2-2 0,0 5 0,0 1 0,0-2 0,0-3 0,0-1 0,0 6 0,0-1 0,0 8 0,0-1 0,0 10 0,2 7 0,4 11 0,5 7 0,4 9 0,3 12 0,-1 12 0,6 10 0,0 1 0,5 14 0,-5-2 0,-8-37 0,-1 0 0,9 44 0,-4-3 0,-6-10 0,1-15 0,-8-8 0,-1-11 0,-5-6 0,0-11 0,0-6 0,0-4 0,-7-9 0,-5-5 0,-3-7 0,-2-9 0,-6-10 0,0-19 0,-8-4 0,4-8 0</inkml:trace>
  <inkml:trace contextRef="#ctx0" brushRef="#br0" timeOffset="35">28928 2785 8912,'-27'-17'0,"4"0"0,4 0 0,2 0 0,0-1 0,-1 7 0,1 3 0,0 6 0,5 6 0,1 13 0,-1 8 0,-5 4 0,6 3 0,-1 3 0,1-1 0,1 0 0,-3 1 0,7-1 0,0-1 0,6-5 0,0-3 0,0-15 0,8-18 0,2-11 0</inkml:trace>
  <inkml:trace contextRef="#ctx0" brushRef="#br0" timeOffset="36">28893 2699 8912,'12'0'0,"-1"0"0,1 2 0,5 4 0,2 5 0,4 12 0,4-2 0,7 8 0,1 0 0,-1 5 0,8-1 0,6-3 0,5-3 0,5-2 0,-1-2 0,-13-14 0,-2-1 0</inkml:trace>
  <inkml:trace contextRef="#ctx0" brushRef="#br0" timeOffset="37">27964 4350 8912,'-2'-15'0,"-2"1"0,-1 3 0,1-3 0,2 7 0,2 3 0,0 13 0,0 9 0,2 5 0,4 1 0,3 9 0,1 5 0,-1 4 0,-3-2 0,-4 2 0,6 6 0,-3-4 0,1-2 0,0 2 0,-6-10 0,0 3 0,0-14 0,-2-2 0,-4-10 0,-3-3 0,-9-8 0</inkml:trace>
  <inkml:trace contextRef="#ctx0" brushRef="#br0" timeOffset="38">27861 4315 8912,'-8'10'0,"6"-2"0,-3-14 0,10 0 0,7-7 0,11 1 0,3-1 0,9 2 0,-1 3 0,1 0 0,5 6 0,0-3 0,2 10 0,-2 7 0,-5 5 0,-1 6 0,-3 9 0,-14 10 0,-8 2 0,-5 4 0,-13 8 0,-9 1 0,-6 6 0,-11-6 0,1-1 0,-1-11 0,3-3 0,3-7 0,-1-8 0,7-4 0,0-6 0,7-8 0,5-9 0,3-7 0,8-18 0,0-2 0</inkml:trace>
  <inkml:trace contextRef="#ctx0" brushRef="#br0" timeOffset="39">28446 4539 8912,'0'10'0,"-2"-3"0,-4-7 0,4 2 0,-3 4 0,3-2 0,2 7 0,0-5 0,0 5 0,0 3 0,0 1 0,2 2 0,3 0 0,5 1 0,7-1 0,0 0 0,1 0 0,-1-5 0,0-1 0,0-7 0,0 2 0,1-4 0,-1-2 0,6-8 0,0-4 0,0-11 0,-6-5 0,0-3 0,0 3 0,-7-5 0,-4 4 0,1-3 0,-1 0 0,-2 1 0,-2 2 0,-2 8 0,0 4 0,7 9 0,-5 18 0,4 7 0,2 2 0,-3 10 0,1 2 0,2 1 0,-1 2 0,5 1 0,1-7 0,-7 1 0,2-6 0,-3 6 0,-3-8 0,4 2 0,-4-4 0,-4-2 0,-4 0 0,-5 0 0,-4-1 0,-3-5 0,-5-3 0,0-8 0,-1 0 0,1 0 0,4-16 0,-6-3 0</inkml:trace>
  <inkml:trace contextRef="#ctx0" brushRef="#br0" timeOffset="40">28498 4298 8912,'-12'-11'0,"1"-1"0,7 7 0,-2-7 0,4 8 0,2-3 0,2 7 0,4 0 0,9 0 0,10 0 0,2 0 0,3 0 0,3 0 0,1 0 0,1 0 0,-1 0 0</inkml:trace>
  <inkml:trace contextRef="#ctx0" brushRef="#br0" timeOffset="41">29220 4092 8912,'0'-17'0,"0"0"0,0-1 0,0 1 0,0 8 0,6 14 0,0 13 0,1 12 0,-3 3 0,4 7 0,1 4 0,-3 2 0,6 5 0,-7-5 0,7 0 0,-6 0 0,5 5 0,-7 1 0,2-1 0,-4-7 0,-2-2 0,0-7 0</inkml:trace>
  <inkml:trace contextRef="#ctx0" brushRef="#br0" timeOffset="42">29151 4436 8912,'10'0'0,"3"-2"0,-7-4 0,8 4 0,-3-3 0,4 3 0,3 2 0,6-6 0,5-2 0,4-1 0,1-5 0,2-1 0,4-2 0,-3 0 0,3-1 0,-4-4 0,-1-1 0,-9 0 0,-3 6 0,-5-1 0,-7 1 0,-5 6 0,-12 1 0,-5 2 0,-10 5 0,-2 8 0,0 5 0,5 7 0,-3 2 0,4 4 0,-4-2 0,10 8 0,-3-8 0,3 2 0,1 2 0,7-2 0,-3-2 0,2-2 0,2-2 0,10-2 0,3-3 0,4-5 0,3-7 0,1-7 0,4-5 0,4-5 0,-1-6 0,7-4 0,-5-7 0,-3 5 0,-2 1 0,-4 7 0,-1-2 0,-1 4 0,0 1 0,-7 7 0,-5-1 0,-3 9 0,-2-5 0,2 14 0,4-1 0,-4 3 0,4-2 0,1-2 0,-1 7 0,2-7 0,-3 2 0,-3-4 0,13-2 0,-5 0 0,0 0 0,-1 0 0,-3 0 0,-4 0 0,7 0 0,-3 0 0,-2-6 0,5-2 0,1 1 0,0-1 0,1-6 0,6 5 0,1-6 0,-1 3 0,-6 3 0,1 3 0,-1 4 0,6-8 0,1 7 0,-1-3 0,0 0 0,0 6 0,-2 8 0,-3 3 0,1-1 0,-7 1 0,6 1 0,-7 5 0,1-6 0,-6 1 0,6-1 0,-1 7 0,-1-1 0,-2-8 0,-2 7 0,0-7 0</inkml:trace>
  <inkml:trace contextRef="#ctx0" brushRef="#br0" timeOffset="43">30339 3748 8912,'0'12'0,"0"-1"0,0-5 0,0 5 0,-8-5 0,-3 5 0,-5 3 0,-1 9 0,0 5 0,0 5 0,5 7 0,1 0 0,7 8 0,-2-2 0,4 1 0,2-1 0,2-6 0,4-11 0,4-4 0,9-8 0,2-2 0,2-3 0,5-5 0,-5-7 0,6-9 0,-6-8 0,8-2 0,-3-10 0,5-2 0,1-9 0,1 2 0,-1-8 0,0 6 0,-1-4 0,-4 0 0,-6 0 0,-12 6 0,-5-2 0,-4 6 0,-2 5 0,-2 6 0,-4 12 0,-9 7 0,-8 15 0,-6 8 0,6 16 0,-6 7 0,7 4 0,1 3 0,1 3 0,3-1 0,0 1 0,7-2 0,5-5 0,12-4 0,11-13 0,6-5 0,11-11 0,5-5 0,0-7 0,8-2 0,-4-3 0,0-7 0,6-11 0,-6-3 0</inkml:trace>
  <inkml:trace contextRef="#ctx0" brushRef="#br0" timeOffset="44">31406 3542 8912,'7'9'0,"-3"1"0,8-6 0,1 1 0,2-1 0,3-9 0,-3-5 0,-2-7 0,-3 0 0,-2-1 0,3-6 0,-5-3 0,-1-2 0,3 1 0,-6-1 0,4-6 0,-4 1 0,-2 0 0,0-1 0,0 1 0,0 5 0,0 1 0,0 7 0,0-2 0,0 11 0,0 16 0,0 19 0,0 11 0,0 18 0,5 7 0,1 2 0,-2 2 0,-2 0 0,4-5 0,-1 5 0,7-8 0,-6 2 0,-1-5 0,-5-6 0,6 4 0,0-8 0,-2-2 0,-2-6 0,-4-11 0,-4 0 0,2-12 0,-7-5 0,-1-4 0,-5-17 0,0-4 0</inkml:trace>
  <inkml:trace contextRef="#ctx0" brushRef="#br0" timeOffset="45">31440 3679 8912,'-17'-7'0,"7"3"0,5-8 0,3 7 0,2-7 0,7 6 0,5-5 0,9 5 0,2-5 0,13 5 0,-1-5 0,3-1 0,4 3 0,-4-7 0,8 5 0,-6-2 0,6 1 0,-8-3 0,3 3 0,-11-1 0,-1 1 0,-10-3 0,-2 4 0,-7 3 0,-12 2 0,-4 12 0,-3 4 0,-9 7 0,1 8 0,0 3 0,0 3 0,-1-2 0,7 1 0,0-7 0,7 6 0,-2-6 0,4-2 0,2-2 0,2-10 0,4-3 0,3-4 0,8-2 0,6-2 0,0-4 0,8-11 0,-2-12 0,1-3 0,-1-2 0,-6 1 0,-10 3 0,-3 1 0,-3-2 0,-8 6 0,-11 3 0,-13 4 0,-9 7 0,-3 3 0,-8 8 0,-1 8 0,-6 1 0</inkml:trace>
  <inkml:trace contextRef="#ctx0" brushRef="#br0" timeOffset="46">30976 4522 8912,'-8'-10'0,"6"3"0,-11 9 0,7 3 0,0 7 0,6 11 0,0 7 0,0 8 0,6 3 0,0 8 0,-1 5 0,3-1 0,-4-1 0,5-4 0,1-5 0,0-1 0,-7-3 0,3-11 0,-4-5 0,-10-11 0,-1-5 0</inkml:trace>
  <inkml:trace contextRef="#ctx0" brushRef="#br0" timeOffset="47">30855 4780 8912,'2'-16'0,"4"5"0,3-2 0,10 5 0,4-2 0,6-3 0,9-2 0,3-2 0,6 3 0,-1-1 0,2-4 0,-2 0 0,-4-2 0,-8-2 0,-7 2 0,-6-6 0,-7 2 0,-9 4 0,-3 2 0,-2 2 0,0 7 0,-7 3 0,-5 7 0,-3 0 0,-1 7 0,5 5 0,-2 3 0,5 4 0,0 4 0,1 6 0,1 9 0,6 2 0,-2 2 0,-4-2 0,4-4 0,-3 5 0,3-5 0,2-2 0,0 1 0,0-1 0,0 0 0,0-7 0,0-4 0,0-11 0,7-12 0,5-12 0,3-11 0,2-5 0,1-5 0,-1-1 0,0-1 0,0 1 0,0 5 0,-1 2 0,-3 5 0,-1 6 0,-7 1 0,7 9 0,-8 1 0,5 6 0,-3 5 0,-4-2 0,4 7 0,-3 3 0,3 1 0,-2-3 0,7-1 0,-5-7 0,6 2 0,-7-4 0,7-2 0,-1 0 0,6-6 0,1 0 0,-7-7 0,1 1 0,-7-5 0,5-4 0,-2-2 0,5 0 0,-13 14 0,0 3 0,-2 14 0,-9 9 0,-7 8 0,-5 9 0,0 0 0,6 1 0,2-1 0,4 0 0,3-1 0,8-4 0,2-5 0,5-8 0,11-5 0,8-5 0,9-8 0,5-9 0,-2-5 0,8-18 0,0 3 0,6-18 0,-1 5 0</inkml:trace>
  <inkml:trace contextRef="#ctx0" brushRef="#br0" timeOffset="48">32180 4247 8912,'-25'9'0,"-3"-3"0,-7-2 0,-5 2 0,2-3 0,-8 9 0,6-3 0,-6 3 0,10 3 0,1-3 0,10 3 0,6 2 0,10 0 0,3 0 0,6 1 0,6-1 0,9 0 0,10 2 0,2 2 0,3 2 0,3 0 0,1-6 0,2 2 0,5 4 0,-7-4 0,2 4 0,-5-4 0,0-1 0,-7 4 0,-1 1 0,-4 0 0,-1-5 0,-9-1 0,-3 0 0,-4 0 0,-2 0 0,-14 0 0,-3 1 0,-11-7 0,-1 1 0,2-3 0,-2 3 0,-1-7 0,-3-3 0,5-2 0,-1 0 0,8-7 0,-12-11 0,7-8 0</inkml:trace>
  <inkml:trace contextRef="#ctx0" brushRef="#br0" timeOffset="49">32283 4350 8912,'-17'0'0,"6"0"0,-1 0 0,1 0 0,-6 0 0,7 2 0,4 4 0,4 3 0,2 8 0,0 0 0,0 3 0,2 1 0,4 1 0,4 1 0,7-5 0,0-1 0,0 0 0,6-2 0,0-3 0,0-3 0,-6-3 0,6-4 0,0 4 0,-2-6 0,-2-6 0,-1 2 0,-1-7 0,-2-7 0,-3-4 0,1-3 0,-7 2 0,-1 4 0,-3-4 0,2 4 0,2 1 0,0 1 0,-6 8 0,0 1 0,-6 10 0,0 4 0,0 3 0,6 8 0,0 1 0,0-1 0,0 0 0,2-6 0,4-1 0,6-2 0,3-4 0,2-3 0,0-1 0,0-5 0,1-1 0,5-7 0,0 1 0,-1-3 0,-4-2 0,-1-2 0,0-4 0,-2 4 0,-3-4 0,1 9 0,-7 3 0,2 5 0,-3-5 0,-3 7 0,6-4 0,-8 10 0,0 4 0,0 5 0,0 4 0,0 3 0,0-1 0,-6 0 0,0 0 0,1-5 0,5-1 0,0-5 0,0 5 0,0-7 0,0 4 0,0-8 0,5-8 0,3-3 0,2-6 0,3-4 0,2-2 0,8-2 0,0 2 0,2 4 0,-2-4 0,2 9 0,4 3 0,1 7 0,-7-2 0,8 5 0,-3 1 0,-1 1 0,2 5 0,-8 4 0,2 7 0,2 0 0,0 0 0,-1-1 0,1-5 0,6 2 0,-2-7 0,3 0 0,2-6 0</inkml:trace>
  <inkml:trace contextRef="#ctx0" brushRef="#br0" timeOffset="50">14146 7960 8912,'17'0'0,"0"0"0,0-1 0,0-3 0,-1-4 0,-5-1 0,-1 5 0,-6-4 0,1 0 0,-1-3 0,0-4 0,2-3 0,-4 9 0,5-6 0,-7 13 0,-2-6 0,-3 8 0,1 2 0,-6 4 0,1 5 0,-1 4 0,-1 3 0,-7-1 0,1 6 0,0 0 0,-2 7 0,-4-1 0,4 3 0,-4 3 0,-2 1 0,2 4 0,-2-4 0,2 5 0,4-5 0,-4-2 0,4-1 0,2-3 0,2-3 0,3-2 0,4-10 0,8-7 0,8-16 0,2-1 0</inkml:trace>
  <inkml:trace contextRef="#ctx0" brushRef="#br0" timeOffset="51">14146 8081 8912,'9'-8'0,"6"-1"0,-5-3 0,7 1 0,-5 7 0,-1-2 0,1 4 0,5 2 0,2 0 0,4 0 0,2 2 0,3 4 0,5 3 0,-4 9 0,3 6 0,2 5 0,-1 4 0,-4 1 0,-6 0 0,-4 1 0,-10 5 0,-3 0 0,-4-8 0,-17 1 0,-4-6 0</inkml:trace>
  <inkml:trace contextRef="#ctx0" brushRef="#br0" timeOffset="52">14335 8270 8912,'-19'0'0,"-2"0"0,-2-2 0,2-4 0,7 4 0,3-3 0,-1 3 0,3 4 0,3 3 0,4 5 0,2 7 0,0 8 0,0 4 0,8 3 0,3 2 0,-1 7 0,1 1 0,1 2 0,-3 3 0,5 11 0,-9 5 0,1 13-322,-6 10 0,0 4 322,0-39 0,0 1 0,0-2 0,-2 1 0,0 6 0,-1 1 0,-1 2 0,0 2-235,-1 4 1,-2 0-1,0-1 1,1 0 234,3 1 0,0 0 0,-1-3 0,1 0 0,1 2 0,0 2 0,-1-2 0,0 1 0,1 0 0,0-2 0,1-2 0,0-1 0,1-4 0,0 0 0,0-3 0,0-1-129,0 2 0,0-1 0,0-2 1,0-1 128,0 47 0,0-48 0,0 1 0,0 46 0,0-46 0,0 1 0,0 3 0,0-1 0,0-3 0,0 0 0,0 2 0,0 1 0,0 1 0,0 0 0,0 3 0,0 1 0,0 0 0,0 2 0,1 8 0,-2 0 0,-1-9 0,-1 0 0,0 4 0,0 0 0,1-2 0,0 0 0,1 0 0,0 0 0,1 2 0,0-1 0,0-2 0,0-2 0,3-9 0,0-1 0,3 43 0,-1-14 0,-5 2 0,0 1 0,0 5 0,0-8-76,0-3 1,0-7 75,0-5 0,-2-3 0,-1-11 0,-3-5 268,2-9 0,2-9-268,2-9 0,-2-1 924,-3-5-924,3-3 598,-6-8-598,8 0 95,0 0 0,-8 2-95,-3 4 0,3-5 0,-15 15 0,4-7 0</inkml:trace>
  <inkml:trace contextRef="#ctx0" brushRef="#br0" timeOffset="53">13767 13583 8912,'-8'9'0,"4"1"0,-7-5 0,7 5 0,0 7 0,6 0 0,4 1 0,5 6 0,-5 5 0,8 5 0,-3 7 0,4 8 0,4 10 0,3 1 0,0-1 0,7-2 0,-6-5 0,6 3 0,-6-3 0,0-10 0,2-10 0,-4-7 0,7-8 0,1-7 0,5-4 0,-5-6 0,0-6 0,-1-9 0,7-8 0,5-14 0,0 3 0,2-12 0,-4-2 0,3-5 0,-3-4 0,-4-7 0,-5 7 0,-4 0 0,-8 5 0,0 3 0,-2 3 0,-3 8 0,-6 7 0,-4 14 0,-4 9 0,-4 8 0,-6 0 0,5 2 0,1 4 0,2-4 0,-1 3 0,3-3 0,-6 6 0,16-6 0,3 4 0,10-6 0,2-6 0,0-4 0,2-14 0,2-3 0</inkml:trace>
  <inkml:trace contextRef="#ctx0" brushRef="#br0" timeOffset="54">20995 774 8912,'0'-12'0,"0"1"0,0-3 0,0-1 0,1 0 0,3 1 0,2 3 0,0 5 0,-6-5 0,0 7 0,0 4 0,0 11 0,0 5 0,0 1 0,0 0 0,0 0 0,0 0 0,0 3 0,0 3 0,0 3 0,0 9 0,0 7 0,0 4 0,0 5 0,0 6 0,-6 5 0,-2 6 0,1 3 0,-1 4 0,-3-3 0,5 8 0,-6-1-258,7 1 1,-3 6 257,2 0 0,4-8 0,-3 2 0,3-9 0,2-8 0,0-6 0,0-3 0,0-10 0,0-4 0,0-9 0,0-3 0,2-7 0,3 2 0,-3-4 0,4-2 0,-4 1 0,-2-1 0,0 0 0,0 0 0,2 2 257,4 4 1,-4-4-258,3 4 0,-3 2 0,-2-2 0,0 0 0,0 2 0,2-6 0,4 4 0,-4-4 0,3-2 0,-3 0 0,-2 0 0,0-5 0,2-3 0,4-1 0,-4 6 0,13-13 0,-13 7 0,8-8 0,-6 2 0,1 4 0,9-4 0,-5 5 0,8-7 0,1 0 0,-1 0 0,6 2 0,0 4 0,7-4 0,-1 4 0,5-5 0,7-1 0,-3 0 0,8 0 0,-6 2 0,6 4 0,-6-4 0,6 4 0,2-4 0,9-2 0,-2 0 0,8 0 0,3 0 0,0 0 0,3-6 0,0 0 0,-2-7 0,-4 1 0,-4 3 0,-7-3 0,5 9 0,1-3 0,-3 4 0,-9 2 0,4-6 0,-4 0 0,5 1 0,5 5 0,1 0 0,-1 0 0,-9-2 0,-1-4 0,4 4 0,2-4 0,5 3 0,-5-3 0,1 2 0,10-7 0,0 7 0,6-2 0,-6-2 0,0 3 0,-7-7 0,3 5 0,-2-1 0,1 0 0,1 1 0,-2 1 0,5 4 0,6-4 0,-1-1 0,-4 1 0,3 0 0,-9 6 0,-6 0 0,-5 0 0,0-2 0,6-4 0,0 5 0,1-5 0,4 2 0,7-2 0,8 4 0,3-3 0,-1-3 0,-5 2 0,-2-1 0,-4 1 0,2 4 0,-7-4 0,-1 4 0,-5 2 0,-7 0 0,1 0 0,6-5 0,5-1 0,-1 2 0,-3 2 0,1 2 0,3 0 0,2-6 0,5 1 0,-3-3 0,-4 2 0,2 3 0,4-9 0,4 6 0,-3-5 0,-5 7 0,-2-2 0,-3-1 0,-3 1 0,-3 2 0,-8 2 0,0 4 0,-11 4 0,4-2 0,1 7 0,0-7 0,1 2 0,1 1 0,4-1 0,4 6 0,8-7 0,5 1 0,1-6 0,1 0 0,-4 0 0,3 0 0,-3 0 0,-1 0 0,-3 0 0,-7 0 0,-3 0 0,-5 0 0,-2 0 0,1 0 0,-1 0 0,1 0 0,-1 0 0,0 0 0,1 0 0,5-2 0,2-2 0,0-1 0,0 1 0,4 2 0,-6 2 0,8-6 0,-2 0 0,-4 1 0,-2 5 0,-2 0 0,2 0 0,-3 0 0,3 0 0,-4 0 0,-1 0 0,-1 0 0,1 0 0,-1 0 0,0 0 0,1 0 0,-1 0 0,6 0 0,0 0 0,3 0 0,-3 0 0,-4 0 0,4 0 0,6 0 0,6 0 0,-4 0 0,9 0 0,-7 0 0,7 0 0,-4 0 0,-1 0 0,-6 0 0,0 0 0,-6-2 0,6-4 0,-6 4 0,6-4 0,-6 4 0,6 2 0,-6 0 0,6 0 0,0-5 0,6-1 0,-3 0 0,-3 6 0,-4 0 0,0 0 0,-5-6 0,3 1 0,-12-1 0,-5 6 0,2 0 0,-2 0 0,0-6 0,-6 1 0,1-1 0,-1 6 0,-2-2 0,-2-2 0,-1-2 0,1 3 0,3-1 0,1-2 0,-6 2 0,1-7 0,1-3 0,1 5 0,-3-3 0,4 1 0,-3-6 0,3-1 0,2 1 0,-1 0 0,-5 0 0,10-6 0,-4 0 0,6-9 0,0-3 0,-4 1 0,6-8 0,-2-2 0,0-8 0,8-7 0,-3-10 0,5-7-236,1-4 1,-7-3 235,-4 3 0,-4-2 0,-2 8 0,-1 1 0,-5 10 0,-5 4 0,-12 7 0,-5 1 0,-5-1 0,-3 8 0,-4 4 0,4 4 0,-4 3 0,4 3 0,2 1 0,0 8 0,-1-2 0,7 4 0,-1 2 0,7 1 235,-7 5 1,7-2-236,-7 7 0,8-8 0,-11 5 0,5-6 0,-7 3 0,-2-1 0,-4 5 0,-7-1 0,-9-5 0,-5-1 0,-7-2 0,-7 1 0,1 5 0,0-4 0,5 3 0,0-3 0,1-2 0,-3 5 0,-3 1 0,-2-1 0,-5-5 0,3 2 0,6 2 0,-3 3 0,3 2 0,-4-3 0,1 5 0,-9-5 0,-1 5 0,-9-5 0,-9 5 0,-6-6 0,1 5 0,1-1 0,2 0 0,4 1-212,3 1 0,-7 4 212,8-4 0,5 4 0,12 2 0,8-1 0,-2-5 0,-1 4 0,5-4 0,3 2 0,0-1 0,0 3 0,-1-4 0,-8 2 0,-5-2 0,-10 5 0,-6-5 0,-6 4-270,-6 2 1,0 0 269,0 0 0,8 0 0,17 0 0,4 0 200,6 0 0,3 0-200,3 0 0,-1 0 0,0 0 0,-1-6 0,-5 0 0,5 1 0,-5 5 0,5-2 0,1-4 0,-5 4 0,0-4 0,-14 5 0,2 1 0,-11-6-230,-1 0 1,-5 0 229,-5 6 0,5 0 0,-1 0 0,5-2 0,12-1 0,5-3 268,3 2 0,7 2-268,9 2 0,10 0 0,7 0 0,0 0 0,3 0 0,-7 0 0,4 0 0,-3 0 0,-3 0 0,-1-6 0,-4 1 0,-12-1 0,-11 6 0,-11 0 0,-7 0 0,3 0 0,0 0 0,3 0 243,8 0 0,12 0-243,9 0 0,4 0 0,-6 0 0,-2 0 0,2 0 0,-1 0 0,-9 0 0,-3 0 0,-8 0 0,6 6 0,0-1 0,6 1 0,-6-6 0,-1 6 0,-4 0 0,-1 5 0,0-5 0,-2 0 0,-3 1 0,9-5 0,-4 4 0,13-4 0,5-2 0,9 0 0,5 0 0,11 0 0,3 0 0,3 0 0,3 0 0,0 0 0,0 0 0,0 0 0,-1 0 0,-4 0 0,-3 0 0,-2 0 0,-4 0 0,-3 0 0,-6 0 0,1 5 0,-6 1 0,1 2 0,-2-2 0,-4-5 0,4 5 0,4-2 0,2 2 0,2-4 0,-1 3 0,-3-3 0,-2-2 0,-7 6 0,-7 0 0,-7 1 0,2-1 0,-6-2 0,-3 5 0,-1 1 0,6 0 0,6-5 0,9 7 0,1-6 0,-1 5 0,10-1 0,6 1 0,7-3 0,4-1 0,-3-5 0,5 4 0,5-4 0,7-2 0,5 0 0,-5 0 0,7 0 0,-4 0 0,6 0 0,-3 0 0,3 0 0,-14 6 0,5-1 0,-3 3 0,3-2 0,-4-4 0,3 3 0,-3 3 0,-2-2 0,0 5 0,-1-3 0,1 1 0,0-5 0,0 11 0,7-13 0,2 6 0,8-8 0,0 0 0,8 0 0,-6 8 0,13-6 0,-13 13 0,14-6 0,-7 7 0,6-3 0,-1-2 0,-3 3 0,-1 1 0,1 2 0,5 1 0,-7 1 0,3 2 0,-1 2 0,-1 7 0,1-1 0,4 3 0,-3 3 0,-3 7 0,3 4 0,-2 3 0,1 3 0,6 5 0,0 0-458,8 8 1,17-19 0,2 4 0</inkml:trace>
  <inkml:trace contextRef="#ctx0" brushRef="#br0" timeOffset="55">3631 15216 8912,'-17'0'0,"0"0"0,-1 0 0,1-2 0,0-2 0,0-3 0,0-3 0,-1-1 0,1-7 0,8 7 0,5-1 0,8-1 0,5 4 0,8-1 0,2 0 0,4 1 0,4-3 0,8-3 0,-1 2 0,0 1 0,1 8 0,-3-1 0,-1 3 0,-2 2 0,-6 0 0,5 0 0,-7 7 0,2 5 0,-6 9 0,-5 2 0,1 9 0,-7 1 0,-2 5 0,-2 0 0,-4 4 0,-4-2 0,-9 2 0,-8-1 0,-2-5 0,2 4 0,2-6 0,-8-5 0,8 3 0,-2-3 0,0-4 0,4-4 0,4-6 0,0-3 0,7-8 0,8-6 0,12-16 0,11-14 0,3-12 0</inkml:trace>
  <inkml:trace contextRef="#ctx0" brushRef="#br0" timeOffset="56">4337 15010 8912,'-18'0'0,"-1"0"0,-2 0 0,-2 0 0,0 0 0,6 0 0,-6 0 0,0 0 0,2 2 0,2 3 0,8-1 0,-1 8 0,3 5 0,-3 6 0,-3 7 0,3-1 0,3 11 0,-3 6 0,3-2 0,-3 2 0,7-1 0,3-1 0,4 0 0,3-4 0,7-11 0,11 0 0,5-10 0,13-8 0,-3-3 0,8-8 0,-2-8 0,2-3 0,3-12 0,-5-4 0</inkml:trace>
  <inkml:trace contextRef="#ctx0" brushRef="#br0" timeOffset="57">5042 15216 8912,'-17'0'0,"0"0"0,0 0 0,5 0 0,1 0 0,37 0 0,-3-8 0,37-3 0,-1-4 0,4-3 0,4 1 0,2 0 0,0 0 0,-1 0 0,-1 1 0,-4 5 0,-5-3 0,-12 9 0,-8-3 0,-15 2 0,0 4 0,-23-5 0,0 7 0,-10 0 0,3 0 0,-9 0 0,14 0 0,-5 7 0,7-5 0,0 6 0,0-8 0</inkml:trace>
  <inkml:trace contextRef="#ctx0" brushRef="#br0" timeOffset="58">6849 14803 8912,'-17'0'0,"0"0"0,-1 0 0,1 2 0,0 4 0,7 11 0,5 14 0,3 9 0,2 11 0,2 9 0,2 10 0,1 3 0,-1 1 0,4 7 0,-1-5 0,3-1 0,3-5 0,-3-7 0,1-19 0,3-9 0,1-11 0,-3-6 0,-1-7 0,-5-3 0,3-10 0,-1-4 0,-2-5 0,-6-12 0,-8-12 0,-9-9 0,-10-7 0</inkml:trace>
  <inkml:trace contextRef="#ctx0" brushRef="#br0" timeOffset="59">6694 15061 8912,'0'-17'0,"0"-6"0,0 0 0,0 0 0,0 6 0,6 0 0,0 0 0,15-2 0,2-4 0,9-2 0,8-4 0,6-1 0,12 7 0,-11 0 0,3 7 0,-8 5 0,-9 5 0,-7 4 0,-16 18 0,-4 7 0,-14 7 0,-9 4 0,-8 9 0,-9 2 0,-7-1 0,-1 2 0,0 0 0,0-2 0,4 4 0,9-8 0,-1 6 0,7-6 0,0 0 0,6-6 0,7 1 0,4-1 0,20-5 0,9-1 0,15-7 0,10 0 0,9-7 0,12-9 0,2-3 0,9-2 0,-7 0-105,1 0 1,-5 2 104,-6 4 0,-9-2 0,-8 7 0,-16 3 0,-1 9 0,-16-4 0,-5 6 0,-8-8 0</inkml:trace>
  <inkml:trace contextRef="#ctx0" brushRef="#br0" timeOffset="60">3493 16557 8912,'-11'0'0,"1"-2"0,3-4 0,3-5 0,2-4 0,0-3 0,-2 1 0,-2 0 0,1 0 0,3 0 0,-2-1 0,-2 1 0,-7-8 0,3 6 0,-9-2 0,-2 8 0,-2 7 0,-2 4 0,2 2 0,2 2 0,-7 4 0,7 13 0,-2 15 0,4 3 0,1 9 0,3 3 0,4 7 0,1-1 0,4 8 0,4 0 0,-3 6 0,5-2 0,5-4 0,-3-6 0,4-11 0,2-4 0,-1-10 0,3-1 0,3-2 0,-5-8 0,0-4 0,-8-9 0,-8-16 0,-2-2 0</inkml:trace>
  <inkml:trace contextRef="#ctx0" brushRef="#br0" timeOffset="61">2943 17004 8912,'-12'0'0,"1"0"0,-1 0 0,3 0 0,1 0 0,29-8 0,8-3 0,15-10 0,2-2 0,5-8 0,7 1 0,5-6 0,4-5 0,1-1 0,1 2 0,-7 4 0,-3-6 0</inkml:trace>
  <inkml:trace contextRef="#ctx0" brushRef="#br0" timeOffset="62">3769 16454 8912,'-12'-6'0,"1"0"0,-3 3 0,-1 1 0,-2 2 0,-2 2 0,-4 3 0,4 12 0,-4 12 0,4 4 0,1 1 0,3 10 0,4 8 0,-3 7 0,9 10 0,-1-1 0,6 1 0,6-8 0,3-4 0,4-5 0,7-6 0,1-6 0,-4-11 0,0-10 0,0-8 0,0-7 0,1 2 0,-1-12 0,0-11 0,0-10 0</inkml:trace>
  <inkml:trace contextRef="#ctx0" brushRef="#br0" timeOffset="63">3838 16660 8912,'24'0'0,"5"0"0,-2 0 0,2 0 0,-3 0 0,3 0 0,2 8 0,-8 3 0,-2 5 0,-2 1 0,-4 2 0,-4 4 0,-3 2 0,-8 3 0,0 5 0,-2-5 0,-4 3 0,-5-2 0,-4-5 0,-3-6 0,1-1 0,6-8 0,-1-3 0,1-19 0,-6-6 0</inkml:trace>
  <inkml:trace contextRef="#ctx0" brushRef="#br0" timeOffset="64">4199 16574 8912,'-15'17'0,"3"1"0,-1 5 0,7-1 0,0 9 0,6-2 0,0 3 0,0 3 0,2-1 0,4 0 0,5-1 0,5-5 0,7-3 0,0-8 0,5 1 0,-5-1 0,6-8 0,-6-3 0,2-4 0,-4-2 0,2 0 0,0-8 0,-6-1 0</inkml:trace>
  <inkml:trace contextRef="#ctx0" brushRef="#br0" timeOffset="65">4405 16265 8912,'-9'0'0,"-6"0"0,13 0 0,-6 7 0,10 3 0,6 9 0,9 2 0,10 2 0,-1 9 0,3 3 0,0 7 0,5 9 0,1 9 0,-1 3 0,-7 4 0,-6 3 0,-8 3 0,-7 1 0,-4 1 0,-2-6 0,-8-8 0,-3-4 0,-10 0 0,-2-5 0,0-6 0,6-18 0,-1-7 0,1-7 0,0 1 0,0-5 0</inkml:trace>
  <inkml:trace contextRef="#ctx0" brushRef="#br0" timeOffset="66">5386 16970 8912,'2'11'0,"4"1"0,-2-9 0,7 3 0,3-4 0,9-2 0,7 0 0,8 0 0,12-2 0,7-4 0,-1-5 0,-3-4 0,-3-3 0,-2 3 0,-6 2 0,-6 1 0,-5 3 0,-14-3 0,0 7 0,-7 3 0,-4 2 0,-12 0 0,4-2 0,-4-4 0,-3 4 0,7-13 0,-13-2 0,5-10 0</inkml:trace>
  <inkml:trace contextRef="#ctx0" brushRef="#br0" timeOffset="67">7124 17107 8912,'-11'-7'0,"-1"-3"0,1-1 0,1-1 0,5-1 0,-3 3 0,2-1 0,2 7 0,10-2 0,4 12 0,7 5 0,0 5 0,0 1 0,6 6 0,0 0 0,0 7 0,-6-3 0,1 2 0,-1-1 0,0-1 0,0 2 0,0 3 0,1-3 0,-1-4 0,0-2 0,0 1 0,1-1 0,-9-5 0,-1-9 0,-3 1 0,1-1 0,0-5 0,-6 2 0,0-12 0,0-5 0,0-12 0,-2-4 0,-4-8 0,4-8 0,-3-9 0,-3-3 0,0-14 0,-1-8 0,-5-5 0,5-4 0,-3 0 0,3 2 0,-5 2 0,3 6 0,-2 5 0,3 8 0,-1 17 0,7 6 0,-2 11 0,2 4 0,-2 8 0,4 8 0,-5-1 0,7 4 0,7-3 0,5-8 0,11 0 0,-2-8 0,8-4 0,5 2 0,10-1 0,6-5 0,9-5 0,14 2 0,7-4 0,10 11-347,2 6 0,1 4 347,-1 2 0,0-1 0,-41 10 0,1-1 0,0 1 0,1-1 0,4 0 0,1 1 0,1 2 0,-1 0 0,-4 1 0,1-1 0,-2 0 0,1-1 0,-1-1 0,-1 0 0,43-3 0,-1-1 0,-2-3 0,0-6 0,1 0 0,-1-8 0,-17 6 0,-1-3 0,-7-1-123,-6 0 1,6 1 122,-4-3 0,-3 4 0,-3 8 0,-13 2 0,-9 3 0,-3-1 0,-9 7 0,-8 0 0,-7 6 676,-8 0-676,0 0 65,0-7 1,8-11 0,1-8 0</inkml:trace>
  <inkml:trace contextRef="#ctx0" brushRef="#br0" timeOffset="68">8054 16643 8912,'9'0'0,"-1"0"0,-6 0 0,4 0 0,-5 0 0,15 0 0,-12 0 0,7 0 0,-7 0 0,3 0 0,-5 0 0,4 0 0,-4 0 0,6-8 0,-8 6 0,0-13 0,0 11 0,-2-5 0,-4 1 0,-4 2 0,-9 6 0,-4 0 0,2 2 0,-7 4 0,-1 5 0,-5 12 0,-1 4 0,1 8 0,5 7 0,2 3 0,2 5 0,4 2 0,4-3 0,6-3 0,5 2 0,12-8 0,9-7 0,10-11 0,2-4 0,3-7 0,-3-3 0,2-8 0,-1 0 0,7-2 0,-3-2 0,-3-2 0,-2-13 0,-4 2 0,-4-4 0,4 4 0,-4 0 0,-4-1 0,-3 1 0,-5 0 0,-7 0 0,8 0 0,2-1 0</inkml:trace>
  <inkml:trace contextRef="#ctx0" brushRef="#br0" timeOffset="69">8690 16574 8912,'-17'-9'0,"0"-7"0,0 7 0,1-3 0,5 1 0,-4 7 0,5-4 0,1 18 0,3 7 0,6 10 0,6 5 0,-3 10 0,7 2 0,0 4 0,-1 4 0,-3-5 0,3 11 0,1-5 0,-1-1 0,-3-3 0,6-3 0,-8-4 0,1-7 0,5-1 0,-6-9 0,7-12 0,3-16 0,1-15 0,2-16 0</inkml:trace>
  <inkml:trace contextRef="#ctx0" brushRef="#br0" timeOffset="70">8570 16609 8912,'-17'0'0,"7"-8"0,3-2 0,7-7 0,7 0 0,5 0 0,11 0 0,5-1 0,5 1 0,1 0 0,-1 0 0,-3 0 0,-3 1 0,-2 5 0,-2 1 0,-6 5 0,0 3 0,-1 2 0,-5 11 0,-5 10 0,-12 4 0,-5 2 0,-5 3 0,-1 1 0,0-2 0,0 3 0,-1-3 0,1-3 0,0 3 0,0-6 0,0 6 0,5-8 0,1 2 0,7-4 0,-2-2 0,4 0 0,2 0 0,2-1 0,4-3 0,5-4 0,5-1 0,7 4 0,-1-7 0,3 1 0,-2-6 0,-4 6 0,4 0 0,2-1 0,-2-3 0,-2 2 0,-2 2 0,-7-1 0,-1-5 0,1 0 0,5 0 0,0 0 0,0 0 0,-7-7 0,-4-5 0,3-11 0,1-3 0</inkml:trace>
  <inkml:trace contextRef="#ctx0" brushRef="#br0" timeOffset="71">9052 16127 8912,'-17'0'0,"5"-6"0,3-1 0,-1-3 0,0-3 0,7 3 0,-3-1 0,4-3 0,4-1 0,4-2 0,9 0 0,8 0 0,5-1 0,-3 3 0,2 2 0,4 1 0,-5 8 0,3-1 0,-8 3 0,2 2 0,-6 7 0,-3 7 0,-5 7 0,-1 8 0,-4 3 0,-10 2 0,-4 7 0,-7-1 0,2 0 0,3-6 0,-3-5 0,4-1 0,1-5 0,-1 6 0,5-14 0,-6 2 0,9-3 0,-5-5 0,16-1 0,3-8 0,4 0 0,5 0 0,1 0 0,2 0 0,-1 0 0,-4 0 0,-1 0 0,0 0 0,-5 6 0,-1 0 0,-7 7 0,4-4 0,-8 9 0,-2-1 0,-4 0 0,-6 0 0,-3 0 0,-4 1 0,-4-1 0,4-2 0,-4-3 0,-2 3 0,2-4 0,0-1 0,6-1 0,0-1 0,0-2 0,7-6 0,2 0 0</inkml:trace>
  <inkml:trace contextRef="#ctx0" brushRef="#br0" timeOffset="72">9706 16746 8912,'-27'12'0,"4"-3"0,4-1 0,2 5 0,9-11 0,8 4 0,15-6 0,14-6 0,5 2 0,7-5 0,4-1 0,5 1 0,2 3 0,-1-6 0,-1 7 0,-4-7 0,-4 8 0,-8-1 0,1-3 0,-1 2 0,-7 1 0,-4 5 0,-11-8 0,-5 6 0,-7-6 0,-2 8 0,-3 0 0,1 0 0,-8 0 0,8 0 0,-19-7 0,4-3 0</inkml:trace>
  <inkml:trace contextRef="#ctx0" brushRef="#br0" timeOffset="73">10015 16437 8912,'-17'-2'0,"0"-4"0,7 4 0,-3-4 0,7 12 0,1 6 0,5 10 0,0 3 0,0 8 0,0-1 0,0 5 0,5 7 0,1-4 0,7 5 0,-1-4 0,-2 1 0,1-2 0,-5-6 0,5 1 0,-5-3 0,5-9 0,-5-2 0,6-10 0,-1-3 0,6-8 0</inkml:trace>
  <inkml:trace contextRef="#ctx0" brushRef="#br0" timeOffset="74">11048 16609 8912,'10'0'0,"-1"0"0,-3 0 0,-4 0 0,5 0 0,-7-2 0,0-4 0,0 2 0,0-7 0,0 5 0,0-6 0,0 1 0,-2 1 0,-1 3 0,-5 1 0,-2 0 0,-1 1 0,-6 5 0,3-6 0,-3 0 0,4 0 0,-10 6 0,2 0 0,-2 0 0,4 8 0,-4 4 0,-2 3 0,2 2 0,0 8 0,6 3 0,2 7 0,3 5 0,4-2 0,8 8 0,0-8 0,2 2 0,4-5 0,6-7 0,10-5 0,7-11 0,-2-5 0,2-7 0,-1-7 0,7-5 0,-3-16 0,-3-7 0,-2-11 0,-4 1 0,-10-3 0,2 0 0,-3 2 0,-3-2 0,-5-3 0,2-6 0,-4 3 0,-2-3 0,-8-4 0,-3-2 0,1-4 0,-1-2 0,7 15 0,-2 9 0,2 14 0,-1 8 0,3 16 0,-4 12 0,4 14 0,2 21 0,6 12 0,-1 11 0,1 4 0,-6 2 0,6-6 0,0 0 0,1-6 0,-1 6 0,4-9 0,7-3 0,0-9 0,0-5 0,6-5 0,0-3 0,6-6 0,-6-12 0,0-11 0,-6-9 0</inkml:trace>
  <inkml:trace contextRef="#ctx0" brushRef="#br0" timeOffset="75">9843 15525 8912,'-11'0'0,"-1"0"0,-1 0 0,-2 0 0,-2 0 0,5 0 0,1 0 0,7 2 0,-2 4 0,4-4 0,10 6 0,5-8 0,10 0 0,12 0 0,16-6 0,18 0 0,7-7 0,10 1 0,-35 4 0,2-1 0,5-3 0,2-1 0,8-2 0,2-2-334,6-2 1,1 0 0,1-2 0,1 1 333,-4 3 0,-1 0 0,-9 3 0,-2-1 0,-7 1 0,-3 0 0,41-5-18,-20 1 0,-16 7 18,-24 5 0,-7 4 0,-10-3 0,0 3 0,-7 2 0,5 0 0,-13 2 0,4 3 0,3-3 663,3 4 1,-1-2-664,6 2 0,-3-5 0,11 5 10,0-4 1,-6-2-1,5 0 1</inkml:trace>
  <inkml:trace contextRef="#ctx0" brushRef="#br0" timeOffset="76">10377 6637 8912,'7'-18'0,"-5"1"0,2 2 0,-8 3 0,-7 7 0,1 3 0,-1 2 0,-3 0 0,-1 0 0,-2 0 0,0 0 0,0 0 0,-1-2 0,1-2 0,0-2 0,0 1 0,0 5 0,-1 0 0,1 0 0,-2 1 0,-4 5 0,-4-4 0,-7 4 0,-1 2 0,1-3 0,-6 9 0,0-3 0,0 4 0,-2 3 0,5-1 0,-3 0 0,4 0 0,1 0 0,3 2 0,3 4 0,-7 4 0,5 6 0,2-3 0,3-1 0,-5-1 0,2 7 0,5-1 0,1 1 0,4-7 0,1 1 0,7 0 0,-1 5 0,3-7 0,-3-4 0,5 1 0,7-1 0,-2 6 0,-2-4 0,-2 0 0,2 0 0,2-1 0,2-1 0,0-2 0,0 8 0,2-6 0,4 6 0,-2-8 0,7 1 0,-1 0 0,1 0 0,5-2 0,-5 1 0,5-6 0,1-4 0,0 1 0,0 5 0,0 0 0,1 0 0,-1-1 0,0-5 0,2 4 0,2-3 0,2 1 0,-2-1 0,4 3 0,-2-4 0,8 3 0,-3-3 0,5 3 0,1-9 0,6 7 0,0-6 0,8-1 0,-2-5 0,-2 0 0,0 0 0,0 0 0,0 0 0,-4-5 0,6-1 0,-8-8 0,2 3 0,-5-4 0,-6-3 0,3 5 0,-3-4 0,-2 9 0,-1-11 0,1 0 0,0-2 0,-4-2 0,5 6 0,-5-6 0,6 0 0,-6-2 0,6 2 0,-6 2 0,5-7 0,-7 5 0,2-6 0,-4 8 0,-1-4 0,-1 2 0,0 0 0,-7-1 0,-5 1 0,3 2 0,-2-8 0,-1 6 0,-5-6 0,6 1 0,0-7 0,0-5 0,-4 0 0,1 0 0,3-2 0,0 6 0,-6-4 0,0 9 0,0 2 0,0 3 0,0-3 0,-8 2 0,-3 4 0,-5 4 0,-3-6 0,-2 2 0,-2 0 0,-7 1 0,1 4 0,-3 3 0,-3 4 0,-5-3 0,0 9 0,-6-7 0,6 6 0,-6 1 0,6 5 0,-8 0 0,4 0 0,-2 1 0,0 5 0,2 4 0,-2 7 0,-3 2 0,3 4 0,4-4 0,2 4 0,5 2 0,6-2 0,-1 7 0,7-1 0,2 3 0,2 3 0,9-1 0,4 1 0,5 12 0,1 5 0,0 3 0,0-3 0</inkml:trace>
  <inkml:trace contextRef="#ctx0" brushRef="#br0" timeOffset="77">3734 6018 8912,'0'34'0,"-2"-2"0,-1-1 0,-3-2 0,2 1 0,2 5 0,0 5 0,-2 4 0,-1 2 0,1-1 0,2-1 0,4 4 0,2-4 0,1-2 0,3-4 0,-4-9 0,2-6 0,-3-4 0,-1-2 0,-2-7 0,0-12 0,-2-14 0,-1-6 0,-3-5 0,-6-4 0,7-9 0,-7-4 0,6-7 0,-5-1 0,5 0 0,-5-5 0,5 0 0,0 1 0,-1 3 0,5 9 0,-4 4 0,4-2 0,2 2 0,6 0 0,0 5 0,13 9 0,-2 3 0,4 5 0,-4 7 0,0 5 0,0 4 0,-1 4 0,-5 4 0,3 5 0,-9 12 0,1 6 0,-6 11 0,-4 6 0,-7 11 0,-3 4 0,-14 8 0,5 0 0,-4-2 0,2-4 0,4-6 0,-4 2 0,2-1 0,6-9 0,6-9 0,7-11 0,-2-6 0,6-12 0,6-5 0,9-6 0,8-6 0,13-5 0,-1-12 0,3-6 0,4-3 0,0-1 0,4 5 0,2-3 0,-8 8 0,0-7 0,-5 1 0,7-3 0,2-3 0</inkml:trace>
  <inkml:trace contextRef="#ctx0" brushRef="#br0" timeOffset="78">4268 6155 8912,'-27'0'0,"2"0"0,8 0 0,5 0 0,1 0 0,-1 2 0,-5 4 0,2 7 0,4 8 0,-3 0 0,8 8 0,1-1 0,5 7 0,0-3 0,0-3 0,7 2 0,5-8 0,3-4 0,2-6 0,6-5 0,0-8 0,6 0 0,-6 0 0,2-8 0,-2-3 0,-4-12 0,4-6 0,-6-2 0,-6 3 0,5-5 0,-5 5 0,-3 1 0,-2-2 0,1 2 0,-1-1 0,0 3 0,-6 8 0,0 5 0,0 1 0,0 9 0,0 2 0,2 2 0,3 9 0,-1-1 0,8 1 0,-1 3 0,6-9 0,0-1 0,1-2 0,-1-2 0,6 0 0,0 0 0,0-6 0,-6 1 0,-6-7 0,-1 5 0,0-1 0,-1 0 0,-5-5 0,4 11 0,-8-6 0,-6 16 0,0 3 0,-7 5 0,1 1 0,3 4 0,-3-4 0,6 4 0,-3-9 0,1 3 0,3-4 0,5 1 0,0-8 0,0 1 0,0-10 0,1-1 0,5-9 0,6-4 0,3-1 0,2-4 0,0 1 0,2-6 0,4 6 0,-3-4 0,2 10 0,-2-2 0,-3 11 0,0 1 0,0-1 0,0 2 0,1 6 0,-1 2 0,0 4 0,6-2 0,0 7 0,0-5 0,-6 6 0,6-9 0,2 3 0,0-4 0,0-2 0,3-6 0,-5 1 0,2-9 0,-2 3 0,-8-10 0,8-2 0,-13 0 0,7 6 0,-11-2 0,0-4 0,-5 4 0,-1-4 0,0 3 0,-7 5 0,-5 4 0,-3-3 0,-2 9 0,5-1 0,1 6 0,-1 8 0,-5 3 0,2 4 0,3 2 0,-1 6 0,7 0 0,1 0 0,5-6 0,0 6 0,0 0 0,0-2 0,0-2 0,1-1 0,5-1 0,-2-6 0,8 1 0,-1-3 0,6 3 0,0-5 0,1-7 0,-1 2 0,0 4 0,-6-4 0,-1 6 0,0-3 0,-1 1 0,-5 7 0,2-1 0,1 3 0,-1 2 0,0 6 0,-6 0 0,-6 2 0,-2-4 0,-1 4 0,-4 2 0,3-6 0,-2 2 0,3-2 0,-3 1 0,-3-8 0,4 3 0,-5-11 0,-1 1 0,0-7 0,6 0 0,1-1 0,2-5 0,3-4 0,5-7 0,1 0 0,5 0 0,-2-1 0,8 1 0,5-6 0,6 0 0,2-5 0,-4 3 0,3-2 0,3-3 0,10-10 0,8-6 0,-1-2 0,2 2 0,-2-2 0,2 8 0,-10-2 0,-7 2 0,-10 11 0,-2 1 0,-7 12 0,-12 7 0,-4 1 0,-5 4 0,-12 10 0,-6 6 0,-1 11 0,1 5 0,-3 5 0,3 1 0,4 6 0,2 0 0,10 6 0,3-6 0,2-2 0,5-1 0,1-3 0,2 1 0,13-9 0,4-3 0,20-4 0,3-2 0,9-7 0,9-4 0,3-4 0,8-18 0,0-3 0</inkml:trace>
  <inkml:trace contextRef="#ctx0" brushRef="#br0" timeOffset="79">6333 5467 8912,'-8'-15'0,"-3"4"0,-1-3 0,-3 9 0,-6 1 0,-4 2 0,-6 6 0,-1 7 0,-3 4 0,-1 20 0,-2 7 0,-2 6 0,5 11 0,9 4 0,3 6 0,7 5 0,1 8 0,9 4 0,4-7 0,6-7 0,6-11 0,9-5 0,2-9 0,2-6 0,7-13 0,-1-5 0,2-11 0,-1-7 0,-3-3 0,-2-2 0,6-15 0,-5-4 0</inkml:trace>
  <inkml:trace contextRef="#ctx0" brushRef="#br0" timeOffset="80">6608 5811 8912,'-27'17'0,"1"-7"0,3-4 0,4 1 0,-4-1 0,3 0 0,3 2 0,2 1 0,3 8 0,-1 0 0,7 1 0,1 6 0,5 5 0,0 4 0,2-1 0,3-1 0,7-3 0,3-7 0,2 2 0,6-4 0,0-1 0,0-9 0,-6-3 0,1-4 0,-1-2 0,0-2 0,0-4 0,0-3 0,1-9 0,-7-5 0,0 0 0,-7-7 0,2 1 0,-4-3 0,-2-3 0,-2 7 0,-4-1 0,-3 8 0,-8-2 0,1 4 0,3 4 0,1 3 0,-1 7 0,-2 3 0,5 2 0,3 7 0,7 3 0</inkml:trace>
  <inkml:trace contextRef="#ctx0" brushRef="#br0" timeOffset="81">6918 5932 8912,'17'11'0,"0"-1"0,1-3 0,-1-1 0,0-6 0,-6-2 0,1-4 0,-1 3 0,7-7 0,1 0 0,4 1 0,-2 3 0,7-5 0,1 5 0,5-5 0,7 7 0,-1-2 0,0 4 0,-8 0 0,-1-2 0,-2-1 0,-1-9 0,7 5 0</inkml:trace>
  <inkml:trace contextRef="#ctx0" brushRef="#br0" timeOffset="82">7761 5691 8912,'0'9'0,"0"-1"0,0 0 0,-6 1 0,1 9 0,-7 4 0,6 1 0,-5 8 0,5-2 0,0 3 0,-1 2 0,5 1 0,-4-1 0,12 6 0,5 0 0,5-1 0,1-11 0,8-3 0,2-8 0,7 1 0</inkml:trace>
  <inkml:trace contextRef="#ctx0" brushRef="#br0" timeOffset="83">8174 5708 8912,'15'-8'0,"-3"-3"0,-6 3 0,-12 3 0,-4 16 0,-7 6 0,0 12 0,0 0 0,1 3 0,3 2 0,3 1 0,3-1 0,1 1 0,6-1 0,2-2 0,4-3 0,3-6 0,10-11 0,4-7 0,6-3 0,-2-4 0,1-3 0,1-7 0,6-11 0,-7-4 0,1-7 0,-8 0 0,2-1 0,-12 1 0,-5-1 0,-4 1 0,-2 0 0,-8 5 0,-3 0 0,-6 8 0,-6-2 0,-4 10 0,-7 2 0,5 7 0,0 0 0,1 8 0,1 7 0,2-3 0,0 7 0,-2-5 0</inkml:trace>
  <inkml:trace contextRef="#ctx0" brushRef="#br0" timeOffset="84">8277 5278 8912,'0'-42'0,"0"8"0,0-1 0,2 11 0,4 12 0,4 12 0,7 12 0,0 18 0,0 10 0,2 18 0,2 9 0,2 7 0,-2 4 0,-3 4 0,-7 10 0,-6-44 0,-2 2-213,-3 3 1,0 3 0,-2 2 0,0 2 212,-2 2 0,-4 2 0,-4 6 0,-4-1-240,-8 0 1,-4 0 0,-4 5 0,-3 1 0,-4-1 0,0-1 0</inkml:trace>
  <inkml:trace contextRef="#ctx0" brushRef="#br0" timeOffset="85">11392 5605 8912,'-6'-11'0,"1"-1"0,-1 1 0,-2 1 0,8 0 0,0 16 0,2 2 0,10 21 0,1 1 0,2 3 0,3 9 0,-1 3 0,-2 5 0,-3 2 0,3-1 0,-4 1 0,5 5 0,1-1 0,0-7 0,0-7 0,-5-7 0,-1-7 0,-7-11 0,-4-9 0,-10-8 0</inkml:trace>
  <inkml:trace contextRef="#ctx0" brushRef="#br0" timeOffset="86">11014 5880 8912,'-10'-8'0,"-3"-1"0,7-8 0,0-1 0,6 1 0,2 0 0,4 0 0,5-8 0,12-4 0,12-5 0,11-6 0,5-2 0,6-4 0,7-4-202,10 5 0,-3 8 202,3 3 0,-10 13 0,-7 4 0,-5 11 0,-7 10 0,-12 7 0,-16 12 0,0 4 0,-7 7 0</inkml:trace>
  <inkml:trace contextRef="#ctx0" brushRef="#br0" timeOffset="87">11908 5794 8912,'0'-9'0,"0"3"0,0 12 0,6-3 0,0 9 0,0 5 0,-4 8 0,1 2 0,3 3 0,2-3 0,-3 2 0,-3-8 0,6 3 0,-8-6 0</inkml:trace>
  <inkml:trace contextRef="#ctx0" brushRef="#br0" timeOffset="88">11960 5674 8912,'0'-17'0,"-2"-1"0,-4 1 0,4 0 0,-5 6 0,7-1 0,2 8 0,3-2 0,-1 5 0,8 1 0,-1 0 0,6 7 0,1 3 0</inkml:trace>
  <inkml:trace contextRef="#ctx0" brushRef="#br0" timeOffset="89">12339 5811 8912,'0'17'0,"0"1"0,0-1 0,0 6 0,0 0 0,0 0 0,0-6 0,0 0 0,0 0 0,0 0 0,0 1 0,0-1 0,0-10 0,0-7 0,0-9 0,0-14 0,0-4 0,0-7 0,0-1 0,0 1 0,2 0 0,3-1 0,-1 3 0,8 3 0,-7-1 0,7 7 0,-6 2 0,5 9 0,-5-1 0,5 7 0,-5 0 0,5 8 0,3 4 0,-5-2 0,3 7 0,-3 1 0,3 5 0,-3 0 0,-3 0 0,-4-5 0,4-1 0,3-1 0,3 1 0,-5 5 0,9-15 0,-12 5 0,7-12 0,-7-3 0,4-8 0,-1 0 0,-5 5 0,4 1 0,-2 5 0,1-6 0,-1 9 0,8-3 0,-7 4 0,7 2 0,1 0 0,3 2 0,1 4 0,0 3 0,0 8 0,0-5 0,1-1 0,-1-1 0,2 1 0,2-5 0,2-4 0,2-2 0,-2 0 0,-2 0 0,7 0 0,-7-8 0,2-3 0,-3-10 0,-3-4 0,-2-2 0,-3-3 0,-5-3 0,-7-1 0,0-1 0,0 1 0,-7 2 0,-5 3 0,-3 4 0,-4 10 0,-2 3 0,-2 7 0,-6 12 0,6 10 0,-6 8 0,6 10 0,0 7 0,8 2 0,4 1 0,5 1 0,6-8 0,6 3 0,5-5 0,12-2 0,12-9 0,10-6 0,5-7 0,2-5 0,-1-1 0,1-6 0,-2-8 0,-4-3 0,-4 1 0,-10-1 0,-3-2 0,3-10 0,-5-4 0</inkml:trace>
  <inkml:trace contextRef="#ctx0" brushRef="#br0" timeOffset="90">13543 4969 8912,'0'-17'0,"0"-1"0,0 1 0,0 0 0,0 0 0,0 0 0,0 5 0,-2 1 0,-3-3 0,3 5 0,-6-1 0,0 3 0,6 1 0,-5 6 0,7 8 0,0 3 0,0 4 0,-6 4 0,0 4 0,-7 12 0,1 12 0,-3 9 0,-2 7 0,0 9 0,0 3 0,-1 13-298,1-2 0,6 9 298,-1-3 0,8-10 0,-1-13 0,3-12 0,4-17 0,3-11 0,7-8 0,3-11 0,2-5 0,1-12 0,-1-10 0,0-8 0,0-10 0</inkml:trace>
  <inkml:trace contextRef="#ctx0" brushRef="#br0" timeOffset="91">13922 5141 8912,'-12'0'0,"1"0"0,7 0 0,-6 0 0,7-2 0,-3-4 0,-7 4 0,1-4 0,-3 6 0,-2 6 0,-1 6 0,1 3 0,6 8 0,-1 2 0,-1 1 0,-2 5 0,5-4 0,4 1 0,4-1 0,2 4 0,2-5 0,4-1 0,4 0 0,7-2 0,0-4 0,0 4 0,0-2 0,1 2 0,-3-4 0,-4 4 0,5-4 0,-5-2 0,-3 1 0,-3-1 0,-3-6 0,-2 1 0,0 1 0,0 2 0,-7 3 0,-5-1 0,-3-2 0,-2-4 0,0 3 0,-1-8 0,1-1 0,2-7 0,3-5 0,7-10 0,3-8 0,2-10 0,2 1 0,3 0 0,5-1 0,7 1 0,-5 1 0,-1 3 0,1 3 0,-3 2 0,6 2 0,-3 6 0,-3-4 0,3 4 0,-3-4 0,3 9 0,3 5 0,-3 1 0,-3-2 0,3 3 0,-1-1 0,6-2 0,1-1 0</inkml:trace>
  <inkml:trace contextRef="#ctx0" brushRef="#br0" timeOffset="92">14146 5278 8912,'1'-15'0,"5"4"0,-4-5 0,6 7 0,-8-1 0,-2 3 0,-4 7 0,-2 1 0,-5 5 0,3 8 0,3 7 0,-5 0 0,7 7 0,-1-5 0,6 6 0,0-8 0,0 2 0,0 2 0,0-3 0,0 0 0,2-5 0,4-6 0,-3 3 0,9-9 0,-6-1 0,5-10 0,-5-3 0,5-8 0,-1-8 0,1-4 0,-3-3 0,0-3 0,-6 3 0,3 3 0,-3-1 0,-2 7 0,-7 0 0,-5 6 0,2 1 0,-1 5 0,5-3 0,-5 9 0,7-1 0,-11-2 0,5-1 0</inkml:trace>
  <inkml:trace contextRef="#ctx0" brushRef="#br0" timeOffset="93">14472 5210 8912,'12'0'0,"-1"0"0,5 0 0,5 0 0,-2-6 0,4 0 0,-2 0 0,2-1 0,-4 3 0,4-8 0,-4 9 0,-2-5 0</inkml:trace>
  <inkml:trace contextRef="#ctx0" brushRef="#br0" timeOffset="94">14851 4917 8912,'15'-7'0,"-3"-5"0,3 4 0,-13 3 0,4 10 0,-4 7 0,-2 3 0,0 10 0,-2 4 0,-2 3 0,-2 3 0,1-3 0,3 1 0,-2-1 0,-2 4 0,0 1 0,6-7 0,0-1 0,0 1 0,0-5 0,0-2 0,0-11 0,8-5 0,2-7 0</inkml:trace>
  <inkml:trace contextRef="#ctx0" brushRef="#br0" timeOffset="95">15144 4986 8912,'-16'2'0,"5"4"0,-4-4 0,3 3 0,3-1 0,-3 2 0,8-2 0,-1 7 0,3 1 0,2 5 0,0 0 0,0 0 0,7 0 0,5 1 0,3-9 0,2-3 0,0-4 0,1-2 0,-1 0 0,0-2 0,0-4 0,-1 2 0,-5-7 0,2-6 0,-7-6 0,0 0 0,-6 6 0,-2-1 0,-4 1 0,2 0 0,-7 0 0,-6 2 0,-6 3 0,0-1 0,6 7 0,1-2 0,3 5 0,1-3 0,1 0 0,1-2 0,3-1 0,7-8 0</inkml:trace>
  <inkml:trace contextRef="#ctx0" brushRef="#br0" timeOffset="96">15419 4505 8912,'0'-18'0,"0"1"0,0 0 0,0 0 0,0 0 0,0 7 0,0 2 0,-6 16 0,-1 5 0,-1 7 0,0 2 0,-3 9 0,5-2 0,-5 1 0,5-1 0,0 1 0,6-7 0,0 6 0,0-6 0,0 0 0,0-6 0,0 0 0,2-1 0,4-5 0,5-3 0,12-8 0,-4-2 0,4-4 0,-2 2 0,0-7 0,0-3 0,-5-1 0,1-2 0,-6 0 0,-3 0 0,-2-1 0,-4 1 0,-2 0 0</inkml:trace>
  <inkml:trace contextRef="#ctx0" brushRef="#br0" timeOffset="97">15419 4505 8912,'0'11'0,"0"1"0,0-5 0,0 10 0,0-1 0,0 12 0,6 1 0,-1 5 0,7 12 0,-6 0 0,1 13 0,-3-9 0,2 0 0,-2-3 0,5-1 0,1 6 0</inkml:trace>
  <inkml:trace contextRef="#ctx0" brushRef="#br0" timeOffset="98">15591 4178 8912,'8'-17'0,"-6"0"0,5-1 0,1 1 0,1 8 0,3 5 0,-1 15 0,3 14 0,1 11 0,2 8 0,1 8 0,4 13 0,1 7 0,-2 11 0,-1 10 0,-12-43 0,-1 0 0,-1 1 0,-1 1 0,0 3 0,-2 0-231,-2 2 1,-2 1-1,-3 4 1,-2 0 230,-1 1 0,-3 0 0,-4 1 0,-4-2 0,-4-1 0,-2-1 0,-4-4 0,-2 1 0,2 1 0,-3 0 0,-3-3 0,-3-1 0,0 0 0,-2-1 0,0-1 0</inkml:trace>
  <inkml:trace contextRef="#ctx0" brushRef="#br0" timeOffset="99">12786 15835 8912,'0'-17'0,"0"-1"0,-2 1 0,-4 2 0,-5 4 0,-4 5 0,-4 15 0,-4 14 0,-6 19 0,-4 18 0,-1 14 0,-6 12 0,19-38 0,2 1 0,-1 0 0,1 2 0,3 6 0,2 2 0,0 0 0,1 1-227,0-1 1,1 0 0,3-1 0,3-1 226,2-8 0,2-1 0,2 38 0,8-13 0,7-10 109,6-12 1,10-14-110,-3-14 0,-1-6 0,2-6 0,0-3 0,5-8 0</inkml:trace>
  <inkml:trace contextRef="#ctx0" brushRef="#br0" timeOffset="100">13320 16316 8912,'-20'-19'0,"-1"-2"0,-2 0 0,2 6 0,-5 0 0,-3 9 0,4 2 0,0 10 0,2 5 0,0 5 0,0 8 0,6 5 0,6 5 0,1 7 0,2 4 0,5 5 0,1-6 0,2-4 0,7-4 0,5-1 0,3-3 0,2-3 0,1-4 0,-1-8 0,-4-8 0,4-3 0,-7-4 0,13-2 0,-8-8 0,8-5 0,-4-8 0,-2-8 0,3-5 0,3-6 0,-10 2 0,4-8 0,-5 0 0,-1-6 0,2-7 0,-7-4 0,0-4 0,-6-1 0,0 1 0,0 4 0,-8 3 0,-1 11 0,-3 5 0,1 9 0,7 16 0,-11 12 0,13 22 0,-4 8 0,4 9 0,2 8 0,0 4 0,0 8 0,2 1 0,4 5 0,1-5 0,7 3 0,-3-7 0,3-3 0,7-2 0,2 2 0,1-4 0,-1-8 0,2-1 0,4-4 0,3-5 0,-12-14 0,4-2 0</inkml:trace>
  <inkml:trace contextRef="#ctx0" brushRef="#br0" timeOffset="101">13767 16179 8912,'-17'0'0,"0"0"0,7-8 0,10 6 0,13-4 0,8 5 0,8 1 0,9-8 0,2-4 0,3 3 0,-5-1 0,2 1 0,-2-1 0,-9-1 0,3-6 0,-5-1 0</inkml:trace>
  <inkml:trace contextRef="#ctx0" brushRef="#br0" timeOffset="102">13870 16643 8912,'-11'17'0,"-1"0"0,10-7 0,2-4 0,10-6 0,13-6 0,4-11 0,7-12 0,0-3 0,3-3 0,3 3 0,6 3 0,-4-3 0,-2 3 0,4-11 0,0-4 0</inkml:trace>
  <inkml:trace contextRef="#ctx0" brushRef="#br0" timeOffset="103">14765 15972 8912,'-17'0'0,"-6"0"0,0 0 0,0 2 0,4 4 0,-4 6 0,6 9 0,0 1 0,1 11 0,9-1 0,-1 9 0,0 2 0,4-4 0,10 1 0,4-4 0,7-2 0,8-7 0,3-4 0,-1-6 0,2-5 0,0-5 0,5-7 0,-5-9 0,-1-8 0,1-8 0,6-10 0,-9-1 0,-3-4 0,-4-2 0,-3-6 0,-5 2 0,-5-1 0,-14 5 0,-9 2 0,-10 3 0,-13 3 0,-4 7 0,-8 4 0,3 12 0,3 5 0,4 4 0,7 2 0,11 2 0,6 4 0,9-4 0,9 5 0</inkml:trace>
  <inkml:trace contextRef="#ctx0" brushRef="#br0" timeOffset="104">14817 15164 8912,'0'-19'0,"0"-4"0,5 10 0,1-4 0,8 5 0,-3 1 0,4 7 0,3 8 0,6 15 0,5 15 0,9 18 0,2 17 0,8 15-97,-24-37 1,-2 3 0,0 5 0,-2 3 0,0 3 0,-2 2 0,-2 6 0,-3 1 96,-3 5 0,-3 1 0,-2 7 0,-4 3-343,-4 7 1,-5 3-1,-1-31 1,-3 2-1,-2-1 343,-3 5 0,-2 0 0,-2-1 0,-2-3 0,-1-2 0,-2 0 0,0-1 0,0-1 0,-2-1 0,-2 0 0,0 0 0,-2-2 0,-16 21 0,-1-2 0</inkml:trace>
  <inkml:trace contextRef="#ctx0" brushRef="#br0" timeOffset="105">9620 17589 8912,'0'-18'0,"2"1"0,1 0 0,5 0 0,2 0 0,3 1 0,12 1 0,9 0 0,10-4 0,23-10 0,13 0 0,-28 7 0,2-3 0,6-4 0,2-2 0,3-3 0,2-2-569,5-3 0,1-3 1,3-6-1,1-3 569,-22 16 0,1-2 0,0 0 0,-1-2 0,0-1 0,-1-1 0,21-19 0,-1 0 0,-2 3 0,-2 3 0,-9 5 0,-2 2 0,1 0 0,-1 1 0,-1 1 0,-2 0 0,-5 3 0,-2 0 119,-8 4 0,-2 1 1,20-20-120,-24 23 0,-14 9 0,-10 13 0,-7 5 0,-4 7 0,-4 7 0,-5 7 0,-1 7 0,3 9 0,-1 8 0,2 6 0,6 0 0,0-2 0</inkml:trace>
  <inkml:trace contextRef="#ctx0" brushRef="#br0" timeOffset="106">878 16574 8912,'9'-7'0,"-1"5"0,-8-14 0,0 5 0,0-4 0,0 5 0,0 4 0,0 12 0,0 7 0,0 8 0,0 14 0,0 11 0,0 9 0,0 4 0,0 2 0,0 4 0,0 8 0,0 1 0,-2 1 0,-4-6 0,4-10 0,-3-7 0,3-7 0,2-8 0,0-3 0,0-11 0,0-17 0,0-12 0,-8-19 0,-2-11 0</inkml:trace>
  <inkml:trace contextRef="#ctx0" brushRef="#br0" timeOffset="107">551 16591 8912,'-10'10'0,"2"-2"0,10-8 0,4 0 0,6-2 0,11-4 0,5-4 0,12-9 0,6-2 0,4-2 0,11-7 0,8 1 0,4-5-318,13-6 1,-14 9 317,3-3 0,-12 11 0,-11 0 0,-8 11 155,-4 7-155,-12 3 0,-10 9 0,-13 5 0,-3 3 0,-2 2 0</inkml:trace>
  <inkml:trace contextRef="#ctx0" brushRef="#br0" timeOffset="108">1686 16815 8912,'-1'15'0,"-5"-3"0,-6-5 0,-3-1 0,-2 0 0,5-1 0,1-5 0,9 0 0,2-1 0,10-5 0,12 4 0,9-6 0,7 3 0,8-1 0,2-6 0,-2 7 0,4-3 0,-5 4 0,3-2 0,-2 3 0,-4 1 0,-7 2 0,-3-6 0,-3 0 0,1 1 0,-7 5 0,0 0 0,-5 0 0,-9 7 0,-1 3 0</inkml:trace>
  <inkml:trace contextRef="#ctx0" brushRef="#br0" timeOffset="109">1807 17331 8912,'0'17'0,"0"-6"0,0 1 0,2-8 0,4 1 0,5-3 0,6-9 0,6-5 0,4-3 0,7-2 0,7-6 0,-1 0 0,6 0 0,-6 6 0,6-6 0,-6 0 0,8 2 0,-4 7 0,1 5 0,1 1 0,-7 3 0,3 5 0,-8 0 0</inkml:trace>
  <inkml:trace contextRef="#ctx0" brushRef="#br0" timeOffset="110">5249 16609 8912,'0'17'0,"0"0"0,2-2 0,3-3 0,5-5 0,9-9 0,4-3 0,6-7 0,5-5 0,8-4 0,10-4 0,9-2 0,6 1 0,0-3 0,-4 6 0,-6 4 0,-7-2 0,-8 4 0,-10 7 0,-5 6 0,-11 4 0,-9 8 0,-7 4 0,-7 10 0,-3 5 0</inkml:trace>
  <inkml:trace contextRef="#ctx0" brushRef="#br0" timeOffset="111">18568 8614 8912,'-2'-16'0,"-2"3"0,-1 2 0,-9 1 0,5-3 0,-3 3 0,1 1 0,-3-1 0,5 6 0,-1 0 0,3 8 0,3 10 0,2 9 0,2 11 0,0 8 0,0 10 0,0 1 0,0 4 0,8-1 0,1 5 0,3 0 0,-1 0 0,1-5 0,5 1 0,0-6 0,0-5 0,0-8 0,1-7 0,-1-8 0,0-12 0,-7-3 0,5-8 0,-6 0 0</inkml:trace>
  <inkml:trace contextRef="#ctx0" brushRef="#br0" timeOffset="112">19119 8820 8912,'-17'0'0,"-1"0"0,1 0 0,0 2 0,0 2 0,0 3 0,-1 3 0,3 1 0,4 7 0,3 5 0,8 0 0,0 5 0,2-3 0,4 0 0,5 0 0,10-2 0,2-6 0,2-8 0,-2-3 0,-4-4 0,4-2 0,-4-2 0,-2-4 0,0-3 0,1-8 0,-7-8 0,1-4 0,-9 2 0,3-1 0,-4-1 0,-2 2 0,0-3 0,0 7 0,-8 0 0,-3 6 0,-4 0 0,-3-1 0,1 1 0,0 8 0,0 3 0,7 4 0,3 2 0,7 0 0</inkml:trace>
  <inkml:trace contextRef="#ctx0" brushRef="#br0" timeOffset="113">19687 8545 8912,'-10'-10'0,"-5"3"0,-8 1 0,-4 0 0,4 1 0,-5 5 0,-1 2 0,-6 3 0,1-1 0,2 9 0,3 5 0,6 3 0,4 3 0,2-1 0,7-3 0,4 2 0,4 3 0,2-2 0,8 0 0,2-8 0,7-3 0,0 1 0,0-7 0,0 0 0,1-6 0,-1-2 0,0-4 0,0-5 0,0-5 0,1-1 0,-1 0 0,-2 0 0,-3 0 0,1-1 0,-5 1 0,1 0 0,3 0 0,5 0 0,-2 9 0,-1 10 0,-3 13 0,2 12 0,3 15 0,1 9 0,6 14 0,0 10 0,0 9 0,-6 2 0,-2-8 0,-3 3 0,-7-11 0,-3-7 0,-2-4 0,0-7 0,-9-10 0,-8-8 0,-2-7 0,-10-10 0,-6 1 0,-5-1 0,0-6 0,6 1 0,-1-8 0,1 1 0,-1-10 0,1-7 0,9-5 0,6-4 0,8-4 0,3-2 0,2 4 0,6-5 0,2-1 0,4-5 0,11 7 0,2-13 0,6 3 0</inkml:trace>
  <inkml:trace contextRef="#ctx0" brushRef="#br0" timeOffset="114">20547 8064 8912,'0'-18'0,"0"1"0,0 0 0,0 0 0,0 7 0,0 6 0,2 16 0,2 11 0,2 7 0,1 18 0,-3 6 0,4 5 0,1 6 0,3 2 0,5 1 0,-6-1 0,1-4 0,-1-3 0,-1-1 0,0-13 0,-7-2 0,3-12 0,-2-9 0,-2-4 0,-10-9 0,-9-26 0,-10-12 0</inkml:trace>
  <inkml:trace contextRef="#ctx0" brushRef="#br0" timeOffset="115">20169 8201 8912,'-18'-2'0,"1"-2"0,0-1 0,0 1 0,7-6 0,-5 8 0,15-7 0,0 3 0,23 0 0,17-11 0,17 2 0,12-14 0,6 1 0,7-7 0,-2-1 0,2-4 0,3 2 0,1-8 0,-10 13 0,-7 1 0,-12 5 0,-9 6 0,2 2 0,-21 9 0,-5 3 0,-24 7 0,-3 5 0,-7 3 0,2 2 0,-3-5 0,5 7 0,-7-6 0,1 5 0,5-7 0,-16 3 0,4-7 0</inkml:trace>
  <inkml:trace contextRef="#ctx0" brushRef="#br0" timeOffset="116">21373 8476 8912,'-17'6'0,"0"0"0,0-2 0,7-3 0,4-1 0,12 0 0,5 0 0,5 0 0,1-5 0,0-1 0,8-2 0,4 4 0,3-3 0,3-3 0,-1 6 0,0-3 0,1 1 0,-1 0 0,-5-5 0,0 5 0,-3-5 0,5 5 0,-4 0 0,-2-1 0,5 5 0,-11-6 0,-1 8 0,-18 0 0,-10 0 0</inkml:trace>
  <inkml:trace contextRef="#ctx0" brushRef="#br0" timeOffset="117">21545 8700 8912,'10'17'0,"5"-8"0,-11-1 0,7-8 0,1 0 0,5 0 0,2-2 0,4-4 0,4-3 0,9-8 0,3 0 0,1-1 0,0 1 0,-6 0 0,1 0 0,-1 1 0,0 3 0,1 2 0,-3 1 0,-3-1 0,-10 1 0,-7 4 0,-7 4 0,7-3 0,-8 3 0,1 2 0,-10 0 0,3 0 0,-8 0 0,4 0 0,-3 0 0,-3 0 0,1 0 0,7 0 0,-11-8 0,5-1 0</inkml:trace>
  <inkml:trace contextRef="#ctx0" brushRef="#br0" timeOffset="118">23180 7496 8912,'0'-17'0,"0"6"0,0-1 0,0-1 0,0 7 0,0 6 0,0 10 0,0 12 0,0 9 0,0 7 0,0 6 0,0 10 0,0 1 0,0 2 0,6 6 0,0-5 0,5 5 0,-5-6 0,5 6 0,-5-6 0,5-1 0,-3-10 0,0-8 0,-1-8 0,-1-5 0,-6-8 0,-8 1 0,-1-1 0</inkml:trace>
  <inkml:trace contextRef="#ctx0" brushRef="#br0" timeOffset="119">22922 8562 8912,'-8'0'0,"8"0"0,10-2 0,13-3 0,13-13 0,16-10 0,7-7 0,10-5 0,0 10 0,-2-5 0,-4 5 0,-6 3 0,-5 2 0,-6 8 0,-12 7 0,-11 5 0,-4 3 0,-9 17 0,-3 4 0</inkml:trace>
  <inkml:trace contextRef="#ctx0" brushRef="#br0" timeOffset="120">23335 8751 8912,'-17'-2'0,"0"-3"0,7-5 0,4-7 0,4 0 0,2 0 0,2 1 0,4 5 0,4-3 0,7 9 0,2 1 0,4 2 0,-4 12 0,4 7 0,2 2 0,-2 9 0,0 9 0,-6 9 0,-2-2 0,-3 1 0,1 7 0,-7 5 0,-1 1 0,-6-7 0,-5 3 0,-6 3 0,-9-4 0,-2 5 0,-7-12 0,1-6 0,-5-6 0,-5-3 0,-1-6 0,2-6 0,2-6 0,1-13 0,3-8 0,3-3 0,-1-10 0,7-2 0,5-13 0,7 1 0,7-3 0,-2 2 0,4-1 0,2 3 0,8 4 0,4 12 0,9 3 0,2 4 0,9 3 0,2 8 0,3 2 0,9 4 0,0 3 0,5 8 0,1 1 0,-1-1 0,3-2 0,3-4 0,-1 3 0,7-8-433,0-1 0,6-12 1,0-3-1</inkml:trace>
  <inkml:trace contextRef="#ctx0" brushRef="#br0" timeOffset="121">24591 7685 8912,'12'-26'0,"-3"1"0,-1 2 0,-4 0 0,-2 2 0,-2 2 0,0 9 0,-6 5 0,0 12 0,2 10 0,2 10 0,2 11 0,0 4 0,0 2 0,0 4 0,0 0 0,0-2 0,2-2 0,2-6 0,2 2 0,-2-2 0,-2 4 0,-2-2 0,0 0 0,0-5 0,0-1 0,-2-1 0,-4-5 0,-4-3 0,-7-8 0</inkml:trace>
  <inkml:trace contextRef="#ctx0" brushRef="#br0" timeOffset="122">24970 7857 8912,'-17'17'0,"-1"1"0,1-1 0,0 0 0,5 0 0,1 0 0,7 3 0,-2 1 0,5 1 0,1-1 0,1-1 0,5-3 0,0-2 0,11-3 0,-3 1 0,8-7 0,-1-1 0,2-5 0,-3-2 0,3-5 0,-4-8 0,-2-6 0,0-4 0,0 2 0,-1 2 0,-5-8 0,-1 2 0,-5-1 0,-3-3 0,4 8 0,-12-2 0,-5 4 0,-5 0 0,-1 6 0,-2 0 0,-4 9 0,4 0 0,-4 6 0,4 0 0,2 8 0,7 9 0,3 10 0</inkml:trace>
  <inkml:trace contextRef="#ctx0" brushRef="#br0" timeOffset="123">25366 7788 8912,'0'-11'0,"0"0"0,-2 1 0,-4-1 0,2-3 0,-7 8 0,-1 1 0,-5 5 0,0 0 0,1 2 0,3 3 0,2 7 0,1 5 0,-1 6 0,3 2 0,8 3 0,0 3 0,0-8 0,2 2 0,4-2 0,3-4 0,8 4 0,1-4 0,-1-10 0,0-3 0,0-6 0,0-6 0,1 3 0,-1-9 0,-2-1 0,-3-10 0,3 4 0,-6-4 0,3 4 0,-1 1 0,-5 7 0,6 0 0,-9 7 0,7-10 0,-4 9 0,-2 1 0,7 10 0,-5 11 0,5 11 0,-5 7 0,5 5 0,-1 4 0,3 9 0,-3 3 0,-2 1 0,-1 0 0,-1-5 0,-4-2 0,4-5 0,-12-4 0,-6-13 0,-3 3 0,-4-8 0,-4-4 0,-6-6 0,-3 1 0,-3-9 0,1 1 0,0-6 0,5 0 0,0 0 0,8-6 0,-2 1 0,-2-15 0,2 3 0,0-4 0,6-11 0,0-5 0</inkml:trace>
  <inkml:trace contextRef="#ctx0" brushRef="#br0" timeOffset="124">26243 7720 8912,'0'-17'0,"0"-1"0,0 1 0,0 0 0,-2 0 0,-3 0 0,-11 7 0,-7 4 0,-2 6 0,3 6 0,-5 7 0,0 8 0,-4 6 0,8 8 0,2 5 0,10 0 0,-2 8 0,7-3 0,0-1 0,6 0 0,0-2 0,0-4 0,0-1 0,0-3 0,13-3 0,5-8 0,10-2 0,1-16 0,5 1 0,5-6 0,3-4 0,2-7 0,9-8 0,8-16 0</inkml:trace>
  <inkml:trace contextRef="#ctx0" brushRef="#br0" timeOffset="125">27345 7599 8912,'7'-17'0,"-5"0"0,4 0 0,-4 0 0,-2-1 0,0 7 0,0-1 0,0 11 0,0 1 0,-6 13 0,0 14 0,2 3 0,3 7 0,1 8 0,0 1 0,0 4 0,0 1 0,0-1 0,0-4 0,0 4 0,0-4 0,0-3 0,0 3 0,0-7 0,0 1 0,-6-10 0,0-1 0,-7-8 0,3 4 0</inkml:trace>
  <inkml:trace contextRef="#ctx0" brushRef="#br0" timeOffset="126">27104 7926 8912,'-18'8'0,"9"1"0,1 3 0,8-1 0,2-5 0,4 5 0,5-7 0,12 2 0,6-4 0,11-4 0,4-4 0,0-5 0,6 1 0,-4-1 0,3-3 0,3-9 0,0 4 0,-1-4 0,-7 4 0,-4 2 0,-3 0 0,-10 0 0,-3-1 0</inkml:trace>
  <inkml:trace contextRef="#ctx0" brushRef="#br0" timeOffset="127">28136 7599 8912,'-11'0'0,"-1"0"0,-1 0 0,5-2 0,2-3 0,5 1 0,1-8 0,0-1 0,7 0 0,5 1 0,3 5 0,2-1 0,0 4 0,1-7 0,1 7 0,2-2 0,2 4 0,0 2 0,-6 0 0,-8 2 0,-3 4 0,-4 5 0,-2 5 0,-2 8 0,-4 5 0,-9-2 0,-8 1 0,0 1 0,6 6 0,-6-7 0,2-1 0,4 0 0,3-1 0,11-5 0,-3 2 0,4-4 0,4-3 0,4-5 0,9 3 0,10-9 0,2-1 0,3-2 0,3 0 0,1 4 0,0-4 0,1 3 0,-1-3 0,1-2 0,-9 6 0,-3 0 0,-3-1 0,-5-3 0,-4 4 0,-3 4 0,-18 7 0,-7 0 0,-2 0 0,-10 0 0,1 2 0,-7 4 0,3-3 0,3 2 0,4-2 0,0-3 0,6-2 0,-4-4 0,4 5 0,2-14 0,7-4 0,5-15 0,10-16 0,5-11 0</inkml:trace>
  <inkml:trace contextRef="#ctx0" brushRef="#br0" timeOffset="128">28979 7221 8912,'18'10'0,"-9"-1"0,-3-3 0,-4-2 0,-2 7 0,-6 3 0,0 9 0,-5-2 0,3 9 0,1 6 0,-1 8 0,0 6 0,3 2 0,3 5 0,-4 0 0,4 1 0,2-9 0,0-3 0,0-6 0,0 0 0,0-5 0,0-5 0,0-13 0,0 1 0,0-9 0,0-9 0,0-9 0</inkml:trace>
  <inkml:trace contextRef="#ctx0" brushRef="#br0" timeOffset="129">29444 7513 8912,'-17'0'0,"5"6"0,1 0 0,5 5 0,-5-5 0,7 7 0,-2 1 0,4 5 0,2 4 0,0 5 0,0-5 0,2 6 0,4-6 0,-2 0 0,7-6 0,1-2 0,7-3 0,2-5 0,2 1 0,0-6 0,-6 4 0,0-12 0,0-4 0,0-7 0,-7-6 0,-4 0 0,-4 1 0,-2-3 0,0 0 0,0-4 0,-8-3 0,-3 3 0,1 4 0,-1 2 0,-1 4 0,-5 2 0,0 0 0,-1 7 0,1-5 0,0 5 0</inkml:trace>
  <inkml:trace contextRef="#ctx0" brushRef="#br0" timeOffset="130">30253 7445 8912,'0'-18'0,"-2"1"0,-4 0 0,-3 6 0,-9-1 0,1 8 0,-2-1 0,-4 3 0,-6 2 0,-5 3 0,-6 9 0,4 7 0,-5 15 0,7 1 0,5-1 0,4 6 0,8 0 0,6 1 0,1-9 0,3-1 0,3-3 0,4-12 0,5 1 0,5-12 0,7 1 0,6-4 0,0-2 0,8-8 0,-3-3 0,3-12 0,-2-6 0,3 3 0,-5-3 0,0-2 0,-4-1 0,-4-2 0,-2-1 0,0 1 0,0-1 0,-7 9 0,-4 3 0,3 4 0,-7 11 0,4 8 0,-10 17 0,-2 18 0,-1 9 0,1 13 0,4-2 0,-4 8 0,4-2 0,2 2 0,0 4 0,0-6 0,0 1 0,0-5 0,0-6 0,0-5 0,-1-2 0,-5-4 0,0-9 0,-11 3 0,2-11 0,-14 0 0,-7-9 0,-10-3 0,-4 0 0,-2-1 0,1-2 0,-1-8 0,0 0 0,1 0 0,7-8 0,4-3 0,11 1 0,6-1 0,0-1 0,6-5 0,-2 0 0,13 0 0,-5-1 0,5 1 0,0-8 0,6-1 0</inkml:trace>
  <inkml:trace contextRef="#ctx0" brushRef="#br0" timeOffset="131">30838 7290 8912,'-6'11'0,"-1"1"0,-1 1 0,0 4 0,4 6 0,3 8 0,1 15 0,0 1 0,0 17 0,0 0 0,0 3 0,0 2 0,0-2 0,0-4 0,0-6 0,0-5 0,0-6 0,1-6 0,5-4 0,-4-1 0,6-18 0,-8-12 0,0-18 0,0-14 0</inkml:trace>
  <inkml:trace contextRef="#ctx0" brushRef="#br0" timeOffset="132">30838 7531 8912,'0'-27'0,"-2"-6"0,-4 5 0,4 3 0,-3 2 0,10 6 0,7 5 0,3 3 0,2 3 0,2 4 0,4-4 0,4 6 0,8 6 0,-1 6 0,0 3 0,-1 2 0,-4 0 0,1 0 0,-7 1 0,-8 5 0,-9-1 0,-4 3 0,-2-2 0,-9-2 0,-9 8 0,-7 1 0,-1 3 0,-7-4 0,5-1 0,1 1 0,-2 5 0,2 1 0,-1-1 0,3-5 0,8-1 0,-1-7 0,3 4 0,4-2 0,5 0 0,6-6 0,6-5 0,9-8 0,8 1 0,15-3 0,2-2 0,2-7 0,4-5 0,2-3 0,7-4 0,3-4 0,-3-6 0,-1-11 0,-3-4 0</inkml:trace>
  <inkml:trace contextRef="#ctx0" brushRef="#br0" timeOffset="133">31406 6619 8912,'0'18'0,"2"-7"0,3 0 0,11 1 0,11 7 0,3 4 0,6 6 0,12 5 0,4 6 0,0 6 0,5 11 0,4 10 0,-30-29 0,-1 1 0,1-1 0,-1 2 0,0 0 0,-2 2 0,-2 3 0,-1 2-214,0 1 0,-4 1 1,-3 1-1,-3 1 214,-5 1 0,-3 0 0,3 37 0,-10-3 0,-12-11 37,-11-1 0,-11 3 1,-20-3-1,-3-1-37,-6-2 0,-4-3 0,-2 1 0,2-2 0,4-4 0,-4 0 0,8-8 0,3 1 0,7 1 0</inkml:trace>
  <inkml:trace contextRef="#ctx0" brushRef="#br0" timeOffset="134">24746 6860 8912,'2'-31'0,"2"1"0,2-3 0,-3 5 0,-1 1 0,-2 6 0,0 2 0,-4 7 0,-7 3 0,-14 1 0,-11 4 0,-10 10 0,-11 6 0,-7 5 0,-2 6 0,-3 4 0,-2 9 0,-4 4 0,-5 6 0,9-2 0,4 2 0,6 1 0,6 3 0,3 9 0,6 4 0,6-4 0,11 1 0,8-1 0,8 4 0,5 0 0,8 6 0,8-4-154,3 9 0,10-1 154,2 1 0,8 7 0,-2 10 0,3-1 0,-15-42 0,1 1 0,-1 2 0,0 0 0,0 2 0,0 1 0,1 0 0,1 1 0,1 5 0,0 0 0,-5-6 0,1-1-153,1 2 0,0-1 0,-1-3 0,0-1 153,25 36 0,-3-4 0,8-13 0,-2-23 0,2-12 0,5-13 0,1-7 0,7-5 0,2-1 0,8-10 0,0-10 0,0-5-168,5-6 0,3-3 168,-3-9 0,-7 1 0,0-1 0,-7 1 0,-5 0 0,-5-1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5.876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9585 4367 8912,'0'-17'0,"-2"2"0,-2 1 0,-1 3 0,1-3 0,-4 5 0,3-3 0,-1 10 0,6 4 0,0 14 0,0 3 0,2 11 0,3 5 0,7 3 0,-3 2 0,3-6 0,1 1 0,3-1 0,3-1 0,2-5 0,4-7 0,1-7 0,-3-7 0,6-7 0,-8-2 0,2-3 0,-2-11 0,-2-8 0,0-3 0,-3-4 0,-9-1 0,5-3 0,-8 3 0,1 3 0,-3 4 0,-2 8 0,0 8 0,0 1 0,0 12 0,0 7 0,0 12 0,6 15 0,2 10 0,1 8 0,5 7 0,1 4 0,2 1 0,0-7 0,0-3 0,-5-5 0,-1-1 0,-7-8 0,2-4 0,-4-11 0,-2-7 0,-8-4 0,-3-7 0,-12 2 0,-6-7 0,-5-2 0,-6-2 0,3-4 0,-3-4 0,4-3 0,1-8 0,7-1 0,-1 1 0,8-8 0,-2-3 0,12-5 0,5-1 0,4-1 0,2 1 0</inkml:trace>
  <inkml:trace contextRef="#ctx0" brushRef="#br0" timeOffset="1">10291 4522 8912,'0'9'0,"0"1"0,0-4 0,0-4 0,0 5 0,0-7 0,7-2 0,7-3 0,7-5 0,8-1 0,3-1 0,2 1 0,1-7 0,7 1 0,-6 0 0,6 0 0</inkml:trace>
  <inkml:trace contextRef="#ctx0" brushRef="#br0" timeOffset="2">10635 4694 8912,'-17'26'0,"0"-3"0,-1-11 0,1 3 0,8-13 0,5 4 0,15-12 0,10-3 0,19-9 0,-1-1 0,7-4 0,-1 2 0,7-7 0,0 5 0,-1-6 0,1 0 0,0-5 0</inkml:trace>
  <inkml:trace contextRef="#ctx0" brushRef="#br0" timeOffset="3">11581 4126 8912,'-17'-19'0,"0"-2"0,0-2 0,0 2 0,1 2 0,5 2 0,-4 6 0,3-1 0,3 8 0,-3-1 0,1 12 0,-7 10 0,7 8 0,-1 10 0,9 7 0,-3 3 0,-2-1 0,2 2 0,1 0 0,5 6 0,0-1 0,0 1 0,0-6 0,2 0 0,1-1 0,3-1 0,0 4 0,-6-8 0,2 0 0,4-5 0,-5-7 0,5 1 0,-6-10 0,-6-2 0,-3 0 0,-8-7 0</inkml:trace>
  <inkml:trace contextRef="#ctx0" brushRef="#br0" timeOffset="4">11237 4608 8912,'0'-17'0,"0"-1"0,0 1 0,0 0 0,0 6 0,2 1 0,4 2 0,5 3 0,12 5 0,10-2 0,7-4 0,10 2 0,1-7 0,3 5 0,9-6 0,-8 1 0,5-6 0,-9 0 0</inkml:trace>
  <inkml:trace contextRef="#ctx0" brushRef="#br0" timeOffset="5">12029 4212 8912,'0'-17'0,"0"0"0,-2 7 0,-4 5 0,2-3 0,-7 2 0,-1 2 0,-5 10 0,-6 9 0,0 8 0,0 16 0,6-1 0,2 8 0,3 5 0,-1-1 0,7 13 0,1-8 0,5 3 0,0 1 0,0-2 0,7-1 0,5-11 0,1-6 0,-1-9 0,3-5 0,-4-8 0,5 0 0,1-15 0,0-4 0</inkml:trace>
  <inkml:trace contextRef="#ctx0" brushRef="#br0" timeOffset="6">12356 4419 8912,'-8'9'0,"6"-1"0,-5-8 0,9 0 0,3 0 0,5 0 0,7 0 0,0 0 0,0 0 0,6 2 0,0 2 0,-2 3 0,-2 3 0,-3 3 0,-5 10 0,3-2 0,-9 8 0,-1 1 0,-2 3 0,-4 1 0,-4 1 0,-3-3 0,-8-3 0,-6 1 0,0-7 0,6-2 0,5-9 0,8 3 0,-11-13 0,5 5 0</inkml:trace>
  <inkml:trace contextRef="#ctx0" brushRef="#br0" timeOffset="7">12683 4333 8912,'-6'11'0,"0"1"0,-7-1 0,1 6 0,-3 0 0,-2 1 0,2 5 0,1 1 0,5 1 0,1 0 0,2 6 0,6-3 0,2 5 0,4 1 0,5-7 0,12-4 0,-2-6 0,6-4 0,0-3 0,0-2 0,-6-3 0,11-5 0,-5 0 0</inkml:trace>
  <inkml:trace contextRef="#ctx0" brushRef="#br0" timeOffset="8">12803 4075 8912,'-7'-17'0,"-3"7"0,0 2 0,7 8 0,14 0 0,3 4 0,14 6 0,5 7 0,5 2 0,-2 8 0,4 1 0,-3 7 0,-3 5 0,-5-2 0,0 8 0,-8 2 0,2 9 0,-12 4 0,-9 10 0,-12 1 0,-13 3 0,-9 1 0,-8-1 0,-6-12-178,-12 0 0,-3-8 1,-8-3-1</inkml:trace>
  <inkml:trace contextRef="#ctx0" brushRef="#br0" timeOffset="9">22337 3817 8912,'11'-19'0,"-1"-2"0,-2-4 0,-5 0 0,-1 0 0,-2 4 0,-2 4 0,-3 6 0,3 12 0,-4 17 0,2 8 0,0 16 0,-1 10 0,1 9 0,-4 6 0,2 2 0,-1 0 0,1-1 0,4-1 0,-4-4 0,4-5 0,2-5 0,0-1 0,8-1 0,2 1 0</inkml:trace>
  <inkml:trace contextRef="#ctx0" brushRef="#br0" timeOffset="10">22801 3989 8912,'-24'9'0,"5"1"0,-4-4 0,3 7 0,3 8 0,0 6 0,0 5 0,2-1 0,3-3 0,4 1 0,8 6 0,2-9 0,4-3 0,4-6 0,9-5 0,4-6 0,5-5 0,-1-2 0,2-5 0,1-8 0,3-7 0,-6-11 0,-4-8 0,-6-2 0,-6 2 0,3 3 0,-9-3 0,-3 4 0,-5 2 0,-1 5 0,-8 0 0,-5 14 0,-6-2 0,-6 11 0,5 2 0,-1 10 0,0 11 0,4 8 0,9 9 0,5 1 0,7-1 0,7-7 0,3 5 0,7-5 0</inkml:trace>
  <inkml:trace contextRef="#ctx0" brushRef="#br0" timeOffset="11">23283 4006 8912,'-9'-15'0,"-7"1"0,-5 5 0,0 1 0,-3 2 0,1 6 0,-8 2 0,2 4 0,3 9 0,-1 10 0,4 0 0,8 0 0,-3 5 0,7-1 0,3-4 0,2-2 0,5-4 0,1-2 0,7-2 0,5-3 0,3-4 0,2-8 0,0 0 0,1 0 0,-1-8 0,0-4 0,0-3 0,0-2 0,1 0 0,-1 0 0,-6-1 0,1 1 0,-3 6 0,5 1 0,-3 3 0,1-5 0,5 6 0,0 8 0,0 10 0,-1 11 0,-5 5 0,4 12 0,-3 6 0,-4 6 0,-3 5 0,3 4 0,-2 8 0,-3-2 0,-8-4 0,-7-6 0,-3-3 0,-10-10 0,-4-4 0,-1-8 0,1-9 0,-1-2 0,7-15 0,-6 0 0,6-6 0,2-14 0,9-3 0,-1-13 0,7-5 0,1-1 0,5-10 0,7-7 0,3-9 0</inkml:trace>
  <inkml:trace contextRef="#ctx0" brushRef="#br0" timeOffset="12">23748 4023 8912,'-6'-17'0,"-1"2"0,-1 1 0,0 3 0,1 5 0,1-5 0,4 15 0,-6 3 0,10 18 0,4 0 0,5 0 0,5 3 0,1-5 0,6 2 0,0-2 0,2-4 0,-2 4 0,-4-10 0,4-1 0,-4-6 0,-2 5 0,0-7 0,0 2 0,1-6 0,-1-6 0,-2-4 0,-1-9 0,-5-2 0,-1-2 0,-2-5 0,-6 5 0,1 2 0,5 2 0,-4 1 0,4 1 0,-4 15 0,0 10 0,1 11 0,3 10 0,2 11 0,-4 6 0,3 5 0,3 7 0,-6 3 0,1 7 0,-1-5 0,2 1 0,-4-9 0,4 2 0,-6-7 0,-6-10 0,2-2 0,-7-15 0,-5-2 0,-5-2 0,2-9 0,-4-4 0,-2-5 0,2-1 0,0-7 0,6-5 0,2-5 0,3-6 0,5-3 0,7-9 0,0-1 0,0-4 0,7-4 0,5-8 0,11 1 0,4-1 0</inkml:trace>
  <inkml:trace contextRef="#ctx0" brushRef="#br0" timeOffset="13">24901 4144 8912,'-17'0'0,"0"0"0,-1 0 0,1 0 0,8 0 0,32 0 0,1-8 0,28-4 0,-4-1 0,-4 2 0,2-3 0,-12 9 0,4-1 0,-9 6 0,-4-8 0,0-1 0</inkml:trace>
  <inkml:trace contextRef="#ctx0" brushRef="#br0" timeOffset="14">24935 4573 8912,'-17'27'0,"0"-2"0,7-15 0,3-3 0,28-22 0,7-8 0,7-8 0,3 3 0,0 1 0,4 0 0,2 0 0,-5 6 0,3-1 0,-2 1 0,0-2 0,8-4 0,-4-8 0</inkml:trace>
  <inkml:trace contextRef="#ctx0" brushRef="#br0" timeOffset="15">25916 3697 8912,'-7'9'0,"-5"-3"0,3 1 0,-3-1 0,6 2 0,-5-2 0,-1 7 0,3 8 0,-5 6 0,9 7 0,-3 8 0,2 4 0,4 9 0,-3 3 0,3 1 0,2-4 0,2 3 0,3-3 0,5-7 0,7-2 0,0-14 0,1 2 0,-1-16 0,0-1 0,-7-11 0,5-6 0,-6-10 0</inkml:trace>
  <inkml:trace contextRef="#ctx0" brushRef="#br0" timeOffset="16">26295 4126 8912,'-27'27'0,"2"-4"0,2-4 0,0-2 0,0 2 0,8 2 0,2 2 0,1-2 0,8-7 0,-1-3 0,5-1 0,5 1 0,7-3 0,11-8 0,6-2 0,3-4 0,8-3 0,0-9 0,-1 1 0,-9 0 0,-3-2 0,-2-4 0,-2 4 0,-6-4 0,-6 4 0,-1 0 0,-2-2 0,-5-2 0,-1 0 0,-9 8 0,-5 3 0,-3-3 0,-2 13 0,0-6 0,-1 8 0</inkml:trace>
  <inkml:trace contextRef="#ctx0" brushRef="#br0" timeOffset="17">26880 3989 8912,'-17'-8'0,"-6"6"0,0-3 0,-8 3 0,3 2 0,-5 0 0,-1 0 0,1 7 0,4 7 0,7 5 0,2 4 0,3 1 0,0-1 0,7 2 0,5 4 0,3-4 0,2-8 0,0 0 0,2-2 0,3-3 0,7-6 0,3-4 0,2-2 0,1-2 0,-1-4 0,2-4 0,4-7 0,-4 0 0,4 0 0,-4 0 0,-2-1 0,0 7 0,1-1 0,-1 7 0,0-7 0,-5 8 0,-1-1 0,1 7 0,-3 9 0,4 2 0,-7 16 0,6 7 0,-5 10 0,1 4 0,0 1 0,-1 9 0,-1 3 0,-4-2 0,4 2 0,-12-8 0,-6 3 0,-3-13 0,-2-4 0,-8-13 0,-4-5 0,-9-4 0,-2-2 0,0-7 0,5-4 0,3-6 0,3-6 0,-1-4 0,7-7 0,6-8 0,5-3 0,8-12 0,-3-4 0</inkml:trace>
  <inkml:trace contextRef="#ctx0" brushRef="#br0" timeOffset="18">27706 3765 8912,'0'-17'0,"-8"0"0,-1 0 0,-3 1 0,1 5 0,-1-2 0,-7 7 0,-2 2 0,-2 2 0,0 10 0,6 3 0,0 20 0,0 9 0,-1 10 0,1 7 0,2-2 0,3 8 0,7 2 0,3 2 0,2 4 0,0 3 0,0-11 0,0 0 0,0-7 0,0-5 0,0-7 0,0-4 0,2-11 0,3-6 0,-3-4 0,4-2 0,4-7 0,-8-10 0,5-10 0</inkml:trace>
  <inkml:trace contextRef="#ctx0" brushRef="#br0" timeOffset="19">27310 4315 8912,'-7'18'0,"5"-9"0,-6-1 0,10-8 0,4 0 0,11-8 0,11-3 0,18 1 0,8-1 0,5-3 0,6-1 0,8-2 0,1 0-773,1 0 0,-6-1 0,0 1 0</inkml:trace>
  <inkml:trace contextRef="#ctx0" brushRef="#br0" timeOffset="20">28308 3834 8912,'-17'10'0,"0"-5"0,5-3 0,1-2 0,-6 6 0,-6 0 0,0 13 0,6 2 0,-3 7 0,-2 9 0,8 14 0,-3 1 0,4 11 0,-5 0 0,9-2 0,3 2 0,4-7 0,2 1 0,2-5 0,4-7 0,1-5 0,5-11 0,3-4 0,-3-10 0,3-3 0,2-7 0,0-10 0,1-12 0,-1-18 0,0-9 0</inkml:trace>
  <inkml:trace contextRef="#ctx0" brushRef="#br0" timeOffset="21">28343 4058 8912,'17'-8'0,"-6"4"0,1-7 0,-6 5 0,5-6 0,-5 9 0,5-3 0,6 4 0,6 2 0,0 0 0,2 0 0,-6 0 0,4 0 0,2 8 0,-2 3 0,0 10 0,-6 2 0,-7 8 0,-4-3 0,-5 10 0,-1 3 0,-9-1 0,-8-6 0,-2 0 0,-10 1 0,2-1 0,-2 1 0,5-9 0,6-3 0,3-9 0,4-3 0,11-17 0,11-5 0,20-12 0,5-11 0</inkml:trace>
  <inkml:trace contextRef="#ctx0" brushRef="#br0" timeOffset="22">28825 3954 8912,'0'12'0,"0"-1"0,-2-5 0,-4 6 0,-4 5 0,-7 6 0,0 1 0,2 1 0,1 8 0,3 5 0,1 4 0,-1-2 0,3-4 0,8 5 0,0-5 0,0-2 0,10-7 0,7-4 0,0-12 0,6-5 0,4-4 0,1-2 0,-3 0 0,8-15 0,-6-4 0</inkml:trace>
  <inkml:trace contextRef="#ctx0" brushRef="#br0" timeOffset="23">28979 3679 8912,'10'8'0,"0"-6"0,-5 4 0,5 3 0,7 3 0,2 3 0,4 4 0,6 6 0,3 9 0,3 10 0,-3 13 0,-3 7 0,-6 2 0,-12 11 0,-5 1 0,-4 0 0,-2-3 0,-8-4 0,-5-3 0,-6 1 0,-4 0 0,-8 0 0,4 0 0</inkml:trace>
  <inkml:trace contextRef="#ctx0" brushRef="#br0" timeOffset="24">2461 15904 8912,'-8'17'0,"-3"-2"0,-5-3 0,7-7 0,5-10 0,8-7 0,-2-3 0,13-2 0,-3-1 0,-5 7 0,-1 0 0,2 5 0,-3-6 0,9 9 0,-12-5 0,7 2 0,-3 0 0,5 3 0,-1-5 0,1 2 0,-5-5 0,6 5 0,-7-2 0,7 3 0,-1 3 0,7-12 0,-1 9 0,0-1 0,-2 4 0,-1-2 0,-3-2 0,1 1 0,5 5 0,0 0 0,0 0 0,0-2 0,1-4 0,-1 4 0,0-4 0,0 3 0,0-3 0,-5 4 0,-1-4 0,1 4 0,5 2 0,0 0 0,0 0 0,1-5 0,-1-1 0,0 2 0,0-4 0,1 3 0,-7-1 0,0 6 0,1 0 0,5 0 0,-5-2 0,-1-4 0,1 4 0,5-3 0,0 3 0,0 2 0,0 0 0,1 0 0,-1 0 0,0 0 0,0 0 0,0-6 0,1 0 0,-1-1 0,0 1 0,6 4 0,0-4 0,0 2 0,-6-1 0,0 3 0,1-4 0,-1 2 0,0 0 0,0-1 0,0 1 0,1 2 0,-1 2 0,0-6 0,0 1 0,-5-3 0,-1 2 0,1 4 0,5-3 0,0-3 0,0 2 0,0-2 0,1 3 0,-1 1 0,0-8 0,0 3 0,0-4 0,1 3 0,-1 2 0,6-5 0,0 2 0,0 1 0,-6-1 0,0 5 0,0-6 0,-5 9 0,-1-3 0,1 4 0,5 2 0,0 0 0,0 0 0,1 0 0,-1 0 0,0-6 0,0 0 0,2 1 0,4 5 0,-4-6 0,4 0 0,2-1 0,-2 1 0,2 4 0,-2-4 0,-4-1 0,4 1 0,-4 0 0,-2-2 0,-5 7 0,-1-5 0,1-2 0,5 2 0,-2-1 0,-3 1 0,3 4 0,-3-4 0,-3-1 0,3 1 0,-7-5 0,7 5 0,-6 0 0,3 4 0,1-2 0,-1-1 0,-3-3 0,5 2 0,-5 4 0,6-3 0,-1-3 0,6 2 0,1-5 0,-1 5 0,6-7 0,0 1 0,0 3 0,-6-3 0,6 7 0,0-7 0,2 6 0,-4-3 0,1 1 0,1-3 0,-5 5 0,-7 0 0,1 6 0,-1-2 0,6-3 0,-5 3 0,-1-4 0,1 4 0,5 2 0,0-6 0,0-1 0,2-1 0,4 0 0,-4-5 0,4 2 0,2 1 0,-2-2 0,2 1 0,-2-6 0,-4 5 0,4 1 0,2 1 0,-2-1 0,0-2 0,-6 7 0,6-6 0,0 5 0,-2-1 0,-2 0 0,0-3 0,4 5 0,-4-5 0,4 5 0,-2-2 0,2 3 0,-4 1 0,4-8 0,2 7 0,-2-7 0,2 6 0,-2-5 0,-2 5 0,6-5 0,-1-3 0,1-1 0,2-2 0,5 0 0,-5-6 0,0 0 0,-3 0 0,3 6 0,-2 0 0,-4-1 0,-4 1 0,4 0 0,-4 6 0,-2-1 0,0 6 0,1-3 0,-3-1 0,-4 1 0,10 3 0,-3-5 0,3 5 0,-4-6 0,2 3 0,4-3 0,2-3 0,4 4 0,3-5 0,-3-1 0,1 0 0,-1 0 0,3 0 0,-3-1 0,-4 3 0,-2 4 0,2-5 0,-2 5 0,-2-4 0,-2-3 0,-2 7 0,0-1 0,1 1 0,-1-6 0,0 1 0,0 5 0,0-4 0,1 3 0,-1-1 0,0 1 0,6-3 0,0 4 0,6-5 0,-6-1 0,-1 0 0,3 0 0,0 0 0,4-1 0,3 1 0,-3 0 0,-2 0 0,2 0 0,-3-1 0,3 1 0,-4 2 0,-8 4 0,0-5 0,0 5 0,6-4 0,0-1 0,-2 5 0,-2-5 0,-1 5 0,-1 1 0,0-1 0,-5 0 0,-1-7 0,1 7 0,5-1 0,0 1 0,0-6 0,0 0 0,1 1 0,-1 3 0,0 1 0,6 1 0,0-6 0,-6 5 0,-5 1 0,-1 1 0,6-1 0,0-4 0,3 3 0,1-1 0,2 1 0,1-3 0,-1 4 0,-2-5 0,8-1 0,-6 0 0,6 0 0,-6 1 0,5 5 0,-7-4 0,2 3 0,-4-1 0,-1 1 0,1-3 0,0 4 0,0-3 0,-4 3 0,-1-5 0,3 5 0,-2 1 0,-3-1 0,3 0 0,-4-7 0,3 7 0,-3-1 0,5 3 0,-5-3 0,2-3 0,-1 4 0,3 1 0,-3-1 0,3 5 0,2-6 0,0 3 0,1-4 0,1 1 0,4-1 0,-2 3 0,7-1 0,-1-1 0,2-5 0,1 6 0,-7-1 0,8 3 0,-2-3 0,-5-1 0,-1 7 0,-3-7 0,-3 1 0,0 3 0,0-3 0,0-1 0,-1 3 0,-5-1 0,4 7 0,-5-9 0,7 7 0,-5-6 0,-1 7 0,-5-7 0,5 6 0,1-7 0,5 2 0,0 1 0,0-1 0,1-3 0,-1-1 0,2-2 0,4 0 0,-4 1 0,4 5 0,-4-4 0,-2 3 0,1-1 0,-1 1 0,0-1 0,0 5 0,0-1 0,-5 3 0,-1-6 0,1 9 0,5-11 0,0 9 0,0-7 0,1 6 0,1-7 0,4 2 0,-4 1 0,4-1 0,-4 1 0,-2-3 0,2 3 0,4 2 0,-4-5 0,4 2 0,-4 3 0,-1 2 0,-7-1 0,1 1 0,-1-6 0,6 7 0,-5-7 0,-1 6 0,1-5 0,5 3 0,0-1 0,0-3 0,0-5 0,-5 6 0,-1-1 0,1 6 0,5-5 0,-2 5 0,-3-5 0,3 5 0,-3-5 0,3 5 0,2-4 0,0 3 0,1-7 0,-1 3 0,0 1 0,0-1 0,0 5 0,1-5 0,-1 5 0,0-6 0,0 7 0,0-7 0,1 7 0,-1-7 0,0 6 0,0-3 0,-1-1 0,-5 1 0,4 3 0,-3-5 0,3 5 0,2-6 0,6 3 0,0-3 0,0-3 0,-6 4 0,2-3 0,4 3 0,-3-5 0,2 5 0,-2-4 0,-3-3 0,2 7 0,4 0 0,-4-1 0,4-5 0,-4 2 0,-2 3 0,-1-3 0,-5 3 0,10-3 0,-4-2 0,6 0 0,-2 1 0,4 3 0,2 2 0,-4-1 0,5-5 0,1 0 0,6 0 0,-7-1 0,1 1 0,-2 0 0,1 0 0,3 0 0,-8 1 0,-2 3 0,-2 2 0,-2-1 0,1-5 0,-1 0 0,0-1 0,0 3 0,0 4 0,6-8 0,0 7 0,2-7 0,-2 8 0,-4-5 0,6-1 0,-2 0 0,0 0 0,0 0 0,-6-1 0,0 3 0,0 4 0,6-5 0,0 5 0,0-4 0,-5-3 0,1 1 0,4 0 0,-2 0 0,7 0 0,-5-1 0,6 1 0,2-2 0,1-4 0,-3 4 0,-1-4 0,-5 4 0,6 2 0,-6 0 0,6-1 0,-8 1 0,2 0 0,1 0 0,-1 0 0,0-2 0,-4-2 0,3-2 0,0 2 0,1 2 0,-5 1 0,6 1 0,5 0 0,-2-6 0,2 0 0,-1 0 0,7 6 0,1-6 0,4 0 0,-3-5 0,3 5 0,-10-6 0,-1 6 0,2 0 0,1-2 0,-5 6 0,-4-4 0,-4 4 0,-2 2 0,2 0 0,4 0 0,-6-1 0,1 1 0,-1 0 0,-6 0 0,10-6 0,2 0 0,2 0 0,-4 4 0,4-2 0,2-2 0,1-2 0,7 2 0,-6 2 0,-1-7 0,7 5 0,5-6 0,2 6 0,-2-6 0,-4 3 0,4-3 0,-5-2 0,-6 8 0,1-5 0,-5 5 0,-2 0 0,-4-2 0,2 6 0,-9-4 0,3 4 0,2 2 0,0 0 0,1-1 0,-1 1 0,0 0 0,2 0 0,2 0 0,2-1 0,2 1 0,-2 0 0,-2-2 0,8-4 0,-3 4 0,3-4 0,2 4 0,-8 2 0,7 0 0,-1-1 0,-2-5 0,1 0 0,-1 1 0,4 2 0,-3-1 0,3-1 0,-4-7 0,1 6 0,-5 0 0,6 6 0,-6-6 0,6 0 0,-8-2 0,2 2 0,-4 4 0,0-4 0,2 4 0,2 2 0,0 0 0,-6 0 0,0-1 0,0 1 0,6 0 0,0 0 0,6 0 0,-6-1 0,6 7 0,-5-1 0,3-1 0,4-2 0,-4-2 0,1-1 0,-7 1 0,2 0 0,2 2 0,-2 3 0,0-3 0,-6 4 0,0-5 0,1-1 0,-1 2 0,-2 1 0,-2 3 0,-1-2 0,-1-3 0,7-1 0,-1 0 0,0 0 0,0-1 0,0 1 0,3 0 0,3 0 0,-2-6 0,7 0 0,-7 0 0,4 4 0,-2-2 0,0-2 0,6 0 0,-6 6 0,0 0 0,-6 0 0,0-1 0,0 1 0,0 0 0,1 0 0,-1 2 0,0 3 0,0-3 0,0 3 0,6-3 0,0-2 0,0 0 0,2-1 0,-6 1 0,4 0 0,2 0 0,-2 0 0,0-1 0,-6 1 0,0 0 0,1 0 0,-1 0 0,0 0 0,-2-1 0,-3 1 0,3 0 0,-3 0 0,3 0 0,2-1 0,-5 1 0,-1 0 0,2-2 0,10-4 0,-2-2 0,8-4 0,-6-1 0,6 7 0,-3-6 0,3 6 0,2-5 0,-8 5 0,0 0 0,-6 6 0,0 0 0,0-1 0,0 1 0,1 0 0,-7 0 0,1 0 0,-3 5 0,3 1 0,3-1 0,-4-5 0,-1 0 0,1 0 0,1-3 0,5-1 0,0 0 0,1 6 0,-7-2 0,0 6 0,-1-5 0,2-1 0,3 6 0,-4-1 0,-1 3 0,-1-5 0,1 3 0,0-3 0,-5-1 0,7-2 0,-7 2 0,7 3 0,-6-9 0,5 4 0,-5-4 0,5 4 0,-5 0 0,6-1 0,-7-5 0,7 0 0,-6 1 0,3 4 0,-1 1 0,-4 0 0,-1 0 0,3 0 0,-2-1 0,7 1 0,-7 6 0,2-1 0,4 1 0,-3-6 0,5-1 0,-3 9 0,-3 3 0,-4-3 0,11 5 0,-7-8 0,5 7 0,-5-7 0,0 8 0,-4-9 0,4 7 0,-5-1 0,5 1 0,-4 4 0,6-13 0,-6 11 0,3-8 0,5 1 0,-8-6 0,11 5 0,-7 1 0,0 7 0,-4-9 0,3 7 0,-3-8 0,6 13 0,-8-7 0,0 8 0,0 0 0,-2 6 0,-4-1 0,-3 9 0,-8-5 0</inkml:trace>
  <inkml:trace contextRef="#ctx0" brushRef="#br1" timeOffset="25">19102 16058 8912,'0'10'0,"0"-2"0,0-8 0,0 0 0,0-8 0,2 6 0,3-4 0,-1 4 0,6 0 0,-3-3 0,7 3 0,-7-13 0,7 5 0,-3-1 0,3-1 0,-5 3 0,3-3 0,-3-3 0,3 3 0,3 3 0,-4-3 0,5 1 0,1-6 0,-2-1 0,-3 1 0,3 6 0,-2-1 0,6-1 0,4-2 0,0-3 0,-5 1 0,5 0 0,-1 0 0,9-6 0,-2 0 0,3 0 0,3 6 0,-7-2 0,1-4 0,0 4 0,5-4 0,-5 4 0,-2 2 0,-3-1 0,-3 1 0,4 0 0,-2 0 0,0 0 0,-6-1 0,1-4 0,-1-1 0,0 0 0,0 5 0,2 1 0,4 0 0,-2-6 0,8 0 0,0-2 0,5 4 0,1-2 0,-1 2 0,6 0 0,0-1 0,6 1 0,-6-8 0,0 8 0,-5-2 0,-1 2 0,1-2 0,-3 4 0,-3-2 0,-6 6 0,-4 3 0,4 1 0,0-7 0,0 7 0,-6 0 0,0-1 0,0-5 0,1-2 0,-1-4 0,6 4 0,0-4 0,2 2 0,-2-2 0,-2 2 0,5-6 0,1 2 0,0 4 0,-4 2 0,6 2 0,-7 0 0,7 0 0,-6-1 0,6 1 0,-6 0 0,5 0 0,-5 0 0,6-1 0,-2 1 0,1 0 0,3-6 0,-6 0 0,2 0 0,3-2 0,-5 6 0,-2-4 0,2-1 0,-2 1 0,7-2 0,-1 2 0,-2 4 0,2-4 0,-6 4 0,5 2 0,1-1 0,5 1 0,1-6 0,-1 0 0,1 0 0,-1 6 0,2-2 0,4-4 0,-9 4 0,4-4 0,-5 2 0,5-2 0,-3 2 0,-3-7 0,1 7 0,-7-2 0,6 4 0,-6 1 0,7-1 0,-1-4 0,-4 6 0,-2 0 0,2 0 0,-2 5 0,5-3 0,-5-2 0,2 5 0,-2 1 0,-4 5 0,4-5 0,-4 5 0,-1-6 0,-1 1 0,0-6 0,6 0 0,0-1 0,6 1 0,-6 0 0,-2 0 0,-2 0 0,-2-1 0,0 1 0,0 6 0,0-1 0,-5 3 0,-1-3 0,1-1 0,5 7 0,-2-7 0,-3 1 0,3-3 0,-3-2 0,3 0 0,2 0 0,6-1 0,0 1 0,0 0 0,-6 0 0,6 0 0,0-1 0,6-5 0,-6 1 0,7-1 0,-1 5 0,4 1 0,1 0 0,0-2 0,1-4 0,-7 4 0,-1-2 0,-2 6 0,-4 3 0,4 1 0,-2-7 0,0 7 0,-6 0 0,0 1 0,0-1 0,1-5 0,-1 5 0,0-4 0,0-3 0,1 1 0,-1 0 0,0-2 0,0-4 0,6 4 0,0-4 0,0 6 0,-6 5 0,6-3 0,0 3 0,2 3 0,-2-3 0,-4 3 0,4-3 0,2-3 0,0 6 0,0-3 0,-1 1 0,7-1 0,-2-5 0,1 0 0,-1 0 0,3-6 0,-3 0 0,-2 0 0,2 6 0,-8-1 0,2 1 0,-2 2 0,2 4 0,-4-5 0,4 5 0,-4-4 0,-2-3 0,0 7 0,0-1 0,1 1 0,1-6 0,2 0 0,2-1 0,7 1 0,-1 0 0,-2-2 0,1-4 0,5 4 0,1-4 0,5 4 0,-11 2 0,-1-1 0,2 1 0,-8 2 0,2 3 0,-4-3 0,0 6 0,2-3 0,2 1 0,0-1 0,-6-5 0,0 0 0,0 0 0,1-1 0,-1 1 0,6 2 0,0 4 0,0-5 0,-6 5 0,2-3 0,4 3 0,-2-2 0,8 7 0,-6-7 0,5 1 0,1-3 0,5-2 0,1 5 0,-1 1 0,1-1 0,-1-5 0,0 0 0,-1 0 0,-2-1 0,-3 1 0,-5 0 0,6 0 0,-8 0 0,2-1 0,2 1 0,-2 0 0,0 0 0,-6 0 0,6-2 0,0-4 0,5 4 0,-3-6 0,2 2 0,4 0 0,1-6 0,3 6 0,-1 0 0,0 6 0,-5 0 0,0 0 0,-6 0 0,5-1 0,-5 3 0,6 4 0,-8-5 0,2 5 0,4-4 0,1-3 0,-1-1 0,2-4 0,-2 4 0,1-4 0,5 2 0,-5-2 0,-3 6 0,-2 0 0,-4 0 0,-1 5 0,-1 3 0,0-3 0,0 3 0,0-5 0,1 3 0,-1-2 0,2-3 0,4-1 0,-2 0 0,8 0 0,-1-6 0,7 0 0,1-6 0,4 6 0,-3-5 0,3 3 0,-6 0 0,-5 0 0,3 0 0,-3 2 0,-4 4 0,-2-4 0,2 4 0,-2 2 0,0 6 0,-6-1 0,0 1 0,0-7 0,2 1 0,4 0 0,-2-6 0,8 0 0,-6 0 0,6 6 0,-6 0 0,5 0 0,-1 0 0,2-1 0,-4 3 0,-1 4 0,-5-3 0,4 9 0,-3-7 0,-3 6 0,-6-5 0,1 5 0,-1-7 0,6 5 0,1-3 0,-1-5 0,0 5 0,2 1 0,2-1 0,4-2 0,2-3 0,-6-1 0,2 0 0,4 0 0,1-1 0,-1 1 0,2 0 0,-6 0 0,5 0 0,-1 0 0,2-1 0,3-5 0,-3 0 0,3-5 0,3 5 0,5-6 0,0 6 0,4-5 0,-9 5 0,3 0 0,-11 6 0,-1-1 0,-3 1 0,2 0 0,-2 0 0,-6 5 0,-5 1 0,-1 1 0,6-1 0,1-4 0,-1 5 0,0-1 0,0-1 0,0 1 0,1-7 0,7-1 0,3-4 0,-1 4 0,2-4 0,-3 4 0,3 2 0,4 0 0,-5 0 0,-1 0 0,2-1 0,-8 7 0,2-1 0,2 1 0,-2-6 0,-1 5 0,-4 1 0,-1-1 0,0 3 0,0-6 0,1 3 0,1-1 0,4 1 0,-4-3 0,4 4 0,2-5 0,-3-1 0,3 0 0,-2 0 0,-4-1 0,4 1 0,2 2 0,-2 4 0,0-5 0,-6 5 0,1-3 0,-1 3 0,6-4 0,0 3 0,0-3 0,1-2 0,-4 0 0,2-1 0,3 1 0,0 2 0,2 1 0,4 3 0,-5 0 0,3-7 0,-8 1 0,2 0 0,0 6 0,-6-1 0,4 6 0,-9-5 0,3 7 0,2-2 0,-5-1 0,-1 1 0,1-7 0,3 9 0,-4-8 0,5 7 0,-5-7 0,4 6 0,3-5 0,-1-2 0,0-3 0,6 1 0,0 4 0,0-5 0,-4 5 0,2-5 0,2-1 0,0 0 0,-6 0 0,0 0 0,1 0 0,-1 1 0,0 5 0,0-5 0,0 5 0,-1 1 0,-5-1 0,4 0 0,-5-5 0,7 5 0,-5 1 0,-1 5 0,1-3 0,5-5 0,0 1 0,0-1 0,8 3 0,4-1 0,-2-1 0,1-5 0,1 0 0,5 0 0,-5-1 0,0 1 0,-8 2 0,2 3 0,-4-3 0,-2 4 0,0 1 0,0-1 0,1-3 0,-7 5 0,1-3 0,-1 1 0,6-6 0,0 5 0,1 1 0,1-1 0,4-5 0,3-2 0,11-2 0,1-2 0,2 2 0,0 0 0,-5-2 0,1 4 0,4-4 0,-9 4 0,3 2 0,-11 0 0,0-1 0,-2 1 0,2 0 0,-4-6 0,4 0 0,-4 0 0,-1 6 0,-1 0 0,0 0 0,0-1 0,0 3 0,1 2 0,-1 1 0,0 1 0,0-6 0,0 1 0,1 5 0,-1-4 0,0 3 0,0-1 0,0 1 0,6-3 0,0 4 0,6-5 0,-6-1 0,8 2 0,-3 3 0,-1-3 0,2 4 0,-3-5 0,3-1 0,2 0 0,-8 0 0,0 0 0,-6-1 0,0 7 0,0-1 0,0 1 0,1-6 0,-1 0 0,0-1 0,0 1 0,1 0 0,-1 0 0,0 0 0,6-1 0,0 1 0,0 0 0,-6 0 0,6-6 0,0 0 0,0 2 0,-6 10 0,0-5 0,0 5 0,1-4 0,-1-3 0,0 7 0,0-1 0,0 7 0,1-7 0,5 3 0,0-3 0,0-3 0,-6 5 0,2-1 0,4-1 0,-2 1 0,8-6 0,-3 0 0,3-1 0,2 1 0,-8 0 0,5 2 0,-5 1 0,-2 3 0,-2-2 0,-3 3 0,-5-1 0,12-1 0,-12-5 0,12 0 0,-9 5 0,-3 1 0,-1 5 0,1-5 0,3 5 0,-9-6 0,9 9 0,-5-13 0,3 12 0,-1-7 0,-5 7 0,6-2 0,-1-3 0,0 7 0,1-4 0,-6-1 0,5 1 0,-7 0 0,4 6 0,-8 0 0,0 0 0,-8 8 0,-9-6 0,-10 5 0</inkml:trace>
  <inkml:trace contextRef="#ctx0" brushRef="#br1" timeOffset="26">9723 13050 8912,'-10'2'0,"5"5"0,3 12 0,2 14 0,0 9 0,0 11 0,0 5 0,0 5 0,0 3 0,0 3 0,2-2 0,1-4 0,5-7 0,2-9 0,-7-5 0,3-9 0,-4-5 0,-2-5 0,8-11 0,-8-6 0,2-14 0,-6-9 0,-4-8 0,2-9 0,5-9 0,-5-2 0,4-11 0,2-1 0,0-6 0,0 6 0,0-1 0,2 7 0,2 1 0,1 4 0,9 10 0,-3 7 0,-1 10 0,1 2 0,3 7 0,9 10 0,-2 10 0,7 7 0,1 8 0,5 9 0,-5 8 0,0 4 0,-2-2 0,1 0 0,-3 0 0,0 0 0,-6-12 0,4 3 0,-6-7 0,-5 1 0,3-4 0,-4-8 0,5-7 0,1-3 0,0-14 0,0-3 0</inkml:trace>
  <inkml:trace contextRef="#ctx0" brushRef="#br1" timeOffset="27">10325 13222 8912,'0'-12'0,"0"1"0,0 7 0,0-2 0,0 12 0,-2 5 0,-3 12 0,3 4 0,-4 7 0,4 1 0,2-1 0,6 0 0,-1 1 0,9-8 0,-3-4 0,10-4 0,2-2 0,6-8 0,-6-3 0,0-12 0,-6-5 0,0-12 0,0-6 0,-5-5 0,-2-4 0,-3-2 0,-3 1 0,-10 3 0,-5 2 0,-6 1 0,-6 5 0,4 3 0,-4 8 0,-2 7 0,2 2 0,2 1 0,2 5 0,9-6 0,2 8 0,8 0 0</inkml:trace>
  <inkml:trace contextRef="#ctx0" brushRef="#br1" timeOffset="28">10755 13015 8912,'-11'-2'0,"-1"-3"0,7 3 0,-7-4 0,8 6 0,-1 6 0,3 3 0,2 8 0,0 1 0,0 1 0,0 2 0,0 2 0,2 5 0,3-5 0,-1 6 0,8-6 0,-1 0 0,6-6 0,-5 0 0,-1 0 0,1-7 0,5-4 0,-2-12 0,-3-6 0,-3-9 0,-3-2 0,-4-9 0,4-2 0,-4-1 0,-2-5 0,0 4 0,0 1 0,5 1 0,1 0 0,2 1 0,-4 4 0,3 7 0,3 2 0,1 11 0,5 3 0,-5 12 0,4 5 0,-3 12 0,-5 6 0,-1 11 0,2-4 0,-2 4 0,1 3 0,-1-3 0,2 0 0,5-8 0,-2-3 0,1-4 0,5-10 0,0-4 0,1-3 0,-1-8 0</inkml:trace>
  <inkml:trace contextRef="#ctx0" brushRef="#br1" timeOffset="29">11409 12448 8912,'-17'-10'0,"0"3"0,0 7 0,5 0 0,1 0 0,1 9 0,-3 8 0,3 10 0,3 6 0,1 7 0,6 0 0,0 8 0,0-3 0,8 5 0,3 2 0,4-6 0,3-1 0,1-8 0,4-3 0,-2-1 0,7-11 0,-7-1 0,2-9 0,-4-4 0,-1-8 0,-1-2 0,0-4 0,0-6 0,-7-10 0,-4-7 0,1-2 0,-1 3 0,0-5 0,-6 5 0,2 1 0,3-2 0,-3 8 0,4-2 0,-2 10 0,2 1 0,-5 9 0,15-5 0,-7 21 0,8 4 0,-5 6 0,-1 0 0,-5-2 0,4 6 0,-1-2 0,1-4 0,1-2 0,7-2 0,-7-1 0,0-5 0,-5-3 0,6-8 0,-8-8 0,3-2 0</inkml:trace>
  <inkml:trace contextRef="#ctx0" brushRef="#br1" timeOffset="30">11702 12345 8912,'-25'26'0,"4"1"0,-8-4 0,10-2 0,2 6 0,9-2 0,6-4 0,2-2 0,0-2 0,2-6 0,4 1 0,-2-8 0,7 1 0,1-3 0,5-2 0,-5-5 0,-1-1 0,-5-7 0,3 1 0,-1-3 0,-2-2 0,-6-1 0,0 9 0,-8 1 0,-3 8 0,3 0 0,-7 0 0,5 0 0</inkml:trace>
  <inkml:trace contextRef="#ctx0" brushRef="#br1" timeOffset="31">11977 12551 8912,'17'17'0,"-5"-5"0,-1-1 0,-7-5 0,2 5 0,-4 1 0,-2 5 0,0 0 0,0 2 0,0 2 0,0 2 0,-6 2 0,0-2 0,1-2 0,5 8 0,-6-8 0,0 2 0,0-4 0,6-2 0,0 0 0,0-7 0,0-3 0,0-22 0,0-8 0,0-8 0,0-3 0,0 0 0,2-3 0,4-3 0,-2 4 0,5-4 0,1 5 0,0 7 0,1-3 0,6 8 0,-5 0 0,-1 6 0,1 8 0,5 3 0,6 12 0,0 5 0,0 6 0,2 6 0,-1 2 0,5 4 0,4 1 0,-5-7 0,-1 0 0,2-6 0,-6-1 0,5-5 0,-7 2 0,2-7 0,-4 0 0,-1-14 0,-1-3 0,-6-4 0,1-3 0,-8-5 0,1 0 0,-3-5 0,-2 5 0,0 0 0,0-2 0,-5 12 0,-1-4 0,-8 5 0,3 1 0,-4 3 0,-3 8 0,3 4 0,2 5 0,3 11 0,3 4 0,-5-1 0,6 6 0,1 0 0,5 5 0,2-5 0,3-1 0,-1-7 0,8 2 0,5-4 0,6-1 0,13-11 0,-1-7 0,16-9 0,1-14 0,11-8 0,-2-13 0,0-7 0,-24 16 0,1-1 0,-3 1 0,1-1 0</inkml:trace>
  <inkml:trace contextRef="#ctx0" brushRef="#br1" timeOffset="32">13130 12173 8912,'-19'0'0,"-4"0"0,4 0 0,-4 0 0,-2 7 0,2 5 0,-2 3 0,2 2 0,4 2 0,-4 4 0,10 4 0,2 7 0,7 1 0,-2-1 0,4 1 0,2-1 0,8-7 0,3-4 0,5-4 0,1-2 0,0-7 0,0-5 0,0-3 0,1-2 0,1-2 0,4-3 0,-4-7 0,4-9 0,-2-2 0,2 2 0,-4-4 0,4 2 0,-4 0 0,-2 6 0,0 0 0,0 0 0,-5 0 0,-1 1 0,1 3 0,-3 2 0,7 7 0,-12-6 0,7 4 0,-7 5 0,4-7 0,-8 8 0,0 0 0</inkml:trace>
  <inkml:trace contextRef="#ctx0" brushRef="#br1" timeOffset="33">13337 12156 8912,'0'-18'0,"2"3"0,3 4 0,-3 1 0,4 4 0,-2 4 0,2-3 0,7 3 0,8 2 0,0 6 0,8-1 0,-1 14 0,7-1 0,-7 8 0,1-3 0,-2 8 0,2-3 0,-5 5 0,-6 1 0,-3-5 0,-4 0 0,-3-3 0,-8 3 0,0-4 0,0-8 0,-2-7 0,-4-5 0,-3-7 0,-8-7 0,-1-8 0,7-18 0,0 1 0,7-12 0,-2 0 0,6-5 0,6-7 0,3 5 0,8-5 0,3-1 0,3 2 0,3 2 0,9 9 0,-1 4 0,1 7 0,-1 9 0,0-15 0,1 5 0</inkml:trace>
  <inkml:trace contextRef="#ctx0" brushRef="#br1" timeOffset="34">14455 12809 8912,'-17'-19'0,"0"-4"0,2 4 0,1-4 0,5 4 0,1 2 0,4-1 0,8 1 0,2 0 0,7 0 0,-3 0 0,1-1 0,1 1 0,5 0 0,6-2 0,-2-2 0,-2-2 0,4-6 0,0 6 0,13-7 0,-1 1 0,1-3 0,0-3 0,8-1 0,8-4 0,9-4 0,15-8 0,-33 26 0,1-1 0,3-2 0,1 1 0,3 0 0,-1 0-232,2-3 0,0-1 0,4 1 0,1-1 232,-3-3 0,1 1 0,5 3 0,0 1 0,-6 1 0,1 1 0,4-1 0,1 1 0,3 2 0,0 0 0,-3-2 0,0 1 0,1 4 0,1 2 0,-3-2 0,0 2 0,2 0 0,0 2 0,0-3 0,1 2 0,4-1 0,0 1 0,-5 0 0,0 0 0,-1 3 0,1 0 0,2 0 0,2 0 0,-3-1 0,2 1 0,6 0 0,1 0-309,4-1 0,0 1 0,1 1 0,1 0 309,0 1 0,0 1 0,3 2 0,1 1 0,-1 5 0,1 1 0,-4 0 0,1 2 0,-4 3 0,1 0 0,-1 1 0,1 0 0,2 2 0,1 0 0,-2 0 0,1 2 0,-2 1 0,1 1 0,-2-1 0,1-1 0,0 2 0,1 0 0,4 2 0,0 1 0,-2-2 0,-1 1 0,-2 2 0,-2 1 0,-12-3 0,-2-1 0,-2 1 0,-1 1-124,-1 4 0,-1 1 1,-2-4-1,-1 1 124,-1 2 0,-2 0 0,36 7-64,-15 2 1,-8 2 63,-10-2 0,-1 0 0,-2-6 0,-4 0 371,-2 1 0,-4-7-371,-9 1 0,0-7 627,-12 7 0,4-8-627,-10 1 0,-1-3 617,1-2-617,-7 0 173,4 0-173,-8 0 0,0 0 0,-8 0 0,4 0 0,-5-2 0,1-3 0,2-7 0,6-11 0,0-4 0,0-7 0</inkml:trace>
  <inkml:trace contextRef="#ctx0" brushRef="#br1" timeOffset="35">20857 10677 8912,'-2'-17'0,"-4"0"0,4 7 0,-3 2 0,10 8 0,9 2 0,7 4 0,13 5 0,12 12 0,6 12 0,3 11 0,3 5 0,-3 7 0,-9 3 0,-6 7 0,-7 9 0,-11 1 0,-10 2 0,-8 1 0,-8-11 0,-8-1 0,-9-8 0,-19-9 0,-4-1 0,-7 1-407,-9-8 0,-8-2 0,-11-8 1</inkml:trace>
  <inkml:trace contextRef="#ctx0" brushRef="#br1" timeOffset="36">22302 10385 8912,'0'-35'0,"0"1"0,0-1 0,0 3 0,0 3 0,0 6 0,0 4 0,0 2 0,-1 8 0,-5 3 0,4 8 0,-6 9 0,2 14 0,1 11 0,-1 16 0,6 11 0,0-2 0,0 2 0,8-2 0,3 2 0,4-5 0,3-5 0,1-7 0,4 0 0,-2-14 0,7 3 0,1-20 0,6-4 0,-1-7 0,0-4 0,-1-2 0,-4-3 0,1-11 0,-7-7 0,-6-5 0,-5 5 0,-3-6 0,3 6 0,-5 0 0,-7 6 0,0 0 0,0 7 0,0 3 0,6 14 0,0 5 0,0 9 0,-6 2 0,5 5 0,3-3 0,0 0 0,-1 0 0,7-2 0,-3-6 0,3 0 0,-3 0 0,6-7 0,0-4 0,-5-6 0,5-8 0,-2-9 0,1-8 0,1-9 0</inkml:trace>
  <inkml:trace contextRef="#ctx0" brushRef="#br1" timeOffset="37">22801 10281 8912,'-32'48'0,"3"-6"0,6-7 0,4-3 0,4-7 0,3-2 0,5-12 0,9-3 0,3-8 0,-1 0 0,8 0 0,-6-10 0,3-5 0,1-8 0,-1-3 0,-5 3 0,2-6 0,-4 2 0,-2-1 0,0 3 0,0 7 0,0 1 0,0 8 0,0 1 0,0 8 0,0 8 0,0 3 0,0 4 0,7 3 0,11 7 0,8 1 0</inkml:trace>
  <inkml:trace contextRef="#ctx0" brushRef="#br1" timeOffset="38">23163 10539 8912,'11'10'0,"1"-4"0,-6-4 0,5-2 0,-7 2 0,2 3 0,-4-1 0,-4 8 0,-4 1 0,2 2 0,-7 2 0,5 1 0,-6-1 0,3 0 0,-3 0 0,3 0 0,5 1 0,-2-1 0,-7-8 0,11-1 0,-6-10 0,8-6 0,2-9 0,4-10 0,2-7 0,3-6 0,6 2 0,0-8 0,1 8 0,5-2 0,-2 3 0,0 5 0,2 3 0,-2 6 0,-2 12 0,-2 5 0,6 6 0,0 6 0,0 5 0,-6 12 0,2 2 0,4 4 0,-4 3 0,4-5 0,-2 0 0,2-5 0,-4-4 0,4-7 0,-2 3 0,2-9 0,-4-1 0,4-10 0,-4-5 0,-1-12 0,4 2 0,1-8 0,-5 1 0,-7-7 0,-7 1 0,2-1 0,-6 3 0,-6 3 0,-6 4 0,-10 8 0,0 2 0,-6 4 0,5 3 0,-6 8 0,6 8 0,-5 3 0,7 12 0,-2 6 0,3 3 0,3 2 0,8 7 0,3-1 0,4 2 0,2-2 0,8-6 0,3 1 0,12-3 0,8-9 0,7-4 0,8-6 0,11-5 0,6-8 0,4-9 0,2-9 0,2-6 0,3-11 0,-12-5 0,-5-2 0,-13-2 0,-8-4 0,-9 4 0,-4-1 0,-12 6 0,-5-1 0,-12 6 0,-5 5 0,-4 6 0,-3 4 0,-5 4 0,1 3 0,-1 5 0,5 7 0,1 7 0,0 5 0,0 11 0,0 5 0,1 5 0,3-1 0,3 1 0,3 1 0,1-9 0,6 9 0,0-5 0,0 0 0,0-4 0,0-8 0,2 0 0,4-2 0,5-3 0,4-5 0,3-7 0,-7-7 0,1-5 0,-1-11 0,4-5 0,-1-5 0,-3-1 0,-1-1 0,1 1 0,-1 0 0,-5-1 0,-1 9 0,6 3 0,-3 4 0,7 1 0,-5 9 0,7 9 0,-5 11 0,5 5 0,-5 3 0,4 2 0,2 2 0,1-2 0,-1-10 0,0 2 0,0-7 0,-5 6 0,-1-7 0,1-3 0,-3-6 0,7-5 0,-7-8 0</inkml:trace>
  <inkml:trace contextRef="#ctx0" brushRef="#br1" timeOffset="39">24540 9920 8912,'0'-17'0,"0"0"0,0 0 0,7 7 0,5 3 0,11 7 0,-2 9 0,7 8 0,1 8 0,5 10 0,-5 5 0,-2 4 0,-2 2 0,-4 1 0,-8 7 0,-1-8 0,-9 3 0,3 3 0,-12-2 0,-5-5 0,-4-10 0,-3-12 0,7-6 0,0-6 0,7-7 0,-2-17 0,8-16 0,9-13 0,5-17 0,18-10 0,-1 0-244,12-5 1,-4-3 243,5 3 0,-1-1 0,7 7 0,-4 5 0,0 0 0,-1-2 0,-1-2 0</inkml:trace>
  <inkml:trace contextRef="#ctx0" brushRef="#br1" timeOffset="40">8604 14752 8912,'-32'-23'0,"1"-2"0,6 0 0,4 2 0,8 6 0,3 4 0,7 11 0,8 4 0,7 13 0,3 12 0,2 13 0,2 8 0,2 5 0,2 4 0,0 3 0,-5-5 0,-1 2 0,0-1 0,-6-3 0,1-1 0,-3-6 0,5-2 0,-5-2 0,-1-4 0,5-10 0,-11-10 0,6-34 0,-8-12 0</inkml:trace>
  <inkml:trace contextRef="#ctx0" brushRef="#br1" timeOffset="41">8467 14786 8912,'-12'-6'0,"1"1"0,7-1 0,-4 6 0,24-2 0,6-4 0,11-3 0,7-8 0,4-1 0,8 1 0,-1 0 0,-1 0 0,-4 0 0,-6-1 0,-4 9 0,-1 3 0,-14 8 0,-4 9 0,-11 3 0,0 14 0,-12 7 0,-6 5 0,-5 0 0,-6-6 0,4 1 0,-4-1 0,4-1 0,2-5 0,7-3 0,5-8 0,-3-5 0,2-1 0,0-7 0,16 4 0,7-8 0,2 0 0,10 0 0,0-2 0,5-4 0,1 4 0,-1-3 0,-2 3 0,-3 2 0,-4 2 0,-8 3 0,-2 5 0,-3 7 0,-4 2 0,-8 4 0,-14 4 0,-3 7 0,-12 2 0,1 5 0,-5-5 0,-1 4 0,7-9 0,4-7 0,4-3 0,2-5 0,-1-12 0,1-4 0,0-16 0,0-11 0</inkml:trace>
  <inkml:trace contextRef="#ctx0" brushRef="#br1" timeOffset="42">9189 14924 8912,'10'0'0,"-2"0"0,-8 7 0,7-5 0,3 6 0,7-8 0,2 0 0,2-2 0,4-4 0,2-5 0,7-6 0,6-6 0,-1 2 0,-11-8 0,3 0 0,-8-5 0,-6 0 0,-5-1 0,-9 3 0,3 3 0,-19 4 0,-10 8 0,-10 6 0,-5 1 0,-4 4 0,-2 8 0,4 8 0,-6 13 0,8 3 0,-2 9 0,11 7 0,6 4 0,11 9 0,7 2 0,5 1 0,5 1 0,15-11 0,14 3 0,8-18 0,10-5 0,7-9 0,4-7 0,-4-4 0,-1-12 0,-5-8 0,-1-11 0,-16-15 0,12-6 0,-12-7 0</inkml:trace>
  <inkml:trace contextRef="#ctx0" brushRef="#br1" timeOffset="43">9740 14167 8912,'-17'33'0,"2"-3"0,1-1 0,3 1 0,5 5 0,-5 5 0,7 6 0,-2 11 0,4-2 0,4 9 0,6 0 0,9 3 0,2 2 0,10 0 0,-6-8 0,5-4 0,1-11 0,5-6 0,-1-3 0,-4-3 0,3 0 0,-20-7 0,3-10 0,-15-9 0</inkml:trace>
  <inkml:trace contextRef="#ctx0" brushRef="#br1" timeOffset="44">9620 14975 8912,'0'-17'0,"7"0"0,-3 0 0,8-1 0,-7 7 0,7 0 0,1-1 0,10-5 0,-2 0 0,8-1 0,0 1 0,3 2 0,-1 2 0,-3 1 0,-1 1 0,2-6 0,-10 7 0,-8 4 0,-5 4 0,6 2 0,-9 2 0,3 4 0,-4 7 0,-2 8 0,2 0 0,4 8 0,-2-2 0,7 1 0,-5 3 0,5-8 0,1-2 0,-3-2 0,5-2 0,-9 0 0,9-7 0,-12-2 0,11-10 0,-7-4 0,-2-5 0,-3-11 0,-1 0 0,-1-7 0,-5 6 0,4-6 0,-4 6 0,-11-15 0,-2 2 0</inkml:trace>
  <inkml:trace contextRef="#ctx0" brushRef="#br1" timeOffset="45">10239 14614 8912,'10'8'0,"-5"3"0,-1-3 0,2-2 0,-2 1 0,7-1 0,1 5 0,5-5 0,0 8 0,0-3 0,1 4 0,-1 3 0,-2-1 0,-3 0 0,3 2 0,-4 4 0,-3-4 0,-2 4 0,1-4 0,-1-2 0,-2 0 0,-2-7 0,-2-4 0,0-12 0,-6-5 0,0-12 0,-1-4 0,1-8 0,4-1 0,-4-2 0,6-4 0,6-2 0,-2 6 0,7-2 0,1 3 0,5 3 0,6 0 0,0-1 0,8 1 0,-5-1 0,9 1 0</inkml:trace>
  <inkml:trace contextRef="#ctx0" brushRef="#br1" timeOffset="46">11237 14030 8912,'0'-18'0,"0"9"0,-2-5 0,-3 9 0,1 1 0,-8 10 0,7 5 0,-5 14 0,0 7 0,1 7 0,5 8 0,-2-1 0,4 2 0,2-2 0,0 2 0,0-8 0,2 6 0,4-8 0,7-4 0,8-3 0,-1-16 0,3 2 0,-4-11 0,-2 2 0</inkml:trace>
  <inkml:trace contextRef="#ctx0" brushRef="#br1" timeOffset="47">11581 14236 8912,'-17'8'0,"0"3"0,6 4 0,-1 3 0,1 1 0,1 4 0,-3-4 0,7 4 0,0 1 0,6 1 0,2 0 0,4 0 0,5-4 0,12-10 0,-4 3 0,4-9 0,2 1 0,-2-6 0,6-2 0,-6-3 0,0-7 0,-6-9 0,-2-2 0,-3 2 0,-5-4 0,-7 2 0,0-1 0,0 1 0,0 2 0,0-8 0,-7 10 0,-3 0 0,-1 5 0,-1 1 0,8-2 0,-3-10 0,7-2 0</inkml:trace>
  <inkml:trace contextRef="#ctx0" brushRef="#br1" timeOffset="48">12115 13961 8912,'-8'9'0,"-3"-3"0,-5-4 0,-1-2 0,-6 6 0,0-1 0,0 9 0,6-3 0,0 5 0,0 1 0,2 6 0,1 0 0,5-2 0,1-2 0,2 4 0,6 0 0,0 0 0,0-6 0,0-8 0,6 1 0,0-4 0,7-5 0,-9 1 0,7-9 0,1-3 0,-3-3 0,7-8 0,-5-2 0,-1 2 0,1 9 0,1-3 0,5 4 0,0 3 0,0 2 0,0 4 0,1 2 0,1 2 0,4 4 0,-2 5 0,7 12 0,-6 6 0,0 11 0,-2 6 0,-3 11 0,-2-1 0,-3 7 0,-7-6 0,-10 6 0,-13-2 0,-10 2 0,-12-3 0,-6-9 0,-4-1 0,-2-4 0,-9 1 0,-8-7-354,8-7 1,-13-8 0,12-8 0</inkml:trace>
  <inkml:trace contextRef="#ctx0" brushRef="#br1" timeOffset="49">10635 15268 8912,'0'-18'0,"0"1"0,0 0 0,0 9 0,0 8 0,0 10 0,2 15 0,4 9 0,-3 8 0,9 10 0,1-1 0,3 1 0,1-6 0,0 0 0,0-6 0,0 5 0,1-4 0,-1 4 0,0-8 0,0-1 0,0-7 0,1-4 0,-9-10 0,7 0 0,-7-5 0</inkml:trace>
  <inkml:trace contextRef="#ctx0" brushRef="#br1" timeOffset="50">10532 15646 8912,'-12'-2'0,"1"-4"0,5 4 0,-5-4 0,7 3 0,-2-3 0,6 4 0,6-4 0,11-1 0,14-1 0,5-2 0,4-3 0,8-2 0,-2-2 0,-4-1 0,-2 1 0,-4 0 0,-1 0 0,-1 0 0</inkml:trace>
  <inkml:trace contextRef="#ctx0" brushRef="#br1" timeOffset="51">10979 15474 8912,'8'9'0,"1"-1"0,9-8 0,-7 0 0,0 0 0,1 6 0,5-1 0,0 3 0,1-2 0,-1 1 0,0 5 0,0 9 0,0-4 0,-7 6 0,-2-2 0,-3 2 0,1-2 0,0 4 0,-6-2 0,0 0 0,0-6 0,-8-8 0,-1-1 0,-3-10 0,3-4 0,1-7 0,4-8 0,2-4 0,2-3 0,8-5 0,3 4 0,10-3 0,2-2 0,8-1 0,-2 1 0,3 1 0,3 5 0,-1-5 0,2 6 0,3 1 0,1 3 0,-2 11 0,-9 7 0,-5 3 0,-8 9 0,-5 5 0,-5-3 0,-12 3 0,-7-1 0,-8-1 0,2 5 0,-4-3 0,6 3 0,5 2 0,-3-5 0,3-1 0,5 0 0,1 7 0,-2-1 0,3 0 0,-1 0 0,8 0 0,3 1 0,-1-9 0,8-3 0,-1-4 0,6-2 0,3 0 0,2 0 0,-1-8 0,8-3 0,-6-10 0,4-4 0,-2-2 0,-4-3 0,-2 3 0,-2-2 0,-5 6 0,-1-5 0,-1 7 0,1-2 0,-1 4 0,-5 1 0,-3 7 0,6 1 0,0 3 0,-6 1 0,11 8 0,-7 4 0,5 3 0,-5 8 0,1 6 0,-1 0 0,-4 2 0,4-4 0,-4 2 0,-2-2 0,2-2 0,3-2 0,-3 0 0,4 1 0,-4-7 0,-2 1 0,0-9 0,0 5 0,-2-8 0,-4 0 0,4-8 0,-3-5 0,3-6 0,2-4 0,0-6 0,0 6 0,0-7 0,0 1 0,0 2 0,0-1 0,7 7 0,3-2 0,1 4 0,1 2 0,-1 1 0,7 5 0,-1 3 0,0 8 0,0 0 0,0 0 0,3 0 0,3 0 0,-4 6 0,4 2 0,-2-1 0,2 1 0,-2-2 0,7-6 0,-7 0 0,2 0 0,2-8 0,-2-4 0,0 3 0,-6-3 0,-5 3 0,-3-4 0,-1 1 0,-4-1 0,-2 3 0,-2-1 0,0 7 0,0-4 0,0 8 0,-2 0 0,-4 0 0,4 2 0,-4 4 0,4 3 0,2 9 0,6-1 0,0 0 0,5 6 0,-5 0 0,7 0 0,-1-6 0,3 2 0,2 4 0,1-4 0,-1 4 0,0-4 0,0-2 0,-5 0 0,-1 1 0,-7-1 0,4 0 0,-10-2 0,-4-3 0,-4 1 0,-7-7 0,0-2 0,0-2 0,-8-10 0,-2-2 0</inkml:trace>
  <inkml:trace contextRef="#ctx0" brushRef="#br1" timeOffset="52">12786 14528 8912,'-27'-17'0,"2"7"0,8 3 0,0 7 0,6 0 0,-1 0 0,8 4 0,-2 5 0,5 10 0,1 6 0,0 6 0,0 9 0,1-2 0,5 8 0,4 0 0,7 5 0,0 1 0,0-1 0,1-5 0,-1 0 0,0-6 0,0 6 0,0-8 0,1 2 0,-9-9 0,-1-4 0,-2-2 0,-1-4 0,1 3 0,-6-1 0,-8-7 0,-3-11 0,-12-3 0,-4-2 0</inkml:trace>
  <inkml:trace contextRef="#ctx0" brushRef="#br1" timeOffset="53">12614 15113 8912,'8'-17'0,"-5"1"0,9 5 0,-6-4 0,5 3 0,1-3 0,5 3 0,0 3 0,2 1 0,4 4 0,-2 2 0,8 2 0,-4 0 0,9 0 0,-3 0 0,9 0 0,-6 0 0,-5 0 0,3 0 0,-3 0 0,-4 0 0,-2 2 0,-10 4 0,-1 6 0,-8-3 0,1 3 0,-3-1 0,-2 6 0,-7-7 0,5-3 0,-8-7 0,4-2 0,-5-3 0,1-3 0,-1-3 0,-1-5 0,-5 5 0,0 1 0,0-1 0,5 1 0,1-1 0,-1-4 0,3 11 0,3-8 0,4 8 0,2-11 0,0 6 0</inkml:trace>
  <inkml:trace contextRef="#ctx0" brushRef="#br1" timeOffset="54">13199 14958 8912,'-10'-8'0,"-3"-3"0,7-12 0,1 4 0,5-4 0,0 4 0,2 2 0,3-1 0,7 1 0,5 6 0,6-1 0,-2 9 0,8-3 0,-8 6 0,2 6 0,1 3 0,-1 8 0,-2 8 0,-9 4 0,1 3 0,-7 3 0,0-3 0,-6-1 0,0-5 0,0-1 0,0-2 0,0-6 0,0 1 0,-2-9 0,-4-3 0,4-6 0,-4-6 0,-1-5 0,1-12 0,0-4 0,6-9 0,2-3 0,4-1 0,-2-5 0,7 4 0,1-4 0,5 4 0,8 1 0,2 6 0</inkml:trace>
  <inkml:trace contextRef="#ctx0" brushRef="#br1" timeOffset="55">13784 14752 8912,'-9'7'0,"-7"-5"0,14 14 0,-5-15 0,7 15 0,2-9 0,3 5 0,3 3 0,3-3 0,3 3 0,-6 2 0,1 0 0,4 0 0,-5 1 0,-2-1 0,-4 0 0,4 0 0,-1 0 0,1-7 0,-6-2 0,0-8 0,0-10 0,0-5 0,0-8 0,0-4 0,0 4 0,0-5 0,6 1 0,-1-2 0,3 10 0,-2 8 0,-4-1 0,13 1 0,-3-1 0,-3 8 0,3 1 0,-1 6 0,-1 9 0,5 3 0,-4 2 0,-3 0 0,-2 1 0,1-1 0,-1 0 0,2-5 0,-2-3 0,5-1 0,-1-3 0,1-5 0,0-13 0,7-4 0,-1-12 0,0 1 0,0-7 0,1-5 0,4 4 0,1-4 0,0 11 0,-5 8 0,-1 8 0,0 7 0,2 8 0,4 9 0,-4 8 0,4 16 0,-2 5 0,2 0 0,-2 6 0,8-6 0,-6-2 0,5-9 0,1 3 0,13-13 0,2 6 0</inkml:trace>
  <inkml:trace contextRef="#ctx0" brushRef="#br1" timeOffset="56">25796 8786 8912,'17'0'0,"0"-2"0,0-4 0,1-5 0,-9-5 0,-3-1 0,-4 0 0,-2 0 0,0-2 0,0-2 0,0-2 0,-8 0 0,-3 4 0,-5-2 0,-1-2 0,0 6 0,0 7 0,0 2 0,-1 5 0,-5 3 0,0 5 0,-5 12 0,3 12 0,0 5 0,0 7 0,-3 3 0,5 7 0,2 6 0,9 1 0,-1-3 0,7-7 0,2-6 0,2-6 0,4-1 0,4-18 0,3-4 0,9-13 0,5-9 0,0-9 0,5-8 0,-5-14 0,0-4 0,-6-8 0,2 0 0,4 1 0,-9 7 0,3 4 0,-6 11 0,1 6 0,3 4 0,-5 10 0,7 3 0,0 12 0,0 7 0,3 8 0,2 8 0,-2 3 0,3 3 0,3-1 0,3 0 0,-2-7 0,1-4 0,1-4 0,6-2 0,-1-7 0,0-4 0,1-8 0,-1-10 0,1-7 0,-1-31 0,0-3 0</inkml:trace>
  <inkml:trace contextRef="#ctx0" brushRef="#br1" timeOffset="57">26673 7892 8912,'-24'-8'0,"-3"0"0,-8-3 0,1 3 0,0 8 0,5 2 0,0 4 0,-3 5 0,-7 5 0,9 8 0,-5 5 0,13 6 0,-1 5 0,9 5 0,3 13 0,9-3 0,2 8 0,7 0 0,11 6 0,5-6 0,0 0 0,5-7 0,-5-1 0,0-5 0,2-5 0,-6-6 0,4 1 0,-10-4 0,-1-2 0,-8-7 0,1-4 0,-10-4 0,-5-2 0</inkml:trace>
  <inkml:trace contextRef="#ctx0" brushRef="#br1" timeOffset="58">26106 8734 8912,'11'0'0,"1"0"0,-1-2 0,6-4 0,4-3 0,8-8 0,1-2 0,16-4 0,-2-4 0,4-7 0,-2-1 0,2 1 0,2-16 0,1-3 0</inkml:trace>
  <inkml:trace contextRef="#ctx0" brushRef="#br1" timeOffset="59">26794 7874 8912,'-2'-17'0,"-4"0"0,-1 0 0,-7 2 0,3 3 0,1 6 0,-1 12 0,1 4 0,4 7 0,5 10 0,-7 5 0,2 8 0,0 4 0,1 2 0,5 6 0,2-1 0,3 1 0,-1-1 0,8 1 0,-7-8 0,7-4 0,-1-4 0,6-3 0,3-5 0,3-5 0,-4-11 0,4-6 0,-2-12 0,2-6 0,-4-5 0,4-6 0,-4 2 0,-2-7 0,-6-1 0,-1-7 0,-2-1 0,-5 3 0,-1-2 0,-2 13 0,0 0 0,0 6 0,0 9 0,0 8 0,0 9 0,0 14 0,0 6 0,0 4 0,0 1 0,6 0 0,0 1 0,7-3 0,-1-3 0,3-4 0,2-8 0,0-6 0,1 1 0,1-8 0,4 1 0,-4-12 0,4-9 0,-4-7 0,-2-3 0,-2-3 0,-3-5 0,3-1 0,-3 1 0,-3 1 0,3 5 0,-8-3 0,3 10 0,-1 4 0,0 4 0,-1 9 0,1-2 0,0 12 0,1 3 0,-1 9 0,-2 1 0,8 4 0,-7-2 0,7 7 0,-8-7 0,1 2 0,3 2 0,-2-2 0,1 0 0,-3-6 0,2 0 0,-16 0 0,-9 1 0</inkml:trace>
  <inkml:trace contextRef="#ctx0" brushRef="#br1" timeOffset="60">26587 8425 8912,'-17'9'0,"0"-3"0,7-4 0,3-2 0,7-2 0,4-6 0,7-9 0,16-2 0,19-10 0,11 1 0,6-7 0,8-1 0,9-4 0,2-4 0,-33 18 0,0 0 0,-4 1 0,0-1 0,2 0 0,0 0 0</inkml:trace>
  <inkml:trace contextRef="#ctx0" brushRef="#br1" timeOffset="61">28033 7410 8912,'9'0'0,"-1"0"0,-8 10 0,0 7 0,-2 10 0,-4 13 0,3 6 0,-7 13 0,1 8 0,-1 5 0,6 9 0,-2-7 0,5-1 0,1-10 0,7-6 0,7-13 0,5-10 0,4-9 0,7-13 0,-1-7 0,1-20 0,-1-14 0,4-18 0,-7-14 0</inkml:trace>
  <inkml:trace contextRef="#ctx0" brushRef="#br1" timeOffset="62">28515 7737 8912,'-33'32'0,"5"-3"0,5-4 0,4 0 0,3-6 0,5 4 0,3-4 0,8-2 0,2-2 0,4-3 0,5-6 0,12-5 0,6-1 0,-2-7 0,1-5 0,-1-3 0,2-2 0,1-6 0,-7 0 0,0-2 0,-6 4 0,-1-2 0,-5 2 0,3-4 0,-9 2 0,1 6 0,-6 6 0,0 5 0,0-5 0,0 7 0,0-4 0,8 8 0,1 0 0</inkml:trace>
  <inkml:trace contextRef="#ctx0" brushRef="#br1" timeOffset="63">29014 7582 8912,'17'-17'0,"-7"0"0,-5 0 0,-5 5 0,-5 1 0,-11 7 0,-7-2 0,-7 4 0,1 2 0,-3 8 0,-3 3 0,8 5 0,3 1 0,1 0 0,0 0 0,2 2 0,9 4 0,-1-9 0,7 3 0,0-4 0,6 4 0,0-5 0,0-1 0,2-7 0,4 2 0,7-4 0,8-2 0,-2-6 0,4 0 0,2-7 0,-2 1 0,6-1 0,-6 2 0,6-5 0,-7 5 0,9 3 0,-4 2 0,2 5 0,-1 1 0,1 0 0,5 0 0,1 7 0,-1 5 0,-7 11 0,-4 5 0,-4 5 0,-2 1 0,-2 6 0,-3 0 0,-6-1 0,-4-3 0,-4-2 0,-4 1 0,-9-1 0,-8 0 0,-6-7 0,6-4 0,-8 2 0,3-2 0,3-8 0,2-9 0,4-4 0,4-6 0,1-8 0,3-10 0,7-9 0,4-19 0,9-3 0</inkml:trace>
  <inkml:trace contextRef="#ctx0" brushRef="#br1" timeOffset="64">29582 6929 8912,'7'-17'0,"-5"-1"0,4 1 0,-4 0 0,-2 8 0,-6 3 0,0 12 0,-1 5 0,1 12 0,4 9 0,-4 8 0,5 8 0,1-2 0,1 0 0,5 2 0,6 1 0,3-1 0,4 0 0,4 3 0,4-5 0,7 0 0,-7-2 0,-4 2 0,-6-6 0,-5-4 0,3-1 0,-6-1 0</inkml:trace>
  <inkml:trace contextRef="#ctx0" brushRef="#br1" timeOffset="65">29565 7204 8912,'7'-10'0,"5"5"0,12-3 0,11 2 0,1-5 0,10 5 0,6-5 0,3 3 0,-3 0 0,-4 1 0,-10 1 0,2 6 0,-11 8 0,-6 3 0,-6 10 0,-6 4 0,-5 2 0,-4 3 0,-4 1 0,-4-3 0,-3 3 0,-8-8 0,5 0 0,1-6 0,-1 0 0,3-7 0,1-16 0,8-11 0,4-12 0,7 1 0,3-5 0,14-1 0,-5 1 0,6 5 0,-2-5 0,1 4 0,5 5 0,-6-1 0,1 2 0,1 0 0,-8 6 0,2 5 0,-10 7 0,-1-7 0,-8 8 0,3-3 0,-9 7 0,-3 0 0,1 0 0,-8 0 0,7 5 0,-7 1 0,6 7 0,-5-1 0,7 3 0,-4 0 0,1-3 0,5 3 0,-4-3 0,4-3 0,2 3 0,0-7 0,0 7 0,0-8 0,8 3 0,1-7 0,9 0 0,1-7 0,4-5 0,-2-3 0,7-2 0,-7-6 0,4 0 0,-2 2 0,0 2 0,0 2 0,-6-1 0,-5 3 0,-1 4 0,-7 3 0,11 8 0,-13 0 0,6 2 0,-6 2 0,4 1 0,-4 9 0,5-10 0,-7 7 0,0-7 0,0 4 0,0-6 0,0 3 0,0-3 0,8 6 0,3-8 0,5-8 0,1 6 0,0-3 0,0-5 0,0-1 0,1 1 0,-1-2 0,0 3 0,0-3 0,1-3 0,-1 4 0,0-5 0,0-1 0,0 0 0,1 0 0,-7 0 0,-1-1 0,-3 1 0,-1 0 0,-6 0 0,0 5 0,0 1 0,0 7 0,0-3 0,0 7 0,0 7 0,0 8 0,2 8 0,2-2 0,1-2 0,9 4 0,-3 0 0,5 6 0,1-6 0,0 6 0,0-7 0,0 1 0,1-5 0,-1 5 0,0-1 0,0 1 0,-1-5 0,-5-1 0,-3-6 0,-8 1 0,-2-8 0,-4 1 0,-5-3 0,-12-2 0,4 0 0,-14-15 0,6-4 0</inkml:trace>
  <inkml:trace contextRef="#ctx0" brushRef="#br1" timeOffset="66">31543 6413 8912,'-15'-17'0,"4"0"0,-5-1 0,7 1 0,-8 0 0,-1 0 0,-1 2 0,-2 3 0,-2 6 0,-7 4 0,1 2 0,-3 8 0,-3 4 0,8 11 0,4 5 0,4 5 0,2 1 0,8 8 0,3 4 0,6 4 0,6 1 0,1 1 0,7-1 0,-3-1 0,2-4 0,1 2 0,-3-8 0,3 6 0,-9-6 0,1-8 0,-6-9 0,-2-4 0,-3-2 0,1-1 0,-8-5 0,-5-3 0,-6-8 0,0-8 0,6-3 0,0-5 0,-1-1 0,3-6 0,4 0 0,-3-7 0,9 1 0,-1-3 0,6-3 0,0 9 0,0 3 0,0-2 0,0 2 0,2-2 0,4 2 0,3 10 0,8-4 0,6 3 0,2-3 0,2 2 0,3 3 0,3-1 0,1 7 0,-1-5 0,-3 3 0,-3 0 0,-2 1 0,6 1 0,-12 6 0,4 0 0,-12 0 0,-3 0 0,-8 2 0,0 4 0,0 3 0,0 8 0,-2 1 0,-4-1 0,4 6 0,-3 0 0,5 0 0,3-6 0,3 0 0,-2 0 0,4 0 0,-3 0 0,7-5 0,-6-1 0,7-7 0,-4 4 0,1-16 0,-4-3 0,-4-6 0,-2-6 0,0 4 0,0-4 0,0-2 0,0 2 0,0 0 0,0 6 0,-2 0 0,-4-1 0,4 7 0,-4-1 0,4 9 0,1-11 0,-5 9 0,4-3 0,-4 2 0,4 4 0,4-11 0,4 7 0,-2-5 0,7 5 0,-7-7 0,9 9 0,-5-6 0,2 3 0,1-7 0,6 12 0,1-5 0,-1 7 0,0 0 0,0 0 0,0 0 0,1 0 0,-7 2 0,1 3 0,-3-1 0,4 6 0,-1-1 0,1 1 0,-5-5 0,-2 7 0,-4-6 0,-2 5 0,0-5 0,0 5 0,0-7 0,0 4 0,0-8 0,0-2 0,0-4 0,5-3 0,1-9 0,0-1 0,1-4 0,3 2 0,7-7 0,0 7 0,1-4 0,-1 2 0,0 0 0,0 0 0,1 6 0,-3 5 0,-4 1 0,5 7 0,-5-2 0,4-1 0,3 1 0,-1 0 0,0 6 0,0 8 0,0 3 0,1 5 0,-1 1 0,0 0 0,0 0 0,-1 0 0,-5 1 0,-1-1 0,-5 0 0,-3 0 0,4 0 0,-4 1 0,-2-7 0,0 1 0,0-9 0,0 5 0,0-16 0,0-1 0,0-10 0,0-4 0,6-2 0,1-6 0,1 3 0,0-3 0,3 4 0,-5-1 0,7 5 0,-1-4 0,3 2 0,2 4 0,0 10 0,1-3 0,-1 9 0,0-1 0,0 6 0,0 6 0,1-1 0,-1 7 0,0-6 0,0 5 0,0-5 0,-5 5 0,-1-5 0,1 0 0,5-6 0,0 0 0,0-2 0,1-4 0,5 2 0,0-7 0,-1 5 0,-4-5 0,1 7 0,4-2 0,-4 4 0,4 2 0,2 0 0,-2 0 0,7 0 0,-1 0 0,5 6 0,6 0 0,4-8 0,8-8 0</inkml:trace>
  <inkml:trace contextRef="#ctx0" brushRef="#br1" timeOffset="67">26071 12104 8912,'0'-19'0,"0"-2"0,0-2 0,-2 0 0,-4 2 0,-5 2 0,-4 6 0,-2 3 0,-8 6 0,-6 12 0,-5 13 0,-4 17 0,-8 15 0,2 24 0,22-34 0,0 2 0,1 4 0,0 3 0,1 3 0,2 1 0,2 5 0,2 2 0,-1 1 0,1 0-57,1 2 0,2 0 0,0 0 0,3 0 1,3-7-1,2 0 0,2-2 0,2-1 57,2-4 0,2-1 0,14 31 0,12-25 0,5-15 0,7-26 0,4-5 56,5-5 0,0-14-56,-4-9 0,-4-8 0,-8-15 0,-3 0 0,-8 2 0,-8 1 0</inkml:trace>
  <inkml:trace contextRef="#ctx0" brushRef="#br1" timeOffset="68">26329 12431 8912,'-17'5'0,"0"3"0,0 0 0,-1-1 0,1-3 0,8 0 0,3 2 0,6-4 0,6 3 0,7-3 0,8-2 0,0 0 0,8-2 0,1-3 0,3-7 0,-4-3 0,-1-2 0,-1-1 0,2-1 0,-8-2 0,-8-2 0,1 0 0,-9 6 0,1-2 0,-6-4 0,-8 4 0,-3-4 0,-12 4 0,-6 4 0,-1 3 0,1 7 0,-4 3 0,5 2 0,1 13 0,-2 4 0,10 20 0,2 3 0,2 9 0,9 7 0,4 3 0,6 2 0,13-5 0,12 1 0,11-13 0,6-10 0,4-7 0,1-10 0,1-9 0,-1-8 0,-7-10 0,-3-13 0,-5-3 0,6-16 0,2-2 0</inkml:trace>
  <inkml:trace contextRef="#ctx0" brushRef="#br1" timeOffset="69">26932 12242 8912,'-8'-10'0,"4"2"0,-7 8 0,-1 0 0,-5 0 0,4 2 0,-5 4 0,5 4 0,-10 7 0,4 8 0,2 3 0,5 10 0,3 3 0,1-3 0,4-2 0,4-2 0,6 1 0,-2-3 0,7-3 0,1-10 0,5-8 0,-6-7 0,1 2 0,1-6 0,3-6 0,1-11 0,0-12 0,0 1 0,0-7 0,-5 5 0,-1-10 0,-7 5 0,2 7 0,2-5 0,-3 5 0,1 3 0,-6 2 0,0 4 0,0 2 0,0 7 0,0 2 0,0 10 0,0 6 0,0 9 0,2 0 0,2 8 0,3-2 0,3 0 0,1 0 0,7-6 0,-1-2 0,0-3 0,6-5 0,0-7 0,0 0 0,-6 0 0,4-7 0,-2-5 0,-3-3 0,-1-2 0,-6-6 0,3 0 0,-8-6 0,1 6 0,-3-5 0,-2 5 0,0 0 0,0 6 0,-2 1 0,-3 5 0,1 0 0,-8 11 0,9 5 0,-3 18 0,4 2 0,2 4 0,2 3 0,4-3 0,-3 3 0,9 3 0,-1-3 0,7-1 0,-3-3 0,-4 3 0,3 1 0,-9 3 0,1-7 0,-6 1 0,0-8 0,0 2 0,-9 2 0,-7-2 0,-5-2 0,0-2 0,-4-10 0,2-3 0,8-4 0,-8-10 0,4-1 0</inkml:trace>
  <inkml:trace contextRef="#ctx0" brushRef="#br1" timeOffset="70">27499 12138 8912,'-11'16'0,"0"-3"0,-1-2 0,2 3 0,-5 1 0,8 2 0,-5 1 0,8-3 0,8-4 0,11-1 0,8-4 0,14-5 0,-3 5 0,6-6 0,0-6 0,-3 3 0,3-9 0,-4-1 0,-1-2 0,-9-8 0,-3 0 0,-5-2 0,-7 2 0,2 4 0,-7-4 0,0 4 0,-6 2 0,0 5 0,0 1 0,-8 11 0,-1 3 0,-1 13 0,2 12 0,8 1 0,0 11 0,0 6 0,0 6 0,0 5 0,8 4 0,4 8 0,-3-8 0,3-4 0,-9-3 0,3-3 0,-4-7 0,-2-4 0,-2-5 0,-4-7 0,-3-8 0,-8-9 0,-2-7 0,-4 2 0,2-6 0,-8-6 0,8-4 0,-2-7 0,4-8 0,2-1 0</inkml:trace>
  <inkml:trace contextRef="#ctx0" brushRef="#br1" timeOffset="71">28704 11605 8912,'-17'-17'0,"7"6"0,5-1 0,1 8 0,0 1 0,-2 6 0,0 15 0,6 10 0,2 12 0,4 6 0,-2 4 0,7 1 0,-5 1 0,4 0 0,-1-1 0,1 1 0,-6-1 0,1 1 0,-3-6 0,-2 0 0,-4-10 0,-7-2 0,0-7 0,-22-10 0,6 0 0</inkml:trace>
  <inkml:trace contextRef="#ctx0" brushRef="#br1" timeOffset="72">28463 12070 8912,'0'-18'0,"2"1"0,4 0 0,-4 0 0,13 0 0,-4-1 0,7 1 0,5 0 0,5 2 0,5 3 0,3-1 0,4 7 0,4-5 0,8 5 0,0-5 0,-1 5 0,-1-8 0,-4 3 0,2 1 0,-8-1 0,-8 7 0,-9-2 0,-4 4 0,-9 4 0,-4 4 0,-6 4 0,-6 7 0,-9 6 0,-8 0 0,-2 7 0,2-1 0,4-2 0,-4 1 0,4 1 0,1-2 0,7 5 0,-1-3 0,9-4 0,-3-2 0,12-6 0,5-6 0,6 3 0,6-9 0,4-1 0,7-10 0,1-3 0,-1-8 0,1-8 0,-3-4 0,-3-3 0,-6-3 0,-6 7 0,-5-1 0,-5 0 0,-7-5 0,-2 7 0,-3 4 0,-11 4 0,-7 2 0,-2 2 0,2 3 0,4 5 0,-4 7 0,12 0 0,3-8 0,8-2 0</inkml:trace>
  <inkml:trace contextRef="#ctx0" brushRef="#br1" timeOffset="73">30201 11416 8912,'-28'0'0,"1"-2"0,0-1 0,0-3 0,0 0 0,-1 6 0,3 8 0,8 3 0,0 4 0,-1 3 0,9 5 0,3-1 0,6 7 0,6-6 0,5 2 0,12-2 0,2-4 0,6 4 0,-3-4 0,3-2 0,-4 0 0,1 1 0,-5 1 0,6 4 0,-8-2 0,2 7 0,-10-5 0,-1 6 0,-8-2 0,1 1 0,-3 3 0,-2-8 0,-2 0 0,-3 1 0,-5-4 0,-7 2 0,-6-2 0,0-3 0,-8 0 0,3 0 0,-5-7 0,-1-3 0</inkml:trace>
  <inkml:trace contextRef="#ctx0" brushRef="#br1" timeOffset="74">30408 11623 8912,'-10'17'0,"-5"-2"0,3-3 0,5 3 0,1-4 0,4 5 0,4-1 0,4-4 0,5 3 0,12-9 0,4 7 0,7-6 0,8-1 0,2-7 0,2-3 0,0-7 0,-2-5 0,2-6 0,-2 2 0,-4-8 0,-11 1 0,0-7 0,-10 1 0,-8 0 0,-3 3 0,-8-3 0,-2 9 0,-4-10 0,-9 7 0,-10-1 0,0 8 0,0 8 0,-3 5 0,5 8 0,-2 10 0,2 7 0,4 8 0,-4 9 0,9 6 0,3 0 0,7 8 0,-2-2 0,4 4 0,2 1 0,8-5 0,4 0 0,11-8 0,5 2 0,10-7 0,3-9 0,-3-8 0,-2-7 0,4-5 0,0-10 0,8-11 0,-2-11 0,4-7 0,1-5 0,1 2 0,0-8 0,-3 2 0,-3-2 0,-9 4 0,-9 8 0,-12-6 0,-1 0 0,-5 1 0,-7 3 0,-8 9 0,-7 4 0,-5 12 0,-6 5 0,-4 14 0,-7 9 0,-1 8 0,1 9 0,0 8 0,-1 4 0,3 4 0,3 1 0,4-1 0,10-2 0,3-2 0,7 1 0,18-5 0,10-1 0,17-13 0,12-5 0,7-11 0,10-7 0,-2-3 0,-4-2 0,-6 0 0,-11-2 0,-8-3 0,-7-7 0,-6-3 0,-8-2 0</inkml:trace>
  <inkml:trace contextRef="#ctx0" brushRef="#br1" timeOffset="75">27345 13325 8912,'-2'11'0,"-2"1"0,-2 1 0,2 4 0,0 6 0,1 6 0,-3 3 0,0 10 0,6 4 0,0 6 0,0 5 0,0-4 0,0 5 0,2-5 0,4-1 0,-4-1 0,3-1 0,-3-6 0,-2-10 0,0 1 0,-15-16 0,-4 6 0</inkml:trace>
  <inkml:trace contextRef="#ctx0" brushRef="#br1" timeOffset="76">27086 13875 8912,'-9'0'0,"1"0"0,24-8 0,3-1 0,15-9 0,2 1 0,6-2 0,10-2 0,9-2 0,0-7 0,3 1-556,-9-3 0,12-3 0,-6 1 0</inkml:trace>
  <inkml:trace contextRef="#ctx0" brushRef="#br1" timeOffset="77">27723 13445 8912,'-9'0'0,"1"8"0,8 1 0,0 8 0,0 3 0,0 2 0,0 1 0,0 12 0,0-5 0,0 10 0,0 2 0,0-1 0,0 4 0,-2-4 0,-2-3 0,-2-2 0,1-9 0,5-4 0,-2-12 0,-4-5 0,4-4 0,-5-12 0,7-7 0,1-8 0,5-9 0,4-1 0,-1 1 0,9 5 0,-1 1 0,0 5 0,6-6 0,4 10 0,1 2 0,-1 2 0,2 9 0,1 2 0,3 2 0,3 10 0,4 3 0,-1 6 0,7 6 0,-1-4 0,7 4 0,-2-3 0,-2-5 0,-6-2 0,-6-1 0,0-9 0,-13 3 0,0-12 0,-8-5 0,-3-12 0,-6 4 0,-12-4 0,-4-4 0,-7 1 0,-2-3 0,-4 0 0,2 2 0,-8-1 0,3 3 0,-3 8 0,4 2 0,8 3 0,0 4 0,-1 8 0,3 8 0,4 4 0,-5 3 0,5 2 0,1 6 0,-1 0 0,7 6 0,-2-7 0,4 7 0,2-6 0,0 0 0,0-6 0,2-5 0,6-3 0,9-1 0,0-4 0,6-10 0,2 0 0,-2-11 0,6 4 0,-6-10 0,0 4 0,-6 1 0,-2 1 0,-3 0 0,1 0 0,-7 0 0,1 5 0,-1 1 0,-4 7 0,13-4 0,-5 16 0,7 1 0,0 9 0,1-7 0,-1 1 0,0-1 0,0-1 0,6-1 0,0-3 0,0-4 0,-6 3 0,6-3 0,0-2 0,0-7 0,-6-5 0,0-9 0,1-4 0,-3-1 0,-4-5 0,3-9 0,-8-6 0,5-4 0,-5-1 0,0-6 0,-6-1 0,1-5 0,5 6 0,-4 2 0,4 9 0,-4 11 0,-2 28 0,0 18 0,0 20 0,0 15 0,0 11 0,0 6 0,0 9 0,0 5 0,0-3 0,0-3 0,2 2 0,3-10 0,5-4 0,7-2 0,-5-5 0,-1-6 0,1-12 0,5-11 0,0-6 0,0-5 0,-7-5 0,5-22 0,-5-4 0</inkml:trace>
  <inkml:trace contextRef="#ctx0" brushRef="#br1" timeOffset="78">28756 13376 8912,'-23'12'0,"0"-1"0,2 1 0,2-3 0,9 6 0,4-3 0,4-4 0,20-1 0,10-9 0,18-3 0,15-7 0,16-13 0,-32 9 0,2-2 0,-1 1 0,-1 0-154,41-24 1,-9 7 153,-8 5 0,-10-1 0,-13 7 0,-4 0 0,-23 6 0,-4 0 0</inkml:trace>
  <inkml:trace contextRef="#ctx0" brushRef="#br1" timeOffset="79">26759 15680 8912,'-17'-6'0,"0"1"0,2-1 0,1 0 0,5 2 0,1 6 0,2 8 0,6 13 0,0 5 0,0 5 0,2 7 0,4 2 0,4 2 0,-1 4 0,7 1 0,-7 3 0,1 0 0,-5-1 0,3-1 0,-2-2 0,-2-4 0,-3-2 0,-2-10 0,-5-9 0,-4-12 0,-15-11 0,-1-9 0</inkml:trace>
  <inkml:trace contextRef="#ctx0" brushRef="#br1" timeOffset="80">26278 15852 8912,'-18'0'0,"1"0"0,2 2 0,3 4 0,12-4 0,12 3 0,17-3 0,5-2 0,18-9 0,-1-8 0,12-6 0,0-8 0,4 2 0,2-1 0,0 5 0,0 2 0,-2 6 0,-4 5 0,-11 5 0,-10 7 0,-8 0 0</inkml:trace>
  <inkml:trace contextRef="#ctx0" brushRef="#br1" timeOffset="81">27121 15061 8912,'-17'-17'0,"-1"0"0,1 0 0,0-1 0,2 1 0,1 0 0,5 0 0,1 0 0,2-1 0,8 1 0,4 0 0,6 0 0,9 0 0,3-1 0,3 1 0,4 0 0,-4 6 0,1-1 0,-7 8 0,2-1 0,-6 5 0,-5 5 0,1 13 0,-7 10 0,-2 7 0,-10 5 0,-5 9 0,-12 9 0,2-1 0,-6-5 0,2-1 0,4 1 0,2-6 0,2-1 0,5-12 0,1 1 0,7-11 0,-2 0 0,12-11 0,11-7 0,12-10 0,3-11 0,5-9 0,3-1 0,6-5 0,3-1 0,3-3 0,2 3 0,3 3 0,4-1 0,8 7 0,0 0 0,0 6 0</inkml:trace>
  <inkml:trace contextRef="#ctx0" brushRef="#br1" timeOffset="82">28343 15525 8912,'-18'0'0,"1"0"0,0 0 0,0 0 0,0 0 0,-1 0 0,1 2 0,0 4 0,6 6 0,-1 10 0,1 5 0,-7 9 0,1 5 0,0 4 0,2 5 0,-1 2 0,1-1 0,-4 1 0,-2-6 0,4-2 0,0-2 0,-1-4 0,1-4 0,0-5 0,0-4 0,-1-8 0,1-8 0,0-1 0,0-8 0,0 0 0,-1-2 0,3-4 0,2-7 0,1-8 0,8 0 0,-1-8 0,3 1 0,2-7 0,2 9 0,3 3 0,3 4 0,5 1 0,-1 1 0,1 0 0,3 7 0,1 5 0,6 5 0,0 5 0,7 5 0,-1 7 0,5 6 0,7 0 0,1 8 0,7-5 0,3 3 0,7 0 0,1-6 0,3 5 0,-8-7 0,2 2 0,-9-11 0,-2-7 0,-15-3 0,9-9 0,-13-3 0</inkml:trace>
  <inkml:trace contextRef="#ctx0" brushRef="#br1" timeOffset="83">28790 15577 8912,'-9'-10'0,"1"5"0,8 10 0,0 13 0,0 10 0,2 5 0,4 1 0,-3 2 0,7 5 0,-1 2 0,1 1 0,0 6 0,1-4 0,2-2 0,-7 2 0,6-2 0,-7 2 0,1-6 0,-6-12 0,0 3 0,-2-10 0,-3-6 0,-13-5 0,-8-10 0</inkml:trace>
  <inkml:trace contextRef="#ctx0" brushRef="#br1" timeOffset="84">28721 15611 8912,'0'-17'0,"0"0"0,2 0 0,4 0 0,0 1 0,11 5 0,-2-4 0,14 3 0,7 3 0,10-3 0,4 8 0,1-1 0,-1 3 0,-2 2 0,-6 0 0,-6 0 0,-7 7 0,-18 5 0,-3 5 0,-8 6 0,-15 4 0,-8 7 0,-13 0 0,-5 1 0,-4 5 0,4 0 0,-3-2 0,8-7 0,5-4 0,5-3 0,5 5 0,9-6 0,-1 0 0,7-6 0,8-5 0,9-1 0,18-7 0,6 2 0,10-5 0,1-1 0,4 0 0,2 0 0,-1 0 0,1 0 0,-2-1 0,-4-5 0,-6 4 0,-12-4 0,-3 2 0,-8-1 0,1-13 0,-9-8 0,-1-9 0</inkml:trace>
  <inkml:trace contextRef="#ctx0" brushRef="#br1" timeOffset="85">29392 15061 8912,'0'-17'0,"0"0"0,10-6 0,7 0 0,8-6 0,9 6 0,10-5 0,6 3 0,6 2 0,-1 4 0,-3 5 0,-6 14 0,-12 0 0,-11 0 0,-6 10 0,-5 7 0,-9 4 0,-14 12 0,-14 3 0,-11 0 0,-2 6 0,-8-2 0,7-1 0,-1-11 0,10 5 0,1-5 0,10-3 0,2-2 0,1-4 0,11-1 0,1-1 0,11-8 0,11-3 0,7-4 0,9-2 0,8 0 0,4 0 0,-2 0 0,0 0 0,-2 0 0,-4 0 0,-9 0 0,-6 0 0,-12 8 0,-5 3 0,-12 12 0,-7-2 0,-16 8 0,-1 1 0,-16 10 0,0-2 0,-6 8 0,1 0 0,-1 6 0,8-8 0,2-2 0</inkml:trace>
  <inkml:trace contextRef="#ctx0" brushRef="#br1" timeOffset="86">2013 4591 8912,'0'-18'0,"0"7"0,0-1 0,0-1 0,0-8 0,0-2 0,0 2 0,0 0 0,2-2 0,2-4 0,2 1 0,7-5 0,-3 6 0,1 0 0,1 1 0,-3-5 0,5 6 0,-5 2 0,-1 2 0,0 9 0,-5 3 0,3-1 0,0 6 0,-6-4 0,0 12 0,0 6 0,-2 1 0,-4-2 0,4-1 0,-3-4 0,3-4 0,0 5 0,-4-7 0,4 2 0,-6 2 0,1 2 0,5 0 0,-13-6 0,11-2 0,-8-4 0,7 4 0,-5-6 0,2 1 0,-3 3 0,5-8 0,-7 9 0,9-11 0,-8 8 0,9 1 0,-5 3 0,8-4 0,-8 4 0,6-5 0,-5 7 0,7 0 0,0 1 0,0 5 0,0 6 0,2 5 0,3 6 0,5 5 0,7 13 0,0 10 0,1 12 0,-1 19 0,2 10 0,-9-42 0,1 1 0,0 3 0,1 1 0,3 1 0,1 1-205,-2 3 1,0 0 0,0-1 0,-1-1 204,2-3 0,-1-1 0,-4-4 0,1-1 0,12 31 0,-4-13 0,-2-15 0,0-10 0,0-14 0,-5-3 0,-1-8 0,-5-1 0,6-5 0,-9-3 0,5-8 408,-8 0 1,0-2-409,0-4 0,0 4 0,0-5 0,0 7 0,-2 0 0,-4 0 0,-5 0 0,-12-8 0,-4-2 0</inkml:trace>
  <inkml:trace contextRef="#ctx0" brushRef="#br1" timeOffset="87">1790 5519 8912,'-18'-8'0,"1"-1"0,0-1 0,8 5 0,3 10 0,13 7 0,11 13 0,10 7 0,11 6 0,-1 2 0,8-5 0,0-1 0,5 1 0,3-1 0,1 0 0,3-1 0,-3-5 0,-1-3 0,-3-8 0,1-5 0,-1-1 0,-1-7 0,-4 2 0,-4-6 0,-7-6 0,-9-3 0,-1-24 0,-8-3 0</inkml:trace>
  <inkml:trace contextRef="#ctx0" brushRef="#br1" timeOffset="88">2891 5278 8912,'0'-17'0,"0"8"0,-6 5 0,1 15 0,-9 12 0,3 23 0,-12 2 0,-6 15 0,-3 0 0,-5 7 0,-1 3 0,-2 2 0,-4 5 0,9-6 0,5 5 0,13-11 0,7-3 0,2-21 0,8-2 0</inkml:trace>
  <inkml:trace contextRef="#ctx0" brushRef="#br1" timeOffset="89">792 3335 8912,'2'-17'0,"1"0"0,3 0 0,-2-2 0,-2-2 0,-2-2 0,0-6 0,0 4 0,0 1 0,0-1 0,-2-4 0,-2 4 0,-2 0 0,3 1 0,-5 1 0,2 5 0,2 1 0,-5 0 0,7 11 0,-4 12 0,6 13 0,6 21 0,1 6 0,5 11 0,3 5 0,-3 6 0,3 1 0,2 0 0,-5 0 0,-1-1 0,-1-1 0,1-4 0,-1 0 0,-5-11 0,-3-4 0,4-16 0,-4-3 0,-2-6 0,-2-12 0,-4-5 0,3-12 0,-9-5 0,3-18 0,-3-5 0,-3-10 0,3 4 0,-5-14 0,-6 3 0,4-7 0,-4 3 0,4-4 0,2-2 0,0 3 0,-1-5 0,7 2 0,-1-2 0,9 6 0,-3 11 0,6 2 0,6 4 0,3 11 0,8 0 0,6 14 0,2 6 0,0 1 0,0 4 0,4 12 0,-7 9 0,1 2 0,-5 10 0,-1 1 0,0 9 0,-2 3 0,-3 1 0,1 1 0,-7 2 0,2 4 0,-3-4 0,-3 2 0,4-3 0,-4-1 0,-2-5 0,2 1 0,4-2 0,-5-9 0,5-7 0,-4-10 0,-2-4 0,8-16 0,3-4 0,6-16 0,4-8 0,4-7 0,2-4 0,2-3 0,5-2 0,-7 1 0,-4-1 0,-4 1 0,-2-1 0,-7 10 0,-4 8 0,-5 9 0,-1 6 0,-7 9 0,-5 5 0,-3 10 0,-2 7 0,0 11 0,-1 5 0,1 10 0,0 3 0,7 4 0,5-4 0,3-3 0,2-2 0,0-2 0,0 1 0,9-10 0,9-8 0,6-2 0,11-9 0,1-2 0,4-12 0,6-9 0,4-10 0,-4-13 0,0-6 0,-8-11 0,4-4 0</inkml:trace>
  <inkml:trace contextRef="#ctx0" brushRef="#br1" timeOffset="90">1635 2424 8912,'-17'-7'0,"-6"5"0,0-4 0,0 4 0,6 2 0,-6 2 0,0 4 0,4 7 0,5 8 0,1 6 0,7 7 0,0 6 0,6 0 0,2 8 0,4-2 0,4 4 0,7 1 0,8-7 0,3-4 0,5-5 0,1-7 0,1 5 0,-1-4 0,6-5 0,0-1 0,-7-4 0,-10-1 0,-4-1 0,-2 0 0,-7-7 0,-3-3 0</inkml:trace>
  <inkml:trace contextRef="#ctx0" brushRef="#br1" timeOffset="91">1652 2974 8912,'-8'-9'0,"6"-6"0,-13 5 0,13 0 0,-3 1 0,10 3 0,-1 2 0,8-7 0,7-1 0,7-5 0</inkml:trace>
  <inkml:trace contextRef="#ctx0" brushRef="#br1" timeOffset="92">1927 2785 8912,'-17'0'0,"0"0"0,5 0 0,1 0 0,5 0 0,-5 0 0,7 0 0,-4 0 0,10-5 0,4-1 0,5 0 0,5-2 0,7-1 0,0-8 0,5 0 0,-5-1 0,6 1 0,-6 0 0,0-2 0,-6-4 0,-2 4 0,-1-4 0,-5 4 0,-1 2 0,-2-1 0,-6 1 0,-2 2 0,-4 3 0,-5 3 0,-12 3 0,3 4 0,-2-3 0,-3 10 0,2 7 0,2 5 0,2 6 0,7 2 0,1 3 0,7 5 0,-2-5 0,6-3 0,6-2 0,-2 2 0,7-2 0,6-6 0,6-5 0,6-9 0,-6 3 0,7-4 0,-1-2 0,4 0 0,1 0 0,-7-8 0,-4-3 0,-4-12 0,-2-4 0</inkml:trace>
  <inkml:trace contextRef="#ctx0" brushRef="#br1" timeOffset="93">2168 2510 8912,'-7'-17'0,"-3"0"0,-5 0 0,3-1 0,5 7 0,7 0 0,0-1 0,0 1 0,0-1 0,7 8 0,5-1 0,3 3 0,2 2 0,1 0 0,-1 0 0,0 7 0,0 5 0,-2 3 0,-3 2 0,1 2 0,-7 4 0,5-4 0,-5 4 0,0-4 0,-6-1 0,0-1 0,0 0 0,0 0 0,0-7 0,0-3 0,0-9 0,0-3 0,0-7 0,6-11 0,-1-7 0,1-7 0,2-3 0,-4-7 0,7 1 0,-1-4 0,1-2 0,4 7 0,-3-1 0,1 8 0,-1-3 0,-5 13 0,-7 5 0,0 11 0,-1 7 0,-5 10 0,2 7 0,-8 11 0,3 2 0,-3 3 0,-1 5 0,7-6 0,3 1 0,1 1 0,2-2 0,0 1 0,0-3 0,0-8 0,2-1 0,3-5 0,5 2 0,7-7 0,2-2 0,4-10 0,6-7 0,3-8 0,3-6 0,-1-7 0,1-1 0,-1 1 0,-7-2 0,-4-4 0,0 1 0,-6-7 0,2 10 0,-13 0 0,-3 7 0,-1 4 0,-2 2 0,0 6 0,-2 8 0,-3 3 0,3 4 0,-12 4 0,9 4 0,-1 3 0,6 8 0,0 1 0,0-1 0,0 6 0,0 0 0,0 0 0,0-6 0,0-6 0,0 1 0,2-1 0,4 6 0,-4 1 0,5-9 0,-7-3 0,0-12 0,6-3 0,0-11 0,-3-1 0,-1-1 0,4-9 0,0 2 0,5-1 0,-5 1 0,6-1 0,-7 7 0,9-6 0,-3 6 0,-1 2 0,1 10 0,1-3 0,5 8 0,-6 1 0,1 5 0,1 0 0,2 7 0,3 5 0,-3 5 0,-4 6 0,5-4 0,-5 4 0,-1-4 0,1-2 0,1 0 0,5 1 0,0-9 0,0-1 0</inkml:trace>
  <inkml:trace contextRef="#ctx0" brushRef="#br1" timeOffset="94">3149 1375 8912,'0'-9'0,"-2"3"0,-3 12 0,-5 0 0,-7 11 0,1-2 0,5 14 0,-4-1 0,5 5 0,1-1 0,3 3 0,4-5 0,2 10 0,0-5 0,0-7 0,13 3 0,5-8 0,10-8 0,1-9 0,3-4 0,3-2 0,-1-10 0,1-7 0,5-8 0,0-9 0,-2 0 0,-9-1 0,-4-5 0,-8 0 0,-2 0 0,-3 5 0,1 3 0,-7 3 0,-2 4 0,-12 10 0,-7 4 0,-6 5 0,-8 6 0,6 6 0,-8 5 0,3 12 0,-3-2 0,3 8 0,3-1 0,7 7 0,9-1 0,3 1 0,4-1 0,2 0 0,17-1 0,12-5 0,7-3 0,16-7 0,-2-7 0,13 0 0,-2-7 0,2 2 0,-5-4 0,-13-2 0,-8 0 0,-9 0 0,-14 0 0,1 0 0</inkml:trace>
  <inkml:trace contextRef="#ctx0" brushRef="#br1" timeOffset="95">929 4608 8912,'-2'-12'0,"-1"1"0,-3-3 0,-8 7 0,7-3 0,-5 5 0,5 10 0,7 1 0,0 7 0,0 6 0,2 2 0,1 4 0,3 2 0,7-4 0,-3 4 0,2-1 0,-1 1 0,-5 0 0,5 2 0,-1 1 0,1-7 0,5-2 0,-5-7 0,4-5 0,3-1 0,1-3 0,4-5 0,-4-1 0,4-5 0,-4-4 0,0-7 0,0 0 0,-2 0 0,4-4 0,-9 3 0,-3-1 0,3 14 0,-7-1 0,7 6 0,-8 2 0,2 4 0,1 3 0,-1 8 0,2-1 0,-3-5 0,-3 4 0,4-3 0,2-3 0,-3 3 0,1-8 0,2 3 0,1-7 0</inkml:trace>
  <inkml:trace contextRef="#ctx0" brushRef="#br1" timeOffset="96">1291 4608 8912,'-29'-16'0,"2"3"0,2 2 0,4-3 0,2 7 0,2 1 0,0-4 0,7 8 0,4-5 0,12 7 0,6 0 0,3 0 0,10 0 0,4 0 0,3 0 0,2 0 0</inkml:trace>
  <inkml:trace contextRef="#ctx0" brushRef="#br1" timeOffset="97">1446 4539 8912,'0'19'0,"0"-2"0,0-11 0,0-4 0,0 6 0,0-8 0,0 1 0,0 5 0,0 4 0,0 7 0,0 0 0,0 0 0,0 1 0,0-1 0,0 2 0,0 4 0,0-4 0,0 4 0,0-10 0,0-1 0,-2-9 0,-4 3 0,4-4 0,-6-17 0,8-8 0,0-15 0,0-8 0,0-11 0,2-5 0,2 3 0,2 8 0,5 1 0,-5 10 0,5 5 0,-5 7 0,6 12 0,-7-1 0,9 13 0,-3 4 0,3 16 0,-3 12 0,4 13 0,-3 2 0,5 1 0,6-4 0,-2 1 0,8-7 0,-2-3 0,1-14 0,5-8 0,-3-3 0,7-8 0,3-9 0,-6-10 0,-5-19 0,-6-4 0,6-8 0,-14 0 0,2 1 0,-11-1 0,-2 3 0,-10 1 0,-11 2 0,-2 4 0,-10 2 0,0 9 0,-5 20 0,-1 5 0,1 12 0,-1 13 0,1 15 0,2 10 0,3 14 0,6 7 0,4 7 0,9 5 0,5 3 0,5-4-107,5-7 0,20-8 107,15-4 0,18-5 0,10-6 0,9-12 0,9-11 0,-4-11 0,4-7 0,4-3 0</inkml:trace>
  <inkml:trace contextRef="#ctx0" brushRef="#br1" timeOffset="98">16228 4470 8912,'0'-11'0,"2"1"0,3 3 0,-3-1 0,6 4 0,0-2 0,-5-7 0,9 2 0,-6 1 0,5-1 0,1 1 0,3-3 0,-4 1 0,-1 8 0,-4-1 0,-4 1 0,5 0 0,1-2 0,-6 0 0,5 8 0,-7 4 0,-7 6 0,-5 11 0,-5 3 0,-6 9 0,-4 5 0,-7 0 0,-2 13 0,-4-1 0,-4 11 0,-8 0 0,-2 4 0,-3 2 0,-2-6 0,-4 0 0,-4 6-188,35-33 0,1 2 1,0 1-1,0 0 188,0 1 0,-1 1 0,3 2 0,1 3 0,-4 8 0,1 1 0,-1 4 0,1 1 0,-3 2 0,-1 2 0,-6 3 0,-2 1 0,-3 1 0,0 0 0,-3 4 0,1 1 0,-2 3 0,2-1 0,2-5 0,2-1 0,6-6 0,2-2 0,5-6 0,2-3 0,-11 27 0,6-3 0,5-8 0,-2-16 0,8-7 0,1-10 0,4-7 0,1-6 0,0-12 0,7-3 0,3-8 0,7 0 0,0-2 751,0-4-751,0 4 0,-2-5 0,-4 7 0,4-8 0,-6 6 0,8-5 0,0 5 0,0-4 0,2 2 0,4-7 0,-4-1 0,6-5 0</inkml:trace>
  <inkml:trace contextRef="#ctx0" brushRef="#br1" timeOffset="99">14593 6482 8912,'-8'-23'0,"-1"0"0,-3 2 0,1 2 0,7 9 0,-4 5 0,8 10 0,-5 12 0,-1 12 0,-8 13 0,3 10 0,-2 9 0,1 13 0,-1-1 0,7 7 0,0-5 0,6 1 0,0-3 0,0-6 0,2-18 0,4-3 0,3-8 0,9-3 0,5-16 0,0-8 0,7-7 0,-1-4 0,11-9 0,6-9 0,6-8 0,5-7 0,6-9 0,12-4 0,9-2-145,-39 26 1,1-1 0,1-2 0,-2 0 0,41-19 0</inkml:trace>
  <inkml:trace contextRef="#ctx0" brushRef="#br1" timeOffset="100">16451 3421 8912,'6'-19'0,"0"-2"0,-2-2 0,-4 2 0,-4 8 0,-4 2 0,-1-1 0,-5 3 0,5 3 0,-1 12 0,3 5 0,1 12 0,6 7 0,0 9 0,0 7 0,0 1 0,2 1 0,4-4 0,5-2 0,2 4 0,-1-6 0,9 4 0,-4-8 0,2-3 0,0-1 0,0-7 0,4-2 0,-3-6 0,2-5 0,-10-12 0,-4-10 0</inkml:trace>
  <inkml:trace contextRef="#ctx0" brushRef="#br1" timeOffset="101">16331 3731 8912,'10'9'0,"5"-1"0,-4-8 0,5-2 0,1-4 0,10-3 0,7-10 0,10-4 0,6-6 0,3 2 0,5-1 0,-7-1 0,1-5 0,-2 5 0,-10 0 0,-8 8 0,-9-1 0,-9 10 0,-3 6 0,-7 4 0,2 2 0,-10 2 0,-4 4 0,-1 6 0,5 10 0,-2 7 0,4-2 0,2 2 0,0-3 0,0 3 0,0 3 0,0-3 0,0-4 0,0-2 0,0-4 0,0-2 0,8 0 0,-6-7 0,5-3 0</inkml:trace>
  <inkml:trace contextRef="#ctx0" brushRef="#br1" timeOffset="102">16761 3404 8912,'-17'-17'0,"6"2"0,-1 3 0,8 5 0,6 5 0,15-4 0,3 2 0,8-7 0,9-1 0,7-5 0</inkml:trace>
  <inkml:trace contextRef="#ctx0" brushRef="#br1" timeOffset="103">17209 3301 8912,'-8'21'0,"-3"-4"0,-5-1 0,-1-1 0,0 2 0,0 0 0,-1 0 0,1 1 0,0 5 0,0-1 0,7 7 0,4-6 0,5 6 0,1-6 0,7 1 0,5-4 0,3-1 0,2-4 0,8-4 0,4 1 0,5-4 0,6-8 0,-3-2 0,3-4 0,-4-4 0,-1-15 0,-1-1 0</inkml:trace>
  <inkml:trace contextRef="#ctx0" brushRef="#br1" timeOffset="104">17467 3146 8912,'-12'0'0,"1"0"0,5 0 0,-5 0 0,7 0 0,-4 0 0,8 10 0,0 7 0,0 8 0,4 9 0,6 3 0,7 3 0,4-4 0,-4 4 0,0 2 0,0-2 0,3 0 0,2-5 0,-2-3 0,3-3 0,-4-10 0,-2-8 0,0-7 0,0 4 0</inkml:trace>
  <inkml:trace contextRef="#ctx0" brushRef="#br1" timeOffset="105">17759 3146 8912,'-17'0'0,"6"0"0,-1 0 0,6 2 0,-5 4 0,-2 5 0,-3 5 0,1 9 0,4 3 0,-3 3 0,8-3 0,1 5 0,5-4 0,0 1 0,0-1 0,2-2 0,1-6 0,5 0 0,2-6 0,1 0 0,6-9 0,6 0 0,0-6 0,2-8 0,-2-4 0,4-10 0,7-7 0,-5-4 0,0-1 0,-3 0 0,5-1 0,-4 1 0,-2 0 0,-8-1 0,-6 1 0,-7 7 0,2 4 0,-4-4 0,-4 10 0,-4 0 0,-4 15 0,-7 13 0,8 7 0,3 5 0,4 5 0,2 12 0,2-3 0,4 3 0,5-4 0,10-2 0,4 1 0,2-1 0,2 1 0,5-1 0,-7-7 0,-4-4 0,-6-4 0,-6-2 0,5 8 0,-22-6 0,0 4 0,-15-4 0,-9-2 0,-9 0 0,-7 1 0,-3-9 0,-11 6 0,-1-5 0</inkml:trace>
  <inkml:trace contextRef="#ctx0" brushRef="#br1" timeOffset="106">19136 3060 8912,'0'10'0,"0"-18"0,-2 3 0,-4-13 0,4 5 0,-5-2 0,1 1 0,0 3 0,-1 5 0,1-3 0,-5 1 0,-5 4 0,-1 10 0,0 7 0,0 8 0,-6 6 0,0 7 0,2 3 0,2 3 0,1 2 0,1 4 0,2-4 0,3-8 0,7-1 0,3-5 0,2-11 0,2-9 0,3-8 0,13-10 0,10-7 0,5-9 0,1-15 0,1-2 0,-3-7 0,-3 2 0,-6 2 0,-4 8 0,-2-2 0,0 4 0,0 1 0,-7 8 0,-2 3 0,-8 16 0,0 8 0,0 8 0,0 9 0,5 8 0,1 3 0,0 3 0,2-2 0,-1 3 0,5-3 0,3-4 0,-4-3 0,7 1 0,5-5 0,-4 3 0,4-10 0,-4-3 0,-2-3 0,0-3 0,0-2 0,-7-7 0,5-11 0,-5-8 0</inkml:trace>
  <inkml:trace contextRef="#ctx0" brushRef="#br1" timeOffset="107">19429 2510 8912,'0'17'0,"0"1"0,2 1 0,3 4 0,7 3 0,11 9 0,-2 5 0,5 2 0,1 0 0,0 0 0,-4 4 0,6-6 0,-8 0 0,2-6 0,-4-7 0,-2-4 0,0-11 0,0-5 0</inkml:trace>
  <inkml:trace contextRef="#ctx0" brushRef="#br1" timeOffset="108">19945 2527 8912,'11'-11'0,"-1"-1"0,-2-1 0,-3 5 0,-12 1 0,-5 7 0,-11 9 0,-5 9 0,1 1 0,-2 9 0,0 1 0,-3 5 0,1 1 0,3-1 0,7 6 0,-2 0 0,4 2 0,1-1 0,9-5 0,3 4 0,4-11 0,2-6 0,10-6 0,7-6 0,10-3 0,13-8 0,4-4 0,0-7 0,5-3 0,-3-15 0,4 8 0,2-19 0,-1 4 0</inkml:trace>
  <inkml:trace contextRef="#ctx0" brushRef="#br1" timeOffset="109">20668 2321 8912,'0'-17'0,"-8"2"0,-4 3 0,-3 6 0,-2 4 0,-2 2 0,-4 0 0,2 2 0,-8 4 0,-1 8 0,-3 7 0,-1 11 0,1 8 0,5 0 0,5 2 0,3-4 0,5 6 0,2-2 0,1-3 0,8-11 0,-1-5 0,5-6 0,4-3 0,5-5 0,6-1 0,1-10 0,12-9 0,1-12 0,5-6 0,7-11 0,-1-4 0,-2-2 0,-2 0 0,-7 2 0,0-2 0,-8-1 0,2 7 0,-6 7 0,-6 10 0,5 4 0,-12 10 0,5 7 0,-1 9 0,-4 10 0,5 12 0,3 0 0,5 1 0,6-1 0,-2 2 0,7-8 0,7-1 0,7-4 0,0-3 0,0-4 0,-4 3 0,-9-9 0,-12 1 0,-2-6 0,-5 0 0</inkml:trace>
  <inkml:trace contextRef="#ctx0" brushRef="#br1" timeOffset="110">19566 2888 8912,'17'0'0,"1"0"0,-9 0 0,-1 8 0,-6 5 0,2 7 0,1 2 0,1 15 0,-4-3 0,4 4 0,5 4 0,5-3 0,1 5 0,0-2 0,0-4 0,2-4 0,2-5 0,2-6 0,-2-4 0,-2-10 0,6 7 0,2-7 0</inkml:trace>
  <inkml:trace contextRef="#ctx0" brushRef="#br1" timeOffset="111">21838 1530 8912,'-6'-23'0,"0"0"0,-1 2 0,1 10 0,4 5 0,-4 14 0,4 9 0,2 2 0,0 10 0,6-1 0,0 7 0,2 1 0,-5 4 0,5 4 0,2 0 0,-7 4 0,3-6 0,-4 0 0,-2 0 0,6 0 0,-1-2 0,1-9 0,-6 3 0,0-11 0,0 0 0,0-4 0,0-9 0,6-18 0,0-15 0,1-10 0,-1-7 0,-2-6 0,7-9 0,1-2 0,-3 1 0,5 1 0,-8-2 0,5 13 0,-5 4 0,-1 5 0,-3 14 0,4 6 0,-4 5 0,8 26 0,-7 7 0,3 7 0,-2 5 0,4 5 0,-3 0 0,3 0 0,-2-6 0,-4 1 0,5-3 0,-1-3 0,0-6 0,0-4 0,-6-2 0,1-7 0,5-5 0,-2-12 0,6-12 0,-1-12 0,1-7 0,1-16 0,4 3 0,-1-3 0,-3 1 0,1 3 0,5 4 0,-6 0 0,1 10 0,1 6 0,3 3 0,1 6 0,0 9 0,0 7 0,0 10 0,1 5 0,-1 7 0,6 2 0,0 4 0,7-4 0,-1 4 0,4-6 0,1-5 0,0 1 0,1-7 0,5 0 0,0-6 0,0-2 0,-5-4 0,-3 2 0,-3-7 0,-4-1 0,-10-7 0,-2-2 0,-1-2 0,-8-2 0,1 2 0,-5 4 0,-5-4 0,-5 6 0,-7 6 0,-2 3 0,-4 8 0,2 0 0,-6 2 0,2 4 0,4 5 0,-4 6 0,2 6 0,2-2 0,10 8 0,-3-6 0,7 4 0,-1-1 0,1 1 0,1-6 0,6 2 0,0-4 0,2-2 0,3 1 0,5-9 0,7-3 0,0-6 0,3-6 0,1-7 0,2-8 0,-1-4 0,-4-4 0,-1-3 0,0 3 0,-2-1 0,-3 1 0,-5-2 0,-7 8 0,0 0 0,0 6 0,0 0 0,0 0 0,0 9 0,0 8 0,0 8 0,0 9 0,0 0 0,0 0 0,2 1 0,2-1 0,4 0 0,1 0 0,1-5 0,1-1 0,5-7 0,-5 2 0,5-4 0,1-2 0,0 0 0,0 0 0,-5-2 0,-1-4 0,-1-4 0,3-7 0,-3 0 0,-3 0 0,1 0 0,-2-1 0,-4 1 0,3 0 0,-3 0 0,-2 0 0,0 5 0,0 1 0,8 7 0,-4-2 0,7 12 0,3 5 0,-5 5 0,3 1 0,-1 0 0,6 0 0,0 2 0,1 2 0,1 2 0,4-2 0,-4-7 0,4-3 0,-2-1 0,2 1 0,-4-3 0,4-8 0,-4 0 0,-2 0 0</inkml:trace>
  <inkml:trace contextRef="#ctx0" brushRef="#br1" timeOffset="112">23421 1014 8912,'-10'2'0,"5"4"0,3-2 0,2 7 0,0 3 0,0 1 0,0 10 0,0 5 0,0 9 0,0 6 0,2 3 0,3-2 0,-1 4 0,6-6 0,-1 0 0,1-4 0,-4-4 0,5-2 0,-5-1 0,5-4 0,1-12 0,5-12 0,0-18 0,0-6 0</inkml:trace>
  <inkml:trace contextRef="#ctx0" brushRef="#br1" timeOffset="113">23645 1204 8912,'0'-18'0,"0"1"0,0 6 0,0-1 0,0-1 0,-8 5 0,-3 2 0,-5 6 0,-1 6 0,-2 9 0,-4 8 0,2 10 0,-8 1 0,3 1 0,-3 5 0,6-4 0,4-2 0,7 1 0,1-1 0,7-1 0,-2-5 0,6-5 0,6-4 0,4-7 0,7-1 0,6-7 0,0 2 0,7-4 0,-1-2 0,-2-8 0,1-3 0,7-5 0,5-1 0,0-2 0,-4-2 0,3-4 0,1-2 0,0-1 0,-6-7 0,-1 7 0,-4-1 0,-5 6 0,-6-5 0,-3 7 0,-4-2 0,3 4 0,-8 1 0,-8 9 0,-8 1 0,-5 16 0,3 3 0,-1 10 0,7 2 0,2 0 0,2 2 0,2-6 0,0 4 0,0 2 0,0-2 0,8 0 0,2-8 0,7-4 0,0 3 0,0-9 0,1 1 0,1-6 0,2-2 0,2-3 0,0-5 0,-6-7 0,0-2 0,0-4 0,0 4 0,1-4 0,-7-2 0,1 2 0,-9-2 0,5 6 0,-2 0 0,-1 4 0,1 1 0,-6 5 0,0 1 0,2 10 0,4 4 0,-2 3 0,5 9 0,1-1 0,-1 0 0,3-6 0,5 1 0,2-6 0,4 5 0,-2-7 0,8 2 0,-2-6 0,3-6 0,-1-6 0,1-3 0,3-8 0,1 0 0,-5-7 0,0 1 0,-10 2 0,-2-1 0,-2-1 0,-9-5 0,0 7 0,-6 4 0,0 4 0,0 2 0,0 5 0,0 1 0,0 7 0,0 4 0,0 15 0,0 8 0,8 6 0,5-4 0,6-1 0,4 1 0,6 6 0,-6-3 0,5-1 0,-5 2 0,0-6 0,-6 5 0,-7 1 0,-4 5 0,-8 1 0,-12-1 0,-14 3 0,-14 3 0,-18 4 0,-8 7 0,-3 1-263,-10-1 1,9-1 262,-3-4 0,4 2 0,3-8 0,-1 0 0</inkml:trace>
  <inkml:trace contextRef="#ctx0" brushRef="#br2" timeOffset="114">6023 7393 8912,'-10'-17'0,"-5"5"0,4 3 0,-5 1 0,1 4 0,4 10 0,3 7 0,0 8 0,6 6 0,-3 10 0,3 1 0,2 2 0,0 6 0,0-6 0,0-2 0,0-2 0,0-1 0,0-1 0,0-7 0,0-4 0,2-4 0,3-2 0,5-7 0,7-5 0,2-5 0,4-5 0,-2-13 0,8-10 0,-6-5 0,6-1 0,-10 0 0,-2-1 0,-2-1 0,-9-4 0,5 11 0,-5 0 0,0 8 0,-8 4 0,-4 2 0,-5 3 0,-5 5 0,-1 7 0,0 4 0,0 5 0,-2 10 0,-4 6 0,9 4 0,-3 5 0,6 1 0,-1-1 0,-1-5 0,7-1 0,0-7 0,6 2 0,0-4 0,0-2 0,0-7 0,8-2 0,4-8 0,9-8 0,3-5 0,1-8 0,0-8 0,4-3 0,-6-3 0,-4 1 0,-6-1 0,1 1 0,-9 2 0,-1 1 0,-2 2 0,-2 8 0,0-2 0,-6 10 0,1 2 0,-9 7 0,3-2 0,-5 4 0,-1 10 0,0 3 0,2 10 0,3 2 0,-1 6 0,5-4 0,1 1 0,-1 5 0,0-4 0,3 1 0,3-7 0,-4 2 0,4-4 0,2-1 0,0-9 0,8-1 0,3-8 0,4 0 0,3 0 0,-1-14 0,0-3 0,0-11 0,0-1 0,-1 2 0,-5-2 0,-1 7 0,-6-5 0,1 2 0,-1 4 0,-4 2 0,-6 2 0,3-1 0,-9 1 0,1 8 0,-7 1 0,1 8 0,0 8 0,0 3 0,0 12 0,-1 6 0,1 3 0,2 3 0,2-3 0,1-3 0,8 3 0,-1-3 0,-3-4 0,2-2 0,0-4 0,6-2 0,8-8 0,2-9 0,7-11 0,0-4 0,0-2 0,0-6 0,1 0 0,-1 0 0,0-2 0,-2 6 0,-3-4 0,-3 4 0,-5 2 0,2-1 0,-2 1 0,-4 0 0,-6 0 0,-4 0 0,-7-1 0,2 7 0,4 0 0,-5 7 0,5-2 0,-5 4 0,-1 4 0,2 4 0,3 5 0,-3 12 0,4 6 0,-3 9 0,3 2 0,3 6 0,8-6 0,0 6 0,0-6 0,2-2 0,4-9 0,3 0 0,9-12 0,1 2 0,4-13 0,3-3 0,1-1 0,6-11 0,-5-8 0,-3-8 0,-2-10 0,-4 7 0,-1-1 0,-9 0 0,-3-5 0,-6 1 0,-6 5 0,-3-5 0,-9 5 0,-1 3 0,-4 2 0,-4 4 0,1 2 0,-5 1 0,8 5 0,-5 3 0,5 8 0,-2 16 0,2 6 0,4 11 0,-4 7 0,9 4 0,3 8 0,7-7 0,-2-1 0,4-2 0,2-3 0,8-11 0,3-7 0,7-7 0,5-9 0,3-5 0,9-7 0,-1-10 0,1-10 0,-1-8 0,0-5 0,-1-2 0,-4-6 0,-6 3 0,-4-3 0,-8 4 0,1-2 0,-10 8 0,-2-2 0,-10 9 0,-13 3 0,2 12 0,-8-1 0,6 11 0,-5 1 0,5 12 0,-6 10 0,6 10 0,-5 13 0,6 4 0,0 8 0,4-1 0,7 1 0,-3 0 0,9-3 0,1-3 0,2-6 0,8-11 0,-1-6 0,15-10 0,-3-3 0,4-5 0,4-6 0,-6-9 0,4-13 0,-4-2 0,-2-3 0,-2-5 0,-3 4 0,-5-1 0,-7 1 0,0-3 0,-1 3 0,-5-1 0,-6 1 0,-3 4 0,-2 8 0,0 2 0,-1 3 0,1-1 0,0 7 0,0 8 0,0 13 0,1 10 0,3 0 0,1 0 0,7 5 0,-7-1 0,8-2 0,-1 1 0,3-5 0,2 6 0,0-8 0,0 2 0,0-10 0,0-1 0,0-1 0,7-1 0,5-5 0,3-3 0,2-11 0,1-8 0,5-3 0,0-8 0,1-7 0,-1-5 0,-9 0 0,3 6 0,-6-1 0,1 1 0,-6 0 0,-5-1 0,-1 8 0,-1 10 0,-5 12 0,-6 6 0,-11 11 0,2 9 0,-7 19 0,5 4 0,-4 8 0,2-1 0,4 1 0,2-6 0,2-1 0,7-8 0,4-3 0,5 1 0,1-16 0,7-2 0,5-11 0,9-14 0,4-9 0,-1-8 0,1-2 0,4-5 0,-6 3 0,-2-2 0,-2 3 0,-9-5 0,-5 5 0,3 3 0,-2 2 0,-4 4 0,-6 2 0,-13-1 0,-10 1 0</inkml:trace>
  <inkml:trace contextRef="#ctx0" brushRef="#br2" timeOffset="115">5937 7548 8912,'8'11'0,"3"1"0,6 3 0,6 6 0,6 8 0,3 3 0,16 10 0,6 4 0,5 4 0,6 1 0,-6 1 0,-1-1 0,-7-7 0,-5-2 0,-8-3 0,-7-5 0,-8-3 0,-12-14 0,5 0 0,-14-8 0,5-1 0,-12-10 0,-1-4 0,-2 1 0,2-12 0,3 3 0,-9-9 0,8-3 0,-11-9 0,6-9 0</inkml:trace>
  <inkml:trace contextRef="#ctx0" brushRef="#br2" timeOffset="116">6419 7393 8912,'-17'-8'0,"-1"1"0,1-5 0,0 5 0,-2 10 0,-4 9 0,4 7 0,-4 15 0,-2 14 0,2 4 0,-6 11 0,6 0 0,-1 11-222,1 7 1,4 1 221,-4-2 0,-2 2 0,2-5 0,2-1-101,2 0 0,1-9 101,1-9 0,0-13 0,0-4 0,5-11 0,3-3 0,1-2 0,2-10 0,6-7 144,0-16 1,2-4 0,2-10-145,2-7 0,1-5 0,-1-7 0,-4-3 0,6-7 0</inkml:trace>
  <inkml:trace contextRef="#ctx0" brushRef="#br2" timeOffset="117">6092 7376 8912,'0'-17'0,"-6"5"0,0 1 0,-1 5 0,1-5 0,4 16 0,-2 7 0,8 14 0,8 13 0,5 5 0,6 7 0,-4 8 0,4 4 0,2 4 0,-2 2 0,0 0 0,-4 2 0,2 1 0,2 3 0,-2-7 0,-10-5 0,4-9 0,-3-2 0,-4-5 0,-3-12 0,-3-5 0,-2-13 0,0-7 0,0-2 0,-2-8 0,-3 0 0,-13-16 0,-8-3 0</inkml:trace>
  <inkml:trace contextRef="#ctx0" brushRef="#br2" timeOffset="118">5782 7995 8912,'-23'2'0,"-2"2"0,0 1 0,1-1 0,8-2 0,9-2 0,9 0 0,5-2 0,10-4 0,10-5 0,8-4 0,5-3 0,4-4 0,7-3 0,3 0 0,3 0 0,4-6 0,8 3 0,0-3-164,0 3 1,0-3 163,0 8 0,-8-6 0,-4 6 0,-13 1 0,-9 4 0,-9 7 0,-8-1 0,-9 9 0,-9-5 0,-9 10 0,-9 4 0,1 5 0,8-3 0,-7-1 0,7-7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5.9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11392 3353 8912,'0'-10'0,"0"2"0,-8 1 0,7 3 0,-5-7 0,-4 7 0,10-4 0,0 8 0,10 0 0,13 0 0,5 0 0,7-2 0,5-4 0,10-3 0,9-8 0,0 1 0,1 5 0,5-4 0,-2 3 0,2-3 0,-2-2 0,2 0 0,-8-1 0,-7 3 0,-10 4 0,-11 3 0,-6 8 0,-12 0 0,-5 0 0,-12 0 0,-3 0 0,-9 0 0,1 0 0,0 0 0,0 0 0,0 0 0,-6 0 0,0 0 0,-8 0 0,2 0 0,-3 2 0,-3 4 0,7-3 0,-1 9 0,0-8 0,-5 11 0,0-5 0</inkml:trace>
  <inkml:trace contextRef="#ctx0" brushRef="#br0" timeOffset="1">13784 2493 8912,'-25'-8'0,"6"1"0,-2-3 0,6 12 0,5 13 0,3 12 0,1 19 0,6 6 0,0 5 0,0 2 0,0 8 0,0 6 0,2 1 0,4-5 0,-3 0 0,7-1 0,-2-1 0,-5-4 0,5-11 0,-2-12 0,0-11 0,-6-6 0,0-4 0,-16-10 0,-3-1 0</inkml:trace>
  <inkml:trace contextRef="#ctx0" brushRef="#br0" timeOffset="2">13406 2785 8912,'0'-32'0,"0"3"0,0 6 0,7 6 0,5 6 0,5 5 0,6 4 0,4 0 0,7-4 0,8 4 0,6-3 0,4 3 0,-1 2 0,5 0 0,-11 0 0,-8 0 0,-3 0 0,-17 7 0,-1 5 0,-7 3 0,-5 2 0,-10 8 0,-5 4 0,-12-2 0,-6 1 0,3 1 0,-3 5 0,0-5 0,-5 0 0,5-8 0,0 2 0,8-4 0,-2-4 0,6-2 0,6-1 0,3-8 0,10 3 0,4-7 0,11 0 0,12 0 0,11 0 0,6 0 0,3-7 0,3-5 0,0 3 0,-1-3 0,-7 8 0,-4-1 0,-5 3 0,-7 2 0,-5 7 0,-11 5 0,-4 5 0,-8 6 0,-10 5 0,-7 13 0,-10 3 0,-13 7 0,2-5 0,-6-2 0,0-2 0,0-4 0,7-9 0,3-6 0,1-12 0,10-5 0,8-4 0,8-12 0,7-7 0,7-8 0,3-9 0</inkml:trace>
  <inkml:trace contextRef="#ctx0" brushRef="#br0" timeOffset="3">14421 2957 8912,'-35'17'0,"3"1"0,1 1 0,3 4 0,3 11 0,2 12 0,2-2 0,15 2 0,2 1 0,2 3 0,12-6 0,7-4 0,8-5 0,11-7 0,3-7 0,1-7 0,0-7 0,-6-7 0,1-4 0,-1-7 0,1-8 0,-1-16 0,-7-1 0,-4-4 0,-6 2 0,-6-8 0,-5 0 0,-12-5 0,-5 7 0,-12 3 0,-4 7 0,0 5 0,-5 1 0,3 11 0,4-3 0,2 15 0,4-1 0,10 6 0,5 6 0,13-1 0,9-1 0,10-2 0,7-9 0,9-3 0</inkml:trace>
  <inkml:trace contextRef="#ctx0" brushRef="#br0" timeOffset="4">14920 2510 8912,'0'-17'0,"0"0"0,0 0 0,0-1 0,-6 7 0,0 0 0,1 9 0,5 2 0,0 15 0,0 14 0,2 9 0,3 2 0,-1 8 0,8-3 0,-1 3 0,6-2 0,1 4 0,-1-4 0,-2-2 0,-3 1 0,1-6 0,-7 1 0,-8-4 0,-8-2 0</inkml:trace>
  <inkml:trace contextRef="#ctx0" brushRef="#br0" timeOffset="5">14782 2940 8912,'10'-2'0,"-3"-2"0,1-1 0,-4-9 0,7 3 0,9 1 0,8-1 0,7-3 0,5-1 0,9-2 0,9 0 0,5-2 0,-6-2 0,-1-2 0,-3-8 0,-1 4 0</inkml:trace>
  <inkml:trace contextRef="#ctx0" brushRef="#br0" timeOffset="6">15350 2562 8912,'-17'2'0,"0"2"0,0 1 0,-1 9 0,3-3 0,4 12 0,3-2 0,8 8 0,0 1 0,0 3 0,0 3 0,0 4 0,2-4 0,4 5 0,-5-5 0,5-2 0,2-1 0,-2-5 0,-1-3 0,-3-8 0,4 1 0,-4-9 0,6-3 0,-8-12 0,1-5 0,5-12 0,-2-4 0,7-7 0,1-1 0,5 3 0,0 1 0,1 3 0,-1 1 0,0-2 0,2 2 0,4 4 0,-4 10 0,4-4 0,-2 5 0,2 1 0,-2 3 0,8 8 0,-6 8 0,5 3 0,-1 7 0,4 3 0,-3 2 0,1 7 0,6-3 0</inkml:trace>
  <inkml:trace contextRef="#ctx0" brushRef="#br0" timeOffset="7">17002 2407 8912,'-17'-8'0,"5"5"0,1-7 0,-2 2 0,5 3 0,-5 7 0,7 5 0,2 10 0,4 8 0,6 10 0,-2-1 0,5 0 0,-1 3 0,-4 3 0,3-4 0,-1 4 0,2-9 0,-3-3 0,-3-1 0,4 2 0,-4-6 0,-2-4 0,-2-10 0,-4-3 0,2-4 0,-7-2 0,5-2 0,-5-4 0,5-5 0,-5-12 0,7-6 0,-2-11 0,4 2 0,2-8 0,0-2 0,0-1 0,2 5 0,4 4 0,1 5 0,5 7 0,3 3 0,-3 8 0,3 7 0,2 4 0,0 12 0,1 6 0,-1 10 0,0 7 0,0 6 0,0 5 0,-1-2 0,-3 6 0,-1-2 0,1-4 0,-3-2 0,1-1 0,-1-9 0,1-3 0,-3-4 0,-8-1 0,0-16 0,0-8 0,2-15 0,3-8 0,3-3 0,3-3 0,7 1 0,-1 0 0,0-1 0,6 1 0,4 1 0,1 5 0,3 3 0,0 10 0,-5 3 0,-1 6 0,4 12 0,-6 6 0,2 10 0,-2 7 0,-4 4 0,4 1 0,2 0 0,-2 1 0,7-3 0,-3-1 0,2-6 0,-1-6 0,1 2 0,5-12 0,1 8 0</inkml:trace>
  <inkml:trace contextRef="#ctx0" brushRef="#br0" timeOffset="8">18000 2545 8912,'-17'-8'0,"0"4"0,0-7 0,-1 7 0,1-2 0,-8 6 0,-1 6 0,-3 7 0,0 8 0,8 6 0,-2 7 0,4-1 0,2-5 0,5 5 0,1-4 0,7 1 0,-2-1 0,6-4 0,6-8 0,-2-6 0,7-1 0,3-2 0,1-5 0,4-3 0,4-5 0,-2-5 0,8-7 0,-6-2 0,6-4 0,-8-2 0,2-6 0,-4 3 0,-2-3 0,-2 6 0,-3 2 0,1 4 0,-7 2 0,1 0 0,-1 0 0,-4 7 0,6 3 0,-8 20 0,0 4 0,0 12 0,0-1 0,0 3 0,0 0 0,0-3 0,0 3 0,7-1 0,5-1 0,-3-4 0,3-8 0,-1 0 0,7 0 0,-1-1 0,2-5 0,2-5 0,2-4 0,6-10 0,-7-3 0,3-12 0,-2-6 0,-4-3 0,6-10 0,-8-2 0</inkml:trace>
  <inkml:trace contextRef="#ctx0" brushRef="#br0" timeOffset="9">18379 1943 8912,'-12'-15'0,"1"3"0,5 4 0,-5 8 0,5 10 0,-5 7 0,1 10 0,-2 13 0,-1 6 0,7 11 0,-1 6 0,1 12 0,4 3 0,-4 8 0,12-8 0,6-5 0,3-8 0,2-8 0,8-5 0,4-6 0,1-12 0,-1-11 0,-4-12 0,-8 5 0,0-7 0</inkml:trace>
  <inkml:trace contextRef="#ctx0" brushRef="#br0" timeOffset="10">18276 2510 8912,'-10'0'0,"2"-2"0,8-3 0,8 3 0,4-4 0,10 4 0,9 0 0,5-2 0,5-1 0,6-7 0,-1 6 0,6-7 0,5 2 0,4-12 0,8-4 0</inkml:trace>
  <inkml:trace contextRef="#ctx0" brushRef="#br0" timeOffset="11">19136 2287 8912,'0'17'0,"-2"-2"0,-4-3 0,3 3 0,-9-4 0,8 5 0,-1 1 0,-3 2 0,0 4 0,1 6 0,-1 3 0,0 4 0,3 4 0,3 4 0,-4 8 0,4 5 0,2 1 0,2-7 0,2-5 0,1 0 0,-1-2 0,-2 4 0,-2-8 0,0-2 0,0-9 0,0-5 0,0-14 0,0-2 0</inkml:trace>
  <inkml:trace contextRef="#ctx0" brushRef="#br0" timeOffset="12">19033 2390 8912,'0'-17'0,"0"-1"0,0 1 0,0 0 0,0 6 0,0-1 0,7 3 0,5-3 0,5 4 0,6 1 0,4 5 0,7-4 0,1 6 0,-1 6 0,-5 5 0,-1 12 0,-5 2 0,6 4 0,-14 3 0,3-3 0,-13 9 0,1 2 0,-4-2 0,-2-9 0,-8 4 0,-3-5 0,-4 3 0,-3-3 0,-5-3 0,0-7 0,1-1 0,-3 0 0,-2 0 0</inkml:trace>
  <inkml:trace contextRef="#ctx0" brushRef="#br0" timeOffset="13">19893 1926 8912,'-11'5'0,"-1"1"0,7 2 0,-7-3 0,-1 7 0,-3 3 0,-1 12 0,0 7 0,-6 8 0,0 12 0,2 5 0,2 10 0,4-6 0,3 6 0,5-4 0,7 3 0,1-6 0,5-5 0,9-13 0,8-10 0,6-7 0,-4-12 0,2-3 0,1-5 0,7-7 0</inkml:trace>
  <inkml:trace contextRef="#ctx0" brushRef="#br0" timeOffset="14">20048 2287 8912,'-8'17'0,"5"-6"0,-9 1 0,1-1 0,-7 8 0,1 4 0,0 6 0,2 3 0,3 3 0,-1 5 0,7 0 0,0 0 0,6-5 0,8-9 0,4-3 0,11-6 0,5-5 0,10-4 0,3-10 0,-3-4 0,-2-6 0,-3-3 0,-5-2 0,-3-8 0,-8-4 0,-7 3 0,-4-3 0,-4 0 0,-2-5 0,-14 2 0,-3 3 0,-12-2 0,1 8 0,-3 0 0,0 6 0,5 0 0,1 0 0,2 7 0,-2-5 0,-2 5 0</inkml:trace>
  <inkml:trace contextRef="#ctx0" brushRef="#br0" timeOffset="15">20650 1908 8912,'-17'-17'0,"0"2"0,0 4 0,0 3 0,-1 16 0,1 7 0,2 10 0,3 9 0,-1 12 0,7 0 0,-5 3 0,5 3 0,0-6 0,6 0 0,6-6 0,0 6 0,7-8 0,-1 2 0,1-6 0,-1-5 0,3 2 0,-4-9 0,5-4 0,1-9 0,0-1 0,0-4 0,0-10 0,-5-4 0,-1-7 0,1 0 0,5 0 0,-2-2 0,-3-4 0,1 4 0,-7-4 0,-2 4 0,0 3 0,1 5 0,-3 3 0,6 10 0,-8 4 0,0 9 0,0 8 0,0 6 0,0-6 0,2 5 0,2-3 0,3 0 0,3 0 0,-4 4 0,5-7 0,0-4 0,7-7 0,-1-5 0,0 5 0,4-9 0,-4-2 0,12-7 0,-10-11 0</inkml:trace>
  <inkml:trace contextRef="#ctx0" brushRef="#br0" timeOffset="16">20960 1926 8912,'-34'7'0,"1"3"0,5 7 0,3 0 0,7 0 0,3 1 0,4-1 0,3 0 0,8 0 0,0-5 0,0-1 0,8-1 0,3 1 0,4-3 0,5-8 0,1 0 0,2 0 0,5 0 0,-5 0 0,0-8 0,-6-3 0,-1-5 0,-5-1 0,-3 0 0,-10 2 0,-4 3 0,-9 5 0,-8 7 0,-8 0 0,3 0 0,-3 2 0,2 3 0,-3-3 0,13 13 0,-6-5 0</inkml:trace>
  <inkml:trace contextRef="#ctx0" brushRef="#br0" timeOffset="17">21201 1943 8912,'-15'-23'0,"3"0"0,5 2 0,-1 2 0,6 2 0,-6 5 0,8 12 0,0 12 0,0 22 0,0 8 0,0 4 0,0 9 0,0 3 0,0-1 0,0-5 0,2-1 0,4 1 0,-4-3 0,4-3 0,-4 2 0,-2-8 0,0-2 0,0-9 0,0-4 0,0-8 0,-8-7 0,6-5 0,-4-10 0,4-7 0,2-11 0,0-6 0,0-3 0,0-2 0,8-3 0,4-3 0,3 6 0,2-1 0,0 3 0,1 9 0,-1 0 0,0 6 0,6 7 0,0 5 0,0 3 0,2 2 0,-4 13 0,7 4 0,-7 12 0,2 0 0,-4 3 0,-1 2 0,-9 1 0,-3-1 0,-4 1 0,-2-1 0,-2-2 0,-4-3 0,-11 2 0,-12-8 0,-3-2 0,-3-2 0,-5 4 0,0 0 0,0-2 0,6-10 0,-1 4 0,1-3 0,13-5 0,3-1 0,13-4 0,-3-10 0,8-1 0</inkml:trace>
  <inkml:trace contextRef="#ctx0" brushRef="#br0" timeOffset="18">22216 2373 8912,'10'0'0,"-2"0"0,-8 2 0,0 3 0,-2 12 0,-4 12 0,-4 4 0,-7 1 0,0 6 0,0 0 0,1 0 0,5 2 0,-4-3 0,3 6 0,3-1 0,-3 2 0,8-4 0,-1-7 0,3-1 0,2 8 0,0 2 0</inkml:trace>
  <inkml:trace contextRef="#ctx0" brushRef="#br0" timeOffset="19">20203 1977 8912,'-17'0'0,"0"6"0,-1 0 0,1-3 0,8-1 0,1-2 0,8 0 0,0 8 0,0 4 0,0 3 0,2 8 0,4 0 0,-5 7 0,5-1 0,-4 3 0,-2 3 0,0-1 0,0 0 0,6 7 0,0-1 0,1 0 0,-3-6 0,4 1 0,1-1 0,1-5 0,1-1 0,5-12 0,-5 1 0,6-11 0,6-1 0,-2-3 0,8-2 0,-6-2 0,6-3 0,-6-5 0,5-7 0,-7 1 0,2 5 0,-9-4 0,-3 3 0,-7-11 0,4-3 0</inkml:trace>
  <inkml:trace contextRef="#ctx0" brushRef="#br0" timeOffset="20">19996 2252 8912,'-7'16'0,"-5"-5"0,-3-5 0,6 3 0,1-9 0,8 0 0,17-7 0,12-11 0,20-1 0,20-4 0,15-3 0,-35 9 0,0-1 0,1-1 0,1-2-130,1 1 1,0 0 0,35-20-1,-2 6 1</inkml:trace>
  <inkml:trace contextRef="#ctx0" brushRef="#br0" timeOffset="21">24006 1926 8912,'-8'-25'0,"-1"-2"0,-1 0 0,-3 2 0,5 8 0,-1 2 0,-5 4 0,-1 5 0,-2 4 0,-2 2 0,-2 0 0,-4 4 0,-2 7 0,-2 3 0,-5 14 0,1 3 0,5 1 0,-3 3 0,8-1 0,0 0 0,-2 1 0,12-1 0,-4 1 0,11-3 0,0-3 0,4-4 0,2-1 0,10-5 0,7 4 0,2-4 0,10-1 0,2-1 0,7 0 0,2 0 0,-2 0 0,-1 1 0,-3-1 0,-5 0 0,-1 0 0,-9 2 0,-1 4 0,-3-4 0,-9 6 0,-6 0 0,-10 4 0,-9-3 0,-15 3 0,-1-8 0,1 2 0,-6-4 0,-1-2 0,1-1 0,6-5 0,5-3 0,2-12 0,3-6 0,3-7 0,7-17 0,3-1 0,7-18 0,-4-1 0</inkml:trace>
  <inkml:trace contextRef="#ctx0" brushRef="#br0" timeOffset="22">23868 2269 8912,'27'6'0,"-6"2"0,-7 1 0,-7-5 0,1 4 0,-4-8 0,7 0 0,3 0 0,1 0 0,4 0 0,4 0 0,-2 0 0,8 0 0,-1-2 0,7-4 0,5-3 0,0-9 0,-4 1 0,-5 0 0,2-2 0,-5-4 0,-3 4 0,-2-4 0,-12 4 0,-5 2 0,0 0 0,-6 1 0,-8 5 0,-11 3 0,-4 8 0,-9 2 0,-3 4 0,-1 5 0,-10 12 0,8 4 0,-2 9 0,3 2 0,3 3 0,7 6 0,4-1 0,6-2 0,6 2 0,5 0 0,12 5 0,11-9 0,13-7 0,9-12 0,6-10 0,11-5 0,1-8 0,6-10 0,-5-7 0,5-10 0,-6-13 0,6-4-149,-5-7 1,-1-1 148,-5 0 0,-3-3 0,-7 0 0,-13-1 0,-12-1 0</inkml:trace>
  <inkml:trace contextRef="#ctx0" brushRef="#br0" timeOffset="23">24798 2080 8912,'-18'0'0,"-4"2"0,-1 4 0,-2 4 0,2 7 0,-2 2 0,-4 4 0,-1-2 0,7 7 0,2 1 0,9 5 0,5 1 0,7-1 0,0-5 0,0 0 0,7-10 0,5-2 0,3-2 0,4-9 0,2-2 0,2-2 0,8-6 0,-3-8 0,-1 1 0,2-12 0,-6 2 0,5-2 0,-7-2 0,2-3 0,-9 1 0,-3 4 0,-5 2 0,5-8 0,-7 8 0,2-2 0,-4 4 0,-2 2 0,0 7 0,0 7 0,0 14 0,-6 1 0,0 10 0,3 3 0,8-2 0,-1 6 0,8-6 0,-1 2 0,6-4 0,1 0 0,-1-6 0,6 0 0,0-9 0,0 5 0,-6-5 0,0 0 0,0-6 0,0 0 0,1 0 0,-9-8 0,-1-9 0,-8-10 0</inkml:trace>
  <inkml:trace contextRef="#ctx0" brushRef="#br0" timeOffset="24">25142 2098 8912,'0'-18'0,"0"1"0,0 0 0,0 6 0,0-1 0,0-1 0,8 3 0,3-1 0,10 7 0,2-2 0,8 6 0,-5 6 0,3 5 0,0 5 0,-8 7 0,2-1 0,-6 7 0,-6-6 0,3 8 0,-9-3 0,-1-3 0,-8 0 0,-3-2 0,-3 0 0,5-2 0,-7-10 0,6-3 0,-5-8 0,7 0 0,-4-8 0,8-3 0,6-12 0,0-6 0,7-3 0,-1-3 0,5 1 0,6 0 0,-4-1 0,6 1 0,-2 1 0,0 5 0,0 5 0,-6 11 0,0 5 0,0 7 0,-5 0 0,-1 0 0,-7 7 0,4 10 0,-8 10 0</inkml:trace>
  <inkml:trace contextRef="#ctx0" brushRef="#br0" timeOffset="25">25417 1857 8912,'8'-29'0,"1"1"0,1-1 0,-4 2 0,-4-3 0,-2 7 0,0 2 0,0 2 0,-2 3 0,-4 5 0,2 5 0,-7 12 0,7 13 0,-4 15 0,2 10 0,1 6 0,-1 1 0,6 1 0,0 2 0,0 3 0,-6-4 0,1 3 0,1-7 0,2-3 0,0-6 0,-4 6 0,4-8 0,-4 3 0,-1-13 0,1-5 0,0-4 0,6-2 0,2-17 0,4-11 0,4-12 0,7-11 0,0-1 0,0 1 0,0-6 0,1 0 0,-1 5 0,0 7 0,0 5 0,0-6 0,1 14 0,-1-2 0,0 5 0,0 1 0,2 3 0,4 8 0,-4 2 0,4 4 0,-9 11 0,-5 10 0,-1 1 0,-4 1 0,-2 0 0,-2 5 0,-10 6 0,-7 0 0,-2-2 0,-10-9 0,1 3 0,-7-3 0,-1-4 0,-4-2 0,3-4 0,-3-2 0,10-7 0,1-5 0,6-5 0,-2-5 0,4-7 0,6-3 0,9-12 0,0-7 0,18-2 0,5-10 0,19 0 0,1-6 0</inkml:trace>
  <inkml:trace contextRef="#ctx0" brushRef="#br0" timeOffset="26">25916 2080 8912,'-17'0'0,"-2"0"0,-4 0 0,4 8 0,-4 3 0,-2 5 0,2 1 0,2 2 0,2 4 0,2-2 0,0 8 0,7-8 0,4 2 0,6-4 0,6-2 0,0-6 0,11 1 0,-2-8 0,14 1 0,-6-5 0,6-5 0,3-5 0,2-7 0,3 0 0,-14-1 0,0 1 0,-6 0 0,-2 0 0,-3 0 0,-7 0 0,-3-1 0,-2 1 0,0 0 0,-9 5 0,-8 1 0,-8 7 0,-10-2 0,7 6 0,-1 6 0,2-2 0,-2 7 0,5 1 0,8 5 0,5 0 0,-4-7 0,5-2 0</inkml:trace>
  <inkml:trace contextRef="#ctx0" brushRef="#br0" timeOffset="27">26192 2098 8912,'-12'0'0,"1"0"0,7 0 0,-11 0 0,15 0 0,0 0 0,7 1 0,10 5 0,6 4 0,0 7 0,-2 2 0,-2 4 0,-3-4 0,-5 4 0,3 4 0,-9 1 0,7-3 0,-6-2 0,-1-4 0,-5-2 0,0 1 0,-7-9 0,3-3 0,-8-12 0,9-5 0,-3-12 0,4-6 0,2-3 0,8-5 0,3-3 0,10 4 0,2-4 0,0 4 0,2 1 0,-4 3 0,7 3 0,-1 6 0,2 12 0,-4-3 0,-8 9 0,8-9 0,2 5 0</inkml:trace>
  <inkml:trace contextRef="#ctx0" brushRef="#br0" timeOffset="28">26777 2029 8912,'9'9'0,"7"7"0,-15-13 0,5 9 0,-4-8 0,4 11 0,0-4 0,-1-1 0,-5 1 0,0 1 0,0 5 0,0 0 0,0 1 0,0-1 0,0 0 0,-2-2 0,-3-3 0,3 3 0,-4-4 0,-2-1 0,3 1 0,-3-7 0,2 2 0,2-4 0,-7-2 0,7-4 0,-2-7 0,4-3 0,2-14 0,8-3 0,4-9 0,3-6 0,2-4 0,6-1 0,0-1 0,6 1 0,-6-1 0,5 10 0,-5 8 0,8 9 0,-2 13 0,-1 7 0,7 10 0,-11 13 0,11 10 0,-12 14 0,0 8 0,-4 5 0,-2 1 0,0-3 0,1-1 0,-1-3 0,0-3 0,0-4 0,0-7 0,1-1 0</inkml:trace>
  <inkml:trace contextRef="#ctx0" brushRef="#br0" timeOffset="29">16951 4075 8912,'-8'-35'0,"-4"3"0,-1 1 0,0 5 0,3 1 0,2 4 0,3 13 0,7 14 0,3 15 0,-1 17 0,6 10 0,-3 7 0,-3 8 0,-2 4 0,-2 2 0,0 0 0,0-1 0,0-3 0,0 4 0,0-12 0,0 7 0,0-17 0,0-7 0,0-3 0,0-3 0,0-15 0,-6-5 0,1-20 0,-1-13 0,6-14 0,2-7 0,4-4 0,3-2 0,8-5 0,1 5 0,-1 0 0,0 10 0,0 1 0,6 3 0,0 9 0,6 2 0,-6 10 0,9 5 0,1 13 0,5 13 0,0 12 0,-1 10 0,-3 10 0,-5-1 0,-1 1 0,5-3 0,3-3 0,-3-8 0,-1-7 0,6-8 0,3-12 0,4-3 0,-4-12 0,-5-7 0,-6-12 0,1-10 0,-8-7 0,4-2 0,-10-4 0,4-1 0,-9 7 0,-5-6 0,-1 6 0,2 1 0,-3 11 0,-1 3 0,-10 8 0,-3 1 0,-8 5 0,-3 3 0,-2 10 0,-5 4 0,0 5 0,-4 7 0,8 5 0,-5 9 0,5 8 0,0 0 0,8-5 0,1-1 0,3 0 0,7 5 0,-2-3 0,4-6 0,2-3 0,10-10 0,7-5 0,2-8 0,10 1 0,0-16 0,5-8 0,-2-6 0,-3-6 0,2-7 0,-8-2 0,-8 0 0,-9 6 0,1-1 0,-1 3 0,-2 3 0,-2 6 0,-4 6 0,-4 6 0,-1 7 0,-5 15 0,4 3 0,8 14 0,0-5 0,0 6 0,2 1 0,4 3 0,4-5 0,7 1 0,8-8 0,3 2 0,5-6 0,1-5 0,6-5 0,1-7 0,-7 0 0,-5 0 0,-8-7 0,4-3 0</inkml:trace>
  <inkml:trace contextRef="#ctx0" brushRef="#br0" timeOffset="30">18155 4401 8912,'0'12'0,"0"-1"0,0-7 0,0 11 0,0-3 0,0-3 0,2 3 0,2 1 0,2 3 0,7 3 0,-2 4 0,-1-4 0,2 4 0,-1-4 0,6-2 0,-2 0 0,-3 0 0,3-7 0,-3-4 0,-3-4 0,3-2 0,1 0 0,-5-2 0,-2-4 0,-5-9 0,-1-8 0,0-6 0,0 6 0,0 0 0,0-2 0,6 6 0,0-4 0,0 4 0,-6-6 0,0-1 0</inkml:trace>
  <inkml:trace contextRef="#ctx0" brushRef="#br0" timeOffset="31">18620 4401 8912,'0'18'0,"7"-1"0,-5 0 0,6 0 0,-8 0 0,2-5 0,4-1 0,5-7 0,10 2 0,2-4 0,10-4 0,1-4 0,2-3 0,10-9 0,-8-5 0,3 1 0,-5-9 0,-2 2 0,-9-3 0,-8-3 0,-7 7 0,-10-1 0,-10 8 0,-9 0 0,-13 8 0,-12 7 0,-8 6 0,-5 6 0,-4 17 0,-8 11 0,8 14-187,3 3 0,7 5 187,5 13 0,13 1 0,16 11 0,11-5 0,18-7 0,16-16 0,24-7 0,17-17 0,17-12 0,10-11 0,-46-7 0,1-2 0,45-14 0,-5-12 0,-5-7 0,-5-10 0,-5-8 0</inkml:trace>
  <inkml:trace contextRef="#ctx0" brushRef="#br0" timeOffset="32">20341 4591 8912,'-2'17'0,"-2"0"0,-2 0 0,2 0 0,2 1 0,2-1 0,0 0 0,2 0 0,4-2 0,6-1 0,3-3 0,2-5 0,0 4 0,2-3 0,4-3 0,-4-4 0,4-6 0,2-3 0,0-8 0,0-3 0,0-3 0,-2-3 0,-6-9 0,-6 1 0,-1 0 0,-2-1 0,-5 1 0,-14 1 0,-8 5 0,-6 5 0,-6 4 0,-1 9 0,-2 4 0,-9 14 0,-2 9 0,1 16 0,-2 13 0,9 11 0,3 8 0,11 7 0,10 9 0,7-3 0,12 2 0,13-17 0,15-5 0,10-15 0,14-14 0,8-6 0,9-12 0,5-5 0,-5-12 0,-1-11 0,-7-13 0,-4-8 0,12-14 0,-4-9 0</inkml:trace>
  <inkml:trace contextRef="#ctx0" brushRef="#br0" timeOffset="33">21270 4453 8912,'-10'0'0,"-5"-8"0,13 6 0,-5 2 0,7 12 0,5 5 0,1 6 0,7 4 0,-1 7 0,3 1 0,2-1 0,2 6 0,2-2 0,4-3 0,2-5 0,-4-9 0,6 2 0,-8-4 0,11-2 0,-5 1 0</inkml:trace>
  <inkml:trace contextRef="#ctx0" brushRef="#br0" timeOffset="34">21459 4659 8912,'-7'10'0,"-3"5"0,-7-3 0,0 12 0,-1 11 0,-5 9 0,-1 11 0,-1 4 0,0 3 0,-2-7 0,10 2 0,-4-3 0,9-3 0,5-7 0,3-6 0,8-9 0,7-12 0,12-7 0,4-25 0,7-5 0</inkml:trace>
  <inkml:trace contextRef="#ctx0" brushRef="#br0" timeOffset="35">21907 4195 8912,'-18'0'0,"1"-2"0,0-4 0,0 5 0,0-5 0,-1 4 0,3 6 0,2 7 0,1 12 0,8 15 0,-1 10 0,3 6 0,2 3 0,0 10 0,0 2 0,7-1-108,5 7 0,5-6 108,6-6 0,-2-12 0,8-11 0,-1-5 0,7-7 0,-8-10 0,-3-13 0,-1-3 0,0-2 0,2-7 0,-2-5 0,-6-9 0,1-2 0,-1-5 0,-6 5 0,-1-8 0,-1 4 0,-1-1 0,-4-1 0,-2 8 108,-2-2 0,0 4-108,0 2 0,-6 5 0,0 1 0,-7 7 0,5 4 0,-5 13 0,1 8 0,-1 8 0,5 2 0,3-3 0,3 5 0,2-5 0,0 3 0,0-2 0,7 1 0,7-9 0,7-4 0,7-3 0,7-10 0,5 1 0,-2-10 0,8-7 0,-8-9 0,3-2 0,-13 0 0,-3-2 0,-8-1 0</inkml:trace>
  <inkml:trace contextRef="#ctx0" brushRef="#br0" timeOffset="36">21562 4848 8912,'-17'0'0,"0"0"0,0 0 0,2-1 0,3-5 0,8 2 0,16-7 0,16-7 0,24-5 0,9-7 0,14 1 0,3-3 0,8-1 0,-2 3 0,-3 1-745,-5 0 0,-7-13 0,0-2 0</inkml:trace>
  <inkml:trace contextRef="#ctx0" brushRef="#br0" timeOffset="37">22647 4487 8912,'-16'12'0,"5"-1"0,-4-7 0,5 4 0,0-1 0,-3 3 0,7 7 0,-7 0 0,1 2 0,-1 2 0,2 2 0,-3 8 0,8-2 0,-5-3 0,5 3 0,1-2 0,5 1 0,0-3 0,0-8 0,0 1 0,1-9 0,5-3 0,-2-4 0,6-4 0,-1-6 0,1-9 0,-1-8 0,3-9 0,3 5 0,-4 1 0,3 1 0,-3-2 0,5-3 0,-5 3 0,2 4 0,-1 2 0,3 6 0,-3 4 0,3 1 0,2 8 0,0-1 0,1 5 0,-1 5 0,0 7 0,0 11 0,2-4 0,4 4 0,-2-6 0,8-5 0,-6 1 0,6-7 0,-8-1 0,2-5 0,2-2 0,-3-3 0,-1-7 0,-1-3 0,-5-8 0,-4 0 0,3-6 0,-8 7 0,-1-7 0,-5 6 0,0 0 0,-2 8 0,-3 3 0,1 5 0,-8 7 0,8 13 0,-1 4 0,3 4 0,2 4 0,0 2 0,0 7 0,0 1 0,0-1 0,2-2 0,3-3 0,3 4 0,4-5 0,1-1 0,-7 2 0,5-8 0,-5 2 0,-2-4 0,-2-2 0,-2 0 0,0 0 0,-8-1 0,-3-5 0,-12 4 0,-6-3 0,2-3 0,-2 3 0,3-8 0,-3 1 0,-3-3 0,5-2 0</inkml:trace>
  <inkml:trace contextRef="#ctx0" brushRef="#br0" timeOffset="38">23490 4573 8912,'9'2'0,"-3"4"0,-2-4 0,2 4 0,-4 3 0,7 1 0,-3 7 0,-4 0 0,4 0 0,-3 1 0,3-1 0,-4 6 0,4 0 0,1 0 0,-1-6 0,2 0 0,-2 0 0,-5 0 0,5 0 0,-4 1 0,-2-1 0</inkml:trace>
  <inkml:trace contextRef="#ctx0" brushRef="#br0" timeOffset="39">23473 4384 8912,'-18'-7'0,"1"-5"0,8-3 0,3-2 0,4 5 0,2 1 0,0-3 0,10 7 0,7 1 0,2 4 0,10 2 0,-1 0 0,7 0 0,7 0 0,2 0 0</inkml:trace>
  <inkml:trace contextRef="#ctx0" brushRef="#br0" timeOffset="40">24092 4453 8912,'0'11'0,"0"1"0,-8-8 0,7 5 0,-5-3 0,4-4 0,2 13 0,0-3 0,0 3 0,0 2 0,2-5 0,4-1 0,-5-5 0,5 5 0,2-5 0,-2 5 0,7-7 0,-9 4 0,5-10 0,-1-4 0,4-9 0,-7-8 0,3-7 0,-2 1 0,-3-2 0,9 3 0,-8-3 0,1 8 0,3-5 0,0 7 0,-1 3 0,1 5 0,5 9 0,-1-2 0,-3 4 0,3 2 0,-1 10 0,7 7 0,-1 2 0,2 8 0,2-2 0,2-4 0,2-2 0,-2-2 0,4-5 0,7-1 0,0-7 0,1 2 0,-7-4 0,1-2 0,-2-8 0,2-5 0,-6-7 0,-4-2 0,-10-7 0,-3 6 0,-4-6 0,-2 6 0,-4-5 0,-6 5 0,-7 4 0,-2 5 0,-6 7 0,2 7 0,-5 0 0,5 0 0,-2 13 0,4 6 0,0 6 0,6 6 0,-3 7 0,7 2 0,3 0 0,2-6 0,6 1 0,6-1 0,11-1 0,12-5 0,5-3 0,7-8 0,5-1 0,3-5 0,9-5 0,-1-12 0,6-5 0,-6-12 0,-1-6 0,-3-11 0,-1-4 0</inkml:trace>
  <inkml:trace contextRef="#ctx0" brushRef="#br0" timeOffset="41">25933 4109 8912,'-36'12'0,"-2"-3"0,-2 1 0,2-1 0,-5 8 0,3 6 0,2 10 0,9-1 0,6 7 0,4-1 0,10-4 0,3-5 0,14 1 0,9-7 0,8 0 0,9-6 0,1-7 0,-1-4 0,0-12 0,-1-5 0,-3-7 0,-1-5 0,-8 2 0,2-7 0,-6-1 0,-5-5 0,1-1 0,-7 1 0,0 0 0,-6 1 0,-2 2 0,-4 3 0,-4-1 0,-7-5 0,-2 7 0,-4 4 0,4 10 0,-4 1 0,12 8 0,3-3 0,8 7 0</inkml:trace>
  <inkml:trace contextRef="#ctx0" brushRef="#br0" timeOffset="42">26570 4006 8912,'0'-17'0,"0"0"0,0 7 0,-2 4 0,-3 12 0,-3 11 0,-5 16 0,1 9 0,-1 9 0,-3 18 0,-1 0 0,0 13-411,0 4 1,1 2 410,11-40 0,-1 1 0,-7 47 0,10-47 0,0-1 0,-9 36 0,7-15 0,-1-15 0,6-14 0,2-8 199,4-9-199,3-15 0,8-25 0,1-10 0</inkml:trace>
  <inkml:trace contextRef="#ctx0" brushRef="#br0" timeOffset="43">26484 4126 8912,'0'-11'0,"0"-1"0,0-1 0,6-2 0,0-2 0,7 7 0,-2 4 0,7 4 0,5 2 0,3 2 0,9 4 0,-1 9 0,1 8 0,-3 6 0,-3-6 0,0 5 0,-12-5 0,2 8 0,-13-2 0,-8-5 0,-10 1 0,-3-2 0,-2 0 0,-6-2 0,0-9 0,-6 1 0,6-7 0,-7-1 0,10-5 0,-4 0 0</inkml:trace>
  <inkml:trace contextRef="#ctx0" brushRef="#br0" timeOffset="44">27086 3593 8912,'0'-17'0,"0"-2"0,0-4 0,-7 12 0,5-3 0,-4 20 0,-1 11 0,1 16 0,0 9 0,-2 9 0,6 14 0,-3 4 0,9 0-125,1 5 0,9-3 125,-3-2 0,10-6 0,2 0 0,0-17 0,-6-6 0,-1-6 0,-5-11 0,-1-8 0,-5-9 0,-3-6 0,6-7 0,0-11 0,-7-1 0,5-9 0,2-1 0,-2-5 0,5 1 125,-5 4 0,5-3-125,-5 3 0,7 4 0,-9 2 0,8 12 0,-7 3 0,7 8 0,-6 14 0,5 3 0,-5 6 0,5 0 0,-5-2 0,6 6 0,1-3 0,2-3 0,2-1 0,1-3 0,-1-8 0,0-3 0,0-4 0,8-10 0,2-1 0</inkml:trace>
  <inkml:trace contextRef="#ctx0" brushRef="#br0" timeOffset="45">27620 3662 8912,'-13'12'0,"-3"-3"0,-3-1 0,-2-2 0,4-6 0,0 5 0,1 3 0,3 0 0,2-1 0,7 7 0,-2-3 0,4-1 0,2 1 0,2-5 0,4 5 0,3-7 0,10 2 0,4-4 0,6-2 0,2-8 0,-3-3 0,3-1 0,-8-5 0,-2 7 0,-8-9 0,-3 2 0,-3 4 0,-1-1 0,-13-1 0,-5 4 0,-9 3 0,-4 8 0,0 0 0,0 0 0,1 2 0,1 4 0,4 3 0,-6 8 0</inkml:trace>
  <inkml:trace contextRef="#ctx0" brushRef="#br0" timeOffset="46">26966 4126 8912,'-34'0'0,"-1"0"0,3-2 0,3-3 0,12 3 0,11-8 0,12 5 0,11-3 0,15-5 0,14 1 0,17-1 0,10 3 0,7-1 0,10-1-231,-4-5 1,-2 0 230,-3 0 0,-1-8 0,6-2 0</inkml:trace>
  <inkml:trace contextRef="#ctx0" brushRef="#br0" timeOffset="47">28239 3817 8912,'-34'9'0,"0"5"0,-1-8 0,1 7 0,-1 0 0,1 6 0,0 4 0,5 2 0,0-2 0,10 2 0,2 4 0,7-3 0,10-3 0,2-6 0,4 3 0,7-7 0,8 0 0,0-5 0,8-2 0,0-4 0,5-2 0,1-8 0,-1-4 0,-7-3 0,-4-2 0,-6 0 0,-4-2 0,-3-2 0,-3-2 0,-1-6 0,-6 6 0,-2 0 0,-3 6 0,-3-6 0,-4 0 0,-3 6 0,4 6 0,-3 5 0,3-6 0,-4 9 0,3-3 0,4 4 0,1 2 0,22 0 0,2 0 0,12 0 0,3 0 0,-3 0 0,4 2 0,1 4 0,0-5 0,1 5 0,-1-4 0,1 0 0,-3 2 0,-3 2 0,-4 7 0,-8-2 0,-2 5 0,-3 1 0,1 0 0,-7 0 0,0 0 0,-6 1 0,-2-1 0,-4 0 0,-2 0 0,-3 0 0,1-7 0,5-4 0,3 3 0,-6-9 0,8 0 0,0-9 0,2-14 0,4-6 0,3-3 0,8-3 0,1-1 0,-1-4 0,0 9 0,0-3 0,0 11 0,1 0 0,-1 4 0,0 4 0,0 3 0,2-1 0,4 7 0,-2 2 0,8 10 0,-6-2 0,6 7 0,5-1 0,6 1 0,2 3 0,-2-9 0,-3 1 0,1-6 0,-7 0 0,-8 0 0,-4-2 0,-2-4 0,-6-3 0,1-8 0,-8-8 0,1-4 0,-3 2 0,-2-1 0,-2 5 0,-1-4 0,-5 2 0,-2 4 0,5 2 0,-7 2 0,8 7 0,-11 3 0,7 14 0,-5 7 0,2 7 0,-3 8 0,5 5 0,-3 6 0,8 4 0,-1 8 0,3 5 0,2 0 0,0 8 0,0-2 0,0 4 0,0 2 0,5-6 0,1-2 0,-2-4 0,-2-7 0,-12 0 0,-7-10 0,-15-8 0,-28-7 0,-10-8 0</inkml:trace>
  <inkml:trace contextRef="#ctx0" brushRef="#br0" timeOffset="48">23989 4453 8912,'11'-6'0,"1"1"0,-8-3 0,1 2 0,-3-5 0,-2-5 0,0 7 0,0 3 0,0 12 0,2 5 0,4 5 0,-2 1 0,7 0 0,1 2 0,5 2 0,2 2 0,4-2 0,11-2 0,10-2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04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14834 16402 8912,'-17'0'0,"-1"-7"0,1-5 0,6 5 0,-1 1 0,7 4 0,-7 2 0,8 0 0,-3 0 0,9 6 0,3-1 0,-1 1 0,8-6 0,-7-2 0,7-2 0,1-1 0,-3-7 0,1 6 0,-7-1 0,2 1 0,-4 2 0,-2-7 0,0 5 0,0-5 0,-2 7 0,-4-2 0,4 4 0,-13 2 0,5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0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15109 16419 8912,'-7'-15'0,"-5"4"0,3-3 0,-3 9 0,1-1 0,-1 0 0,1 0 0,5 1 0,-6 5 0,9 0 0,-5 0 0,8-2 0,0-4 0,8 4 0,-6-6 0,7 8 0,-3 0 0,-4 0 0,5 0 0,-7 0 0,0 0 0,0-7 0,0 5 0,0-6 0,0 16 0,0 1 0</inkml:trace>
  <inkml:trace contextRef="#ctx0" brushRef="#br0" timeOffset="1">14782 16557 8912,'-7'11'0,"-3"1"0,-1 1 0,1 3 0,0 3 0,3 2 0,-1 2 0,2 7 0,6-3 0,0 2 0,0-1 0,0 1 0,0 5 0,2-7 0,2-2 0,4-2 0,1 0 0,-3-2 0,6-10 0,-9-1 0,3-5 0,2-5 0,-2 0 0,7-7 0,-4-10 0</inkml:trace>
  <inkml:trace contextRef="#ctx0" brushRef="#br0" timeOffset="2">15040 16316 8912,'-15'-7'0,"2"-3"0,1-1 0,-1-1 0,-2 1 0,-3 1 0,9 1 0,1 5 0,0-2 0,7 0 0,-7 6 0,8 8 0,0 3 0,0 5 0,0 1 0,0 0 0,0 0 0,2 2 0,2 2 0,1 2 0,3 0 0,-2-6 0,-4-5 0,3-1 0,5-7 0,1 0 0,5-8 0,-5-3 0,1-5 0,-3-9 0,3 4 0,-5-4 0,-7 4 0,0-1 0,0 1 0,0 0 0,0 0 0,-2 2 0,-3 3 0,-3 3 0,-3 3 0,-5 4 0,5-4 0,1 4 0,-1 2 0,7 8 0,-2 3 0,4 5 0,2 1 0,0 0 0,0 0 0,0 8 0,0 2 0</inkml:trace>
  <inkml:trace contextRef="#ctx0" brushRef="#br0" timeOffset="3">15608 16437 8912,'-17'0'0,"0"0"0,0 2 0,-1 3 0,1 5 0,2 9 0,3 2 0,7 2 0,-3 6 0,2-7 0,1 9 0,5-2 0,0-4 0,0-3 0,2 3 0,1-2 0,3-2 0,2-9 0,-3-7 0,-3-3 0,8-2 0,-4 0 0,-4-2 0,3-3 0,3-5 0,-2-7 0,5-2 0,-5-4 0,5-2 0,-3-5 0,2 3 0,3 2 0,2-4 0,2 6 0,-5 0 0,-1 6 0,1 0 0,5 0 0,0 2 0,1 3 0,-1 4 0,0 8 0,6 2 0,0 4 0,0 9 0,-6 10 0,0 2 0,0 4 0,-5 1 0,-1 2 0,1 1 0,5-1 0,0 1 0,0-1 0,-5 0 0,-1 1 0,1-9 0,5-3 0,0-5 0,0-7 0,1-3 0,-1-8 0,8-16 0,2-3 0</inkml:trace>
  <inkml:trace contextRef="#ctx0" brushRef="#br0" timeOffset="4">16297 16437 8912,'-8'9'0,"-2"-1"0,-7-2 0,0-1 0,7 9 0,-3-5 0,7 8 0,-5 6 0,5 0 0,0 6 0,8-4 0,2 0 0,2-1 0,9 7 0,2-2 0,6-5 0,6-1 0,3-5 0,-3-7 0,9 2 0,3-7 0,-3-2 0,-2-2 0,-1-10 0,-1-3 0,4-6 0,-3-6 0,-5 2 0,-13-8 0,-1 2 0,-5-1 0,3 3 0,-9 8 0,1-1 0,-6 1 0,-6 6 0,-1 1 0,-3 3 0,-1 1 0,-5 13 0,5 5 0,1 5 0,5 6 0,3-4 0,-4 4 0,6 2 0,6-2 0,-3 0 0,9-6 0,-1 0 0,9-2 0,1-3 0,2-6 0,5-4 0,-5-2 0,6-2 0,-6-4 0,0-4 0,-6-7 0,0 0 0,0 0 0,-7-6 0,-4 0 0,1 0 0,-1 6 0,-2 0 0,-10-1 0,-9 7 0,-8 1 0,2 3 0,2 3 0,-6-6 0,6 8 0,-6-5 0</inkml:trace>
  <inkml:trace contextRef="#ctx0" brushRef="#br0" timeOffset="5">17450 16505 8912,'-16'-1'0,"3"-5"0,1-6 0,9 5 0,-7-1 0,6 10 0,-2 4 0,3 5 0,1 10 0,2 2 0,0 6 0,0-6 0,0 5 0,0-3 0,0 0 0,0 0 0,2-2 0,3-6 0,-3 0 0,4 0 0,-4 1 0,0-3 0,4-4 0,-4-3 0,5-8 0,-7-8 0,0-3 0,0-12 0,0-6 0,0-3 0,0-3 0,2 1 0,4 0 0,-2-1 0,7 1 0,-7 1 0,2 5 0,1 3 0,-1 8 0,7-8 0,-9 13 0,8 1 0,1 7 0,2 8 0,3 7 0,-3 1 0,-4 11 0,5-4 0,-5-2 0,4 6 0,3 0 0,-3 0 0,-2-8 0,-1-3 0,-6 3 0,5-6 0,2 1 0,-3-2 0,1-8 0,-5 0 0,6 0 0,1 0 0,-5 0 0,7-8 0,-4-4 0,-1-10 0,2-7 0,-1 2 0,6-2 0,0 3 0,1-3 0,-1 6 0,0 4 0,-6 4 0,1 3 0,-1 5 0,7 7 0,-1 0 0,-6 7 0,1 5 0,-1 9 0,6 2 0,1 2 0,-1-3 0,8-4 0,2 1 0,1-6 0,1 1 0,0-7 0,5-1 0,0-4 0,1-2 0,-3-2 0,-3-4 0,-2-9 0,-4-8 0,-6-2 0,2 4 0,-7-4 0,-5-1 0,-3 5 0,-10-2 0,-5 5 0,-12 7 0,-12 3 0,-10 8 0,-3 10 0,2 7 0,-8 8 0,8 9 0,4 1 0,4-1 0,6 0 0,3 1 0,6-1 0,12 1 0,14-1 0,20 0 0,14-7 0,20-4 0,12-6 0,13-5 0,6-9 0,4-6 0,-43-1 0,1-2 0,-1-1 0,0-3 0,1-5 0,1-3 0,1 0 0,-1 0 0</inkml:trace>
  <inkml:trace contextRef="#ctx0" brushRef="#br0" timeOffset="6">5679 9886 8912,'0'-19'0,"0"-2"0,0-2 0,0 2 0,0 2 0,0 2 0,0 0 0,0-1 0,0 1 0,0 0 0,0 0 0,-8 7 0,-3 4 0,-6 5 0,-6 1 0,-4 1 0,-8 5 0,1 9 0,-2 10 0,-3 2 0,-1 4 0,-2 1 0,2 2 0,4 7 0,-4-1 0,3 7 0,3-1 0,1 2 0,5-2 0,5 2 0,11-8 0,6 0 0,12-6 0,11-7 0,12-4 0,13-6 0,10-5 0,7-5 0,10-7 0,0 0 0,-2 0 0,-2 0 0,-2 0 0,-10 0 0,-1 0 0,-16 0 0,-13 0 0,-4 0 0,-11 14 0,-8 3 0,-23 6 0,-19 0 0,-12 7 0,-9 8 0,-4-1 0,-1 3 0,1-6 0,4-5 0,9 1 0,8-7 0,8 0 0,11-13 0,12-10 0,17-13 0,3-9 0,13-12 0,8-10 0</inkml:trace>
  <inkml:trace contextRef="#ctx0" brushRef="#br0" timeOffset="7">5799 10075 8912,'0'-17'0,"0"0"0,0 0 0,0 5 0,0 1 0,0 7 0,0 11 0,0 16 0,2 14 0,4 3 0,-2 15 0,7 3 0,-5 1 0,5 4 0,-1 0 0,3 6 0,-1-1 0,1 1 0,1-2 0,-3-4 0,3-17 0,-9-12 0,1-18 0,-6-1 0</inkml:trace>
  <inkml:trace contextRef="#ctx0" brushRef="#br0" timeOffset="8">5765 10041 8912,'0'-17'0,"0"-6"0,0 0 0,2 0 0,4 6 0,5 1 0,4 5 0,8-2 0,0 7 0,6 0 0,-6 6 0,6 0 0,-7 0 0,3 2 0,-6 4 0,-1 5 0,-9 4 0,-5 10 0,-4 4 0,0 11 0,0 6 0,-8-2 0,-3 2 0,-4-2 0,-3 1 0,9-3 0,-6 1 0,5 0 0</inkml:trace>
  <inkml:trace contextRef="#ctx0" brushRef="#br0" timeOffset="9">6109 10161 8912,'-9'8'0,"1"-4"0,8 7 0,6-5 0,3 5 0,6 1 0,10-3 0,6 5 0,3-9 0,6 1 0,1-6 0,-1 0 0,-6 0 0,1-2 0,-1-4 0,-1-3 0,-5-8 0,-5 5 0,-11 1 0,-5-1 0,-7-5 0,-9-4 0,-8 2 0,-10 4 0,-6-1 0,5 3 0,-1 2 0,0 3 0,-5 8 0,1 0 0,5 0 0,3 8 0,9 3 0,5 4 0,5 3 0,4 6 0,2 5 0,8 4 0,3 1 0,10-2 0,2-3 0,8-4 0,-2-8 0,3 0 0,3 0 0,-1-7 0,0-4 0,-1-4 0,-4-2 0,1-8 0,-7-3 0,0-10 0,-8-4 0,-3 0 0,-6 0 0,-4 0 0,-2 2 0,-6 2 0,0-7 0,-7 7 0,1-2 0,-1 4 0,1 1 0,-3 1 0,13 0 0,-5 7 0,7 5 0,1 10 0,5 7 0,-2 3 0,7 2 0,-1 1 0,1-1 0,5 0 0,-5 0 0,-1 0 0,1 1 0,1-1 0,-3 0 0,7 0 0,-7-2 0,8-3 0,1 1 0,-1-7 0,2-2 0,4-10 0,-2-4 0,6-9 0,-1-4 0,1-5 0,0-5 0,2-1 0,3-2 0,-3-4 0,-4 3 0,-2-1 0,-4 6 0,-2 3 0,-6 8 0,1-2 0,-8 12 0,3 3 0,-9 10 0,-3 4 0,3 5 0,-6 10 0,2 2 0,1-2 0,-7 4 0,7-2 0,-1 0 0,6-6 0,0 0 0,0 0 0,0 0 0,0 1 0,0-1 0,0-6 0,0 1 0,7-8 0,3-1 0,0-6 0,5-3 0,-4-11 0,5 1 0,1-12 0,-6-1 0,1-5 0,-3-8 0,3-2 0,-6-4 0,-5-4 0,-1 5 0,0-11 0,0 5 0,0 1 0,0 1 0,0-1 0,-1 10 0,-5 8 0,2 9 0,-8 13 0,9 7 0,-3 10 0,4 12 0,2 12 0,0 6 0,0 5 0,6-2 0,1 6 0,3-2 0,3-4 0,-1-2 0,5-1 0,-9-3 0,9-3 0,-4 1 0,4-7 0,3-2 0,3-9 0,-4 1 0,4-7 0,-4-4 0,-2-6 0,0 0 0,0-7 0,1-6 0,-1-6 0,-6-2 0,-1 4 0,-3-2 0,-3 2 0,0 2 0,2 2 0,-4 7 0,5-5 0,-7 13 0,0-6 0,0 10 0,0 4 0,8-2 0,4 7 0,-3-7 0,3 2 0,1-4 0,10-2 0,-2 0 0,8 0 0,-6 0 0,3-2 0,1-2 0,0-2 0,-6-7 0,2 1 0,2-1 0,-2 1 0,0-3 0,-6 4 0,0-5 0,0-1 0,0 0 0,1 0 0,-1 0 0,-8-1 0,7 9 0,-14 3 0,3 12 0,-3 3 0,-2 9 0,6 5 0,0-1 0,7 7 0,-3-4 0,1 2 0,1 3 0,-1-3 0,6 2 0,0-3 0,1 3 0,-7 2 0,-1-8 0,-3-2 0,-3-2 0,-2 4 0,-2-1 0,-8 1 0,-3-5 0,-12-3 0,-6-4 0,-11 5 0,-4-7 0</inkml:trace>
  <inkml:trace contextRef="#ctx0" brushRef="#br0" timeOffset="10">7400 9508 8912,'-16'-19'0,"5"-2"0,5-2 0,4 7 0,18 9 0,7 7 0,7 0 0,5 0 0,7 0 0,2 0 0</inkml:trace>
  <inkml:trace contextRef="#ctx0" brushRef="#br0" timeOffset="11">19618 16557 8912,'-10'-17'0,"5"0"0,3-1 0,2 1 0,0 0 0,0 9 0,0 8 0,0 12 0,0 9 0,0 6 0,0 7 0,2 0 0,3 1 0,-3-7 0,6 1 0,-2 0 0,-1-3 0,3 5 0,-2-8 0,-2 0 0,7-6 0,2 0 0,3-7 0,1-4 0,0-12 0,0-6 0,6-9 0,0-2 0,0-7 0,-6 1 0,1-1 0,-1-1 0,-2 4 0,-3 3 0,-5 1 0,-7 5 0,0 9 0,0 3 0,-2 12 0,-3 5 0,-3 10 0,-4 2 0,-1 8 0,7-3 0,-5-3 0,5-2 0,0 2 0,6-2 0,0-2 0,8-10 0,4-5 0,3-4 0,2-2 0,2-8 0,4-3 0,6-6 0,3-6 0,1-4 0,-5-7 0,5 1 0,-6 5 0,0 3 0,-5 0 0,-2 8 0,-3 0 0,0 7 0,-2 12 0,-3 4 0,1 3 0,-7 8 0,0 6 0,-6 0 0,0 8 0,0-3 0,5 3 0,1-2 0,0 1 0,-6-7 0,0 2 0,-4-4 0,-6 2 0,-7-2 0,-11-10 0,-7 5 0,-9-7 0</inkml:trace>
  <inkml:trace contextRef="#ctx0" brushRef="#br0" timeOffset="12">19824 16351 8912,'-15'-29'0,"2"2"0,3 2 0,3 4 0,1 8 0,6 2 0,0 7 0,2 4 0,5 11 0,11 6 0,8 6 0,1-2 0,2 8 0,-1-8 0,7 4 0</inkml:trace>
  <inkml:trace contextRef="#ctx0" brushRef="#br0" timeOffset="13">21253 16609 8912,'-8'-10'0,"6"0"0,-5 7 0,1-5 0,0-2 0,-2 7 0,3-3 0,3 6 0,-4 6 0,4-1 0,2 11 0,0 3 0,0 0 0,0 8 0,0 1 0,0 5 0,2-1 0,2-1 0,2-3 0,-1-1 0,-5 4 0,0-5 0,0-1 0,0-2 0,0-6 0,0 1 0,2-1 0,2 0 0,2 0 0,7-7 0,-3 5 0,7-5 0</inkml:trace>
  <inkml:trace contextRef="#ctx0" brushRef="#br0" timeOffset="14">21528 16677 8912,'-15'-2'0,"3"-3"0,-3 3 0,4-4 0,-5 4 0,1 4 0,2 4 0,3 5 0,2 5 0,3 6 0,5 1 0,0 0 0,0 2 0,2-6 0,3 4 0,5-9 0,7-5 0,0-1 0,0-4 0,6-3 0,0-1 0,2-1 0,-2-5 0,-6-4 0,1-7 0,-1 0 0,-6 0 0,-3 0 0,-2-1 0,-4 1 0,-2 0 0,-2 2 0,-4 3 0,-9-1 0,-8 7 0,0-2 0,4 5 0,-2-3 0,-2 2 0,0 2 0,5 2 0,9 0 0,-6 8 0,5 1 0</inkml:trace>
  <inkml:trace contextRef="#ctx0" brushRef="#br0" timeOffset="15">22027 16712 8912,'-11'0'0,"-1"0"0,8 0 0,-11 0 0,4 0 0,3 2 0,0 1 0,1 3 0,5 8 0,-4-3 0,4 4 0,2 3 0,0-1 0,8-2 0,3-4 0,4-1 0,3-4 0,-7-4 0,1 3 0,1-3 0,2-2 0,3 0 0,-1-2 0,0-3 0,-8 1 0,-3-8 0,-4 1 0,-2-6 0,0 5 0,0 1 0,0-1 0,0-5 0,0 6 0,-2 1 0,-2 1 0,-1-1 0,-3 6 0,2-2 0,4 5 0,-5 1 0,7 0 0,0 1 0,0 5 0,7 4 0,3 7 0,7 0 0</inkml:trace>
  <inkml:trace contextRef="#ctx0" brushRef="#br0" timeOffset="16">22457 16729 8912,'-11'0'0,"1"-2"0,1-2 0,-1-3 0,-3-1 0,-3 0 0,-1 4 0,0 4 0,0 6 0,0 6 0,-1 11 0,1 5 0,2 5 0,3 1 0,5 6 0,7 0 0,0-3 0,0-7 0,2 1 0,3-8 0,7-2 0,9-10 0,4-5 0,2-4 0,1-12 0,7-7 0,-7-2 0,1-10 0,-6 1 0,6-7 0,-8 1 0,0-1 0,-6 1 0,-3 0 0,-9 1 0,3 5 0,-6 3 0,-6 8 0,-3 7 0,-8 4 0,-8 4 0,-2 4 0,-2 2 0,1 2 0,7 7 0,-2-1 0,3 3 0,3 2 0,0 0 0</inkml:trace>
  <inkml:trace contextRef="#ctx0" brushRef="#br0" timeOffset="17">23008 16609 8912,'17'0'0,"-9"-2"0,-8-4 0,-8 4 0,-9-11 0,0 7 0,-6 0 0,0 6 0,-2 8 0,2 3 0,2 5 0,-6 1 0,4 2 0,8 4 0,0 2 0,9 3 0,0 5 0,6-5 0,2 3 0,4-2 0,5-3 0,12-3 0,-2-4 0,8 4 0,0-4 0,5-1 0,-1-3 0,-5-4 0,-1 5 0,-4-5 0,-10 2 0,5-1 0,-15 3 0,-3-3 0,-17 5 0,-19 6 0,-14 5 0,-11 5 0,-14-4 0,-5-1-274,-4 1 1,38-12 0,-2 0 0,1 0 0,-1 1-1</inkml:trace>
  <inkml:trace contextRef="#ctx0" brushRef="#br0" timeOffset="18">10893 14786 8912,'-9'-11'0,"3"-1"0,4 6 0,2-5 0,0 5 0,0-5 0,0 7 0,0-11 0,0 13 0,8-6 0,-7 16 0,5 3 0,-4 5 0,-2 1 0,2 2 0,2 2 0,2 2 0,-1 7 0,-5-1 0,2 3 0,2 3 0,2-3 0,-2-3 0,-2 3 0,-2-3 0,0 2 0,0-3 0,1-3 0,5-8 0,-4 1 0,4-1 0,-4 0 0,-2 0 0,0-7 0,0-3 0,0-7 0,0 0 0,0-7 0,7-11 0,3-8 0</inkml:trace>
  <inkml:trace contextRef="#ctx0" brushRef="#br0" timeOffset="19">12339 14666 8912,'-12'-6'0,"1"0"0,5 1 0,-6 5 0,9 0 0,-5 7 0,8 7 0,0 7 0,0 7 0,0-1 0,0 2 0,0 1 0,0 8 0,0 3 0,0-3 0,0-2 0,0-2 0,0 1 0,0-1 0,0 1 0,0-1 0,0-5 0,0-3 0,0-1 0,0-4 0,0-2 0,0-1 0,8-1 0,1-8 0,8-16 0,1-12 0</inkml:trace>
  <inkml:trace contextRef="#ctx0" brushRef="#br0" timeOffset="20">14128 14838 8912,'-9'0'0,"1"0"0,8 0 0,0 7 0,0 7 0,0 5 0,0 4 0,0 9 0,0 3 0,0 1 0,0 10 0,0-2 0,0 3 0,0-3 0,0-2 0,0-1 0,0-5 0,0 0 0,0-2 0,0-3 0,0-14 0,0 0 0</inkml:trace>
  <inkml:trace contextRef="#ctx0" brushRef="#br0" timeOffset="21">15333 14838 8912,'-12'-2'0,"1"-4"0,-2-5 0,-3-5 0,7 7 0,1 1 0,8 10 0,2 4 0,4 5 0,-2 6 0,5 4 0,-1 4 0,-4 2 0,3 2 0,-1 5 0,0 0 0,-6 1 0,2-1 0,3 1 0,-3-3 0,4-3 0,-2 3 0,2-3 0,-5-2 0,5 1 0,2-7 0,0 2 0,1-4 0,3-9 0,5-3 0</inkml:trace>
  <inkml:trace contextRef="#ctx0" brushRef="#br0" timeOffset="22">16451 14872 8912,'0'-11'0,"-1"1"0,-3 1 0,-2-1 0,-7 6 0,9-4 0,-8 8 0,9 2 0,-3 4 0,4 6 0,2 3 0,0 2 0,0 8 0,-2 4 0,-2 3 0,-2 2 0,1 1 0,5-1 0,-2 1 0,-4-1 0,4 0 0,-4 1 0,4-3 0,2-3 0,0 3 0,0-3 0,0-4 0,0-2 0,0-4 0,0-2 0</inkml:trace>
  <inkml:trace contextRef="#ctx0" brushRef="#br0" timeOffset="23">17828 14872 8912,'8'-17'0,"3"0"0,5-1 0,1 1 0,-8 10 0,-3 7 0,-4 9 0,-2 14 0,-2 6 0,-2 3 0,-1 3 0,-7-7 0,4 1 0,1 2 0,-1 1 0,0 2 0,3 1 0,3-7 0,-6-1 0,2 0 0,1 0 0,-3-4 0,2 5 0,4-5 0,-3 6 0,3-8 0,2 2 0,0-4 0,0-2 0,6-5 0,-1-1 0,9-7 0,-3 2 0,4-6 0,3-6 0,-1-11 0,0-10 0</inkml:trace>
  <inkml:trace contextRef="#ctx0" brushRef="#br0" timeOffset="24">18568 14700 8912,'0'12'0,"0"1"0,0 4 0,0 4 0,0 12 0,0-1 0,0 8 0,0 4 0,0-4 0,0 6 0,0-6 0,-2 4 0,-2-2 0,-1-4 0,-9-1 0,5-3 0,-8 1 0</inkml:trace>
  <inkml:trace contextRef="#ctx0" brushRef="#br0" timeOffset="25">11306 13084 8912,'-17'-15'0,"0"3"0,5 5 0,1 7 0,7 0 0,-9 2 0,7 3 0,0 5 0,6 7 0,0-7 0,0-3 0,2-7 0,4 0 0,-2 0 0,7 0 0,-5-6 0,3-1 0,-1-3 0,-4-3 0,3 3 0,-1-1 0,0 7 0,-6-11 0,8 13 0,-7-8 0,5 5 0,-4 3 0,-2-6 0,0 8 0,0 0 0,0 0 0</inkml:trace>
  <inkml:trace contextRef="#ctx0" brushRef="#br0" timeOffset="26">12459 12224 8912,'-11'0'0,"1"-2"0,0-1 0,1-3 0,-3-6 0,-5 7 0,2 1 0,3 10 0,-1-3 0,7 9 0,3 1 0,1-5 0,2 7 0,0-5 0,7-1 0,-3-1 0,8-8 0,-7-2 0,5-4 0,-2-5 0,-3 3 0,3-7 0,-6 11 0,4-7 0,-5 7 0,1-4 0,4 8 0,-4 0 0,13-8 0,-5-1 0</inkml:trace>
  <inkml:trace contextRef="#ctx0" brushRef="#br0" timeOffset="27">14576 11262 8912,'0'-18'0,"0"7"0,-2-1 0,-4-1 0,2 5 0,-7 3 0,7 5 0,-2 5 0,-1 5 0,1 7 0,0 0 0,6-5 0,0-1 0,-2-7 0,-4 2 0,5-4 0,-7-2 0,8 0 0,0-8 0,0 6 0,0-13 0,8 5 0,1-7 0</inkml:trace>
  <inkml:trace contextRef="#ctx0" brushRef="#br0" timeOffset="28">16555 10453 8912,'17'-11'0,"0"1"0,0 3 0,-1 1 0,-5-2 0,-5-3 0,-4 3 0,-2 1 0,-2 7 0,-4 0 0,4 7 0,-5-3 0,7 8 0,-8-9 0,6 5 0,-6-8 0,8 2 0,0 4 0,0-4 0,0 5 0,8-7 0,2 0 0</inkml:trace>
  <inkml:trace contextRef="#ctx0" brushRef="#br0" timeOffset="29">19962 9714 8912,'0'-27'0,"0"4"0,0 4 0,0 2 0,8 0 0,-6 9 0,3 8 0,3 8 0,-2 9 0,-1 0 0,-5 1 0,0-1 0,0-6 0,0 1 0,0-9 0,0 13 0,0-7 0</inkml:trace>
  <inkml:trace contextRef="#ctx0" brushRef="#br0" timeOffset="30">22801 9577 8912,'0'-18'0,"0"1"0,0 0 0,-1 7 0,-5 5 0,4 3 0,-13-6 0,5-1 0</inkml:trace>
  <inkml:trace contextRef="#ctx0" brushRef="#br0" timeOffset="31">14868 15474 8912,'-17'0'0,"0"0"0,0 0 0,5 0 0,1 0 0,7 2 0,-2 3 0,4-3 0,2 6 0,0-8 0,0 0 0,8 0 0,-4 0 0,7-2 0,3-4 0,1 3 0,2-9 0,-5 8 0,-1-1 0,-1 1 0,1-2 0,4 4 0,-5-6 0,-1 1 0,7 5 0,-7-6 0,9 8 0,-7 0 0,0 0 0,-5 6 0,6 0 0,-3 7 0,5-1 0,-5 3 0,-1 2 0,3 6 0,-5 0 0,0 7 0,-6-1 0,0 4 0,0 1 0,0 0 0,0 1 0,0-1 0,0 0 0,-2-1 0,-2-2 0,-4-5 0,-1-1 0,5-2 0,-2-6 0,-1-5 0,1-1 0,-7-7 0,3-4 0,-7-17 0,0-10 0</inkml:trace>
  <inkml:trace contextRef="#ctx0" brushRef="#br0" timeOffset="32">14851 15715 8912,'10'-8'0,"5"6"0,-4-4 0,5-3 0,3-1 0,2-1 0,2-1 0,7 6 0,-1-5 0,-2 5 0,2-5 0,-1 7 0,7-4 0</inkml:trace>
  <inkml:trace contextRef="#ctx0" brushRef="#br0" timeOffset="33">15436 15697 8912,'-11'0'0,"-1"0"0,8 0 0,-11 0 0,13 0 0,-5 0 0,7 0 0,0-2 0,1-1 0,5-3 0,-4-2 0,4 3 0,1 1 0,-1-8 0,8 1 0,-5-6 0</inkml:trace>
  <inkml:trace contextRef="#ctx0" brushRef="#br0" timeOffset="34">15780 15457 8912,'0'-18'0,"0"1"0,0 0 0,0 0 0,-2 7 0,-1 3 0,-3-1 0,-8 8 0,3 0 0,1 8 0,-1 9 0,1 2 0,-1 2 0,3 4 0,1 2 0,5-6 0,-4 1 0,4 0 0,2 0 0,6-2 0,0 2 0,5-2 0,-5-3 0,7-2 0,-1-3 0,3 3 0,2-4 0,0 3 0,1-3 0,-1 2 0,0-7 0,0 6 0,0-7 0,1 7 0,-1-6 0,0 1 0,0-1 0,-5-2 0,-1 7 0,-7-5 0,2 5 0,-4 3 0,-2-5 0,0 3 0,-8-3 0,-3 3 0,1 1 0,-2-7 0,1 0 0,-6-6 0,0 0 0,-1-8 0,-6-9 0,-3-10 0</inkml:trace>
  <inkml:trace contextRef="#ctx0" brushRef="#br0" timeOffset="35">15625 15422 8912,'-1'-9'0,"-5"3"0,4-4 0,2 7 0,11-9 0,14-5 0,10-6 0,9-9 0,13-3 0,12-15 0,-30 20 0,0-1 0</inkml:trace>
  <inkml:trace contextRef="#ctx0" brushRef="#br0" timeOffset="36">15161 10866 8912,'-17'0'0,"-1"0"0,7 0 0,-1 0 0,-1-2 0,-2-4 0,3 5 0,3-7 0,1 0 0,2 6 0,6-13 0,0 15 0,0 0 0,0 10 0,0 5 0,0 2 0,0 6 0,0 0 0,0 0 0,0 2 0,0-4 0,0 7 0,0-7 0,2 2 0,4-4 0,4-7 0,7-1 0,-6-7 0,1 2 0,-1-12 0,6-5 0,-5-5 0,-3-3 0,-1-4 0,-4-5 0,-2 3 0,-2 2 0,0-2 0,0 2 0,-2 0 0,-4 6 0,-5 0 0,-5 7 0,-1 5 0,0 3 0,0 4 0,0 3 0,5 5 0,1 7 0,7 2 0,-2 4 0,-2-4 0,3 4 0,-1-4 0,6-2 0,0 1 0,0-1 0,2-2 0,4-3 0,-4 3 0,13-13 0,-4 3 0,5-3 0,1-2 0,-6-7 0,1-5 0,-7-3 0,7-2 0,-6 0 0,3-1 0,-1 1 0,-4 0 0,-2 0 0,-2 0 0,-8-1 0,-3 1 0,1 6 0,-2-1 0,1 7 0,-6-5 0,0 2 0,-1 5 0,7 1 0,-1 2 0,3 2 0,-3 3 0,-1 11 0,7 7 0,-1 1 0,1-1 0,4-2 0,-4 6 0,4-2 0,2-4 0,0-2 0,0-2 0,8-2 0,2-1 0,-1-3 0,6-7 0,-3 2 0,3-12 0,2-5 0,1-5 0,-1-1 0,-2 0 0,-3 0 0,1 0 0,-7-1 0,-1 1 0,-5 0 0,0 0 0,0 0 0,0-1 0,-7 7 0,-5 1 0,-3 3 0,4 1 0,-1 6 0,1 0 0,-7 8 0,3 3 0,4 4 0,5 3 0,-2-1 0,2 0 0,-1 2 0,1 4 0,4-4 0,-4 4 0,5-4 0,1-2 0,0 1 0,1-7 0,5 1 0,-2-9 0,7 3 0,-5-4 0,6-2 0,-1 0 0,6 0 0,-5-13 0,-1-5 0,3-1 0,1 0 0,-5 2 0,-5 0 0,3-6 0,-2 0 0,-2 0 0,-10 6 0,-4 0 0,-7-1 0,-2 1 0,-2 2 0,-2 2 0,2 1 0,2 8 0,2-1 0,5 3 0,1 2 0,-1 2 0,3 3 0,-5 7 0,8 11 0,1 2 0,5 3 0,0 5 0,0-5 0,0-3 0,0-2 0,0-4 0,0-2 0,2-1 0,3-5 0,5-3 0,7-8 0,-5 0 0,-1-2 0,2-4 0,3-5 0,-5-5 0,1-1 0,-3 0 0,3 0 0,-5 0 0,-7-1 0,0 1 0,0 0 0,0 0 0,0 0 0</inkml:trace>
  <inkml:trace contextRef="#ctx0" brushRef="#br0" timeOffset="37">15144 10608 8912,'-35'-15'0,"1"2"0,1 1 0,5-1 0,-3 5 0,6 2 0,0 4 0,0 2 0,-3 2 0,5 4 0,0 6 0,4 10 0,-2 5 0,-2 0 0,-2 5 0,2-3 0,4 9 0,-4 2 0,-2 8 0,2-2 0,-6 6 0,6 5 0,4 6 0,6 4 0,0 2 0,7-1 0,8 1 0,9 0 0,12 0 0,6-1 0,5-1 0,6-4 0,-1-9 0,7-8 0,1-14 0,11 3 0,-3-14 0,8-4 0,0-10 0,6-14 0,2-12 0,4-14 0,-10-9 0,3-9 0,-12-14-319,-5-4 0,1-13 319,-6-4 0,-12 5 0,-3-5 0,-8 2 0,-6 0 0,-5 2 0,-18-4 0,-13 12 0,-16-6 0,-11 13 0,-17 4 0,-11 7 0,27 28 0,-2 1 0,-3 3 0,-1 2 0,-2 3 0,-1 4 0,3 3 0,1 4 0,0 4 0,1 3 0,1 4 0,2 3 0,-44 17 0,20 19-11,3 21 1,15 6-1,12 4 1,10 3 10,5 2 0,14-11 0,13 2 0,17-6 0,17 0 0,8-11 0,18-5 0,3-6 0,4-1 0</inkml:trace>
  <inkml:trace contextRef="#ctx0" brushRef="#br0" timeOffset="38">14662 15078 8912,'-10'0'0,"3"0"0,7 0 0,-2 0 0,-2 2 0,-2 4 0,0-4 0,6 6 0,0-8 0,0 7 0,0-5 0,0 6 0,0-8 0,0 0 0,2-6 0,4 0 0,-4-1 0,4 1 0,-4 2 0,-2-7 0,0-3 0,0-1 0,5-2 0,1 0 0,0-6 0,-6 0 0,0-8 0,2 4 0,2-1 0,1-1 0,1 2 0,-6-1 0,0-5 0,0 7 0,0-1 0,0 4 0,0 2 0,0-2 0,0 2 0,0-8 0,0 8 0,0-2 0,0-2 0,0 1 0,0-3 0,0-4 0,0 5 0,0-3 0,0 2 0,0-1 0,0-5 0,0 4 0,0 3 0,0-3 0,0 8 0,0-2 0,0-4 0,0 1 0,0-3 0,0 0 0,0 6 0,0-5 0,-6-7 0,1-5 0,-1 0 0,6 6 0,-2-1 0,-4 1 0,4 0 0,-4-1 0,5 3 0,-1 1 0,-2 4 0,-2 3 0,0-7 0,6 2 0,-2 3 0,-3-3 0,3 6 0,-4-6 0,4 1 0,2-7 0,-6 1 0,1-1 0,1 1 0,2 0 0,0-8 0,-4-4 0,4 4 0,-3 2 0,3 1 0,2-1 0,0 4 0,0-4 0,0 4 0,0 1 0,0 1 0,0 0 0,0-1 0,0 1 0,0-1 0,0 1 0,0 0 0,0-1 0,0 1 0,0-1 0,0 1 0,0 0 0,0-6 0,0-1 0,0-6 0,0 1 0,0-2 0,0 2 0,0-3 0,0 3 0,0 2 0,0 0 0,0 2 0,0 4 0,0-1 0,0-1 0,5 4 0,1-4 0,2 4 0,-2 1 0,-4-1 0,3-4 0,-3 3 0,-2-3 0,6-2 0,0 0 0,-3-4 0,-1-7 0,4-6 0,0-10 0,0 0 0,-6 0 0,5-7 0,1-4 0,6 5 0,-5 6 0,1 10 0,-1 6 0,7-1 0,-3-3 0,-1 9 0,1-3 0,-1 3 0,1-4 0,-1-1 0,-4-5 0,-4 5 0,5-6 0,-1 0 0,0-5 0,1 1 0,-1-5 0,-4 10 0,4-5 0,-2 8 0,1 3 0,-3 8 0,4 4 0,-4 12 0,-2 5 0,2 11 0,4 7 0,-5 3 0,7 2 0,-8 7 0,0-5 0,0 6 0,0-8 0,0 0 0,0 7 0,0 5 0,0 3 0,8 18 0,1 3 0</inkml:trace>
  <inkml:trace contextRef="#ctx0" brushRef="#br0" timeOffset="39">16056 15525 8912,'0'12'0,"0"-1"0,0-7 0,-8 2 0,-2-12 0,1-5 0,3-5 0,-1-1 0,1 0 0,2 0 0,-4 0 0,3-1 0,-3 3 0,4 2 0,-2 1 0,-5 7 0,5-7 0,-5 6 0,3-5 0,-2-2 0,-1-3 0,-6-1 0</inkml:trace>
  <inkml:trace contextRef="#ctx0" brushRef="#br0" timeOffset="40">15901 15302 8912,'0'9'0,"-6"1"0,0-4 0,1-4 0,3 5 0,-4-7 0,4 0 0,-6-2 0,8-3 0,0 1 0,0-8 0,2 9 0,4-3 0,-4-4 0,6 1 0,-8-8 0,2-1 0,3 1 0,-3 0 0,4 0 0,-4-6 0,-2 0 0,6-2 0,-1 2 0,1-4 0,-6-7 0,2 0 0,4-1 0,-4-1 0,3-4 0,-1 4 0,2-5 0,-4 5 0,4 2 0,-5-1 0,-1 1 0,0 0 0,0-1 0,0-5 0,0 0 0,0 0 0,0-2 0,0 4 0,0-8 0,0 8 0,0-3 0,0-1 0,0 2 0,0-6 0,0 6 0,0 2 0,0 8 0,2-1 0,4-5 0,-4 7 0,4-5 0,-4 3 0,-2-3 0,5-3 0,1-3 0,0 4 0,-6-6 0,0 2 0,0 0 0,0-8 0,0 2 0,0-2 0,0 2 0,0-1 0,0 7 0,0-2 0,0 1 0,0 7 0,0-2 0,0 5 0,0 1 0,2 3 0,4-2 0,-5 8 0,5-2 0,-4-2 0,-2 3 0,0-9 0,0 2 0,0-3 0,0-3 0,-2 1 0,-4 0 0,5-6 0,-5-1 0,4 1 0,2 6 0,0 0 0,0-1 0,0 3 0,0 3 0,0-2 0,0 9 0,0 1 0,0 1 0,-6 3 0,0 0 0,1 0 0,5 0 0,0-6 0,0 0 0,-6-8 0,0 3 0,0-7 0,-1-5 0,5 2 0,-4-8 0,4 8 0,2-2 0,-2 3 0,-3 3 0,3 0 0,-4-1 0,4 3 0,2 1 0,0 4 0,0 3 0,0-5 0,0 6 0,-6-7 0,1 1 0,-3-2 0,4-1 0,-2-1 0,3-3 0,-1-2 0,-2 3 0,4 1 0,-4 0 0,4-1 0,2 3 0,0 1 0,0 3 0,0 7 0,0-2 0,0 4 0,0 1 0,0 1 0,0 0 0,0 0 0,0 0 0,0-1 0,0 1 0,0 0 0,0 0 0,0-2 0,0-4 0,0 4 0,0-4 0,-5-2 0,-1 2 0,0-6 0,6 4 0,0 1 0,0-1 0,0-6 0,0 3 0,0 1 0,0-2 0,0 6 0,0-5 0,0 5 0,0-6 0,0 8 0,0-2 0,-2-2 0,-2 0 0,-1 1 0,1-1 0,2 2 0,2 6 0,0-6 0,0 0 0,0-2 0,0 2 0,0 4 0,0-4 0,-2 2 0,-4-2 0,4-2 0,-3-3 0,3-5 0,2 6 0,-2-1 0,-4-1 0,4 2 0,-4-1 0,5-3 0,1 8 0,0 0 0,0 6 0,0 0 0,0 0 0,0-1 0,0 1 0,-6 0 0,0 0 0,0 5 0,6 1 0,0 0 0,0-7 0,-2-1 0,-3-4 0,3 4 0,-4-4 0,4 2 0,2-2 0,0 4 0,0-4 0,-8-3 0,7 6 0,-5-2 0,4 2 0,2 3 0,0 0 0,0 0 0,-2 2 0,-4 3 0,4-3 0,-3 3 0,3-3 0,2-2 0,0-8 0,0-4 0,0-3 0,0-2 0,0 1 0,0 4 0,0 5 0,0 6 0,0 1 0,0 0 0,0 7 0,0 3 0,0 7 0,0 7 0,0-5 0,0 6 0,0-8 0,0 8 0,0-6 0,0 5 0,0-5 0,0 4 0,0 3 0,0 9 0,0-1 0</inkml:trace>
  <inkml:trace contextRef="#ctx0" brushRef="#br0" timeOffset="41">15763 10075 8912,'0'-17'0,"0"0"0,2 0 0,2-1 0,2 1 0,-3 0 0,-1 0 0,-2 0 0,0-1 0,0 1 0,0 8 0,-2-1 0,-3 4 0,1 5 0,-8-5 0,9 4 0,-7 2 0,4 0 0,2 0 0,-7 0 0,5 2 0,-5 2 0,-3 1 0,-1-1 0,-2 6 0,0 1 0,-2-1 0,-4 1 0,2 1 0,-8 5 0,0-4 0,-5 4 0,5-9 0,0 9 0,1-3 0,-7 3 0,7-6 0,-1 1 0,0-3 0,-3 5 0,1-5 0,3-1 0,5-1 0,-6-1 0,8-4 0,-2 4 0,2 1 0,-2-1 0,2 6 0,-6-5 0,2 1 0,4 0 0,-4 5 0,2-2 0,1 3 0,4-3 0,1 5 0,0-5 0,0-1 0,-1 1 0,1 0 0,0 7 0,2-7 0,3 1 0,3-9 0,5 5 0,-4-2 0,-1 0 0,3 7 0,-6-2 0,-1 5 0,4 1 0,-3 0 0,2 0 0,-1 0 0,-2-5 0,5-1 0,0 3 0,1 1 0,-7 2 0,5 0 0,-3-1 0,1-5 0,7 4 0,-4-3 0,1 3 0,5 2 0,-4 1 0,2-1 0,-2 0 0,5 0 0,-5 0 0,4 2 0,2 4 0,0-2 0,0 8 0,0-6 0,0 6 0,0-6 0,0 3 0,0 1 0,0 0 0,0 0 0,0 1 0,0 3 0,0-8 0,6 5 0,-1-5 0,1 2 0,-6-2 0,2-4 0,4 4 0,-4-4 0,5 6 0,-7-6 0,0 4 0,6-4 0,0-2 0,-2 0 0,-2 1 0,-2-1 0,0 0 0,1 0 0,5 0 0,-4 1 0,4-1 0,-4 0 0,-2 0 0,0 0 0,0 1 0,0-1 0,5-6 0,1 1 0,0-1 0,-6-1 0,0-1 0,0-3 0,0-4 0,0 6 0,0-7 0,0 5 0,6-2 0,-1 7 0,-1 3 0,-2 1 0,-2 2 0,0 1 0,6-7 0,0 0 0,-1-5 0,-5 6 0,2-3 0,4 3 0,-4-3 0,4-3 0,-4 5 0,-2-3 0,1 0 0,3-6 0,2 3 0,0-3 0,-4 6 0,3-8 0,-1 6 0,8-1 0,1-1 0,-3-2 0,1-2 0,-5 0 0,5 0 0,1 0 0,5 0 0,0 0 0,0 0 0,-3 0 0,3 0 0,-4 0 0,10 0 0,-3-6 0,-1 1 0,4-1 0,5-2 0,-1 4 0,2-7 0,-6 5 0,3-3 0,1 1 0,0 4 0,2-3 0,5 1 0,-5-6 0,-2 5 0,-1-1 0,1 0 0,-4-3 0,6 5 0,-8-5 0,2 5 0,-2-2 0,2 3 0,-4 3 0,4-4 0,-4 4 0,-2 2 0,0 0 0,0 0 0,1-7 0,-1 5 0,0-6 0,0 2 0,0 0 0,1-5 0,-1 5 0,0 1 0,0-3 0,-5 4 0,-1-7 0,1 5 0,5-6 0,-2 7 0,-3-7 0,3 7 0,-4-5 0,5 0 0,1 1 0,-2 3 0,-3-5 0,3 5 0,-3-6 0,3 3 0,2-3 0,-6-1 0,1 7 0,-6-5 0,5 5 0,1-7 0,-1 9 0,1-7 0,1-3 0,-5 5 0,-3-3 0,3 6 0,-2-5 0,1-1 0,-3-5 0,4 2 0,1 4 0,-5-5 0,2 5 0,2-4 0,-1-3 0,3 1 0,-6 0 0,1 0 0,-1 0 0,2-1 0,-4 1 0,6 0 0,-3 0 0,1 0 0,0-1 0,-6 1 0,5-6 0,1 0 0,0-1 0,-6 1 0,2 2 0,4-8 0,-4 6 0,3-6 0,-3 6 0,-2-3 0,0-1 0,0 0 0,0 0 0,0-1 0,0-3 0,0 8 0,0-5 0,0 5 0,6 0 0,0 6 0,-1-3 0,-5-1 0,0-1 0,0 1 0,0 1 0,0 3 0,0 0 0,0-2 0,0-2 0,0-2 0,0 0 0,0 6 0,0 0 0,0-1 0,0-4 0,0-1 0,0 0 0,0 6 0,-2-1 0,-3 1 0,3 0 0,-4 0 0,4-6 0,0 0 0,-2 0 0,-1-2 0,-1 0 0,6-3 0,-6-3 0,0 8 0,1-2 0,3 4 0,-2-2 0,-2 2 0,1 8 0,3 2 0,-4-3 0,2 1 0,-7 1 0,7 3 0,-4 5 0,0-2 0,5 1 0,-7 3 0,2-4 0,1 4 0,1-4 0,2 2 0,-7-1 0,5 3 0,-5-4 0,-1-2 0,-5 3 0,-2 1 0,-4 2 0,2-4 0,-8 0 0,6-1 0,-6 1 0,7 4 0,-7-4 0,0 5 0,2 1 0,-3 0 0,7 0 0,-2 0 0,4 0 0,-2 0 0,2 0 0,0 0 0,-2 0 0,4 0 0,-4 0 0,2 5 0,-2 1 0,2 7 0,-6-3 0,0 1 0,1 1 0,3-1 0,-6 7 0,0-1 0,-5 0 0,5 0 0,1 0 0,-1 0 0,-6 1 0,3-1 0,3 0 0,-3 0 0,5 0 0,-2 3 0,1 2 0,1-2 0,-4 4 0,4-1 0,3 0 0,-1 2 0,2-2 0,4-4 0,-4 4 0,4-4 0,1-2 0,5 1 0,-4-1 0,9 0 0,-7 0 0,3-2 0,3-3 0,3 1 0,-5-7 0,7 7 0,-10-3 0,9 7 0,-3 0 0,4 0 0,-3 1 0,-3-1 0,6 2 0,-2 4 0,-1-4 0,1 4 0,-2 2 0,3-2 0,3 2 0,-4-3 0,4-2 0,2 2 0,0-1 0,0 2 0,0-4 0,0 4 0,0 4 0,0 2 0,2-2 0,4 1 0,5 3 0,5 1 0,3 5 0,4 3 0,3-4 0,9 6 0,-1-8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0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7451 705 8912,'0'-17'0,"-2"5"0,-1 1 0,-5-1 0,-2 3 0,-3 1 0,-2 1 0,-8 5 0,-2-4 0,-2 8 0,-3 9 0,-5 12 0,-5 8 0,2 13 0,-6 9 0,2 12 0,3 8 0,3 9 0,4 0 0,3 8 0,17-42 0,1 1 0,2 1 0,1 0 0,1-2 0,2 1 0,-2 43 0,11-12 0,5-8 0,8-7 0,10-3 0,-4-17 0,8-3 0,-1-22 0,8-7 0,8-4 0,-2-5 0,2-9 0,-8-20 0,4-12 0</inkml:trace>
  <inkml:trace contextRef="#ctx0" brushRef="#br0" timeOffset="1">7847 1324 8912,'-25'0'0,"6"-8"0,-4-3 0,-2 3 0,2 2 0,2 4 0,4 10 0,4 5 0,3 9 0,3 6 0,1 5 0,6 1 0,0 0 0,0 3 0,0 1 0,0 2 0,6 0 0,-1-5 0,7-3 0,-6-3 0,5 1 0,-5-7 0,-1-6 0,-5-5 0,0-8 0,0-4 0,0-12 0,0-5 0,0-6 0,-1-4 0,-5-7 0,4-6 0,-4 0 0,4-6 0,2 6 0,0 0 0,0-2 0,0 7 0,0 1 0,2 7 0,4 10 0,3 5 0,9 1 0,-1 9 0,2 2 0,2 11 0,2 11 0,8 4 0,-3 9 0,-1-1 0,2 0 0,-8 1 0,2-1 0,2-1 0,-2-5 0,-2-5 0,-2-4 0,-2-9 0,0-4 0,-5-4 0,-1-2 0,-1-16 0,1-7 0,-1-7 0,-7-5 0,3-1 0,-2-4 0,-2 4 0,-2-4 0,0 3 0,0 3 0,0 5 0,0 1 0,0 7 0,0-2 0,0 4 0,0 9 0,8 2 0,1 8 0</inkml:trace>
  <inkml:trace contextRef="#ctx0" brushRef="#br0" timeOffset="2">8398 1461 8912,'0'18'0,"0"-1"0,0-8 0,0-1 0,0-8 0,0-2 0,0-4 0,2-5 0,3-4 0,5-3 0,7 1 0,2 0 0,4 0 0,-4-6 0,4 0 0,-3-2 0,-3 4 0,-2-4 0,-4-1 0,-3 5 0,-8-2 0,0 4 0,0 1 0,-13 7 0,-6 1 0,-6 3 0,-6 3 0,-1 10 0,-3 5 0,1 6 0,-1 6 0,3 4 0,3 7 0,6 3 0,4 3 0,4 2 0,3 4 0,7 1 0,10-7 0,7 1 0,11-7 0,9-7 0,8-4 0,8-12 0,-2-5 0,4-4 0,2-2 0,-1-10 0,1-7 0,-8-2 0,-4-10 0,-4 1 0,-3-7 0,-5 3 0,-5 3 0,-5-2 0,-7 9 0,-3-7 0,-8 6 0,0-6 0,0 6 0,-8 0 0,-3 8 0,-5 4 0,-1-3 0,0 9 0,5-1 0,1 6 0,5 2 0,-5 4 0,1 3 0,-1 8 0,5 2 0,4 4 0,-4-4 0,1 4 0,-1 2 0,6-2 0,0 0 0,0-6 0,0-5 0,2-3 0,2 1 0,1-1 0,9-5 0,-5 4 0,8-8 0,1-8 0,-1-3 0,0-5 0,0-1 0,0 0 0,1 0 0,-7-2 0,1-4 0,-3 9 0,3-3 0,3 4 0,-4-4 0,-3 7 0,2 2 0,-5 8 0,-3 8 0,6 4 0,-2 3 0,-1 2 0,7 0 0,-6 0 0,7-5 0,-2-1 0,5 1 0,1 5 0,0 0 0,0-7 0,1-3 0,-9-7 0,6 0 0,-5 0 0</inkml:trace>
  <inkml:trace contextRef="#ctx0" brushRef="#br0" timeOffset="3">9155 1307 8912,'15'-12'0,"-1"1"0,-5-3 0,-1-1 0,5-2 0,-9 2 0,8 3 0,-7 5 0,7 7 0,-6 1 0,5 5 0,-1-2 0,1 7 0,4 3 0,-5 7 0,1 2 0,1-2 0,-8 0 0,1 2 0,-1-2 0,2 7 0,-4-7 0,4 2 0,-4-4 0,-2-1 0,0-1 0,0 0 0,0-7 0,0-3 0,0-7 0,0-13 0,0-4 0,1-4 0,5-4 0,4 0 0,7-4 0,2-1 0,4 7 0,-4-6 0,4 6 0,4-7 0,0 3 0</inkml:trace>
  <inkml:trace contextRef="#ctx0" brushRef="#br0" timeOffset="4">9688 1358 8912,'0'17'0,"0"1"0,0-1 0,0 0 0,0-6 0,0 1 0,2-8 0,4 2 0,6-5 0,3-8 0,2-5 0,0-9 0,1-2 0,4-7 0,1 1 0,-2-1 0,-1 1 0,-3-4 0,0 5 0,-6 1 0,-1 0 0,-2 1 0,-5-1 0,-3 12 0,-5-3 0,-7 13 0,-11-1 0,2 4 0,-7 2 0,5 10 0,-6 7 0,0 9 0,3 7 0,-5 3 0,8 4 0,0-1 0,6 6 0,7-4 0,5 4 0,3-6 0,2 1 0,3-6 0,9-5 0,11-6 0,7-4 0,7-10 0,3-3 0,-2-12 0,8-5 0,0-6 0,6-6 0,-3-8 0,-3-7 0,-4 2 0,-7-4 0,-3 3 0,-3 3 0,-6 1 0,-12 5 0,3-3 0,-9 8 0,1-5 0,-6 5 0,-7 7 0,3 9 0,-8 7 0,8 2 0,-1 3 0,3 7 0,2 3 0,0 2 0,0 1 0,5 1 0,1 4 0,8-4 0,-3 5 0,4-1 0,3 0 0,-1 0 0,0-6 0,-2 1 0,-3-1 0,1 6 0,-7 0 0,0 0 0,-6-6 0,0 2 0,-2 2 0,-6 4 0,-9 2 0,-2-6 0,-10 1 0,6-2 0,-6-3 0,8-8 0,4-1 0,2-16 0,5-1 0</inkml:trace>
  <inkml:trace contextRef="#ctx0" brushRef="#br0" timeOffset="5">10738 842 8912,'0'18'0,"-2"-9"0,-3-3 0,3 3 0,-4 3 0,4 3 0,2 2 0,0 8 0,0 4 0,0 9 0,0 4 0,0 2 0,0 4 0,2 2 0,4 1 0,1-1 0,5-4 0,3-4 0,-5-10 0,1-3 0,1-6 0,-1-12 0,6-3 0</inkml:trace>
  <inkml:trace contextRef="#ctx0" brushRef="#br0" timeOffset="6">10601 1272 8912,'-25'17'0,"6"-7"0,1-2 0,11-8 0,24-8 0,12-5 0,13-6 0,7-4 0,11 0 0,3 6 0,-2-1 0,2 1 0,0-8 0,6-1 0</inkml:trace>
  <inkml:trace contextRef="#ctx0" brushRef="#br0" timeOffset="7">12080 1100 8912,'-11'0'0,"1"2"0,3 6 0,3 9 0,2 2 0,2 10 0,0 1 0,0 3 0,0 7 0,0 0 0,0-2 0,0-1 0,0-3 0,0-1 0,0-5 0,0-5 0,-2-4 0,-4-2 0,5-9 0,-5-8 0,4-15 0,2-14 0,0-9 0,0-2 0,6-6 0,-1 6 0,9 0 0,-3 5 0,3 1 0,-1 1 0,-3 5 0,-3 5 0,7 9 0,-3 3 0,-1 7 0,1-2 0,1 18 0,5 7 0,0 6 0,0 4 0,0 5 0,2 0 0,4 1 0,-3-3 0,2-3 0,3-4 0,0-10 0,0-2 0,0-1 0,4-8 0,-6-1 0,-2-6 0,-2-7 0,-2-7 0,0 0 0,0-1 0,-7-4 0,-4-1 0,-4-8 0,-2 4 0,0 1 0,0 3 0,-8 5 0,-4 7 0,-3-2 0,-2 7 0,0 0 0,-1 6 0,1 2 0,0 6 0,0 9 0,5 2 0,1 10 0,7-1 0,-2 7 0,4-7 0,2 1 0,2-6 0,4 6 0,4-10 0,7 0 0,0-6 0,6-9 0,2 2 0,2-4 0,3-2 0,3-14 0,1-3 0,-1-10 0,-5 4 0,3-7 0,-8 1 0,0-1 0,-6 1 0,-5-2 0,-1 8 0,-7 1 0,2 4 0,-5 1 0,-1 8 0,0 3 0,0 13 0,0 9 0,0 5 0,0 9 0,0-1 0,0-2 0,0 1 0,6-1 0,0 2 0,5 1 0,-5-7 0,6 6 0,-5-8 0,3-6 0,-1 2 0,5-7 0,-3 0 0,1-18 0,5-11 0</inkml:trace>
  <inkml:trace contextRef="#ctx0" brushRef="#br0" timeOffset="8">12924 791 8912,'-25'0'0,"-2"0"0,0 0 0,4 0 0,-1 0 0,1 0 0,0 0 0,13 0 0,10 2 0,12 4 0,12-3 0,11 9 0,7-1 0,10 6 0</inkml:trace>
  <inkml:trace contextRef="#ctx0" brushRef="#br0" timeOffset="9">13268 1169 8912,'-6'-11'0,"0"-1"0,-5 6 0,5-5 0,-7 7 0,1-2 0,-3 5 0,-2 1 0,0 0 0,-1 0 0,1 13 0,0 6 0,0 4 0,0 2 0,7 5 0,4-1 0,4-2 0,2-1 0,0-1 0,2-2 0,4-6 0,4-7 0,7-4 0,0-4 0,0-2 0,6-2 0,0-4 0,2-9 0,-4-8 0,2 2 0,0-4 0,-6 2 0,0 0 0,1 6 0,-1 0 0,0 0 0,0 7 0,0 4 0,1 4 0,-7 12 0,1 7 0,-9 16 0,3 12 0,-4 5 0,-2 2 0,-2 1 0,-4 4 0,3-1 0,-9 5 0,-1-2 0,-3-3 0,-7-3 0,0-3 0,2-4 0,2-10 0,2-11 0,0-4 0,0-6 0,5-9 0,1-1 0,7-12 0,-2-10 0,-3-16 0,-1-11 0</inkml:trace>
  <inkml:trace contextRef="#ctx0" brushRef="#br0" timeOffset="10">13560 1014 8912,'0'-23'0,"-1"1"0,-5 1 0,2 3 0,-8 7 0,9 3 0,-7 16 0,4 3 0,4 12 0,-3 6 0,3 9 0,2 4 0,0 0 0,0 0 0,0 4 0,0-6 0,0 6 0,0-6 0,-2 2 0,-4-2 0,4-9 0,-3 1 0,3-5 0,2-4 0,0-6 0,0-7 0,0-3 0,2-20 0,5-6 0,10-8 0,10-9 0,0 1 0,2-5 0,-1 4 0,5 4 0,-5 3 0,3 4 0,-8 8 0,6 2 0,-6 3 0,0 5 0,-8 8 0,-2 5 0,-1 6 0,-8 9 0,1 2 0,3 7 0,-2-1 0,-1 1 0,-5-1 0,0 2 0,0-9 0,0 1 0,0-5 0,0-7 0,0 1 0,8-9 0,2 5 0,7-8 0</inkml:trace>
  <inkml:trace contextRef="#ctx0" brushRef="#br0" timeOffset="11">14283 842 8773,'-28'0'0,"1"-1"0,2-3 69,4-2-69,2 0 0,3 14 0,3 3 0,3 7 11,3 4 1,1 5-12,6 8 0,0 1 6,0 4 0,6 2-6,0 4 0,5 4 8,-5-5 1,5-1 0,-5 0 0,-2-4-9,-2-7 0,-2-1 0,0-9 0,0 0 0,0-6 0,0-7 0,0-10 0,0-11 0,0-7 0,0-5 0,7 2 0,5-7 0,3 7 0,4-2 0,4 4 0,-2 1 0,8 1 0,-6 0 0,4 2 0,-1 3 0,1 7 0,-4-3 0,6 2 0,-8 1 0,2 5 0,-6 7 0,-4 5 0,-1 3 0,-8 2 0,1 0 0,-6 6 0,-11 0 0,-1 2 0,-16-4 0,-2 2 0,-1-2 0,-3-2 0,1-2 0,0-1 0,-1-5 0,8 2 0,4-7 0,4 0 0,2-6 0,0 0 0,7-15 0,3-5 0</inkml:trace>
  <inkml:trace contextRef="#ctx0" brushRef="#br0" timeOffset="12">14662 1152 8912,'-8'9'0,"-7"5"0,-8-8 0,0 7 0,6-2 0,0 5 0,-1 1 0,1 6 0,0 0 0,7 7 0,5-1 0,3-4 0,4-2 0,3-4 0,7-2 0,11 0 0,-2-1 0,7-5 0,1-5 0,-2-4 0,4-4 0,-9-4 0,0-5 0,-3-7 0,-2-5 0,-2 2 0,-3-7 0,-3 5 0,-3-6 0,-4 2 0,4-1 0,-6-3 0,-6 8 0,2-2 0,-7 6 0,-1 0 0,2 4 0,-5 2 0,6-5 0,-9 1 0</inkml:trace>
  <inkml:trace contextRef="#ctx0" brushRef="#br0" timeOffset="13">14851 1152 8912,'10'-8'0,"5"-1"0,-11-3 0,7 1 0,-7 7 0,11-4 0,-3 8 0,-3 6 0,3 4 0,1 3 0,3 6 0,-7 10 0,-3-1 0,1 5 0,-1 1 0,0 1 0,-6-1 0,0 0 0,0 1 0,-2-8 0,-2-4 0,-2-4 0,3-2 0,-7-8 0,8-3 0,-4-12 0,5-5 0,1-12 0,1-4 0,5-7 0,6-8 0,11-4 0,-2 4 0,7 2 0,-5-2 0,6 2 0,2 1 0,1 3 0,-3 9 0,-1 4 0,1 4 0,6 2 0,-1 0 0</inkml:trace>
  <inkml:trace contextRef="#ctx0" brushRef="#br0" timeOffset="14">16675 774 8912,'-17'-8'0,"0"0"0,0-5 0,-3 2 0,-2-3 0,0 5 0,-6-1 0,-5 2 0,-5 5 0,2 3 0,-4 5 0,3 13 0,1 10 0,0 5 0,1 1 0,5 2 0,12 4 0,1-1 0,0 7 0,7-4 0,5-2 0,3 0 0,2-13 0,2-1 0,3-3 0,5 2 0,7-2 0,0-6 0,1-5 0,1-7 0,4 7 0,-2-6 0,5 3 0,-1 1 0,-4-1 0,0 3 0,2 5 0,-5-6 0,-1 1 0,-2-1 0,-9 6 0,-1 1 0,-5-1 0,0 0 0,0 0 0,-7-1 0,-5-5 0,-9 4 0,-4-3 0,1 1 0,-1-1 0,2-5 0,-2-7 0,-2 0 0</inkml:trace>
  <inkml:trace contextRef="#ctx0" brushRef="#br0" timeOffset="15">16796 1083 8912,'0'-25'0,"0"6"0,0-4 0,0 10 0,0 1 0,0 11 0,0 1 0,0 13 0,0 10 0,0 6 0,0-7 0,0 9 0,0-2 0,0 1 0,0-1 0,2 1 0,1-5 0,3 0 0,-2 0 0,-2-2 0,-2-6 0,0 0 0,0 0 0,0-7 0,0-10 0,0-11 0,6-12 0,-1-6 0,9-5 0,-3-7 0,5-2 0,1-9 0,-2 6 0,-2 4 0,-1 4 0,1 5 0,3 10 0,1 1 0,0 4 0,0 7 0,-2 5 0,-3 12 0,1 3 0,-7 9 0,2 5 0,-3-1 0,-3 3 0,4-2 0,-4-4 0,-2 4 0,0-4 0,0-1 0,0-1 0,0 0 0,0-8 0,2-1 0,4-8 0,5 0 0,-1-8 0,1-3 0,-1-4 0,3-4 0,-1-2 0,1-2 0,2-2 0,2 2 0,-5 4 0,-1-4 0,-5 4 0,6 2 0,-9 7 0,5 4 0,-8 12 0,0 4 0,0 7 0,0 2 0,0 4 0,0-4 0,0 4 0,0-4 0,0-2 0,8-5 0,3-1 0,5-1 0,1 1 0,0-1 0,0-7 0,2 3 0,4-2 0,-2-2 0,8-2 0,-8 0 0,2 0 0,2 0 0,-2 0 0,0 0 0,-6 0 0,0 0 0,0 0 0,-5 0 0,-1 0 0,-1-2 0,1-4 0,-5-5 0,-4-4 0,-2-3 0,0 1 0,0-8 0,0-3 0,0 1 0,0-2 0,0 6 0,0-5 0,0 7 0,0-2 0,-8 4 0,4 3 0,-7 5 0,-2 5 0,-3 4 0,-1 8 0,0 0 0,5 7 0,1-1 0,-1 3 0,-5 2 0</inkml:trace>
  <inkml:trace contextRef="#ctx0" brushRef="#br0" timeOffset="16">17777 928 8912,'-12'16'0,"1"-5"0,5-1 0,-6-6 0,-1 1 0,0 1 0,-1 2 0,3 3 0,-1 4 0,-3 3 0,2 1 0,1 4 0,8-2 0,-1 7 0,3 1 0,2-2 0,0 3 0,2-7 0,3-2 0,7-2 0,3-9 0,2-4 0,2-5 0,4-1 0,-2-1 0,8-5 0,-6-9 0,4-10 0,-2-2 0,-4-4 0,2-1 0,-6-2 0,2-1 0,-13 1 0,-1-1 0,-5 1 0,0 2 0,0 3 0,-13 4 0,-4 8 0,-6 2 0,0 3 0,-4 4 0,-7 8 0,7 2 0,4 4 0,4 6 0,2 3 0,1 2 0,5 0 0,3 0 0,8 1 0,8-1 0,2 0 0,7 0 0</inkml:trace>
  <inkml:trace contextRef="#ctx0" brushRef="#br0" timeOffset="17">18241 911 8912,'-25'0'0,"4"0"0,-7 0 0,7 0 0,-2 0 0,2 0 0,-2 0 0,4 0 0,-4 0 0,3 2 0,3 6 0,2 9 0,4 10 0,3 5 0,8 3 0,2 5 0,4 0 0,5-2 0,12-9 0,-2 1 0,8-7 0,-3-2 0,3-9 0,4-5 0,-5-7 0,-3-7 0,-2-5 0,0-5 0,-4-4 0,-5-4 0,-5-2 0,3-1 0,-7-7 0,1 3 0,-6 3 0,-2-3 0,-4 3 0,-3 2 0,-8-1 0,-1-1 0,1 2 0,-2 2 0,-4 8 0,4 0 0,-4 0 0,-4 0 0,1-1 0</inkml:trace>
  <inkml:trace contextRef="#ctx0" brushRef="#br0" timeOffset="18">18551 481 8912,'-15'-2'0,"3"-3"0,3 3 0,3-4 0,2 6 0,-5 6 0,1 7 0,4 8 0,2 8 0,2 11 0,2-2 0,4 8 0,-2 0 0,7 5 0,2 1 0,3 0 0,1-3 0,0-3 0,-5-4 0,-3-7 0,-1-1 0,-2 0 0,-6 1 0</inkml:trace>
  <inkml:trace contextRef="#ctx0" brushRef="#br0" timeOffset="19">18362 963 8912,'-25'-8'0,"8"-1"0,-1-9 0,1 1 0,15 0 0,-2 2 0,8 3 0,8 3 0,11 3 0,3 4 0,9-4 0,5-1 0,2-1 0,2-1 0,2-11 0,6-6 0</inkml:trace>
  <inkml:trace contextRef="#ctx0" brushRef="#br0" timeOffset="20">18843 550 8912,'-17'0'0,"0"0"0,0 0 0,5 0 0,1 0 0,5 0 0,-5 0 0,7 8 0,-2 3 0,-1 6 0,1 8 0,2 8 0,2 5 0,2 10 0,0-2 0,-2 5 0,-2 5 0,-1-1 0,1-5 0,2-1 0,2-9 0,-6-1 0,0-11 0,1-3 0,5-15 0,2-3 0,3-7 0,5-15 0,7-8 0,2-7 0,4-5 0,-4 1 0,6-1 0,-2 1 0,0 0 0,0 1 0,-6 4 0,0 1 0,1 9 0,-1 3 0,-6 11 0,1-1 0,-8 4 0,3 10 0,-7 3 0,6 10 0,0 2 0,1 0 0,-1-6 0,-2 0 0,7 1 0,-5-3 0,6-2 0,1-3 0,2-3 0,2-1 0,1-6 0,-1 0 0,0 0 0,0-7 0,0-5 0,-5-1 0,-1 1 0,-1-3 0,1 4 0,3 1 0,-8-1 0,-1 5 0,-5-6 0,2 8 0,4-1 0,-4 3 0,7 2 0,-3 0 0,-4 2 0,4 3 0,-2-1 0,1 8 0,-3-6 0,4 5 0,-4-5 0,-2 5 0,8-7 0,-5 9 0,7-5 0,0 0 0,-1-1 0,3-1 0,5-6 0,0 0 0,6 0 0,0 0 0,0 0 0,2 0 0,0-8 0,3-3 0,5-4 0,-5-3 0,-1 3 0,2 4 0,-8-5 0,2 5 0,-10 1 0,-1-1 0,-1-1 0,-1 3 0,-5 1 0,-10 8 0,3 8 0,-6 1 0,8 9 0,0-1 0,0 6 0,0 0 0,0 2 0,0-3 0,0-1 0,0 8 0,0 0 0,0 5 0,0 2 0,0 5 0,0-5 0,0 4 0,0-4 0,0-1 0,-2-3 0,-4-3 0,-1 1 0,-5-7 0,-5 0 0,0-6 0,-2-7 0,-10-4 0,8-12 0,-4-4 0</inkml:trace>
  <inkml:trace contextRef="#ctx0" brushRef="#br0" timeOffset="21">19102 464 8912,'-18'0'0,"1"-7"0,6-1 0,-1-4 0,8 5 0,4 7 0,14 0 0,9 2 0,11 3 0,3-3 0,8 4 0,9-4 0,7-2 0</inkml:trace>
  <inkml:trace contextRef="#ctx0" brushRef="#br0" timeOffset="22">10015 14820 8912,'10'-7'0,"-4"-5"0,-4 5 0,-2-9 0,0 15 0,0-9 0,0 4 0,0 6 0,0 0 0,0 10 0,-6 5 0,0 2 0,0 10 0,5 6 0,-3 7 0,-2 4 0,0 1 0,6 7 0,0-2 0,0-4 0,2-4 0,4-8 0,11 0 0,10 1 0</inkml:trace>
  <inkml:trace contextRef="#ctx0" brushRef="#br0" timeOffset="23">10601 14752 8912,'0'-17'0,"0"-1"0,0 1 0,0 17 0,0 12 0,0 12 0,0 9 0,0 3 0,0 2 0,0 4 0,0 2 0,0-4 0,1 4 0,5-2 0,6-3 0,-3-3 0,3-2 0,-1 1 0,6-1 0</inkml:trace>
  <inkml:trace contextRef="#ctx0" brushRef="#br0" timeOffset="24">11237 14752 8912,'17'0'0,"1"0"0,-9 0 0,-1 2 0,-10 3 0,-2 9 0,-2 7 0,-7 5 0,3 9 0,-1 1 0,0 4 0,5-3 0,-4 5 0,3 0 0,3 3 0,2-4 0,2-7 0,0 0 0,0-7 0</inkml:trace>
  <inkml:trace contextRef="#ctx0" brushRef="#br0" timeOffset="25">12012 14769 8912,'11'-8'0,"1"-3"0,-9 3 0,5 2 0,-8 12 0,0 6 0,0 9 0,-2 3 0,-2 3 0,-1 4 0,-1 1 0,4 3 0,-2-1 0,-2 0 0,1 1 0,5 1 0,0 0 0,0-1 0,0 3 0,-8-11 0,-2 7 0</inkml:trace>
  <inkml:trace contextRef="#ctx0" brushRef="#br0" timeOffset="26">12700 14803 8912,'17'0'0,"-5"-5"0,-3-3 0,-1-2 0,-4 7 0,-8 1 0,-2 11 0,-1 5 0,3 14 0,-2 3 0,2 1 0,-4 5 0,3 1 0,1 4 0,2 2 0,2-4 0,0 4 0,0-4 0,0-8 0,8 3 0,1-8 0</inkml:trace>
  <inkml:trace contextRef="#ctx0" brushRef="#br0" timeOffset="27">13474 14786 8912,'0'12'0,"0"-1"0,0 2 0,0 3 0,0 1 0,0 0 0,0 2 0,0 2 0,0 2 0,0-2 0,0 6 0,0 2 0,6 3 0,2 2 0,-1 1 0,1-1 0,5-7 0,-3 5 0,7-5 0</inkml:trace>
  <inkml:trace contextRef="#ctx0" brushRef="#br0" timeOffset="28">10015 15646 8912,'-15'-12'0,"4"1"0,-5 7 0,14-4 0,-5 8 0,7 0 0,0 0 0,7 0 0,3 0 0</inkml:trace>
  <inkml:trace contextRef="#ctx0" brushRef="#br0" timeOffset="29">10084 15611 8912,'0'-17'0,"0"6"0,0-1 0,-2 10 0,-1 2 0,-3 10 0,2 5 0,0 10 0,0 4 0,-1 5 0,1 6 0,2-4 0,2 5 0,0-5 0,0-2 0,8-1 0,3-5 0,12-3 0,4-8 0</inkml:trace>
  <inkml:trace contextRef="#ctx0" brushRef="#br0" timeOffset="30">10669 15646 8912,'2'-16'0,"2"3"0,4 4 0,1 1 0,5 4 0,1-4 0,2 3 0,0 1 0,1 2 0,-1 2 0,0 0 0,0 2 0,0 4 0,-5 3 0,-3 10 0,-1 2 0,-4 2 0,-2 6 0,-2-6 0,-6 7 0,-2-3 0,-1 2 0,-4-1 0,3-1 0,-1 2 0,7 1 0,-2-7 0,4-2 0,2-2 0,8-9 0,3-4 0,10-4 0,2-2 0,8-8 0,-3-3 0,5-5 0,1-1 0,1-8 0,-1-2 0</inkml:trace>
  <inkml:trace contextRef="#ctx0" brushRef="#br0" timeOffset="31">11513 15611 8912,'-18'0'0,"1"0"0,0 0 0,0 0 0,7 0 0,10-2 0,12-3 0,3 3 0,2-4 0,2 2 0,4-1 0,-4 3 0,4-4 0,-4 4 0,-1 2 0,-1 0 0,0 0 0,-7 2 0,-5 4 0,-3 3 0,-2 8 0,-7 1 0,-5 1 0,-3 4 0,-2 5 0,5-1 0,1 2 0,7-8 0,-2 2 0,4-4 0,2-2 0,8 0 0,3 0 0,10 0 0,2 1 0,2-7 0,-4-1 0,4-1 0,2 1 0,-6-6 0,2 1 0,-4 5 0,-2-8 0,0 4 0,-7-5 0,-2 7 0,-10 0 0,-4 3 0,-2 4 0,-5-5 0,1 1 0,-1 1 0,-2-8 0,-2 3 0</inkml:trace>
  <inkml:trace contextRef="#ctx0" brushRef="#br0" timeOffset="32">12476 15508 8912,'-11'0'0,"-1"0"0,-1 0 0,3 0 0,-1 0 0,-2 0 0,-3 0 0,-1 8 0,-2 3 0,-2 7 0,-2 4 0,-6-1 0,6 8 0,2 2 0,2 1 0,2 3 0,0-1 0,1-2 0,5-3 0,3 2 0,8-8 0,2-6 0,6-8 0,7-1 0,6-4 0,10-2 0,-3-2 0,11-8 0,1-3 0,6-5 0,-6-1 0,0-6 0,-6 0 0,-5 0 0,0 6 0,-8 6 0,2-1 0,-12 1 0,-3-6 0</inkml:trace>
  <inkml:trace contextRef="#ctx0" brushRef="#br0" timeOffset="33">12407 15594 8912,'-9'-17'0,"-1"0"0,5 0 0,3 7 0,-6 12 0,8 15 0,0 16 0,0 14 0,0 9 0,0 7 0,0-2 0,0 2 0,0 2 0,0 9 0,8-9 0,3 4 0,4-6 0,3 0 0,-1-4 0,0-7 0</inkml:trace>
  <inkml:trace contextRef="#ctx0" brushRef="#br0" timeOffset="34">14008 14683 8912,'-6'25'0,"0"3"0,1 5 0,-1 1 0,0 3 0,2 3 0,-3-2 0,1 6 0,2 0 0,2 0 0,-5 2 0,-3 5 0</inkml:trace>
  <inkml:trace contextRef="#ctx0" brushRef="#br0" timeOffset="35">14146 15439 8912,'-8'-21'0,"-2"2"0,-1 6 0,-1 3 0,-1 7 0,-2 8 0,-1 9 0,3 7 0,2 7 0,1 11 0,-3 3 0,3 2 0,2 3 0,3-5 0,5-2 0,2-3 0,3-3 0,5-1 0,7-5 0,0-5 0,0-4 0,6-9 0,0-4 0,6-5 0,-6-1 0,0-7 0,-6-5 0,0-3 0,1-2 0,-3 0 0,-4-1 0,-3 1 0,-8 0 0,-4 0 0,-7 0 0,-1 5 0,-11 1 0,-2 7 0,2-2 0,-5 4 0,5 2 0,-6 0 0,6 0 0,0 8 0,6 2 0</inkml:trace>
  <inkml:trace contextRef="#ctx0" brushRef="#br0" timeOffset="36">14834 14786 8912,'9'-25'0,"-3"-1"0,-2-3 0,0 2 0,2 2 0,-3 14 0,-8 17 0,3 7 0,-6 21 0,2 8 0,1 6 0,-7 4 0,6-1 0,1 3 0,-3 3 0,6-3 0,-4 1 0,4-7 0,-5 1 0,-3-5 0</inkml:trace>
  <inkml:trace contextRef="#ctx0" brushRef="#br0" timeOffset="37">14679 15611 8912,'-10'-7'0,"3"-3"0,1-1 0,0-1 0,2 1 0,10-6 0,6-1 0,3 3 0,2 4 0,0-3 0,1 9 0,-1 1 0,0 2 0,0 2 0,0 0 0,1 0 0,-1 0 0,-6 13 0,1 4 0,-1 6 0,5-2 0,-3 4 0,-2 2 0,-5 2 0,6 5 0,-7 0 0,7 1 0,-8-7 0,1 1 0,-3-6 0,-2 6 0,0-6 0,0 5 0,0-1 0,0 2 0,-7-12 0,-3-2 0,-7-5 0</inkml:trace>
  <inkml:trace contextRef="#ctx0" brushRef="#br0" timeOffset="38">14679 15904 8912,'-10'0'0,"3"-2"0,7-4 0,0 4 0,7-7 0,7 3 0,7-6 0,8-3 0,11-4 0,6-4 0,3 2 0,3-8 0,7 1 0,2-7 0</inkml:trace>
  <inkml:trace contextRef="#ctx0" brushRef="#br0" timeOffset="39">15557 14838 8912,'9'-8'0,"-1"6"0,-1-6 0,-5 8 0,6 8 0,-8 4 0,0 11 0,0 7 0,0 6 0,0 4 0,0 8 0,0-2 0,0 4 0,0 9 0,0 2 0</inkml:trace>
  <inkml:trace contextRef="#ctx0" brushRef="#br0" timeOffset="40">15763 15663 8912,'0'-25'0,"0"-2"0,0 1 0,0 3 0,-2 9 0,-4 5 0,-5 1 0,-4 4 0,-8 2 0,0 2 0,-6 2 0,4 4 0,0 6 0,1 3 0,1 2 0,5 0 0,7 6 0,1 0 0,1-2 0,-1-2 0,6 4 0,-1 0 0,3 0 0,2-6 0,2 0 0,3 0 0,-1 1 0,8-1 0,1 0 0,10 0 0,-2-5 0,8-1 0,-6 1 0,5 5 0,-1-6 0,4-1 0,-4-1 0,-3 1 0,-1 1 0,-5 7 0,-3-7 0,-4 1 0,-3-1 0,-10 6 0,-6 0 0,-9 1 0,-2-7 0,-10 1 0,1-3 0,-7 3 0,7-5 0,-1-7 0,8 0 0,-2 0 0,4-7 0,4-7 0,3-7 0,6-8 0,4-3 0,2-2 0,8-3 0,4-3 0,9 4 0,2-4 0,1 3 0,-1 3 0,4 4 0,8-1 0,-1 0 0,0-13 0,1 8 0</inkml:trace>
  <inkml:trace contextRef="#ctx0" brushRef="#br0" timeOffset="41">16400 14855 8912,'-10'-2'0,"5"-4"0,3 4 0,-6-5 0,6 9 0,-2 5 0,8 10 0,-2 3 0,6 10 0,-3 6 0,1 8 0,6 6 0,-7 2 0,9-1 0,-3 1 0,-1-1 0,1 1 0,1-1 0,-3-7 0,-1-2 0</inkml:trace>
  <inkml:trace contextRef="#ctx0" brushRef="#br0" timeOffset="42">16469 15663 8912,'2'-12'0,"1"1"0,3-2 0,0 3 0,-6-1 0,0-3 0,0 5 0,0-3 0,0-1 0,-2-2 0,-4-3 0,-3 9 0,-9 1 0,1 2 0,0 1 0,0-1 0,0 6 0,-6 0 0,0 0 0,0 8 0,6 3 0,-1 4 0,1 3 0,2 1 0,2 2 0,3 2 0,2-2 0,3-2 0,5-2 0,0-6 0,0 1 0,7-8 0,5 1 0,11-3 0,5-2 0,3-7 0,-2-5 0,3-1 0,-5-1 0,2 3 0,-1-2 0,-7 5 0,2 2 0,-4 4 0,-1 2 0,-1 2 0,0 4 0,-7 11 0,-5 12 0,-3 5 0,-2 6 0,0 4 0,0 8 0,-6 5 0,1 1 0,-7 1 0,6-2 0,-1-2 0,1 8-205,4-15 0,-13 10 1,5-15-1</inkml:trace>
  <inkml:trace contextRef="#ctx0" brushRef="#br0" timeOffset="43">17811 14889 8912,'-10'-7'0,"3"7"0,7 0 0,0 15 0,0 14 0,0 5 0,0 6 0,2 4 0,3 8 0,-1 1 0,8 2 0,-1 5 0,-1 1 0,5-6 0,-5 12 0,7-6 0</inkml:trace>
  <inkml:trace contextRef="#ctx0" brushRef="#br0" timeOffset="44">17759 15852 8912,'-2'17'0,"-1"0"0,-3 3 0,2 2 0,4 0 0,4 6 0,2 3 0,-3 1 0,5 3 0,-2-1 0,7-7 0,-11 5 0,6-5 0</inkml:trace>
  <inkml:trace contextRef="#ctx0" brushRef="#br0" timeOffset="45">18224 15749 8912,'0'11'0,"0"1"0,-2 1 0,-4 2 0,3 3 0,-7 1 0,0 4 0,1 5 0,-3 11 0,-5 1 0,8 7 0,3-1 0,4 4 0,2 2 0,2-3 0,4-3 0,3-12 0,8-9 0</inkml:trace>
  <inkml:trace contextRef="#ctx0" brushRef="#br0" timeOffset="46">18861 14803 8912,'0'-26'0,"-6"1"0,0 8 0,2-1 0,2 9 0,2 5 0,0 14 0,0 7 0,2 11 0,4 1 0,-4 3 0,6 5 0,-3 1 0,1 2 0,8 8 0,-3-2 0,-1 3 0,1 3 0,-5 0 0,3-1 0,-1 1 0,-2 7 0,-6 2 0</inkml:trace>
  <inkml:trace contextRef="#ctx0" brushRef="#br0" timeOffset="47">18843 15715 8912,'-17'-18'0,"0"9"0,6 1 0,-1 8 0,8 14 0,-1 3 0,3 11 0,2 1 0,0 5 0,0 7 0,0-5 0,0 4 0,2 2 0,3-2 0,-1 6 0,6-6 0,-1-2 0,1-1 0,1-11 0,6-1 0</inkml:trace>
  <inkml:trace contextRef="#ctx0" brushRef="#br0" timeOffset="48">19084 15835 8912,'0'-12'0,"0"1"0,0-1 0,0-5 0,2-2 0,4-4 0,-2 10 0,7-4 0,3 1 0,1 9 0,2 1 0,-5 4 0,-1 2 0,-7 8 0,4 5 0,-3 8 0,1 8 0,0 3 0,-6 3 0,0-1 0,0 0 0,-2 7 0,-4-1 0,4 0 0,-3-6 0,3-5 0,2-2 0,0-3 0,0-3 0,0-1 0,9-11 0,8-3 0,8-14 0,10-9 0,-1-8 0,1-9 0,7-8 0,2-2 0</inkml:trace>
  <inkml:trace contextRef="#ctx0" brushRef="#br0" timeOffset="49">19962 14838 8912,'0'-18'0,"0"7"0,0 0 0,0-3 0,0-1 0,0 7 0,0 8 0,0 12 0,0 9 0,6 5 0,1 9 0,3 1 0,3 4 0,-3-2 0,1 8 0,-5 0 0,4 6 0,-3-1 0,-3 1 0,4 1 0,-2 5 0,-1-7 0,-5 1 0,-7 7 0,-3-5 0</inkml:trace>
  <inkml:trace contextRef="#ctx0" brushRef="#br0" timeOffset="50">19962 15749 8912,'-6'-17'0,"1"0"0,-9 7 0,12 2 0,-5 10 0,7 4 0,0 7 0,0 8 0,0 0 0,0 8 0,0 0 0,0 5 0,5-1 0,1-3 0,-2-1 0,-2 1 0,0 1 0,4-2 0,-5 1 0,5-7 0,-4 0 0,-2-6 0</inkml:trace>
  <inkml:trace contextRef="#ctx0" brushRef="#br0" timeOffset="51">20169 15800 8912,'11'-17'0,"1"0"0,-7 0 0,7 0 0,-1 0 0,6-1 0,-5 7 0,-1-1 0,3 1 0,1 1 0,2 1 0,0 3 0,1 4 0,-3-4 0,-4 12 0,-3-2 0,-8 7 0,0 1 0,0 5 0,0 0 0,0 1 0,-8 4 0,-3 1 0,1 0 0,-1-6 0,5 1 0,-5-1 0,7-6 0,-2 1 0,4-1 0,2 6 0,0 1 0,0-1 0,0 0 0,8-5 0,3-1 0,5-5 0,1 5 0,2-5 0,0 5 0,0 1 0,-3-3 0,-3 7 0,4-5 0,-7-1 0,-5 1 0,-5 1 0,-5 5 0,-7 0 0,-11 0 0,-5 0 0,-5 1 0,-1-1 0,-1 0 0,1-2 0,-1-3 0,1 3 0,0-5 0</inkml:trace>
  <inkml:trace contextRef="#ctx0" brushRef="#br0" timeOffset="52">20702 14889 8912,'0'12'0,"0"-1"0,0 3 0,0 1 0,0 2 0,0 0 0,0 0 0,0 6 0,0 2 0,0 2 0,0 3 0,0 3 0,0 1 0,6 1 0,1-1 0,1 1 0,0-1 0,3 6 0,-5 0 0,0-2 0,-6-9 0,0 3 0,0-5 0</inkml:trace>
  <inkml:trace contextRef="#ctx0" brushRef="#br0" timeOffset="53">20668 15594 8912,'-10'8'0,"-3"1"0,7 9 0,0 1 0,6 4 0,0-2 0,0 5 0,0-1 0,0-4 0,0-2 0,0-2 0,0 1 0,8-1 0,1 0 0</inkml:trace>
  <inkml:trace contextRef="#ctx0" brushRef="#br0" timeOffset="54">20926 15543 8912,'0'-18'0,"0"1"0,0 0 0,-8 9 0,-3 8 0,-5 10 0,-1 13 0,0 6 0,0 3 0,-6 8 0,0 0 0,0 0 0,6-5 0,5 1 0,1 4 0,7-11 0,-2-1 0,6-3 0,6-8 0,5-7 0,12-6 0,6-4 0,3-8 0,3-3 0,5-10 0,0-2 0,8 0 0,-12-2 0,6-2 0</inkml:trace>
  <inkml:trace contextRef="#ctx0" brushRef="#br0" timeOffset="55">21012 15611 8912,'-10'0'0,"-5"0"0,13 0 0,-6 8 0,8 3 0,0 7 0,0 5 0,0 3 0,0 9 0,0 1 0,0 4 0,8-4 0,3 5 0,5-5 0,1-2 0,2-9 0,4-8 0,4 0 0,7-7 0</inkml:trace>
  <inkml:trace contextRef="#ctx0" brushRef="#br0" timeOffset="56">21924 14803 8912,'-8'-34'0,"6"7"0,-3 4 0,3 4 0,2 2 0,0 7 0,0 10 0,0 14 0,0 7 0,0 7 0,0 13 0,0 4 0,0 5 0,0 2 0,0-1 0,0 1 0,0-1 0,0 1 0,0 1 0,0 5 0,2-5 0,3 5 0,-3-7 0,4-5 0,4 4 0,-1-6 0</inkml:trace>
  <inkml:trace contextRef="#ctx0" brushRef="#br0" timeOffset="57">21907 15715 8912,'-10'-10'0,"2"2"0,8 1 0,-5 7 0,-1 0 0,0 7 0,6 12 0,0 4 0,0 6 0,0 2 0,0-3 0,2 5 0,2-5 0,4 5 0,1 1 0,-3-1 0,5-5 0,-5 3 0,6-8 0,-1-8 0,6 0 0,0-5 0</inkml:trace>
  <inkml:trace contextRef="#ctx0" brushRef="#br0" timeOffset="58">22337 15766 8912,'-17'0'0,"-1"0"0,1 0 0,0 0 0,0 0 0,0 10 0,-1 5 0,3 8 0,4 4 0,1 7 0,4 6 0,4 8 0,-1-2 0,5 1 0,3-1 0,11 0 0,1-11 0,0 1 0,8-15 0,-2-6 0,0-7 0,5-6 0,-5-2 0,0-14 0,-6-3 0,-1-6 0,-5 0 0,3 2 0,-9-7 0,1 5 0,-8-4 0,-2 2 0,-1 4 0,-14 8 0,1 1 0,-5 8 0,0-1 0,4 3 0,-4 2 0,4 2 0,2 3 0,0 3 0,0 5 0,-1-1 0,1-8 0,0 3 0</inkml:trace>
  <inkml:trace contextRef="#ctx0" brushRef="#br0" timeOffset="59">22905 14992 8912,'-2'-23'0,"-2"1"0,-2-1 0,2 0 0,3 0 0,1 0 0,0 6 0,0 7 0,0 25 0,1 6 0,3 21 0,2-1 0,-2-1 0,-2 2 0,-2-2 0,0-2 0,0 8 0,5-8 0,1 2 0,-2-3 0,-2-3 0,6 8 0,1 2 0</inkml:trace>
  <inkml:trace contextRef="#ctx0" brushRef="#br0" timeOffset="60">22939 15715 8912,'0'22'0,"0"3"0,0 2 0,0 4 0,-6 7 0,1 2 0,-1 2 0,6-4 0,0 2 0,0-2 0,0-9 0,0-6 0,2-6 0,4-5 0,3-5 0,8-7 0</inkml:trace>
  <inkml:trace contextRef="#ctx0" brushRef="#br0" timeOffset="61">23146 15766 8912,'19'-6'0,"4"1"0,-2-7 0,6 5 0,-3-1 0,-3 0 0,0 1 0,2 1 0,-9 4 0,3-2 0,-4 8 0,-3 7 0,-2 5 0,-8 1 0,0 2 0,0 4 0,0 4 0,0 7 0,0 0 0,0 1 0,0-3 0,0-3 0,0 2 0,0-9 0,0 9 0,0-4 0</inkml:trace>
  <inkml:trace contextRef="#ctx0" brushRef="#br0" timeOffset="62">23283 15921 8912,'-7'9'0,"5"1"0,-4-4 0,4-4 0,10 5 0,3-7 0,6-5 0,6-1 0,-2-6 0,8 7 0,0-9 0,5 3 0,1-5 0,-1-1 0,-7 0 0,5-8 0,-5-2 0</inkml:trace>
  <inkml:trace contextRef="#ctx0" brushRef="#br0" timeOffset="63">23886 14838 8912,'-8'-10'0,"6"2"0,-11 12 0,7 8 0,0 7 0,6 15 0,0 3 0,0 3 0,6 2 0,0 5 0,-1-3 0,3-2 0,-4 6 0,7-2 0,-5-4 0,4-2 0,-1-4 0,1-1 0,1-1 0,6 1 0</inkml:trace>
  <inkml:trace contextRef="#ctx0" brushRef="#br0" timeOffset="64">23989 15749 8912,'-12'2'0,"1"4"0,-2 5 0,5 4 0,2 2 0,4 1 0,2-1 0,0 2 0,0 4 0,0-4 0,2 4 0,2-2 0,2 2 0,7-4 0,-1 4 0,3-6 0,2-5 0,0-5 0,8 1 0,2 1 0</inkml:trace>
  <inkml:trace contextRef="#ctx0" brushRef="#br0" timeOffset="65">24281 15800 8912,'0'-17'0,"0"0"0,0 0 0,0 0 0,0 0 0,0-1 0,-1 7 0,-5-1 0,2 9 0,-8-3 0,-1 4 0,0 4 0,1 4 0,-1 3 0,7 8 0,-5 1 0,5-1 0,0 6 0,6 0 0,0-1 0,0-4 0,0 1 0,0 4 0,2-8 0,4 8 0,1-14 0,5 9 0,3-5 0,-3 4 0,1 0 0,0 1 0,-1-1 0,-2 0 0,1 0 0,-3 0 0,-8 1 0,-2-3 0,-4-4 0,2 3 0,-7-9 0,-3-1 0,-1-4 0,-2-5 0,2-1 0,3-11 0,-1 3 0,7-9 0,0-2 0,6 3 0,2-7 0,2 4 0,5-2 0,7-3 0,-3 3 0,10-2 0,-4 1 0,6-7 0,2 1 0</inkml:trace>
  <inkml:trace contextRef="#ctx0" brushRef="#br0" timeOffset="66">24780 14958 8912,'0'17'0,"0"8"0,-1 4 0,-3 3 0,-2 3 0,0 7 0,6 2 0,0 1 0,0 1 0,0 0 0,0 6 0,0-1 0,0 1 0,0-8 0,0-2 0</inkml:trace>
  <inkml:trace contextRef="#ctx0" brushRef="#br0" timeOffset="67">24626 15732 8912,'11'-6'0,"1"0"0,-9-1 0,5 3 0,0-2 0,-6 0 0,5 14 0,-9 3 0,-1 5 0,-3 1 0,0 6 0,6 2 0,0 1 0,0 5 0,0-4 0,2-1 0,2-1 0,2-4 0,7 6 0,-4 0 0</inkml:trace>
  <inkml:trace contextRef="#ctx0" brushRef="#br0" timeOffset="68">24884 15766 8912,'-17'0'0,"-1"0"0,1 0 0,0 0 0,0 0 0,-1 0 0,1 0 0,0 0 0,6 8 0,-1 3 0,8-1 0,-1 1 0,3 3 0,4-1 0,3-2 0,5-3 0,7-8 0,0 0 0,0 0 0,1 0 0,-1 0 0,0 0 0,0 0 0,1 0 0,-7 2 0,0 2 0,1 3 0,-2 3 0,-1 7 0,-3 6 0,-2 8 0,7-3 0,-7 12 0,2 6 0,-4-2 0,-1 4 0,3 2 0,2-1 0,0 7 0,-6-12 0</inkml:trace>
  <inkml:trace contextRef="#ctx0" brushRef="#br0" timeOffset="69">10084 15147 8912,'-17'0'0,"0"0"0,0 0 0,-1 0 0,9 0 0,1-2 0,8-3 0,6-5 0,2-5 0,1 3 0,-5-3 0,6 7 0,-5-3 0,-3 1 0,4 5 0,-4-7 0,-2-3 0,0-2 0,0-1 0,0-1 0,0-4 0,0-5 0,0-5 0,0-3 0,0-4 0,-6-10 0,0-7 0,-7-10 0,3-2 0,-1-9 0,0-6 0,1-2 0,-2 0 0,5 8 0,7 3 0,0 1 0,2 5 0,2 10 0,1 9 0,7 16 0,-6 11 0,-1 4 0,-5 9 0,0 4 0,0 12 0,0 4 0,0-1 0,0 1 0,0-5 0,0-3 0,0 6 0,0-8 0,0 0 0,0 8 0,0-7 0,0 7 0,8-8 0,1 0 0</inkml:trace>
  <inkml:trace contextRef="#ctx0" brushRef="#br0" timeOffset="70">10738 12706 8912,'0'-33'0,"0"5"0,0 5 0,0 4 0,-2 1 0,-3 1 0,-7 8 0,-13 3 0,-7 4 0,-7 2 0,-8 2 0,1 2 0,-4 3 0,-2 3 0,7-1 0,1 5 0,0-5 0,0-1 0,3 0 0,-4-3 0,4-1 0,-3 6 0,0-1 0,1 1 0,-3-4 0,-6 5 0,8 1 0,4 5 0,5 0 0,7 0 0,3 0 0,8 1 0,1-1 0,5 0 0,5 0 0,4 0 0,2 2 0,0 4 0,0-2 0,0 8 0,0-6 0,0 6 0,2 7 0,4 10 0,-4 11 0,4 6 0,-5 6 0,-1 5 0,0 7 0,0 10 0,0-5 0,0 0 0,2-9 0,4-7 0,-4 3 0,4-4 0,1-10 0,-1-13 0,8-16 0,-3-1 0,4-10 0,3-7 0,-1-5 0,0-7 0,8 0 0,3 0 0,5-7 0,3-5 0,3-3 0,1-2 0,6-1 0,-6 1 0,11 0 0,-3 0 0,0 0 0,2-1 0,1 1 0,7 0 0,1 0 0,4 0 0,-2 5 0,-3 1 0,-3-1 0,8-5 0,-2 0 0,2 0 0,-9-1 0,-8 1 0,-10 2 0,-1 4 0,-3-3 0,-9 8 0,-8-7 0,-7 11 0,-10-5 0,-4 7 0,3-2 0,-9-4 0,6 2 0,-5-7 0,5-1 0,-5-5 0,5-2 0,-6-4 0,7-2 0,-5-5 0,1 1 0,-1-2 0,-1-7 0,-7-2 0,1-10 0,0-1 0,0-1 0,0-5 0,-8 1 0,-4-1 0,-9 6 0,-2-3 0,1 10 0,3 8 0,2 0 0,-1 13 0,3 5 0,3 7 0,4 7 0,8-2 0,2 12 0,3 6 0,-1 10 0,7 7 0,4 2 0,14-3 0,7 5 0,15-6 0</inkml:trace>
  <inkml:trace contextRef="#ctx0" brushRef="#br0" timeOffset="71">10136 13823 8912,'-17'0'0,"5"0"0,1 0 0,-1-2 0,3-3 0,-7 3 0,15-6 0,-7 8 0,8 0 0,0 0 0,8-8 0,3-3 0,4-2 0,1-1 0,-3 3 0,-2-3 0,1-1 0,5-2 0,0 0 0,1-2 0,-1-2 0,0-2 0,6-2 0,0 2 0,6-4 0,-7-7 0,9-1 0,-2 1 0,3 0 0,3-1 0,5 1 0,0-1 0,8-5 0,-2 0 0,-2 0 0,2 6 0,-2 5 0,3 2 0,-3 3 0,-2 3 0,-7-2 0,-7 5 0,-7-3 0,4 10 0,0-4 0,-6-1 0,4 5 0,-4-4 0,-1 3 0,1-1 0,4 1 0,-4-3 0,4 4 0,3-5 0,3-1 0,4 0 0,1 0 0,6-6 0,0 0 0,8-6 0,-2 4 0,4 1 0,1-1 0,-5-4 0,-2 6 0,0 0 0,0-2 0,-7 4 0,-3-7 0,0 7 0,-5-2 0,6 2 0,5-2 0,-4 4 0,4-4 0,4-2 0,2 2 0,-2-2 0,2 2 0,-2 4 0,2-4 0,-4 6 0,-8 6 0,1-5 0,-1 5 0,0-4 0,1-3 0,-1 1 0,1-2 0,1-2 0,4-2 0,6-7 0,11 1 0,7-4 0,10-1 0,-1-8 0,7-4 0,-7 4 0,-1 2 0,-7 4 0,-7 1 0,-3 1 0,3 0 0,-11 1 0,5 4 0,0 5 0,-1 6 0,5 1 0,-10 0 0,1 0 0,-1 0 0,-2-2 0,-4-4 0,-1 2 0,5-6 0,0 0 0,0 0 0,-4 1 0,6-3 0,1-4 0,11 5 0,-3-5 0,8-1 0,-7 5 0,1 1 0,-3-1 0,-3-5 0,-1 7 0,-4 4 0,-4-2 0,-6 0 0,5 0 0,4 1 0,-1-1 0,2 2 0,0 2 0,6-8 0,7 6 0,4-5 0,-4-1 0,-1-5 0,-22 14 0</inkml:trace>
  <inkml:trace contextRef="#ctx0" brushRef="#br0" timeOffset="72">15178 10711 8912,'-10'0'0,"3"0"0,5 0 0,-4 0 0,4 0 0,-5-7 0,12 3 0,1-8 0,0 7 0,-6-7 0,7 8 0,-5-5 0,4 3 0,-4 4 0,-2-5 0,8 7 0,-6 0 0,5-2 0,-7-4 0,0 4 0,0-6 0,0 8 0,0 0 0,8 0 0,-6 0 0,5 0 0,-7 0 0,0-7 0,2 5 0,4-4 0,-4 4 0,6 2 0,-1-6 0,5 1 0,-5-1 0,7 4 0,-8-4 0,1 4 0,-1-3 0,-4 3 0,13-6 0,-11 6 0,6-5 0,-3-1 0,7 6 0,-11-6 0,9 8 0,-8-7 0,11 5 0,-11-8 0,7 5 0,-1 1 0,1-8 0,5 8 0,-7-11 0,3 13 0,-1-3 0,-7 1 0,4 0 0,-1-2 0,-3-1 0,8 1 0,-9 4 0,13-6 0,-13 8 0,7-2 0,-2-3 0,5 3 0,-11-6 0,13 8 0,-11-6 0,8 1 0,-7-3 0,7 2 0,-8 4 0,11-5 0,-11 1 0,7 0 0,-5 0 0,4 5 0,-3-5 0,7 4 0,-5-6 0,8 1 0,-1 3 0,-5-8 0,4 9 0,-5-5 0,-1 0 0,7 6 0,-5-3 0,-3 3 0,7-6 0,-5 6 0,7-4 0,-6-1 0,1 1 0,-6 0 0,5 6 0,3 0 0,1-5 0,2-1 0,0 0 0,0 0 0,1 1 0,-1 1 0,0 2 0,0-4 0,0 0 0,1-1 0,-1 1 0,0 4 0,0-4 0,1 3 0,-1-1 0,0-2 0,0 0 0,0 6 0,1-7 0,-7 5 0,1-4 0,-7 4 0,7 2 0,-1 0 0,1 0 0,-1 0 0,-5-6 0,5 1 0,1-1 0,5 6 0,-5 0 0,-1 0 0,2-2 0,3-4 0,-5 4 0,1-3 0,-1 3 0,6 2 0,-5-6 0,-1 0 0,1 1 0,5 5 0,0-2 0,0-4 0,-5 4 0,-1-4 0,-5 4 0,5 2 0,-5 0 0,6-2 0,1-3 0,2 3 0,3-4 0,-7 4 0,1 2 0,-7 0 0,7 0 0,-7-6 0,7 1 0,1 1 0,-5 2 0,2 2 0,-5 0 0,-3 0 0,6 0 0,-8 0 0,0 0 0,-8 0 0,-1 0 0</inkml:trace>
  <inkml:trace contextRef="#ctx0" brushRef="#br0" timeOffset="73">16658 10075 8912,'0'-11'0,"0"-1"0,0 8 0,0-11 0,0 6 0,0-3 0,0 1 0,0 7 0,0-11 0,-2 13 0,-4-4 0,3 4 0,-9 2 0,8 0 0,-9 8 0,7 3 0,-2-1 0,3 1 0,3 1 0,-4 5 0,4 0 0,2 0 0,0 0 0,0 1 0,0-7 0,0 0 0,0-7 0,2 10 0,4-9 0,3 1 0,9-6 0,-1-6 0,0 1 0,-7-9 0,-5 3 0,3 1 0,-2-1 0,-1-1 0,-5-5 0,0 6 0,0-1 0,0-1 0,0 5 0,-7-7 0,-3 13 0,-7-6 0,0 10 0,0 4 0,5-2 0,1 7 0,5-1 0,-6 1 0,9 5 0,-3-5 0,4 4 0,2 3 0,0-1 0,0-6 0,0 1 0,2-3 0,4 3 0,3-5 0,8-7 0,1 0 0,-1-2 0,0-1 0,0-3 0,-5-6 0,-1 7 0,-7-9 0,2 3 0,1 1 0,-1-1 0,0-1 0,-6-5 0,0 0 0,-6 6 0,-2 1 0,-1 2 0,-3-5 0,-5 11 0,0-4 0,0 10 0,0 2 0,7 7 0,4-1 0,-1 3 0,1 2 0,0 0 0,6 1 0,0-1 0,0 0 0,0 0 0,0 0 0,2-1 0,4-5 0,-2 2 0,7-7 0,1 0 0,5-6 0,0 0 0,0 0 0,0-2 0,1-4 0,-7-3 0,1-8 0,-9-1 0,3 1 0,2 0 0,-2 0 0,-1 0 0,-5-1 0,0 1 0,0 0 0,-2 0 0,-3 0 0,3 5 0,-4 1 0,-4 5 0,-1-6 0,1 9 0,-1-3 0,5 4 0,-5 2 0,5 8 0,-6 3 0,7 4 0,-7 3 0,8-7 0,-1 1 0,3 1 0,2 2 0,0 2 0,0 1 0,0-1 0,0 0 0,0 0 0,0 0 0,0-7 0,7 5 0,-3-13 0,8 4 0,-7-10 0,7-2 0,-6-1 0,5 1 0,-7-4 0,2-7 0,-4 0 0,3 0 0,1 0 0,0 5 0,-6 1 0,0-1 0,-2-3 0,-4 3 0,4-3 0,-11 11 0,7-7 0,-1 7 0,1 0 0,-6 8 0,3 6 0,-3 7 0,3 0 0,-3 0 0,-1 6 0,5 0 0,1 0 0,-1 2 0,2-4 0,6 7 0,0-7 0,0 2 0,0-4 0,0-1 0,0-1 0,2-8 0,4-3 0,-2-4 0,7-2 0,1 0 0,5-2 0,0-4 0,0-5 0,0-4 0,1-3 0,-1 1 0,0 0 0,-5 0 0,-1 0 0,-7-6 0,3 2 0,-1 4 0,0 3 0,0 3 0,-6-6 0,0 5 0,0 1 0,-2 5 0,-4-6 0,2 9 0,-7-3 0,-1 4 0,-5 2 0,7 0 0,-5 8 0,6 3 0,-1 4 0,-5 3 0,11-1 0,-8 0 0,9 0 0,-3 0 0,4 1 0,2-1 0,0 0 0,0-6 0,0 1 0,0 1 0,0-5 0,0 7 0,8-13 0,-1 4 0,5-12 0,3 2 0,-5-7 0,1-3 0,1-1 0,-7-2 0,7 0 0,-8 0 0,1-1 0,-3 7 0,-2-1 0,0-1 0,0-2 0,0-2 0,-2 7 0,-3 4 0,-7 4 0,3 2 0,-3 0 0,3 8 0,-3 3 0,-1-1 0,7 1 0,-6 1 0,5 5 0,-1 0 0,1 1 0,-1-1 0,2 0 0,4 0 0,-4 0 0,5-5 0,1-1 0,0 3 0,0-7 0,1 1 0,5-8 0,-2 0 0,8 0 0,-3-8 0,3-3 0,3-5 0,-7-1 0,3 0 0,-5 0 0,3 0 0,-7 0 0,6 5 0,-8 1 0,0 7 0,0-4 0,0 8 0,-8 0 0,4 6 0,-7 0 0,7 7 0,-5-5 0,3 3 0,4-1 0,-4-5 0,4 5 0,2 1 0,0 1 0,0-8 0,0 3 0,0-7 0,-7 0 0,5 0 0,-6 0 0,8 0 0,0 0 0,0-7 0,0-3 0</inkml:trace>
  <inkml:trace contextRef="#ctx0" brushRef="#br0" timeOffset="74">16761 10230 8912,'8'-10'0,"-4"1"0,7 3 0,-7 4 0,4-5 0,-16-1 0,-2 6 0,1-6 0,-6 8 0,13 0 0,-6 0 0,0 0 0,6-7 0,-5 5 0,7-6 0,0 8 0,0 0 0,0 8 0,0-6 0,0 5 0,-2-5 0,-4 4 0,4-4 0,-5 6 0</inkml:trace>
  <inkml:trace contextRef="#ctx0" brushRef="#br0" timeOffset="75">15557 6516 8912,'0'12'0,"0"-1"0,0-7 0,0 4 0,0-8 0,0 0 0,0 7 0,0-3 0,0 8 0,0-7 0,0 7 0,0 1 0,0-3 0,0 1 0,0 1 0,0 5 0,0 0 0,0 2 0,0 4 0,0-4 0,0 4 0,0 4 0,0 1 0,0 5 0,0 1 0,-2 6 0,-2 2 0,-2 2 0,2 4 0,2 2 0,2 1 0,0-5 0,0 0 0,-1 0 0,-5 5 0,4 1 0,-4 0 0,4-1 0,2 1 0,0-3 0,0 1 0,0 0 0,0 3 0,0 3 0,0-5 0,0 1 0,0-1 0,0 9 0,0 3 0,0-2 0,0 2 0,0-6 0,0 4 0,0-1 0,0-5 0,0-3 0,0-7 0,0-1 0,0-4 0,0 2 0,0 4 0,0-2 0,0-4 0,0-1 0,0 8 0,0 5 0,0 3 0,0 5 0,0-3 0,0-4 0,0 5 0,0 1 0,0-2 0,0 0 0,0-5 0,0 0 0,0 1 0,0 1 0,0-3 0,0 5 0,0-11 0,0 7 0,0 5 0,0-1 0,0 7 0,0-8 0,0 2 0,0-1 0,0 1 0,-2 6 0,-3 4 0,3 0 0,-4-4 0,-2 4 0,3-4 0,-1 2 0,6-2 0,0-4 0,0-7 0,0-1 0,0 1 0,-2-1 0,-4 1 0,4 0 0,-3-1 0,3 6 0,2 1 0,0-1 0,0-5 0,0-6 0,0-1 0,0 3 0,0 9 0,0-7 0,-2 6 0,-2 1 0,-2 2 0,0 6 0,6 9 0,0-3 0,0 4 0,0-10 0,0-2 0,0-6 0,0 6 0,0-2 0,0 2 0,0 4 0,0-4 0,0 4 0,0 2 0,0-6 0,0 0 0,0-8 0,0 3 0,-5 1 0,-1-2 0,0 6 0,4-4 0,-2 1 0,-1-1 0,-1 6 0,6-2 0,0-2 0,0 2 0,0-6 0,0 6 0,0-5 0,0 5 0,0-8 0,0 2 0,0-9 0,0-2 0,0-8 0,0 2 0,0-5 0,0-7 0,0 3 0,0-8 0,0 0 0,0-6 0,0 0 0,0 0 0,0-5 0,0-1 0,0 1 0,6 5 0,-1 0 0,1-7 0,-6-3 0,0-7 0,0 0 0,0 8 0,0 3 0,0 5 0,0 1 0,-6 2 0,1 4 0,-1 4 0,6 7 0,-2-5 0,-4-1 0,4 1 0,-3 3 0,3-3 0,2-6 0,0-4 0,0-2 0,0 1 0,0-9 0,0-1 0,0-8 0,0 7 0,-8 3 0,6 7 0,-4 0 0,5-5 0,1-1 0,-2 1 0,-4-3 0,4 7 0,-4-5 0,4-1 0,2 1 0,0 0 0,0 12 0,0 0 0,0 0 0,0-4 0,0 2 0,0 2 0,0 2 0,0-2 0,0-4 0,0 4 0,0 4 0,0-8 0,0 4 0,0-12 0,0-3 0,-2-8 0,-1-2 0,-5-2 0,-2-2 0,7-7 0,-7 5 0,4-3 0,4-4 0,-5 5 0,14-7 0,11-8 0,8-2 0</inkml:trace>
  <inkml:trace contextRef="#ctx0" brushRef="#br0" timeOffset="76">18826 6654 8912,'0'17'0,"2"-8"0,4-3 0,-2-12 0,7-5 0,-7 1 0,2-1 0,-4 5 0,0-3 0,3 1 0,-3 2 0,6 6 0,0 0 0,-7 8 0,7 2 0,-6 7 0,4 0 0,-4 0 0,3 0 0,-3 6 0,-2 0 0,0 8 0,0-3 0,0 11 0,0 1 0,0 0 0,0 2 0,0 2 0,0 7 0,-5 1 0,-1 0 0,0-3 0,6-3 0,-2 8 0,-2-7 0,-1-1 0,1-2 0,2 2 0,2-6 0,0 8 0,0-2 0,0-4 0,0 0 0,0-2 0,0 0 0,0 6 0,0-6 0,0 6 0,0-6 0,0 8 0,0-3 0,0 5 0,0 2 0,-2 1 0,-4 5 0,4-5 0,-3 4 0,3-3 0,2-3 0,0-1 0,0-4 0,0 4 0,0-5 0,0 5 0,0 2 0,0-6 0,0-1 0,0 3 0,0 2 0,0 1 0,0 1 0,0 0 0,0-1 0,0-1 0,0-2 0,0-3 0,0 3 0,0-4 0,0 2 0,0-6 0,0 6 0,0 0 0,0 5 0,0 1 0,0 0 0,0-3 0,0-3 0,0 8 0,0-9 0,0 7 0,0-12 0,0 8 0,0-2 0,0-2 0,0 1 0,0 1 0,0-2 0,0 12 0,0-5 0,0 5 0,0-5 0,0-1 0,0-4 0,0 3 0,0-3 0,0 2 0,0-2 0,0-4 0,0 0 0,2-4 0,3 8 0,-3-8 0,4 2 0,-4-2 0,-2 1 0,0 3 0,0 2 0,0 0 0,0 1 0,0-1 0,0-3 0,-2-3 0,-4 8 0,4-8 0,-3 4 0,3-2 0,2 0 0,-6 2 0,0-2 0,0-4 0,6 5 0,-1-3 0,-5 2 0,4-2 0,-6 6 0,3-2 0,-1-4 0,-2 4 0,2-2 0,3 2 0,-9-1 0,6-5 0,-5 4 0,5-4 0,-5-1 0,5 1 0,-4 2 0,1 2 0,-1-1 0,5 3 0,-7-2 0,3 2 0,-3-2 0,-3-4 0,3 4 0,3-3 0,-1-3 0,1 2 0,-1 4 0,0-3 0,-1 3 0,-2-6 0,7-5 0,-7 5 0,1 1 0,4-1 0,3 6 0,-3-6 0,2-5 0,-5 4 0,5-5 0,0 3 0,-1-3 0,5-1 0,-4-4 0,2-2 0,-2 8 0,5-8 0,-5 2 0,-2 2 0,2-3 0,-1 7 0,3-4 0,-2 0 0,2 0 0,1 5 0,-3-1 0,4-2 0,-4 1 0,2-7 0,-1 2 0,3 2 0,-4 0 0,2 0 0,-2 0 0,5-1 0,-5-1 0,4-2 0,2 8 0,-6-6 0,0 6 0,1-8 0,5 3 0,0 1 0,0 4 0,0 1 0,0-1 0,-6 4 0,0-5 0,0-1 0,6 2 0,0-1 0,0 7 0,0-7 0,0-1 0,0 0 0,0 0 0,-1-5 0,-5 7 0,4-6 0,-4 6 0,4-6 0,2 5 0,0-7 0,0 2 0,0-2 0,0 2 0,-5-9 0,-1 3 0,0-4 0,6 4 0,0-5 0,0-1 0,0-5 0,0 5 0,0-7 0,-2 10 0,-4-9 0,4 9 0,-3-3 0,3 4 0,2 3 0,0-1 0,-6 0 0,0 0 0,1-7 0,5 5 0,0-13 0,0 4 0,0-14 0,0-11 0,0-14 0,7-9 0,-12-32 0,3-6 0</inkml:trace>
  <inkml:trace contextRef="#ctx0" brushRef="#br0" timeOffset="77">18430 9078 8912,'-26'-6'0,"3"-1"0,4-3 0,1-1 0,1-1 0,0 1 0,0-3 0,0-1 0,5 0 0,1-1 0,-3 3 0,-1 0 0,0-6 0,1 7 0,3-1 0,-3 1 0,-1-3 0,-2 5 0,-2-1 0,-4 0 0,-2 5 0,-4-6 0,-9 9 0,4-3 0,-5 4 0,-3 2 0,6 0 0,-4 0 0,-4 0 0,-2 0 0,2 2 0,-2 2 0,-2 3 0,-1 3 0,-3-4 0,0 5 0,-5-5 0,0 5 0,-6-1 0,5 1 0,-5 3 0,6-7 0,1 1 0,3 0 0,1 3 0,1-5 0,-7 7 0,1-1 0,-2-3 0,1 3 0,-1-7 0,-8 7 0,2 1 0,0 2 0,2-3 0,11-1 0,1 1 0,-1 5 0,0 0 0,1 0 0,1 1 0,2-1 0,2 0 0,-2 0 0,1-2 0,1-3 0,2 3 0,4-3 0,5 3 0,1 2 0,-1 0 0,7 0 0,-3 1 0,2-1 0,7 0 0,2 0 0,3 0 0,0 1 0,5-1 0,1 0 0,5 0 0,-3 2 0,1 4 0,4 6 0,-3 5 0,1 6 0,-6 4 0,7 8 0,-9 5 0,3 1 0,3 1 0,2-2 0,-1-2 0,1 10 0,2 2 0,2 0 0,2 6 0,0-10 0,0 4 0,0 1 0,0 5 0,0-4 0,6-4 0,0-14 0,5 1 0,-3-1 0,1-1 0,5-4 0,-1-2 0,-1-4 0,3-2 0,-4 8 0,5-8 0,1 2 0,-2-3 0,-1-5 0,-3 1 0,3 1 0,1-5 0,2 5 0,0 1 0,0-7 0,3 1 0,2 5 0,-2-9 0,3 9 0,-4-3 0,-2-4 0,6 5 0,0-3 0,7-2 0,-1 1 0,0-5 0,5 6 0,-3-6 0,9 5 0,-2-1 0,0 4 0,3-5 0,-3-1 0,6 0 0,2-2 0,-4-4 0,-2 4 0,-4-4 0,-1-2 0,7 1 0,4-1 0,3 0 0,3 0 0,1-2 0,5-3 0,-3 1 0,8-7 0,-1 0 0,1-6 0,2 0 0,-8 0 0,8-6 0,-2 0 0,-2-5 0,2 3 0,2-1 0,2-5 0,2 5 0,0-3 0,-8 1 0,-3-6 0,-5 5 0,-1 1 0,1-1 0,5-5 0,-5 6 0,5-1 0,-5 1 0,-1 1 0,1-5 0,5 3 0,-5-1 0,4 1 0,-3-3 0,-2 4 0,-1-5 0,1-1 0,-6 0 0,-2 2 0,-2 1 0,-4 3 0,-2 7 0,-1-2 0,-14 3 0,-4-3 0,-4 4 0,-3-6 0,0 6 0,-5-3 0,-1-7 0,8-9 0,1-2 0,-3-2 0,1 3 0,-1 0 0,1-6 0,2 5 0,-7-6 0,6 1 0,-7-7 0,1 1 0,-6-2 0,0-5 0,0-4 0,0-7 0,0-5 0,0-4 0,0-8 0,-6-11-166,1-1 0,-1 1 166,6 11 0,0 6 0,0 2 0,0 2 0,0 3 0,0 5 0,0 5 0,-2 2 0,-4 4 0,2-4 0,-7-8 0,5 7 0,-5-1 0,-1 0 0,-5-6 0,0-7 0,0-4 0,-1-4 0,1-2 0,0-5 0,0-1 0,0-3 0,-1 9 0,3 1 0,4 16 0,-3 6 332,9 18-332,-9 3 0,5 15 0,-1 2 0,2 8 0,8-1 0,0-5 0,0 2 0,0-7 0,0-1 0,0-5 0,0 0 0,-2 1 0,-3 5 0,3-4 0,-4 3 0,4-3 0,2-2 0,0 5 0,0 1 0,-7 7 0,5-6 0,-4 5 0,4 3 0,2-6 0,0 8 0,0 0 0,0-7 0,-8 5 0,6-8 0,-3 4 0,-3 3 0,2-9 0,-5 6 0,5-5 0,-7-1 0,1-5 0,3 6 0,-3-1 0,3 1 0,-5-6 0,3-1 0,-3 1 0,5 6 0,-3-1 0,7 7 0,-7-7 0,6 8 0,-5-1 0,7 5 0,-2 5 0,4 7 0,-5 11 0,-3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1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12201 12259 8912,'-12'-10'0,"1"4"0,7 5 0,-3 2 0,7 5 0,0-4 0,0 8 0,0-5 0,0-3 0,0 14 0,0-5 0,0-3 0,0 7 0,0-11 0,0 7 0,-2-7 0,-2 4 0,-2-1 0,0-5 0,6 6 0,0-8 0,0 0 0,8 0 0,-6 0 0,6 0 0,-8 0 0,0 0 0,0-8 0,0 6 0,-2-5 0,-4 7 0,2 0 0,-7 0 0,-1 0 0,-5 0 0,-10-6 0,-7 0 0,-3-5 0,-9 5 0,-9-2 0,-14 3 0,-11 3-53,32-1 1,-2 0 0,-1-1 0,-3 0-1,-6 1 1,-2 1 0,-2-1 0,0 2 52,-4-1 0,-2 2 0,-3 2 0,-1 2-361,-6-2 0,-1 1 0,-1 4 1,0 0 360,-4-2 0,0 1 0,3 1 0,1 1 0,2 1 0,0 0 0,-6-1 0,0 1 0,-3-1 0,0 1 0,2 3 0,0 1 0,-2 1 0,0 1 0,0 1 0,-2 2 0,27-5 0,-1 0 0,-1 1 0,-2 1 0,0 0 0,0 1 0,-4 0 0,-1 1 0,2 0 0,0 0 0,1 0 0,0 0 0,-2 0 0,-2 1 0,2-1 0,3-1 0,1 1 0,1-1 0,0 1 0,1-1 0,0-1 0,0 0 0,0 0 0,1-1 0,0 0 0,0 0 0,2 0 0,-28 7 0,2-2 0,0-2 0,0 1 0,4 1 0,0 2-368,-4-2 0,0 2 1,1 3-1,0 2 368,-1-1 0,0 1 0,0 2 0,1 1 0,-2 2 0,2 1 0,6 0 0,3 0-190,9-7 0,2 1 0,3 1 0,0 0 190,4-7 0,2 0 0,9 0 0,2 0 0,-36 14 0,17-1 131,16-5 0,9-5-131,13-11 1104,4 3-1104,16-13 1599,1 6-1599,8-8 1127,0 0-1127,8 0 0,-1 1 0,5 5 0,-3-4 0,-3 4 0,-4-2 0,4 1 0,3-3 0,3 4 0,3 2 0,2-3 0,-7 1 0,5-14 0,-5-1 0</inkml:trace>
  <inkml:trace contextRef="#ctx0" brushRef="#br0" timeOffset="1">5593 13015 8912,'-14'-44'0,"-1"4"0,0 8 0,1 9 0,-5 7 0,-9 16 0,-5 10 0,-1 7 0,-6 10 0,-1 13 0,1 6 0,6 9 0,1 6 0,5 6 0,-3 0 0,8 13 0,2 6-308,10 6 1,-3 2 307,9-3 0,-1-3 0,6 4 0,7-14-24,5-9 0,9-10 24,2-13 0,9-11 0,5-13 0,12-4 0,13-7 0,14-5 0,10-12 0,-37-2 0,2-3-524,3-5 0,1-2 524,-1-2 0,1-2 0,-2-6 0,1 0 0,2 2 0,2 1 0,4 1 0,-1 0 0</inkml:trace>
  <inkml:trace contextRef="#ctx0" brushRef="#br0" timeOffset="2">1876 13101 8912,'-35'0'0,"3"0"0,3 0 0,6 0 0,4 0 0,2 0 0,0 0 0,7 8 0,4 5 0,6 10 0,6 11 0,-4 3 0,4 9 0,3-1 0,1 5 0,1-2 0,1-2 0,-6-2 0,5 2 0,-7-4 0,2-8 0,-5-2 0,-1-3 0,0-4 0,-1-16 0,-5-3 0,2-6 0,-7-6 0,-1-7 0,3-8 0,-5-13 0,8-12 0,-5-11 0,5-6 0,-5-4 0,5-2 0,-2-6-106,3 1 0,3 5 106,-4 6 0,4 8 0,2-3 0,8 14 0,1 10 0,3 11 0,-1 10 0,6 5 0,6 8 0,8 10 0,-2 7 0,3 10 0,3 13 0,-1-2 0,0 8 0,-1 5 0,-4 7 0,1 5 0,-7-6 0,6-5 0,-6-7 0,-2 1 0,-2-2 0,-2 4 0,0-8 0,-5-2 106,-1-9 0,-7-4-106,2-8 0,-12 0 0,-11-7 0,-10-3 0</inkml:trace>
  <inkml:trace contextRef="#ctx0" brushRef="#br0" timeOffset="3">1686 13411 8912,'0'-18'0,"0"1"0,0 0 0,0 0 0,0 0 0,2-1 0,6 1 0,9 0 0,10 0 0,7 0 0,7 0 0,3-3 0,7-3 0,1 2 0,-1-7 0,1-1 0,0-5 0</inkml:trace>
  <inkml:trace contextRef="#ctx0" brushRef="#br0" timeOffset="4">2272 13067 8912,'1'11'0,"5"1"0,-2-1 0,7 6 0,-5 6 0,4 0 0,-1-2 0,1-2 0,-1 4 0,3 0 0,3-2 0,-3-7 0,3-5 0,2-1 0,0-3 0,1-5 0,-1-9 0,0-8 0,-2-8 0,-3-9 0,3-1 0,-3 1 0,-5-1 0,-1 1 0,2 5 0,-3 1 0,3 1 0,-2-2 0,-4 4 0,3 8 0,3 0 0,-2 0 0,5 5 0,-3 3 0,1 1 0,5 4 0,7 2 0,2 2 0,-2 2 0,-2 4 0,-2 6 0,0 9 0,-1 2 0,-5-2 0,3-2 0,-9-2 0,-1 0 0,-2 0 0,-2-5 0,2-3 0,4-1 0,-3-2 0,9-6 0,-6-8 0,5-4 0,-5-3 0,5-2 0,-1-6 0,1 0 0,3 0 0,-8 6 0,-1-8 0,-5 6 0,0-4 0,-2 6 0,-3 6 0,-7 5 0,-3 4 0,-2 2 0,-1 8 0,3 3 0,2 4 0,1 2 0,7 3 0,-7 2 0,8-2 0,-1 3 0,3 1 0,2-1 0,0 0 0,0-6 0,7 1 0,5-1 0,3-6 0,2 1 0,0-8 0,1 1 0,1-5 0,4-5 0,-4-5 0,4-9 0,-2-2 0,2-2 0,-4-8 0,4 3 0,-10 1 0,-1-2 0,-9 8 0,3-2 0,-2 2 0,2-2 0,-4 10 0,3-4 0,-3 9 0,-2-3 0,0 7 0,0-4 0,0 10 0,0 4 0,0 5 0,0 5 0,2 1 0,4 0 0,2 0 0,3 0 0,10-1 0,-4-5 0,6 3 0,0-9 0,4 1 0,7-6 0,7 0 0,-1 0 0,0-8 0,-6-3 0,-1-4 0,-3-4 0,-3-2 0,-2-2 0,-4-2 0,-9 2 0,1 4 0,-7-4 0,-1-2 0,-5 2 0,-2 6 0,-1 5 0,-5 1 0,-2 1 0,-1 3 0,-6 7 0,0 0 0,-1 0 0,1 7 0,0 5 0,7 3 0,5 2 0,-3 1 0,2-1 0,1 0 0,5 0 0,0 0 0,0 1 0,0-1 0,0 0 0,0 0 0,7-7 0,5-5 0,3-3 0,2-9 0,0-5 0,1-9 0,-1-2 0,0-2 0,-2 4 0,-1-2 0,-3 2 0,1 2 0,5 2 0,-2 0 0,-1 2 0,-5 1 0,-1 3 0,5 7 0,-3-11 0,7 11 0,0-8 0,-5 9 0,-1-3 0,0-2 0,7 3 0,-7-7 0,1 6 0,-3-7 0,5 3 0,-3 1 0,-7-6 0,4 13 0,-8-14 0,-8 14 0,-4-3 0,3 5 0,-3 5 0,7-1 0,-7 8 0,8 1 0,-1 10 0,3-2 0,2 8 0,0-3 0,0 5 0,0-2 0,0 1 0,0 3 0,0 1 0,5 1 0,1-1 0,6 0 0,-7 1 0,1 1 0,-6 4 0,0-9 0,0 3 0,0-11 0,0 0 0,-8-4 0,-3-2 0,-4-2 0,-3-3 0,1-6 0,0-4 0,6-2 0,-1 0 0,3-8 0,-3-4 0,4-3 0,8-2 0,2-2 0,4-2 0,7-2 0,9 2 0,2-6 0,5-1 0,4-1 0,-5-6 0,10 5 0,3-10 0,6-2 0,-1 2 0,4-16-142,2-1 1,-3 0 141,-3-1 0,-6 7 0,-11 3 0,-8 4 0,-7 2 0,-7 10 0,-7 9 0,0 4 0,0 9 0,-7 4 0,-5 12 0,2 11 0,-1 12 0,1 5 141,-1 6 1,-2 4-142,7 8 0,0-1 0,6-1 0,0-2 0,0-2 0,14-8 0,5 2 0,5-6 0,7-5 0,9-10 0,6-7 0,2-9 0,-2 3 0,-4-12 0,-8-3 0</inkml:trace>
  <inkml:trace contextRef="#ctx0" brushRef="#br0" timeOffset="5">2237 14322 8912,'0'-27'0,"0"4"0,-2 4 0,-4 2 0,-3 2 0,-8 3 0,0 6 0,5 5 0,1 1 0,5 13 0,-4 6 0,3 6 0,3 5 0,2 3 0,2 1 0,0 6 0,0 1 0,6-7 0,1-7 0,3-3 0,3-3 0,8-3 0,2-7 0,8-3 0,-3-8 0,5-15 0,1-8 0,-1-10 0,-4-7 0,1-4 0,-7-8 0,-4 1 0,-5-1 0,-9 1 0,-10-1 0,-13 16 0,-10 7 0,-12 10 0,-6 8 0,-10 5 0,-1 12 0,7 5 0,10 12 0,4 9 0,1 9 0,10-1 0,8-8 0,11-1 0,10-3 0,13-7 0,10 4 0</inkml:trace>
  <inkml:trace contextRef="#ctx0" brushRef="#br0" timeOffset="6">2994 13600 8912,'-17'-8'0,"6"4"0,-1-5 0,-1 1 0,-1 4 0,3 10 0,5 7 0,4 8 0,2 6 0,0 8 0,0 7 0,2 5 0,4 7 0,5 3 0,-1 8 0,1-2 0,1-2 0,5 2 0,0-7 0,1 1 0,-3-11 0,-4-6 0,3-6 0,-9-5 0,1-4 0,-14-8 0,-1 0 0</inkml:trace>
  <inkml:trace contextRef="#ctx0" brushRef="#br0" timeOffset="7">2788 14236 8912,'0'-12'0,"0"1"0,2 5 0,3-5 0,13-6 0,12-8 0,8-4 0,8-7 0,6 1 0,5-5 0,-1 4 0,7 2 0,-8 7 0,3 4 0,-12 6 0,-10 7 0,-11 12 0,-14 13 0,-15 18 0,-5 11 0</inkml:trace>
  <inkml:trace contextRef="#ctx0" brushRef="#br0" timeOffset="8">2719 15096 8912,'-34'0'0,"-1"-6"0,1 0 0,-6-2 0,-1 5 0,3-3 0,2 2 0,3 10 0,5 5 0,-3 5 0,8 1 0,2 8 0,8 3 0,3 5 0,2 1 0,3 1 0,5-1 0,5-2 0,1-3 0,13 2 0,-1-8 0,3-2 0,-4-10 0,6-3 0,2-10 0,-1-4 0,1-5 0,4-5 0,-6-1 0,0-6 0,-6 0 0,0-2 0,1 2 0,-3-1 0,-2-7 0,-3 2 0,-3-1 0,-1 3 0,-6-2 0,0 1 0,0-7 0,0 9 0,0 3 0,-2 0 0,-2 4 0,-1 3 0,1 1 0,-6 7 0,8 1 0,-5 14 0,9 7 0,3 7 0,3 6 0,3 7 0,5 0 0,-5 1 0,5-1 0,1 1 0,-2-7 0,-3 1 0,9-8 0,-4 2 0,4-6 0,-4-6 0,0-3 0,0-8 0,6-2 0,0-4 0,0-9 0,-6-8 0,-1-7 0,-3 1 0,-3-2 0,-3 3 0,-1-5 0,-6 5 0,0-3 0,0 2 0,0-1 0,0 7 0,-2-6 0,-4 6 0,3 2 0,-9 10 0,8 3 0,-3 8 0,7 14 0,2 5 0,3 6 0,-1-3 0,8 7 0,-1-2 0,6 3 0,1-1 0,-1 2 0,0-6 0,0-3 0,2-8 0,4-3 0,-2-7 0,8 2 0,-2-6 0,3-6 0,-1-7 0,2-8 0,1-6 0,2-7 0,-7-7 0,-4 1 0,-4-7 0,-1 1 0,-1-4 0,0-2 0,-7 1 0,-5-1 0,-3 1 0,-4 1 0,-2 4 0,-1 6 0,-3 13 0,2 10 0,4 0 0,-5 25 0,7 3 0,0 20 0,0 15 0,2 5 0,1 4 0,5 5 0,2 1 0,1 0 0,6 2 0,1-4 0,-1-7 0,2-6 0,4 0 0,-4-10 0,4-2 0,2-7 0,-2-10 0,-2 0 0,-10 1 0,-3-1 0,-8-8 0,0-1 0</inkml:trace>
  <inkml:trace contextRef="#ctx0" brushRef="#br0" timeOffset="9">2289 16007 8912,'-17'-8'0,"-1"-3"0,1-5 0,8 9 0,3 9 0,4 13 0,4 4 0,4 10 0,3-1 0,8 7 0,1-1 0,-1 1 0,0-1 0,0 0 0,6-7 0,0-4 0,8-6 0,-3-5 0,3-5 0,0-7 0,-5-2 0,-1-3 0,4-7 0,-6-11 0,5-3 0,-5-9 0,-5-5 0,-7 0 0,-7-6 0,2 4 0,-4 0 0,-2 0 0,0 4 0,0 9 0,0 4 0,0 8 0,0 8 0,1 3 0,3 13 0,4 13 0,1 12 0,9 16 0,5 9 0,2 10 0,-3 2 0,-2-1 0,3 7 0,1-4 0,-1-4 0,-4-4 0,-5-6 0,-1-11 0,-7-6 0,0-4 0,-6-1 0,-8-9 0,-3-3 0,-7-4 0,-5-1 0,-3-7 0,-9 0 0,-1-7 0,-2 2 0,-3-6 0,3-6 0,2-3 0,2-8 0,1-3 0,4-3 0,6 2 0,12-7 0,-2 1 0,7-2 0,0-3 0,14 13 0,1-6 0</inkml:trace>
  <inkml:trace contextRef="#ctx0" brushRef="#br0" timeOffset="10">3218 15972 8912,'0'-11'0,"0"0"0,0-3 0,0 6 0,2 3 0,4 10 0,5 7 0,4 3 0,10 10 0,4 4 0,-4 3 0,0 3 0,0-1 0,3 0 0,-3-1 0,-2-5 0,-2 3 0,2-8 0,-10-2 0,5-10 0,-7-1 0,1-16 0,1-3 0,-7-26 0,-1 3 0,-5-14 0,0 0 0,0-5 0,0-1 0,0 0 0,0 8 0,0 4 0,8 4 0,2 4 0,1 3 0,1 6 0,-1 6 0,6 5 0,0-3 0,1 6 0</inkml:trace>
  <inkml:trace contextRef="#ctx0" brushRef="#br0" timeOffset="11">4113 15715 8912,'-17'5'0,"-1"1"0,1-2 0,0-2 0,-6-2 0,0 0 0,-6 2 0,7 3 0,-3-1 0,2 8 0,6-1 0,-1 6 0,1 0 0,6 1 0,3-1 0,2 0 0,4 0 0,2 0 0,0 1 0,0-1 0,2-2 0,4-3 0,-2-5 0,7-7 0,1 0 0,5 0 0,0-2 0,0-3 0,1-9 0,-1-7 0,0 2 0,0-4 0,0 2 0,1-2 0,-7 10 0,1-4 0,-1 3 0,6-1 0,0 4 0,-5 1 0,-1 4 0,1 6 0,5-2 0,0 6 0,0 10 0,1-3 0,-7 6 0,1 6 0,-1-6 0,6 1 0,1-1 0,-1-6 0,0-3 0,0-2 0,0-5 0,1-8 0,-1-3 0</inkml:trace>
  <inkml:trace contextRef="#ctx0" brushRef="#br0" timeOffset="12">4423 15147 8912,'0'12'0,"0"-1"0,0 1 0,0 9 0,0 5 0,0 9 0,0 12 0,0 5 0,2 0 0,3 5 0,7-4 0,3-1 0,2-2 0,0-4 0,-5-12 0,-1-11 0,3-6 0,1-6 0,-3 3 0,-1-8 0,1-8 0,5-10 0,-6-11 0,1-5 0,-3-5 0,3-1 0,1-6 0,-5-2 0,-1 0 0,1 0 0,0-4 0,-3 6 0,-3 5 0,4 7 0,-4 7 0,-2-4 0,0 15 0,2 4 0,4 12 0,-3 9 0,9 8 0,-6 6 0,5-6 0,1 6 0,5-5 0,2 1 0,4 0 0,-10-4 0,4-9 0,1-3 0,-1-3 0,12-4 0,-18 3 0,12-10 0,-4-5 0,-4-9 0,-1-2 0,-3-2 0,-7-7 0,2 1 0,1 2 0,-1-1 0,0-1 0,-6-5 0,0 5 0,0 0 0,0 8 0,0-2 0,0 4 0,0 2 0,0 7 0,0 26 0,0-3 0,0 16 0,0-3 0,0-3 0,0 6 0,0-6 0,2 6 0,4-6 0,1-1 0,7-4 0,-3-1 0,2 0 0,3-5 0,1-1 0,0-7 0,0 2 0,1-5 0,-1-8 0,0-5 0,-6-3 0,-1-2 0,-2-2 0,-4-4 0,3 4 0,-1-4 0,0 4 0,-6 2 0,-8-1 0,-2 1 0,-5 6 0,2 1 0,1 2 0,8 10 0,-3 8 0,7 7 0,0 0 0,0 1 0,0-1 0,7-8 0,5-3 0,3-4 0,2-2 0,6-4 0,0-7 0,8-1 0,-2-11 0,-3-4 0,3-1 0,-8-3 0,2 3 0,-4-5 0,-4 4 0,-3-1 0,-6 1 0,-4 4 0,-2 8 0,0 0 0,0 0 0,0 7 0,0 3 0,0 26 0,0 6 0,0 3 0,7 3 0,5 3 0,9 1 0,2-1 0,0 0 0,-6 1 0,6-1 0,0 1 0,-2-3 0,-8-1 0,-3-3 0,-3 3 0,-1-4 0,-6 1 0,-15 1 0,-8 5 0,-15 1 0,-14-1 0,-9 0 0</inkml:trace>
  <inkml:trace contextRef="#ctx0" brushRef="#br0" timeOffset="13">6040 14820 8912,'12'-17'0,"-3"0"0,-1 0 0,-4 0 0,-2 0 0,-2-1 0,0 9 0,0 1 0,0 8 0,0 2 0,0 4 0,0-2 0,0 7 0,0 1 0,0 5 0,0 0 0,7 0 0,3 0 0</inkml:trace>
  <inkml:trace contextRef="#ctx0" brushRef="#br0" timeOffset="14">6161 15250 8912,'9'23'0,"-1"-2"0,0-5 0,-7-7 0,7-9 0,-8 0 0,0-8 0,2 5 0,4-9 0,3 8 0,9-1 0,-1-13 0,0-1 0</inkml:trace>
  <inkml:trace contextRef="#ctx0" brushRef="#br0" timeOffset="15">413 17761 8912,'0'-18'0,"0"1"0,-2 0 0,-2 0 0,-1 0 0,-1 7 0,8 10 0,3 11 0,5 7 0,0 5 0,11 3 0,-4 9 0,2-1 0,0 0 0,-7 7 0,-1-1 0,0 6 0,5-2 0,-3 3 0,-1 7 0,-9 1 0,3-3 0,-4-6 0,-2-1 0,-8-6 0,-1 3 0</inkml:trace>
  <inkml:trace contextRef="#ctx0" brushRef="#br0" timeOffset="16">275 18208 8912,'-17'-8'0,"6"4"0,-1-7 0,8 7 0,-1-10 0,14 7 0,14-3 0,8-3 0,20-10 0,1 0 0,17-11 0,-10 3-172,10-9 1,-4-2 171,4 2 0,-8-2 0,-4 2 0,-18 9 0,-11-3 0,-14 11 0,-9 0 0,-3 9 0,-2 3 0,-13 7 0,-4-2 0,-2 5 0,-1 1 0,9-2 0,-1-4 0,7 4 0,-7-4 171,8-3 1,-9 5-172,7-8 0,1 9 0,5-5 0,7 16 0,-3 7 0,8 10 0,1 1 0,0 9 0,-1 5 0,3 8 0,-3-2 0,-3-2 0,1-1 0,-1-1 0,1-3 0,-4-3 0,5-2 0,-5-1 0,5-4 0,-7-5 0,2-6 0,3-9 0,-7-1 0,8-16 0,-4-3 0,-5-12 0,5-6 0,2-2 0,-2 3 0,5-3 0,-3 8 0,1 2 0,5 2 0,-5 2 0,3 0 0,-1 5 0,6 1 0,2 7 0,4-2 0,-3-1 0,2 1 0,3 0 0,-2 6 0,8 0 0,-2 0 0,-3-5 0,3-1 0,-6-8 0,6 3 0,-8-4 0,0-3 0,-8 1 0,-7 0 0,-4 6 0,-2-1 0,-2 3 0,-4-3 0,-3-1 0,-9 7 0,-1 0 0,-4 6 0,4 2 0,-4 4 0,4 5 0,2 12 0,2-2 0,3 8 0,4-2 0,8 3 0,0-3 0,0-2 0,2 4 0,4-7 0,4 1 0,7-5 0,8-3 0,3-4 0,11-3 0,1-8 0,11-2 0,-5-4 0,8-11 0,-8-11 0,-4-5 0,0-1 0</inkml:trace>
  <inkml:trace contextRef="#ctx0" brushRef="#br0" timeOffset="17">2168 17365 8912,'-17'15'0,"0"-3"0,0 3 0,-2-3 0,-2 3 0,-2 2 0,5 6 0,7 0 0,1 7 0,-1-1 0,5 4 0,4 1 0,4-2 0,4-3 0,3-2 0,9-4 0,5-6 0,0 0 0,-1-2 0,-4-9 0,-1-2 0,0-2 0,0-2 0,1 0 0,-3-8 0,-4-3 0,5-10 0,-5-2 0,2-2 0,-1 2 0,-3-2 0,-3-3 0,-4-3 0,4 8 0,-2 0 0,1 6 0,-3 6 0,4-1 0,-4 10 0,-2 2 0,6 10 0,-1 13 0,7-2 0,-6 7 0,7-7 0,-1 2 0,3 0 0,2-6 0,2 4 0,4-9 0,-4-5 0,4-1 0,-4-6 0,-2-6 0,-1-3 0,-5-8 0,-3 0 0,-8-1 0,0-5 0,0 1 0,-10-1 0,-7 5 0,0 1 0,-8 0 0,2 2 0,0 3 0,0-1 0,6 7 0,0-5 0,0 5 0,7 0 0,-5-1 0,13-3 0,-6-7 0</inkml:trace>
  <inkml:trace contextRef="#ctx0" brushRef="#br0" timeOffset="18">2753 17331 8912,'-11'0'0,"-1"0"0,1-2 0,1-4 0,1 4 0,3-4 0,4 4 0,2 2 0,12 0 0,3 0 0,2 0 0,8 6 0,4 0 0,-3 7 0,3-1 0,-8-3 0,2 3 0,-4-1 0,-2 6 0,-1 3 0,-5 2 0,-1-2 0,-6 3 0,1-4 0,1-2 0,-6 0 0,-2-7 0,-4-5 0,5-3 0,-13-9 0,7-7 0,-1-5 0,0-4 0,2-5 0,6 5 0,0-6 0,0 6 0,0-6 0,0 6 0,0 0 0,8-1 0,2-3 0</inkml:trace>
  <inkml:trace contextRef="#ctx0" brushRef="#br0" timeOffset="19">3115 17193 8912,'17'10'0,"-6"-3"0,1-7 0,-1 0 0,7 0 0,-1 0 0,2 0 0,2 0 0,2 0 0,-2 0 0,4 6 0,-2 0 0,0 7 0,-6-1 0,-6 3 0,1 2 0,-8 0 0,3 0 0,-1 1 0,0-1 0,0 0 0,-6 0 0,0-7 0,0-4 0,0-14 0,0-9 0,0-2 0,0-10 0,0-5 0,1-7 0,3 3 0,2 2 0,7-4 0,-1 0 0,3 0 0,2 5 0,1 8 0,6-5 0,3 5 0</inkml:trace>
  <inkml:trace contextRef="#ctx0" brushRef="#br0" timeOffset="20">4268 16643 8912,'-10'-11'0,"4"-1"0,5 6 0,1-5 0,1 7 0,5-2 0,4-1 0,7 1 0,0 2 0,0 2 0,1 8 0,-1 0 0,0 7 0,0-2 0,0 5 0,1 3 0,-3 2 0,-4 2 0,3 5 0,-8-5 0,5 8 0,-5-2 0,-1 1 0,-5-1 0,0 3 0,-1-5 0,-5 2 0,-6-1 0,3-7 0,-3 2 0,8-11 0,-3-12 0,7-10 0</inkml:trace>
  <inkml:trace contextRef="#ctx0" brushRef="#br0" timeOffset="21">4664 16488 8912,'-16'2'0,"5"4"0,-5-4 0,5 4 0,1 3 0,-1 3 0,7 3 0,-2 2 0,5 6 0,1 2 0,1 2 0,5 3 0,9-5 0,8-2 0,10 2 0,1-2 0,1-8 0,5-9 0,-4 1 0,-1-1 0,-1-8 0,0-7 0</inkml:trace>
  <inkml:trace contextRef="#ctx0" brushRef="#br0" timeOffset="22">5128 16351 8912,'10'17'0,"-3"0"0,-7 0 0,2 6 0,4 0 0,-2 2 0,7-2 0,-7-2 0,4 6 0,-2-3 0,-1-3 0,7-7 0,-7-3 0,9-7 0,-5 4 0,9-10 0,-1-4 0,-6-11 0,1-12 0,-3-3 0,3-3 0,3 1 0,-3 0 0,-3-6 0,3-1 0,-3 7 0,5 7 0,-3 2 0,2 4 0,3 2 0,1 2 0,8 0 0,2 0 0</inkml:trace>
  <inkml:trace contextRef="#ctx0" brushRef="#br0" timeOffset="23">5817 16196 8912,'-8'-17'0,"-2"7"0,-7 4 0,0-1 0,0 1 0,-6 0 0,0 6 0,0 6 0,6 0 0,1 7 0,3 1 0,3 5 0,3 4 0,-1 0 0,2-6 0,4 0 0,-3 0 0,3 0 0,4-1 0,3-5 0,-1-3 0,8-8 0,1 0 0,2-2 0,3-4 0,-1-4 0,0-7 0,0 0 0,0 0 0,1 2 0,-1 3 0,-6-1 0,1 7 0,-6 0 0,5 6 0,1-7 0,5 7 0,-2 0 0,-3 9 0,1 1 0,-7 1 0,5 1 0,-5 5 0,7-2 0,-3-1 0,1-5 0,1-1 0,-1-3 0,6-5 0</inkml:trace>
  <inkml:trace contextRef="#ctx0" brushRef="#br0" timeOffset="24">6040 15800 8912,'0'12'0,"0"-1"0,0 1 0,0 5 0,0 8 0,0 4 0,6 5 0,2 6 0,1 6 0,5 4 0,-1 1 0,-2 1 0,5-8 0,-5-4 0,4-12 0,1-5 0,-3-4 0,-1-1 0,-1-9 0,6-3 0,1-14 0,-1-9 0,-4-2 0,4-10 0,-9-5 0,9-6 0,-3 0 0,-5-2 0,5 4 0,-9-8 0,7 13 0,-7-1 0,1 11 0,-6 0 0,0 10 0,0 1 0,0 8 0,0-1 0,0 10 0,0 7 0,0 3 0,0 2 0,0 0 0,0 1 0,0-1 0,6 0 0,2-2 0,-1-1 0,1-3 0,5-7 0,-3 5 0,7-3 0,-5-4 0,-3 2 0,1-6 0,-1-4 0,-3-7 0,5 1 0,-5 3 0,6-3 0,-9 1 0,7-4 0,-6 1 0,2 3 0,-1 7 0,1-2 0,0 12 0,5-2 0,-5 7 0,7 1 0,-1 5 0,3-2 0,2-3 0,1 1 0,-1-7 0,0-2 0,0-2 0,2-2 0,4 0 0,-4-8 0,4-4 0,-4-3 0,-1-4 0,-3-2 0,-4-2 0,-3-5 0,-8 5 0,0-6 0,0 6 0,-2 2 0,-4 10 0,3-3 0,-11 8 0,-3 5 0,-4 4 0,-2 15 0,6 10 0,0 5 0,-1 1 0,9 6 0,3 0 0,4 6 0,2-6 0,10-2 0,7-9 0,12 0 0,17-12 0,7 2 0,18-15 0,3-6 0,12-13 0,-38 1 0,0 1 0</inkml:trace>
  <inkml:trace contextRef="#ctx0" brushRef="#br0" timeOffset="25">2960 18139 8912,'9'-8'0,"-3"8"0,-4 10 0,-2 7 0,0 8 0,0 7 0,0 6 0,0 3 0,2-7 0,2 0 0,2 1 0,13-7 0,-2 1 0,4-14 0,-4 1 0,2-7 0,4-5 0,-4-10 0,4-5 0,2-12 0,-2-4 0,-2-2 0,-2 1 0,-7-7 0,-1-5 0,-7 0 0,2 8 0,-4 1 0,-2 2 0,0 8 0,0 2 0,0 8 0,0 7 0,2-2 0,3 12 0,7 5 0,5 10 0,6 2 0,2 8 0,3-2 0,3 3 0,-8 3 0,8-1 0,-5-2 0,1-1 0,-4-2 0,-10-8 0,-1 2 0,-8-2 0,1 1 0,-10-2 0,-7 2 0,-5-2 0,-8-5 0,-9-4 0,-8 5 0,-10-7 0</inkml:trace>
  <inkml:trace contextRef="#ctx0" brushRef="#br0" timeOffset="26">2788 18018 8912,'-12'-1'0,"1"-5"0,-1-6 0,3-3 0,1 5 0,8-5 0,4 13 0,7-3 0,12 3 0,16 2 0,7 0 0,9 0 0,2 0 0,8-8 0,-3-2 0</inkml:trace>
  <inkml:trace contextRef="#ctx0" brushRef="#br0" timeOffset="27">4147 18087 8912,'-9'2'0,"3"4"0,4 5 0,2 5 0,0 1 0,0 0 0,0 8 0,0 3 0,2 5 0,4 1 0,-4-1 0,3-5 0,-3 3 0,-2-6 0,0 2 0,0-14 0,0 10 0,0-14 0</inkml:trace>
  <inkml:trace contextRef="#ctx0" brushRef="#br0" timeOffset="28">3992 18001 8912,'-1'-11'0,"-3"-1"0,-2-1 0,0 3 0,6-1 0,0 7 0,4-4 0,8 8 0,-1 0 0,29-7 0,-4-3 0</inkml:trace>
  <inkml:trace contextRef="#ctx0" brushRef="#br0" timeOffset="29">4526 18070 8912,'0'27'0,"0"3"0,0-7 0,0 0 0,0-6 0,0 1 0,0-1 0,-6 0 0,0 0 0,-5 0 0,5 1 0,2-1 0,2 0 0,2-6 0,0 1 0,-1-8 0,-5 1 0,4-3 0,-6-4 0,8-3 0,0-7 0,0-5 0,0-6 0,2-4 0,4-7 0,-4 0 0,5-1 0,1 1 0,4-1 0,-3 1 0,3 0 0,-1 7 0,6 4 0,-3 4 0,3 2 0,-9 1 0,9 5 0,-2 3 0,6 10 0,2 4 0,-2 5 0,4 12 0,-2 6 0,6 3 0,-7 3 0,7-7 0,-6 1 0,8-8 0,-3 2 0,5-4 0,1-2 0</inkml:trace>
  <inkml:trace contextRef="#ctx0" brushRef="#br0" timeOffset="30">5421 17623 8912,'-6'17'0,"0"0"0,2 2 0,3 4 0,1 4 0,1 8 0,5-1 0,6 0 0,3 1 0,2-1 0,2-1 0,2-5 0,2-5 0,0-4 0,-6-2 0</inkml:trace>
  <inkml:trace contextRef="#ctx0" brushRef="#br0" timeOffset="31">5369 17950 8912,'-9'-8'0,"1"6"0,8-7 0,0 3 0,4-4 0,5-7 0,8 0 0,14 0 0,4-1 0,1-1 0,10-4 0,-8 2 0,2-7 0,2 1 0,-2-4 0,-3 3 0,-7-3 0,-7-1 0,-11-3 0,1 7 0,-7-1 0,0 8 0,-6-2 0,0 4 0,0 2 0,-2 7 0,-4 5 0,4 5 0,-4 5 0,4 11 0,2 7 0,0 7 0,0-1 0,0-3 0,0 3 0,0 0 0,0 5 0,6-5 0,0-1 0,0-7 0,-6 2 0,0 2 0,0-2 0,0-2 0,0-9 0,0-5 0,0-9 0,0-3 0,0 1 0,0-8 0,1 1 0,5-6 0,-2 0 0,6-1 0,-1 3 0,1 4 0,1-5 0,6 14 0,2-3 0,3 3 0,0 2 0,7 0 0,-6 0 0,6 5 0,-6 1 0,7 6 0,-1-7 0,-2 1 0,1-6 0,-7 0 0,2 0 0,-3 0 0,-3 0 0,-2-8 0,-3-3 0,-7-4 0,-3-2 0,-4-1 0,-3 1 0,-7 0 0,-11 0 0,4 7 0,-4 4 0,-2 5 0,2 1 0,-5 1 0,5 5 0,2 10 0,9 6 0,-1 9 0,7-4 0,2 1 0,2 1 0,4-2 0,4 1 0,11 3 0,12-8 0,11 0 0,6-6 0,11-7 0,6-5 0,4-3 0,2-9 0,0-3 0</inkml:trace>
  <inkml:trace contextRef="#ctx0" brushRef="#br0" timeOffset="32">7073 17348 8912,'-19'-17'0,"-2"-1"0,0 1 0,3 2 0,5 2 0,2 1 0,1-1 0,-5 5 0,13 1 0,-6 10 0,10 7 0,2 11 0,2 9 0,7 7 0,-2 12 0,5 1 0,1 4 0,0 1 0,0-3 0,-1-1 0,-5 1 0,3-1 0,-9 1 0,1-10 0,-6-6 0,0-7 0,0-4 0,0-2 0,0-14 0,-2-9 0,-4-11 0,4-6 0,-3-6 0,3-4 0,2-8 0,2 1 0,3 0 0,3-1 0,4 1 0,3 7 0,-2 4 0,6 4 0,4 2 0,0 7 0,-6 5 0,1 3 0,-1 2 0,0 2 0,0 3 0,-1 5 0,-5 7 0,-3 6 0,-8 2 0,-2 2 0,-4 3 0,-4-3 0,-7 2 0,-6-3 0,-2 5 0,1-4 0,-1-2 0,0-3 0,2-4 0,4-1 0,-4 0 0,4-7 0,2-5 0,5-3 0,1-2 0,7-2 0,-2-3 0,12-5 0,11-15 0,10-2 0</inkml:trace>
  <inkml:trace contextRef="#ctx0" brushRef="#br0" timeOffset="33">7434 17640 8912,'10'0'0,"-3"2"0,-7 4 0,2-2 0,2 7 0,2 2 0,0 8 0,-6 4 0,0 0 0,0 0 0,1 6 0,5-3 0,-4-3 0,4-2 0,2 2 0,-3-2 0,-1-2 0,-2-2 0,-2-10 0,0-1 0</inkml:trace>
  <inkml:trace contextRef="#ctx0" brushRef="#br0" timeOffset="34">7383 17554 8912,'0'-17'0,"-2"0"0,-2 0 0,-2-1 0,0 1 0,6 0 0,8 7 0,3 5 0,5 3 0,1 2 0,8 0 0,2 7 0,7 3 0</inkml:trace>
  <inkml:trace contextRef="#ctx0" brushRef="#br0" timeOffset="35">7882 17726 8912,'-8'17'0,"6"1"0,-4-1 0,4 0 0,2 0 0,0 2 0,0 2 0,0 4 0,0 2 0,0-4 0,0 5 0,0-7 0,0 2 0,-5 2 0,-1-2 0,0 0 0,6-6 0,0-7 0,0-3 0,0-22 0,0-8 0,0-7 0,6-5 0,0 1 0,5-6 0,-5 0 0,5-6 0,-3 6 0,2 1 0,3 3 0,-4 4 0,3 3 0,-1 4 0,7 8 0,-1 7 0,0 9 0,0 10 0,0 14 0,1 9 0,-1 9 0,0 4 0,0 13 0,0-7 0,1 1 0,7-1 0,1-7 0</inkml:trace>
  <inkml:trace contextRef="#ctx0" brushRef="#br0" timeOffset="36">9207 17313 8912,'9'0'0,"-1"-7"0,-8-3 0,0-7 0,0 0 0,0 0 0,0 5 0,0 1 0,-2 7 0,-4-2 0,4-3 0,-5 7 0,5-6 0,-2 6 0,-2-3 0,-1 3 0,1-4 0,4 4 0,-6-6 0,1 6 0,-3-5 0,-1 7 0,-1 0 0,8 0 0,-3 2 0,5 1 0,-4 3 0,4 0 0,-11-4 0,7 4 0,0-4 0,4 5 0,-3-7 0,3 0 0,-6 0 0,0 0 0,6 8 0,-7-6 0,3 3 0,4-3 0,-11 0 0,7 4 0,-2-4 0,3 4 0,-5-3 0,-7 3 0,0-4 0,0 4 0,-3 3 0,-1 1 0,-3 1 0,-3 1 0,4-1 0,-6 6 0,2-5 0,-1-1 0,-3-1 0,8 1 0,0 5 0,6-7 0,0 3 0,0-1 0,5-1 0,1 1 0,7 4 0,-2-3 0,-2 3 0,3 2 0,-1 4 0,6 8 0,0 2 0,0 15 0,0 7 0,0 12 0,0 6 0,0 3 0,0 6 0,0-5 0,0 5 0,0-5 0,2-9 0,4-8 0,-3-10 0,9-3 0,-1-14 0,7-4 0,-1-10 0,0-6 0,2-7 0,4 2 0,4-4 0,7-2 0,1-8 0,-1-3 0,6-5 0,0-1 0,-1 0 0,-3 0 0,-2 2 0,1 3 0,-7 4 0,1 8 0,-14 0 0,3 0 0,-13 0 0,3 0 0</inkml:trace>
  <inkml:trace contextRef="#ctx0" brushRef="#br0" timeOffset="37">9465 17846 8912,'-17'0'0,"-1"0"0,1 0 0,0 0 0,0 0 0,0 0 0,5 2 0,2 4 0,1 7 0,-1 9 0,7-1 0,-3 7 0,12-1 0,5 3 0,6-3 0,6-2 0,2-2 0,4-6 0,3-7 0,-3-5 0,3-3 0,3-2 0,-8-2 0,-4-3 0,-4-7 0,-2-9 0,-2-2 0,-3 2 0,-5-4 0,-7 3 0,0-7 0,0 6 0,-9-2 0,-8 2 0,-1 4 0,-5-4 0,-2 10 0,3 1 0,-7 9 0,6-3 0,8 4 0,-1 2 0,7 0 0</inkml:trace>
  <inkml:trace contextRef="#ctx0" brushRef="#br0" timeOffset="38">9981 17932 8912,'2'18'0,"2"-1"0,2 0 0,-1 6 0,-5 0 0,0 2 0,0-2 0,0 1 0,0 9 0,0-1 0,0 5 0,0 1 0,0-4 0,2 1 0,4-1 0,-4 0 0,21-7 0,-4-2 0</inkml:trace>
  <inkml:trace contextRef="#ctx0" brushRef="#br0" timeOffset="39">10377 17829 8912,'-12'12'0,"1"-3"0,-1 1 0,3-1 0,-5-3 0,9 6 0,-1-7 0,6 7 0,0-6 0,0 5 0,8 0 0,3 5 0,6-3 0,6-1 0,4-3 0,7 3 0,-1 3 0,-4-4 0,1 5 0,-7 1 0,6-6 0,-6 1 0,-2-1 0,-10 6 0,-3 6 0,-8 0 0,-2-2 0,-4-2 0,-3 4 0,-8 0 0,-6 0 0,0-6 0,-6 1 0,6-1 0,-6-2 0,6-4 0,-7-3 0,3-8 0</inkml:trace>
  <inkml:trace contextRef="#ctx0" brushRef="#br0" timeOffset="40">10360 17881 8912,'17'-25'0,"0"-2"0,2 1 0,4 3 0,-2 4 0,8 1 0,0 1 0,5 0 0,-5 5 0,-1 1 0,1 7 0,5-2 0,1 5 0,-3 1 0,-1 0 0,-2 0 0,-8-8 0,3-2 0</inkml:trace>
  <inkml:trace contextRef="#ctx0" brushRef="#br0" timeOffset="41">10841 17348 8912,'0'9'0,"6"-3"0,0-12 0,7 5 0,-1-5 0,9-4 0,4 1 0,1-3 0,5 1 0,3 5 0,7-5 0,-5 7 0,4-2 0,-4 4 0,-1 2 0,5 2 0,0 4 0,0 5 0,-5 12 0,-3 6 0,-3 11 0,-2 4 0,-4 7 0,-4 9 0,4 3 0,-4 4 0,-2 1 0,0 3 0,0 4 0,1-11 0,-1 5 0,-8-6 0,-3 0 0,-4 4 0,-2-4 0,-9-4 0,-9-1 0,-10-5 0,-18-1 0,-12-3 0,-7-3 0,-3-4 0,-1-7 0,-6-1-222,1 1 0,-7-1 222,7 0 0,-9-5 0,3 0 0,-12-6 0,44-9 0,-1 0 0,-4 0 0,-1 1 0,-1 0 0,1 0 0,-1-1 0,-1-1 0,-2-1 0,-1-1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20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14318 14597 8912,'9'-2'0,"-3"-4"0,-4-5 0,-4-2 0,-2-1 0,-2 3 0,3-3 0,-5 5 0,2-3 0,0-1 0,-1-2 0,3-1 0,-6 3 0,3 2 0,3-3 0,-6 1 0,-1 1 0,1-1 0,-1 5 0,-3 1 0,-1-1 0,-10 2 0,-3 6 0,-1 0 0,-4 0 0,-3 2 0,0 4 0,-6 3 0,0 11 0,0 1 0,0 2 0,-4 5 0,5-5 0,1 8 0,6-3 0,-1 5 0,1 1 0,2 1 0,3-1 0,-2 8 0,8 4 0,0-2 0,6 2 0,2-1 0,3-1 0,-1 6 0,7-4 0,1-2 0,5 2 0,0-6 0,0 6 0,5-6 0,1 6 0,7-1 0,-3 7 0,3-2 0,5-4 0,-5 1 0,10-7 0,-2 1 0,2-7 0,-2-7 0,8-4 0,-1-4 0,7-2 0,-1-8 0,1-3 0,-1-4 0,2-2 0,3 0 0,1 0 0,6-8 0,-6-3 0,0-10 0,-4-4 0,2-2 0,3-3 0,4-3 0,-4-1 0,6-2 0,-1-4 0,0 1 0,6-6 0,-12 1 0,6-2 0,-8 2 0,-3 4 0,-1 7 0,0-3 0,-1 2 0,-4 3 0,-5 2 0,-6 1 0,-3-3 0,-2 6 0,-3 0 0,-2 1 0,-3-5 0,-5 6 0,0-8 0,0 3 0,0-5 0,0-1 0,-5-2 0,-1-5 0,-6-1 0,5-3 0,-3 5 0,-3 3 0,-4-3 0,-6 0 0,2 2 0,-8 9 0,-2-1 0,-9 7 0,2 0 0,-8 6 0,-6 1 0,-5 5 0,-2 3 0,3 8 0,1 2 0,5 4 0,0-2 0,10 7 0,4 2 0,5 3 0,5-1 0,4-2 0,0-1 0,1 1 0,7 2 0,3 3 0,1-1 0,-3 2 0,1 2 0,-1 2 0,3 0 0,-1-6 0,-1 6 0,-5 2 0,0 2 0,0 3 0,0 3 0,-1 1 0,1 2 0,0 4 0,-6-3 0,0 3 0,-6-4 0,6-2 0,0 1 0,-1-1 0,4 4 0,-2-3 0,2 3 0,3-9 0,0 1 0,0-1 0,1 3 0,5-3 0,-2 4 0,5 1 0,0 0 0,1 1 0,-5 5 0,6 0 0,1 6 0,5-6 0,0 0 0,0-6 0,2 5 0,3-5 0,-1 2 0,8-11 0,3 0 0,6 0 0,-2 3 0,4-5 0,2 0 0,-2-6 0,9-5 0,3-1 0,-1-1 0,6 1 0,4-3 0,0-8 0,2-2 0,0-4 0,6-3 0,5-8 0,-5-6 0,-6 0 0,-2-8 0,1 3 0,5-3 0,-4 2 0,-2-3 0,2 3 0,0-1 0,-2 1 0,4-3 0,-8 3 0,-2-2 0,-9 3 0,1-3 0,-7 8 0,4-7 0,-10 1 0,2 4 0,-11 0 0,2 2 0,3 0 0,-5 1 0,-3 4 0,3 1 0,-2 0 0,-1-6 0,-5 0 0,6-6 0,0 7 0,0-9 0,-6 2 0,0-5 0,0-6 0,0-4 0,0-8 0,0 6 0,0 1 0,0-1 0,0-6 0,-8 8 0,-3 4 0,1 6 0,-2 5 0,-5-2 0,-6 9 0,0 1 0,-1 1 0,2 3 0,-6 0 0,5 0 0,-6 0 0,-1 1 0,-3 5 0,-1-4 0,-1 3 0,-7 3 0,-4-3 0,4 3 0,2-3 0,-2 5 0,2 7 0,2 0 0,1 0 0,9 0 0,-1 0 0,8 7 0,-4 5 0,2 3 0,0 2 0,2-5 0,10-1 0,-3 0 0,9 7 0,-9-3 0,3-4 0,1 3 0,1-7 0,1 3 0,-4-4 0,7 5 0,-1-5 0,6 5 0,-8-7 0,6 6 0,-3-5 0,3 7 0,2 3 0,-8 2 0,-1 1 0</inkml:trace>
  <inkml:trace contextRef="#ctx0" brushRef="#br0" timeOffset="1">23025 4298 8912,'-9'-7'0,"-1"3"0,6-8 0,-1-1 0,-7 3 0,6-1 0,1 5 0,5-5 0,0 7 0,-2-4 0,-4 8 0,2 0 0,-7 0 0,5 0 0,-6 0 0,7 0 0,-7 2 0,-1 2 0,-2 2 0,-8 7 0,0-1 0,-2 3 0,2 2 0,-4 6 0,-7 2 0,-3 2 0,-3 3 0,2 10 0,-8 6 0,-2 4 0,-9 1 0,-2 9-273,-4 3 0,-3 4 273,9 1 0,-6 1 0,6 0 0,-8 0 0,3-1 0,-1 1 0,0 0 0,6 5 0,26-36 0,-1-1 0,-1 3 0,-1 0 0,0-3 0,-1 1 0,-1 2 0,1 0 0,-22 34 0,-2 3 0,1-3 0,3-1 0,24-32 0,-1 0 0,-1 2 0,-1 0 0,-2 1 0,-1 2 0,1 3 0,0 1 0,-5-1 0,1 0 0,4-2 0,0-1-184,-2 0 0,1 0 0,4 1 1,3 1 183,0 1 0,3 0 0,2 1 0,2 1 0,1-1 0,0-1 0,1-1 0,0-2 0,-18 40 0,-3-10 0,2 5 0,-8 1 0,25-37 0,1 1 0,0-2 0,0 0 0,-1 2 0,0 0 0,1-2 0,0 0-236,-24 42 0,-4-4 236,4 4 0,-2-10 0,24-32 0,1 0 0,0 1 0,2 0 0,0 3 0,0 0 0,-3-1 0,0 1 0,1 1 0,0 0 0,-2-4 0,0-1 0,-1 2 0,1 0 0,-1 0 0,0 0 0,0 2 0,0 1 0,0-1 0,1 2 0,-1 4 0,0 0 0,0-2 0,0 0 0,1-3 0,1-1 0,0-1 0,0 0 0,0-1 0,2 1 0,2 1 0,0 0 0,-3 3 0,0 1 0,3-4 0,0-1 0,-3 0 0,0-2 0,-17 37 0,-6-1 0,-2-1 0,20-37 0,-1 0 0,2-1 0,0 0 0,-1-1 0,-1 0 0,-25 39 0,3 2 0,-1-3 0,0 1 0,8-8 0,4 3 0,4-2 0,1 1 0,-1 4 0,-4 8 0,-4-2 0,-8-1 0,1-5 0,-1-2 0,-7 1 0,27-40 0,1 0 0,-28 36 0,30-33 0,0 0 0,-24 33 0,1 1 0,6-3 0,0-2 0,8-8 0,-4-2 0,0-2 0,-4 1 0,-10 7 0,-1-2 0,-8 3 0,2 3 0,-4 0 0,-2 0 0,6 0 0,0-1 0,8-7 0,-1-3 0,6-5 0,5-1 0,-1 7 0,-6 4 0,0-4 0,1-1 0,-1-7-68,1-5 0,1 2 68,4-8 0,4 6 0,7-6 0,-5 2 0,0-4 0,2 2 235,2-2 0,7-1-235,0-3 0,6-1 362,-5-5 0,1 5-362,-2-5 0,-1-3 132,7-2 1,-6-2 0,4 0-1,-2 2-132,-3-2 0,-3-2 82,-1-2 1,-1 1-83,1-1 0,0 6 0,-1 0 0,6 0 0,1-6 0,7 0 0,-4 2 0,2 2 0,0 2 0,6-6 0,5-5 0,1-1 0,-6 6 0,-1-1 0,1-5 0,6 4 0,-1-3 0,1 3 0,-6 2 0,-1 0 0,9-7 0,-5 0 0,9-5 0,-1-3 0,6 6 0,-2-8 0,-4 0 0,4 0 0,-7 0 0,3 0 0,4 0 0,-5 0 0,-1 0 0,6 0 0,-8 0 0,5 0 0,3 0 0,-6 0 0,8 0 0,0 0 0,8 0 0,1-8 0,1-1 0,-2-9 0</inkml:trace>
  <inkml:trace contextRef="#ctx0" brushRef="#br0" timeOffset="2">15471 13737 8912,'0'-11'0,"0"-1"0,0-1 0,0-2 0,0 5 0,0 3 0,-6 20 0,-2 4 0,-1 2 0,-3 8 0,-5 4 0,-2 5 0,-4 4 0,-4 15 0,-7 3 0,-1 1 0,-1 4 0,-2 2 0,-2 2 0,-1-4 0,7 0 0,2-15 0,5-3 0,10-8 0,9-9 0,6-3 0,2-8 0,2-1 0,4-5 0,9-3 0,8-8 0,7 2 0,-1 3 0,4-3 0,1 4 0,0-4 0,1-2 0,1 6 0,4-1 0,-3 3 0,3-2 0,-6 1 0,-5 5 0,3 1 0,-3-7 0,4 5 0,1-5 0,-5 6 0,-1-7 0,-1 3 0,2-4 0,-6 2 0,-4-3 0,0 5 0,4-2 0,-4 1 0,4-1 0,-4-2 0,-2 7 0,1-1 0,-1 1 0,0 5 0,0-7 0</inkml:trace>
  <inkml:trace contextRef="#ctx0" brushRef="#br0" timeOffset="3">18224 602 8912,'-13'-6'0,"-3"-2"0,-1-1 0,2-3 0,3 1 0,3 1 0,-1 3 0,1 5 0,-3 13 0,5 8 0,7 16 0,0 1 0,0 4 0,0 4 0,0 10 0,0 1 0,0 2 0,0 8 0,0-2 0,1 2 0,3-2 0,4-5 0,1-5 0,3-9 0,5-4 0,2-11 0,4-6 0,4-12 0,9-5 0,3-4 0,1-2 0,8-8 0,-3-3 0,-3-6 0,-1-6 0,1 4 0,-4-4 0,-6 3 0,-7 3 0,-11 0 0,-3 0 0,-15 0 0,2 0 0</inkml:trace>
  <inkml:trace contextRef="#ctx0" brushRef="#br0" timeOffset="4">18224 1083 8912,'-11'0'0,"-1"0"0,8-2 0,-2-3 0,5 3 0,2-6 0,7 6 0,9-4 0,10-5 0,6-1 0,1-5 0,6 4 0,0-10 0,0 4 0,-5 2 0,-1-1 0,-3 1 0,-8 0 0,0-8 0,-14-2 0</inkml:trace>
  <inkml:trace contextRef="#ctx0" brushRef="#br0" timeOffset="5">18121 619 8912,'-16'-8'0,"5"-3"0,3 1 0,8-1 0,4-1 0,8-5 0,7 6 0,17-1 0,4 1 0,6 1 0,4-3 0,1 7 0,-7 0 0,-3 6 0,3 8 0,0 2 0</inkml:trace>
  <inkml:trace contextRef="#ctx0" brushRef="#br0" timeOffset="6">18964 774 8912,'10'7'0,"5"11"0,-4 10 0,5 7 0,3 5 0,2 6 0,2 3 0,7 9 0,-1-1 0,-2 0 0,1-5 0,-7-8 0,2-4 0,-5-6 0,-7-5 0,4-4 0,-13-8 0,6 0 0</inkml:trace>
  <inkml:trace contextRef="#ctx0" brushRef="#br0" timeOffset="7">19429 894 8912,'-8'10'0,"-4"5"0,-10-4 0,0 7 0,-6 3 0,-3 5 0,-1 7 0,-3-1 0,1 14 0,-1-6 0,1 6 0,0 0 0,-1-2 0,8 4 0,4-8 0,6-6 0,6-5 0,3-14 0,8 2 0,2-5 0,4-1 0,5-5 0,5-4 0,8-10 0,3-9 0,8-10 0</inkml:trace>
  <inkml:trace contextRef="#ctx0" brushRef="#br0" timeOffset="8">19876 842 8912,'-17'0'0,"0"-7"0,-1 5 0,1-13 0,8 13 0,1-4 0,8 12 0,8-2 0,3 7 0,4 0 0,10 7 0,2-1 0</inkml:trace>
  <inkml:trace contextRef="#ctx0" brushRef="#br0" timeOffset="9">19945 1341 8912,'-10'0'0,"3"0"0,-1-8 0,6 7 0,-6-9 0,10 6 0,4-2 0,-4-7 0,6 3 0</inkml:trace>
  <inkml:trace contextRef="#ctx0" brushRef="#br0" timeOffset="10">21115 550 8912,'0'-17'0,"0"0"0,0 5 0,0 1 0,0-3 0,0-1 0,0-2 0,0 6 0,-2 1 0,-4 2 0,4 6 0,-3 14 0,3 11 0,2 15 0,0 10 0,0 7 0,0 8 0,0 6 0,0 4 0,2 1 0,3-1 0,-1-3 0,8-1 0,-6-8 0,3-3 0,1-7 0,-1-5 0,-3-13 0,5-16 0,1-8 0,5-9 0</inkml:trace>
  <inkml:trace contextRef="#ctx0" brushRef="#br0" timeOffset="11">20943 636 8912,'-17'0'0,"0"0"0,5 0 0,1 0 0,7 0 0,-2-7 0,12-5 0,5-3 0,6-8 0,6 0 0,-2 0 0,8 6 0,0 0 0,5-1 0,1 1 0,-1 0 0,2 2 0,5 3 0,-11 5 0,5 7 0,-11 9 0,5 8 0,-10 8 0,-2 10 0,-1 5 0,-11 0 0,-1 6 0,-9-4 0,-7 0 0,-3 0 0,-8 2 0,0-10 0,-8 4 0,3-9 0,-3-4 0,2-2 0,-1-4 0,7-2 0,6-7 0,7-7 0,2-6 0,3-7 0,5-7 0,15-8 0,4-9 0,15-10 0</inkml:trace>
  <inkml:trace contextRef="#ctx0" brushRef="#br0" timeOffset="12">21941 430 8912,'-9'-17'0,"-7"-1"0,7 1 0,-9 0 0,3 11 0,4 12 0,5 15 0,4 10 0,-4 11 0,1 4 0,-3 11 0,4 6 0,-2 4 0,3 1 0,1 1 0,2 0 0,0 0 0,0 0 0,5-8 0,1-4 0,7-5 0,-1-8 0,1-10 0,-1-9 0,3-14 0,2 5 0,10-7 0</inkml:trace>
  <inkml:trace contextRef="#ctx0" brushRef="#br0" timeOffset="13">22182 842 8912,'-8'27'0,"-3"-4"0,-4-2 0,-3 2 0,1 4 0,0 7 0,0 2 0,1 3 0,5 1 0,5-2 0,4-2 0,2-1 0,2-9 0,4-3 0,9-5 0,8-7 0,8 2 0,-3-7 0,3-2 0,0-10 0,-3-5 0,3-5 0,-6-8 0,-2-5 0,-6 2 0,-6-1 0,-3-1 0,-8-5 0,-2 1 0,-4 4 0,-5-1 0,-12 7 0,-6 0 0,-3-2 0,3 12 0,0-4 0,7 11 0,-7 0 0,8 4 0,-2 2 0,9 2 0,3 4 0,7-4 0,-3 13 0,7-5 0</inkml:trace>
  <inkml:trace contextRef="#ctx0" brushRef="#br0" timeOffset="14">22801 464 8912,'-17'-34'0,"2"1"0,2 5 0,1 5 0,8 4 0,-11 11 0,5 10 0,1 13 0,-4 18 0,7 13 0,-8 5 0,3 6 0,-2 5 0,1 6 0,2-1 0,5-4 0,3 4 0,-2-6 0,8 0 0,7-3 0,10-7 0,2-5 0,6-10 0,-6-7 0,6-10 0,-6-2 0,-1-7 0,-4-10 0,7 0 0,1 0 0</inkml:trace>
  <inkml:trace contextRef="#ctx0" brushRef="#br0" timeOffset="15">22681 877 8912,'-23'-8'0,"0"-1"0,4-3 0,6 1 0,-3 7 0,14-4 0,6 8 0,17-2 0,14-1 0,7-3 0,9-2 0,7 2 0,5 3 0,-6-9 0,1 8 0,1-19 0,2 4 0</inkml:trace>
  <inkml:trace contextRef="#ctx0" brushRef="#br0" timeOffset="16">24075 361 8912,'-34'-8'0,"-7"-1"0,1-8 0,-6 9 0,4 8 0,-2 10 0,-4 5 0,-1 8 0,-3 0 0,14 7 0,3-1 0,13 9 0,-1 2 0,5 0 0,7-5 0,5-1 0,4 1 0,12-1 0,7 0 0,2-7 0,10-4 0,-2-4 0,1-2 0,5-5 0,-5-1 0,9-1 0,-1 1 0,-3-3 0,-1-1 0,-5-3 0,2 8 0,-8-6 0,2 5 0,-4-5 0,-2 5 0,-8-5 0,-3 5 0,-4 1 0,-6 5 0,-7 0 0,-12 0 0,-8 1 0,-3-1 0,-1 0 0,1 0 0,0-2 0,-1-3 0,3-4 0,3-8 0,-4 0 0,7 0 0</inkml:trace>
  <inkml:trace contextRef="#ctx0" brushRef="#br0" timeOffset="17">24402 636 8912,'-17'8'0,"5"-4"0,1 7 0,7-5 0,-2 5 0,4 1 0,2 5 0,0 0 0,0 0 0,0 2 0,0 4 0,2-4 0,2 6 0,2-2 0,-2 0 0,-3 2 0,-1-2 0,0-4 0,0 6 0,0-8 0,0-7 0,0-3 0,2-7 0,2-2 0,2-3 0,0-7 0,-4-11 0,3-5 0,7-5 0,-3-7 0,3 0 0,-1-6 0,7 6 0,-1 2 0,0 9 0,0-2 0,0 8 0,6 2 0,0 10 0,0 3 0,-6 8 0,1 8 0,-1 5 0,0 6 0,0 4 0,-1 8 0,-5-2 0,2 3 0,-7 2 0,0-1 0,-6-4 0,2 1 0,2-7 0,1-2 0,1-2 0,-4-9 0,4-4 0,-2-10 0,7-2 0,-5-9 0,5-3 0,1-1 0,5-7 0,0-1 0,0 0 0,-1-2 0,-5-5 0,4 7 0,-3 4 0,-3 4 0,3 2 0,-8 0 0,5 2 0,-3 3 0,-2 6 0,7 12 0,-7 6 0,2 11 0,-2-4 0,1 4 0,-3 1 0,6-1 0,-2-2 0,-1-2 0,7-1 0,-6-1 0,5-6 0,-5 1 0,5-6 0,-5 5 0,7-7 0,-3 3 0,7-7 0,-1-1 0,-3-3 0,-2-4 0,3-1 0,-1 3 0,-1-6 0,1 7 0,-7-7 0,7 8 0,-1-1 0,-3-3 0,3 2 0,-1 0 0,6 6 0,1 0 0,-1 0 0,-2 2 0,-2 2 0,-1 2 0,-1 0 0,5-8 0,-5-4 0,-1 4 0,-5-4 0,-3-3 0,4-3 0,-4 3 0,-2-3 0,0-1 0,0-2 0,-2 3 0,-4 1 0,3 1 0,-9-1 0,-5 1 0,-6 5 0,0 3 0,6-4 0,0 6 0,-1 6 0,7-3 0,-1 9 0,7-6 0,-7 5 0,8-7 0,-3 11 0,7-5 0</inkml:trace>
  <inkml:trace contextRef="#ctx0" brushRef="#br0" timeOffset="18">25693 705 8912,'0'-12'0,"0"1"0,0 5 0,0-5 0,-8 7 0,-2-4 0,-7 8 0,0 2 0,-2 4 0,-2 5 0,-2 5 0,2 7 0,9 0 0,-1 5 0,7-5 0,0 6 0,6-6 0,0 0 0,2-6 0,4 0 0,6 0 0,5-7 0,6-4 0,-2-5 0,7-1 0,-7-1 0,2-5 0,2-9 0,-2-8 0,0-2 0,-6 2 0,-5 2 0,-1-8 0,-7 6 0,2-5 0,-6 1 0,-6-2 0,-3-1 0,-9 7 0,1 2 0,0 2 0,-6 9 0,0 4 0,0 4 0,8 4 0,3 4 0,5-4 0,14 13 0,3-5 0</inkml:trace>
  <inkml:trace contextRef="#ctx0" brushRef="#br0" timeOffset="19">26295 430 8912,'-6'-40'0,"0"2"0,1 7 0,-3 12 0,6 2 0,-6 15 0,8-4 0,-1 14 0,-3 9 0,-2 10 0,-2 7 0,3 6 0,3 4 0,-4 8 0,4-7 0,2 1 0,0-6 0,0 6 0,0-8 0,0 3 0,2-5 0,4-2 0,-3-1 0,9-5 0,-6-3 0,5-8 0,3 1 0,-7-9 0,9-9 0,-7-9 0</inkml:trace>
  <inkml:trace contextRef="#ctx0" brushRef="#br0" timeOffset="20">26123 739 8912,'-27'-26'0,"4"3"0,6 4 0,3 1 0,3 1 0,7 6 0,-2-1 0,14 8 0,9-1 0,8 3 0,11 2 0,5-2 0,5-4 0,3 4 0,3-4 0,3-1 0,-3 1 0,1-7 0,-12 3 0,-3-3 0,-2-4 0,-3 3 0,-5-9 0,-5 4 0,-11 2 0,-5 0 0,-7 0 0,0-1 0,-1 3 0,-5 4 0,-6 5 0,3 6 0,-3 6 0,7 9 0,-7 8 0,8 7 0,-1-1 0,-3 9 0,2 2 0,-2 1 0,5-7 0,-3 0 0,2 1 0,0-1 0,-1 0 0,3-7 0,-4-4 0,4-4 0,2-2 0,-2-1 0,-4-5 0,4-3 0,-3-16 0,10-3 0,5-12 0,7-6 0,0 2 0,1-1 0,-1 5 0,0-6 0,2 10 0,4 2 0,-4 2 0,6 7 0,-2 0 0,0 1 0,6 3 0,-6 10 0,0 5 0,-6 12 0,6-2 0,0 8 0,5-3 0,-5 3 0,8-4 0,3-8 0,10 0 0</inkml:trace>
  <inkml:trace contextRef="#ctx0" brushRef="#br0" timeOffset="21">27947 258 8912,'-6'-17'0,"0"0"0,3-1 0,-1 1 0,0 0 0,-2 0 0,0 3 0,6 9 0,0 16 0,0 23 0,0 12 0,0 10 0,-5 5 0,-1 10 0,2 1 0,2 3 0,-3 5 0,-3-6 0,0-1 0,1-2 0,-7-4 0,3-4 0,1-12 0,1-13 0,-1-7 0,0-8 0,7-12 0,-5-7 0,8-15 0,2-10 0,4-19 0,7-8 0,8-8 0,0 3 0,8-4 0,-8-1 0,2 7 0,2-3 0,-2 14 0,-2 8 0,-8 11 0,-2 7 0,3 8 0,-5 8 0,3 10 0,-6 7 0,5 15 0,-7 6 0,2 1 0,1 4 0,-1-4 0,7-1 0,-1-6 0,1-1 0,-1-5 0,9-3 0,-4-10 0,2-3 0,0-7 0,-2-3 0,1-2 0,-1-9 0,0-8 0,0-2 0,0-10 0,-1 0 0,-5-5 0,3 5 0,-9 1 0,1 7 0,-6-2 0,8 3 0,-6 11 0,5 3 0,-7 12 0,0 7 0,0 8 0,0 6 0,0 7 0,6-1 0,0-4 0,7 1 0,-1-7 0,3 4 0,2-10 0,0 2 0,1-13 0,1 0 0,4-6 0,-2-4 0,7-8 0,-7-1 0,2-14 0,-4 0 0,-1 1 0,-1-3 0,0-5 0,-5 5 0,-1 0 0,-7 6 0,2-5 0,1 7 0,-1-2 0,0 11 0,-6 7 0,0 10 0,5 7 0,1 11 0,6 3 0,-7 9 0,7-6 0,-6-1 0,5 1 0,-5 5 0,1-5 0,-3 0 0,2-1 0,-2-1 0,-2-2 0,-2-8 0,-2 0 0,-4 0 0,-11-5 0,-12-1 0,-3-7 0,-3 4 0</inkml:trace>
  <inkml:trace contextRef="#ctx0" brushRef="#br0" timeOffset="22">28257 619 8912,'0'-17'0,"0"0"0,0-1 0,5 1 0,1 0 0,9 0 0,3 0 0,8 5 0,15 3 0,6 1 0,9 4 0,5-5 0,8-1 0</inkml:trace>
  <inkml:trace contextRef="#ctx0" brushRef="#br0" timeOffset="23">29272 499 8912,'-2'-10'0,"-4"4"0,4 4 0,-5 4 0,7 6 0,0 9 0,0 10 0,0 7 0,0 6 0,2-1 0,3 6 0,3 7 0,7 7 0,1 0 0,3 1 0,0-3 0,-8-5 0,5-3 0,-5-3 0,-3 4 0,-1-6 0</inkml:trace>
  <inkml:trace contextRef="#ctx0" brushRef="#br0" timeOffset="24">29151 911 8912,'-7'-17'0,"-5"0"0,-1 0 0,0-1 0,3 1 0,2 0 0,3 0 0,7 2 0,3 3 0,7 6 0,13 4 0,9 2 0,8 0 0,10 0 0,-1 0 0,1 0 0,0-1 0,-1-5 0,-5 2 0,0-7 0,0-1 0,6-5 0</inkml:trace>
  <inkml:trace contextRef="#ctx0" brushRef="#br0" timeOffset="25">29702 688 8912,'-17'9'0,"-6"1"0,0-4 0,-6-3 0,6 9 0,-5 1 0,5 10 0,-6-2 0,6 8 0,6-2 0,7 3 0,3-3 0,3-2 0,2-2 0,2-6 0,8-6 0,3 1 0,6-8 0,6 1 0,4-5 0,8-5 0,-1-7 0,0-11 0,1 4 0,-1-4 0,-1-2 0,-5 2 0,-3 0 0,-6 4 0,0-2 0,-1-2 0,3 2 0,-10 10 0,-1-4 0,1 3 0,-5-3 0,5-2 0,-7 0 0,12-1 0,-7 1 0</inkml:trace>
  <inkml:trace contextRef="#ctx0" brushRef="#br0" timeOffset="26">30167 533 8912,'-17'0'0,"-1"0"0,1 0 0,0 0 0,-2 0 0,-4 0 0,2 8 0,-8 3 0,6 4 0,-5 3 0,7 4 0,-2 1 0,5 6 0,7-6 0,-2 6 0,7-6 0,0 5 0,6-5 0,2 0 0,4-8 0,5-1 0,4-3 0,8-7 0,0 2 0,0-4 0,-5-2 0,4 0 0,1 0 0,0 0 0,-5 0 0,-1 0 0,2 0 0,4 0 0,-4 0 0,6 2 0,-8 3 0,0 9 0,0 7 0,-1 0 0,-5 7 0,-5 5 0,-4 5 0,-2 0 0,0 8 0,-2-6 0,-4 4 0,-7-2 0,-8-4 0,0 4 0,-8-1 0,-2-7 0,-9-5 0,4-8 0,-4 2 0,2-12 0,-3-5 0,7-4 0,0-2 0,3-8 0,14-3 0,-2-7 0,13-5 0,2-5 0,12-10 0,9-3 0,10 3 0,5 0 0,3-2 0,1 4 0,2-5 0,2 5 0,-1 2 0,-1-6 0,2 0 0,-4-6 0,5 6 0,-5-2 0,-2 1 0,-5 5 0,0-4 0,-8 9 0,2 3 0,-12 13 0,-5-3 0,-4 13 0,-4-3 0,-4 10 0,-5 4 0,-3-3 0,1 11 0,1 3 0,-1 4 0,0 4 0,-1-4 0,5 4 0,1 1 0,2-3 0,6 6 0,0-8 0,0 4 0,0 0 0,0 3 0,2-3 0,4-2 0,3 2 0,9-2 0,-7 6 0,1-7 0,-1 7 0,6-6 0,1 0 0,-1-6 0,0-2 0,0-3 0,2-4 0,4-8 0,12-8 0,9-2 0</inkml:trace>
  <inkml:trace contextRef="#ctx0" brushRef="#br0" timeOffset="27">30941 791 8912,'-17'-17'0,"6"1"0,-1 5 0,1-2 0,-7 7 0,1 0 0,0 6 0,-6 0 0,0 0 0,-6 2 0,6 4 0,0 9 0,6 8 0,0 2 0,0-2 0,2 3 0,3 1 0,3 4 0,3-8 0,4 0 0,-4-6 0,4 0 0,2 0 0,0-5 0,0-1 0,8-7 0,3 2 0,5-4 0,1-2 0,0 0 0,0 0 0,0 0 0,1 0 0,-1 0 0,0 0 0,0 0 0,1 0 0,-1-6 0,0 0 0,0 2 0,0 2 0,-5 2 0,-1 0 0,1 0 0,5 0 0,0 0 0,0 0 0,1 0 0,-1-7 0,0-3 0,0-7 0</inkml:trace>
  <inkml:trace contextRef="#ctx0" brushRef="#br0" timeOffset="28">31234 842 8912,'-10'0'0,"-5"0"0,11 0 0,-7 0 0,7 0 0,-4 0 0,8 0 0,0 2 0,0 4 0,0 6 0,0 3 0,0 2 0,0 0 0,0 2 0,0 2 0,0 2 0,2 0 0,4-6 0,-4 1 0,3-1 0,-3 0 0,0-7 0,4-5 0,-4-3 0,11-4 0,-7-3 0,2-7 0,-3-11 0,3-2 0,4-3 0,3-11 0,-4 5 0,5-2 0,1 5 0,-2 4 0,-3 3 0,3-5 0,-4 6 0,3 6 0,-3 5 0,10 9 0,-4-3 0,4 4 0,-3 2 0,1 9 0,4 9 0,-10 1 0,4 9 0,-3-5 0,3 6 0,-2-8 0,-1 4 0,-5-2 0,-1 0 0,-2 0 0,-6-6 0,0-8 0,0-3 0,0-12 0,5-5 0,1-12 0,5 2 0,-5-8 0,8 6 0,-3-5 0,-1 1 0,1-2 0,-1 4 0,1 8 0,-1 0 0,-5 0 0,-1 7 0,8 5 0,-1 3 0,6 4 0,1 3 0,-7 5 0,1 7 0,1 0 0,2 0 0,2 6 0,1 0 0,-1 0 0,0-6 0,6 6 0,0 0 0,-2-2 0,-2-2 0,-2-1 0</inkml:trace>
  <inkml:trace contextRef="#ctx0" brushRef="#br0" timeOffset="29">23679 5588 8912,'0'-17'0,"0"-1"0,0 1 0,0 0 0,0 0 0,0 0 0,-2 1 0,-4 5 0,5-4 0,-7 15 0,8 1 0,0 15 0,-2 11 0,-2 13 0,-2 5 0,3 5 0,-1 7 0,0 1 0,-2-3 0,2-1 0,-3-3 0,1 1 0,0-3 0,6-3 0,-5-4 0,-1-7 0,2-1 0,-6-15 0,-7-19 0,-10-19 0</inkml:trace>
  <inkml:trace contextRef="#ctx0" brushRef="#br0" timeOffset="30">23335 5553 8912,'-17'-7'0,"1"3"0,5-8 0,-2 7 0,7-7 0,4 7 0,13-7 0,10 6 0,20-5 0,6-2 0,9-3 0,-1-3 0,8-4 0,4 4 0,2-4 0,2 10 0,-14 1 0,-1 9 0,-12-1 0,-12 9 0,-13 13 0,-11 8 0,-14 14 0,-21 4 0,-18 8 0,-13-8 0,-11 6 0,1-6 0</inkml:trace>
  <inkml:trace contextRef="#ctx0" brushRef="#br0" timeOffset="31">23352 6018 8912,'-17'11'0,"0"-1"0,0-3 0,7-1 0,6-6 0,16 0 0,7-8 0,17-5 0,4-8 0,6-8 0,10-3 0,1-3 0,0 7 0,-5-1 0,5 2 0,1-1 0,7-5 0,-4 7 0</inkml:trace>
  <inkml:trace contextRef="#ctx0" brushRef="#br0" timeOffset="32">24402 5708 8912,'-2'10'0,"-4"-5"0,-5-3 0,-5-2 0,-1 0 0,0 0 0,-2 6 0,-2 2 0,-4 1 0,-2 5 0,4 1 0,-5 2 0,7 8 0,-2 4 0,4 3 0,1 2 0,3-5 0,4 0 0,3-3 0,8 3 0,0-4 0,0-8 0,2-7 0,4-5 0,5-5 0,4-5 0,4-7 0,4-11 0,-3-3 0,2-9 0,-2-1 0,-3-4 0,0-4 0,0-8 0,0 6 0,1 1 0,-1-5 0,0-5 0,-2-1 0,-3-7 0,1 10 0,-7 1 0,0 8 0,-6 10 0,0 7 0,0 4 0,0 12 0,0 11 0,0 11 0,0 14 0,0 9 0,-6 10 0,0 13 0,-5-3 0,5 5 0,2-1 0,2-1 0,2-2 0,0-9 0,0-4 0,0-8 0,8 5 0,3-5 0,7-5 0,5-18 0,-2 3 0,7-9 0,-1-1 0,4-12 0,-3-7 0,3-6 0,-1-7 0,-1 5 0,2-8 0,-10 4 0,-6-1 0,-7-1 0,-6 6 0,-2-6 0,-4 8 0,-8-2 0,1 6 0,-12 6 0,-2 3 0,2 8 0,-2 0 0,2 0 0,4 8 0,-4 3 0,6 10 0,4 4 0,3 2 0,2 3 0,3 1 0,5-2 0,7 1 0,5-7 0,13 6 0,9-6 0,10-8 0,13-9 0,-1-4 0,7-2 0,-2-2 0,2-4 0,-3-9 0,-11-10 0,-3-2 0,-6-3 0,-5-3 0,-7-1 0,-3 7 0,-8 4 0,-1-2 0,-5 2 0,-3 0 0,-8 6 0,-2 0 0,-4 2 0,-5 3 0,-12 5 0,-6 7 0,4 1 0,2 5 0,-1 10 0,1 6 0,0 3 0,5-2 0,1-4 0,2 6 0,2-2 0,1 0 0,6 0 0,-5-6 0,7 0 0,-2 0 0,4 1 0,2-1 0,2-8 0,4-3 0,4-4 0,7-2 0,0-2 0,0-4 0,0-3 0,1-8 0,-3-1 0,-4 1 0,5 0 0,-5 0 0,-1 0 0,1 0 0,-5 5 0,5 1 0,-5 7 0,6-2 0,-7 4 0,5 4 0,-2 4 0,3 3 0,-5 9 0,1-1 0,-1 0 0,2 2 0,3 4 0,5-10 0,-5 4 0,4-3 0,3-5 0,-1 5 0,0-8 0,6-3 0,2-8 0,2-7 0,1-18 0,7-7 0</inkml:trace>
  <inkml:trace contextRef="#ctx0" brushRef="#br0" timeOffset="33">25658 5450 8912,'-17'0'0,"5"0"0,1 0 0,5 0 0,-5 0 0,1 2 0,-1 4 0,5 5 0,4 5 0,2 1 0,0 0 0,2 2 0,4 4 0,3-4 0,9 6 0,-1-8 0</inkml:trace>
  <inkml:trace contextRef="#ctx0" brushRef="#br0" timeOffset="34">25710 5880 8912,'-33'17'0,"5"-1"0,5-5 0,4-5 0,9-4 0,2-2 0,10 0 0,4 0 0,11 0 0,12 0 0,5-8 0,6-3 0,4-5 0,8-1 0</inkml:trace>
  <inkml:trace contextRef="#ctx0" brushRef="#br0" timeOffset="35">14645 15611 8912,'-6'-23'0,"0"1"0,4 2 0,6 7 0,9 9 0,8 8 0,0 8 0,8 10 0,2 7 0,1 4 0,10 3 0,4 4 0,4-4 0,2 4 0,1-9 0,4-2 0,3-8 0,3 2 0,-8-6 0,-7-6 0,-6-3 0,-7-8 0,-9 0 0,-3 0 0,-4 0 0,-9-2 0,-6-2 0,-8-2 0,0-1 0,-7 1 0,1 2 0,-1-7 0,-12-1 0,4-5 0</inkml:trace>
  <inkml:trace contextRef="#ctx0" brushRef="#br0" timeOffset="36">15109 15491 8912,'-7'-34'0,"3"-1"0,-8 1 0,-1 7 0,-10 4 0,-4 12 0,-7 5 0,-3 4 0,-3 2 0,-4 15 0,-7 8 0,1 8 0,4 3 0,4 1 0,8-1 0,3 0 0,8 1 0,8-1 0,15 1 0,2-9 0,3-3 0,13-4 0,8-1 0</inkml:trace>
  <inkml:trace contextRef="#ctx0" brushRef="#br0" timeOffset="37">14782 15371 8912,'-17'-18'0,"6"3"0,-1 4 0,8 3 0,-3 16 0,7 3 0,7 10 0,5 2 0,3 8 0,4-3 0,2 5 0,2 1 0,2-1 0,-2-5 0,-2 5 0,8-5 0,-6 3 0,3-2 0,-1-6 0,13-4 0,-1-2 0</inkml:trace>
  <inkml:trace contextRef="#ctx0" brushRef="#br0" timeOffset="38">14713 15611 8912,'-9'-7'0,"1"3"0,6-6 0,-2 1 0,-1-1 0,-7 5 0,5-5 0,-3 2 0,4-3 0,-5 5 0,-3 2 0,-1 2 0,-2 10 0,0 5 0,-2 8 0,-4 8 0,2 11 0,-8 6 0,8 4 0,-2 1 0,6 1 0,5-1 0,5-1 0,7-4 0,0-4 0,15-15 0,4-2 0</inkml:trace>
  <inkml:trace contextRef="#ctx0" brushRef="#br0" timeOffset="39">14765 15611 8912,'10'-17'0,"-3"6"0,-7-1 0,6 7 0,0-7 0,7 8 0,2 4 0,8 12 0,10 3 0,1 2 0,10 0 0,6 1 0,9 1 0,4 4-432,4-4 1,2 6 0,0-8 0</inkml:trace>
  <inkml:trace contextRef="#ctx0" brushRef="#br0" timeOffset="40">14817 16505 8912,'-2'-11'0,"-2"-1"0,-2-1 0,-5-2 0,5-2 0,2 7 0,10 4 0,5 4 0,5 2 0,7 10 0,0 5 0,-2 8 0,-2 4 0,-2 0 0,-2 3 0,-3 1 0,-7 5 0,3-7 0,-2 5 0,0-3 0,-8 1 0,-4-1 0,-6-3 0,-1-7 0,2 2 0,-5-11 0,14-14 0,-3-15 0,12-10 0,10-13 0,3-4 0,8-8 0,7 3 0,5 3 0,0-2 0,-6 8 0,7 2 0,-1 9 0,-2 4 0,-9 8 0,1 8 0,-7 3 0,-2 4 0,-2 2 0,-1 0 0,-1 0 0,-8 0 0,7 8 0,-7 1 0</inkml:trace>
  <inkml:trace contextRef="#ctx0" brushRef="#br0" timeOffset="41">15419 16419 8912,'0'18'0,"0"-1"0,0 0 0,0 0 0,2-5 0,4-1 0,-3-1 0,9 1 0,-6-3 0,5-8 0,3 0 0,1 0 0,2 0 0,-2-2 0,-3-4 0,3-3 0,-3-9 0,-3 7 0,3-1 0,-3 1 0,3-6 0,-3 5 0,-3 1 0,-2 7 0,7-2 0,-5 4 0,4 4 0,-3 4 0,5 4 0,-7 7 0,9-2 0,-3-2 0,6-1 0,6 1 0,-2 1 0,8-3 0,-2-1 0,2-5 0,1-3 0,-7 4 0,6-10 0,-6-1 0,3-9 0,-8 3 0,1-6 0,-13-6 0,-1 3 0,-5-2 0,0-3 0,0 2 0,-2 4 0,-3 5 0,-5-1 0,-7 4 0,0 3 0,-1 2 0,1 4 0,0 2 0,6 6 0,-1 0 0,6 7 0,-5-1 0,7 3 0,-4 2 0,8 0 0,0-5 0,0-1 0,2-7 0,4 2 0,4-4 0,7-2 0,0 0 0,0 0 0,0 0 0,1 0 0,-1 0 0,0 0 0,0 0 0,-1 2 0,-5 3 0,-5 7 0,1 5 0,-1 6 0,0 4 0,-6 7 0,0 0 0,0 1 0,0 7 0,0 4 0,0 3 0,0 3 0,0-2 0,0-5 0,-2-3 0,-4-7 0,2-3 0,-7-3 0,-1-6 0,3-4 0,-6-9 0,7-5 0,-3-10 0,11-13 0,9-8 0</inkml:trace>
  <inkml:trace contextRef="#ctx0" brushRef="#br0" timeOffset="42">16297 16402 8912,'0'-17'0,"-2"2"0,-4 3 0,2-1 0,-7 7 0,7 0 0,-4 14 0,8 4 0,0 12 0,0 9 0,0 7 0,0 4 0,0 2 0,0 5 0,0 1 0,0 0 0,0-1 0,0 1 0,0-1 0,-2-1 0,-3-4 0,-7-6 0,3-6 0,-3-5 0,2-4 0,-1-8 0,-4-7 0,5-10 0,-7-10 0</inkml:trace>
  <inkml:trace contextRef="#ctx0" brushRef="#br0" timeOffset="43">16245 16505 8912,'6'-11'0,"1"1"0,3 3 0,1-5 0,7 7 0,-1 1 0,0 2 0,0 2 0,0 0 0,1 0 0,-1 0 0,0 6 0,0 1 0,-1 3 0,-5 3 0,2 2 0,-7 3 0,0-5 0,-8 2 0,-2 4 0,-2 0 0,-13 1 0,2-3 0,-6 2 0,0 4 0,2-4 0,-7 4 0,6-10 0,0-1 0,2-9 0,3 5 0,0-8 0</inkml:trace>
  <inkml:trace contextRef="#ctx0" brushRef="#br0" timeOffset="44">16675 16196 8912,'0'-17'0,"0"0"0,-7 7 0,-5 4 0,-3 20 0,-4 10 0,-2 13 0,-2 9 0,0 11 0,6 6 0,-1 2 0,1-2 0,8 4 0,3-6 0,4 0 0,2-4 0,2 1 0,4-7 0,-3-5 0,9-17 0,-1-4 0,7-8 0,6-8 0,3-1 0</inkml:trace>
  <inkml:trace contextRef="#ctx0" brushRef="#br0" timeOffset="45">16830 16660 8912,'-17'10'0,"5"-1"0,1-3 0,-2 0 0,-10 11 0,3 4 0,-2 13 0,4 1 0,7-1 0,-3 6 0,9 0 0,1-1 0,10-11 0,5-3 0,12-8 0,2-7 0,4-5 0,3-5 0,-3-5 0,-4-7 0,-2-11 0,-4-1 0,-2-5 0,-2-4 0,-1 5 0,-5-5 0,-1-1 0,-4 5 0,-10 1 0,2 1 0,-7-2 0,-3 6 0,-1 4 0,3 8 0,1-1 0,7 7 0,-2-7 0,5 1 0,1-7 0</inkml:trace>
  <inkml:trace contextRef="#ctx0" brushRef="#br0" timeOffset="46">17278 16213 8912,'0'-25'0,"0"6"0,0-4 0,-2 12 0,-2 9 0,-2 11 0,-9 18 0,-2 19 0,-1 6 0,-5 5 0,4 4 0,2 8 0,0 2 0,0 3 0,1-3 0,5 3 0,5-3 0,4-2 0,2-8 0,0-4 0,0-13 0,0-10 0,2-9 0,4-13 0,-2 1 0,7-7 0,1 0 0,5-6 0,0-8 0,0-4 0,8-18 0,2-6 0</inkml:trace>
  <inkml:trace contextRef="#ctx0" brushRef="#br0" timeOffset="47">17037 16695 8912,'-25'0'0,"6"0"0,-4 0 0,9 5 0,3 1 0,9 2 0,4-5 0,15 5 0,16 2 0,20-7 0,22 3 0,3-4 0,14-4 0,-6-2 0,-6-1 0,-5-3 0,-12 2-211,-4 4 1,-15-21 0,-2 4 0</inkml:trace>
  <inkml:trace contextRef="#ctx0" brushRef="#br0" timeOffset="48">14146 15285 8912,'9'7'0,"6"-5"0,-13 6 0,6-8 0,-8 0 0,0-2 0,0-4 0,0 4 0,-2-5 0,-2 5 0,-2-4 0,1 4 0,5-5 0,0 7 0,0 0 0,0-8 0,0 6 0,0-8 0,0 5 0,0 1 0,0-8 0,0 9 0,0-7 0,0 4 0,0 4 0,0-5 0,0-1 0,0 6 0,0-5 0,0 5 0,0-4 0,0 4 0,0-6 0,0 6 0,0-3 0,0 3 0,0-13 0,0 11 0,0-8 0,0 8 0,0-5 0,0 3 0,-8 4 0,6-5 0,-5 5 0,7-4 0,0 4 0,0-6 0,0 8 0,0 0 0,0-7 0,0 5 0,0-6 0,0 8 0,0 0 0,0 8 0,0-6 0,0 5 0,0-14 0,0-3 0</inkml:trace>
  <inkml:trace contextRef="#ctx0" brushRef="#br0" timeOffset="49">14077 15216 8912,'5'17'0,"1"0"0,-4-1 0,-6-5 0,2 4 0,-5-13 0,7 4 0,0-12 0,-2 4 0,-4-3 0,4 3 0,-6-6 0,8-1 0,0-3 0,0 1 0,0 7 0,0-12 0,0 5 0,0-4 0,0-2 0,0 5 0,0 1 0,0-1 0,0-5 0,0 0 0,0 0 0,0-1 0,0-1 0,0-4 0,0-5 0,0 1 0,0-2 0,0 1 0,0-7 0,0-5 0,0 0 0,0-2 0,0 2 0,0 2 0,0-6 0,-1 0 0,-5 0 0,4 6 0,-4-2 0,4 3 0,2 3 0,0-6 0,0 0 0,-2 0 0,-3 5 0,3 1 0,-4-3 0,4-1 0,2-2 0,-2-6 0,-4 6 0,5-8 0,-5 3 0,4-5 0,2-2 0,0 1 0,0-1 0,0 1 0,0-1 0,0 0 0,0 1 0,0 5 0,0 0 0,0-2 0,0-9 0,0 4 0,0-5 0,0 9 0,0-3 0,-6 8 0,0-11 0,3-1 0,1 3 0,2-1 0,0 3 0,-6-1 0,0 1 0,0-1 0,6 0 0,0-1 0,0-4 0,0 3 0,0-3 0,0 3 0,0 3 0,0 1 0,0 4 0,0-3 0,0 3 0,0-4 0,0-2 0,0 5 0,0-5 0,0 2 0,0-13 0,0 10 0,0-3 0,0 7 0,0 1 0,0-5 0,0 7 0,0-2 0,0 2 0,0 2 0,0 4 0,0 2 0,2-6 0,2 0 0,2 0 0,0-2 0,-6-5 0,2-3 0,3-3 0,-3 3 0,4-3 0,-4 4 0,-2 1 0,2 0 0,2 3 0,1 3 0,-1 6 0,-2 9 0,-2 3 0,0 5 0,0-6 0,0 0 0,0-5 0,0 5 0,0 1 0,0-3 0,0-7 0,0-4 0,0-2 0,6 0 0,0-2 0,-1-6 0,-5 1 0,0 5 0,0-6 0,0 12 0,0 0 0,6 4 0,0 3 0,-2 5 0,-3 3 0,-1 8 0,0 0 0,0-1 0,0 1 0,0 0 0,0 6 0,0-1 0,0-1 0,0-8 0,0-4 0,0-2 0,0 4 0,0-5 0,0 1 0,0-2 0,0 4 0,0 8 0,0 0 0,0 0 0,0 7 0,0 3 0,0 7 0,0 7 0,0-5 0,0 6 0,0-8 0,0 0 0,-7 0 0,-3 0 0</inkml:trace>
  <inkml:trace contextRef="#ctx0" brushRef="#br0" timeOffset="50">14128 9353 8912,'0'-11'0,"0"-1"0,0-1 0,-2 5 0,-3 2 0,1 4 0,-8 2 0,7 0 0,-7 0 0,8-1 0,-1-5 0,-5 4 0,6-6 0,-7 8 0,1 8 0,-1 3 0,1-1 0,6 3 0,-1 5 0,1 3 0,2 3 0,2-1 0,0-4 0,0 4 0,0-4 0,0-1 0,2-1 0,4 0 0,-3-2 0,9-3 0,-1-5 0,6-7 0,-5 0 0,-1 0 0,1-7 0,5-5 0,0-3 0,1-2 0,-1-2 0,0-4 0,-6 4 0,1-4 0,-8-2 0,1 2 0,3 0 0,-2 6 0,-2 0 0,-8-1 0,-2 1 0,-7 6 0,1-1 0,-3 7 0,-2-7 0,5 8 0,1-1 0,-1 3 0,-5 2 0,0 0 0,0 0 0,-1 0 0,3 7 0,4 5 0,-3 3 0,9 2 0,-3 2 0,2 4 0,4-2 0,-3 6 0,3-2 0,2-4 0,0 4 0,0-2 0,2-2 0,3-10 0,-1 3 0,8-9 0,-1 9 0,6-12 0,0 3 0,-5-3 0,-1-2 0,1-2 0,3-3 0,-1-7 0,-3-3 0,-1-2 0,1-1 0,2-5 0,-7 1 0,0-3 0,-6 2 0,0 4 0,0-4 0,-2 4 0,-4 1 0,-1 7 0,-5 0 0,-3 7 0,3-2 0,-3 4 0,-2 2 0,0 0 0,5 0 0,1 0 0,5 2 0,-5 4 0,7-2 0,-4 5 0,0-1 0,7 5 0,-7-9 0,8 7 0,0-7 0,0 12 0,8-15 0,1 7 0,1 0 0,-3 1 0</inkml:trace>
  <inkml:trace contextRef="#ctx0" brushRef="#br0" timeOffset="51">14025 10230 8912,'10'17'0,"-3"-5"0,-7-1 0,0-7 0,-2-2 0,-1-10 0,-3-1 0,0 3 0,6-6 0,0 7 0,0-7 0,0 1 0,0-6 0,0-1 0,0 1 0,0 0 0,0-2 0,0-4 0,0 2 0,0-8 0,0 1 0,0-7 0,0 1 0,0-1 0,6-5 0,0 0 0,-1 0 0,-5 6 0,2-1 0,2 1 0,2 0 0,-2-1 0,-3 1 0,-1-1 0,0 1 0,0 0 0,0-1 0,2 3 0,2 1 0,2 3 0,0-1 0,-6-6 0,0 3 0,0 3 0,0-3 0,0 3 0,0-5 0,0-6 0,0 2 0,0-8 0,0 0 0,0-8 0,0-3 0,0-6 0,5-2 0,1 2 0,2-2 0,-2 8 0,-5-2 0,5 1 0,-2 5 0,2-5 0,-4 5 0,3 1 0,-3 1 0,-2-1 0,2 1 0,2-1 0,2 0 0,-2 1 0,-2-3 0,-2-3 0,0 4 0,0-5 0,1-1 0,5 2 0,-4-8 0,4 2 0,-4 3 0,-2 5 0,0 5 0,0 5 0,0 6 0,0-1 0,0 6 0,0 5 0,0-3 0,0 3 0,0-3 0,0-3 0,-6-5 0,0 0 0,1-8 0,5 2 0,0-7 0,0-1 0,0 5 0,0-1 0,0 8 0,0 2 0,0 11 0,0 6 0,0 4 0,0 2 0,0 6 0,0-1 0,0 8 0,0-11 0,0 4 0,0-5 0,0 5 0,0-1 0,0 9 0,0-13 0,0 7 0,0-3 0,0 1 0,0-3 0,0 7 0,0-9 0,-2 13 0,-4-9 0,4 8 0,-6-3 0,8-1 0,0 6 0,0-5 0,0 7 0,0 0 0,0 7 0,0 3 0,6 7 0,0 0 0,1-2 0,-1-3 0,-4 3 0,13 2 0,-5 10 0</inkml:trace>
  <inkml:trace contextRef="#ctx0" brushRef="#br0" timeOffset="52">14111 6740 8912,'-8'9'0,"7"7"0,-5-5 0,2 4 0,-2 2 0,4-5 0,-3-1 0,1-5 0,-2 6 0,4-9 0,-6-3 0,8-9 0,0-10 0,2-4 0,4-6 0,-4-5 0,4-6 0,-2-4 0,-1-10 0,5-1 0,2-2 0,-7-14 0,3 2 0,2-11-316,-2 0 1,5-12 315,-8 43 0,0 0 0,3 0 0,-1-1 0,-2 1 0,0 1 0,5-46 0,-3 8 0,-1 2 0,8 4 0,-7-10 0,7 4 0,1-4 0,3-3 0,3 3 0,-8 42 0,1-1 0,0-5 0,2-1-244,3-2 0,1-1 0,0-7 0,0 0 244,2 2 0,0 0 0,1-4 0,0-2 0,2-2 0,0-1 0,4-6 0,0-2-310,-4-3 0,0-1 0,1 2 0,-1 0 310,-2 7 0,-1 1 0,-6 8 0,0 2 0,0 8 0,-1 1 0,2-38 0,-9 18 0,-4 20 0,-2 15 0,-2 11 0,-4 6 0,3-2 242,-9 2 1,1 6-243,-7 6 0,7-1 0,1-5 0,1 0 445,-1 0 1,6-1-446,-1 1 0,3-6 735,2 0 1,0-9-736,0-2 0,0-3 0,0-9 0,0 6 0,0-6 0,2-1 0,3-3 0,-1-3 0,8-5 0,-7 5 0,7-5 0,-2 5 0,1 1 0,2 1 0,-7-1 0,6 1 0,-7-1 0,1 8 0,-6 4 0,2 2 0,4-2 0,-4 7 0,3-3 0,-3 2 0,-2 3 0,0 6 0,0-4 0,0 7 0,0-7 0,0 8 0,0-2 0,0 2 0,0 0 0,0-2 0,0 2 0,-7 2 0,5 2 0,-4-1 0,4 7 0,2 0 0,-2 5 0,-4-6 0,4 9 0,-5-5 0,7 6 0,0-4 0,0 4 0,0-5 0,0 7 0,0 0 0,-8 0 0,6 0 0,-5 0 0,7 0 0,0 0 0,-6-2 0,0-4 0,0 4 0,5-5 0,-5 7 0,4-2 0,-4-4 0,4 4 0,-5-6 0,5 6 0,-4-3 0,2 3 0,-2-4 0,4 4 0,-5 0 0,7-4 0,-2 5 0,-4-5 0,-5 4 0,-5 15 0,-1 5 0,-6 12 0,-2 4 0,-1 10 0,-5 6 0,0 4 0,3 3 0,-3-4 0,8 5 0,8-12 0,9-6 0,4-6 0,2-5 0,10-6 0,7-12 0,8-5 0,11-12 0,2-9 0,3-12 0,4-2 0,-4-11 0,-1 4 0,-8 2 0,-3-1 0,-6 1 0,-6 1 0,-5 5 0,-5 3 0,-7 8 0,0 5 0,0 1 0,-7 1 0,-5-1 0,-5 3 0,-4 8 0,-2 0 0,2 0 0,2 0 0,2 0 0,-1 0 0,1 0 0,6 6 0,-1 0 0,1 5 0,-6-5 0,5 7 0,1-1 0,7 3 0,-2 2 0,4 0 0,10-1 0,3-5 0,5 2 0,1-7 0,6 0 0,2-6 0,-1 0 0,1 0 0,4-6 0,-6 0 0,6-7 0,-6 2 0,-1-5 0,-4-1 0,-1 0 0,-8 0 0,-3-1 0,-4 1 0,-2 0 0,-2 2 0,-4 3 0,3-1 0,-9 7 0,1-5 0,-7 5 0,-4 2 0,-1 10 0,-6 3 0,6 9 0,-8 7 0,5 3 0,-1 5 0,4 1 0,4 0 0,3-1 0,5-3 0,5-1 0,4-8 0,2 2 0,10-6 0,7-5 0,0-5 0,8-7 0,-2 0 0,0 0 0,6-13 0,-6-4 0,5-6 0,-5 2 0,-4-2 0,-5 2 0,-1 2 0,-7 2 0,0-2 0,-6-4 0,0 3 0,-10-4 0,-7 6 0,0 7 0,-6 0 0,2 7 0,0-2 0,-2 4 0,2 2 0,-6 10 0,0 5 0,0 8 0,4 4 0,-1 1 0,1 7 0,7-7 0,11-1 0,3-2 0,2-4 0,2-2 0,3-2 0,13-7 0,10-5 0,-1-5 0,2-5 0,-6-5 0,5-7 0,-5-6 0,6 0 0,-10 0 0,-2 6 0,-1 0 0,-11 0 0,-1-1 0,-12 9 0,-9 3 0,-4 8 0,-13 10 0,3 9 0,-9 19 0,4 4 0,-6 15 0,-2 2 0</inkml:trace>
  <inkml:trace contextRef="#ctx0" brushRef="#br0" timeOffset="53">10119 1118 8912,'-44'-2'0,"5"-2"0,7-2 0,5 2 0,2 2 0,6 4 0,6 4 0,5 4 0,8 9 0,0 4 0,0 5 0,8 7 0,5 5 0,8 6 0,8 3 0,3 3 0,3-1 0,-3 1 0,-3 0 0,4-7 0,-5 1 0,-3-9 0,-2-3 0,-6-7 0,-3-12 0,-3-4 0,-15-3 0,2-8 0</inkml:trace>
  <inkml:trace contextRef="#ctx0" brushRef="#br0" timeOffset="54">9775 1358 8912,'-8'-26'0,"-2"3"0,1 2 0,3-2 0,4 2 0,2-8 0,13 8 0,9-2 0,8 4 0,12 2 0,8 1 0,7 5 0,-3-2 0,3 7 0,-3 4 0,-3 6 0,-7 13 0,-4 12 0,-11 5 0,-6 6 0,-11 4 0,-7 8 0,-3 1 0,-2 4 0,-6-3 0,1 3 0,-9-11 0,3-6 0,-4-3 0,-10-11 0,-2-1 0</inkml:trace>
  <inkml:trace contextRef="#ctx0" brushRef="#br0" timeOffset="55">10411 1255 8912,'17'0'0,"-1"-2"0,-5-4 0,-3 6 0,-8 0 0,0 2 0,0 10 0,0-6 0,0 5 0,0-5 0,2 3 0,4-1 0,3-2 0,8-6 0,0-6 0,1 0 0,5-7 0,-2 1 0,-4-3 0,-4-2 0,-9 0 0,2 1 0,-12 5 0,-5 5 0,-10 4 0,-2 2 0,0 2 0,5 4 0,1 9 0,0 8 0,2 6 0,3-6 0,5 7 0,7-1 0,0 2 0,0-3 0,2 3 0,3-8 0,9-2 0,7-2 0,0-4 0,7-3 0,1-7 0,6-10 0,5-7 0,0-11 0,0-4 0,-6-7 0,-1-10 0,-4-7 0,1-1 0,-7-7 0,-4 1 0,-5 1 0,-7-6 0,-7 6 0,-2-6 0,-5 7 0,-9 5 0,-5 3 0,-9 10 0,1-2 0,-3 0 0,-3 5 0,8 5 0,4 12 0,4 9 0,2 3 0,8 4 0,1 6 0,8 7 0,2 10 0,4 22 0,7 6 0,8 7 0,0 9 0,8-2 0,-1 3-178,7 3 1,-1 0 177,1 0 0,-1-8 0,1-4 0,-1-3 0,0-3 0,5-7 0,-3-6 0,-5-7 0,-5-8 0,-10-12 0,-9-3 0</inkml:trace>
  <inkml:trace contextRef="#ctx0" brushRef="#br0" timeOffset="56">11117 481 8912,'0'-17'0,"0"0"0,0 0 0,2 11 0,3 12 0,-3 19 0,4 21 0,2 11 0,-1 6 0,3 6 0,3 5 0,3-3 0,1 3 0,8 3-188,3-3 0,-1 1 188,2-6 0,-10-8 0,-2-4 0,-7-11 0,-10-4 0</inkml:trace>
  <inkml:trace contextRef="#ctx0" brushRef="#br0" timeOffset="57">11134 1204 8912,'0'-29'0,"0"0"0,0 1 0,0 1 0,0 2 0,0 8 0,0 5 0,0 1 0,0 5 0,0-5 0,2-1 0,4 3 0,5-9 0,12 1 0,6 0 0,11-6 0,6-2 0,9 0 0,5 1 0,1-1 0,-6 0 0,3 2 0,-9 4 0,-7-4 0,-7 4 0,-12 2 0,-8 7 0,-15 4 0,-8 5 0,-9 1 0,0 7 0,0 5 0,-6 3 0,0 2 0,0 0 0,6 0 0,-6 6 0,0 0 0,6 2 0,5-2 0,3-4 0,-3 6 0,4-2 0,1 0 0,5 0 0,-4-6 0,4 0 0,2 0 0,2-5 0,4-3 0,5-1 0,5-4 0,1-8 0,0-2 0,6-9 0,0-2 0,0 0 0,-6-6 0,0 4 0,0 1 0,1 1 0,-1 0 0,0 6 0,0-1 0,1 6 0,-1-5 0,0 7 0,0-2 0,0 4 0,1 2 0,-1 2 0,0 4 0,-2-2 0,-3 7 0,3 8 0,-5 8 0</inkml:trace>
  <inkml:trace contextRef="#ctx0" brushRef="#br0" timeOffset="58">12304 997 8912,'-34'-7'0,"-6"-3"0,-1-7 0,1 2 0,6 1 0,-1 3 0,1-3 0,0 7 0,-1 1 0,3 4 0,3 2 0,4 2 0,8 4 0,2 11 0,3 12 0,5 5 0,7 4 0,0 4 0,0 2 0,1 2 0,5 6 0,6-1 0,11 1 0,-4-6 0,4-1 0,2-1 0,-2 2 0,1-4 0,-1-7 0,-2-1 0,6-2 0,0-1 0,0-2 0,-8-8 0,-2 2 0,-2-4 0,-9-2 0,-8 0 0,-7 0 0</inkml:trace>
  <inkml:trace contextRef="#ctx0" brushRef="#br0" timeOffset="59">11874 1702 8912,'0'-17'0,"0"5"0,0 1 0,-6 0 0,1-7 0,-1 7 0,6-1 0,2-1 0,3-2 0,11-8 0,7 0 0,9-2 0,3 2 0,1 2 0,10-8 0,0 7 0,5-7 0,-5 8 0,-4-2 0,-3 4 0,-7 2 0,-11 5 0,-4 1 0,-7 7 0,-12-2 0,-2 12 0,-2 5 0,1-1 0,5 1 0,0 3 0,0 1 0,0 2 0,0 0 0,0 1 0,0-1 0,5 0 0,1 0 0,7-5 0,-1-1 0,3 3 0,2-7 0,1-1 0,-7-4 0,1-2 0,-1-8 0,6-3 0,0-5 0,1-1 0,-1-2 0,0-4 0,-5 4 0,-1-4 0,-5-2 0,5 2 0,-7 0 0,2 6 0,-4 0 0,-2 8 0,0-1 0,0 4 0,0 4 0,0-3 0,2 8 0,3 3 0,-3 2 0,4-2 0,-2-3 0,2 9 0,-4-6 0,5 3 0,1-1 0,-6 5 0,7-9 0,-3 7 0,-4-7 0,6 6 0,-8-4 0,0-5 0,7 7 0,-5-16 0,4-3 0,-4-4 0,-2-3 0,0 1 0,0 0 0,6 0 0,-1 0 0,3 0 0,-2-1 0,3 1 0,1 0 0,5 5 0,-3 1 0,3 7 0,2-2 0,0 5 0,0 1 0,1 1 0,-1 5 0,0 2 0,2 5 0,2-1 0,2 1 0,6-5 0,-6-3 0,0-3 0,-6-2 0,8 0 0,2 0 0</inkml:trace>
  <inkml:trace contextRef="#ctx0" brushRef="#br0" timeOffset="60">13096 894 8912,'-17'0'0,"-1"6"0,1 0 0,2 1 0,3-1 0,-3-2 0,4 7 0,-5 3 0,-1 8 0,8-1 0,3 8 0,4 2 0,2 1 0,2-3 0,4-1 0,9-1 0,8 2 0,7-4 0,-1-8 0,-2-2 0,2-3 0,-3-5 0,5-9 0,-2-3 0,-8-5 0,3-7 0</inkml:trace>
  <inkml:trace contextRef="#ctx0" brushRef="#br0" timeOffset="61">13216 619 8912,'-7'10'0,"3"-1"0,-8-3 0,7-2 0,-5 7 0,2 4 0,5 6 0,1 6 0,2 7 0,0 3 0,0 3 0,7-2 0,5 6 0,3 0 0,2 0 0,0-6 0,1 0 0,1-7 0,4-8 0,-4-4 0,4-2 0,-4-7 0,-2-5 0,0-5 0,1-5 0,-1-11 0,-2-8 0,-2-3 0,-1-4 0,-6-1 0,5-3 0,-7 3 0,2 3 0,-4-1 0,-2 7 0,0-6 0,0 6 0,0 0 0,0 6 0,0 15 0,0 8 0,0 9 0,0 8 0,2-2 0,3 8 0,-1-6 0,8 5 0,-1-7 0,6 2 0,0-9 0,1-5 0,-1-1 0,0-10 0,0-8 0</inkml:trace>
  <inkml:trace contextRef="#ctx0" brushRef="#br0" timeOffset="62">13492 516 8912,'-18'0'0,"1"-8"0,8 6 0,-7-5 0,16 7 0,0 0 0,10 0 0,-2 7 0,7 3 0,-6 7 0</inkml:trace>
  <inkml:trace contextRef="#ctx0" brushRef="#br0" timeOffset="63">13061 1221 8912,'-17'9'0,"0"-1"0,0-8 0,7-2 0,4-6 0,5-9 0,18-10 0,11-13 0,13-4 0,10-7 0,1-1 0,-1 1 0,1 5 0,0 0-752,7 8 1,2-12 0,8 6 0</inkml:trace>
  <inkml:trace contextRef="#ctx0" brushRef="#br0" timeOffset="64">13733 722 8912,'0'17'0,"0"0"0,-6-5 0,-2-1 0,-1 3 0,-5 1 0,5 2 0,-3 0 0,6 1 0,-3-1 0,1 0 0,4 0 0,2 0 0,2 1 0,6-7 0,0 1 0,13-9 0,-2 3 0,4-4 0,4-2 0,0-2 0,4-4 0,1-3 0,-7-8 0,0-6 0,-6 0 0,1 0 0,-1-2 0,-8 4 0,-3-8 0,-4 8 0,-2-2 0,-2 4 0,-4 2 0,-3 0 0,-8 0 0,-1 7 0,1 4 0,-6-1 0,0 1 0,2 2 0,2 2 0,8 2 0,-1 0 0,3 8 0,-3 3 0,5 5 0,10-1 0,9-4 0,1-3 0,14-8 0,0 0 0,0 0 0,-5-6 0,7 1 0,-2-7 0,2 6 0,-5-5 0,-6 3 0,-1 1 0,0-1 0,-2 0 0,-3 3 0,3 3 0,-13-6 0,6 8 0,-8 0 0,0 0 0,0-7 0,0 3 0,0-8 0,0 1 0,7-6 0,3 1 0,7 3 0,0 1 0,2 9 0,4-3 0,-2 4 0,8 2 0,0 2 0,5 4 0,1-3 0,-1 9 0,8-3 0,4 3 0,4-6 0,1-4 0,1-2 0,0-16 0,-1-3 0</inkml:trace>
  <inkml:trace contextRef="#ctx0" brushRef="#br0" timeOffset="65">31010 9198 8912,'-2'10'0,"-4"-4"0,4-4 0,-5-2 0,7 0 0,-2 0 0,-4 0 0,4 0 0,-5 0 0,-1 0 0,-4 0 0,-3 0 0,-2 0 0,0 0 0,-2 0 0,-4 0 0,-4 0 0,-7 0 0,-1 0 0,1 0 0,-3 0 0,-3 1 0,-4 3 0,0 2 0,-5 2 0,3-3 0,-4 3 0,-2 3 0,1 5 0,-1-5 0,-5 4 0,-1 3 0,-7 1 0,0 2 0,-7 2 0,-9-2 0,-3 4 0,-2-3 0,14 1 0,3-5 0,13-1 0,5 0 0,7-6 0,9 1 0,8-6 0,4 5 0,4-7 0,2 2 0,8-4 0,1-2 0,8 0 0,0 0 0,8 0 0,-6 0 0,5 0 0,-7 0 0,0 0 0,8 0 0,-6 0 0,13-8 0,-5-2 0</inkml:trace>
  <inkml:trace contextRef="#ctx0" brushRef="#br0" timeOffset="66">29530 9147 8912,'0'-27'0,"0"4"0,0 4 0,0 2 0,0 0 0,0-1 0,2 3 0,2 2 0,2 1 0,-1 7 0,-5-7 0,2 8 0,4-1 0,-4 3 0,4 4 0,-12 3 0,-4 7 0,-11 11 0,-7 7 0,-13 8 0,-10 6 0,-12 8 0,-2 1-29,25-24 1,-1 0-1,1-2 1,0 1 0,-3 2-1,0 1 1,0 0-1,0-1 29,-1 1 0,2 0 0,-29 22 0,8-1 0,17-3 0,12-9 0,7 1 0,10-7 0,7-7 0,3-3 0,9-6 0,3-1 0,5-6 0,7 1 0,0-6 0,0 5 0,10-1 0,8 1 0,1 2 0,12-5 0,5 0 0,8-1 0,10 5 0,10-7 0,-9 7-31,9-6 0,-9 5 31,-3-5 0,-2 5 0,-4-5 0,-11 7 0,-12-1 0,-6-4 0,-5-3 0,1 5 0,-7 1 0,-7-3 0,-9 0 0,-7-8 290,0 0-290,-7 0 0,5 0 0,-6 0 0,8 0 0,0 0 0,-7 0 0,-3 0 0</inkml:trace>
  <inkml:trace contextRef="#ctx0" brushRef="#br0" timeOffset="67">4285 6843 8912,'-12'-17'0,"3"-1"0,1 1 0,-5-4 0,1 4 0,-3-10 0,-2 12 0,0 2 0,-1 5 0,1 6 0,-6 6 0,-2 6 0,-1 9 0,-5 5 0,4 11 0,1 7 0,1 2 0,4 4 0,2 3 0,3 5 0,5 1 0,5-2 0,4-3 0,2-6 0,2-4 0,4-10 0,7-1 0,8-3 0,6-9 0,7-1 0,7-3 0,-1-9 0,8-2 0,-3-10 0,3-4 0,0-9 0,-4-4 0,-2-5 0,-2-5 0,-5-17 0,-1-3 0</inkml:trace>
  <inkml:trace contextRef="#ctx0" brushRef="#br0" timeOffset="68">4526 6671 8912,'0'-17'0,"-6"0"0,0-1 0,-1 7 0,1-1 0,4 11 0,-4 1 0,4 9 0,2 14 0,0 6 0,0 5 0,0 6 0,2 4 0,4 8 0,-4-3 0,4-3 0,-2 4 0,-1-4 0,3 3 0,-2 3 0,-2-6 0,-2 0 0,0-10 0,0-2 0,0 1 0,0-7 0,-2-5 0,-4-6 0,4-7 0,-5-14 0,7-5 0,0-9 0,0-12 0,0-4 0,7-3 0,3-7 0,1 2 0,1 4 0,-3 4 0,3 5 0,3-2 0,-3 9 0,-3-1 0,3 5 0,-1 9 0,6 3 0,-5 6 0,-1 8 0,3 9 0,1 10 0,2 5 0,0 3 0,1-1 0,-1 0 0,6-1 0,0-5 0,5 3 0,-3-8 0,0-2 0,0-2 0,4-9 0,-6-5 0,0-3 0,-6-9 0,0-3 0</inkml:trace>
  <inkml:trace contextRef="#ctx0" brushRef="#br0" timeOffset="69">5094 6998 8912,'-17'0'0,"-1"5"0,1 1 0,0 9 0,0 3 0,-4 1 0,2 9 0,5 3 0,5 1 0,-3 3 0,6-1 0,3 1 0,8-1 0,7-7 0,11-4 0,4-12 0,7-5 0,0-4 0,1-2 0,-3-8 0,-3-3 0,2-7 0,-9-5 0,1-1 0,-5-5 0,-9-4 0,-3 5 0,-4 1 0,-2-2 0,-2 3 0,-4-3 0,-7 4 0,-8 0 0,2 12 0,-4-4 0,4 5 0,1 1 0,1 3 0,0 8 0,7 8 0,3 1 0,7 9 0,7-1 0,3 0 0</inkml:trace>
  <inkml:trace contextRef="#ctx0" brushRef="#br0" timeOffset="70">5610 6963 8912,'-27'0'0,"2"0"0,8 0 0,-6 0 0,0 0 0,0 2 0,-1 4 0,6 3 0,1 9 0,0 1 0,5 4 0,5-4 0,1 4 0,6-2 0,6 2 0,3-10 0,9 4 0,1-3 0,4-5 0,-2-1 0,7-8 0,1-2 0,5-4 0,-7-3 0,-4-9 0,2 1 0,-2 0 0,0-6 0,-6 0 0,-7-6 0,-5 7 0,-3-1 0,-2-2 0,0 6 0,0-4 0,-7 4 0,-5 1 0,-5 7 0,-6 0 0,4 7 0,-4-2 0,4 4 0,9 2 0,10 0 0,10 0 0</inkml:trace>
  <inkml:trace contextRef="#ctx0" brushRef="#br0" timeOffset="71">5989 6723 8912,'-29'0'0,"0"0"0,1 1 0,1 5 0,-8-2 0,1 7 0,5 1 0,-5 5 0,11 0 0,0 0 0,12 1 0,5-1 0,4 0 0,2 0 0,9-5 0,9-1 0,-1-1 0,6 1 0,2 4 0,-2-3 0,-2-3 0,-10 3 0,4-1 0,-5 7 0,1-3 0,1-4 0,-6 5 0,5-5 0,-5 2 0,5-1 0,-7 3 0,2-3 0,-4 3 0,-2 2 0,0 0 0,-2 1 0,-2-1 0,-2 0 0,-7-2 0,1-3 0,-3 3 0,-2-4 0,0-3 0,0-2 0,-1-4 0,3-4 0,4-4 0,3-3 0,8-24 0,0-3 0</inkml:trace>
  <inkml:trace contextRef="#ctx0" brushRef="#br0" timeOffset="72">6143 6877 8912,'-17'0'0,"6"0"0,-1 0 0,9 8 0,-5-4 0,8 7 0,0 3 0,8-7 0,3-1 0,12-4 0,6-2 0,5 0 0,6 0 0,-2-8 0,8-3 0,-6-5 0,4-3 0,-3-2 0,-9-2 0,1-7 0,-10 1 0,-2-1 0,-10 1 0,-3-4 0,-8 5 0,-10 3 0,-7 2 0,-8 12 0,-11 5 0,-4 4 0,-6 2 0,-4 17 0,-2 12 0,1 7 0,-1 16 0,2 3-165,5 14 0,4 0 165,13-1 0,5 1 0,15-4 0,16-8-30,19-11 0,16-9 30,21-9 0,4-11 0,13-11 0,1-4 0,-7-6 0,-5-7 0,-5-12 0,-2-6 0,-11-11 0,-4-8 0</inkml:trace>
  <inkml:trace contextRef="#ctx0" brushRef="#br0" timeOffset="73">7555 6637 8912,'15'-18'0,"-4"1"0,-7 2 0,-8 3 0,1 7 0,-7 12 0,2 11 0,1 8 0,3 16 0,-2 10 0,2 9 0,2 8 0,2 5 0,0 5 0,0-1 0,0-2 0,0-9 0,2-4 0,4-5 0,-2-9 0,7-9 0,1-11 0,5-23 0,0-16 0,0-17 0</inkml:trace>
  <inkml:trace contextRef="#ctx0" brushRef="#br0" timeOffset="74">7830 6808 8912,'0'-17'0,"0"6"0,0-1 0,0 7 0,0-7 0,-8 10 0,-3 2 0,1 8 0,-1 9 0,-1 8 0,-5 4 0,0 3 0,0 2 0,-1 1 0,1-1 0,2 1 0,4-1 0,-3-5 0,8-3 0,3 1 0,1 0 0,2-6 0,0 2 0,2-6 0,3-6 0,11-1 0,7-4 0,7-4 0,-1 3 0,3-8 0,3-5 0,-1-2 0,1-3 0,1-2 0,4-2 0,-9-1 0,3 1 0,-3-6 0,3 0 0,-7-2 0,-6 4 0,-6-1 0,-3 1 0,-9 1 0,3 3 0,-4 0 0,-2 0 0,-8 2 0,-3 3 0,-4 4 0,-3 8 0,1 0 0,0 0 0,0 10 0,0 5 0,-1 8 0,1 4 0,2-4 0,3 6 0,-1-1 0,7 7 0,1-7 0,5 1 0,0 0 0,2 3 0,3-3 0,7-6 0,5-4 0,6-2 0,-4-2 0,4-3 0,4-5 0,1-7 0,-1-2 0,2-3 0,-2-7 0,1-11 0,3 2 0,-8-7 0,0 1 0,-8-4 0,-2 3 0,-1-3 0,-8-1 0,2-3 0,-5 1 0,-1-1 0,-1 9 0,-5 3 0,2 4 0,-8 1 0,7 9 0,-7 3 0,7 4 0,-5 4 0,2 4 0,4 5 0,3 10 0,1 2 0,0 6 0,0-6 0,7 2 0,5-2 0,-3-4 0,3 4 0,1-4 0,2-2 0,3 0 0,6 0 0,3 1 0,2-9 0,0-3 0,-8-4 0,2-2 0,-4 0 0,-2 0 0,0 0 0,0-2 0,1-4 0,4 2 0,1-7 0,0-8 0,-5-8 0</inkml:trace>
  <inkml:trace contextRef="#ctx0" brushRef="#br0" timeOffset="75">8914 6894 8912,'-25'0'0,"6"-1"0,-4-5 0,10 4 0,1-4 0,-1 4 0,5 2 0,1 8 0,7 1 0,0 9 0,2 5 0,3-1 0,-3 1 0,4-5 0,-4 5 0,-2-1 0,2 1 0,3-5 0,-3-1 0,6 0 0,-8 0 0,0-7 0,0-10 0,0-12 0,2-9 0,4-2 0,-2-7 0,7 1 0,-5-3 0,5-3 0,-1 7 0,3 1 0,-1 2 0,1 4 0,-3 2 0,1 2 0,-5 5 0,5 1 0,1 7 0,5-4 0,0 10 0,0 4 0,1 5 0,-1 5 0,0 1 0,0-2 0,0-3 0,6 3 0,0-4 0,0-3 0,-6-2 0,6-4 0,0-2 0,0 0 0,-6 0 0,1-6 0,-3-2 0,-2-1 0,-1-5 0,-8-3 0,1-6 0,-3 4 0,-2-4 0,-2-2 0,-3 2 0,-5 1 0,-7 4 0,0 7 0,-1-1 0,1 9 0,0-3 0,-6 10 0,0 5 0,2 5 0,2 5 0,2 9 0,0 1 0,5 3 0,1 3 0,7-1 0,-2 1 0,6-7 0,6 1 0,3-6 0,9 6 0,6-10 0,5 0 0,4-8 0,1-3 0,0-2 0,1-6 0,-1-10 0,1-7 0,-3-2 0,-3-10 0,2 2 0,-9-3 0,-1 1 0,-1-1 0,-5-9 0,-4-1 0,3-2 0,-9 2 0,1 2 0,-6-8 0,0 2 0,0-2 0,0-2 0,0 8 0,0 8 0,0 9 0,-2 6 0,-3 5 0,3 12 0,-4 12 0,-2 13 0,3 9 0,-3 8 0,2 10 0,4-1 0,-3 1 0,3 5 0,2 0 0,0 4 0,0-9 0,0 3 0,2-11 0,3 0 0,7-4 0,3-11 0,2-6 0,6-6 0,0-5 0,8-12 0,-5-10 0</inkml:trace>
  <inkml:trace contextRef="#ctx0" brushRef="#br0" timeOffset="76">10463 6654 8912,'9'-17'0,"-1"-1"0,-8 1 0,0 0 0,0 0 0,0 0 0,-2 5 0,-4 3 0,-5 1 0,-4 4 0,-4 10 0,-2 5 0,-2 5 0,-6 3 0,6 4 0,0 3 0,6 7 0,0-3 0,-1-1 0,9-2 0,3 1 0,-2-1 0,3-4 0,-1-4 0,6 4 0,0-4 0,0-2 0,2-5 0,4-1 0,5 3 0,4 1 0,3-4 0,-1 1 0,0-2 0,0 1 0,0 4 0,1-3 0,-1-3 0,0 3 0,0-1 0,-1 6 0,-5 1 0,-5-1 0,-4-6 0,-2 1 0,-8-1 0,-3 6 0,-5-5 0,-3-1 0,-2 1 0,-2-3 0,0 5 0,6-9 0,0 1 0,0-14 0,-1-1 0</inkml:trace>
  <inkml:trace contextRef="#ctx0" brushRef="#br0" timeOffset="77">10566 6843 8912,'0'-12'0,"0"1"0,0 7 0,0-2 0,0 12 0,0 6 0,0 11 0,0-2 0,0 7 0,0 3 0,0 1 0,0 3 0,0-1 0,8-5 0,3-1 0,5-5 0,1 6 0,-6-14 0,1 2 0,-1-11 0,6 0 0,2-4 0,4-2 0,-5-8 0,1-5 0,-6-8 0,1-8 0,-5-3 0,3-3 0,-7-1 0,7-4 0,-8 3 0,1-3 0,-3 4 0,-2 2 0,6 7 0,0 4 0,-1 4 0,-5 11 0,0 8 0,0 10 0,0 13 0,0 5 0,0 5 0,0 1 0,0-5 0,0 0 0,0-3 0,0 3 0,2-4 0,4-8 0,4 0 0,7 0 0,-4-7 0,4-4 0,-1-4 0,11-2 0,-1-2 0,1-4 0,-4-4 0,6-7 0,-1-8 0,7-1 0</inkml:trace>
  <inkml:trace contextRef="#ctx0" brushRef="#br0" timeOffset="78">11237 6774 8912,'-17'-9'0,"6"1"0,-1 8 0,6 0 0,-5 0 0,1 2 0,-3 4 0,3 5 0,3 4 0,-5 10 0,7 4 0,-1 3 0,6 3 0,0-1 0,0 0 0,2-1 0,3-4 0,7-5 0,11-6 0,4-3 0,7-4 0,0-3 0,1-8 0,-3-8 0,-3-3 0,11-12 0,-3-4 0</inkml:trace>
  <inkml:trace contextRef="#ctx0" brushRef="#br0" timeOffset="79">11530 6482 8912,'-6'11'0,"-2"-1"0,-1-3 0,-3 7 0,-3-5 0,4 9 0,-3 5 0,9-1 0,-7 9 0,6-2 0,1 5 0,-3 6 0,6-4 0,-4 5 0,2-5 0,1-2 0,-3 1 0,2-1 0,2-7 0,2-2 0,0-16 0,2-1 0,4-8 0,3-8 0,9-3 0,1-10 0,4-2 0,-2-8 0,7 3 0,-7-3 0,4 0 0,-2 3 0,0-3 0,2 6 0,-2 2 0,-6 10 0,2 4 0,-5-1 0,-1 0 0,2 8 0,3 2 0,-9 8 0,-3 9 0,1 8 0,-1 4 0,0 3 0,-6 3 0,2-1 0,4 0 0,-3-5 0,9 0 0,-1-8 0,7 2 0,-1-12 0,0-5 0,0-4 0,0-2 0</inkml:trace>
  <inkml:trace contextRef="#ctx0" brushRef="#br0" timeOffset="80">12218 6465 8912,'-17'0'0,"5"0"0,1 0 0,0 2 0,-7 3 0,1 7 0,6 5 0,1 6 0,2 7 0,5 9 0,1 5 0,2 7 0,0 6 0,0 1 0,7-1 0,5-5 0,3-8 0,2-6 0,-1-6 0,-5-3 0,4-8 0,-5 4 0</inkml:trace>
  <inkml:trace contextRef="#ctx0" brushRef="#br0" timeOffset="81">12012 6912 8912,'0'-12'0,"0"1"0,0 5 0,0-5 0,5 5 0,1-6 0,9 3 0,3-3 0,3-3 0,13 4 0,-1 1 0,12-1 0,1 5 0,6-6 0,-2 1 0,-4-6 0,-6 0 0,-4-1 0,-3-3 0,-5 4 0,-3-12 0,-17 20 0,-8-8 0,-8 7 0,-9 10 0,0 0 0,7 0 0,-3 2 0,7 4 0,0-2 0,6 7 0,0 6 0,-2 6 0,-1 0 0,-3 2 0,0-4 0,6 8 0,-6-6 0,1 5 0,-3-1 0,2 2 0,4-5 0,-3-6 0,-3-1 0,2 0 0,0 0 0,6 0 0,-5-5 0,-1-1 0,0-7 0,8 2 0,4-12 0,3-3 0,9-7 0,-1 5 0,0-3 0,0 9 0,0-7 0,1 7 0,5-7 0,0 6 0,5-5 0,-3 3 0,2 1 0,3-1 0,3 0 0,1 3 0,1 1 0,-1-8 0,3 1 0,3 1 0,-4-5 0,4 4 0,-11-5 0,-6-1 0,-4 6 0,-2-1 0,-7 1 0,-5-6 0,-5 5 0,-5 3 0,-7 1 0,-3 4 0,-8 2 0,0 2 0,-8 0 0,3 0 0,1 2 0,-2 4 0,8-2 0,-2 7 0,4 1 0,4 5 0,3 0 0,-1-6 0,7 1 0,8-1 0,14-1 0,7-4 0,5-5 0,-5-1 0,2-5 0,-2-1 0,-4-2 0,4 3 0,-10 3 0,-1-4 0,-6 4 0,5 2 0,-7-8 0,4 14 0,-8-4 0,0 15 0,0 0 0,0 1 0,0-1 0,7-2 0,5-3 0,-3-5 0,3-7 0,-1 0 0,6 0 0,4-2 0,-3-3 0,3-5 0,-10-7 0,4 0 0,3-1 0,-1-4 0,0-1 0,-5-10 0,-1-1 0,-1-1 0,1-5 0,2-2 0,-7 2 0,2 0 0,-2 6 0,-5 7 0,5 4 0,-4 11 0,-2 5 0,0 9 0,-2 3 0,-2 9 0,-3 9 0,-3 11 0,1 2 0,-3 10 0,-1-2 0,7 2 0,-5 4 0,5-4 0,0-2 0,6 1 0,0-6 0,0 1 0,2-4 0,4-2 0,3-5 0,8 0 0,1-10 0,-1-2 0,0 0 0,0-7 0</inkml:trace>
  <inkml:trace contextRef="#ctx0" brushRef="#br0" timeOffset="82">13199 6688 8912,'-32'27'0,"3"-4"0,6-4 0,4-2 0,9-5 0,5-1 0,6-5 0,11 3 0,13-1 0,11-4 0,16-2 0,11-2 0,6-8 0,5-3 0,-9-7-94,4-5 0,4-3 0,5-9 0</inkml:trace>
  <inkml:trace contextRef="#ctx0" brushRef="#br0" timeOffset="83">15970 8751 8912,'11'0'0,"1"-2"0,1-3 0,-3 3 0,-1-6 0,1 2 0,-1 1 0,3-7 0,3 5 0,-4-3 0,5 0 0,-5-1 0,5-2 0,-1 5 0,-4-2 0,-1 5 0,-4-7 0,-4 6 0,3-5 0,-3 5 0,-2-5 0,-7-1 0,-5-3 0,-11 4 0,4 1 0,-4 4 0,2 4 0,-2-3 0,2 3 0,-8 2 0,3 2 0,-3 3 0,-4 11 0,5 9 0,-5 1 0,-1 5 0,7 9 0,4 6 0,0 9 0,6 3 0,-2 5 0,13-6 0,0 6 0,6-4 0,0 0 0,0 1 0,0-5 0,0-9 0,-5 2 0,-1-8 0,-8 6 0,3-6 0,-2-6 0,1-5 0,-3-6 0,3 5 0,-1-7 0,1 2 0,-3-13 0,6-10 0,-1-10 0,-5-20 0,5-7 0,-7-14 0</inkml:trace>
  <inkml:trace contextRef="#ctx0" brushRef="#br0" timeOffset="84">15453 9164 8912,'-26'0'0,"1"-8"0,15-1 0,3-1 0,7 4 0,0 12 0,7-2 0,5 7 0,11-5 0,5 6 0,12-9 0,6 3 0,6-4 0,5-2 0,-1 0 0,7 0 0,-2-6 0,2 1 0,-4-3 0,-7 2 0,-2 4 0,-6-5 0,-10 1 0,-9 0 0,-13 1 0,-5 5 0,-7 0 0</inkml:trace>
  <inkml:trace contextRef="#ctx0" brushRef="#br0" timeOffset="85">4251 10643 8912,'0'-18'0,"0"1"0,0 0 0,0 0 0,0-2 0,0-2 0,0-2 0,0 0 0,0 6 0,0-1 0,0-4 0,0-1 0,0 2 0,0 7 0,0 3 0,-2 7 0,-4-2 0,-6 4 0,-9 2 0,-2 0 0,-13 14 0,0 5 0,-6 4 0,-6 2 0,0 5 0,2-1 0,0 5 0,12 6 0,-2-2 0,13 8 0,0 0 0,5 6 0,9 1 0,3 5 0,6 3 0,6 9 0,7 5 0,8 5 0,4 4 0,4 2 0,3-8-182,-3-3 1,-4-4 181,-2-3 0,-6 1 0,-5-2 0,-7-4-1,-3-6 1,-11-3 0,-9-3 0,-1-7 0,-9-4 0,-1-11 0,-5-6 0,5-6 0,0-5 0,2-5 0,-1-7 0,5 0 0,4 0 0,1-7 181,1-5 1,0-9-182,0-2 0,0-2 0,1 4 0,3-3 0,1-3 1,9 0-1,-3-2 0,4 3 0,2 3 0,8-12 0,1-9 0</inkml:trace>
  <inkml:trace contextRef="#ctx0" brushRef="#br0" timeOffset="86">4991 10883 8912,'-10'-17'0,"4"0"0,2 0 0,1-1 0,-5 1 0,-2 0 0,5 0 0,-7 0 0,8 5 0,-3 3 0,-1 1 0,0 4 0,-5 10 0,3 5 0,3 5 0,-5 9 0,7 3 0,-7 12 0,4 8 0,-1 6 0,-4 3 0,3 8 0,-2-2 0,7 4 0,-5 2 0,3-3 0,3-3 0,2-3 0,2-9 0,0-7 0,0-4 0,-2-5 0,-4-7 0,2-3 0,-7-10 0,-3-3 0,-8-20 0,-5-11 0</inkml:trace>
  <inkml:trace contextRef="#ctx0" brushRef="#br0" timeOffset="87">4509 11416 8912,'-12'-11'0,"1"-1"0,7 9 0,-4-5 0,24 0 0,6-3 0,19 1 0,10-1 0,10-3 0,6-1 0,4-2 0,4 0 0,-12 0-108,0-1 1,-8-7 0,-3-1-1</inkml:trace>
  <inkml:trace contextRef="#ctx0" brushRef="#br0" timeOffset="88">5283 10866 8912,'-9'0'0,"-7"0"0,7 2 0,-9 4 0,7 5 0,-1 12 0,3 6 0,-3 11 0,-3 11 0,6 12 0,-3 2 0,1-2 0,7 2 0,-2-7 0,4-1 0,2-5 0,2-10 0,4-8 0,-2-9 0,7-14 0,1-3 0,5-8 0,0-15 0,0-4 0</inkml:trace>
  <inkml:trace contextRef="#ctx0" brushRef="#br0" timeOffset="89">5386 11124 8912,'0'-11'0,"0"-1"0,0 6 0,0-5 0,8 7 0,3-2 0,10 4 0,4 2 0,2 0 0,4 0 0,-5 2 0,3 4 0,-8 4 0,2 7 0,-6 0 0,-5 0 0,-5 6 0,-7 0 0,-7 6 0,-7-5 0,-7 1 0,-7 0 0,-3 4 0,2-6 0,5-6 0,6-6 0,1-7 0,0 2 0,7-4 0,3-10 0,14-17 0,3-11 0</inkml:trace>
  <inkml:trace contextRef="#ctx0" brushRef="#br0" timeOffset="90">5748 11055 8912,'-18'15'0,"1"-3"0,0 5 0,0-2 0,0 6 0,-1 0 0,3 6 0,4 2 0,3-2 0,8 1 0,0-7 0,0 2 0,2-4 0,4-2 0,3-1 0,10-5 0,2-5 0,2-4 0,8-2 0,-2 0 0,-3-2 0,3-4 0,-8-11 0,4-10 0</inkml:trace>
  <inkml:trace contextRef="#ctx0" brushRef="#br0" timeOffset="91">5937 10711 8912,'17'18'0,"6"1"0,0 4 0,6 5 0,-4 14 0,-1 10 0,1 9 0,2 6 0,-10 2 0,2-1 0,-13 1 0,-8-2 0,-11-2 0,-8-4 0,-8-2 0,-11-3 0,-6-10-422,-4-4 0,-1-8 0,-1 0 1</inkml:trace>
  <inkml:trace contextRef="#ctx0" brushRef="#br0" timeOffset="92">3373 12757 8912,'-17'-9'0,"5"-5"0,3 7 0,1-3 0,4 6 0,10-1 0,3 3 0,11 2 0,3 0 0,5 0 0,5 0 0,1 0 0,-1 0 0,-5 0 0,5 0 0,-4 0 0,3-2 0,1-2 0,-5-2 0,5-7 0,-7 3 0</inkml:trace>
  <inkml:trace contextRef="#ctx0" brushRef="#br0" timeOffset="93">4474 12757 8912,'-11'-5'0,"1"-3"0,3-2 0,1 5 0,6-7 0,0 8 0,2-5 0,3 5 0,7-2 0,1-7 0,-1 1 0,1-3 0,-7-2 0,0 0 0,-6 0 0,5-8 0,1-2 0,-2-2 0,-2 1 0,-8 7 0,0-2 0,-5 4 0,5 1 0,-7 3 0,1 4 0,3 3 0,-3 8 0,1 2 0,-6 6 0,1 9 0,5 10 0,-4 7 0,3 6 0,3 4 0,-3 8 0,1-7 0,-7 1 0,1-2 0,0 2 0,0 2 0,0-8 0,-1 0 0,1-7 0,-2-3 0,-4-1 0,2-8 0,-8 2 0,8-12 0,-2-5 0,-1-4 0,1-2 0,0-2 0,5-4 0,1-5 0,0-12 0,6 2 0,1-8 0,2-1 0,4-3 0,4 1 0,6 3 0,2-2 0,3 8 0,5 1 0,-5 4 0,4 9 0,3 3 0,5-2 0,0 3 0,7-1 0,1 8 0,5 2 0,4 1 0,0 7 0,-5-6 0,5 5 0,0-5 0,2 0 0,-2-6 0,-3 0 0,3 0 0,-6 0 0,-5-2 0,-6-4 0,-4-6 0,-4-9 0,-3-2 0,-5-5 0,-7 5 0,-2-6 0,-3 6 0,-7 0 0,-11 6 0,2 2 0,-7 2 0,-1 3 0,2 2 0,-3 3 0,7 5 0,-8-16 0,4-3 0</inkml:trace>
  <inkml:trace contextRef="#ctx0" brushRef="#br0" timeOffset="94">3683 10075 8912,'0'-9'0,"7"-7"0,-5 7 0,6-8 0,-8-1 0,0 1 0,0 0 0,0 0 0,0 0 0,0-1 0,0 1 0,0 0 0,0 0 0,0 0 0,0-1 0,0 1 0,-2 6 0,-4 1 0,-5 3 0,-5 3 0,-1 4 0,0 6 0,-8 5 0,-4 12 0,-3 6 0,-2 3 0,-7 8 0,1 0 0,-2 8 0,2-2 0,4-4 0,-4-2 0,5-6 0,5-3 0,3-4 0,2-2 0,8-10 0,5-9 0,8-5 0,-9-8 0,7-5 0,1-5 0,5-6 0,0-3 0,0-9 0,1-5 0,3 0 0,4 2 0,2 1 0,1 5 0,6 3 0,0 4 0,1 8 0,5 8 0,-1 3 0,9 4 0,-2 2 0,3 8 0,3 3 0,-1 10 0,1 2 0,1 6 0,2-4 0,4-1 0,2 1 0,-6-4 0,3-9 0,-5-3 0,-2-3 0,-7-4 0,-4 4 0,-6-12 0,-5-6 0,-5-5 0,-7-6 0,-7-3 0,-5-9 0,-11 1 0,-5-1 0,-5 1 0,-1 2 0,-1 3 0,1 6 0,5 6 0,0 5 0,7-1 0,-7 7 0,10 8 0,2 10 0,7 11 0,10 5 0,0 5 0,23 1 0,6 0 0</inkml:trace>
  <inkml:trace contextRef="#ctx0" brushRef="#br0" timeOffset="95">6918 10986 8912,'-17'-7'0,"-1"-5"0,9-3 0,5 5 0,14 5 0,11 1 0,9-2 0,9 4 0,12-3 0,1 1 0,-1-2 0,1 4 0,0-4 0,-1-3 0,1-1 0</inkml:trace>
  <inkml:trace contextRef="#ctx0" brushRef="#br0" timeOffset="96">6952 11347 8912,'-11'0'0,"-1"0"0,9 0 0,-3-5 0,12-1 0,18-7 0,17 1 0,8-3 0,9-2 0,3 0 0,8-1 0,-1 1 0,1 0 0,-2-2 0,-4-4 0,-3-4 0,-9-7 0</inkml:trace>
  <inkml:trace contextRef="#ctx0" brushRef="#br0" timeOffset="97">8036 10608 8912,'-11'0'0,"0"0"0,7 0 0,-10 17 0,9 12 0,-3 13 0,2 15 0,2 20 0,-7 14 0,8-35 0,2 1-316,-2 3 1,0 1 0,-1 5-1,1 1 316,0-4 0,0 0 0,0 3 0,0-2 0,4-7 0,0-1 0,1 1 0,0 1 0,1-1 0,0 0 0,0 0 0,-1 1 0,-2 2 0,0 0 0</inkml:trace>
  <inkml:trace contextRef="#ctx0" brushRef="#br0" timeOffset="98">4010 13411 8912,'15'-8'0,"-2"-5"0,-3-6 0,-2-4 0,-5 2 0,-1 1 0,-2 3 0,0 6 0,0-1 0,0-1 0,-7-2 0,-3-1 0,-7 5 0,0 3 0,-1 1 0,1 5 0,0-4 0,-8 14 0,-4 9 0,-3 12 0,-2 9 0,-7 10 0,1 15 0,-6 7-197,6 16 0,20-40 1,2 0 196,-11 46 0,16-43 0,1 1 0,3-1 0,1-1 0,3 1 0,1 0 0,0 42 0,10-14 0,11-16 0,2-11 0,10-16 0,5-9 0,6-8 0,6-9 0,-6-14 0,8-4 0,-6-9 0,4-4 0,-6-5 0,-4-5 0</inkml:trace>
  <inkml:trace contextRef="#ctx0" brushRef="#br0" timeOffset="99">4388 13755 8912,'-17'-6'0,"2"-2"0,1-1 0,3-5 0,5 7 0,-5 1 0,-3 4 0,-1 4 0,-2 4 0,5 5 0,1 12 0,-3 6 0,-1 3 0,4 8 0,-1 0 0,8-1 0,-1-11 0,3 3 0,2-8 0,0-2 0,0-2 0,2-4 0,3-3 0,5-7 0,7-10 0,0-13 0,2-10 0,2-5 0,2-1 0,0-8 0,-5-4 0,-1-2 0,0 2 0,-6-3 0,-1 3 0,-2-2 0,-4 2 0,-3-2 0,-1 8 0,0 2 0,0 9 0,0 5 0,0 6 0,-7 9 0,5 3 0,-4 12 0,4 9 0,2 8 0,0 8 0,0-3 0,0 5 0,0 1 0,2-1 0,4-5 0,-2 3 0,7-8 0,1 5 0,3-5 0,-2-2 0,-1-1 0,1-5 0,10-4 0,-4 3 0,4-9 0,2 1 0,-2-6 0,2-8 0,-2-3 0,-4-10 0,4-2 0,-4-2 0,-4 4 0,-3-2 0,-7 2 0,-3 2 0,-2 2 0,0 7 0,-2 3 0,-3 7 0,-7 2 0,-3 3 0,-2 5 0,0 7 0,5 2 0,1 4 0,7 2 0,-2 4 0,4 1 0,4-5 0,4 0 0,5 0 0,12-4 0,6-10 0,11 3 0,6-9 0,-2-7 0,2-9 0,-6-6 0,6-6 0,-8-4 0,4-7 0</inkml:trace>
  <inkml:trace contextRef="#ctx0" brushRef="#br0" timeOffset="100">5094 13583 8912,'-17'0'0,"5"0"0,1 0 0,5 0 0,-6 0 0,9 1 0,-3 5 0,4 6 0,2 3 0,0 8 0,0 0 0,0 5 0,0-5 0,0 6 0,0-6 0,0 8 0,0-3 0,6-3 0,-1-2 0,7-4 0,-6-2 0,1-5 0,-1-1 0,-2-9 0,7-2 0,-5-9 0,6-14 0,-7-4 0,7-8 0,-7 1 0,7 0 0,-8 1 0,1 5 0,3 3 0,-2 8 0,2-1 0,-5 1 0,3 0 0,2 7 0,-3 5 0,-3 10 0,12 5 0,-9 7 0,3 0 0,-2 1 0,3-1 0,9 0 0,-1-2 0,0-3 0,2-5 0,4-7 0,-2 0 0,8 0 0,-2-7 0,3-5 0,-3-5 0,-2-6 0,-2 4 0,-6-4 0,-6-4 0,1-1 0,-8 3 0,1 2 0,-5 6 0,-5 5 0,-5-1 0,-7 7 0,-2 0 0,-4 6 0,-2 14 0,-4 5 0,6 4 0,4 2 0,10 5 0,3-1 0,4-2 0,2 1 0,8-5 0,3 6 0,6-8 0,6 2 0,4-4 0,8-2 0,-3 0 0,-3 0 0,1-5 0,-9-1 0,-3 1 0,-5-3 0,-9 7 0,2-5 0,-6-1 0,-6 1 0,-10-1 0,-6 1 0,-7 4 0,6-3 0,-6-4 0,6-3 0,-7-10 0,3-5 0</inkml:trace>
  <inkml:trace contextRef="#ctx0" brushRef="#br0" timeOffset="101">5903 13600 8912,'-2'9'0,"-4"-3"0,4-2 0,-4 2 0,-1-3 0,1 9 0,0-6 0,4 5 0,-3 2 0,3 3 0,-4 1 0,4 0 0,2 0 0,2 1 0,4-1 0,-4-8 0,13 7 0,-6-7 0</inkml:trace>
  <inkml:trace contextRef="#ctx0" brushRef="#br0" timeOffset="102">5748 13411 8912,'-25'-18'0,"4"1"0,-8 0 0,14 0 0,-2 0 0,11 7 0,-2 1 0,8 3 0,2 4 0,8-4 0,11 2 0,11-1 0,14-7 0,0-11 0,4-3 0,1-9 0</inkml:trace>
  <inkml:trace contextRef="#ctx0" brushRef="#br0" timeOffset="103">6333 12860 8912,'-27'0'0,"2"0"0,8 0 0,-2 2 0,-4 4 0,4 6 0,-4 10 0,4 7 0,1 4 0,9 9 0,3 4 0,6 11 0,6 6 0,5-2 0,12 2 0,4-8 0,8 3 0,5-7 0,0-5 0,0-11 0,-7-13 0,-3-2 0,-1-3 0,-8-8 0,2-3 0,-4-6 0,-4-6 0,-1-5 0,-3-4 0,-5-10 0,5-4 0,-7-3 0,2-3 0,-4-5 0,-2 0 0,2 0 0,3 5 0,-3 9 0,4 3 0,-4 11 0,-2-3 0,0 21 0,0 0 0,0 13 0,0 5 0,0 3 0,0 4 0,0-1 0,0-1 0,6 2 0,-1-8 0,9-1 0,-3-4 0,-1-7 0,1 1 0,1-9 0,5 3 0,0-6 0,0-6 0,3-5 0,1-10 0,1-4 0,0-2 0,-3-1 0,-2-7 0,0 7 0,0-1 0,-1 8 0,-5-2 0,2 4 0,-7 2 0,0 7 0,-6 4 0,0 12 0,0 4 0,0 9 0,0 4 0,0 5 0,0 11 0,0 1 0,6 2 0,-1-2 0,7-4 0,-6 4 0,5-3 0,-5-3 0,7-2 0,-1-3 0,1 2 0,-2-8 0,-3 0 0,-10-8 0,-4-4 0,-11-11 0,-9-9 0</inkml:trace>
  <inkml:trace contextRef="#ctx0" brushRef="#br0" timeOffset="104">5989 13514 8912,'40'-17'0,"9"-10"0,32-8 0,-35 15 0,1-2 0,8-3 0,1-1 0,0 0 0,-1 0 0,1 1 0,-1-1 0,0-3 0,-1-2-358,-1 1 0,-3-3 1,-5 1-1,-2-2 1,-1-1-1,1 1 1</inkml:trace>
  <inkml:trace contextRef="#ctx0" brushRef="#br0" timeOffset="105">7107 12345 8912,'-2'-6'0,"8"0"0,17 4 0,11 14 0,8 9 0,10 19 0,2 19 0,3 19 0,-26-32 0,-1 2 0,1 5 0,-1 3 0,0 6 0,-2 2-109,-4 4 1,-2 2 0,-4 1 0,-4 3 0,-3 2 0,-5 1 0,-2-3 0,-4 1 108,-3-4 0,-3 1 0,-6 0 0,-5 1-370,-7 4 0,-4 1 0,-4 5 1,-3 2 369,10-21 0,-2 1 0,-1 1 0,-2 0 0,-1 0 0,0 0 0,0 2 0,-1 0 0,0 1 0,-2 1 0,-1 1 0</inkml:trace>
  <inkml:trace contextRef="#ctx0" brushRef="#br0" timeOffset="106">23404 14597 8912,'0'-23'0,"0"0"0,0 0 0,0 12 0,-2 1 0,-4 3 0,4-1 0,-3 2 0,-5 4 0,-2-3 0,-1 1 0,0 0 0,-1-2 0,-5 2 0,-6 1 0,-9-3 0,-8 4 0,-6-6 0,-7 3 0,-8-1 0,-10-6 0,-2 7 0,-9-7-329,-2 6 1,-8-7 328,43 7 0,-1 1 0,-2-3 0,-1 0 0,1-1 0,-1 1 0,1 2 0,-1 1 0,3-1 0,-1 0 0,-1 0 0,-1-1 0,-2-1 0,-1 1 0,-1-2 0,0 0 0,-2 1 0,1-1 0,4 1 0,-1 1 0,3 1 0,0 0 0,0-1 0,0-1 0,0 2 0,-1 1 0,-3-2 0,0 0 0,-2 1 0,-1 1 0,2 0 0,0 2 0,4 3 0,1 0 0,0 0 0,1 0 0,-4 0 0,-1 0 0,-1 0 0,-1 0 0,-1 0 0,0 0 0,2 1 0,1 0 0,2 2 0,0 0 0,2-2 0,1 2 0,4 2 0,0 1 0,0-3 0,1 0 0,-39 8 0,-2-5-197,8 5 1,-1-1 196,2 1 0,-1 5 0,13-5 0,8-1 0,14 1 0,6-7 0,-6 4 0,2-3 0,6 1 0,-2 0 0,11-6 0,5 0 0,-1 2 630,7 4-630,9-5 420,1 7-420,8-8 0,0 0 0,8 0 0,1 0 0,9 0 0,-1 0 0</inkml:trace>
  <inkml:trace contextRef="#ctx0" brushRef="#br0" timeOffset="107">19084 13686 8912,'0'-10'0,"-1"-3"0,-5 7 0,2 0 0,-9 6 0,-7 4 0,-6 8 0,-9 3 0,-5 19 0,-10 5 0,-7 12 0,0 8 0,7 4 0,4 4 0,6 2 0,11 2 0,6 3 0,12-11 0,5 0 0,6-9 0,6-8 0,3-4 0,9-8 0,8-2 0,9-3 0,1-6 0,10-11 0,6 1 0,5-7 0,6 1 0,-6-1 0,7-2 0,-7 7 0,0-7 0,-5 4 0</inkml:trace>
  <inkml:trace contextRef="#ctx0" brushRef="#br0" timeOffset="108">23851 14150 8912,'0'17'0,"0"10"0,0 5 0,0 8 0,0 6 0,0 8 0,0 7 0,0 4 0,0 0 0,0-2 0,0 2 0,0-4 0,0-2 0,0-5 0,0-10 0,-7-6 0,-11-11 0,-8-3 0</inkml:trace>
  <inkml:trace contextRef="#ctx0" brushRef="#br0" timeOffset="109">23576 14339 8912,'-2'-11'0,"-2"-1"0,-2-1 0,1-2 0,5-3 0,0 1 0,7 0 0,5 0 0,13 1 0,9 5 0,8-4 0,10 5 0,-1 1 0,1 3 0,0 4 0,-1 2 0,-1 4 0,-4 7 0,-12 1 0,-9 20 0,-8-5 0</inkml:trace>
  <inkml:trace contextRef="#ctx0" brushRef="#br0" timeOffset="110">23645 14803 8912,'0'-11'0,"0"-1"0,7 1 0,5-6 0,5 0 0,6-1 0,11-5 0,12 0 0,12-5 0,5 5 0,4-2 0,0 4 0,-4-2 0,-6 2 0,-11 2 0,-4-6 0,-8-2 0</inkml:trace>
  <inkml:trace contextRef="#ctx0" brushRef="#br0" timeOffset="111">24264 14528 8912,'-6'17'0,"-1"3"0,-3 2 0,5-6 0,-5 5 0,0 0 0,1-2 0,5 2 0,-2 2 0,2-4 0,-1 4 0,3-4 0,-4-2 0,4 6 0,2 0 0,0-2 0,2-2 0,4-2 0,-4-7 0,13-3 0,-5-7 0</inkml:trace>
  <inkml:trace contextRef="#ctx0" brushRef="#br0" timeOffset="112">24178 14494 8912,'-9'-17'0,"3"-1"0,-2 1 0,3 0 0,-1 7 0,8-3 0,3 7 0,-1 1 0,8 5 0,5 0 0,8 0 0,0 0 0,-1 0 0,5 5 0,-6 1 0,8 7 0,-5-3 0</inkml:trace>
  <inkml:trace contextRef="#ctx0" brushRef="#br0" timeOffset="113">24454 14855 8912,'-2'15'0,"-4"-3"0,2-5 0,-7-7 0,7 0 0,-6 0 0,4 0 0,5-2 0,-5-3 0,4-5 0,2-7 0,0 0 0,0-1 0,6 1 0,1 2 0,1 2 0,0 1 0,5 1 0,-2-6 0,5-1 0,1 3 0,0 4 0,0-5 0,1 14 0,-1-3 0,0 3 0,0 2 0,0 2 0,1 3 0,-1-1 0,0 8 0,0-1 0,0 6 0,6-5 0,2-1 0,0 1 0,0-3 0,4 5 0,-6-9 0,5 1 0,-5-6 0,6 0 0,-6 0 0,0-2 0,-6-4 0,-6 3 0,1-9 0,-8 1 0,1-6 0,-3-1 0,-2 1 0,-7 0 0,-5 0 0,-3 0 0,-2-1 0,-2 9 0,-4 3 0,4 4 0,-4 2 0,4 0 0,1 2 0,1 6 0,0 9 0,5 0 0,1 6 0,7 2 0,-2-2 0,4 0 0,2 2 0,0-6 0,0 4 0,2-6 0,4-6 0,-2 5 0,7-5 0,1-3 0,5-3 0,-2-5 0,-3-5 0,3-5 0,-3-7 0,1 0 0,-1-1 0,1-4 0,-7-1 0,1 2 0,-1 9 0,-4-3 0,4 3 0,1 3 0,-1-3 0,2 9 0,-3-1 0,7 8 0,-3 3 0,3 5 0,-1 3 0,7-4 0,-7 5 0,1 1 0,-1-6 0,6 1 0,2-6 0,4 5 0,-4-7 0,4 2 0,-4-5 0,-1-2 0,-1-7 0,0-9 0,0-4 0,1-14 0,-1 3 0,0-14 0,-6 0 0,1-5 0,-8-7 0,1 1 0,-5-2 0,-5 1 0,1 13 0,-8-1 0,1 11 0,-6 12 0,0 8 0,-1 19 0,1 7 0,0 12 0,0 25 0,-1 15 0,3 10 0,4 11 0,5 0 0,4 4 0,2-4 0,0-4 0,15-2-192,8 3 0,12-13 192,11-10 0,1-14 0,17-10 0,-1-7 0,4-12 0,7-4 0,8-3 0</inkml:trace>
  <inkml:trace contextRef="#ctx0" brushRef="#br0" timeOffset="114">26914 14459 8912,'-9'8'0,"-1"-4"0,5 5 0,-7-1 0,4-2 0,1-6 0,9 0 0,3 0 0,-1-6 0,8 0 0,-8-7 0,3 3 0,-7-7 0</inkml:trace>
  <inkml:trace contextRef="#ctx0" brushRef="#br0" timeOffset="115">26897 14425 8912,'17'0'0,"-5"-2"0,-1-4 0,-7 4 0,4-13 0,-8 4 0,0-5 0,0 7 0,0-6 0,0 13 0,-8-6 0,6 8 0,-7 2 0,3 4 0,2 9 0,-5 8 0,-1 0 0,0 2 0,1 0 0,-3 3 0,-3-1 0,4-4 0,1-4 0,-1 4 0,7-4 0,-2-2 0,-2-5 0,3-1 0,-1-7 0,6 2 0,0-12 0,0-6 0,0-10 0,0 2 0,0-2 0,0 2 0,0 3 0,0 0 0,0 0 0,-8 0 0,6 5 0,-3 1 0,3 7 0,2-4 0,0 8 0,0 0 0,7 0 0,-5 0 0,6 8 0,-2-4 0,-1 7 0,-1 3 0,6-5 0,1 3 0,5-1 0,1-1 0,0-5 0,0-3 0,0-2 0,1 0 0,-1 0 0,0 0 0,0 0 0,-7-2 0,-5-3 0,-3-7 0,-2-3 0,0 3 0,0 1 0,-5-1 0,-1-5 0,-7 6 0,1-1 0,-11 8 0,-6-1 0,3 3 0,-3 2 0,-2 2 0,-1 3 0,3 5 0,1 7 0,7 2 0,-2 4 0,3-2 0,3 8 0,2 0 0,3 5 0,-1-2 0,7-3 0,1 2 0,5-8 0,7 5 0,3-5 0,3-2 0,4-2 0,-3-2 0,9 1 0,-2-9 0,2-3 0,-2 4 0,7 1 0,-7-3 0,2-3 0,-3 5 0,-11-1 0,-3 9 0,-6-1 0,-6 0 0,-5 0 0,-12 0 0,-6 1 0,-11-1 0,4 6 0,-5-2 0,5-4 0,2-4 0,1-9 0,4 2 0,5-4 0,6-10 0,9-9 0,1-10 0</inkml:trace>
  <inkml:trace contextRef="#ctx0" brushRef="#br0" timeOffset="116">27155 14614 8912,'-9'0'0,"1"8"0,6-4 0,-4 7 0,5-5 0,-5 5 0,4 1 0,2 5 0,0 2 0,0 4 0,0-2 0,0 8 0,2-6 0,4 5 0,-5-5 0,5 6 0,-4-8 0,-2 2 0,0-4 0,0-2 0,0 0 0,0-7 0,0-4 0,0-14 0,0-7 0,0-6 0,0-16 0,0 3 0,0-4 0,0 3 0,6-5 0,0 0 0,5 0 0,-5 6 0,5 7 0,-5 4 0,7 6 0,-1 5 0,3 7 0,0 10 0,-1 11 0,-3 8 0,3 11 0,-5 5 0,3 0 0,-8-2 0,1 8 0,3-10 0,-2-1 0,1-1 0,-3-7 0,4-2 0,1-8 0,-3-2 0,6-9 0,-7 0 0,7-6 0,-3-10 0,3-7 0,3-6 0,-3-6 0,-3-9 0,3 4 0,-7-5 0,5 7 0,-2 1 0,-5 3 0,-1 7 0,-2-2 0,0 9 0,0 7 0,0 5 0,0 6 0,0 13 0,0 6 0,0 0 0,0 2 0,0-2 0,2-4 0,4 4 0,-2-4 0,7-2 0,-5-2 0,5-3 0,1 1 0,5-7 0,0-2 0,1-3 0,-1-1 0,0 0 0,-6-7 0,1-5 0,-1-3 0,7-2 0,-7-6 0,0 0 0,-7 0 0,2 6 0,-2 2 0,2 3 0,-4 5 0,5 7 0,-9 13 0,-2 4 0,-1 2 0,-1 6 0,6 0 0,0 0 0,0 0 0,6-1 0,-1-1 0,13-9 0,-7 3 0,14-11 0,-8-1 0,4-3 0,-4-9 0,1-5 0,-9-5 0,-3-6 0,-4 4 0,-2-6 0,-2 2 0,-4 0 0,-9-5 0,-8 5 0,-6 0 0,6 6 0,-5 1 0,5 5 0,-6 3 0,6 8 0,0 0 0,6 0 0,7 0 0,18 8 0,11 1 0</inkml:trace>
  <inkml:trace contextRef="#ctx0" brushRef="#br0" timeOffset="117">28102 14339 8912,'0'-17'0,"0"7"0,-2 1 0,-4 3 0,4 4 0,-5 2 0,7 12 0,0 9 0,0 5 0,0 5 0,0 5 0,5 4 0,1 0 0,7-1 0,-1 7 0,3-6 0,2 5 0,-1-6 0,-5 1 0,3-10 0,-9-1 0,1-8 0,2 4 0,1-8 0</inkml:trace>
  <inkml:trace contextRef="#ctx0" brushRef="#br0" timeOffset="118">27930 14597 8912,'-2'17'0,"-4"0"0,4-7 0,8-2 0,11-8 0,19-4 0,5-8 0,8-1 0,11-16 0,6-1 0,7-3 0,2 5 0,-6-1-458,-8 0 1,6-13 0,-6-2 0</inkml:trace>
  <inkml:trace contextRef="#ctx0" brushRef="#br0" timeOffset="119">28635 14167 8912,'-17'-2'0,"0"-3"0,0 3 0,7 2 0,4 11 0,4 12 0,2 6 0,0 3 0,0 4 0,0 5 0,0 4 0,0 5 0,0 2 0,0-7 0,0 1 0,0-7 0,0 1 0,0-6 0,0-5 0,2-6 0,4-12 0,2-5 0,3-12 0,4-13 0,-3-15 0,3-3 0,2-9 0,1 1 0,-1-7 0,0 8 0,-2 4 0,-1 4 0,-3 1 0,6 3 0,6 3 0,0 10 0,-5 8 0,4 9 0,1 2 0,8 9 0,-2 14 0,-3 4 0,3 7 0,-2 8 0,4 2 0,-5 2 0,-1 0 0,-4-8 0,-9 2 0,-5-2 0,-7 3 0,-4-7 0,-7 0 0,-8-7 0,-23-10 0,-2 0 0</inkml:trace>
  <inkml:trace contextRef="#ctx0" brushRef="#br0" timeOffset="120">27999 14752 8912,'0'-10'0,"0"3"0,0 7 0,0 0 0,0 7 0,0 3 0,0 7 0,0 0 0,0 0 0,1-1 0,5-5 0,-4 4 0,4-3 0,3-5 0,1 1 0,7-8 0,-5 0 0,-1 0 0,-1-9 0,3-7 0,-3-7 0,-3-3 0,5 3 0,-7-6 0,1 8 0,-6-2 0,0-4 0,-7 10 0,-5 0 0,-3 9 0,-2 6 0,-1 10 0,-7 2 0,-1 7 0</inkml:trace>
  <inkml:trace contextRef="#ctx0" brushRef="#br0" timeOffset="121">26192 15938 8912,'-18'-13'0,"1"-5"0,0-3 0,0-1 0,1-1 0,5 2 0,3 9 0,8 8 0,0 16 0,6 9 0,0 19 0,0 4 0,-6 7 0,0 3 0,0 3 0,-2-1 0,-4 7 0,-2-2 0,-3 2 0,-5-4 0,5-9 0,-2-4 0,1-6 0,-1-6 0,7-5 0,0-12 0,6-9 0,8-24 0,3-7 0,5-9 0,1-8 0,2 2 0,2-6 0,2 2 0,-2 3 0,-2 5 0,-2 5 0,-5 5 0,-1 6 0,1 7 0,5-1 0,0 9 0,0-1 0,1 9 0,-1 13 0,0 1 0,0 9 0,0-7 0,1 2 0,5-4 0,0-1 0,5-3 0,-5-4 0,6-3 0,-6-8 0,0 0 0,-6-2 0,-2-4 0,-3-5 0,1-4 0,-7-3 0,2 1 0,-3 0 0,-3-6 0,4 0 0,-4 6 0,-2 6 0,0-3 0,0 7 0,-6 1 0,0 12 0,1 3 0,5 8 0,0 2 0,0 4 0,2-4 0,3 4 0,-1-4 0,6-1 0,-1-1 0,1 0 0,1 0 0,6-7 0,1-4 0,-1-5 0,0-1 0,0-7 0,0-5 0,1-11 0,-1-3 0,-2-3 0,-3 0 0,3 8 0,-4-2 0,-1 4 0,1 2 0,-7 0 0,6 7 0,-4 7 0,5 6 0,-3 7 0,-3 7 0,3 8 0,-2 4 0,5 3 0,-5 2 0,0-5 0,-6 0 0,6-2 0,-1 1 0,-1-3 0,-2 0 0,-4-8 0,-4 0 0,-5-1 0,-12-11 0,-11 9 0,-10-5 0</inkml:trace>
  <inkml:trace contextRef="#ctx0" brushRef="#br0" timeOffset="122">26467 16110 8912,'-2'-10'0,"-4"5"0,4 3 0,-5-6 0,9 6 0,3-4 0,13-1 0,10 1 0,12-7 0,6 1 0,4-3 0,9-2 0,2 0 0</inkml:trace>
  <inkml:trace contextRef="#ctx0" brushRef="#br0" timeOffset="123">27276 15835 8912,'2'11'0,"3"1"0,-3-8 0,6 11 0,-8-6 0,0 9 0,0 1 0,0 4 0,2 3 0,4 9 0,-4 5 0,5 4 0,-1 2 0,0 1 0,1 7 0,-1-8 0,-4 2 0,4-3 0,-4-3 0,-2-7 0,0-8 0,0-4 0,-8-12 0,-9-11 0,-10-10 0</inkml:trace>
  <inkml:trace contextRef="#ctx0" brushRef="#br0" timeOffset="124">27259 16162 8912,'-6'-12'0,"0"1"0,0 7 0,6-11 0,0 13 0,8-6 0,3 8 0,7 0 0,5 0 0,9 0 0,8 0 0,0 0 0,-5 0 0,5 0 0,0 0 0,-2 0 0,-9 0 0,-6 0 0,-4 0 0,-2 0 0,-7 0 0,-1 8 0,-3 3 0,-4-1 0,4 1 0,-4 1 0,-2 5 0,2-8 0,3-3 0,-3-4 0,6-2 0,-8-2 0,0-4 0,0-5 0,-8-4 0,-1-3 0,-8 3 0,-1 4 0,7-3 0,-1 9 0,9-1 0,-5-2 0,8-1 0,0-9 0</inkml:trace>
  <inkml:trace contextRef="#ctx0" brushRef="#br0" timeOffset="125">28016 16076 8912,'0'-18'0,"0"1"0,-2 0 0,-4 0 0,-2 0 0,-3-1 0,-4 7 0,3 0 0,3 1 0,-3-3 0,-1 1 0,-3 10 0,-1 2 0,0 8 0,0 9 0,0 8 0,-1 4 0,7 3 0,-1 2 0,9-5 0,-3-2 0,4-2 0,2-4 0,0-2 0,0-2 0,8-8 0,3-3 0,4-6 0,3-6 0,-1 3 0,0-9 0,2 8 0,4-1 0,-8 3 0,6 4 0,0 3 0,1 5 0,-5 7 0,-6 8 0,1 4 0,-3 9 0,3 2 0,-5 6 0,-7-6 0,0 8 0,0-4 0,0 0 0,0-4 0,-7-10 0,-5-1 0,3-8 0,-3 2 0,1-12 0,-6-5 0,5-4 0,1-2 0,1-10 0,-3-5 0,3-8 0,2-4 0,3-1 0,5-7 0,2-5 0,3 0 0,-1 0 0,8 6 0,1-3 0,10-3 0,-4 4 0,4-4 0,-4 2 0,-2-1 0,2-1 0,4 2 0,-3 2 0,2 1 0,-8 3 0,-3 3 0,-7 4 0,2 8 0,3 0 0,-7 7 0,6 10 0,-8 12 0,-6 3 0,1 2 0,-1 6 0,6 0 0,7 8 0,5-3 0,3-1 0,2 0 0,3 0 0,2-1 0,-2-5 0,3 2 0,1-3 0,-1-3 0,0-2 0,-5-4 0,4 3 0,1-8 0,-2-3 0,-1-1 0,-1-4 0,4-3 0,-4-5 0,4-7 0,-4-8 0,-2-4 0,-6-3 0,1-1 0,-1 3 0,-1 1 0,-2 2 0,-8-1 0,0 3 0,0 8 0,-8 0 0,-2 7 0,-7 4 0,0 4 0,0 2 0,5 8 0,1 4 0,1 3 0,-1 2 0,-3 0 0,9 0 0,-7 1 0,7-1 0,-1 0 0,8-7 0,3-5 0,-1-3 0,8-2 0,-1 0 0,6 0 0,1-2 0,-1-2 0,0-3 0,0-3 0,-1-1 0,-5-6 0,12-1 0,-12 1 0,12 2 0,-5 2 0,-7 1 0,4 6 0,-3-5 0,-3 7 0,3-2 0,-1 4 0,5 4 0,-3 4 0,-2 6 0,-7-3 0,2 3 0,-4-1 0,0 4 0,4-3 0,-4 3 0,13-13 0,-11 6 0,7-8 0,-5-8 0,5-4 0,-5-3 0,4-4 0,-1-2 0,1-2 0,-5 0 0,7 6 0,-8 6 0,1-1 0,5 1 0,-6 1 0,7 4 0,-5 4 0,4 4 0,-3 4 0,5 4 0,-6 7 0,1 0 0,-1 0 0,-2 0 0,7 1 0,-7-7 0,2 1 0,-4-7 0,0 5 0,3-3 0,-1-1 0,8-6 0,-7-7 0,7-5 0,-6-5 0,5-6 0,-1 4 0,1-4 0,4-2 0,-3 2 0,3-5 0,2 5 0,2 0 0,2 7 0,2 5 0,2 3 0,-2 8 0,-4 0 0,4 0 0,-2 8 0,2 3 0,-2 5 0,6-1 0,0-4 0,0-5 0,-1 2 0,3-2 0,11-8 0,-3-8 0</inkml:trace>
  <inkml:trace contextRef="#ctx0" brushRef="#br0" timeOffset="126">24213 17004 8912,'-29'0'0,"0"0"0,1 0 0,-1 2 0,2 6 0,2 9 0,4 11 0,2 11 0,4 10 0,3 11 0,7-1 0,3 0 0,4 6 0,3-6 0,7-3 0,3-11 0,8-8 0,2-9 0,0-5 0,0-4 0,3-9 0,-5-4 0,6-14 0,-4-7 0,0-8 0,-1-4 0,-1-2 0,-5-5 0,-3-6 0,-4 0 0,-1-6 0,-6 6 0,2 4 0,-3 5 0,-1 6 0,-2 8 0,-2 2 0,-3 3 0,1 5 0,-8 7 0,7 7 0,-5 7 0,0 7 0,1 7 0,5 5 0,-2 1 0,6 0 0,6 1 0,-2-6 0,7-1 0,1-9 0,5-2 0,0-9 0,0-6 0,6-4 0,0-4 0,0-5 0,-5-12 0,-9 2 0,-3-8 0,-4 6 0,-2-5 0,0 1 0,-2-2 0,-4 6 0,-5 4 0,-5 2 0,-1 0 0,2 5 0,3 1 0,-3 7 0,13-3 0,-6 14 0,8 5 0,0-5 0,16 9 0,3-7 0</inkml:trace>
  <inkml:trace contextRef="#ctx0" brushRef="#br0" timeOffset="127">24677 17365 8912,'0'10'0,"0"-3"0,0-5 0,0 4 0,0-4 0,-2 11 0,-3-7 0,3 7 0,-6-9 0,8 8 0,0 1 0,0-3 0,0 1 0,0-7 0,0 11 0,0-13 0,0 4 0,0-12 0,0-5 0,0-12 0,6 3 0,0-2 0,1 2 0,-1 3 0,-2 0 0,7 0 0,-5 5 0,5 3 0,3 1 0,1 2 0,2 6 0,0 0 0,-5 0 0,-1 0 0,1 8 0,5 2 0,0-1 0,-7 7 0,5-15 0,-5 7 0,7-8 0,-6 0 0,1 0 0,1 0 0,-3 0 0,1 0 0,-5 0 0,6 0 0,-1-8 0,0 7 0,1-7 0,1 0 0,-3 6 0,1-3 0,-7 3 0,11-6 0,-7 4 0,4-7 0,3-1 0,-13 3 0,5-7 0,-7 15 0,0-5 0,0 12 0,0 5 0,0 4 0,0 10 0,0 4 0,0 3 0,0 3 0,2 7 0,2 4 0,2 3 0,-2 3 0,3-3 0,-1-3 0,2-2 0,-2-4 0,-5-9 0,5 3 0,-4-11 0,-2 0 0,0-11 0,-8-12 0,-1-10 0</inkml:trace>
  <inkml:trace contextRef="#ctx0" brushRef="#br0" timeOffset="128">25039 17279 8912,'0'-17'0,"0"-2"0,0-4 0,7 10 0,5-5 0,3 11 0,2-5 0,8 8 0,2-1 0,2 5 0,-1 5 0,-1 5 0,2 7 0,-4 2 0,-8 4 0,-2 2 0,-3 4 0,-5 3 0,-7-3 0,-7 3 0,-3 3 0,-2-1 0,1 0 0,0-1 0,-7-4 0,7-5 0,-1-6 0,1-1 0,-6 0 0</inkml:trace>
  <inkml:trace contextRef="#ctx0" brushRef="#br0" timeOffset="129">25624 17296 8912,'-35'0'0,"7"2"0,-1 4 0,6-2 0,-6 7 0,8 1 0,-2 5 0,6 6 0,4 2 0,3-1 0,3 1 0,3 4 0,9-6 0,-1 2 0,8-2 0,-1-10 0,6 4 0,1-11 0,-1 0 0,0-4 0,0-4 0,0-2 0,1-2 0,-1-13 0,0 2 0,-2-6 0,-3 0 0,1 2 0,-7-8 0,5 6 0,-3-3 0,0 1 0,-1 4 0,-1 2 0,-6 1 0,6 1 0,0 0 0,1 2 0,-1 3 0,-4 3 0,6 5 0,-1-2 0,-5 8 0,4 10 0,1-3 0,-1 3 0,6-1 0,-7 6 0,7 0 0,-6 1 0,5-7 0,-3-1 0,1-3 0,3 7 0,5-12 0,0 5 0,0-7 0,-5 0 0,-3-2 0,-1-3 0,-2 3 0,-4-6 0,3 8 0,-3-8 0,14 7 0,-12-7 0,7 10 0,2 4 0,1-3 0,-3 9 0,5-8 0,-5 1 0,4 5 0,3-8 0,-1 4 0,0-5 0,0-1 0,0 0 0,-5 0 0,-1 0 0,-7-1 0,2-5 0,3 4 0,-7-8 0,4 5 0,-4 3 0,-4-6 0,-4 10 0,-5 4 0,3 3 0,1 8 0,7 1 0,1-3 0,5-4 0,6 3 0,11-8 0,7-3 0,8-1 0,14-2 0,9 0 0</inkml:trace>
  <inkml:trace contextRef="#ctx0" brushRef="#br0" timeOffset="130">26587 17468 8912,'-24'17'0,"4"1"0,-3-1 0,2 2 0,-1 4 0,8-4 0,-1 4 0,5-4 0,6-2 0,3-5 0,1-1 0,1-7 0,5 2 0,4-4 0,7-2 0,0 0 0,0-8 0,-1-5 0,-3-8 0,-1-8 0,-1-4 0,6-1 0,0-2 0,1-4 0,-7-4 0,1-8 0,-3-1 0,3-5 0,1 5 0,-7-5 0,-2 7 0,-3 5 0,1 4 0,4 8 0,-4 7 0,6 10 0,-14 24 0,0 18 0,2 11 0,2 10 0,2 12 0,0 5 0,0 4 0,0 1 0,0 1 0,8-8 0,4-3 0,5-5 0,6-1 0,5-8 0,13-4 0,3-14 0,7-8 0,1-13 0,-1-9 0,1-13 0,0-9 0</inkml:trace>
  <inkml:trace contextRef="#ctx0" brushRef="#br0" timeOffset="131">27654 17124 8912,'0'-11'0,"0"-1"0,-5 7 0,-1-7 0,-2 8 0,2-1 0,5 16 0,-5 6 0,4 12 0,2 0 0,2 5 0,2 4 0,3 2 0,3-1 0,-1 3 0,3-2 0,3 0 0,-3-6 0,-3 1 0,3-1 0,-8-2 0,1-3 0,-3-4 0,-2-8 0,-7-7 0,-5-5 0,-3-10 0,-2-7 0,-3-5 0,-3-6 0,10-2 0,-4-3 0,4 1 0,-5 6 0,3-2 0,4 2 0,-5-6 0,14 8 0,-3-4 0,3 4 0,9 4 0,5 3 0,13 3 0,7 5 0,8-2 0,4 2 0,6 2 0,2 2 0,3-1 0,-9-5 0,-2-2 0,2-3 0,0-12 0,5 4 0</inkml:trace>
  <inkml:trace contextRef="#ctx0" brushRef="#br0" timeOffset="132">28205 17193 8912,'11'0'0,"1"0"0,-8 0 0,3 8 0,-8 3 0,-5 12 0,-4 6 0,1 3 0,-7 8 0,5 1 0,3 1 0,3-2 0,3-4 0,2 4 0,7-6 0,5-5 0,3-10 0,2-9 0,2-3 0,4-3 0,-4-11 0,4-11 0,-5-1 0,-7-9 0,-3-1 0,-8-5 0,-2-6 0,-6-1 0,-9 5 0,-10 6 0,-7-1 0,-6 8 0,1 0 0,-7 6 0,1 0 0,-7 0 0</inkml:trace>
  <inkml:trace contextRef="#ctx0" brushRef="#br1" timeOffset="133">29169 17468 8912,'-18'2'0,"1"4"0,6-4 0,-1 4 0,9 3 0,-5-5 0,8 7 0,0-7 0,0 2 0,0-12 0,0-5 0,0 1 0,0-1 0,8-1 0,1-5 0</inkml:trace>
  <inkml:trace contextRef="#ctx0" brushRef="#br1" timeOffset="134">29014 17348 8912,'-6'11'0,"0"1"0,1-1 0,-1 1 0,0-1 0,0-7 0,6 2 0,0-12 0,8 4 0,2-6 0</inkml:trace>
  <inkml:trace contextRef="#ctx0" brushRef="#br1" timeOffset="135">29014 17382 8912,'11'-11'0,"1"-1"0,-8 9 0,5-5 0,-3 8 0,-4 0 0,5 8 0,-7 1 0,2 1 0,4-5 0,-4-3 0,6-2 0,-1 0 0,-3 0 0,8 0 0,-7 0 0,7 0 0,-6 0 0,5 0 0,-5-2 0,5-3 0,3-7 0,-1 3 0,-2-3 0,-1 6 0,-4-5 0,-4 5 0,3-5 0,3 5 0,-2-5 0,0-1 0,-6-5 0,0 0 0,0 0 0,0 7 0,0-5 0,-2 13 0,-4-4 0,2 4 0,-7 2 0,-1 2 0,-5 4 0,0 3 0,-1 9 0,1-1 0,0 0 0,-2 0 0,0 0 0,0 0 0,3 1 0,5 5 0,-1 0 0,5 1 0,7-3 0,2 2 0,3-2 0,7-2 0,11-1 0,-2-1 0,8 0 0,-8 0 0,2 0 0,1-1 0,-1-5 0,0 4 0,-5-3 0,-9 3 0,-3 2 0,-4 1 0,-4-7 0,-4 0 0,-3-1 0,-9 1 0,-1 5 0,-2-7 0,-4 3 0,-1-1 0,5-5 0,-2 5 0,3-7 0,3 2 0,6-4 0,1-4 0,3-4 0,8-11 0,9-17 0,7-10 0</inkml:trace>
  <inkml:trace contextRef="#ctx0" brushRef="#br1" timeOffset="136">29427 17331 8912,'0'-12'0,"0"1"0,0 5 0,0-5 0,0 7 0,6-2 0,-1 12 0,7 3 0,-6 8 0,7 10 0,-2 8 0,-1-1 0,1 6 0,-1 4 0,1 2 0,3-2 0,-8 0 0,-3-2 0,-1-4 0,-2 4 0,0-2 0,0-5 0,0-7 0,-7-9 0,-5-1 0,3-3 0,-3-9 0,1-8 0,-7-8 0</inkml:trace>
  <inkml:trace contextRef="#ctx0" brushRef="#br1" timeOffset="137">29461 17331 8912,'0'-12'0,"0"1"0,0 7 0,0-4 0,2 8 0,4 0 0,-2 0 0,7 2 0,3 2 0,1 2 0,0 7 0,-3-1 0,3 3 0,-4 2 0,3 2 0,-3 4 0,-3-2 0,-8 8 0,0-6 0,0 5 0,0-7 0,0 2 0,-6 4 0,-1 0 0,-3 0 0,-3-5 0,-3-2 0,-1-3 0</inkml:trace>
  <inkml:trace contextRef="#ctx0" brushRef="#br1" timeOffset="138">29754 17503 8912,'0'11'0,"0"1"0,0-1 0,0 6 0,-2 0 0,-4 1 0,4-7 0,-3 1 0,3-1 0,2 6 0,0 0 0,2-5 0,3-1 0,-3-7 0,6 11 0,-8-5 0</inkml:trace>
  <inkml:trace contextRef="#ctx0" brushRef="#br1" timeOffset="139">29702 17279 8912,'-15'-8'0,"3"-3"0,-3-4 0,13-2 0,-4 7 0,12 4 0,9 4 0,12 2 0,4 0 0,15 0 0,0 0 0,5 0 0</inkml:trace>
  <inkml:trace contextRef="#ctx0" brushRef="#br1" timeOffset="140">30064 17142 8912,'0'-12'0,"0"1"0,0 5 0,0-6 0,0 9 0,0 5 0,0 15 0,-2 2 0,-4 9 0,4 7 0,-4 5 0,4 8 0,2-2 0,0 3 0,0 3 0,0-6 0,0 0 0,2-8 0,4 2 0,4-8 0,7-9 0,6-2 0,0-15 0,7-4 0,-1-14 0,3-7 0,3-23 0,-1-2 0</inkml:trace>
  <inkml:trace contextRef="#ctx0" brushRef="#br1" timeOffset="141">30459 17262 8912,'-17'0'0,"-6"0"0,0 0 0,0 0 0,6 0 0,0 0 0,0 0 0,1 8 0,5 3 0,-4 4 0,3 2 0,4 6 0,3 2 0,3 0 0,2 0 0,2 5 0,3-1 0,5 2 0,7-3 0,8-3 0,4-8 0,3 1 0,3-1 0,-1-8 0,1-3 0,-1-4 0,0-2 0,-1-2 0,-3-4 0,-3-5 0,-2-4 0,4-5 0,-6-2 0,-2 1 0,-10-8 0,3 8 0,-9-2 0,1-2 0,-6 2 0,-2 0 0,-2 6 0,-3 2 0,-3 3 0,-1 5 0,-7 7 0,1 2 0,0 3 0,-6 7 0,0 11 0,0 3 0,6 9 0,7-1 0,5 3 0,3 1 0,2 2 0,2 0 0,3-6 0,13-7 0,10-4 0,5-12 0,1-5 0,8-4 0,4-2 0,-6-8 0,-3-5 0,-9-10 0,-3-11 0,-2-8 0,-6-10 0</inkml:trace>
  <inkml:trace contextRef="#ctx0" brushRef="#br1" timeOffset="142">30098 17434 8912,'-36'0'0,"-1"0"0,1 2 0,3 3 0,11-3 0,-1 4 0,11-4 0,8-2 0,16 0 0,16 0 0,24 0 0,13-8 0,10-3 0,7-12 0,-4-4 0</inkml:trace>
  <inkml:trace contextRef="#ctx0" brushRef="#br1" timeOffset="143">28704 17846 8912,'-11'-1'0,"-1"-3"0,-1-4 0,-3 0 0,-1 1 0,0 1 0,0 6 0,0 0 0,-1 6 0,3 1 0,4 3 0,-5-6 0,5 3 0,-4 1 0,-3 0 0,1 5 0,0-1 0,0-7 0,0 7 0,-3-6 0,-3 5 0,-3-5 0,-11 5 0,-3 3 0,-6 1 0,-9 2 0,-3 0 0,-8 0 0,-1 1 0,-8-3 0,-3-4 0,-3 5 0,-5-5 0,0 2-296,0-1 0,-6 3 296,1-3 0,-1-5 0,6-1 0,-2 2 0,-6-3 0,44-2 0,-1 0 0,-2 1 0,-1 0 0,-1-3 0,1 0 0,2 2 0,1-1 0,-5 0 0,1-2 0,-2 0 0,-1 0 0,-3 3 0,0 0-186,0 0 1,1 0 0,-1 0 0,0 0 185,6-3 0,1 0 0,-5 0 0,-1 0 0,0-1 0,0 2 0,-6 1 0,0 1 0,-4 0 0,0 0 0,2 0 0,0 0 0,1 1 0,-1-1 0,-1-2 0,0 0 0,-2 2 0,-1 0 0,-4-2 0,1 0 0,-3-1 0,1 0 0,3 0 0,2 0 0,5 0 0,1 0 0,-3-1 0,0 0 0,-3-2 0,0-2 0,-2-3 0,1-1 0,6 1 0,0-1 0,-1-4 0,1-1 0,6 3 0,1-1 0,-3 0 0,0-2 0,-1-4 0,0-1 0,1 1 0,2-2 0,2 1 0,1-2 0,0-2 0,1 0 0,8 3 0,1 0 0,-4-4 0,0 0 0,-2 2 0,-1-2 0,0-3 0,0-1 0,-2 0 0,1-1 0,3 0 0,1 0 0,2 0 0,2-3 0,1-2 0,0-1 0,-2 1 0,-1 0 0,0-5 0,1 1 0,-3 4 0,0-1 0,4 2 0,3-2 0,5 0 0,1-1 0,1-1 0,0 0 0,1-3 0,1-1 0,-2-3 0,0-1 0,0-1 0,1 0 0,-1-3 0,0 0 0,0 3 0,1 1 0,2-2 0,-1 0 0,-1 1 0,0-2 0,0-3 0,3-1 0,5 3 0,2-1 0,2-3 0,1-1 0,1 1 0,2-1 0,-1 0 0,2-1 0,0 1 0,0-1 0,-4 0 0,-2-1 0,-2-1 0,-2 0 0,1-2 0,-1-1 0,2 3 0,-1 0 0,-2-2 0,-1 1 0,-2 1 0,1 0 0,-2-5 0,1 1 0,-1 4 0,1 0 0,3-2 0,1 1 0,1 4 0,1-1 0,-2 0 0,0 0 0,1-4 0,-1 1 0,0 1 0,1 1 0,-1 1 0,0-1 0,1-2 0,1 0 0,2 1 0,0-1 0,1-1 0,-1-2-223,0-2 1,0 0 0,1 5-1,-1 1 223,0 0 0,0 0 0,0 2 0,0 1 0,0-1 0,1 1 0,-1-2 0,0-1 0,0-3 0,0 0 0,2 6 0,-1 1 0,1 1 0,0 1 0,1-1 0,0 0 0,-1-1 0,0 0 0,-1-6 0,-1-1 0,-3-3 0,0 0 0,3 3 0,-1 2 0,-2 3 0,0 1 0,2 1 0,-1 1 0,0-1 0,0 1 0,-1-3 0,-1 1 0,-1-3 0,1-1 0,5 3 0,2-1 0,0 1 0,0 1 0,1 4 0,0 1-139,2 0 1,0 1 0,0-4 0,0 0 138,2-2 0,2 0 0,-1 0 0,-1 1 0,0 3 0,0 2 0,-1 1 0,0 0 0,-1 0 0,-1 1 0,-2 0 0,-1 0 0,0-5 0,2-1 0,0 3 0,0 1 0,-1-4 0,0 0 0,3 1 0,0-1 0,-3 3 0,0 1 0,1-3 0,0 1 0,-1-2 0,0 0 0,2 1 0,0-1 0,0 1 0,0-1 0,3-2 0,0-1 0,-2 1 0,-1-1 0,-1 1 0,-2 1 0,-1 4 0,-1 1 0,1 1 0,-2 2 0,-2 4 0,-1 2 0,-27-37 0,-1-1 0,-5 5 0,34 31 0,1 1 0,-30-27 0,7-1 0,5 3 0,2-4 0,0-2 30,0-3 0,-2 3-30,-6-3 0,1-3 0,-1 3 0,-1-1 0,-3 8 0,-3 4 0,-2 6 0,0 3 0,-3 3 0,-2-6 0,2-1 0,3 1 0,-2 5 0,2 7 0,-4 1 0,2 0 214,-2 0 0,6 11-214,1-1 0,12 9 441,6-4 1,-2 6-442,2-5 0,0 7 0,5-2 0,-1 4 328,-4 2 0,0-1-328,-12 1 0,10 2 125,-10 3 1,7 3-1,-1 5 1,6-2-126,3 3 0,10 1 247,4 2-247,4 0 0,2 0 0,8 0 0,1 0 0,8 0 0,0 0 0,-8 0 0,1-2 0,-5-4 0,3 4 0,3-4 0,4 4 0,-13 2 0,3 0 0,-3 0 0,-2 0 0,-1 0 0,1 0 0,0 0 0,0 0 0,0 2 0,-1 4 0,1-4 0,0 4 0,-6-2 0,0-1 0,2 3 0,2-2 0,7 0 0,1 1 0,0-3 0,-7 4 0,7-2 0,-1 2 0,1-4 0,-6 3 0,-1-3 0,9 0 0,3 4 0,-3-4 0,7 5 0,-6-7 0,8 0 0,0 0 0,8 0 0,-6 0 0,5 0 0,-7 2 0,0 4 0,0-4 0,-2 13 0,-3-3 0,-13 3 0,-8 2 0</inkml:trace>
  <inkml:trace contextRef="#ctx0" brushRef="#br1" timeOffset="144">15058 6602 8912,'-2'-9'0,"-4"3"0,-6 4 0,-3 2 0,2 0 0,-3 2 0,-5 4 0,-3 5 0,-5 4 0,-7 3 0,-3 1 0,-1 4 0,-2-2 0,4 7 0,-2 1 0,1-2 0,1 5 0,0-5 0,-2 2 0,2-1 0,7-7 0,2 2 0,6-2 0,-3 0 0,-1 0 0,0-6 0,12 1 0,-2-11 0,3 9 0,5-10 0,3 7 0,4-7 0,10 4 0,3-8 0,-1 1 0,1 5 0,6-2 0,6 6 0,0-1 0,2 1 0,2 1 0,7 6 0,6 1 0,1-1 0,4 2 0,-4 4 0,-3 5 0,-9 5 0,-5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13492 15199 8912,'-6'-12'0,"0"1"0,-2 5 0,3-5 0,3-1 0,-6-5 0,8 7 0,0 3 0,-2 7 0,-3 0 0,1 7 0,-8 5 0,-1 11 0,-10 5 0,-4 7 0,-7 5 0,-10 6 0,-8 11 0,-11 6 0,27-30 0,-1 1 0,-1 3 0,-2 1 0,-3-1 0,0 0 0,-1-2 0,0-1-167,-2-2 0,0-1 1,-28 22 166,-1-1 0,23-10 0,7-13 0,14-5 0,8-6 0,12-9 0,3-1 0,16-10 0,3-4 0,4-1 0,2-5 0,3-9 0,3 4 0,-4-6 125,4 0 0,-4-4 0,-2-7 0</inkml:trace>
  <inkml:trace contextRef="#ctx0" brushRef="#br0" timeOffset="1">12769 15216 8912,'0'-17'0,"0"0"0,2 1 0,3 5 0,7-3 0,11 9 0,11-7 0,12 7 0,13-9 0,10 3 0,8-10 0,9-2 0,-2 2 0,-4 2 0,-3 3 0,-8 5 0,-14 5 0,-3 12 0,-20 5 0,-3 12 0,-16 4 0,-7 7 0,-4 1 0,-2-1 0,-2 6 0,-4 0 0,-3 1 0,-9-7 0,3 6 0,4 0 0,-3 6 0,9-6 0,-7 4 0,6-10 0,-7 5 0,3-13 0</inkml:trace>
  <inkml:trace contextRef="#ctx0" brushRef="#br0" timeOffset="2">12597 16333 8912,'0'18'0,"0"-1"0,2 0 0,3 0 0,5-7 0,7-4 0,4-6 0,8-6 0,11-6 0,23-12 0,14-11 0,-34 14 0,2-2 0,3-2 0,1-1 0,5-3 0,1 0 0,4-3 0,1-1 0,4-3 0,2 0 0,8-4 0,3 0-150,-19 9 1,2 1-1,0-1 1,23-14-1,0 0 1,-25 13-1,0 0 1,0 1 0,25-17-1,0 2 150,1 1 0,-1 0 0,-3 1 0,0 0 0,-1 1 0,-3 0 0,-9 5 0,-2 0 0,-8 4 0,-1 1 0,-6 5 0,-1 3 0,37-18 0,-19 21 352,-21 4-352,-19 13 0,-21-3 0,-12 8 0,-4 8 0,-7 3 0,0-1 0,0 1 0,1 1 0,5 5 285,11-8 1,9-1 0,9-8 0</inkml:trace>
  <inkml:trace contextRef="#ctx0" brushRef="#br0" timeOffset="3">15247 14872 8912,'-8'-9'0,"14"1"0,2 8 0,11 0 0,9 0 0,3 8 0,-2 3 0,3 6 0,-5 6 0,0 6 0,-4 3 0,-4 5 0,-2 3 0,-7 9 0,-5 9 0,-5 8 0,-7 3 0,-11 8 0,-8 1 0,-14-2 0,-4 1 0,-8 1 0</inkml:trace>
  <inkml:trace contextRef="#ctx0" brushRef="#br0" timeOffset="4">10893 16591 8912,'-8'12'0,"-3"-3"0,-4-1 0,-3-4 0,9-10 0,3-5 0,4-5 0,4 1 0,4 2 0,5 1 0,5-1 0,1 0 0,0-1 0,0 5 0,1 1 0,-1 2 0,0 6 0,0 0 0,0 0 0,-1 2 0,-5 4 0,2 5 0,-7 12 0,0 4 0,-8 9 0,-4 4 0,-5 6 0,-1 2 0,-5-2 0,10 4 0,-11-5 0,5-4 0,-4-7 0,7-2 0,4-9 0,5-6 0,1-5 0,7-8 0,5 1 0,5-10 0,6-7 0,-2 3 0,7-3 0,-5 1 0,6-6 0,-6 7 0,6 4 0,-8-1 0,2 1 0,-10 0 0,-3 8 0,-3 4 0,-3 5 0,-4 12 0,-6 6 0,-9 3 0,-8 3 0,-7 1 0,1 4 0,2-2 0,-2 8 0,3-9 0,-3-3 0,4-2 0,8-7 0,0 2 0,7-14 0,4-1 0,12-24 0,11-14 0,10-18 0</inkml:trace>
  <inkml:trace contextRef="#ctx0" brushRef="#br0" timeOffset="5">11392 16815 8912,'15'-17'0,"-3"0"0,-4-1 0,-1 9 0,-5 11 0,4 15 0,-4 10 0,-2 5 0,6 8 0,-1 0 0,7 8 0,-7-2 0,9 4 0,-3 1 0,-1 1 0,1-1 0,1-5 0,5 0 0,0-8 0,0 2 0,-7-11 0,5-4 0,-5-8 0</inkml:trace>
  <inkml:trace contextRef="#ctx0" brushRef="#br0" timeOffset="6">11530 16884 8912,'2'-12'0,"3"1"0,5 7 0,7-2 0,0 4 0,1 2 0,-1 0 0,0 0 0,0 0 0,-1 8 0,-5 3 0,2 7 0,-7 5 0,0 1 0,-6 5 0,-2 9 0,-2-3 0,-3 1 0,-3 0 0,-2-9 0,-5-2 0</inkml:trace>
  <inkml:trace contextRef="#ctx0" brushRef="#br0" timeOffset="7">11908 16970 8912,'-7'17'0,"-3"0"0,-7 0 0,2 2 0,1 4 0,5 6 0,1 3 0,2-3 0,6 0 0,2-8 0,4 2 0,0-4 0,9-4 0,4-4 0,0-5 0,6-4 0,-2-2 0,0-8 0,-6-3 0,-1-4 0,-5-2 0,-1-6 0,-7 0 0,3 0 0,-2-2 0,-8 6 0,-2-4 0,-7-2 0,2 2 0,-5 0 0,-1 6 0,0 2 0,0 3 0,5-1 0,1 7 0,7-7 0,-11 3 0,5-7 0</inkml:trace>
  <inkml:trace contextRef="#ctx0" brushRef="#br0" timeOffset="8">12270 16901 8912,'-8'9'0,"0"7"0,-3-5 0,1 4 0,5 3 0,3 1 0,-4 4 0,4-4 0,2 6 0,0-2 0,0-1 0,6 7 0,0-6 0,7 2 0,-2-2 0,-1-6 0,2 0 0,-1 8 0,6-6 0</inkml:trace>
  <inkml:trace contextRef="#ctx0" brushRef="#br0" timeOffset="9">12115 16918 8912,'0'-23'0,"0"0"0,0-5 0,0 5 0,0 2 0,0 2 0,0 9 0,2-3 0,4 7 0,5 2 0,12 10 0,-2-2 0,8 7 0,5-5 0,6 5 0,8 1 0,-4 5 0</inkml:trace>
  <inkml:trace contextRef="#ctx0" brushRef="#br0" timeOffset="10">12511 17056 8912,'-10'7'0,"-5"-3"0,3 8 0,-1-1 0,2 6 0,-5 0 0,9 1 0,-5-1 0,4 0 0,8 0 0,0 0 0,0-5 0,0-1 0,0-5 0,0 5 0,0-7 0,2 4 0,4-8 0,-4 0 0,6 0 0,-3-10 0,1-5 0,-2-6 0,0-2 0,2-2 0,-5-1 0,9-9 0,-4 1 0,-2 5 0,7 0 0,-5 8 0,5-1 0,-5 2 0,5 3 0,-5 8 0,6 3 0,-9 4 0,11 6 0,-8 7 0,5 3 0,-3 14 0,-1 1 0,1-2 0,3 5 0,-5-3 0,8-4 0,-3-2 0,4-4 0,3-2 0,-1 0 0,0-7 0,0-3 0,0-7 0</inkml:trace>
  <inkml:trace contextRef="#ctx0" brushRef="#br0" timeOffset="11">12907 16660 8912,'-2'-11'0,"-4"-1"0,4 8 0,-13 6 0,5 17 0,-1 12 0,-1 7 0,8 12 0,-1 1 0,3 1 0,2 5 0,2-3 0,3-3 0,5-7 0,9-4 0,4-5 0,6-6 0,1-7 0,-1-10 0,3-4 0,-3-8 0,-2-2 0,2-4 0,-8-9 0,2-8 0,-10-6 0,-2 6 0,-1-7 0,1 1 0,3 2 0,-8 0 0,-1 3 0,3 3 0,-6 1 0,7 11 0,-3 3 0,-2 4 0,7 2 0,-5 8 0,6 3 0,-3 14 0,3 10 0,3 7 0,-4 9 0,-1 6 0,1 1 0,-7 1 0,4-4 0,-2 3 0,-1-3 0,1-1 0,-6-3 0,0-7 0,0-4 0,-2-9 0,-2-4 0,-3-3 0,-3-3 0,-1-9 0,-14-4 0,-2-8 0</inkml:trace>
  <inkml:trace contextRef="#ctx0" brushRef="#br0" timeOffset="12">12889 17193 8912,'-17'10'0,"0"3"0,0-7 0,7 7 0,4-1 0,6 1 0,6-2 0,6 3 0,11-8 0,11-1 0,12-5 0,5-2 0,7-3 0,-5 3 0,7-21 0,-9 4 0</inkml:trace>
  <inkml:trace contextRef="#ctx0" brushRef="#br0" timeOffset="13">14111 16591 8912,'2'10'0,"4"-4"0,-4-4 0,7-8 0,-3 0 0,5 2 0,5-3 0,3 1 0,4 0 0,5-1 0,5 3 0,3-6 0,4 1 0,6-1 0,4 4 0,2-5 0,5 5 0,0-5 0,8 5 0,0-6 0,6-1 0,4-2 0,13-2 0,0-2 0,5-2 0,-43 8 0,0 1 0,1-2 0,-1 1-158,-2 2 1,0 1-1,45-15 158,-7 8 0,2 5 0,4 1 0,2-2 0,-4-3 0,0-1 0,-16 0 0,1 0 0,-6 0 0,5-6 0,3-2 0,1 0 0,4 0 0,8-5 0,2 1 0,-43 13 0,-1-1 0,-2 0 0,0 0 0,4 0 0,0 0 0,-2-1 0,1 1 0,2 0 0,0 0 0,0 0 0,1-1 0,1 1 0,1 0 0,-2 0 0,-1 0 0,0-3 0,-2 0 0,37-21 0,2 3 0,-43 20 0,1 0 0,0 1 0,0 0 0,0-1 0,0 1 0,38-11 0,-15-1 0,0 0 0,-1-5 0,1-1 0,0 1 0,2 5 0,3 1 0,-3 7 0,4-2 0,-8 4 0,-10 2 0,-1-1 0,-16 1 0,-2 0 0,-2 0 0,-3 0 0,-5-1 0,3 7 0,-8-1 0,0 7 0,-6-5 0,0 1 0,1-1 0,-1 4 0,0-5 0,2 5 157,4-5 1,-4 5 0,4-4-158,-4 3 0,-9-1 0,-3 4 0,1-1 0,-6-1 0,4 6 0,-12 0 0,2 0 0,-7 0 0,5 6 0,-6-1 0,1 9 0,-6-3 0,3 4 0,-3 3 0,4-7 0,-10 1 0,-4-1 0,0 6 0</inkml:trace>
  <inkml:trace contextRef="#ctx0" brushRef="#br0" timeOffset="14">19188 14924 8912,'-8'-27'0,"0"-4"0,-3 8 0,-2 0 0,7 6 0,2 6 0,10-1 0,9 9 0,8-3 0,8 4 0,-3 2 0,5 0 0,-1 2 0,-1 4 0,-3 5 0,1 6 0,6 6 0,-1 4 0,0 7 0,-7 8 0,-6 6 0,-9 7 0,-12 8 0,-18 14 0,-16 9 0,11-39 0,-4 1-628,-3 6 1,-3 1 627,1 1 0,-3 1 0,-6 3 0,-2 0 0,-1 1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20702 2063 8912,'12'-6'0,"-1"1"0,-7 1 0,2 10 0,-5 7 0,-1 8 0,0 4 0,0 5 0,0 1 0,0 5 0,0 1 0,0 8 0,2 1 0,4-2 0,-2 0 0,7-6 0,1 2 0,-3-1 0,5-11 0,-7-5 0,1-4 0,0-1 0,-3-9 0,-5-1 0</inkml:trace>
  <inkml:trace contextRef="#ctx0" brushRef="#br0" timeOffset="1">20427 2252 8912,'-8'-17'0,"6"6"0,-2-1 0,8-1 0,8-2 0,12-5 0,11-2 0,9-5 0,13-8 0,2 9 0,7 3 0,-3 4 0,2 1 0,-12 11 0,-1 7 0,-20 9 0,-3 14 0,-16 4 0,-20 15 0,-12 2 0</inkml:trace>
  <inkml:trace contextRef="#ctx0" brushRef="#br0" timeOffset="2">20547 2854 8912,'25'-21'0,"4"-8"0,17-1 0,5-16 0,20-2 0,4-9 0,-1 5-241,1 1 1,-36 21 0,0 1-1,39-25 1</inkml:trace>
  <inkml:trace contextRef="#ctx0" brushRef="#br0" timeOffset="3">21666 1771 8912,'-33'0'0,"3"0"0,1 0 0,-2 0 0,1 0 0,-1 2 0,4 5 0,3 11 0,3 6 0,9 11 0,4 1 0,8 4 0,0 6 0,0 4 0,2 3 0,4 5 0,4-11 0,7 5 0,0-6 0,0 2 0,-1-5 0,-5 0 0,2-3 0,-7-6 0,0 4 0,-6-3 0,0 3 0,0-10 0,-15-3 0,-5 0 0</inkml:trace>
  <inkml:trace contextRef="#ctx0" brushRef="#br0" timeOffset="4">21270 2510 8912,'-10'-7'0,"3"3"0,7-8 0,0 7 0,2-7 0,5-1 0,10-3 0,18-10 0,17-9 0,14-1 0,15-10 0,-34 24 0,1 0 0,2-1 0,0 0 0,-1 3 0,-1 0-115,1 2 0,-2 0 0,37-16 0,-7-1 0</inkml:trace>
  <inkml:trace contextRef="#ctx0" brushRef="#br0" timeOffset="5">23714 997 8912,'-35'-17'0,"3"0"0,3 0 0,-2-1 0,8 3 0,2 4 0,2 5 0,2 4 0,0 2 0,5 2 0,3 4 0,-1 7 0,1 8 0,-1 6 0,-1 9 0,3 4 0,0 6 0,5 4 0,-7 3 0,2 3 0,5 1 0,1 8 0,2-4 0,0 2 0,0 0 0,2 2 0,3 10 0,5-5 0,7 5 0,0-6 0,0-6 0,-5-6 0,-1-11 0,-1 3 0,1-3 0,3-4 0,-8-4 0,-5-5 0,-4-4 0,-3-1 0,-11 7 0,1-7 0,-12 1 0,5-8 0,-6 2 0,6-10 0,-6-1 0,3-8 0,-3 1 0,4-7 0,8-9 0,2-12 0,3-8 0,-3-11 0,5-2 0</inkml:trace>
  <inkml:trace contextRef="#ctx0" brushRef="#br0" timeOffset="6">24471 1169 8912,'-2'-17'0,"-4"2"0,-5 1 0,-5 3 0,-3 7 0,-2-2 0,-4 4 0,-1 2 0,5 10 0,-2 7 0,3 8 0,3 9 0,2 8 0,3 4 0,7 4 0,3 1 0,2 3 0,0 3 0,0 4 0,0 8 0,2-8 0,2-3 0,3-5 0,3-1 0,-5-3 0,7-3 0,-8-4 0,2-7 0,-5-3 0,-1-3 0,-1-6 0,-5-4 0,-4-2 0,-7 0 0</inkml:trace>
  <inkml:trace contextRef="#ctx0" brushRef="#br0" timeOffset="7">23989 1994 8912,'-10'-17'0,"3"6"0,7-1 0,4 7 0,7-7 0,8 6 0,17-3 0,5-1 0,4 1 0,5-3 0,2-5 0,-1 0 0,1 0 0,0-8 0,-1-2 0</inkml:trace>
  <inkml:trace contextRef="#ctx0" brushRef="#br0" timeOffset="8">24953 1255 8912,'-18'-6'0,"1"1"0,0 1 0,0 2 0,-2 6 0,-4 7 0,-4 8 0,-6 18 0,3 3 0,1 6 0,8 7 0,-2 10 0,6 2-194,5 15 0,5-7 194,7 1 0,2-5 0,3-6 0,5-6 0,9-11 0,2-6 48,2-3 0,0-16-48,-6-4 0,0-11 0,1-1 0,1-5 0,4-5 0,-4-5 0,6-15 0,-8-1 0</inkml:trace>
  <inkml:trace contextRef="#ctx0" brushRef="#br0" timeOffset="9">24970 1616 8912,'-10'0'0,"4"0"0,12 0 0,4-6 0,7 1 0,6-1 0,2 6 0,0 2 0,0 4 0,3-3 0,-5 9 0,0-1 0,-6 7 0,0 1 0,-1 4 0,-5 3 0,-5 1 0,-4 6 0,-2-5 0,-8-1 0,-3 2 0,-3-6 0,1 3 0,2-3 0,-3-8 0,5 1 0,-3-11 0,8 1 0,-3-13 0,7-3 0</inkml:trace>
  <inkml:trace contextRef="#ctx0" brushRef="#br0" timeOffset="10">25366 1582 8912,'0'17'0,"-8"0"0,-4 0 0,-1 1 0,2-1 0,-5 6 0,5 1 0,-3 3 0,3 4 0,-2-4 0,7 1 0,0-5 0,6 6 0,0-8 0,0 2 0,10-4 0,7-2 0,0-6 0,6 1 0,2-8 0,-2 1 0,7-3 0,-3-4 0,0-3 0,5-12 0,-5-10 0</inkml:trace>
  <inkml:trace contextRef="#ctx0" brushRef="#br0" timeOffset="11">25503 1255 8912,'0'12'0,"0"-1"0,2-5 0,4 5 0,3-5 0,9 5 0,-1-5 0,2 6 0,4 1 0,6 2 0,1 10 0,-1 4 0,1 5 0,-7 6 0,-2 4 0,-9 10 0,-6 3 0,-4 6 0,-4-2 0,-4 2 0,-4-2 0,-7 2 0,-6-3 0,0-9 0,0-7 0,6-4 0,-8-3 0,-1-3 0</inkml:trace>
  <inkml:trace contextRef="#ctx0" brushRef="#br0" timeOffset="12">22664 3250 8912,'-12'5'0,"1"1"0,-3-2 0,9-2 0,5-2 0,9 0 0,14-8 0,6-3 0,5-5 0,7-1 0,-7 0 0,2 0 0,-5 0 0,-2-8 0,5-2 0</inkml:trace>
  <inkml:trace contextRef="#ctx0" brushRef="#br0" timeOffset="13">23645 3232 8912,'-12'0'0,"1"0"0,-1 0 0,-3-2 0,4-3 0,3 1 0,8-8 0,0-1 0,0-2 0,0-4 0,0-4 0,2-4 0,2-6 0,1 3 0,-1 1 0,-2 1 0,-2-7 0,0 3 0,0 3 0,-2 6 0,-4 4 0,3 4 0,-9 3 0,1-1 0,-7 7 0,1 2 0,0 10 0,0 11 0,0 12 0,-1 5 0,1 6 0,0 4 0,0 8 0,5 0 0,1-1 0,-3 1 0,-1-1 0,-2-1 0,0-4 0,0 2 0,-1-8 0,-5-2 0,0-9 0,1-5 0,4-6 0,1-9 0,0-3 0,0-4 0,-1-2 0,1-8 0,0-3 0,6-12 0,-1-6 0,1-5 0,1-6 0,2 3 0,8-3 0,2-2 0,4 2 0,4 4 0,-1 5 0,6 3 0,-3 10 0,9-1 0,2 13 0,8-5 0,-3 5 0,5 10 0,1 13 0,1 2 0,-1 10 0,6 0 0,0 5 0,0 1 0,-5-1 0,5-7 0,0-4 0,6-10 0,-6-4 0,-3-1 0,-7-4 0,-5-10 0,-8-5 0,-7-10 0,-5-2 0,-3-8 0,-2 3 0,-13-11 0,-4-1 0,-12 0 0,0 6 0,-9-1 0,-2 1 0,0 0 0,5-1 0,3-5 0,3 0 0,4 0 0,1 5 0,-3 1 0</inkml:trace>
  <inkml:trace contextRef="#ctx0" brushRef="#br0" timeOffset="14">23455 671 8912,'-5'17'0,"-1"0"0,-7-8 0,11-3 0,-4-12 0,4-5 0,2-10 0,0-2 0,0 0 0,0 6 0,0-2 0,0-4 0,0 4 0,0-6 0,-2 2 0,-4 0 0,-3-6 0,-8 7 0,-3-1 0,-2 5 0,-5 1 0,-8 2 0,1 4 0,0 5 0,-1 4 0,1 2 0,-1 8 0,1 3 0,7 12 0,4 6 0,4 11 0,2 6 0,0 3 0,-1 3 0,7-1 0,1 1 0,1-1 0,-1 1 0,6-8 0,-1-4 0,-3-5 0,2-7 0,1-3 0,5-19 0,0-12 0,-2-11 0,-2-18 0,-2 1 0,2 0 0,2-8 0,2-4 0,0 2 0,0-2 0,0 0 0,0-5 0,0 7 0,0 4 0,6 9 0,0 2 0,7 16 0,-1 1 0,5 9 0,6 3 0,-2 13 0,8 4 0,1 4 0,3 4 0,7-4 0,2 6 0,0-2 0,0-4 0,-2-4 0,-5-6 0,-7-1 0,1-4 0,-8-4 0,0 1 0,-8-6 0,-7-7 0,-12-7 0,-3 0 0,-10-1 0,-4-1 0,-6-4 0,-2 2 0,3-7 0,-3 7 0,8-2 0,0 11 0,6 7 0,8-5 0,3 10 0,13-2 0,11 6 0,14 17 0,12-2 0</inkml:trace>
  <inkml:trace contextRef="#ctx0" brushRef="#br0" timeOffset="15">27121 1393 8912,'-40'9'0,"0"-3"0,3-4 0,7-2 0,7 0 0,11-2 0,8-2 0,8-2 0,13-1 0,12 1 0,6 2 0,3-5 0,4-1 0,2 1 0,-4 3 0,6-6 0,-8 9 0,2-3 0,-5 4 0,-7 2 0,3 0 0,-8 0 0,0 0 0,-6 0 0</inkml:trace>
  <inkml:trace contextRef="#ctx0" brushRef="#br0" timeOffset="16">27155 1822 8912,'-11'0'0,"-1"0"0,-1 0 0,5-1 0,3-5 0,3-6 0,11-3 0,8-2 0,16-6 0,13-2 0,5-2 0,7-3 0,-1 3 0,10-2 0,4-1 0,0-3 0,-1-9 0,-1-2 0</inkml:trace>
  <inkml:trace contextRef="#ctx0" brushRef="#br0" timeOffset="17">28222 877 8912,'0'42'0,"-6"4"0,1 13 0,-1 12 0,-2 13 0,6 4 0,-3 7 0,5 1 0,5-1 0,-1-3-269,2-43 1,0-1 0,3 32 268,3-5 0,3-12 0,-5-11 0</inkml:trace>
  <inkml:trace contextRef="#ctx0" brushRef="#br0" timeOffset="18">23387 4298 8912,'-12'-15'0,"3"2"0,1 1 0,2 1 0,-1 1 0,7 6 0,-2 18 0,7 12 0,5 11 0,-4 18 0,3 1 0,1 5 0,-1 2 0,-3 0 0,4 6 0,-1-3 0,1-3 0,-5-3 0,5-11 0,-2-3 0,-4-6 0,-3-9 0,-1-2 0,0-16 0,-15 2 0,-4-15 0</inkml:trace>
  <inkml:trace contextRef="#ctx0" brushRef="#br0" timeOffset="19">22905 5210 8912,'-10'0'0,"3"-2"0,8-2 0,5-2 0,15-15 0,19-2 0,14-7 0,20-5 0,7 1 0,3-1 0,2 3 0,0 3 0,-10 6 0,-7 12 0,-15 3 0,-14 8 0,-13 2 0,-10 4 0,-9 5 0,-6 5 0,-18 1 0,-3 0 0,-15 0 0</inkml:trace>
  <inkml:trace contextRef="#ctx0" brushRef="#br0" timeOffset="20">23266 5347 8912,'-17'-8'0,"0"1"0,1-7 0,5 3 0,3-1 0,16-3 0,5 2 0,8 1 0,8-1 0,4 3 0,1-1 0,6 1 0,0-3 0,-1 2 0,-3-3 0,-9 7 0,-4 1 0,-4 4 0,-2 2 0,0 0 0,-7 2 0,-5 4 0,-10 5 0,-7 10 0,-3 4 0,-2 2 0,-6-4 0,0 5 0,0-7 0,6 2 0,-1 2 0,1-2 0,0 0 0,2-6 0,3 0 0,7 0 0,3 1 0,5-7 0,9 1 0,-1-7 0,12 7 0,4-7 0,2 7 0,-2-6 0,1 5 0,1 1 0,-2-3 0,-2 6 0,-8-3 0,-2 5 0,-4 6 0,-3-2 0,-8 8 0,-8-6 0,-3 5 0,-6 1 0,-6-2 0,-4 5 0,-7-3 0,-1-4 0,1-2 0,-2-4 0,-3-4 0,1-4 0,6-5 0,-1-4 0,10-2 0,0-13 0,6-5 0,2-10 0,3-1 0,12-11 0,12-6 0,11-3 0,3-3 0</inkml:trace>
  <inkml:trace contextRef="#ctx0" brushRef="#br0" timeOffset="21">25021 4092 8912,'-2'-11'0,"-3"-1"0,-5-1 0,-1-1 0,-1 1 0,-1 1 0,-2-1 0,-3-2 0,1 3 0,0 3 0,0 1 0,0 4 0,-6 2 0,0 2 0,2 2 0,1 4 0,3 9 0,0 10 0,2 2 0,3 3 0,5 3 0,7 1 0,0 3 0,0 1 0,2 4 0,3 2 0,5 0 0,7 2 0,0 5 0,0 1 0,-1 7 0,-5 2 0,3 4 0,-9-8 0,1 1 0,-6-7 0,0-1 0,0-4 0,-2-4 0,-4-8 0,-3-7 0,-8-4 0,-1-6 0,1-5 0,0-5 0,0-7 0,5 0 0,1 0 0,-1-2 0,-5-3 0,6-5 0,1-7 0,3-2 0,3-4 0,2 2 0,2-8 0,0 6 0,0-5 0,7 6 0,5 0 0,-2-1 0,1 5 0,0-3 0,7 12 0</inkml:trace>
  <inkml:trace contextRef="#ctx0" brushRef="#br0" timeOffset="22">24316 5725 8912,'-17'0'0,"-1"0"0,1 0 0,0 0 0,0 0 0,9 0 0,8 0 0,10-2 0,11-1 0,4-5 0,1-2 0,3 5 0,5-7 0,1 1 0,-1 1 0,1-5 0,-1 3 0,8-3 0,2-2 0</inkml:trace>
  <inkml:trace contextRef="#ctx0" brushRef="#br0" timeOffset="23">25176 5760 8912,'-11'0'0,"-1"0"0,9-8 0,-3-3 0,6-10 0,6-2 0,5 0 0,4-2 0,-3 4 0,-1-6 0,3 0 0,1 1 0,-4 3 0,1-6 0,-8 6 0,1-4 0,-3 3 0,-2 3 0,0 1 0,0 3 0,-7 2 0,-5 4 0,-3 5 0,-2 4 0,-1 2 0,-4 9 0,-1 9 0,0 6 0,5 11 0,1 1 0,0 2 0,0 4 0,0 2 0,-1 0 0,1 2 0,0 2 0,0-8 0,5 0 0,1-6 0,-1-1 0,-5-4 0,0-5 0,5-14 0,1-4 0,-2-4 0,5-10 0,2-3 0,-1-12 0,1-6 0,0-4 0,6-1 0,2 0 0,2-1 0,4 1 0,1 0 0,-3 1 0,5 4 0,-5 5 0,5 6 0,1 9 0,5 3 0,0 6 0,1 6 0,1 3 0,2 9 0,4-1 0,1 0 0,-3 6 0,6 0 0,0-6 0,5-6 0,-1-1 0,-5 1 0,5-3 0,-6-8 0,-1-2 0,-3-4 0,-6-3 0,-5-8 0,1-2 0,-7-4 0,-2 2 0,-10-8 0,-5 6 0,-12-4 0,-6 3 0,-3 3 0,3 1 0,0 3 0,6 0 0,-5 0 0,7 0 0,-2-1 0,-4-6 0,0-3 0</inkml:trace>
  <inkml:trace contextRef="#ctx0" brushRef="#br0" timeOffset="24">24746 3714 8912,'-2'17'0,"-4"-2"0,-5-3 0,3-7 0,3-10 0,-3-5 0,2-7 0,2 0 0,1 0 0,-3-1 0,-4 1 0,1 0 0,-7 0 0,5 0 0,-4-3 0,-3-2 0,1 2 0,0-2 0,0 8 0,0 3 0,-1-1 0,1 3 0,6-5 0,-1 9 0,3 1 0,-3 9 0,-3 7 0,5 13 0,-1 9 0,-1 10 0,1 6 0,-6 1 0,-1 7 0,1-1 0,0 6 0,0-4 0,0 0 0,-1 1 0,-3-11 0,4-9 0,-4-13 0,10-10 0,-5-7 0,-1-10 0,6-2 0,1-6 0,3-11 0,3-13 0,2-4 0,2-10 0,0 0 0,0-6 0,0 1 0,0 1 0,2 4 0,3 6 0,-1 11 0,8 6 0,-1 6 0,6 6 0,6-3 0,0 9 0,8-1 0,-2 8 0,3 4 0,2 5 0,1-1 0,-1 1 0,3 1 0,3 5 0,-4-6 0,4 1 0,2-7 0,-1 5 0,-5-2 0,-6-5 0,-5-1 0,-8-2 0,-1-7 0,-5-5 0,-5-3 0,-12-4 0,-7-2 0,-8-2 0,-6-6 0,-7 6 0,5-2 0,0 3 0,3 2 0,-3-2 0,4 4 0,8 7 0,1-1 0,5 12 0,11 6 0,11 17 0,12-2 0,6 8 0,19-1 0,5 7 0</inkml:trace>
  <inkml:trace contextRef="#ctx0" brushRef="#br0" timeOffset="25">25847 3886 8912,'-5'-33'0,"-3"5"0,-2 5 0,-3 3 0,-2 3 0,-2 0 0,-3 8 0,-1 3 0,-2 4 0,2 2 0,-3 2 0,1 4 0,0 5 0,6 12 0,5 4 0,2 9 0,1 4 0,-1 6 0,7 9 0,-3 3 0,-2 1 0,2-2 0,1-1 0,5 7 0,0-2 0,0 2 0,5-4 0,1-7 0,6-1 0,-5 1 0,1-3 0,0-3 0,-3-9 0,-5-9 0,0-7 0,0 4 0,0-8 0</inkml:trace>
  <inkml:trace contextRef="#ctx0" brushRef="#br0" timeOffset="26">25331 4505 8912,'-21'-12'0,"4"1"0,4 7 0,3-4 0,12 8 0,15 0 0,14-2 0,13-3 0,9 1 0,16-8 0,6 1 0,-1-6-684,1-1 0,-6-6 0,-1-3 0</inkml:trace>
  <inkml:trace contextRef="#ctx0" brushRef="#br0" timeOffset="27">26278 4040 8912,'-35'0'0,"-5"-5"0,0-1 0,0 0 0,5 8 0,1 6 0,0 9 0,7 8 0,4 9 0,11 2 0,7 5 0,3 1 0,2 5 0,4-1 0,7 2 0,0-6 0,12-2 0,-2-4 0,2-1 0,-2-1 0,8 1 0,-8-9 0,2-3 0,-6-4 0,-5-1 0,3-9 0,-3-3 0,3-20 0,2-5 0</inkml:trace>
  <inkml:trace contextRef="#ctx0" brushRef="#br0" timeOffset="28">26295 4247 8912,'0'-17'0,"0"-1"0,8 1 0,1 2 0,8 3 0,6 5 0,0 7 0,0 2 0,-4 3 0,2 9 0,2 7 0,-2 0 0,-9 7 0,-3-5 0,-3 6 0,-4 0 0,4 5 0,-6 0 0,-4 1 0,-4-3 0,-1-3 0,5-4 0,-2-8 0,4 0 0,2-7 0,0-3 0,15-14 0,5-3 0</inkml:trace>
  <inkml:trace contextRef="#ctx0" brushRef="#br0" timeOffset="29">26691 4212 8912,'9'0'0,"-3"2"0,-12 4 0,2 4 0,-7 7 0,-6 2 0,-6 4 0,0 3 0,6 9 0,1-1 0,5 1 0,3-1 0,8 0 0,0-5 0,0 0 0,10-10 0,7-2 0,2-2 0,8-9 0,-2-2 0,-2-18 0,-6-5 0</inkml:trace>
  <inkml:trace contextRef="#ctx0" brushRef="#br0" timeOffset="30">26828 3972 8912,'8'-18'0,"0"7"0,5 1 0,0 3 0,7 3 0,-1 2 0,9 2 0,-1 0 0,4 4 0,-3 5 0,3 9 0,-4 5 0,1-1 0,-8 5 0,-3 8 0,-2-1 0,-9 0 0,-2 3 0,-3 3 0,-1-6 0,0 1 0,-7-1 0,-5-5 0,-1-5 0,2-1 0,-5-4 0,14-17 0,-5-4 0</inkml:trace>
  <inkml:trace contextRef="#ctx0" brushRef="#br0" timeOffset="31">27379 4144 8912,'0'-18'0,"0"7"0,0-1 0,2 7 0,4-7 0,-3 7 0,11-5 0,5 0 0,8 1 0,5 5 0,3-2 0,1 4 0,4 2 0,-9 0 0,3 0 0,-11 0 0,2 0 0</inkml:trace>
  <inkml:trace contextRef="#ctx0" brushRef="#br0" timeOffset="32">27413 4401 8912,'-1'27'0,"-5"-4"0,4-10 0,-4-1 0,6-10 0,6-2 0,11-8 0,12-9 0,11-8 0,6-3 0,5-5 0,7-1 0,-3-3 0,8-3 0,-7-4 0,3-7 0</inkml:trace>
  <inkml:trace contextRef="#ctx0" brushRef="#br0" timeOffset="33">28721 3404 8912,'0'-17'0,"0"6"0,0-1 0,-2 8 0,-3 0 0,-7 8 0,-1 13 0,1 12 0,-3 6 0,4 5 0,3-2 0,0 8 0,2 1 0,1 3 0,7 0 0,9-4 0,6 3 0,6-3 0,2 8 0,4-3 0,1 3 0,-9-14 0,-5-2 0,1-2 0,-7-1 0</inkml:trace>
  <inkml:trace contextRef="#ctx0" brushRef="#br0" timeOffset="34">28291 4505 8912,'-9'-8'0,"3"-2"0,12-7 0,13-6 0,15 0 0,18-7 0,15 1 0,7-3 0,5-3 0,-7 9 0,3 3 0,-8 5 0,-10 7 0,-9 3 0,-21 10 0,-10 4 0,-8-4 0,-24 13 0,-4-5 0</inkml:trace>
  <inkml:trace contextRef="#ctx0" brushRef="#br0" timeOffset="35">28549 4728 8912,'-44'10'0,"4"-3"0,11-7 0,10 0 0,8 0 0,7-7 0,2-5 0,10-3 0,9-2 0,19 0 0,4-1 0,2 1 0,4 0 0,-6 5 0,6 1 0,-7 7 0,1-2 0,-6 5 0,-5 1 0,-4 7 0,-8 5 0,-7 3 0,-5 2 0,-3 8 0,-2 4 0,-13 3 0,-4 3 0,-12-7 0,0 1 0,4-2 0,2 1 0,6-3 0,4-8 0,3 0 0,3 1 0,1-1 0,8 0 0,4 0 0,3-5 0,8-1 0,0 1 0,1 5 0,-1 0 0,0 0 0,-5 8 0,-1 4 0,-9 3 0,-4 4 0,-13 5 0,-12 4 0,-23 13 0,-13 5 0,26-30 0,-2-1-206,-6 0 0,-2-1 0,0 2 0,-2-1 206,-2-3 0,-1-1 0,3 1 0,1-1 0,-2-1 0,2-2 0,-27 19-361,7-4 361,18-4 0,14-7 0,7 0 0,0-1 0</inkml:trace>
  <inkml:trace contextRef="#ctx0" brushRef="#br0" timeOffset="36">19308 11262 8912,'8'-35'0,"-4"6"0,5 3 0,1 1 0,-3 4 0,1 2 0,-2 9 0,-8 18 0,-4 15 0,-7 11 0,-8 12 0,-8 9 0,-11 20 0,-4 7 0,18-34 0,-2 1 0,-2 7 0,-1 1-597,-5 6 0,-2 2 0,-9 12 0,-2 3 597,10-20 0,-1 1 0,-1 1 0,-2 5 0,-1 1 0,0 2 0,-3 3 0,-1 2 0,0 0 0,1 1 0,1 1 0,0-1 0,-3 3 0,0-1 0,-1 0 0,2-2 0,1-2 0,-1 0 0,2-4 0,0 0 0,0-2 0,3-5 0,0-1 0,3-2 0,-8 19 0,4-3 0,4-3 0,4-1 0,6-5 0,2-2 0,3-5 0,1-1 107,3-7 1,2-1 0,-18 29 0,20-21 0,7-15-108,7-15 0,12-16 0,8-7 0,10-14 0,13-9 0,6-17 0,12-18 0,1-13 0,-28 29 0,1-2 0,2-7 0,-1 0 0,-3 1 0,1 0 0</inkml:trace>
  <inkml:trace contextRef="#ctx0" brushRef="#br0" timeOffset="37">19738 11605 8912,'-15'-34'0,"2"2"0,3 3 0,2 6 0,1 6 0,1 5 0,4 3 0,-4 3 0,5 4 0,1-2 0,0 16 0,-8 9 0,-6 23 0,-8 15 0,-13 19 0,13-28 0,-2 1 0,-7 8 0,-1 3 0,0 6 0,-1 3-467,-6 9 1,-2 1 0,1 1 0,0 2 466,11-24 0,0 2 0,0-1 0,1 0 0,-1-1 0,0 1 0,1 0 0,-1 0 0,0 0 0,0 0 0,0-1 0,-1 1 0,0 1 0,-1 0 0,1-1 0,-11 19 0,1-1-254,0-1 1,0-2 0,4-10 0,1-4 253,3-6 0,1-3 0,4-4 0,3 0-65,2-3 1,3-1-1,-9 32 65,5-14 0,11-19 0,7-21 0,3-12 0,9-7 0,9-16 532,10-10 0,11-28 0,16-19-532,-24 27 0,0-4 0,1-6 0,1-3 0,3-1 0,1 0 0</inkml:trace>
  <inkml:trace contextRef="#ctx0" brushRef="#br0" timeOffset="38">20409 12121 8912,'0'-46'0,"0"2"0,0 4 0,0 8 0,0 5 0,-3 21 0,-9 14 0,-11 19 0,-15 17 0,-8 19 0,-6 4 0,24-26 0,-1 4 0,2-1 0,1 3-66,-3 7 0,0 1 1,2 2-1,1 1 0,0 4 1,0 2-1,0 1 1,0 2 65,1 0 0,-1 1 0,-1 4 0,0 1-360,-1 2 0,-1-1 0,-1 5 0,-1-1 360,-3 0 0,-1-1 0,1-5 0,-1-3 0,1-8 0,-1-1 0,4-5 0,1-2 0,1-6 0,1-2 0,-14 41 0,11-23 0,14-13 0,7-10 0,5-19 0,5-4 0,1-11 0,5 0 0,6-14 0,11-11 0,5-14 0,5-11 0,-6 2 0,-3 0 0</inkml:trace>
  <inkml:trace contextRef="#ctx0" brushRef="#br0" timeOffset="39">20891 12706 8912,'-7'-17'0,"-1"-1"0,-3 1 0,-5 2 0,5 3 0,-5 20 0,-1 15 0,-8 17 0,-3 12 0,-5 9 0,-1 13 0,-3 8 0,18-37 0,-2 0 0,0 5 0,0 1 0,-1 3 0,-2 1 0,-1 3 0,1 1-230,1-2 1,0 1 0,-4-3 0,-2 0 229,1 0 0,-1-1 0,0 1 0,1-1 0,2-2 0,2-1 0,1-3 0,0-2 0,-17 38 0,11-17 0,6-16 0,6-3 0,6-13 0,5-13 0,12-16 0,3-4 0,8-2 0,14-15 0,3-12 0,3-15 0,-1 4 0,-2-12 0</inkml:trace>
  <inkml:trace contextRef="#ctx0" brushRef="#br0" timeOffset="40">21184 13204 8912,'9'-28'0,"-3"1"0,-6 2 0,-6 4 0,3 10 0,-9 5 0,4 6 0,-7 8 0,-6 11 0,-4 13 0,0 12 0,-9 13 0,2 12 0,-14 11 0,7-1-250,-1 1 1,4-2 249,1 2 0,7 6 0,-1 0 0,10-7 0,2-1 0,9-9 0,6-6 0,2-13 0,0 1 0,0-18 0,0-5 0,0-14 0,0 1 0,0-6 0</inkml:trace>
  <inkml:trace contextRef="#ctx0" brushRef="#br0" timeOffset="41">21167 12310 8912,'-23'0'0,"0"0"0,2 0 0,2 0 0,1 0 0,1 0 0,0 0 0,0 0 0,0 0 0,11-2 0,12-3 0,15-7 0,9-5 0,5-6 0,9-4 0,5-7 0,11-2 0,7-4 0,-2-4 0,9-8 0,3 6 0,-3 0 0,6 6 0,-5-4 0,-4 4 0,-6 8 0,-14 5 0,-10 10 0,-13 0 0,-5-1 0,-4 9 0,-9 1 0,-10 8 0,-2 8 0,-6-8 0,8 0 0,8-15 0,2-12 0</inkml:trace>
  <inkml:trace contextRef="#ctx0" brushRef="#br0" timeOffset="42">22113 11262 8912,'-17'-2'0,"0"-4"0,0-6 0,7 3 0,4-3 0,14 9 0,9-3 0,10 4 0,13 2 0,8 2 0,7 4 0,-1 9 0,3 8 0,-3 7 0,-3-1 0,-7 5 0,-4 7 0,-5 2 0,-6 1 0,-12 6 0,-12-4 0,-12-2 0,-10 2 0,-8-2 0,-10 1 0,3-4 0,3-13 0,-1 3 0,7-8 0,-8-8 0,12-7 0,-6-8 0</inkml:trace>
  <inkml:trace contextRef="#ctx0" brushRef="#br0" timeOffset="43">22888 11244 8912,'-18'-2'0,"1"-1"0,0-3 0,0 0 0,9 6 0,8 0 0,10 0 0,13 0 0,5 0 0,5-8 0,1-3 0,6-4 0,0-2 0,6-1 0,-5-1 0,-1-2 0,2-2 0,-14-7 0,1 1 0,-16 2 0,-7-1 0,-4 1 0,-2-2 0,-15-1 0,-8 7 0,-8 8 0,-3 9 0,-2 4 0,-5 2 0,5 4 0,-4 7 0,4 10 0,1 19 0,6 4 0,1 8 0,9 5 0,1 0 0,9 1 0,9-7 0,4-1 0,7-4 0,16-6 0,19-11 0,5-8 0,7-8 0,11-5 0,11-8 0,-4-16-762,-1-7 762,-4-15 0,-2-4 0,-1-7 0,1-3 0,0-3 0</inkml:trace>
  <inkml:trace contextRef="#ctx0" brushRef="#br0" timeOffset="44">23662 10986 8912,'-17'-17'0,"0"2"0,-1 3 0,1-1 0,0 7 0,-2 3 0,-4 8 0,4 5 0,-4 7 0,4 2 0,1 4 0,7-2 0,1 6 0,3 0 0,3-1 0,2-5 0,2 2 0,0-4 0,0-1 0,0-9 0,8-1 0,3-8 0,-1 0 0,1 0 0,6-8 0,6-3 0,-2-7 0,-2-4 0,-3 2 0,-5-3 0,5 4 0,-5 2 0,-1 2 0,1 3 0,-5-1 0,5 7 0,-5 3 0,4 8 0,-3 7 0,5 11 0,-7 5 0,7 12 0,-6 6 0,5 4 0,-5 2 0,5-1 0,-5 1 0,5-8 0,-5-4 0,6-6 0,-7-5 0,1-8 0,2-8 0,-6-5 0,11-12 0,-7-7 0,2-9 0,-3-14 0,-3-2 0,4-4 0,3-4 0,3-8 0,-4 1 0,-1-1 0,1 2 0,3 4 0,-1-3 0,1 3 0,1 10 0,5 1 0,6 12 0,0 0 0,6-1 0,-6 1 0,5 5 0,-5 7 0,0 7 0,-6-2 0,1 4 0,-9 2 0,-1 8 0,-8 4 0,-8-5 0,-3-1 0,-5-4 0,1 0 0,4 4 0,1-5 0,6 7 0,-2 0 0,1 1 0,5 8 0,2 3 0,3 2 0,-1-2 0,8 3 0,-7 3 0,5 1 0,0 2 0,-1-1 0,-3-7 0,5 2 0,-7 2 0,2-2 0,-2-2 0,1-10 0,-3 5 0,8-14 0,-4 1 0,5-6 0,2-15 0,-1-10 0,3-5 0,-3-1 0,3 0 0,2-1 0,0 8 0,1 5 0,-1 2 0,0 3 0,-5 6 0,-1 1 0,2 3 0,3 8 0,1 11 0,-6 3 0,1 2 0,-1 1 0,7-1 0,-1-6 0,2 1 0,2-1 0,2-1 0,7-3 0,-1-7 0,4-2 0,1-3 0,6-5 0,0-7 0,-7 0 0,-10 0 0,-4-1 0,-2 1 0,-2 0 0,-3 0 0,-8 0 0,-8-1 0,-8 7 0,-11 0 0,2 7 0,-7-2 0,5 4 0,-6 2 0,8 0 0,-2 0 0,4 6 0,4 1 0,3 3 0,-1-4 0,7 5 0,0-5 0,6 5 0,0 1 0,0 5 0,2 0 0,4 0 0,-2-5 0,7-1 0,-5-5 0,6 6 0,-1-7 0,6 7 0,0-8 0,1 9 0,-1-7 0,0-1 0,0-5 0,0 0 0,1 0 0,1-2 0,4-3 0,-4-3 0,4-3 0,-2-5 0,2 5 0,-4 1 0,4-1 0,-4-1 0,-2 3 0,0-5 0,1 9 0,-1-9 0,0 3 0,0 1 0,0-1 0,1-2 0,-1-10 0,0 2 0,0-8 0,0 6 0,-1-8 0,-3-3 0,-1-4 0,-9-8 0,3 6 0,-4-8 0,-2 2 0,0 4 0,0 2 0,0 4 0,0 1 0,-8 11 0,-3 6 0,-4 18 0,-3 18 0,7 8 0,0 14 0,5 6 0,-6 12 0,9 3 0,-3 6 0,4-4 0,2-6 0,0 2 0,0-1 0,2-1 0,4-6 0,3 1 0,8 0 0,8-8 0,4-4 0,19-12 0,9-7 0,10-9 0,7-12 0,5-23 0,7-13 0</inkml:trace>
  <inkml:trace contextRef="#ctx0" brushRef="#br0" timeOffset="45">26381 10333 8912,'-6'-32'0,"0"3"0,3 6 0,1 12 0,2 5 0,0 12 0,0 11 0,2 13 0,1 9 0,3 6 0,2 5 0,-2 2 0,-5 1 0,5 4 0,2-3 0,-2 3 0,-1-3 0,-5-3 0,0 1 0,0-1 0,0-1 0,0-4 0,-2-4 0,-3-8 0,1-7 0,-8-4 0,1-4 0,-14-17 0,-2-4 0</inkml:trace>
  <inkml:trace contextRef="#ctx0" brushRef="#br0" timeOffset="46">26192 10952 8912,'-29'-25'0,"0"-3"0,10-9 0,2 3 0,7-2 0,10 13 0,0 0 0,0 6 0,10-1 0,7 1 0,16 6 0,13-1 0,3 8 0,3-1 0,5 3 0,1 2 0,-1 2 0,-4 1 0,3 3 0,1-2 0,1-2 0,-7-2 0,1 0 0,0 0 0</inkml:trace>
  <inkml:trace contextRef="#ctx0" brushRef="#br0" timeOffset="47">26983 10677 8912,'-34'8'0,"-1"-7"0,1 5 0,7-4 0,4-2 0,4 8 0,4 1 0,3 9 0,5-1 0,7 0 0,2 0 0,1 0 0,7 0 0,5 1 0,1-3 0,12-4 0,-5 3 0,6-8 0,0-1 0,5-5 0,-5 0 0,-3 0 0,1-2 0,0-3 0,-12-5 0,2-7 0,-5-2 0,-1-4 0,-3 2 0,-8-8 0,-8 8 0,-3-2 0,-4-2 0,-3 2 0,-4 1 0,-3 6 0,0 3 0,0 1 0,2 9 0,8-7 0,3 4 0,12 4 0,10-5 0</inkml:trace>
  <inkml:trace contextRef="#ctx0" brushRef="#br0" timeOffset="48">27878 10006 8912,'-10'-7'0,"5"-5"0,3-3 0,0 0 0,-4 3 0,2 7 0,-5 12 0,1 10 0,-5 8 0,1 10 0,-3 7 0,-2 3 0,7 13 0,5 5 0,3-4 0,4-2 0,5-3 0,10-3 0,10-3 0,13-8 0,4-7 0,8-16 0</inkml:trace>
  <inkml:trace contextRef="#ctx0" brushRef="#br0" timeOffset="49">28635 9920 8912,'-17'-34'0,"6"2"0,-1 3 0,8 4 0,-3 19 0,7 12 0,-10 19 0,-7 21 0,-8 11 0,-9 6 0,-3 12 0,-3 7 0,18-39 0,0 2 0,0 0 0,0 1 0,1 3 0,0 0-142,3-3 0,2-1 0,-11 41 142,4-5 0,11-11 0,7-1 0,3-12 0,2-9 0,7-13 0,5-12 0,19-12 0,5-3 0</inkml:trace>
  <inkml:trace contextRef="#ctx0" brushRef="#br0" timeOffset="50">28859 10367 8912,'29'-30'0,"1"-3"0,8 1 0,12 1 0,9 12 0,10 2 0,-9 2 0,-7 9 0,-9 2 0,-8 2 0,1 10 0,-14 3 0,-8 5 0,-9 1 0,-12 8 0,-5 3 0,-20 5 0,-11 1 0,-14 3 0,-12 3 0,-3-4 0,-9 4 0,3 2 0,2-2 0,10 0 0,20-7 0,4-5 0,5-5 0,17 2 0,7-2 0,20-8 0,15-9 0,13-2 0,22 0 0,5 2 0,4-3 0,5 1 0,-3 2 0,4-2 0,-10 7 0,-6 3 0,-5 9 0,-10-2 0,-13 7 0,-6 3 0,-4 1 0,-13 3 0,-12-1 0,-13 6 0,-21 0 0,-14 8 0,-15-2 0,-17-4-234,35-22 0,-1 0 0,0-1 0,-1-2 234,-4 1 0,-1-1 0,-1 0 0,-1 0 0,-4 1 0,-2-2 0,-3 1 0,-1-1 0,-3-2 0,1 1 0,2 0 0,0 0 0,1-3 0,0-1 0,3 1 0,0 1 0,3-2 0,0 1 0,-2 1 0,0 1 0</inkml:trace>
  <inkml:trace contextRef="#ctx0" brushRef="#br0" timeOffset="51">14559 11623 8912,'-12'17'0,"3"0"0,-1-2 0,2-1 0,-1-3 0,-1 2 0,6-5 0,-3-2 0,9-12 0,3-5 0,-1-5 0,8-1 0,1 0 0,2 0 0,3 0 0,-1-1 0,-2 1 0,-2 0 0,-1 0 0,1 0 0,-3 5 0,1 1 0,-7 5 0,4-4 0,-2 1 0,-1-1 0,1 6 0,-6-3 0,0 7 0,0 0 0,0 7 0,-8 5 0,-3 11 0,-12 15 0,-10 19 0,-12 22 0,14-31 0,-2 3 0,-7 10 0,-4 4 0,-6 13 0,-3 5 0,12-20 0,-1 2 0,-1 1-500,-4 8 1,0 1 0,-3 0 0,-3 4 0,-3-1 0,-1 2 499,13-19 0,0 1 0,-1 0 0,0-1 0,-14 18 0,0-2 0,1 0 0,4-3 0,0-1 0,2-2 0,4-5 0,1-2 0,4-3-245,-4 12 1,2-3-1,0 2 1,0-2 244,7-7 0,2 0 0,2-4 0,1-2 0,5-5 0,2-2 0,-16 36-24,14-16 0,14-16 24,9-14 0,5-11 0,5-7 0,12-10 0,12-6 0,11-6 1285,6-6 1,10-17-1286,1-11 0,8-20 0,-2-3 0,-32 19 0,-3-2 0,2-5 0,-2-2 0,-1-5 0,-1-1 0,-3 1 0,-2-1 0,0-9 0,-2-2 0,0 1 0,-1 0 0</inkml:trace>
  <inkml:trace contextRef="#ctx0" brushRef="#br0" timeOffset="52">15419 11262 8912,'8'-50'0,"1"6"0,1 10 0,-5 9 0,-3 13 0,-5 14 0,-9 15 0,-11 12 0,-7 9 0,-5 8 0,-5 11 0,0 6 0,-8 6-317,2 6 1,19-36 0,-1 2 316,-1 4 0,0 2 0,-1 4 0,1 3 0,0 5 0,1 2 0,-3 7 0,1 2 0,-6 8 0,1 2 0,-2 6 0,1 2-300,11-26 0,1 0 0,-1 1 1,-3 4-1,0 0 0,-1 0 300,1 0 0,0-1 0,-2 1 0,-2 3 0,-1 0 0,-1 0 0,-2 1 0,-1 0 0,1 0 0,0-2 0,1 0 0,1-1 0,2-4 0,2-1 0,0-1 0,-12 24 0,4-4-174,8-12 1,2-2 0,3-8 0,3-2 173,6-8 0,3-2 0,-4 30 0,11-36 0,12-19 0,11-16 0,12-18 0,5-16 0,6-15 0,12-21 0,-21 22 0,1-4 0,-2-5 0,-1-1 0,5-1 0,-1-1 0,-2-3 0,-1 1 0</inkml:trace>
  <inkml:trace contextRef="#ctx0" brushRef="#br0" timeOffset="53">16279 11519 8912,'-17'-5'0,"0"-3"0,0 0 0,0 1 0,-1 1 0,1 6 0,-2 8 0,-6 7 0,-7 12 0,-7 13 0,-8 19 0,1 16 0,17-32 0,0 3-401,-2 10 0,-1 3 0,-1 2 0,-1 2 401,0 8 0,0 1 0,-1 6 0,1 1 0,-1 5 0,1 2 0,-1 3 0,1 2 0,11-29 0,0 0 0,0 1 0,0-2 0,0 0 0,0 0 0,0 2 0,1 1 0,-1-2 0,-12 27 0,1-2 0,-1-5 0,1-2 0,3-6 0,1-4 0,0-9 0,2-2 0,8-6 0,2-3 0,-11 36 0,10-15 94,8-14 0,3-13 0,12-11 0,6-14-94,7-12 0,19-9 0,4-9 0,16-18 0,7-22 0,-4-16 0,-25 25 0,-1-2 0,-2-4 0,-1 0 0</inkml:trace>
  <inkml:trace contextRef="#ctx0" brushRef="#br0" timeOffset="54">16899 12052 8231,'16'-58'0,"0"0"0,0 4 0,-1 3 0,10-31 167,-6 26 1,-8 22-168,-16 22 0,-12 16 57,-12 19 0,-6 21-57,-5 25 0,18-25 0,0 4 0,-3 5 0,-1 2 0,0 4 0,0 1 0,-1 3 0,1 2 0,-2 3 0,0 1-405,-1 4 1,1 2 0,-2 9-1,2 3 405,2 1 0,1 2 0,7-25 0,1 1 0,0 0-251,0-1 0,-1 0 0,1 0 1,1 1-1,-1 1 0,1 0 251,0 0 0,1 0 0,0 0 0,1-3 0,0 0 0,2-1 0,-3 24 0,1-2 0,1-8 0,1-3-106,3-13 1,1-2 0,0-6-1,-1-3 106,-8 36 0,-5-4 0,3-15 0,6-13 0,3-16 0,-1-7 0,5-14 0,0-4 0</inkml:trace>
  <inkml:trace contextRef="#ctx0" brushRef="#br0" timeOffset="55">11513 13015 8912,'11'-6'0,"-1"-1"0,-1-3 0,1-3 0,-1-2 0,5-4 0,-3-2 0,3-2 0,-5-6 0,1 6 0,-3 2 0,-3 2 0,4 2 0,-2 0 0,-3-1 0,-1 13 0,-4 12 0,-3 20 0,-7 25 0,-11 22 0,-9 16 0,11-34 0,0 2 0,-2 5 0,0 1 0,-4 2 0,0 1 0,-1 8 0,-1 1 0,-3 1 0,-1 1 0,2-1 0,1 1-295,0-2 0,0-1 0,5-7 0,1-1 295,3-6 0,2-1 0,3-6 0,3-1 0,-10 33 0,9-8 0,5-25 0,1-7 0,4-8 0,4-3 0,6-20 0,8-15 0,7-19 0,5-23 0,9-19 0,-1-8 0</inkml:trace>
  <inkml:trace contextRef="#ctx0" brushRef="#br0" timeOffset="56">12666 12018 8912,'26'-78'0,"-3"1"0,-11 8 0,-5 8 0,-7 8 0,-1 11 0,-5 13 0,-4 8 0,-7 12 0,0 3 0,5 4 0,1 2 0,5 4 0,-3 7 0,-1 14 0,0 11 0,-1 12 0,-6 15 0,0 10 0,-3 18 0,10-41 0,-1 0 0,0 3 0,-1 1 0,0 2 0,0 1-236,0 2 0,1 2 1,0 0-1,1 0 236,-4 2 0,-1 0 0,1 3 0,-1 0 0,-2 6 0,0-1 0,0-6 0,-1-2 0,1-2 0,0-1 0,3-5 0,1-1 0,-10 32 0,4-12 0,2-17 0,7-18 0,5-11 0,3-14 0,2-9 0</inkml:trace>
  <inkml:trace contextRef="#ctx0" brushRef="#br0" timeOffset="57">13681 11090 8912,'-8'-10'0,"-1"-5"0,-10 5 0,-2 1 0,-2 3 0,-8 8 0,4 11 0,-1 18 0,-1 17 0,-2 20 0,-9 18 0,24-35 0,2 1-110,-4 7 1,1 3-1,2 5 1,0 1 0,-3 6-1,1 1 1,0 2-1,0 1 110,-1 3 0,1-1 0,0-5 0,0 1-268,0 1 0,-1 0 0,1-1 0,0-1 268,0 3 0,0-1 0,-1-2 0,-1-1 0,0 0 0,0-1 0,-1 0 0,0-1 0,1-1 0,0 0 0,-2-3 0,0-1-171,0-3 0,1-2 1,3-3-1,2-1 171,2-8 0,3-3 0,-2 32 0,7-18 0,3-14 0,2-12 0,2-20 0,3-21 0,3 1 0,4-18 0,-5 0 0</inkml:trace>
  <inkml:trace contextRef="#ctx0" brushRef="#br0" timeOffset="58">13991 11966 8912,'-33'16'0,"4"-5"0,7-5 0,10-2 0,6 1 0,4 7 0,2 13 0,2 11 0,4 14 0,2 18 0,3 22 0,-7-37 0,-2 3 0,-1 8 0,0 2 0,-2 6 0,0 3-161,-1 7 1,-2 2-1,-3 4 1,-3 2 0,-3 5-1,-1 1 1,0-4 0,0-1 160,-1-2 0,1-2 0,3 1 0,1-2-230,-2-5 1,1-1-1,2 0 1,1 0 229,2-7 0,0-3 0,1-7 0,1-3 0,-2 25 0,-2-16 0,-3-17 0,3-8 0</inkml:trace>
  <inkml:trace contextRef="#ctx0" brushRef="#br0" timeOffset="59">10394 11898 8912,'0'-18'0,"0"-1"0,0-2 0,0-2 0,0 0 0,0 1 0,0-1 0,0-8 0,0 2 0,0-3 0,0-4 0,0-3 0,0-1 0,0 0 0,0 8 0,0 1 0,0 3 0,-2 7 0,-4-2 0,3 11 0,-9 6 0,-1 4 0,-3 2 0,-1 8 0,0 5 0,0 9 0,0 6 0,-6 5 0,0 1 0,5 0 0,9 1 0,1 1 0,4 4 0,3 4 0,1 8 0,1 1 0,5 5 0,0-3 0,11 8 0,-3 0 0,8 6 0,5 0-123,2-1 1,-2-1 122,1-4 0,-7-4 0,2-7 0,-4-6 0,-3-4 0,-5-4 0,-5-5 0,-4-18 0,-2 12 0,0-16 0,0 1 0</inkml:trace>
  <inkml:trace contextRef="#ctx0" brushRef="#br0" timeOffset="60">10101 12568 8912,'-17'-2'0,"0"-3"0,8-5 0,3-9 0,13-2 0,11-4 0,8-2 0,9-1 0,5-7 0,2 1 0,4-1 0,6 1 0,-3 0 0,5-1 0,-4 1 0,1 0 0,-7-8 0,8-2 0</inkml:trace>
  <inkml:trace contextRef="#ctx0" brushRef="#br0" timeOffset="61">10979 11777 8912,'0'14'0,"0"3"0,6 0 0,0 17 0,7 5 0,-2 12 0,5 8 0,1 4 0,6 4 0,2 2 0,2 0 0,1-16 0,7-3 0</inkml:trace>
  <inkml:trace contextRef="#ctx0" brushRef="#br0" timeOffset="62">15918 10144 8912,'0'-17'0,"0"0"0,2-1 0,2 1 0,1 0 0,-1 0 0,-2 0 0,-2-1 0,0 1 0,-2-2 0,-2-2 0,-1-2 0,-3-2 0,2 2 0,-1 2 0,-5-7 0,-3 5 0,3-4 0,-3 4 0,-2 8 0,-2 0 0,-4 9 0,4 2 0,-4 10 0,-2 7 0,2 16 0,0 7 0,8 18 0,3 3 0,7 6 0,3 10 0,2 1 0,2 1 0,3 1 0,5 0 0,7 5 0,2-11 0,2-9 0,4-1 0,2-5 0,-4-3 0,6-7 0,-10-10 0,-2-12 0,-8-4 0,-24-10 0,-4-1 0</inkml:trace>
  <inkml:trace contextRef="#ctx0" brushRef="#br0" timeOffset="63">15522 10539 8912,'0'-9'0,"2"-5"0,4 9 0,5-7 0,12 7 0,4-9 0,7 3 0,14-3 0,6 1 0,3 2 0,2-3 0,-1-1 0,-14-10 0,-2-2 0</inkml:trace>
  <inkml:trace contextRef="#ctx0" brushRef="#br0" timeOffset="64">16159 10333 8912,'0'-25'0,"8"4"0,3-7 0,6-1 0,6-4 0,6 5 0,3 5 0,3 4 0,-1 3 0,1 5 0,-1 5 0,-7 4 0,-4 2 0,-4 10 0,-4 5 0,-3 10 0,-7 8 0,-3-1 0,-2 14 0,0-2 0,0 2 0,0 3 0,0-3 0,-5-4 0,-1-2 0,0-5 0,6-7 0,0 3 0,0-8 0,10-2 0,7-10 0,2-3 0,10-8 0,7-10 0,10-7 0,6-11 0,5-11 0,4-5 0,8-15 0,0-2 0</inkml:trace>
  <inkml:trace contextRef="#ctx0" brushRef="#br0" timeOffset="65">19377 9525 8912,'-8'-17'0,"-1"-6"0,-8 0 0,-3 2 0,-1 2 0,-2 2 0,2-1 0,2 9 0,2 3 0,6 4 0,-1 6 0,-1 8 0,5 9 0,2 21 0,6 9 0,6 10 0,-2 6 0,7 2 0,-5 5 0,6 1 0,-7 1 0,5-3 0,-1 1 0,1-1 0,-4-4 0,3-6 0,1-6 0,-1-3 0,-5-5 0,2-3 0,-2-11 0,2-13 0,-5-2 0,-1-11 0,-9-1 0</inkml:trace>
  <inkml:trace contextRef="#ctx0" brushRef="#br0" timeOffset="66">19136 10247 8912,'-17'0'0,"5"-6"0,1 1 0,7-3 0,-2 2 0,4 4 0,12-7 0,7 3 0,8 2 0,9-7 0,9 5 0,2-5 0,11 1 0,1-1 0,6-5 0,-5 5 0,-1-4 0,-5-3 0</inkml:trace>
  <inkml:trace contextRef="#ctx0" brushRef="#br0" timeOffset="67">19721 10006 8912,'-9'-7'0,"1"-3"0,8-7 0,8 6 0,3 1 0,4 0 0,3 1 0,5 3 0,-1-5 0,7 7 0,-6-2 0,6 4 0,-6 2 0,0 8 0,-8 3 0,-2 5 0,-1 1 0,-8 6 0,1 0 0,-3 5 0,-2-5 0,0 0 0,0-6 0,0 1 0,0-1 0,0 0 0,0 0 0,0 0 0,2-7 0,4-4 0,5-4 0,12-4 0,6-2 0,4-2 0,7 0 0,0 6 0,0 2 0,-6 4 0,-1 9 0,-4 10 0,-8 2 0,-8 3 0,-7 11 0,-12 4 0,-13 5 0,-16 2 0,-12-1 0,-13 1 0,1-3 0,0-3 0,1-2 0,7-4 0,7-11 0,-6 3 0,6-14 0</inkml:trace>
  <inkml:trace contextRef="#ctx0" brushRef="#br0" timeOffset="68">24367 7307 8912,'18'0'0,"-1"0"0,0 0 0,0 0 0,-1-2 0,-5-4 0,-3-3 0,-8-8 0,0 0 0,0 5 0,0 1 0,0-3 0,0-1 0,0-2 0,0 0 0,-6-6 0,-2 0 0,-1 2 0,-1 2 0,-3 3 0,1 5 0,-1 5 0,-4 4 0,-6 2 0,2 10 0,-8 7 0,0 15 0,-5 14 0,0 6 0,-1 5 0,1 6 0,-1 12 0,7 5-290,-1 12 0,14-4 290,-3 3 0,13-11 0,-1-7 0,4-6 0,2-4 0,2-13 0,4 1 0,3-16 0,9-1 0,-3-5 0,-4-1 0,-3-11 0,0 6 0,1-4 0</inkml:trace>
  <inkml:trace contextRef="#ctx0" brushRef="#br0" timeOffset="69">23834 8012 8912,'-15'-8'0,"3"-3"0,5-6 0,7-6 0,9-2 0,8-4 0,16-3 0,15 3 0,5-1 0,5 1 0,7 0 0,-2 12 0,-4-2 0,-2 13 0,-11 1 0,-6 5 0,-3 7 0,-3 3 0</inkml:trace>
  <inkml:trace contextRef="#ctx0" brushRef="#br0" timeOffset="70">24608 7771 8912,'10'0'0,"-2"0"0,-8 2 0,0 4 0,5 3 0,1 9 0,0 5 0,-6 0 0,0 13 0,0 0 0,0 4 0,0 2 0,2 4 0,3-6 0,-1 6 0,8-6 0,-1-7 0,6-10 0,8-12 0,2-3 0</inkml:trace>
  <inkml:trace contextRef="#ctx0" brushRef="#br0" timeOffset="71">25383 7462 8912,'-12'-6'0,"1"-2"0,-3-1 0,1 7 0,2 2 0,-3 10 0,7 12 0,-1 9 0,0 7 0,3 4 0,5 4 0,0 4 0,0-4 0,0-2 0,0 1 0,0-1 0,0 4 0,0-6 0,0-6 0,0 3 0,-8-20 0,-2 6 0</inkml:trace>
  <inkml:trace contextRef="#ctx0" brushRef="#br0" timeOffset="72">25090 7926 8912,'-11'-6'0,"-1"1"0,8-9 0,-5 7 0,3-5 0,4-3 0,2 7 0,12-3 0,13-5 0,7 7 0,10-3 0,8 1 0,5-1 0,14-5 0,0 0 0,0 0 0,7-8 0,3-2 0</inkml:trace>
  <inkml:trace contextRef="#ctx0" brushRef="#br0" timeOffset="73">26071 7101 8912,'-25'-17'0,"6"-1"0,-4 1 0,4 8 0,2 3 0,0 4 0,-1 2 0,1 10 0,0 7 0,6 8 0,-1 9 0,8 8 0,-1 6 0,3 5 0,2 5 0,0 6 0,0 0 0,2 2 0,3 3 0,5-6 0,7 0 0,0-7 0,0 1 0,-5-11 0,-1-6 0,1-4 0,-3-1 0,-1-9 0,-8-3 0,0-11 0,-15-5 0,-4-7 0</inkml:trace>
  <inkml:trace contextRef="#ctx0" brushRef="#br0" timeOffset="74">25710 7823 8912,'-17'0'0,"-1"0"0,3-2 0,4-4 0,-5 4 0,14-5 0,2 5 0,14-2 0,7-4 0,7-1 0,13 3 0,5-5 0,1 7 0,-1-2 0,4-2 0,-6 3 0,0 1 0,6 2 0,-6 2 0</inkml:trace>
  <inkml:trace contextRef="#ctx0" brushRef="#br0" timeOffset="75">26295 7788 8912,'-10'-7'0,"3"5"0,7-6 0,13 6 0,4-3 0,6 3 0,-2-2 0,2 6 0,-2 4 0,-2 7 0,-1-2 0,-3 10 0,-4 2 0,-3 8 0,-8-2 0,-2 3 0,-4 2 0,-3 8 0,-8 4 0,-6-2 0,0 2 0,0-8 0,5 2 0,3-3 0,4-5 0,5-3 0,4-4 0,12-18 0,7-7 0,8-15 0,9-14 0,6 1 0,0-7 0,6 5 0,-6-10 0,1 3 0,-7 3 0,0 0 0,1-1 0,-1 1 0</inkml:trace>
  <inkml:trace contextRef="#ctx0" brushRef="#br0" timeOffset="76">27224 7307 8912,'-17'0'0,"5"0"0,1 0 0,5 0 0,-5 0 0,-3 0 0,7 2 0,1 4 0,4 11 0,2 12 0,0 11 0,0 6 0,0 9 0,0 4 0,2 2 0,4 4 0,-2-6 0,7-1 0,-5-7 0,5-5 0,-7-4 0,4-7 0,-8-1 0</inkml:trace>
  <inkml:trace contextRef="#ctx0" brushRef="#br0" timeOffset="77">26897 7823 8912,'-7'-17'0,"5"5"0,-4 1 0,4-1 0,4-3 0,4 4 0,5-3 0,12 8 0,6-5 0,11 5 0,6-5 0,9 3 0,4-1 0,3-5 0,-5-1 0,6-2 0,-7-8 0,3-2 0</inkml:trace>
  <inkml:trace contextRef="#ctx0" brushRef="#br0" timeOffset="78">27947 7032 8912,'-27'-27'0,"0"2"0,4 8 0,4 2 0,-6 3 0,2 9 0,1 6 0,-1 9 0,5 11 0,-5 4 0,0 7 0,6 8 0,6 4 0,7 5 0,-2 7 0,4 3 0,4 8 0,4-2 0,5-4 0,5 3 0,1-3 0,0-3 0,0-3 0,1-5 0,-1-7 0,0-3 0,0-7 0,-7-1 0,5-7 0,-5-2 0</inkml:trace>
  <inkml:trace contextRef="#ctx0" brushRef="#br0" timeOffset="79">27534 7840 8912,'-8'-17'0,"1"-6"0,-5 0 0,4 0 0,8 6 0,0 0 0,10 0 0,7-1 0,10 9 0,11 3 0,4 2 0,2-1 0,2 3 0,6-14 0,-1 7 0</inkml:trace>
  <inkml:trace contextRef="#ctx0" brushRef="#br0" timeOffset="80">28033 7617 8912,'0'-12'0,"0"1"0,2 5 0,4-6 0,3 3 0,8-3 0,8-1 0,4 7 0,3 3 0,3 1 0,-3 2 0,-3 0 0,-4 2 0,-8 3 0,-2 7 0,-3 9 0,-8 4 0,-8 1 0,-6-3 0,-7 6 0,-6-2 0,0 1 0,-6 3 0,7-8 0,-7 5 0,6-5 0,2-2 0,2-2 0,7-3 0,1-5 0,7 4 0,4-5 0,17 0 0,12-5 0,3-1 0,3 2 0,5-2 0,0 7 0,0 1 0,-5 5 0,-3 0 0,-3 0 0,-4 8 0,-8 4 0,-8 3 0,-5 3 0,-9-1 0,-13 0 0,-14 3 0,-14 3 0,-4-10 0,-1 5 0,-7-5 0,1 5 0,-8-9 0,2-3 0,-4-4 0,-17-9 0,-4-2 0</inkml:trace>
  <inkml:trace contextRef="#ctx0" brushRef="#br0" timeOffset="81">23490 7084 8912,'-10'9'0,"-5"-1"0,13-8 0,2-2 0,12-2 0,3-4 0,2-1 0,0-3 0,0-5 0,1 0 0,-1 0 0,0 0 0,0-1 0,1-1 0,-3-2 0,-2-2 0,-1 2 0,-9-5 0,3-1 0,-4-2 0,-2 1 0,0 1 0,0-2 0,-8-1 0,-3 5 0,-4 0 0,-2 0 0,-1 4 0,1 10 0,-2-3 0,-4 9 0,2-1 0,-8 10 0,-1 7 0,-3 12 0,1 17 0,3 12 0,-3 7 0,3 10 0,6-1 0,6 3 0,9 4 0,6 5 0,2 13 0,0-42 0,0 2 0,1 2 0,0 2-246,1 6 0,2 0 1,0-1-1,3 1 246,4 2 0,1 1 0,-2-1 0,-1-2 0,3 1 0,-1-2 0,-2 0 0,-1-1 0,-2-9 0,0-1 0,1 1 0,-1-1 0,0 37 0,-2-8-35,-2-7 1,-4-10 34,-4-17 0,-3-10 0,-9-7 0,-5-10 0,0-2 0,1-8 0,4-9 0,-7 0 0,-3 0 0,-5-9 0,-1-6 0,-1-8 488,1-4 0,5 4-488,1-6 0,1 8 38,-2-2 0,4 6-38,8 6 0,0 3 0,0 8 0,5 0 0,1 2 0,-3 4 0,-1 3 0,-2 9 0</inkml:trace>
  <inkml:trace contextRef="#ctx0" brushRef="#br0" timeOffset="82">22578 9559 8912,'-2'12'0,"-4"-1"0,4-7 0,-5 2 0,7-12 0,9-3 0,6-7 0,8 1 0,4-2 0,-6 9 0,2-9 0,4 4 0,2-5 0,3 1 0,1 2 0,-3 2 0,-1 1 0,0-7 0,5-8 0</inkml:trace>
  <inkml:trace contextRef="#ctx0" brushRef="#br0" timeOffset="83">23886 9491 8912,'0'17'0,"-8"-2"0,-3-3 0,-3-7 0,3-10 0,5-7 0,4-5 0,2-6 0,0-2 0,0-4 0,2-3 0,4 3 0,-3-3 0,9-3 0,-8 1 0,2 2 0,-5-1 0,-1-1 0,0 9 0,0-9 0,0 5 0,0 0 0,-7 4 0,3 10 0,-8 4 0,9 7 0,-3 15 0,-2 10 0,3 19 0,-7 4 0,4 10 0,-1 1 0,-5 3 0,-1 5 0,-2-6 0,0 8 0,0-2 0,-1 2 0,1-2 0,-2-6 0,-4-3 0,2-5 0,-8-3 0,8-11 0,-2-12 0,4-6 0,2-6 0,-8-3 0,6-10 0,-2-6 0,6-9 0,3-10 0,3-11 0,-3-2 0,5-8 0,7 2 0,0 4 0,0 2 0,5 4 0,3 3 0,2 5 0,3 5 0,4 10 0,6 1 0,4 8 0,7-1 0,1 3 0,-1 2 0,2 7 0,3 5 0,3 3 0,2 2 0,2 0 0,5 1 0,1-9 0,-1-3 0,5-6 0,-4-6 0,-5-11 0,-12-12 0,-8-3 0,-5-3 0,-10-1 0,-10-2 0,-12 0 0,-13 5 0,-15-1 0,-8 5 0,-11-1 0,-6 1 0,3-2 0,3 8-652,-4-7 1,0 3 0,-8-7-1</inkml:trace>
  <inkml:trace contextRef="#ctx0" brushRef="#br0" timeOffset="84">22750 6585 8912,'0'11'0,"0"1"0,-2-1 0,-4-1 0,4-2 0,-5-8 0,7 0 0,0-8 0,0-4 0,0-3 0,-6-2 0,0 0 0,-1-6 0,1-2 0,-6 0 0,-3 0 0,-4-3 0,-4 5 0,2-2 0,-8 2 0,6 10 0,-5-3 0,-3 7 0,-1 5 0,-3 2 0,1 2 0,-1 17 0,1 12 0,7 13 0,4 15 0,-2 4 0,2 10 0,4 4 0,6 5 0,-1-2 0,9 2 0,-3-9 0,2-2 0,4-10 0,-3-13 0,1-12 0,-2-11 0,2-6 0,-7-5 0,5-6 0,-5-12 0,5-11 0,-6-12 0,7-3 0,-7-3 0,8-5 0,-1 0 0,-3-8 0,2 2 0,1-1 0,5-1 0,0 4 0,0 2 0,0 4 0,0 9 0,1 6 0,5 12 0,4 5 0,7 12 0,8 5 0,3 12 0,7 6 0,5 3 0,4 1 0,8-5 0,7 3 0,4-8 0,4-6 0,2-6 0,-8-7 0,-4 2 0,-7-12 0,-10-5 0,-7-6 0,-18-6 0,-5-6 0,-10-4 0,-10-3 0,-13-4 0,-13 6 0,-16-1 0,-1 3 0,-11 9 0,3-4 0,-2 8 0,6 6 0,3 3 0,12 4 0,8 6 0,7 8 0,10 3 0,7 5 0,3 9 0,7 1 0</inkml:trace>
  <inkml:trace contextRef="#ctx0" brushRef="#br0" timeOffset="85">30064 7204 8912,'-23'6'0,"0"-1"0,2-1 0,2-2 0,1-2 0,1 0 0,0 0 0,0 0 0,5 0 0,1 0 0,-3 0 0,7 0 0,1 0 0,12 0 0,5 0 0,4 0 0,5-6 0,3 1 0,9-7 0,8 6 0,0-1 0,-3 3 0,1-2 0,2 2 0,-7 3 0,-10 1 0,3-8 0,1-2 0</inkml:trace>
  <inkml:trace contextRef="#ctx0" brushRef="#br0" timeOffset="86">30115 7703 8912,'-7'17'0,"3"-2"0,-8-4 0,8-3 0,-1-8 0,10 0 0,13-9 0,10-9 0,5-8 0,1-7 0,8 4 0,4 1 0,10-1 0,1-5 0,8-8 0,-4-2 0</inkml:trace>
  <inkml:trace contextRef="#ctx0" brushRef="#br0" timeOffset="87">31251 6465 8912,'10'-18'0,"-5"1"0,-3 0 0,0 0 0,2 0 0,2-1 0,1 13 0,-1 10 0,5 18 0,5 14 0,1 24 0,0 21 0,-8-33 0,-1 1 0,1 6 0,0 1 0,-3 6 0,-1 2 0,1 3 0,0 2 0,-4-2 0,-1 1-95,2 3 0,0-1 0,1 1 0,2 0 0,0-2 0,3-1 0,3-2 0,3 0 95,3-1 0,4-2 0,4-11 0,3-3 0,2-4 0,0 0 0</inkml:trace>
  <inkml:trace contextRef="#ctx0" brushRef="#br0" timeOffset="88">30201 4866 8912,'-17'0'0,"0"0"0,0 0 0,-1 0 0,-1 0 0,-2 0 0,-2 0 0,0 0 0,4 0 0,-4 0 0,-5 0 0,-5 0 0,-1 0 0,-8 0 0,-4 0 0,-6 0 0,-5 0 0,-4 2 0,-8 3 0,2-3 0,2 6 0,2-2 0,-2-1 0,0 9 0,2-3 0,1-1 0,9 1 0,-1 1 0,5-3 0,10 6 0,5-3 0,7 1 0,10-1 0,5 1 0,1-7 0,7 0 0,-2-6 0,12 0 0,6 0 0,5 0 0,6 0 0,5 0 0,5 0 0,-4-8 0,-1-4 0,-7-10 0,4-5 0</inkml:trace>
  <inkml:trace contextRef="#ctx0" brushRef="#br0" timeOffset="89">29272 4677 8912,'-6'-23'0,"0"0"0,-5-6 0,5 6 0,1 6 0,5 5 0,-8 9 0,-2 5 0,-7 15 0,-2 11 0,-4 11 0,-9 6 0,-9 13 0,1-3 0,6 8 0,-6 0 0,0 6 0,7-8 0,10-4 0,4-3 0,4-4 0,3-5 0,6-4 0,8-13 0,10-5 0,9-11 0,19-7 0,14-18 0,14-10 0,11-8 0,-34 15 0,2-2-267,41-24 1,-45 17 0,0-2-1,-5-3 1,0-1 0</inkml:trace>
  <inkml:trace contextRef="#ctx0" brushRef="#br0" timeOffset="90">30477 3989 8912,'-35'0'0,"3"0"0,3 0 0,6 0 0,4 0 0,19 0 0,11-2 0,16-4 0,11-5 0,8-10 0,12-4 0,3 0 0,0 0 0,4-3 0,-8 5 0,-1 0 0,-8 7 0,-6 5 0,-6 5 0,2 4 0,-26 2 0,3 8 0,-15 1 0</inkml:trace>
  <inkml:trace contextRef="#ctx0" brushRef="#br0" timeOffset="91">30649 4247 8912,'-18'0'0,"1"0"0,0-8 0,15-1 0,8-9 0,17-1 0,11-4 0,3-2 0,8-3 0,-4-3 0,3 8 0,-2 2 0,-4 2 0,-4 2 0,-5 0 0,-4 5 0,-8 1 0,-7 7 0,5-11 0,-6 5 0</inkml:trace>
  <inkml:trace contextRef="#ctx0" brushRef="#br0" timeOffset="92">30804 3559 8912,'-27'-15'0,"6"1"0,5 5 0,5 1 0,7-5 0,-4 11 0,8 2 0,2 15 0,4 12 0,2 3 0,5 18 0,-3 4 0,-3 3 0,5 10 0,-6-2 0,1 4 0,-1 2 0,-4-6 0,4 0 0,-3-13 0,3 1 0,-4-11 0,4 0 0,1-11 0,-1-6 0,2-6 0,-2-7 0,5-10 0,4-16 0,3-10 0</inkml:trace>
  <inkml:trace contextRef="#ctx0" brushRef="#br0" timeOffset="93">30958 3525 8912,'-17'-16'0,"2"3"0,2 3 0,1 3 0,1 1 0,-5 8 0,5 4 0,3 5 0,8 12 0,0 4 0,0 7 0,0 2 0,0 5 0,8 4 0,3 13 0,-1-3 0,1 8 0,-1-6 0,1 7 0,3-7 0,-9 6 0,7-10 0,-6-1 0,5-8 0,-5-10 0,0-1 0,1-5 0,-3-5 0,8-11 0,-9-5 0,13-14 0,-7-3 0</inkml:trace>
  <inkml:trace contextRef="#ctx0" brushRef="#br0" timeOffset="94">31423 3679 8912,'-17'0'0,"-4"-7"0,4-5 0,3 3 0,14-3 0,2 10 0,4 2 0,-2 16 0,7 12 0,-1 7 0,1 5 0,3 4 0,-9 7 0,-1 1 0,-2-1 0,0 1 0,4 0 0,-4 3 0,3-3 0,-3 1 0,-2-13 0,0 0 0,0-5 0,0-9 0,0-3 0,0-11 0,-7 3 0,-3-5 0</inkml:trace>
  <inkml:trace contextRef="#ctx0" brushRef="#br0" timeOffset="95">31406 3765 8912,'-10'-7'0,"-3"-3"0,7-7 0,0 0 0,14 0 0,4 1 0,5 3 0,6 1 0,-2 3 0,7-3 0,-1 5 0,2 7 0,1 0 0,-7 0 0,0 0 0,-5 0 0,-7 7 0,0 5 0,-7 5 0,0 4 0,-8 4 0,-7 2 0,-10 1 0,-2 7 0,-8-1 0,3 0 0,-3 1 0,2-1 0,-1-5 0,7 0 0,0-8 0,6 1 0,-1-2 0,9-11 0,1-1 0</inkml:trace>
  <inkml:trace contextRef="#ctx0" brushRef="#br0" timeOffset="96">31784 3679 8912,'-9'8'0,"-6"-6"0,3 4 0,1 1 0,-3 1 0,-1 1 0,2 5 0,1 3 0,1 6 0,-3-2 0,8 8 0,1-6 0,5 5 0,2-1 0,3 2 0,5-3 0,7-7 0,0 1 0,1-5 0,-1-9 0,0-1 0,0-3 0,0-2 0,1-7 0,-1-5 0,-6-9 0,1-2 0,-8-7 0,1 1 0,-3-4 0,-2-1 0,-7 5 0,-5 1 0,-5 1 0,-6-2 0,6-1 0,0 7 0,-1 2 0,7 9 0,1-1 0,-1 7 0,7 1 0,4 12 0,17 3 0,10 7 0</inkml:trace>
  <inkml:trace contextRef="#ctx0" brushRef="#br0" timeOffset="97">32111 3714 8912,'10'7'0,"-2"-5"0,-8 6 0,0-6 0,0 4 0,0-5 0,0 15 0,0-7 0,0 8 0,0 1 0,0-1 0,0 0 0,0 0 0,0 0 0,2 6 0,3 0 0,-3 0 0,6-6 0,-8 1 0</inkml:trace>
  <inkml:trace contextRef="#ctx0" brushRef="#br0" timeOffset="98">32060 3576 8912,'-48'-25'0,"8"-3"0,11-5 0,16 6 0,5 10 0,10 4 0,4 7 0,11 0 0,14 6 0,7 2 0,8 4 0,1 4 0,-1 7 0,4 0 0,-6 0 0</inkml:trace>
  <inkml:trace contextRef="#ctx0" brushRef="#br0" timeOffset="99">32352 3731 8912,'-26'0'0,"1"-6"0,7 0 0,9 1 0,-6 5 0,13 0 0,0 2 0,8 3 0,5 5 0,-5 7 0,1 0 0,-1 0 0,-4 1 0,4-1 0,3 0 0,-7 0 0,4 0 0,4-7 0,-9-10 0,5-11 0,2-10 0,-2-2 0,1-8 0,-1 2 0,2-1 0,3 1 0,4-1 0,-5 7 0,1 2 0,1 2 0,-1 3 0,7 5 0,-7 3 0,1 8 0,-7 4 0,7 7 0,-7 1 0,7 11 0,-6 2 0,5-2 0,-7 5 0,4-3 0,-3 0 0,1 0 0,6-8 0,-7-6 0,9-7 0,-5 4 0</inkml:trace>
  <inkml:trace contextRef="#ctx0" brushRef="#br0" timeOffset="100">32765 3129 8912,'-17'-17'0,"6"2"0,-1 3 0,6 5 0,-5 7 0,5 15 0,-5 8 0,-1 9 0,3 8 0,1-1 0,8 6 0,0-1 0,0 2 0,2 4 0,4-4 0,5-4 0,12-2 0,-4-11 0,4-7 0,4-2 0,0-5 0,1-4 0,1-5 0,-6-4 0,6-2 0,-8-2 0,2-4 0,2-3 0,-2-8 0,-6-6 0,-6 0 0,-1-8 0,1 2 0,-1 3 0,-6-1 0,1 2 0,-1 4 0,-2 2 0,-2 2 0,0 5 0,0 1 0,0 7 0,6-2 0,0 12 0,1 4 0,-3 9 0,4 4 0,1 5 0,-3-1 0,5 2 0,-5-1 0,6 7 0,-7-3 0,7-3 0,-8 3 0,1-3 0,-3-4 0,-2-2 0,-2-4 0,-1-2 0,-5-2 0,-2-3 0,-1-5 0,-6-14 0,-1-3 0</inkml:trace>
  <inkml:trace contextRef="#ctx0" brushRef="#br0" timeOffset="101">32593 3507 8912,'-34'0'0,"1"0"0,5 0 0,10 0 0,11-2 0,11-1 0,9-5 0,16-2 0,20-1 0,20-6 0,4 0 0,13-1 0,-6 1-199,6 0 1,-2 2 198,-9 3 0,-10 5 0,-13 10 0,-14 7 0,-13 7 0,-2 12 0,-14-2 0</inkml:trace>
  <inkml:trace contextRef="#ctx0" brushRef="#br0" timeOffset="102">31612 4763 8912,'-17'0'0,"6"-6"0,1-2 0,2-1 0,3 3 0,7-6 0,3-1 0,11 3 0,10-1 0,5-2 0,5-3 0,4 1 0,1 4 0,-3-5 0,6 7 0,-2-1 0,-4 4 0,-3 5 0,-7 1 0,-3 7 0,-8 3 0</inkml:trace>
  <inkml:trace contextRef="#ctx0" brushRef="#br0" timeOffset="103">31681 5020 8912,'-34'0'0,"7"-2"0,4-3 0,12 3 0,3-6 0,16 1 0,3-5 0,18-9 0,5-2 0,12-5 0,0 5 0,4 2 0,1 1 0,1 3 0,0 0 0,-7 2 0,1 3 0,0-3 0,6 6 0,-1-9 0</inkml:trace>
  <inkml:trace contextRef="#ctx0" brushRef="#br0" timeOffset="104">32421 4487 8912,'-8'-17'0,"7"0"0,-7 0 0,8 0 0,2 1 0,4 5 0,5-4 0,12 3 0,-2 5 0,6-1 0,-2 2 0,-4 0 0,0 1 0,2 5 0,-10 5 0,4 1 0,-11 8 0,0-3 0,-4 10 0,-2 2 0,-2 7 0,-4-1 0,-4-4 0,-7-2 0,2 2 0,3-2 0,-1 0 0,5-6 0,1 0 0,-1 0 0,2 0 0,6 1 0,0-1 0,2-2 0,4-4 0,6 3 0,10-8 0,5 5 0,8-5 0,-1 5 0,2-3 0,3 0 0,1-1 0,4 7 0,-10-3 0,-5 4 0,-18 2 0,-3 6 0,-8 0 0,-17 12 0,-12-7 0,-19 14 0,-15-7 0,-4 3 0,-2-4 0,1 1 0,1-3 0,4-1 0,5-3 0,3-1 0,-3 2 0,-3 3 0,-8-5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4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22922 8940 8912,'0'-11'0,"0"0"0,0-3 0,0-1 0,6 3 0,1 3 0,1-1 0,0 1 0,5 3 0,-2-5 0,-1 5 0,2-6 0,-1 9 0,-3-5 0,-10 10 0,-12 5 0,-7 11 0,-9 1 0,1 9 0,-3 1 0,-5 5 0,-3 1 0,-6-1 0,-11 8 0,-6 4 0,-6 4 0,-6 1 0,3 3 0,-7 1 0,5 1 0,7-7 0,4 1 0,17-10 0,2 0 0,21-5 0,2-9 0,9-3 0,-1-4 0,7-1 0,-7-1 0,11-8 0,-6-1 0,8-8 0,0 0 0,0 0 0</inkml:trace>
  <inkml:trace contextRef="#ctx0" brushRef="#br0" timeOffset="1">21993 9181 8912,'-18'-27'0,"-1"4"0,0 4 0,2 2 0,-4 8 0,17 1 0,-5 10 0,1 4 0,-4 5 0,7 12 0,-9 11 0,3 12 0,-4 4 0,-3 1 0,3 1 0,4 0 0,-5 1 0,5 4 0,3-3 0,2 3 0,6-11 0,6-6 0,6-3 0,11-3 0,3-9 0,9-8 0,1-2 0,4-9 0,6-4 0,4-6 0,2 0 0,-1-7 0,1-6 0,-1-6 0,-7-8 0,6-3 0,-6-10 0</inkml:trace>
  <inkml:trace contextRef="#ctx0" brushRef="#br0" timeOffset="2">23834 7892 8912,'10'-12'0,"-5"1"0,-3-3 0,-2-1 0,0-2 0,0 0 0,-6-6 0,-1-2 0,-3 0 0,-3 0 0,-2-3 0,-3 5 0,1 0 0,0-2 0,0 12 0,0-5 0,-1 5 0,1 3 0,0 5 0,0 10 0,1 9 0,5 7 0,-4 7 0,3 13 0,3 3 0,-3 7 0,8 8 0,-1 4 0,3 4 0,2 2 0,2 0 0,3 0 0,-1-1 0,8 1 0,-3-2 0,3-4 0,1-4 0,-7-7 0,5-8 0,-5-4 0,5 0 0,-5-6 0,0-3 0,-6-14 0,2-2 0,4-3 0,-5 3 0,5-21 0,-12 1 0,-3-16 0,-8-6 0</inkml:trace>
  <inkml:trace contextRef="#ctx0" brushRef="#br0" timeOffset="3">23490 8390 8912,'-10'0'0,"3"0"0,7 0 0,2 0 0,3 0 0,7 0 0,13-9 0,7-8 0,8-10 0,4-6 0,2-1 0,6 0 0,-1 1 0,1 4 0,-8-3 0,-2 5 0</inkml:trace>
  <inkml:trace contextRef="#ctx0" brushRef="#br0" timeOffset="4">24402 8132 8912,'-17'10'0,"5"-2"0,1-8 0,7 0 0,4-6 0,11 0 0,5-2 0,1 3 0,6 1 0,0-6 0,0 3 0,2 3 0,-6 2 0,6-6 0,-8-1 0</inkml:trace>
  <inkml:trace contextRef="#ctx0" brushRef="#br0" timeOffset="5">24436 8597 8912,'12'9'0,"-1"-3"0,-1-6 0,1-6 0,5-3 0,-5-9 0,4 1 0,3 2 0,-1 2 0,0 1 0,0-1 0,0 3 0,1-1 0,-1-3 0,0-1 0,0-2 0</inkml:trace>
  <inkml:trace contextRef="#ctx0" brushRef="#br0" timeOffset="6">25779 7513 8912,'-2'-15'0,"-2"2"0,-2 1 0,0-1 0,1-2 0,-1-3 0,2 1 0,-4 6 0,3-1 0,1-1 0,2-2 0,-6 3 0,-3 1 0,1 7 0,-1-2 0,-3 4 0,5 10 0,-3 3 0,7 7 0,-5 4 0,1 9 0,-1 7 0,6 6 0,-2 8 0,-1 1 0,1 3 0,2 1 0,2-2 0,2 7 0,0 1 0,6-10 0,0-1 0,7-7 0,-1 1 0,1-2 0,0-7 0,-1-1 0,1-4 0,-3-9 0,1 0 0,-5-6 0,5-5 0,-7-12 0,4-10 0</inkml:trace>
  <inkml:trace contextRef="#ctx0" brushRef="#br0" timeOffset="7">25434 8081 8912,'-5'11'0,"-3"-1"0,-2-3 0,7-1 0,-1-6 0,13 0 0,9 0 0,18-7 0,4-5 0,8-5 0,4-6 0,-7 2 0,1-8 0,-2 8 0,2-2 0,-4 4 0,-9 2 0,-5 0 0,5 0 0,-6-1 0</inkml:trace>
  <inkml:trace contextRef="#ctx0" brushRef="#br0" timeOffset="8">26002 7909 8912,'6'11'0,"2"1"0,1 1 0,-5-3 0,2 1 0,1-5 0,-1 5 0,6 1 0,-7 5 0,9 6 0,-3 2 0,5 2 0,1 3 0,-6 3 0,1 1 0,-1 6 0,6 0 0,1 0 0,-1-5 0,-6-9 0,1-3 0,-1-4 0,6-1 0</inkml:trace>
  <inkml:trace contextRef="#ctx0" brushRef="#br0" timeOffset="9">26570 7634 8912,'10'-17'0,"3"5"0,-7 1 0,0 5 0,-6-6 0,2 11 0,3 1 0,-3 15 0,4 13 0,-2 5 0,1 1 0,-1 1 0,8 1 0,-1 2 0,-1 2 0,5 2 0,-3-2 0,3-3 0,2 3 0,0-4 0,0-1 0,-7-3 0,-4-3 0,-6-4 0,-6-8 0,-4 0 0,-7 0 0</inkml:trace>
  <inkml:trace contextRef="#ctx0" brushRef="#br0" timeOffset="10">26519 7943 8912,'-8'10'0,"6"-3"0,-6-7 0,16 0 0,3 0 0,12 0 0,6-1 0,4-5 0,1-6 0,6 3 0,0-3 0,8 1 0,-12-6 0,7-1 0</inkml:trace>
  <inkml:trace contextRef="#ctx0" brushRef="#br0" timeOffset="11">27465 7359 8912,'-10'-8'0,"-5"6"0,4-4 0,1-1 0,-1-1 0,-3 0 0,-1 1 0,-2 1 0,0 6 0,-1 0 0,3 2 0,4 4 0,-3 11 0,8 12 0,3 3 0,1 2 0,2 7 0,0-1 0,2 7 0,3-1 0,-1 4 0,8 2 0,-7-9 0,5-1 0,0-1 0,-1-1 0,1-2 0,1-9 0,-3 1 0,-8-7 0,7 0 0,-5-6 0,6 0 0</inkml:trace>
  <inkml:trace contextRef="#ctx0" brushRef="#br0" timeOffset="12">27190 7943 8912,'-8'10'0,"-2"-3"0,-7-7 0,0-7 0,9-1 0,7-5 0,8 1 0,8-1 0,1 0 0,12 1 0,-5-3 0,6 3 0,0 3 0,5-3 0,1 1 0,-1 1 0,-7-5 0,-2 5 0</inkml:trace>
  <inkml:trace contextRef="#ctx0" brushRef="#br0" timeOffset="13">27620 7771 8912,'11'-2'0,"1"-3"0,-3 1 0,3-8 0,3 7 0,-3-7 0,3 6 0,2-5 0,6 1 0,0-1 0,2 3 0,-4 8 0,2 0 0,-2 0 0,-4 8 0,-5 3 0,1 12 0,-7 6 0,-1 3 0,-5 3 0,0-3 0,0-3 0,-5 3 0,-1-3 0,0 2 0,-1-3 0,5-3 0,-4-8 0,4-5 0,2-1 0,0-7 0,4 4 0,7-8 0,1-14 0,11-3 0,5-11 0,5-1 0,5-4 0,0-1 0,-3 5 0,-6 1 0,3-9 0,-5-7 0</inkml:trace>
  <inkml:trace contextRef="#ctx0" brushRef="#br0" timeOffset="14">28498 7341 8912,'-10'2'0,"4"4"0,4 6 0,2 3 0,6 10 0,0 3 0,5 12 0,-3 6 0,2 6 0,3 5 0,-4-3 0,3 3 0,-3 0 0,3-5 0,1 1 0,-7-14 0,-2-5 0,-2-3 0,-2-18 0,0 2 0,0-15 0</inkml:trace>
  <inkml:trace contextRef="#ctx0" brushRef="#br0" timeOffset="15">28343 7788 8912,'-8'-9'0,"6"-6"0,-6 13 0,10-12 0,4 9 0,6-3 0,11 2 0,11 2 0,12-7 0,4 1 0,-1-3 0,-1 2 0,-2-3 0,0-1 0,5-2 0</inkml:trace>
  <inkml:trace contextRef="#ctx0" brushRef="#br0" timeOffset="16">29341 7307 8912,'-8'-29'0,"-3"1"0,-3-1 0,3 2 0,-4 3 0,5 8 0,-7 5 0,5 3 0,1 8 0,-1 2 0,-3 4 0,2 7 0,1 8 0,6 6 0,-5 7 0,7 3 0,-2 3 0,4 6 0,2 11 0,0-6 0,0 3 0,2-6 0,4-1 0,-2-3 0,7 2 0,-1-6 0,1 6 0,5-13 0,-5 1 0,-1-3 0,1 3 0,-7-7 0,2-4 0,3-4 0,-7-10 0,6-1 0</inkml:trace>
  <inkml:trace contextRef="#ctx0" brushRef="#br0" timeOffset="17">28997 7909 8912,'-12'0'0,"1"-2"0,-3-4 0,7-3 0,7-9 0,13 1 0,10 0 0,11 0 0,8 0 0,10-1 0,-2 1 0,-4 0 0,11-8 0,-3-1 0</inkml:trace>
  <inkml:trace contextRef="#ctx0" brushRef="#br0" timeOffset="18">29565 7703 8912,'-18'-2'0,"1"-4"0,2-6 0,3-3 0,5 4 0,7-1 0,2 1 0,3-6 0,7 5 0,11 3 0,5 1 0,5 4 0,1 2 0,1 2 0,-8 0 0,-5 0 0,-2 8 0,-3 3 0,-6 5 0,1 1 0,-8 6 0,1 0 0,-5-2 0,-5-2 0,-5 4 0,-7 0 0,0-1 0,-1-4 0,7-3 0,-1-4 0,3 5 0,-3-5 0,3 3 0,5-1 0,-2-2 0,2 3 0,3-5 0,1 3 0,7-1 0,5 6 0,3 1 0,2-1 0,2 0 0,4 0 0,-2 0 0,8 1 0,0 1 0,3 2 0,-3 2 0,-6-2 0,-6 5 0,-6 3 0,-5 5 0,-12 7 0,-18 2 0,-17 9 0,-22 5 0,-11 3 0,33-30 0,0 1 0,-2 1 0,-1 1 0,2-1 0,0 1-155,3-1 0,-2-1 0,-4-1 0,-2-1 1,3-3-1,0-1 0</inkml:trace>
  <inkml:trace contextRef="#ctx0" brushRef="#br0" timeOffset="19">20874 14666 8912,'-6'-17'0,"-1"-1"0,-1 1 0,-1 2 0,-1 3 0,4-1 0,-3 5 0,-1 1 0,1-1 0,-3 0 0,-5 3 0,0 3 0,-1-6 0,1 8 0,0 0 0,0 0 0,0 0 0,-1 0 0,1 0 0,-2 0 0,-2 2 0,-4 2 0,-2 2 0,-1-1 0,-7-5 0,1 6 0,-1 0 0,-7 2 0,-3-3 0,-1-3 0,-6 4 0,4 2 0,-9-1 0,3 1 0,3-1 0,5 5 0,0-6 0,2 5 0,-2-5 0,-2 5 0,8-5 0,-6 7 0,6-1 0,-8 3 0,2 2 0,-3-5 0,-3-1 0,2 3 0,4 1 0,-3 2 0,3 0 0,9 0 0,3 1 0,5-7 0,1 1 0,1-7 0,4 7 0,4-6 0,-4 3 0,4-1 0,2-1 0,-1-1 0,1-2 0,0 7 0,-6-5 0,0 6 0,-2-1 0,2 6 0,2-1 0,-7-5 0,5 4 0,-6-3 0,6 3 0,-4 2 0,4 0 0,8 1 0,-2-1 0,5 0 0,3-6 0,-3 1 0,8-1 0,-1 7 0,-3-1 0,2 0 0,-5 6 0,5 2 0,0 1 0,-1 5 0,5 1 0,-4 3 0,-2-1 0,3 1 0,-1 5 0,6 0 0,0 0 0,0-6 0,0 3 0,0-1 0,0 0 0,0-3 0,0-5 0,0 1 0,6 2 0,-1-8 0,7-1 0,-6-4 0,1-1 0,-3 0 0,2 0 0,-2 0 0,3 1 0,-1-1 0,2-6 0,-3 1 0,-3-1 0,6 6 0,-2 1 0,-1-1 0,9 0 0,-12-7 0,13 5 0,-5-6 0,7 1 0,0-2 0,0-3 0,0 1 0,3 2 0,3-3 0,-4-3 0,4 4 0,1-4 0,-1-2 0,8 0 0,-2 0 0,-3 2 0,5 2 0,3 1 0,5-1 0,3-2 0,-2-2 0,-2 0 0,8 0 0,0-6 0,6 1 0,-7-1 0,1 6 0,6-6 0,5 0 0,1-1 0,-7 3 0,1-4 0,0-1 0,-7 3 0,1-5 0,-2 1 0,2-1 0,-4-3 0,-7 9 0,-3-7 0,-3 6 0,7-1 0,-7 1 0,7 4 0,-7-4 0,5 4 0,5 2 0,1-2 0,-2-3 0,4 3 0,-2-4 0,0 4 0,-5 2 0,3 0 0,-4 0 0,3-2 0,-14-3 0,5 3 0,-5-4 0,6 4 0,-4 2 0,0-2 0,0-4 0,5 4 0,-1-3 0,3-3 0,3 2 0,-7-1 0,1 1 0,0 2 0,5-7 0,1 5 0,-1-4 0,0 1 0,1-1 0,-6 5 0,-1-7 0,-7 6 0,2-5 0,-4 5 0,-1-5 0,-1 5 0,0-5 0,0 5 0,0-6 0,-5 7 0,-1-7 0,3-1 0,1-3 0,2-1 0,-1 0 0,-5 0 0,2 0 0,-7 0 0,6 5 0,-7 1 0,1-1 0,2 3 0,-6-7 0,3 5 0,3-4 0,-2-3 0,1 5 0,-1-4 0,-4 3 0,4-8 0,1 2 0,-1 3 0,0-2 0,2-4 0,-7 2 0,5-7 0,-2-1 0,2-6 0,-4 1 0,3 0 0,-1-6 0,2-1 0,-4-1 0,4 4 0,-4-4 0,-2-2 0,5 6 0,1-2 0,0 4 0,-6 1 0,0 1 0,0-1 0,-6 7 0,0-1 0,1 8 0,3-2 0,-2 4 0,-2 2 0,-2 2 0,3 3 0,3-3 0,-6 5 0,0-7 0,7 6 0,-7-1 0,0-1 0,4 0 0,-7 1 0,5-3 0,-5 3 0,-1-3 0,-5-2 0,-2 0 0,-4-1 0,2 1 0,-10 0 0,-5 0 0,-8 0 0,-8-1 0,-5 1 0,-6 6 0,-12-1 0,-7 9-200,34 0 0,-1 0 0,-41 1 200,-8 2 0,10 8 0,8 3 0,0 4 0,11 2 0,4 6 0,15 0 0,6-2 0,10-2 0,-1-1 0,7-1 0,9-6 0,1 1 0,7-7 0,-1 7 0,-3-8 0,11 11 0,-7-3 0,-1 5 300,3 6 0,-7 11-300,5 12 0,3-4 0,-15 8 0,4-7 0</inkml:trace>
  <inkml:trace contextRef="#ctx0" brushRef="#br0" timeOffset="20">20358 9336 8912,'2'-10'0,"2"3"0,1-1 0,1 4 0,-6-7 0,0-1 0,2-3 0,4 4 0,-4 1 0,3 4 0,-3 4 0,-2-13 0,0 13 0,0-13 0,0 11 0,2-5 0,4 1 0,-4 0 0,4 2 0,-5 5 0,-1-9 0,0 4 0,0 4 0,-7 2 0,5 10 0,-4 7 0,2-5 0,-1-1 0,1 1 0,-8 5 0,9 2 0,-3 4 0,-2-4 0,0 6 0,1-2 0,-1 0 0,1 5 0,1-5 0,4 2 0,-4-2 0,4-10 0,2 4 0,0-3 0,0 3 0,0-7 0,2-5 0,4-10 0,-4-5 0,4-7 0,1-6 0,1 0 0,-1 2 0,1 2 0,0 2 0,-2-1 0,-5 1 0,7 0 0,-8 0 0,0 7 0,0-5 0,0 13 0,0-6 0,0 8 0,0 2 0,0 4 0,-6 9 0,1 12 0,1 4 0,2 5 0,2 10 0,0 0 0,0 5 0,0 7 0,0-3 0,0 8 0,0-8 0,0 3 0,0-10 0,0-3 0,0-12 0,0-1 0,0-5 0,0-4 0,0-6 0,2-5 0,4-1 0,-5-7 0,-1 4 0,-9-10 0,-1-4 0,-5-4 0,5-7 0</inkml:trace>
  <inkml:trace contextRef="#ctx0" brushRef="#br0" timeOffset="21">20444 9834 8912,'-12'0'0,"1"0"0,5 0 0,-5 0 0,5 2 0,-5 4 0,7-2 0,-4 5 0,0-1 0,7 6 0,-5-3 0,4 4 0,2 2 0,0 6 0,0 2 0,0 2 0,0 4 0,0 7 0,0 2 0,6 2 0,-1-2 0,1-2 0,-6 8 0,-2-8 0,-4 2 0,5-9 0,-5-2 0,4-8 0,2 2 0,0-4 0,0-2 0,0-8 0,0-1 0,8-16 0,-7-1 0,7-1 0,-8 3 0,-2 14 0,-4 5 0,3 5 0,-9 6 0,6 2 0,-5 3 0,5 11 0,-3-5 0,-1 2 0,0 1 0,7-3 0,-3 0 0,4 1 0,2-1 0,0-7 0,0-4 0,0-4 0,0-10 0,0-1 0,0 0 0,0 1 0</inkml:trace>
  <inkml:trace contextRef="#ctx0" brushRef="#br0" timeOffset="22">20358 11124 8912,'0'19'0,"0"4"0,-2-4 0,-4 4 0,-1 2 0,-5-2 0,-1 2 0,5-4 0,0 3 0,1 3 0,1-6 0,6 2 0,0-2 0,0 2 0,0-4 0,0 4 0,0-4 0,0-2 0,0-5 0,0-1 0,0-7 0,0 11 0,0-5 0</inkml:trace>
  <inkml:trace contextRef="#ctx0" brushRef="#br0" timeOffset="23">20375 11863 8912,'-17'8'0,"0"1"0,-1 3 0,1-1 0,6 1 0,-1 5 0,3 0 0,-3 0 0,5 1 0,7 5 0,0-1 0,5 1 0,3-5 0,0-1 0,-1 0 0,-1 0 0,-6 0 0,0 1 0</inkml:trace>
  <inkml:trace contextRef="#ctx0" brushRef="#br0" timeOffset="24">20358 12482 8912,'-8'17'0,"-3"1"0,-5-1 0,-1 0 0,0 0 0,0 0 0,2 6 0,3 0 0,2 6 0,7-6 0,-3 0 0,2 2 0,2-6 0,2 4 0,2-6 0,4-6 0,-4 5 0,3-5 0,-3-3 0,-2-1 0,0-7 0</inkml:trace>
  <inkml:trace contextRef="#ctx0" brushRef="#br0" timeOffset="25">20289 13067 8912,'-15'27'0,"1"-1"0,-14-3 0,7 4 0,-2 7 0,5 1 0,7-1 0,-2 0 0,7 1 0,0-1 0,6 1 0,2-7 0,4 1 0,-4-8 0,3 2 0,-3-4 0,-9-2 0,-3 0 0</inkml:trace>
  <inkml:trace contextRef="#ctx0" brushRef="#br0" timeOffset="26">20272 14459 8912,'-29'41'0,"2"-1"0,3 0 0,2 2 0,11-6 0,5 4 0,2 2 0,1-2 0,-3-1 0,2-3 0,2-7 0,2-1 0,-6-7 0,1 2 0,-1-4 0,6-2 0,0 1 0,0-1 0</inkml:trace>
  <inkml:trace contextRef="#ctx0" brushRef="#br0" timeOffset="27">20220 15216 8912,'-2'23'0,"-3"0"0,1 0 0,-8-6 0,8 0 0,-1 0 0,-3 2 0,2 4 0,-1-4 0,1 4 0,4 2 0,-4-2 0,4 0 0,2-6 0,0 0 0,0 1 0,0-7 0,0 1 0,0-9 0,2 5 0,4-8 0,-4 0 0,6-2 0,-8-4 0,5-3 0,1-8 0,0-1 0,-6 1 0,2 0 0,3 0 0,-1 0 0,8-1 0,-7 9 0,7 3 0,-8 4 0,11 2 0,-13 0 0,6 8 0,-8-4 0,0 7 0,0-5 0,0 5 0,0-7 0,0 4 0,0-8 0,0 0 0,2-6 0,1-2 0,3-1 0,0 3 0,-6-5 0,0 5 0,0-5 0,0 7 0,0-4 0,0 10 0,0 4 0,0 5 0,0 10 0,0 2 0,-6 0 0,0-6 0,1 0 0,5 1 0,0-1 0,0-8 0,0-3 0,0-12 0,7-11 0,3-12 0,1-3 0,1-2 0,-8 1 0,1 5 0,3 3 0,-2 7 0,-1 1 0,-5 0 0,0 8 0,0 1 0,0 8 0,-15 0 0,-4 0 0</inkml:trace>
  <inkml:trace contextRef="#ctx0" brushRef="#br0" timeOffset="28">19790 16316 8912,'0'-11'0,"0"-1"0,0-1 0,0-2 0,0-2 0,2 1 0,4 5 0,-3 3 0,9 8 0,1 0 0,3 0 0,1 10 0,0 7 0,0 10 0,0 5 0,-7 10 0,-4 4 0,1 6 0,-1 5 0,-2 6 0,-2 4 0,-10 3 0,-3 5 0,-5 1 0,-1 5 0,-6-1 0,0-11 0,0-8 0,-1-6 0,4-11 0,-4-17 0,8-14 0,5-19 0,-3-11 0,9-11 0,-1-7 0,6-5 0,0 2 0,0-6 0,0 2 0,0 4 0,2 9 0,4 6 0,-3 4 0,9 2 0,-1 2 0,7 3 0,-7 4 0,1 8 0,5 2 0,6 4 0,2 6 0,-4 9 0,1 3 0,0 3 0,-1-6 0,2 2 0,1-4 0,5-2 0,2-7 0,-8-4 0,5-4 0,-5-2 0,0-8 0,-6-2 0</inkml:trace>
  <inkml:trace contextRef="#ctx0" brushRef="#br0" timeOffset="29">20375 16695 8912,'-17'0'0,"0"0"0,-1 0 0,1 0 0,0 0 0,6 0 0,-1-2 0,-1-4 0,5 2 0,2-7 0,6 5 0,6-6 0,9 1 0,8-6 0,0 0 0,2-8 0,2-2 0</inkml:trace>
  <inkml:trace contextRef="#ctx0" brushRef="#br0" timeOffset="30">20650 16333 8912,'0'-17'0,"0"0"0,-5 6 0,-1-1 0,-7 8 0,3-3 0,-7 7 0,5 7 0,3 7 0,-1 5 0,1 4 0,5 7 0,-2-1 0,4-2 0,2 1 0,2-5 0,4 6 0,-2-8 0,7 2 0,1-4 0,5-2 0,0 0 0,0 1 0,6-1 0,0 0 0,0 0 0,-6 0 0,0-1 0,1-5 0,-1 4 0,0-3 0,0 3 0,-1 2 0,-5 1 0,-5-1 0,-4 0 0,-2 0 0,0 0 0,-2 6 0,-4 0 0,-4 6 0,-7-6 0,0-2 0,0-10 0,5 3 0,1-9 0,-2-1 0,-3-2 0,-1-12 0,0-7 0,-8-23 0,-2-13 0</inkml:trace>
  <inkml:trace contextRef="#ctx0" brushRef="#br0" timeOffset="31">20513 16505 8912,'-10'18'0,"-3"-7"0,7 1 0,0-9 0,10 1 0,8-15 0,9-10 0,19-19 0,4-12 0,7-11 0,9-4 0,3-2 0,4 1 0,2-1-648,-1 0 0,-6 0 0,-3 0 0</inkml:trace>
  <inkml:trace contextRef="#ctx0" brushRef="#br0" timeOffset="32">19170 15336 8912,'8'10'0,"-6"-3"0,13-7 0,-13 0 0,6 0 0,-6 0 0,4 0 0,-5 0 0,7 0 0,-6 0 0,4 0 0,-4-1 0,3-5 0,-3 4 0,-2-6 0,0 6 0,0-3 0,0 3 0,0-6 0,0 0 0,0 7 0,8-7 0,-6 8 0,6 0 0,-8 0 0,0 0 0,0-8 0,0 6 0,0-5 0,0 7 0,0 0 0,0 7 0,0-5 0,0 6 0,0-10 0,0-4 0,0 4 0,0-13 0,0 4 0,0-5 0,0-1 0,0 0 0,0-2 0,0-4 0,0-4 0,0-7 0,0-1 0,0-1 0,-2-2 0,-4-2 0,4-2 0,-4 2 0,4 3 0,2-3 0,-2-2 0,-3 2 0,3 0 0,-4 6 0,4-7 0,2 1 0,0 0 0,0 6 0,0-8 0,0-2 0,-2-2 0,-4 0 0,5 0 0,-5-5 0,4-1 0,2 1 0,0-1 0,0 0 0,0-1 0,0-4 0,-2-3 0,-4-3 0,4 2 0,-3 4 0,1-4 0,-2-8 0,4 0 0,-4 0 0,4-7-197,2-4 1,0-2 196,0 1 0,-5-6 0,-1 6 0,2 5 0,2 3 0,0 5 0,-3-1 0,3-6 0,-4 1 0,2-3 0,-2 3 0,3-1 0,-9-11 0,8-3 0,2 38 0,-1-2 0,-1-1 0,0 0 0,1-1 0,0 1 0,0-4 0,0 1 0,3 1 0,0 1 0,0 1 0,0-1 0,0 3 0,0-1 0,0 3 0,0 1 0,0-37 0,0 8 0,0 3 0,0 6 0,0 6 0,0 10 0,0 7 0,-5-2 0,-1-9 0,0 3 0,6-5 0,0 0 0,0-4 0,0-10 0,0-1 0,0-1 0,0 7 0,0 1 0,0 4 0,6-2 0,0 7 0,-1 9 0,-5 9 0,0 5 0,0 7 0,0 3 0,0 8 0,-1 5 393,-5 1-393,4-1 0,-8-11 0,5 0 0,3-2 0,-4 3 0,4 1 0,2-8 0,0 0 0,0-5 0,-6-1 0,1 3 0,1 1 0,2 3 0,2 7 0,0-2 0,-6 4 0,0 2 0,1-1 0,5 1 0,-2 0 0,-4 0 0,4 0 0,-4-1 0,4 1 0,2 0 0,-2-8 0,-3-4 0,3-3 0,-4-2 0,4-1 0,2 1 0,-2 5 0,-3 1 0,3 1 0,-4-2 0,4 6 0,2 4 0,0 10 0,0 1 0,-2 8 0,-2 2 0,-2 4 0,1-5 0,5 7 0,0-8 0,-2 0 0,-4 0 0,2 0 0,-7 0 0,5 0 0,-5 0 0,5 0 0,-6 0 0,7 0 0,-7 0 0,6 2 0,-5 2 0,-2 3 0,-3 3 0,-1 3 0,0 10 0,0 4 0,-1 7 0,1 3 0,0 3 0,0-4 0,0 4 0,7-3 0,2-5 0,3-1 0,-1-3 0,0-7 0,6 4 0,0-15 0,8-3 0,1-9 0,9-1 0,-3-5 0,-4-2 0,3-7 0,-8-6 0,5 0 0,-5 6 0,5 0 0,-5 0 0,0 5 0,-4 1 0,3-3 0,-3-1 0,6-2 0,-8 7 0,0 1 0,0 3 0,0 4 0,0-5 0,0 9 0,0 3 0,0-1 0,0 8 0,0-7 0,0 7 0,0-7 0,0 7 0,0-8 0,0 3 0,8-7 0,1-2 0,1-3 0,3-5 0,-7-7 0,5-2 0,-5-4 0,5 4 0,-5-4 0,2 4 0,-2 2 0,-5 5 0,5 1 0,-4-1 0,-8 7 0,1 10 0,-9 12 0,3 18 0,-3 1 0,3 4 0,-2-3 0,7 3 0,0-6 0,6-3 0,0-5 0,0-1 0,2-4 0,4-9 0,-2-5 0,7-7 0,0-2 0,7-3 0,-1-7 0,0-11 0,0-5 0,1-5 0,-7 1 0,0 3 0,-7-2 0,2 9 0,-4-1 0,-2 5 0,-2 1 0,-4 2 0,-5 3 0,-4 5 0,-3 7 0,7 2 0,-1 3 0,1 5 0,-6 7 0,-1 6 0,1 2 0,2 0 0,4 0 0,3-2 0,8-6 0,-8 0 0,6 0 0,-3-7 0,10-5 0,-1-3 0,8-2 0,-3-7 0,5-7 0,-3-5 0,2-4 0,1-5 0,-3 5 0,3-2 0,-9 2 0,3 4 0,-2-4 0,-4 4 0,3 2 0,-3-1 0,-2 7 0,0 0 0,-2 7 0,-3-2 0,3 4 0,-6 4 0,8 4 0,-8-4 0,7 13 0,-5-4 0,6-3 0,6-2 0,-5-4 0,15-2 0,-7-8 0,7-3 0,-5-5 0,2 5 0,-7-1 0,2 7 0,-2-7 0,-4 6 0,3-5 0,-3 7 0,-4-9 0,-3 7 0,1 8 0,-8 9 0,1 5 0,-6 1 0,1 6 0,5 0 0,-5 5 0,7-5 0,-1-2 0,5-2 0,-3-1 0,2-1 0,0-6 0,6 1 0,0-8 0,2 1 0,4-10 0,-2-5 0,7-7 0,-5 7 0,6 5 0,-9 3 0,5 2 0,-8 0 0</inkml:trace>
  <inkml:trace contextRef="#ctx0" brushRef="#br0" timeOffset="33">21322 15302 8912,'-12'6'0,"1"-1"0,5 3 0,-6-2 0,9-4 0,-5 3 0,8-10 0,0-7 0,0 3 0,0-3 0,0-3 0,0-6 0,0 2 0,0-4 0,0-4 0,0 0 0,0-1 0,0-1 0,0-5 0,0-6 0,0-8 0,0 2 0,0-11 0,0-6 0,-2-12 0,-2-5 0,-3-8 0,2 39 0,0 1 0,-6-44 0,2 41 0,0-1 0,1-1 0,-1-1-210,0-3 0,1-1 1,-1-3-1,1 0 210,-1 1 0,0-1 0,1-1 0,-1 0 0,1 5 0,-1 0 0,0 0 0,1 1 0,-1-2 0,1-1 0,-1 0 0,0 0 0,1 0 0,-1 0 0,-2-3 0,-1 1 0,1 7 0,-1-1 0,-3-3 0,0 0 0,0 1 0,1-1 0,-2-7 0,0-2-300,-2-1 0,1-1 1,0-3-1,0-1 300,-1-2 0,1 1 0,2-1 0,2-1 0,-2-8 0,1-2 0,-1-2 0,1 0 0,1-2 0,-1-1 0,1-4 0,2 0 0,1 6 0,2 1 0,3-3 0,1 0 0,0 5 0,2 0 0,1 3 0,2 2 0,2 8 0,0 3 0,-2 5 0,2 2 0,2 7 0,1 3 0,-2-37 0,2 10 0,-4 11 0,-2 12 0,0 9 0,0 4 0,0 2 0,0-4 0,0-9 0,0 3 0,0-3 366,0 3 0,0 1-366,0-1 0,0-5 326,0-1 1,2-7-1,3 4 1,7-2-327,3 0 0,2 10 0,0 1 0,-7 10 0,-4 14 0,3 3 0,-7 8 0,4-1 0,-4 7 0,-2-1 0,0-1 0,0 3 0,0-1 0,0 0 0,0-7 0,-6 7 0,0-1 0,1 1 0,5-6 0,-2 1 0,-4 5 0,4-4 0,-6 11 0,8-8 0,0 7 0,0-7 0,0 1 0,0-6 0,0-1 0,0 1 0,0 0 0,0 6 0,0-1 0,0 8 0,0-5 0,0 3 0,0 4 0,0-6 0,0 8 0,0 0 0,0-7 0,0-3 0,-1 1 0,-3 1 0,-2 0 0,0 7 0,1-5 0,-1 12 0,2 5 0,0 4 0,-2 2 0,4-5 0,-3-1 0,3 1 0,2 5 0,0 0 0,0 0 0,0 1 0,0-9 0,7-1 0,3-16 0,5-3 0,-1-5 0,-3-1 0,-5 0 0,5 0 0,-5-6 0,6 0 0,-9 0 0,3 6 0,-4 0 0,-4 1 0,-4 5 0,3 3 0,-9 8 0,1 8 0,-7 3 0,3 12 0,4 6 0,-3-2 0,9 1 0,-7-5 0,6 4 0,3-2 0,1-4 0,2-2 0,0-2 0,0-7 0,7-5 0,5-10 0,3-12 0,4-12 0,2-4 0,2-1 0,0 0 0,-6-1 0,-1 1 0,-5-1 0,-3 3 0,-8 3 0,0 5 0,0 6 0,-2 3 0,-4 4 0,-4 3 0,-7 8 0,0 4 0,0 7 0,-2 3 0,-4 14 0,4 1 0,-2 7 0,5 2 0,5 3 0,1-7 0,-1-5 0,3-8 0,8 2 0,0-4 0,0-2 0,2-8 0,4-5 0,5-8 0,5-7 0,1-12 0,6-4 0,0-7 0,-2 1 0,-10 5 0,3 3 0,-9 8 0,1 5 0,-6 1 0,-2 9 0,-4 2 0,-9 15 0,-8 14 0,-2 11 0,2 6 0,4 3 0,-4 3 0,6-2 0,6-4 0,5-6 0,4-4 0,12-11 0,7-8 0,15-7 0,12-26 0,8-3 0</inkml:trace>
  <inkml:trace contextRef="#ctx0" brushRef="#br0" timeOffset="34">25107 15319 8912,'-1'10'0,"-5"-5"0,-6-3 0,-3-2 0,-2 0 0,7-2 0,5-3 0,3-5 0,2-7 0,2-2 0,1-2 0,3-2 0,0-2 0,-6 2 0,6-4 0,-1-7 0,3-2 0,-2-4 0,-4-4 0,5-8 0,-1-1 0,0-5 0,-1-11 0,-5-11 0,0-11-284,0-7 1,0 46-1,0-1 284,0-4 0,0-1 0,0-2 0,0-2 0,1-6 0,-2-1 0,1-4 0,-1 0 0,-2-1 0,0-1 0,2 4 0,0 1 0,-2 0 0,0 1 0,1 0 0,0 2 0,-1 2 0,1 2 0,0 3 0,0 2 0,-4 0 0,0 1 0,3-2 0,1-1 0,-4-5 0,0-1 0,3 4 0,0-1 0,-2-2 0,-1-1 0,3 0 0,0 0 0,-1-1 0,-1 0 0,0-4 0,0-1 0,0-5 0,0-1 0,3-3 0,-1 0 0,-3-5 0,0 0 0,4-4 0,0 0-391,-1-1 1,1-1-1,1 2 1,2 0 390,1 0 0,1 3 0,1 11 0,2 3 0,2 6 0,1 2 0,0 3 0,-1 2-4,1 4 0,0 3 1,-4 1-1,-1 2 0,2-39 1,-4 6 3,-2 9 0,0 9 0,0 2 0,0 4 0,0-10 0,-6 4 0,0-10 0,1 3-121,5-3 0,0 3 121,0-8 0,0-1 0,0-3 0,0 2 0,0 2 0,0 7 0,0-1 0,0 15 342,0 13 1,0 11-343,0 18 1646,0 8-1646,0 1 28,0 8-28,0 0 0,0-8 159,0-3 0,0 1-159,0-1 0,0 5 0,0-5 0,-2 5 0,-4-6 0,4 9 0,-6-13 0,8 14 0,0-5 0,0 7 0,0 0 0,0-8 0,0 6 0,0-5 0,0 7 0,0 0 0,-7 0 0,5 0 0,-8-2 0,5-4 0,3 4 0,-8-6 0,4 8 0,-5 0 0,3 2 0,2 4 0,-1 4 0,1 7 0,-5 0 0,5 0 0,-6 0 0,7 2 0,1 2 0,2 2 0,-6 0 0,6-5 0,-3-1 0,3-6 0,2 1 0,7-9 0,3 3 0,7-12 0,0-5 0,1-4 0,-1-2 0,0-1 0,0-5 0,0 0 0,-5 1 0,-1 4 0,-7 1 0,2 0 0,-4 0 0,-2 0 0,0 7 0,0-5 0,-8 15 0,-3 0 0,-5 7 0,-1 13 0,0 1 0,0 1 0,0 7 0,-1-6 0,7 0 0,-1-6 0,7 4 0,-7-4 0,8 4 0,-1-9 0,3 3 0,9-7 0,5-8 0,9-16 0,2-12 0,6 1 0,-7-2 0,7 3 0,-6-3 0,-2 4 0,-2 0 0,-7 6 0,-1-4 0,-7 10 0,2 1 0,-4 7 0,-2-7 0,-2 8 0,-4-1 0,-5 3 0,-5 2 0,-1 9 0,0 9 0,-2 1 0,-4 9 0,4 1 0,-4 5 0,5-1 0,5-3 0,4-3 0,1-2 0,2-2 0,6-6 0,0-5 0,0-1 0,8-7 0,3 2 0,12-14 0,6-7 0,3-8 0,3-4 0,-1 4 0,1-6 0,-9 1 0,-1-7 0</inkml:trace>
  <inkml:trace contextRef="#ctx0" brushRef="#br0" timeOffset="35">8759 5003 8912,'-9'-17'0,"1"6"0,6 1 0,-2 0 0,-1 1 0,-9-1 0,5-3 0,-3 3 0,1 3 0,-3 3 0,5 0 0,-3 0 0,-1-1 0,-2-1 0,-3 6 0,1 0 0,0 0 0,0 0 0,0 0 0,-1 0 0,1 0 0,-6 0 0,0 0 0,-7 0 0,1 0 0,-11 0 0,-6 0 0,2 2 0,-2 3 0,6-1 0,-6 8 0,0-6 0,-6 3 0,3 1 0,3-1 0,-4-5 0,4 2 0,-2 1 0,3-1 0,-3 0 0,8-6 0,-6 6 0,6-1 0,-6 1 0,6-4 0,1 2 0,3 1 0,7 3 0,1-2 0,-5-2 0,-1 7 0,-5-5 0,11 5 0,-3-5 0,2 6 0,-1-7 0,7 7 0,0-7 0,6 7 0,0-8 0,7 3 0,2-7 0,8 0 0,0 2 0,0 4 0,0-2 0,0 7 0,0 1 0,-2 5 0,-3 0 0,1 0 0,-8 1 0,3 1 0,-3 4 0,-1-4 0,7 4 0,-5-4 0,5-2 0,-5 6 0,5 0 0,-6 5 0,7-3 0,1 2 0,2 4 0,-4-5 0,0 3 0,1 0 0,5 5 0,-2-2 0,-4-3 0,4 7 0,-4-7 0,4 7 0,2-7 0,-5-2 0,-1 1 0,2 1 0,2-2 0,2 5 0,0-3 0,-5-2 0,-1 1 0,0-5 0,6 6 0,0-6 0,0 5 0,-6-5 0,1 6 0,-1-2 0,6 1 0,0-5 0,0-4 0,0-1 0,0-1 0,0 0 0,0 0 0,0 0 0,0 1 0,0-1 0,0 0 0,0 0 0,0 0 0,6 1 0,-1 1 0,-1 4 0,0-4 0,2 4 0,-4-4 0,3-2 0,-3 0 0,-2 0 0,6-5 0,0-1 0,-1 1 0,-5 5 0,6-6 0,0 1 0,2-3 0,-3 3 0,-3-3 0,4-3 0,-4-4 0,6 6 0,-5-8 0,9 0 0,-6 5 0,5 1 0,2-2 0,-3 4 0,1-3 0,1 1 0,5-6 0,0 0 0,1 0 0,5 6 0,-1 0 0,3-1 0,-4-5 0,4 2 0,2 4 0,0-4 0,1 4 0,3-5 0,-8-1 0,8 6 0,-3 0 0,-1 0 0,2-6 0,-3 5 0,3 1 0,4 0 0,-5-6 0,12 0 0,4 0 0,2 0 0,0 0 0,0 0 0,6 0 0,-6 0 0,0 0 0,-3 0 0,3 0 0,-4 0 0,-7 0 0,-1 0 0,1 0 0,-3 0 0,-3 0 0,1 0 0,-7 0 0,8 6 0,-2-1 0,1 1 0,-1-6 0,3 2 0,-3 2 0,4 2 0,1-3 0,1-1 0,-1-2 0,0 0 0,1 0 0,-1 0 0,1 0 0,-1 0 0,0 0 0,-1 0 0,-4 0 0,3 0 0,-3 0 0,1 0 0,-1 0 0,4 0 0,-5 0 0,12 0 0,6 0 0,2 0 0,-2 0 0,4 6 0,-4 0 0,9-1 0,2-5 0,-1 6 0,-8 0 0,-4-2 0,-2-2 0,4-2 0,-6 0 0,-6 5 0,-5 1 0,0 0 0,5-6 0,-2 0 0,-3 0 0,4 0 0,-5 0 0,5-2 0,1-4 0,1 4 0,-1-3 0,0 1 0,1-2 0,-3 4 0,-3-4 0,2 4 0,-8 2 0,5-1 0,-5-5 0,2 4 0,-2-4 0,-2 4 0,8 2 0,-6 0 0,3 0 0,1 0 0,0 0 0,7-5 0,7-1 0,1 0 0,-2 6 0,4-6 0,7 1 0,1-1 0,0 6 0,-1-6 0,1 0 0,-8-1 0,-4 1 0,2 4 0,0-6 0,0 3 0,0-1 0,0-2 0,-1 3 0,1 3 0,3-4 0,3-2 0,-8 3 0,1-3 0,-7 2 0,0 2 0,1-7 0,-8 7 0,-4-2 0,-4-1 0,-2-1 0,0-1 0,-2 3 0,-3-6 0,-3 7 0,-3-7 0,-4 1 0,11-6 0,-7-1 0,2 1 0,-2 0 0,-3 0 0,9 0 0,1-1 0,3 1 0,-5-2 0,1-4 0,-1 2 0,6-7 0,2 5 0,4-6 0,-4-2 0,4-9 0,2 2 0,-2-8 0,0 8 0,-6-2 0,0-4 0,1-2 0,-7-2 0,1 2 0,-7-1 0,7 7 0,-8-1 0,1 7 0,-3 2 0,-2 3 0,0-4 0,0 5 0,0-5 0,0-1 0,0 0 0,0-1 0,0 7 0,0-1 0,-2 0 0,-3-5 0,3 1 0,-4 5 0,2 1 0,-2 4 0,5 2 0,-5-8 0,-2 8 0,1-2 0,-3 4 0,-3 2 0,-3 0 0,-1 0 0,0 0 0,0-1 0,-2 1 0,-4 0 0,2-2 0,-8-4 0,0 4 0,-5-4 0,-1 4 0,1 2 0,-2-1 0,-5 1 0,3 0 0,-8 0 0,-1 0 0,-3-1 0,4 1 0,0 0 0,2 0 0,-2 0 0,2 0 0,4-1 0,4 7 0,-4-1 0,1 1 0,-1-6 0,4 5 0,-6 3 0,0-1 0,-4 1 0,-10 3 0,-1-6 0,-16 9 0,-1-3 0,-10 4-209,-8 2 0,12 0 209,-1 0 0,16 0 0,8 0 0,3 0 0,3 0 0,7 0 0,4 0 0,-4 0 0,-2 0 0,-4 0 0,-2 0 0,1 0 0,-1 0 0,0 2 0,-1 2 0,-6 3 0,-10 3 0,-4 1 0,-13 7 0,38-10 0,-1 1-92,-8 0 0,-1-1 0,2-2 0,-1-1 92,-1 1 0,1 0 0,-38 3 0,9 3 0,15 1 0,21-5 0,4 0 0,6-1 0,12-1 0,5-6 0,3 0 0,3 0 0,0 0 0,0 0 0,7 8 0,5 3 0,3 10 786,2 2-786,-8 0 0,6-6 0,-6 0 0</inkml:trace>
  <inkml:trace contextRef="#ctx0" brushRef="#br0" timeOffset="36">12132 4487 8912,'-8'23'0,"-1"0"0,-3-2 0,3-2 0,-1-1 0,3-1 0,-1 0 0,2-7 0,6-3 0,-2-13 0,-3 1 0,1-1 0,-8 6 0,3-2 0,-3-4 0,-3 4 0,4-3 0,-5 3 0,5 2 0,1-2 0,3-4 0,1 4 0,8-5 0,3 7 0,7-8 0,11-4 0,13-10 0,16-7 0,9-6 0,14-5 0,-3-4 0,9-7 0,-7-1 0,5 1 0,-3-1 0,-3 1 0,-18 7 0,-9 3 0,-8 13 0,-19 3 0,-3 15 0,-18 5 0,-4 10 0,-5 7 0,-5 3 0,-1 2 0,0 1 0,0-1 0,-8 0 0,-2 0 0</inkml:trace>
  <inkml:trace contextRef="#ctx0" brushRef="#br0" timeOffset="37">12528 4711 8912,'-17'0'0,"-1"0"0,1 0 0,6 0 0,-1 0 0,9-8 0,-3-3 0,6-4 0,7-3 0,11-1 0,8-4 0,15-5 0,4-12 0,13 3 0,5-3 0,13-2-834,10 2 834,0 0 0,-35 19 0,0 0 0,-3-1 0,-1 0 0</inkml:trace>
  <inkml:trace contextRef="#ctx0" brushRef="#br0" timeOffset="38">14490 2974 8912,'-10'-7'0,"2"3"0,8-8 0,0-1 0,0 4 0,0-3 0,0-1 0,6-3 0,0-1 0,0 0 0,1 0 0,-5 0 0,4-1 0,-4 1 0,-2 0 0,0 0 0,-2 0 0,-4 0 0,-3 5 0,-9 1 0,-6 7 0,-5-2 0,-4 4 0,-1 2 0,-6 8 0,0 3 0,0 5 0,5 1 0,3 6 0,3 1 0,6 3 0,4 4 0,7 1 0,1 3 0,7 1 0,-2 4 0,4 8 0,2 7 0,8 1 0,4 7 0,1-6 0,-2 6 0,5-2 0,-5 2 0,-1-6 0,1-11 0,-7 2 0,2-8 0,-4 0 0,-2-5 0,0-7 0,0 1 0,0-8 0,0 4 0,0-8 0,0-7 0,0-5 0,0-12 0,0-10 0,0-8 0,0-17 0,0-2 0</inkml:trace>
  <inkml:trace contextRef="#ctx0" brushRef="#br0" timeOffset="39">13939 3542 8912,'-17'0'0,"0"0"0,7-8 0,2 4 0,8-7 0,4 5 0,8-5 0,13-5 0,11-5 0,17 0 0,14-7 0,8-1 0,3 2 0,-3-3 0,5 7 0,-9-6 0,-2 8 0,-12 4 0,-9 4 0,-14 9 0,-11-2 0,-11 8 0,-6 7 0,-6 11 0,-6 4 0,-4 5 0,-15-2 0,-1-2 0</inkml:trace>
  <inkml:trace contextRef="#ctx0" brushRef="#br0" timeOffset="40">11237 5828 8912,'2'16'0,"2"-3"0,2-1 0,-1-9 0,-3 5 0,4-8 0,-2-2 0,7-4 0,-7-3 0,10-3 0,-9 1 0,1 7 0,-4-9 0,4 7 0,-4-7 0,7 9 0,-3-8 0,-4 9 0,6-5 0,-8 6 0,0-4 0,0 4 0,0-5 0,-8-1 0,4 6 0,-7-4 0,1 3 0,-1-3 0,-5 4 0,5-4 0,-5 4 0,-1 2 0,0 0 0,0 0 0,0 0 0,-1 6 0,1 0 0,0 7 0,0-1 0,-6 3 0,0 2 0,0 2 0,6 4 0,0-2 0,-1 8 0,1 1 0,0 3 0,2 3 0,3 4 0,-1-3 0,7 3 0,0-4 0,6-2 0,-2 3 0,-3 3 0,3-10 0,-4 5 0,6-5 0,6-3 0,-4 4 0,3-8 0,3 1 0,-2-1 0,1-4 0,-1 4 0,-2-4 0,7-1 0,-1-1 0,3 0 0,-1-2 0,1-3 0,3-3 0,1-3 0,2-4 0,4 4 0,-4-4 0,4-2 0,4 0 0,1 0 0,-1-2 0,2-4 0,-6 2 0,5-7 0,1-1 0,-2 3 0,0-5 0,-4 9 0,-4-9 0,4 3 0,-4 1 0,-2-1 0,0-3 0,0-1 0,1-2 0,-1 0 0,0-2 0,0-4 0,0 3 0,1-2 0,-7-3 0,1 2 0,-7-8 0,7 3 0,-8 1 0,1-2 0,-3-1 0,-2-10 0,0 3 0,0-3 0,-2 4 0,-3 1 0,3 1 0,-4 0 0,-2 1 0,3 5 0,-7 1 0,6 4 0,-7 4 0,3-6 0,-7 8 0,2 5 0,2 3 0,1-1 0,-1 1 0,-3 5 0,-1-6 0,0 4 0,6 5 0,-1-5 0,6 4 0,-5 2 0,-3 0 0,7 0 0,-1 2 0,8 4 0,0-5 0,0 15 0,0-12 0,0 7 0,2-5 0,4 3 0,5-1 0,5-2 0,1-6 0</inkml:trace>
  <inkml:trace contextRef="#ctx0" brushRef="#br0" timeOffset="41">11891 6155 8912,'12'0'0,"-1"0"0,3 0 0,1 0 0,2 0 0,0 0 0,0 0 0,1 0 0,1 0 0,2 0 0,2 0 0,7 0 0,1-2 0,5-3 0,4-7 0,8-9 0,-2-2 0,6-7 0,3 1 0,3-6 0,-3-5 0,0 4 0,3-4 0,3-4 0,8 0 0,-2-2 0,-4 0 0,4 2 0,-4-1 0,-2-5-131,2 4 1,-13 2 130,2-2 0,-12 6 0,0-6 0,4-1 0,2-9 0,5-1 0,7 1 0,1 1 0,4-2 0,6-1-349,0-10 0,-6 1 349,-28 27 0,-1 0 0,-4 0 0,-1-1 0,3-1 0,-1-2 0,-3 1 0,-1 0 0,2 0 0,0 0 0,22-27 0,-5 9 0,-7 11 0,-9 10 0,-11 9 0,-7 3 0,-8 12 0,1-1 0,-3 11 243,-2-9-243,0 13 716,0-5-716,0 7 0,0 0 0,0-8 0,0 6 0,8-11 0,3 7 0,3-7 0,-3 1 0,12-11 0,-4-4 0</inkml:trace>
  <inkml:trace contextRef="#ctx0" brushRef="#br0" timeOffset="42">14352 3989 8912,'-17'9'0,"5"-1"0,1-8 0,-3 0 0,7-2 0,1-4 0,6 3 0,6-9 0,7-1 0,8-3 0,6-1 0,7 0 0,1 0 0,-1 0 0,1 5 0,-1 1 0,-1-1 0,-5 3 0,3 1 0,-8 8 0,0 0 0,-8 2 0,-2 4 0,-1 5 0,-8 4 0,2 3 0,-5 5 0,-1-1 0,-5 7 0,-1-6 0,-2 0 0,3-6 0,3 0 0,-4 1 0,4-1 0,10-8 0,3-3 0,4-12 0,3-3 0</inkml:trace>
  <inkml:trace contextRef="#ctx0" brushRef="#br0" timeOffset="43">15058 3439 8912,'0'-18'0,"-6"7"0,0 0 0,0 5 0,6-6 0,0 10 0,0 2 0,2 10 0,4 13 0,-4 9 0,6 12 0,-3 4 0,1 6 0,0 10 0,-6 5-546,0 8 1,0 9 0,0 0 0</inkml:trace>
  <inkml:trace contextRef="#ctx0" brushRef="#br0" timeOffset="44">17880 1496 8912,'-17'-10'0,"5"-3"0,1 7 0,5 10 0,-4 11 0,3 8 0,3 4 0,2 7 0,2 8 0,0 0 0,0 0 0,0 6 0,0-2 0,0-2 0,2 0 0,2 0 0,1 0 0,1-6 0,-6 2 0,0-11 0,0-6 0,8-12 0,-4-19 0,5-16 0,1-13 0,-1-9 0,1-5 0,1-6 0,5-3 0,-5-3 0,-1-2 0,1 8 0,1-6 0,5 6 0,0 7 0,0 10 0,2 11 0,2 6 0,2 6 0,-2 6 0,4 11 0,-2 11 0,6 14 0,-4 7 0,0 7 0,-1-1 0,5 4 0,-6-2 0,2 6 0,-2-6 0,-4 0 0,4-5 0,-4-1 0,-2 0 0,-1 1 0,-5-1 0,4-1 0,-3-5 0,-5-3 0,9-15 0,-7-3 0</inkml:trace>
  <inkml:trace contextRef="#ctx0" brushRef="#br0" timeOffset="45">18689 1513 8912,'13'0'0,"4"0"0,4-8 0,17-3 0,6-6 0,8-6 0,11 4 0,-2-4 0,1 6 0,-5 5 0,-11-3 0,-4 5 0</inkml:trace>
  <inkml:trace contextRef="#ctx0" brushRef="#br0" timeOffset="46">19050 1977 8912,'-17'10'0,"0"-5"0,-1-3 0,1-2 0,10-2 0,7-3 0,7-12 0,12-10 0,4-4 0,6-3 0,3 3 0,3-9 0,1 4 0,4 2 0,-5 5 0,-1 0 0,-1 8 0,-10-2 0,0-3 0,-6-1 0</inkml:trace>
  <inkml:trace contextRef="#ctx0" brushRef="#br0" timeOffset="47">19601 1324 8912,'0'-29'0,"0"2"0,0 1 0,0-1 0,0 6 0,0-2 0,2-2 0,3 2 0,9 0 0,7-1 0,4 4 0,3-3 0,5 10 0,-5 2 0,-1 7 0,2-2 0,-2 6 0,1 6 0,-3 3 0,-8 9 0,-5 1 0,-3 2 0,-1 4 0,-4 1 0,-2 5 0,-4 7 0,-4 2 0,-5-2 0,-10-1 0,-2-3 0,2 0 0,2 1 0,3-7 0,5 1 0,-4-8 0,3 2 0,4-11 0,1-5 0,20-14 0,4-5 0,12-3 0,0-2 0,3-1 0,3 1 0,7 8 0,4 3 0,3 4 0,1 2 0,-4 2 0,-6 4 0,-6 11 0,-5 12 0,-4 3 0,-8 2 0,-9 7 0,-8-1 0,-12 7 0,-16-1 0,-3 4 0,-15 1 0,0-1 0,-5-4 0,5-4 0,2-10 0,2-3 0,4-6 0,3-6 0,6-5 0,5-5 0,6-7 0,1 0 0,8-7 0,1-10 0,8-10 0</inkml:trace>
  <inkml:trace contextRef="#ctx0" brushRef="#br0" timeOffset="48">18826 3181 8912,'10'-2'0,"-4"-4"0,-5 4 0,-2-11 0,-5 7 0,4-2 0,-4 3 0,-1 1 0,1-8 0,-6 7 0,7-7 0,-1 6 0,6-5 0,0 7 0,9-9 0,7 7 0,7 2 0,3 2 0,9 4 0,5 4 0,6-2 0,-6 7 0,0 3 0,-5 9 0,-3 1 0,-3 7 0,-6 0 0,-4 5 0,-10 0 0,-3 10 0,-8-6 0,-9 6 0,-1-8 0,-13 2 0,3-5 0,-1-7 0,-6 3 0,6-8 0,-6-6 0,6-6 0,-5-7 0,5 2 0,2-4 0,2-2 0,1-15 0,1-4 0</inkml:trace>
  <inkml:trace contextRef="#ctx0" brushRef="#br0" timeOffset="49">19463 3009 8912,'-8'-12'0,"-3"1"0,-1 7 0,-5-2 0,2 4 0,-14 2 0,6 10 0,-5 5 0,-1 10 0,2 8 0,-3 3 0,7 10 0,2 3 0,9-3 0,-1 8 0,7-3 0,2 9 0,10-15 0,3 1 0,9-11 0,1-9 0,4-3 0,4-6 0,7-5 0,2-4 0,2-8 0,5 0 0,1 0 0,0-8 0,1-4 0,5-10 0,-6-5 0</inkml:trace>
  <inkml:trace contextRef="#ctx0" brushRef="#br0" timeOffset="50">19910 3387 8912,'0'-10'0,"0"3"0,0 9 0,0 3 0,2 11 0,4 7 0,-4 2 0,4-3 0,-2-1 0,-1 6 0,3 0 0,-2 0 0,6-6 0,1 2 0,-1 0 0,1-6 0,-7 4 0,11-12 0,-5 9 0</inkml:trace>
  <inkml:trace contextRef="#ctx0" brushRef="#br0" timeOffset="51">20031 2957 8912,'-2'12'0,"-4"-3"0,-3 1 0,-1-1 0,-5 3 0,3 5 0,-1 0 0,2 0 0,-3 1 0,8-1 0,3 0 0,1 0 0,4-2 0,3-3 0,5 1 0,7-7 0,8-2 0,4-10 0,-5 2 0,-1-7 0,-5-4 0,-7-6 0,-3 1 0,-8-3 0,0 4 0,-2 4 0,-4 4 0,-9 3 0,-8 8 0,0 0 0,-2 0 0,6 2 0,-4 4 0,4 9 0,2 8 0,-1 7 0,1-3 0</inkml:trace>
  <inkml:trace contextRef="#ctx0" brushRef="#br0" timeOffset="52">19928 3198 8912,'11'-6'0,"1"-1"0,-1-3 0,-1-3 0,-3-3 0,-7-1 0,0 0 0,0 0 0,0 0 0,0 5 0,0 1 0,0 5 0,0-6 0,0 9 0,0-5 0,0 18 0,0 7 0,0 8 0,0 9 0,0 2 0,0 4 0,0 4 0,0 8 0,0-1 0,0 1 0,0-2 0,0-4 0,6 3 0,0-7 0,-2-2 0,-3-5 0,-1-7 0,0 1 0,0-4 0,0-16 0,0-3 0,0-12 0,0-5 0,0-10 0,0-2 0,-5-8 0,-1 3 0,-2-5 0,5-1 0,-3-2 0,2-4 0,-4-2 0,3-6 0,1 4 0,2 2 0,-4-2 0,0 9 0,1-1 0,5 13 0,0 2 0,0 10 0,0 3 0,0 29 0,0 8 0,0 5 0,0 8 0,0-2 0,0 0 0,0-5 0,5-1 0,1 1 0,0-1 0,-6-2 0,2-3 0,4-6 0,-5-4 0,5-2 0,-4 1 0,0-9 0,4-3 0,-4-4 0,5-2 0,-7-2 0,0-4 0,0-5 0,0-5 0,0-7 0,0 1 0,-5-9 0,-1 2 0,0-3 0,6-3 0,0 1 0,8-8 0,1-2 0</inkml:trace>
  <inkml:trace contextRef="#ctx0" brushRef="#br0" timeOffset="53">20909 3043 8912,'-2'12'0,"-4"-3"0,-6-1 0,-3-4 0,-2-2 0,7-2 0,5 0 0,12-2 0,10-4 0,10 2 0,13-5 0,6-1 0,4 0 0,2-1 0,-3-4 0,-3 1 0,-6 3 0,-3 7 0,-3-2 0,-1 4 0,-5 2 0,-9-5 0,-7-1 0,-8 0 0,3 6 0,-7 8 0,0 1 0</inkml:trace>
  <inkml:trace contextRef="#ctx0" brushRef="#br0" timeOffset="54">21046 3370 8912,'-7'17'0,"-3"0"0,-1-1 0,-1-5 0,8-3 0,-3-8 0,16 0 0,8 0 0,10-2 0,6-4 0,3-9 0,4-8 0,2 0 0,4 6 0,2-6 0,-8 0 0,-2 4 0,-1 5 0,-5 1 0,-3 7 0,-4-5 0,-8 5 0,-8 2 0,-3 10 0,-4-2 0,-2 7 0,-8 1 0,-1 5 0,-1-8 0,-5-1 0,13-8 0,-6 0 0</inkml:trace>
  <inkml:trace contextRef="#ctx0" brushRef="#br0" timeOffset="55">22302 2717 8912,'0'-18'0,"-7"-1"0,-3-2 0,-1-2 0,-1 2 0,8 10 0,-1 3 0,10 8 0,7 0 0,9 0 0,4 0 0,4 0 0,7 0 0,-2 0 0,6 0 0,-3 0 0,-3 0 0,1 6 0,-3 3 0,-1 5 0,-3 5 0,-7 10 0,2-1 0,-11 7 0,-6 5 0,-5 6 0,-1 3 0,-7-3 0,-5 0 0,-9 0 0,-2 5 0,-7-5 0,3-2 0,-2-2 0,1-4 0,5-1 0,-6-3 0,8-7 0,-2-4 0,-2-6 0,2-6 0,2-5 0,2-4 0,2-2 0,5-8 0,1-3 0,7-12 0,-2-6 0,-1-3 0,1-2 0,0-7 0,6-1 0,0 0 0,0 0 0,0 4 0,0 9 0,6 5 0,0 6 0,1 9 0,-1 3 0,4 4 0,7 2 0,8 8 0,3 5 0,7 8 0,5 8 0,-2 1 0,8-1 0,-2 4 0,2-5 0,4-1 0,-4 2 0,7-8 0,-1 2 0,3-10 0,-11-3 0,-2-3 0,-7-3 0,-9-2 0,-8-2 0</inkml:trace>
  <inkml:trace contextRef="#ctx0" brushRef="#br0" timeOffset="56">18998 4642 8912,'-17'0'0,"0"-2"0,0-3 0,5 1 0,3-8 0,1-1 0,4-2 0,2-3 0,4 3 0,4 4 0,5-3 0,10 7 0,4-1 0,2 0 0,-4-3 0,6 5 0,-1 2 0,-1 2 0,6 2 0,-5 0 0,3 2 0,-2 6 0,-6 7 0,-4 6 0,-4 12 0,-4 1 0,-3 2 0,-8 10 0,-2-2 0,-4 2 0,-3 4 0,-8-6 0,0 0 0,-1-4 0,1-6 0,0-5 0,0-2 0,-1-5 0,1-10 0,0 3 0,0-15 0,0 0 0</inkml:trace>
  <inkml:trace contextRef="#ctx0" brushRef="#br0" timeOffset="57">19601 4436 8912,'-25'0'0,"0"0"0,-4 0 0,-3 0 0,1 2 0,-5 5 0,-4 11 0,-2 8 0,1 14 0,13 4 0,-1 8 0,10 1 0,8 5 0,3-7 0,8 1 0,8-2 0,3-10 0,6-6 0,6-5 0,-2-10 0,8 0 0,1-8 0,3-3 0,1-2 0,1-6 0,5-2 0,0-4 0,0-3 0,-5-9 0,7-6 0,2-3 0</inkml:trace>
  <inkml:trace contextRef="#ctx0" brushRef="#br0" timeOffset="58">19996 4745 8912,'-9'0'0,"-6"0"0,13 0 0,-6 0 0,10 0 0,4 0 0,7 0 0,8 0 0,12 0 0,7 0 0,6 0 0,-6 0 0,-2 2 0,-2 4 0,-3 4 0,-4 7 0,-6 2 0,-12 4 0,-3 3 0,-8 9 0,-16 7 0,-7 2 0,-7 2 0,-5 0 0,-5-3 0,0 3 0,-6-4 0,6-7 0,6-3 0,5-1 0,-2-3 0,7-7 0,6-5 0,13-16 0,3-8 0,2-9 0,0-8 0,0-4 0,0-1 0,0 1 0,2-3 0,3 3 0,-1 2 0,8-1 0,-3 7 0,3-2 0,3 6 0,-2 3 0,6 5 0,4 1 0,8 2 0,-2 6 0,-3 0 0,3 0 0,0 8 0,5 3 0,3 10 0,1 2 0,2-2 0,-2-2 0,-7-1 0,-3-1 0,1 0 0,6 0 0,-9-5 0,-3-1 0,-4-7 0,-1 2 0,-1-4 0,0-2 0,0 0 0,0 0 0</inkml:trace>
  <inkml:trace contextRef="#ctx0" brushRef="#br0" timeOffset="59">21063 4694 8912,'-26'0'0,"1"0"0,8 0 0,5-6 0,1 0 0,7 1 0,-2 5 0,14 1 0,9 3 0,10 2 0,7 0 0,6-6 0,-1 0 0,6 0 0,-4 0 0,3 0 0,-2-2 0,-4-4 0,-2 2 0,-1-7 0,-9 5 0,-3-5 0,-5 5 0,-7-6 0,4 1 0,-5-6 0</inkml:trace>
  <inkml:trace contextRef="#ctx0" brushRef="#br0" timeOffset="60">21149 5055 8912,'-21'17'0,"2"0"0,4 0 0,9-7 0,8-2 0,17-10 0,14-4 0,11-6 0,11-10 0,3-7 0,1-4 0,-2-1 0,-3 0 0,3-1 0,4-7 0,1-2 0</inkml:trace>
  <inkml:trace contextRef="#ctx0" brushRef="#br0" timeOffset="61">22681 4092 8912,'-23'0'0,"2"0"0,2-2 0,6-4 0,3 3 0,12-9 0,4-1 0,5 3 0,12-1 0,4-3 0,0-1 0,5 0 0,-5 1 0,2 5 0,-1 1 0,-7 2 0,2 6 0,-4 0 0,-1 0 0,-1 2 0,-2 6 0,-3 7 0,-7 6 0,-3 10 0,-2-3 0,-13 5 0,-4 1 0,-4 1 0,1-1 0,-1-1 0,-2-5 0,0 3 0,6-8 0,6 0 0,-1-6 0,9-6 0,-3 1 0,6-8 0,6 1 0,3-3 0,8-2 0,8 0 0,4 0 0,3 0 0,3 0 0,-1 0 0,1 0 0,-3 0 0,-3 0 0,-1 2 0,-10 4 0,1 3 0,-13 11 0,-3 2 0,-1 7 0,-17 4 0,-8 1 0,-15 8 0,-8 4 0,-11 4 0,-7 1 0,-4 1 0,-7-1 0,-1-1 0,-7-4 0,9-8 0,9-7 0,11-9 0,26-10 0,10-6 0,13-12 0,-5-11 0,0-10 0</inkml:trace>
  <inkml:trace contextRef="#ctx0" brushRef="#br0" timeOffset="62">21476 15646 8912,'-11'0'0,"-1"0"0,9 0 0,-5-2 0,8-4 0,8 2 0,3-5 0,4 1 0,3 2 0,-1 4 0,0-1 0,0-3 0,0 0 0,-1 8 0,-5 4 0,-3 3 0,-8 9 0,0 1 0,0 2 0,-2 4 0,-4 1 0,-3 1 0,-9 2 0,3 1 0,4-7 0,-3 6 0,9-6 0,-3 0 0,2-6 0,4-6 0,-3 1 0,10-8 0,7 1 0,3-3 0,2-2 0,2 0 0,4 0 0,-2-2 0,8-3 0,-2 3 0,1-4 0,3 4 0,-8 4 0,-2 4 0,-2 5 0,-2 1 0,1 5 0,-9-4 0,-3 12 0,-6 0 0,-6 3 0,-5 5 0,-12 1 0,-4 1 0,-7-1 0,-1 1 0,1-1 0,-1 0 0,1 1 0,-8-1 0,5-7 0,-5-2 0</inkml:trace>
  <inkml:trace contextRef="#ctx0" brushRef="#br0" timeOffset="63">21803 5863 8912,'-15'2'0,"2"2"0,1 1 0,-1-1 0,-2-2 0,-1-4 0,5-4 0,-3 3 0,7-7 0,-1 0 0,0 1 0,3-3 0,5-5 0,0 0 0,7 2 0,5 1 0,3 3 0,2-2 0,8-1 0,2 1 0,2 3 0,-1 3 0,1-1 0,5 2 0,1 4 0,-1-3 0,-5 3 0,0 4 0,-1 3 0,-1 7 0,-2 3 0,-8 2 0,-2 1 0,-3-1 0,-3 6 0,-5 1 0,2 3 0,-2 4 0,-10-4 0,-5 1 0,-5-5 0,-1 6 0,-2-3 0,-2 5 0,-2-4 0,2-2 0,2-4 0,2-10 0,-1-3 0,1-8 0,8-8 0,1-1 0</inkml:trace>
  <inkml:trace contextRef="#ctx0" brushRef="#br0" timeOffset="64">22148 5674 8912,'-18'0'0,"7"2"0,-1 3 0,1-1 0,-6 8 0,0 5 0,-1 8 0,3 1 0,4 5 0,-3 1 0,8 3 0,1-1 0,5 1 0,0-1 0,0 0 0,7-7 0,5-4 0,5-4 0,6-2 0,2-7 0,3-4 0,5-4 0,-4-2 0,3-8 0,3-9 0,-1-10 0</inkml:trace>
  <inkml:trace contextRef="#ctx0" brushRef="#br0" timeOffset="65">22423 5846 8912,'-8'17'0,"4"0"0,-7 0 0,-1-7 0,3-3 0,3-14 0,12-5 0,9 3 0,8-3 0,10 1 0,1-6 0,1 1 0,5 5 0,-4-4 0,-2 3 0,1 5 0,-3-1 0,-3 2 0,-6 0 0,-4 1 0,-9 7 0,-5 3 0,-3 5 0,-2 7 0,-7 0 0,-5 0 0,-3 6 0,-2 0 0,-1 0 0,1-6 0,2 1 0,3-1 0,7 0 0,3 0 0,2 0 0,2-1 0,3-5 0,7-3 0,11-8 0,2 0 0,3 0 0,3 0 0,-8 0 0,6 0 0,-6 0 0,0 6 0,-8 1 0,-2 3 0,-1 3 0,-8 2 0,1 3 0,-5 1 0,-5 4 0,-11-2 0,-7 7 0,-2-1 0,2 2 0,4-3 0,-4-3 0,4-4 0,2 4 0,2-9 0,3-3 0,-3-7 0,13-10 0,-4-11 0,20-19 0,5-1 0</inkml:trace>
  <inkml:trace contextRef="#ctx0" brushRef="#br0" timeOffset="66">23421 5519 8912,'-23'0'0,"0"0"0,2-2 0,2-4 0,9 4 0,5-5 0,10 7 0,15 0 0,12-2 0,8-4 0,4-5 0,2-3 0,6 1 0,-1 1 0,1-1 0,-2 4 0,-4-3 0,-10 8 0,-9-1 0,-3 3 0,-2 2 0,-11 2 0,-5 3 0,-20 5 0,-5 15 0,-15 1 0</inkml:trace>
  <inkml:trace contextRef="#ctx0" brushRef="#br0" timeOffset="67">23473 5863 8912,'-27'27'0,"8"-4"0,7-12 0,10-3 0,2-8 0,8 0 0,9 0 0,10-14 0,7-3 0,3-10 0,9 4 0,-6-5 0,6 5 0,-6-2 0,6 2 0,-10 10 0,0-5 0,-7 5 0,-4 4 0,-2-1 0,-6 4 0,-7 4 0,-3-5 0</inkml:trace>
  <inkml:trace contextRef="#ctx0" brushRef="#br0" timeOffset="68">24987 5416 8912,'-17'0'0,"5"-2"0,1-2 0,-3-4 0,-1 1 0,-2-1 0,5-3 0,1 5 0,0 0 0,1 8 0,4 4 0,4 5 0,2 5 0,0 1 0,0 2 0,0 4 0,0 2 0,0 3 0,0 11 0,0-5 0,0 4 0,0-5 0,2-3 0,4-1 0,-4-2 0,4 1 0,3-5 0,3-11 0,5-7 0,6-3 0,-2-4 0,8-3 0,-7-5 0,7-7 0,0-2 0,5-4 0,6 4 0,1-4 0,-1 6 0,-6 5 0,1 6 0,-1 5 0,-2 1 0,-3 0 0,-6 3 0,-11 9 0,-5 1 0,-7 16 0,0 0 0,0 5 0,-9 0 0,-9 1 0,-6 1 0,-3 4 0,-6-6 0,5 1 0,1-3 0,-2-9 0,8-6 0,-4-7 0,2-2 0,0-5 0,-7-8 0,3-12 0,-7-10 0</inkml:trace>
  <inkml:trace contextRef="#ctx0" brushRef="#br0" timeOffset="69">24746 5381 8912,'0'-17'0,"2"0"0,4 0 0,-1 5 0,13 1 0,3-1 0,13-5 0,18-8 0,13-7 0,21-10 0,-34 17 0,3-2 0,8-7 0,4 0 0,10 0 0,1-1 0,-4-4 0,-1 0-246,3 1 1,-3 1-1,-13 6 1,-3 3 245,-7 5 0,-3 0 0,28-23 0,-16 2 0</inkml:trace>
  <inkml:trace contextRef="#ctx0" brushRef="#br0" timeOffset="70">8122 5914 8912,'0'-17'0,"0"0"0,0 0 0,0 0 0,0 5 0,0 1 0,0-3 0,0 5 0,0-3 0,2 7 0,4-7 0,-4 8 0,6-5 0,-8 3 0,0 4 0,-2-5 0,-4 7 0,-4 0 0,-7 0 0,6 0 0,-1 0 0,1 0 0,-6 0 0,-1 0 0,1 0 0,0 0 0,0 0 0,0 1 0,-1 5 0,1-2 0,0 7 0,0-5 0,0 6 0,-1-1 0,1 6 0,0 0 0,0 1 0,-6-1 0,0 0 0,0 2 0,6 4 0,-1-2 0,1 8 0,0-6 0,0 3 0,0 1 0,-1 0 0,3-6 0,4 2 0,-3-2 0,9 0 0,1 2 0,2-2 0,-4-2 0,0-2 0,1 0 0,5 0 0,2-1 0,3-5 0,-1 8 0,8-7 0,-7 7 0,7-8 0,-1 5 0,6 1 0,1 0 0,-1 0 0,0-1 0,0-3 0,0-2 0,1 3 0,-1 1 0,0 2 0,2-5 0,4-1 0,-4-1 0,6 3 0,-2-3 0,0-3 0,6-1 0,-6-6 0,2 0 0,-3 0 0,-2 0 0,3 0 0,-4 0 0,-2 0 0,0 0 0,0 0 0,0-2 0,1-4 0,-1 3 0,0-9 0,0-1 0,1-3 0,-1-1 0,6 4 0,0-2 0,0-5 0,1 1 0,-4 2 0,3 6 0,-6-5 0,-6 5 0,4-4 0,-3-3 0,-2 1 0,1 0 0,-7 0 0,2 0 0,-3-1 0,3 1 0,-4-2 0,4-2 0,-4-4 0,-2-1 0,0-3 0,0-5 0,-6-1 0,0 1 0,0-1 0,6 1 0,-5 5 0,-1 1 0,-5 1 0,5-2 0,-8 4 0,5 10 0,-6 2 0,1 3 0,3 3 0,-7 1 0,-4 6 0,-3 0 0,2 0 0,-2 0 0,-4 0 0,2 6 0,4-1 0,4 7 0,-4-6 0,12 7 0,-4-4 0,13 9 0,-4-1 0,6 0 0,6 0 0,3-1 0,8-5 0,1 12 0,-1-4 0</inkml:trace>
  <inkml:trace contextRef="#ctx0" brushRef="#br0" timeOffset="71">10446 9491 8912,'0'11'0,"0"1"0,0-9 0,0 5 0,0-8 0,7 0 0,-5-8 0,4-3 0,-2-2 0,0-1 0,1 3 0,1 5 0,-6-6 0,0 7 0,0-7 0,0 8 0,0-3 0,-2 1 0,-4 0 0,-5 3 0,-4 1 0,-3 2 0,1 0 0,0 0 0,-2 0 0,-4 0 0,4 0 0,-4 0 0,-4 0 0,-2 0 0,-1 0 0,1 0 0,-3 2 0,3 3 0,-4-3 0,-3 6 0,-2-2 0,-2-1 0,0 9 0,5-3 0,3-1 0,3 1 0,-2-1 0,8 1 0,-5 4 0,5-3 0,0-3 0,6 3 0,-1 1 0,1 3 0,0 1 0,0 0 0,0 0 0,-1 0 0,7 1 0,-1-1 0,3 0 0,-3 0 0,-3 6 0,4 0 0,1 6 0,-1-6 0,-1-1 0,3 3 0,-7-4 0,5 8 0,1-8 0,-1 2 0,5-4 0,-5-2 0,7 6 0,-2 0 0,-2 0 0,3-6 0,1 0 0,2 1 0,-4-1 0,0 0 0,1 6 0,5 0 0,-2 2 0,-4-2 0,4 1 0,-4 5 0,5-4 0,1 0 0,0-4 0,0 7 0,0-1 0,0 2 0,1-4 0,5-8 0,-2 6 0,7 0 0,-7 0 0,2-6 0,4-2 0,-1-2 0,3-1 0,-1 1 0,-5 1 0,5-3 0,-1 4 0,1-3 0,5-3 0,-5 3 0,4-1 0,3-1 0,-1 5 0,0-3 0,0-3 0,0 3 0,1-7 0,-1 7 0,6-6 0,2 3 0,0 1 0,-1-1 0,5-3 0,-6 5 0,8-5 0,-3 6 0,5-7 0,1 7 0,1-8 0,-1 1 0,-1-3 0,-5-2 0,5 2 0,-5 4 0,-1-4 0,0 4 0,0-5 0,-1-1 0,-3 0 0,6 0 0,-8 0 0,2 0 0,2-5 0,-2-1 0,2-2 0,-2 3 0,-2-3 0,5-5 0,1 1 0,0-1 0,-4 3 0,6-1 0,-1-1 0,7-5 0,-7 6 0,1-1 0,-6 1 0,6-6 0,-8-1 0,2 1 0,-4 2 0,-2 3 0,0-3 0,0 4 0,-5-3 0,-3 1 0,-1 1 0,-4-1 0,4-2 0,-3-2 0,3-1 0,-2 1 0,-4 0 0,3 0 0,3-2 0,-2-2 0,0-2 0,1 2 0,-5-4 0,4 2 0,-2-2 0,1 2 0,-3 2 0,4-7 0,2 5 0,-3-6 0,1 6 0,-6-6 0,0 8 0,0-2 0,0-1 0,0-1 0,0 0 0,0 0 0,0-4 0,0 7 0,-2-1 0,-4 5 0,5-4 0,-5-1 0,-2-6 0,2 6 0,-5 0 0,5 6 0,1-2 0,-3-4 0,4 4 0,-7-4 0,5 4 0,-6 2 0,3-1 0,-3 1 0,-1 0 0,7 0 0,-7 0 0,1-1 0,-3 1 0,-2 0 0,0 0 0,-1 5 0,1 1 0,0 5 0,0-5 0,-6 5 0,0-6 0,-2 9 0,2-3 0,-2-2 0,-3 3 0,-5-1 0,4 4 0,-1-2 0,1-2 0,-3 1 0,3 5 0,4 0 0,2 0 0,4 0 0,2 0 0,0 0 0,-1 0 0,1 0 0,0 0 0,0 0 0,5 0 0,1 0 0,5 5 0,-5 1 0,5 2 0,-4-3 0,1 5 0,-1 0 0,6 11 0,-1-4 0,3 4 0,2-4 0</inkml:trace>
  <inkml:trace contextRef="#ctx0" brushRef="#br0" timeOffset="72">11237 12637 8912,'10'10'0,"-4"-3"0,-12-7 0,2 0 0,-7 0 0,5-6 0,-6 1 0,7-1 0,-5 4 0,2-4 0,1 4 0,1-3 0,4 3 0,-6 2 0,8 0 0,0-8 0,0 6 0,0-5 0,2 7 0,4 0 0,6-6 0,10 0 0,0-5 0,6 3 0,3-2 0,1-3 0,10-2 0,4-2 0,2-1 0,-2 1 0,2-6 0,-8 0 0,8 0 0,-2 6 0,1-6 0,1 0 0,-2 0 0,2-1 0,2 3 0,1-8 0,14 0 0,4-5 0,11-2-297,1-4 1,3 3 296,2-3 0,-2-2 0,-4 2 0,-1-6 0,-7 6 0,5 2 0,1 1 0,1 3 0,1 0 0,-4-1 0,-7 1 0,2 0 0,4-1 0,-5 1 0,7-1 0,-3 1-164,1 0 1,-2 5 163,-10 0 0,-6 8 0,-11-2 0,-6 4 0,-11 2 0,1 0 0,-7 0 0,0 5 0,-6 1 0,-5 7 572,-1-2-572,-7-3 348,4 7-348,-8-6 0,0 8 0,0 0 0,-8 0 0,6 0 0,-7 0 0,3 0 0,-5 0 0,3 0 0,-7 0 0,5-8 0,-7-1 0</inkml:trace>
  <inkml:trace contextRef="#ctx0" brushRef="#br0" timeOffset="73">13646 11055 8912,'-26'-7'0,"1"-1"0,8-4 0,7 3 0,4 3 0,6 4 0,6-3 0,13 3 0,16 2 0,7 0 0,9 0 0,3 0 0,-1 2 0,1 3 0,-4 7 0,-8 11 0,4 5 0,-14 7 0,3 5 0,-9 2 0,-3 4 0,-7 5 0,-16-1 0,-2 7 0,-4 4 0,-11-3 0,-12 5 0,-4-6 0,-1 6 0,-6-4 0,0-1 0,0-1 0,5-13 0</inkml:trace>
  <inkml:trace contextRef="#ctx0" brushRef="#br0" timeOffset="74">14008 9938 8912,'-17'-10'0,"1"1"0,1 5 0,0-4 0,-4 0 0,0 1 0,-1 3 0,3-4 0,0 1 0,0-3 0,0-1 0,1-7 0,5 1 0,1 0 0,6 0 0,-1 0 0,-1 0 0,6-1 0,0 1 0,0 0 0,0 0 0,0 0 0,0 5 0,0 1 0,0 7 0,2 6 0,4 15 0,3 4 0,8 13 0,1 1 0,-3 12 0,-2 3 0,-1-2 0,-7 0 0,7 3 0,-8 1 0,1-1 0,3-7 0,-2-4 0,0-5 0,-4-5 0,1-3 0,3-2 0,0-10 0,1-7 0,-3-18 0,8-7 0,-8-2 0,1-10 0,3-3 0,-2-2 0,1-5 0,-3 13 0,2-1 0,-2 4 0,3 4 0,-1 2 0,2 5 0,-2 1 0,-3 7 0,9-2 0,-6 4 0,5 2 0,2 0 0,-5 2 0,-2 4 0,3-4 0,-5 11 0,8-7 0,-7 0 0,7-6 0,-1 0 0,7 0 0,-3-2 0,-4-4 0,5 4 0,-7-6 0,8 8 0,1 0 0,-1 2 0,0 4 0,-2 4 0,-3 7 0,3 0 0,-7 0 0,3 0 0,-3 1 0,-1-1 0,-5-15 0,6-4 0</inkml:trace>
  <inkml:trace contextRef="#ctx0" brushRef="#br0" timeOffset="75">14232 9731 8912,'0'-9'0,"0"1"0,0 0 0,7 7 0,9-7 0,8 8 0,3 0 0,4 0 0,9 0 0,4 0 0</inkml:trace>
  <inkml:trace contextRef="#ctx0" brushRef="#br0" timeOffset="76">14645 9645 8912,'-18'0'0,"-5"0"0,0 0 0,1 0 0,4 0 0,1 0 0,0 6 0,2 2 0,1 1 0,3 5 0,7 1 0,-2 2 0,4 2 0,2 4 0,0-4 0,0 4 0,8-6 0,3-5 0,-1 3 0,1-3 0,-1-3 0,3 1 0,-1-3 0,1-3 0,-3-2 0,1-2 0,1 0 0,5 0 0,0 0 0,-5 6 0,-1 0 0,-1 1 0,3-3 0,-1 2 0,-3 7 0,3-1 0,3 3 0,-13 2 0,4 0 0,-5 0 0,-1 1 0,0-1 0,0 0 0,0 0 0,0-7 0,-7-10 0,-3-10 0</inkml:trace>
  <inkml:trace contextRef="#ctx0" brushRef="#br0" timeOffset="77">14765 9422 8912,'0'-12'0,"0"1"0,0 7 0,0-4 0,0 16 0,0 4 0,0 3 0,0 2 0,0 2 0,0 4 0,6-2 0,0 8 0,-1-6 0,-5 5 0,6-7 0,0 2 0,-1 2 0,-5-2 0,0-2 0,0-2 0,0-7 0,0-1 0,6-5 0,0 5 0,0-7 0,-6 4 0,2-16 0,1-3 0,5-5 0,2-1 0,-5 2 0,7 3 0,-1-3 0,7 4 0,-7 3 0,0 2 0,1 2 0,5-1 0,0 3 0,1-4 0,-3 6 0,-4 6 0,5-2 0,-5 7 0,4-5 0,3 5 0,-1-5 0,0 5 0,0-7 0,0 2 0,1-4 0,-1-2 0,0 0 0</inkml:trace>
  <inkml:trace contextRef="#ctx0" brushRef="#br0" timeOffset="78">15299 9233 8912,'-10'0'0,"2"0"0,8 2 0,0 3 0,0 5 0,0 7 0,0 0 0,0 0 0,0 1 0,2 1 0,2 2 0,2 2 0,0 2 0,-6-3 0,0-2 0,0 3 0,0-4 0,0-2 0,0-6 0,0 1 0,0 1 0,0-5 0,0-1 0,0-22 0,0-2 0,0-12 0,0-1 0,1 7 0,3 2 0,2 2 0,7 1 0,-1 1 0,-3 2 0,3 4 0,-1-3 0,7 8 0,-1 1 0,0 5 0,2 0 0,0 2 0,-2 3 0,4-1 0,-9 8 0,7-1 0,-2 6 0,12-7 0,-10-3 0</inkml:trace>
  <inkml:trace contextRef="#ctx0" brushRef="#br0" timeOffset="79">15230 9078 8912,'-27'0'0,"2"0"0,8 0 0,0 0 0,1 2 0,5 4 0,3 5 0,8 12 0,2 6 0,4 3 0,3 10 0,9 4 0,-1 4 0,0 1 0,0-1 0,2-2 0,2-4 0,2-2 0,0-2 0,-4-6 0,2-1 0,2-5 0,0-11 0,2-9 0,2-8 0</inkml:trace>
  <inkml:trace contextRef="#ctx0" brushRef="#br0" timeOffset="80">15212 9164 8912,'-9'-17'0,"-4"0"0,5-1 0,0 1 0,1 0 0,-7 7 0,12 5 0,-3 10 0,3 7 0,7 11 0,5 5 0,3 7 0,6 5 0,2 4 0,-3 6 0,-1-3 0,0-1 0,0 0 0,1 6 0,-3-7 0,-4-1 0,-3-2 0,0-3 0,-7-5 0,5-5 0,-4-10 0,-2-8 0,0-7 0,0 2 0,0-12 0,0-5 0,-6-12 0,1-6 0,1-5 0,2-6 0,2 3 0,0-3 0,0 4 0,0 1 0,0 7 0,0-1 0,8 8 0,3-2 0,4 4 0,3 2 0,-1 7 0,0 5 0,0 3 0,0 2 0,3 13 0,2 4 0,-2 6 0,3 0 0,-4 2 0,-2 4 0,2 1 0,4-7 0,-4 6 0,4-6 0,-4 5 0,-2-5 0,-7 0 0,-2-6 0</inkml:trace>
  <inkml:trace contextRef="#ctx0" brushRef="#br0" timeOffset="81">14455 10557 8912,'-15'-2'0,"4"-4"0,-5 4 0,5-4 0,-3 2 0,3-1 0,1 3 0,5-4 0,3 4 0,4 0 0,13-2 0,8-3 0,4-3 0,1 1 0,5-5 0,-3 3 0,-1-2 0,-6 5 0,6 2 0,-8 4 0,2 2 0,-4 0 0,-2 0 0</inkml:trace>
  <inkml:trace contextRef="#ctx0" brushRef="#br0" timeOffset="82">14490 10780 8912,'-18'17'0,"3"-5"0,4-1 0,3-7 0,8 2 0,0-12 0,8-4 0,3-7 0,4-6 0,3 0 0,5-5 0,0 5 0,1-6 0,-3 4 0,2 1 0,-2-1 0,-7 0 0,-3 2 0,1-4 0,5-7 0</inkml:trace>
  <inkml:trace contextRef="#ctx0" brushRef="#br0" timeOffset="83">14559 10247 8912,'-6'17'0,"0"0"0,2 1 0,2-9 0,10-1 0,3-8 0,7 0 0,5 0 0,3 0 0,1 0 0,6 6 0,-5-1 0,-3 9 0,-2-3 0,-4 4 0,-2 3 0,1 1 0,-1 4 0,-8 3 0,-3 9 0,-4 1 0,-2 4 0,-2-2 0,-4 8 0,3-13 0,-9 1 0,3-5 0,-3-1 0,3-5 0,3-11 0,4-5 0,-6-7 0</inkml:trace>
  <inkml:trace contextRef="#ctx0" brushRef="#br0" timeOffset="84">15075 10316 8912,'-12'-2'0,"1"-4"0,7 4 0,-4-5 0,8 9 0,0 3 0,2 5 0,4 7 0,-2 6 0,7 0 0,-5 0 0,4-6 0,-3 0 0,-3 0 0,4 6 0,-3 0 0,1 0 0,-6-6 0,0 1 0,0-18 0,0-12 0,6-11 0,0-11 0,-1-1 0,-5 1 0,6 0 0,0-1 0,2 7 0,-3-1 0,3 2 0,3-1 0,5 5 0,-5 11 0,4 6 0,3 5 0,-1 1 0,-2 7 0,-3 5 0,1 9 0,-7 2 0,5 5 0,-5-5 0,0 0 0,-6-6 0,2 0 0,1 1 0,3-1 0,-2 0 0,-2-7 0,-2-3 0,2-7 0,4 0 0,-5-7 0,5-5 0,2-9 0,0-4 0,-1-1 0,1-5 0,-1 0 0,-1 3 0,-4-3 0,4 8 0,3 0 0,-7 6 0,6 8 0,-8 3 0,0 12 0,6 3 0,-1 8 0,1-5 0,-6-1 0,8 1 0,-6-1 0,3 1 0,5-9 0,0 5 0,7-8 0,0 0 0,-2-2 0,-3-4 0,1 3 0,-7-9 0,7 1 0,-9-6 0,8-1 0,-9 9 0,7-5 0,-4 9 0,-4-1 0,5 6 0,-7 8 0,6-5 0,0 9 0,1-8 0,-1 3 0,6 1 0,-3-6 0,3 4 0,-7-4 0,7-2 0,-8-8 0,11-2 0,-13-7 0,4 0 0,-6 2 0,-6 3 0,-2 3 0,-3 3 0,-5 4 0,5-4 0,-4 4 0,-3 2 0,7 2 0,0 4 0,7-4 0,-12 6 0,7-8 0</inkml:trace>
  <inkml:trace contextRef="#ctx0" brushRef="#br0" timeOffset="85">15866 9989 8912,'-7'-17'0,"-1"0"0,-3 0 0,3 7 0,10 2 0,4 8 0,5 0 0,4 0 0,3 0 0,-1 8 0,0 4 0,0 3 0,-1 2 0,-3 0 0,-2 0 0,-7 1 0,6-1 0,-4 0 0,-5 0 0,7 0 0,-8 1 0,0-9 0,-6-3 0,1-12 0,-1-9 0,6-8 0,0-8 0,0 3 0,0 1 0,0-2 0,8 6 0,3-5 0,-1 7 0,1-2 0,0 4 0,7 3 0,-1 5 0,0 5 0,0-1 0,1 1 0,-7 0 0,0 6 0,-5 6 0,6 0 0,-8 1 0,1-1 0,-3-2 0,-2 7 0,0 3 0,0-5 0,0 3 0,0-9 0,0 7 0,0-4 0,8-4 0,3 3 0,5-5 0,1-5 0,-2 1 0,-3-8 0,3 1 0,-4-6 0,-1-1 0,1 1 0,-7 0 0,2 0 0,-4 0 0,-2 0 0,0 5 0,0 1 0,-2 5 0,-4-4 0,-5 3 0,-5 9 0,-1 9 0,0 6 0,0 6 0,0 4 0,-1 7 0,3 1 0,4-1 0,-3 0 0,8 1 0,3-1 0,1 1 0,9-7 0,5 1 0,11-8 0,5 2 0,7-12 0,5-5 0,-2-4 0,8-2 0,-8 0 0,1 0 0,-9 0 0,-13-8 0,-9-1 0</inkml:trace>
  <inkml:trace contextRef="#ctx0" brushRef="#br0" timeOffset="86">15367 11158 8912,'-17'0'0,"0"0"0,5-2 0,1-3 0,5-5 0,-5-7 0,7-2 0,-2-4 0,4-4 0,2 0 0,0-9 0,0 7 0,0-5 0,0 11 0,-2-5 0,-3 5 0,1 0 0,-8 7 0,-1 5 0,-2 3 0,-3 8 0,7 0 0,0 0 0,-1 8 0,-5 3 0,2 7 0,3 5 0,-1-4 0,7 4 0,2-4 0,2-2 0,4 0 0,4 0 0,3 0 0,9 1 0,-1-3 0,2-2 0,2-1 0,2 1 0,2-3 0,-2 1 0,-4-5 0,4 5 0,-4-5 0,-2 6 0,0-7 0,1 5 0,-1-3 0,-8 7 0,-1-10 0,-8 7 0,-2-5 0,-4 5 0,-3-5 0,-8 5 0,-6-1 0,0 1 0,-6 3 0,4-7 0,0 1 0,0 0 0,2-2 0,6-6 0,8 0 0,1-8 0,8-9 0,0-10 0</inkml:trace>
  <inkml:trace contextRef="#ctx0" brushRef="#br0" timeOffset="87">15557 10849 8912,'11'0'0,"1"0"0,-9 0 0,5 2 0,-8 4 0,0-3 0,0 9 0,0-5 0,0 11 0,0-5 0,0 12 0,0 0 0,0 3 0,0 5 0,0 1 0,6 6 0,0 0 0,1 2 0,-1-1 0,-2-5 0,5 4 0,-1-6 0,-4-5 0,-2-2 0,-2-4 0,-2-6 0,-4 0 0,-4-7 0,-7-10 0</inkml:trace>
  <inkml:trace contextRef="#ctx0" brushRef="#br0" timeOffset="88">15471 10832 8912,'0'-10'0,"7"2"0,-5 8 0,12-1 0,-9-5 0,9 4 0,-3-4 0,4 4 0,3 2 0,-1 0 0,0 0 0,0 0 0,0 0 0,-1 8 0,-5 3 0,-1 5 0,-4 1 0,-5 2 0,5 2 0,-6 4 0,-6 2 0,-3-5 0,-8 7 0,5-8 0,1 2 0,-1-4 0,-5-2 0</inkml:trace>
  <inkml:trace contextRef="#ctx0" brushRef="#br0" timeOffset="89">15798 10780 8912,'17'0'0,"0"0"0,-6-2 0,1-4 0,-1 5 0,7-7 0,-1 8 0,0 0 0,-6 0 0,1 0 0,-8 2 0,3 4 0,1 5 0,-6 4 0,4 2 0,-4-5 0,-2-1 0,0 1 0,0 5 0,0-5 0,0-1 0,-8-7 0,4 3 0,-7-7 0,5 0 0,-4-1 0,3-5 0,1-4 0,6-7 0,6 6 0,-1-1 0,9 1 0,-3-7 0,3 1 0,-3 0 0,5 6 0,-5 1 0,4 2 0,2 1 0,1 1 0,-1 4 0,0-4 0,-5 5 0,-1 1 0,1 0 0,5 0 0,0 0 0,0 0 0,-2-2 0,-3-4 0,1 2 0,-5-5 0,0-1 0,-1 0 0,-1-1 0,-6-6 0,0 0 0,0 5 0,0 1 0,-8 5 0,-3-6 0,1 9 0,-1-3 0,-3 4 0,-8 2 0,2 2 0,-3 4 0,4 5 0,2 4 0,6 3 0,-1-1 0,8 6 0,-1 0 0,3 0 0,2-6 0,0 0 0,9-2 0,8-3 0,8-5 0,10-7 0,1 0 0,4 0 0,0-7 0,12-5 0,-12-3 0,6-2 0,-2-6 0,-4 0 0,-5-6 0,-9 6 0,-3 2 0,-7 2 0,-7 2 0,-9 0 0,-2 0 0,-3-1 0,-1 7 0,-11-1 0,3 9 0,-9-3 0,-2 4 0,2 2 0,0 0 0,6 0 0,0 8 0,0 3 0,0 6 0,-1 6 0,3-4 0,4 4 0,-3-4 0,9-1 0,-1-1 0,6 0 0,0 0 0,0 0 0,7-1 0,5-5 0,3-3 0,2-1 0,6-5 0,0 4 0,6-4 0,-6-2 0,8-8 0,-3-3 0,5 1 0,1-1 0,-1-1 0,-5-5 0,13-8 0,-5-1 0</inkml:trace>
  <inkml:trace contextRef="#ctx0" brushRef="#br0" timeOffset="90">16796 10557 8912,'-23'0'0,"0"0"0,-6 0 0,6 0 0,0 2 0,4 1 0,-2 5 0,-2 2 0,2 1 0,10 6 0,-3 0 0,8 1 0,-5-1 0,5 0 0,2 0 0,3 0 0,2 1 0,5-1 0,2 0 0,5-2 0,-1-3 0,1-7 0,2-3 0,3-2 0,-1 0 0,0 0 0,0-2 0,0-3 0,1-3 0,-1-3 0,0-5 0,0 5 0,0-6 0,1-6 0,-7 4 0,1-4 0,-7 2 0,7-2 0,-8 4 0,1-4 0,-3-2 0,-2 2 0,-2-8 0,-3 3 0,-5-5 0,-9 1 0,-2 1 0,-2 3 0,2 7 0,9-2 0,-1 9 0,5 5 0,-1 1 0,5 12 0,-2 13 0,4 16 0,2 12 0,0 1 0,0 6 0,6-4 0,0 9 0,7-6 0,-1-5 0,5 4 0,6-4 0,-2-4 0,6-2 0,-2-4 0,5-1 0,-3-1 0</inkml:trace>
  <inkml:trace contextRef="#ctx0" brushRef="#br0" timeOffset="91">14180 12224 8912,'-12'8'0,"1"2"0,-2 1 0,-3-1 0,-1-3 0,2-1 0,3 2 0,-3-7 0,4 5 0,3-4 0,0-4 0,8-4 0,10-1 0,7-5 0,2-3 0,8 4 0,0-5 0,-1-1 0,1 0 0,2 0 0,2 1 0,-9 5 0,1 3 0,-5 1 0,-1-3 0</inkml:trace>
  <inkml:trace contextRef="#ctx0" brushRef="#br0" timeOffset="92">14128 12465 8912,'-11'0'0,"-1"0"0,9 0 0,-5-4 0,8-7 0,8-1 0,5-13 0,8 1 0,8-5 0,3-4 0,3-1 0,-1 5 0,0 1 0,-7-1 0,-4-5 0,-4-1 0,-9 1 0,-3 0 0</inkml:trace>
  <inkml:trace contextRef="#ctx0" brushRef="#br0" timeOffset="93">14214 11880 8912,'18'6'0,"-3"2"0,-4 1 0,5-5 0,-5 2 0,10-4 0,2-2 0,8 0 0,-3 0 0,5 0 0,1 0 0,-5 2 0,0 3 0,-8 5 0,2 7 0,-6 2 0,-6 4 0,3 4 0,-9 7 0,1 1 0,-6-1 0,0 1 0,0-1 0,0-2 0,0-3 0,0 4 0,0-14 0,8-2 0,1-10 0</inkml:trace>
  <inkml:trace contextRef="#ctx0" brushRef="#br0" timeOffset="94">14817 11846 8912,'0'17'0,"0"-5"0,-2-1 0,-2 3 0,-2 1 0,0 8 0,6 0 0,0 0 0,0-6 0,0 0 0,0 0 0,0 0 0,0 1 0,0-1 0,0 0 0,0-7 0,2-3 0,4-7 0,-4-9 0,4-9 0,-4-8 0,-2-7 0,2 1 0,3 3 0,-1-3 0,8 3 0,-7 2 0,7-1 0,-6 7 0,5-2 0,-5 9 0,5 3 0,-5 7 0,5-2 0,1 4 0,3 10 0,-1 3 0,-5 5 0,-1 1 0,3-6 0,-5 1 0,2-3 0,-5 5 0,3-3 0,2-1 0,-2 1 0,-3-3 0,9-8 0,-6 0 0,5 0 0,-1-8 0,1-3 0,4-5 0,-3-1 0,-3-6 0,3 0 0,-6-1 0,5 1 0,-7 9 0,4-3 0,-1 2 0,-5 7 0,6 2 0,-8 12 0,6 4 0,-1 7 0,3 0 0,-2 0 0,-4 0 0,3 1 0,3-7 0,-2 1 0,1-9 0,-1 3 0,-2 2 0,7-2 0,1-1 0,5-5 0,0-7 0,1-3 0,-1 1 0,-6-5 0,1 8 0,-7 1 0,7 5 0,-6-6 0,5 0 0,-7 0 0,11 6 0,-13-1 0,4-5 0,1 2 0,-1-7 0,2-1 0,-2-5 0,-4 5 0,3 1 0,-3 0 0,-2-7 0,0 1 0,0 0 0,0 0 0,-2 5 0,-3 3 0,-7 1 0,2 2 0,-1 6 0,7 2 0,-2 4 0,-1 4 0,1 7 0,2 0 0,2-7 0,2 5 0,0-6 0</inkml:trace>
  <inkml:trace contextRef="#ctx0" brushRef="#br0" timeOffset="95">15660 11537 8912,'-8'-18'0,"6"7"0,-3-1 0,-5 9 0,10-5 0,0 8 0,2 6 0,9-1 0,1 9 0,5-5 0,0 9 0,-5-7 0,-1 1 0,-7-7 0,2 7 0,3-8 0,-7 11 0,14-13 0,-15 5 0,7-14 0,-8-5 0,0 3 0,0-3 0,0 1 0,0-6 0,2-1 0,4 1 0,3 0 0,9 0 0,-1 5 0,0 1 0,0 1 0,0-1 0,1 5 0,-1 4 0,-6 2 0,1 0 0,-8 0 0,5 0 0,-3 0 0,-4 0 0,5 0 0,-7 8 0,0-6 0,8 4 0,4-12 0,3 2 0,2-7 0,0-1 0,0-5 0,1 0 0,-1-1 0,-2-1 0,-3-4 0,1 4 0,-7-4 0,7 4 0,-11 2 0,-2 8 0,-11 3 0,-10 6 0,-2 6 0,-6 5 0,6 12 0,-2 4 0,2 7 0,10 0 0,-4 1 0,5-6 0,1-1 0,5 3 0,4 1 0,6-5 0,7-4 0,5-4 0,18-2 0,-1-7 0,12-5 0,-4-3 0,4-2 0,-6-2 0,1-3 0,-4-3 0,-1-3 0,-16-5 0,4-1 0,-14-10 0</inkml:trace>
  <inkml:trace contextRef="#ctx0" brushRef="#br0" timeOffset="96">15299 12190 8912,'-18'0'0,"1"0"0,0 0 0,0 0 0,5-2 0,-1-2 0,-6-2 0,1 1 0,-4 5 0,2-2 0,3-4 0,0 4 0,0-4 0,0 6 0,-1 6 0,7-2 0,-1 7 0,9-5 0,-3 6 0,4-1 0,2 6 0,2 1 0,4-1 0,3 0 0,8 0 0,1 0 0,-1 0 0,0 1 0,0-1 0,0 0 0,1 0 0,-1 0 0,0 1 0,0-1 0,-1 0 0,-5 0 0,-3 0 0,-8 1 0,0-1 0,0 0 0,-10-7 0,-7-5 0,-2 3 0,-10-2 0,2-1 0,-1-5 0,-3 0 0,8 0 0,-6 0 0,5-2 0,-3-3 0,6-5 0,-4-7 0</inkml:trace>
  <inkml:trace contextRef="#ctx0" brushRef="#br0" timeOffset="97">15385 12242 8912,'-8'-10'0,"6"-5"0,-13 5 0,13 1 0,-6 3 0,8 12 0,2 5 0,4 4 0,-2 3 0,7-1 0,-5 6 0,3 0 0,1-1 0,-1 3 0,-5-6 0,2 4 0,-2-4 0,2-1 0,-4-1 0,3 0 0,-3 0 0,-2 0 0,0-7 0,0-4 0,0-12 0,0-9 0,0-8 0,0-8 0,0 3 0,0-3 0,0 0 0,2 5 0,4 1 0,-4 2 0,3 6 0,5 0 0,-6 7 0,7 4 0,-5 4 0,6 2 0,1 0 0,2 8 0,2 3 0,-5 5 0,-1 1 0,-5-2 0,6-3 0,-9 3 0,3-4 0,4-3 0,-6 0 0,7-8 0,-5 0 0,5 0 0,3 0 0,-5-8 0,3-3 0,-9-7 0,3-5 0,2 4 0,-2-4 0,7 4 0,-11 2 0,4 0 0,-4 7 0,-2-5 0,1 13 0,5-4 0,-4 6 0,4 6 0,-4-2 0,-2 7 0,0-7 0,2 10 0,3-9 0,-3 3 0,4-2 0,4-4 0,-7 5 0,9-7 0,1 0 0,-5 0 0,5-2 0,-5-1 0,2-3 0,-7 0 0,7 0 0,-4 1 0,-4-1 0,13 6 0,-11 0 0,7 0 0,-7 8 0,9-5 0,-7 9 0,7-8 0,-1 1 0,-3-3 0,3-2 0,-6 0 0,5 0 0,3 0 0,-7-7 0,-1-5 0,-4-3 0,-2-2 0,0 0 0,0-1 0,0 1 0,0 0 0,0 0 0,-6 5 0,-2 3 0,-1 1 0,5 2 0,-4 6 0,8 0 0,-7 0 0,-3 0 0</inkml:trace>
  <inkml:trace contextRef="#ctx0" brushRef="#br0" timeOffset="98">16211 12001 8912,'-18'0'0,"7"0"0,-1 0 0,1 6 0,-6-1 0,1 9 0,5-3 0,-2 4 0,7 3 0,0-1 0,6 0 0,0 0 0,0 0 0,0 1 0,8-3 0,3-4 0,5-3 0,1-8 0,0 0 0,0-8 0,0-3 0,-7-4 0,-4-3 0,1 1 0,-1 0 0,0 0 0,-6-2 0,0-2 0,0-2 0,-8 0 0,-3 6 0,-3 5 0,3 1 0,-4 1 0,3-1 0,-3 5 0,-2 4 0,7 2 0,2 8 0,8 1 0,0 8 0</inkml:trace>
  <inkml:trace contextRef="#ctx0" brushRef="#br0" timeOffset="99">16486 11588 8912,'-2'-17'0,"-4"2"0,-3 1 0,-1 3 0,-3 5 0,7-5 0,-7 7 0,11-4 0,-6 10 0,8 6 0,0 9 0,8 8 0,3 9 0,4 1 0,3-1 0,-1 2 0,0 4 0,0-3 0,1 3 0,-3-4 0,-4-2 0,5-5 0,-5 0 0,-3-2 0,-3 1 0,-3-3 0,-2-8 0,-15 0 0,-4 1 0</inkml:trace>
  <inkml:trace contextRef="#ctx0" brushRef="#br0" timeOffset="100">16348 11984 8912,'-5'-12'0,"-1"1"0,-6-1 0,5-5 0,-3 0 0,6 0 0,-1-1 0,10 1 0,7 0 0,9 0 0,2 0 0,15-6 0,2-2 0,6-2 0,0-3 0,9-3 0,-3-1 0,-2-1 0,-4 1 0,-8 0 0,4-1 0</inkml:trace>
  <inkml:trace contextRef="#ctx0" brushRef="#br0" timeOffset="101">16830 11416 8912,'-15'12'0,"3"-1"0,-1-5 0,7 5 0,-1-5 0,1 6 0,4-1 0,-4 6 0,4 2 0,2 4 0,6-2 0,0 8 0,5-6 0,-3 4 0,-1-1 0,1 1 0,0-4 0,-2 6 0,-5-8 0,5 2 0,-4-4 0,-2-2 0,6-9 0,0-8 0,1-14 0,-1-9 0,-2-5 0,7 5 0,-5-6 0,5 6 0,-5 0 0,6 6 0,-7 2 0,7 3 0,-6-1 0,5 7 0,-7-7 0,5 11 0,-3-4 0,6 4 0,-5 2 0,9 0 0,-9 2 0,7 2 0,-3 2 0,-7-1 0,11-5 0,-13 0 0,13 0 0,-5 0 0,1-5 0,-1-3 0,0 0 0,-1 1 0,-3 1 0,5 6 0,-7-2 0,2-4 0,3 4 0,1-5 0,7 7 0,-1-2 0,-3-2 0,-2-2 0,1 1 0,5 5 0,0-6 0,1 0 0,-9 0 0,6-1 0,-11 5 0,8-4 0,-9 4 0,5 2 0,0 0 0,-4 2 0,7 4 0,-5 3 0,5 9 0,1 1 0,-3 4 0,7-2 0,-5 7 0,2 1 0,1 5 0,-3 1 0,3-1 0,-5 0 0,3 1 0,-8-6 0,1-1 0,-3-7 0,-2 2 0,-2-6 0,-3-5 0,-7-5 0,-11-7 0,-11-7 0,-10-3 0</inkml:trace>
  <inkml:trace contextRef="#ctx0" brushRef="#br0" timeOffset="102">17002 11244 8912,'-11'-7'0,"1"-5"0,1-3 0,-1-2 0,6 5 0,-2 1 0,6 5 0,6-5 0,4-8 0,7-8 0</inkml:trace>
  <inkml:trace contextRef="#ctx0" brushRef="#br0" timeOffset="103">13044 17915 8912,'-11'0'0,"-1"0"0,-3 0 0,-4 0 0,-4 0 0,-10 0 0,-1 0 0,-10 0 0,-6 0 0,-3 0 0,-5 0 0,-5 0 0,-11 0 0,-7 0 0,-3 0 0,-9 0 0,-5 0 0,47 0 0,-1 0 0,0 0 0,1 0 0,0 1 0,2 0 0,-41 5 0,16-4 0,5 4 0,6-3 0,5 3 0,11-2 0,-1 5 0,8-1 0,7-4 0,10 5 0,6-7 0,9 6 0,8-8 0,2 0 0,4 0 0,-2 0 0,7 0 0,-7 0 0,4-2 0,-8-4 0,0 4 0,0-5 0,0 7 0,0-2 0,0-4 0,0-3 0,0-9 0</inkml:trace>
  <inkml:trace contextRef="#ctx0" brushRef="#br0" timeOffset="104">11685 17657 8912,'-10'-17'0,"2"0"0,3 0 0,-1 0 0,0 5 0,6 1 0,-2 7 0,-1-4 0,-3 1 0,-2 5 0,2-4 0,-3 4 0,-8 2 0,-2 8 0,-4 5 0,-6 6 0,-4 4 0,-3 8 0,-4-3 0,-2 10 0,-4 3 0,-2-1 0,8-6 0,0 6 0,5 0 0,3 0 0,3-5 0,-1-3 0,7-3 0,4-4 0,5 0 0,7-6 0,7 4 0,1-4 0,5-2 0,6 2 0,11 4 0,-2-2 0,7 8 0,9-3 0,7 3 0,2-4 0,-1 0 0,7-4 0,5 7 0,1-1 0,-7 2 0,-1 3 0,-4-3 0,4 3 0,-6 3 0</inkml:trace>
  <inkml:trace contextRef="#ctx0" brushRef="#br0" timeOffset="105">10549 18328 8912,'-12'-17'0,"3"0"0,1-1 0,4 1 0,2 6 0,2 3 0,2 6 0,4 10 0,-2 5 0,6 6 0,-1 4 0,1 6 0,-7-2 0,5 1 0,-2 3 0,0 1 0,-1-3 0,-5 0 0,6-7 0,0 7 0,-2 2 0,-2 1 0,-2-3 0,0-1 0,-6-7 0,0 2 0,-7-3 0,1-3 0,-3-8 0,-2 7 0,-1-7 0</inkml:trace>
  <inkml:trace contextRef="#ctx0" brushRef="#br0" timeOffset="106">10428 18379 8912,'0'-17'0,"0"0"0,0 0 0,2 0 0,4 0 0,0 5 0,11 1 0,-4 5 0,10-6 0,4 7 0,2-5 0,3 2 0,3 5 0,-3 1 0,-3 2 0,-4 2 0,-8 3 0,-7 5 0,-5 7 0,-3 2 0,-2 4 0,-13-2 0,-4 8 0,-12-1 0,0 7 0,-3-6 0,-1-3 0,5 1 0,5 0 0,2-6 0,-2 2 0,5-4 0,1-2 0,0-7 0,15-3 0,-6-7 0</inkml:trace>
  <inkml:trace contextRef="#ctx0" brushRef="#br0" timeOffset="107">10841 18448 8912,'-11'0'0,"0"0"0,-3 0 0,6 0 0,-7 0 0,13 8 0,-3 3 0,3 5 0,2 1 0,0 0 0,5 0 0,1 0 0,7-1 0,-1-5 0,1-1 0,-1-5 0,3-3 0,-3 4 0,1-6 0,0-6 0,-1-5 0,-8-4 0,1-3 0,-3 7 0,-2-1 0,0 1 0,0-6 0,0 5 0,0 1 0,-7 7 0,5-4 0,-6 16 0,8 2 0</inkml:trace>
  <inkml:trace contextRef="#ctx0" brushRef="#br0" timeOffset="108">11151 18586 8912,'0'-10'0,"-7"3"0,5 7 0,-6 7 0,8 5 0,0 3 0,0 8 0,0 0 0,0-2 0,0-2 0,0-2 0,0 0 0,0 1 0,0-1 0,0-6 0,0 1 0,0-9 0,0 13 0,0-7 0</inkml:trace>
  <inkml:trace contextRef="#ctx0" brushRef="#br0" timeOffset="109">11151 18569 8912,'10'7'0,"-3"-3"0,-7 8 0,6-7 0,0 7 0,2-7 0,-3 7 0,-1-6 0,8 5 0,-1 1 0,6 5 0</inkml:trace>
  <inkml:trace contextRef="#ctx0" brushRef="#br0" timeOffset="110">11427 18689 8912,'-10'0'0,"-5"0"0,11 0 0,-8 0 0,9 2 0,-3 4 0,2 3 0,-2 8 0,4 1 0,-3-1 0,3 0 0,2 0 0,0 0 0,0-7 0,0-3 0,0-7 0,2-7 0,3-5 0,5-3 0,7-2 0,2 0 0,2 0 0,2-1 0,-2 1 0,-2 0 0,-1 0 0,-1 7 0,0 4 0,0 5 0,0 1 0,-5 0 0,-3 1 0,-1 5 0,-4 6 0,4 3 0,-3 2 0,1 0 0,-6 1 0,6 4 0,0 1 0,1 0 0,-1-6 0,-2-7 0,7-4 0,1 3 0,5 1 0</inkml:trace>
  <inkml:trace contextRef="#ctx0" brushRef="#br0" timeOffset="111">11891 18431 8912,'-17'0'0,"6"0"0,-1 0 0,8 2 0,-3 4 0,1 5 0,0 4 0,0 8 0,6 0 0,2 6 0,4-6 0,-2 6 0,7-7 0,-1 3 0,1-2 0,5-6 0,-5 2 0,2-5 0,-1-1 0,3-5 0,-3-2 0,-3-4 0,3-2 0,-1 0 0,6 0 0,1 0 0,-1-2 0,0-4 0,0-6 0,0-3 0,1 0 0,-1 3 0,-6-1 0,1 7 0,-1-7 0,7 11 0,-3-4 0,-4 12 0,-3 5 0,-8 12 0,0-4 0,0 4 0,0 2 0,0-2 0,0 2 0,0-2 0,0-4 0,-2 6 0,-2-2 0,-2 0 0,-1 0 0,1-6 0,-2-6 0,-3 1 0,-12-8 0,12 3 0,-14-7 0</inkml:trace>
  <inkml:trace contextRef="#ctx0" brushRef="#br0" timeOffset="112">11771 18723 8912,'-17'0'0,"-1"0"0,1 0 0,8 0 0,1 0 0,17-5 0,9-1 0,8 0 0,7-2 0,9 7 0,4-5 0,-2-2 0,2 2 0,0-7 0,13 4 0,2-9 0</inkml:trace>
  <inkml:trace contextRef="#ctx0" brushRef="#br0" timeOffset="113">12580 18448 8912,'0'-17'0,"0"0"0,0 0 0,1-1 0,5 3 0,6 2 0,3 1 0,8 7 0,0-7 0,7 8 0,-1-1 0,-2 3 0,2 4 0,-1 3 0,-1 7 0,-2-3 0,-8 3 0,-5-3 0,-1 3 0,-7 3 0,2-3 0,-4 3 0,-2 4 0,-2 2 0,-4 2 0,-4 7 0,-7-1 0,-2 4 0,-4 1 0,4-5 0,-4-1 0,4 1 0,2 5 0,-1 1 0</inkml:trace>
  <inkml:trace contextRef="#ctx0" brushRef="#br0" timeOffset="114">12855 18947 8912,'0'9'0,"0"-1"0,0-8 0,0 0 0,0 8 0,0 1 0</inkml:trace>
  <inkml:trace contextRef="#ctx0" brushRef="#br0" timeOffset="115">25779 1307 8912,'0'-18'0,"0"1"0,0-2 0,0-2 0,0-2 0,0 2 0,7 2 0,7 4 0,5 1 0,4 3 0,7 7 0,-1-2 0,3 5 0,3 1 0,-1 7 0,1 5 0,5 9 0,0 2 0,0 7 0,-7-1 0,-5 3 0,-5 3 0,-11-1 0,-6 0 0,-5 1 0,-1-1 0,-7-5 0,-5 0 0,-11-1 0,-5 7 0,-5-7 0,-1 1 0,-1-2 0,1 1 0,5-3 0,2-10 0,1-1 0,-1-3 0,12-7 0,-3 2 0,13-12 0,-1-5 0,-4-20 0,1-5 0</inkml:trace>
  <inkml:trace contextRef="#ctx0" brushRef="#br0" timeOffset="116">26329 1204 8912,'-30'17'0,"-5"0"0,12 0 0,-7 2 0,5 4 0,2 6 0,0 11 0,6 6 0,7-2 0,4 2 0,6-8 0,6 4 0,8-2 0,7 0 0,0-6 0,7-5 0,3-10 0,9-2 0,-2-1 0,8-11 0,-8 1 0,5-21 0,-9-4 0</inkml:trace>
  <inkml:trace contextRef="#ctx0" brushRef="#br0" timeOffset="117">26587 1565 8912,'0'24'0,"-2"-4"0,-3 2 0,3 3 0,-4-2 0,-2 8 0,3-4 0,-1 1 0,-2 1 0,6-6 0,-3 5 0,3-7 0,2 2 0,0-4 0,0-1 0,7-1 0,3 0 0,7-15 0,0-4 0</inkml:trace>
  <inkml:trace contextRef="#ctx0" brushRef="#br0" timeOffset="118">26605 1461 8912,'0'-17'0,"-6"0"0,-2 2 0,1 1 0,-1 3 0,2 7 0,6-11 0,2 13 0,6-4 0,9 4 0,8 2 0,9 0 0,8-7 0,2-3 0</inkml:trace>
  <inkml:trace contextRef="#ctx0" brushRef="#br0" timeOffset="119">27224 1513 8912,'-17'15'0,"2"-1"0,3-3 0,-3-7 0,15 4 0,2-8 0,13 0 0,4-2 0,10-4 0,0-2 0,5-3 0,0-3 0,3 7 0,-1-1 0,-2 1 0,5-5 0,-11 6 0,-1 1 0,2 5 0,-8-6 0,2 0 0,-12 0 0,-3 6 0</inkml:trace>
  <inkml:trace contextRef="#ctx0" brushRef="#br0" timeOffset="120">28618 1238 8912,'0'-17'0,"0"0"0,0-1 0,-2-1 0,-2-2 0,-3-2 0,-3 2 0,-1 2 0,-7 4 0,1 2 0,0 1 0,0 8 0,-2 0 0,-2 8 0,-2 8 0,-6 11 0,6 5 0,2 7 0,2 5 0,4 2 0,3 4 0,-1 1 0,7-6 0,2-3 0,2-2 0,4-7 0,4-1 0,3-9 0,9-1 0,-1-9 0,0-9 0,8-2 0,4-3 0,1-11 0,1-9 0,-4-1 0,-3-5 0,-1 4 0,-5-1 0,-1-1 0,0-5 0,-2 7 0,-1 2 0,-3 0 0,-7 6 0,4 2 0,-8 25 0,0 15 0,0 9 0,0 8 0,0 2 0,0 4 0,-6 4 0,0-4 0,-7 9 0,3 0 0,-1-3 0,-1-4 0,1-10 0,-6 2 0,-6 0 0,0-6 0,0-5 0,6-17 0,-1-5 0,1-7 0,0-4 0,2-7 0,3-12 0,5-2 0,7-3 0,0-1 0,0-5 0,0-1 0,0 1 0,7-1 0,5 1 0,3 1 0,4 5 0,2 5 0,2 4 0,8 0 0,-3-4 0,-1 9 0,2-3 0,-6 10 0,5-3 0,1 2 0,-2 5 0,-2 1 0,-8 2 0,0 0 0,0 0 0,-5 0 0,-1 0 0,-5 7 0,4 7 0,-3 5 0,-3 4 0,0 5 0,2-5 0,-4 6 0,3-6 0,-3 6 0,-2-7 0,0 7 0,0-6 0,0 6 0,0-6 0,0 0 0,0-6 0,0-8 0,0-1 0</inkml:trace>
  <inkml:trace contextRef="#ctx0" brushRef="#br0" timeOffset="121">28893 1238 8912,'0'-33'0,"0"5"0,-2-3 0,-1 8 0,-3 2 0,0 2 0,6 10 0,2 1 0,4 8 0,9 2 0,10 4 0,2 5 0,3 4 0,1 3 0,-2-1 0,11 8 0,-4 1 0</inkml:trace>
  <inkml:trace contextRef="#ctx0" brushRef="#br0" timeOffset="122">29238 1341 8912,'-18'12'0,"1"-1"0,6-7 0,-1 2 0,8-5 0,-3 7 0,7 2 0,0 7 0,0 0 0,0-6 0,0 1 0,2-1 0,1 7 0,3-1 0,-2 0 0,0-6 0,2 1 0,-5-6 0,5 5 0,-2-5 0,2 5 0,-4-7 0,13 4 0,-7-16 0,5-3 0,-2-5 0,3-1 0,-5-2 0,3-4 0,-1 2 0,7-8 0,-3 8 0,-4-1 0,5-1 0,-7 4 0,3 3 0,-1 1 0,1 0 0,5 5 0,0 4 0,-5 4 0,-1 2 0,-1 8 0,1 4 0,4 3 0,-3 2 0,3 0 0,2 0 0,1 1 0,-1-1 0,6-8 0,0-3 0,0 2 0,-6-3 0,0 1 0,0-6 0,0-2 0,1-3 0,-7-5 0,1-7 0,-9 0 0,3-1 0,-4 1 0,-2 0 0,-2 0 0,-4 0 0,3 7 0,-9 4 0,1 4 0,-7 2 0,1 2 0,0 4 0,0 6 0,0 11 0,5-4 0,3 5 0,1-1 0,4 0 0,2 0 0,2-6 0,2 1 0,4-1 0,9-6 0,8 1 0,8-8 0,-3 1 0,3-3 0,-2-2 0,3-6 0,-5-1 0,0-3 0,-4-3 0,-4 3 0,-2-1 0,-6 7 0,1-2 0,-8-3 0,3 7 0,-7-6 0,0 8 0,0 8 0,0 1 0,0 9 0,-7-9 0,5-1 0,-4-10 0,12-4 0,-2-3 0,7-9 0,1-1 0,5-4 0,0 4 0,0-6 0,2 3 0,4-1 0,-4 0 0,4 5 0,-4 3 0,-1 4 0,5 3 0,-1 8 0,1 2 0,-5 4 0,-7 5 0,1 12 0,-1 6 0,-1 3 0,3 3 0,-7-1 0,5 0 0,-5 1 0,0-7 0,-6 1 0,0 0 0,0 5 0,0 1 0</inkml:trace>
  <inkml:trace contextRef="#ctx0" brushRef="#br0" timeOffset="123">29427 2218 8912,'-35'0'0,"1"-2"0,0-2 0,-1-2 0,1 3 0,-1 8 0,1 7 0,5 5 0,2 6 0,3 8 0,3 7 0,1 0 0,3 8 0,2 2 0,3 1 0,-1-3 0,7 0 0,1-16 0,5-1 0,0-8 0,0-9 0,0-1 0,2-9 0,3-2 0,5-8 0,7-9 0,6-8 0,0-3 0,8-12 0,-3-6 0,-1-4 0,2-3 0,-1-3 0,-1-1 0,-2-1 0,-8 7 0,0-1 0,1 1 0,-3 1 0,-4 4 0,3 12 0,-9 11 0,-1 13 0,-9 10 0,-5 16 0,-7 12 0,5 12 0,1 6 0,-1 10 0,-5 1 0,2 0 0,3 3 0,5-7 0,7 4 0,0-3 0,0-3 0,4-7 0,7-4 0,4-5 0,18-7 0,3-6 0,1-9 0,-1-7 0,-2-12 0,8-11 0,2-10 0</inkml:trace>
  <inkml:trace contextRef="#ctx0" brushRef="#br0" timeOffset="124">29668 2407 8912,'-17'0'0,"-1"0"0,1 0 0,0 0 0,0 0 0,0 0 0,-1 0 0,-5 6 0,0 0 0,0 7 0,6-2 0,0 5 0,2 1 0,3 0 0,5-6 0,7 1 0,0-8 0,7 3 0,5-7 0,5 0 0,6 0 0,-4-7 0,4-5 0,-2-1 0,2 1 0,-4-1 0,4 7 0,-10-5 0,-1 5 0,1 0 0,3-1 0,1 5 0,0-6 0,0 16 0,0 3 0,-5-1 0,-1 1 0,-5 1 0,6 5 0,-1-6 0,6 1 0,0-1 0,1-1 0,-1-2 0</inkml:trace>
  <inkml:trace contextRef="#ctx0" brushRef="#br0" timeOffset="125">30270 2098 8912,'0'-23'0,"0"0"0,6 0 0,0 6 0,-3 7 0,-8 4 0,1 14 0,-8 9 0,7 16 0,-5 12 0,0 7 0,1 5 0,3 4 0,-5 8 0,5-6 0,-6 0 0,7-5 0,-7 5 0,8-8 0,-1 2 0,1-11 0,-2-6 0,4-3 0,-5-5 0,-1-3 0,6-12 0,-6-17 0,8-10 0</inkml:trace>
  <inkml:trace contextRef="#ctx0" brushRef="#br0" timeOffset="126">30115 2596 8912,'-6'-23'0,"1"0"0,-3 0 0,2 6 0,4 8 0,-3-5 0,10 9 0,1-1 0,11 6 0,4-2 0,14-4 0,9 4 0,7-3 0,1-5 0,15-7 0,-6-10 0</inkml:trace>
  <inkml:trace contextRef="#ctx0" brushRef="#br0" timeOffset="127">30958 2287 8912,'-34'15'0,"0"-4"0,-1 3 0,1-7 0,-3 3 0,-3 3 0,10 3 0,-5 1 0,12 6 0,0 0 0,10 5 0,1-5 0,9 0 0,-3-6 0,10 1 0,1-1 0,9-6 0,-3-1 0,5-3 0,1-3 0,0-2 0,0-2 0,0 0 0,1-7 0,-1-5 0,0 3 0,0-3 0,1-1 0,-1-3 0,0-1 0,0 2 0,0 3 0,-5-1 0,-1 7 0,1 1 0,5 5 0,0 0 0,0 0 0,1 2 0,-1 3 0,8 5 0,3 7 0,5 6 0,1 0 0,8 7 0,2-3 0</inkml:trace>
  <inkml:trace contextRef="#ctx0" brushRef="#br0" timeOffset="128">26346 3972 8912,'-17'0'0,"0"0"0,0 0 0,2-2 0,3-4 0,8 2 0,16-7 0,7 7 0,13-2 0,-1 4 0,-2 2 0,-1 8 0,5 3 0,-3 5 0,-1 1 0,-8 2 0,2 2 0,-6 4 0,-5 2 0,-5 1 0,-7 7 0,-2-7 0,-3 1 0,-7 1 0,-3 3 0,-8-1 0,0-3 0,-7 2 0,1-8 0,4-2 0,2-10 0,4 2 0,2-7 0,7 0 0,2-21 0,8-5 0</inkml:trace>
  <inkml:trace contextRef="#ctx0" brushRef="#br0" timeOffset="129">26725 3972 8912,'-17'0'0,"0"0"0,-1 0 0,1 3 0,0 7 0,0 9 0,0 6 0,-1 4 0,1 5 0,2 2 0,3 4 0,5-3 0,7 3 0,7-6 0,5-5 0,5-4 0,6-8 0,4-8 0,9-3 0,2-4 0,3-2 0,6-8 0,-10-9 0,5-10 0</inkml:trace>
  <inkml:trace contextRef="#ctx0" brushRef="#br0" timeOffset="130">27207 4230 8912,'-10'0'0,"3"0"0,9 0 0,3 0 0,13-8 0,10-4 0,5-3 0,1-2 0,1 2 0,-1 1 0,0 3 0,1-3 0,-1 5 0,1-3 0,-1 9 0,-7-13 0,-2 7 0</inkml:trace>
  <inkml:trace contextRef="#ctx0" brushRef="#br0" timeOffset="131">25314 963 8912,'-2'-23'0,"-4"0"0,-3 0 0,-1 0 0,3 2 0,-1 6 0,6 9 0,-4 18 0,4 9 0,2 19 0,0 7 0,0 9 0,-5 5 0,-3 10 0,0 1 0,1 3 0,-1 7 0,4-2 0,-2 6 0,3 6 0,1-41 0,2 1 0,0 4 0,0 1 0,0 0 0,0 0-43,0 1 1,0-1-1,0 0 1,0 1 0,0 2-1,0 2 1,0-1-1,0 0 43,0-1 0,0 0 0,0-1 0,2-1 0,0-7 0,1-1 0,2 0 0,2 0 0,0-2 0,1 1 0,-2 2 0,0 1 0,-1 3 0,1-1 0,2-2 0,1-1 0,3-3 0,1 0 0,12 43 0,0-7 0,11 4 0,-1-13 0,10 3 0,1-15 0,-2-4 0,2-1 0,-2-1 0,2-3 0,-6-7 0,-3-3 0,-3 2 0,0-6 0,8 0 0,4-5 0,-2-7 0,2 1 0,0-2 0,6 1 0,3 11 0,-3-5 0,-4 6 0,-16 0 0,-3 4 0,-6 0 0,0 10 0,-6-9 0,-4 9 170,-13-8 0,0 3-170,0 3 0,0 5 0,0 1 0,-7-1 0,-3-5 0,-1-1 0,-1 1 0,3 3 0,-3-3 0,4-6 0,8-18 0,0-3 0,0-8 0,0 0 0,2-7 0,4-4 0,-2-4 0,7-2 0,1-8 0,5-4 0,8-3 0,4-2 0,-4-8 0,7-9 0,-5-10 0</inkml:trace>
  <inkml:trace contextRef="#ctx0" brushRef="#br0" timeOffset="132">28085 4315 8912,'0'-28'0,"-2"1"0,-2 2 0,-2 4 0,0 2 0,6 2 0,0 9 0,0 8 0,0 10 0,0 11 0,0 4 0,0 1 0,0 1 0,0 2 0,0 3 0,0-3 0,0-4 0,0 0 0,0-2 0,0-1 0,0 1 0,0-5 0,0-7 0,0 1 0,0-7 0,0 7 0,0-8 0,0 1 0,0-10 0,0-7 0,0-11 0,0-5 0,0-5 0,2-1 0,4-1 0,-2 3 0,7 3 0,-5-1 0,6 7 0,-7 2 0,7 9 0,-7-1 0,7 7 0,-1 0 0,7 6 0,1 0 0,4 0 0,-2 8 0,7 3 0,1 3 0,5-3 0,3 3 0,3-9 0,-2 3 0,8-2 0,-8-4 0,2 3 0,-3-8 0,-3-3 0,-1-8 0,-5 3 0,-5-6 0,-4-6 0,-9 2 0,-4-8 0,-4 8 0,-2-2 0,-2-2 0,-4 3 0,2 0 0,-7 11 0,-1-2 0,-5 7 0,0 0 0,0 6 0,5 8 0,1 3 0,-3 6 0,-1 6 0,5 2 0,5 4 0,-3 3 0,2-3 0,1-2 0,5 1 0,2-7 0,1 4 0,5-2 0,2 0 0,3-6 0,10-5 0,-2-8 0,8 1 0,-6-3 0,5-2 0,1-2 0,5-3 0,1-7 0,-1-9 0,-1-4 0,-5-1 0,-3 3 0,-8-6 0,1 2 0,-1-1 0,-6-5 0,1 4 0,-8 5 0,1 1 0,-3 4 0,-2 1 0,-7 9 0,5 3 0,-4 12 0,-2 3 0,3 9 0,-1-1 0,6 0 0,0 0 0,0 0 0,2 1 0,3-1 0,-1-6 0,8 1 0,-6-3 0,5 3 0,0 3 0,7-13 0,-1 4 0,0-4 0,0-2 0,0 0 0,1 0 0,-1-2 0,0-4 0,0-2 0,1-3 0,-1-5 0,0 7 0,0-1 0,-2 1 0,-3 3 0,3 4 0,-11 2 0,8 12 0,-9-3 0,3 3 0,2-1 0,-1 6 0,1 1 0,0-1 0,3-6 0,-5 1 0,7-9 0,-1 3 0,-3-4 0,3-2 0,-1-8 0,6-3 0,-5-12 0,-1-6 0,-5 3 0,4-5 0,-3-3 0,-3-4 0,4 3 0,-2 6 0,-1 3 0,-5-3 0,0 4 0,0 8 0,0 0 0,0 15 0,0 8 0,16 15 0,3 5 0</inkml:trace>
  <inkml:trace contextRef="#ctx0" brushRef="#br0" timeOffset="133">30253 4230 8912,'-8'-18'0,"-3"1"0,-6 0 0,-6 0 0,2 5 0,-8 1 0,6 7 0,-6-2 0,6 4 0,-3 2 0,1 2 0,4 4 0,2 4 0,1 7 0,7 0 0,-1 0 0,9 6 0,-3 0 0,4 0 0,2-6 0,0-5 0,2-3 0,4-1 0,3-3 0,8-5 0,2 0 0,4 0 0,-4-13 0,4-4 0,2-10 0,-2 4 0,6-13 0,-6 0 0,0-6 0,2-6 0,-6 0 0,4 2 0,-4-2 0,-2 8 0,-7 0 0,-5 6 0,-3 13 0,-2 4 0,0 15 0,-2 6 0,-3 11 0,1 21 0,-8 4 0,8 6 0,-1 0 0,3 4 0,2-5 0,0 3 0,0-2 0,7-4 0,7-7 0,7-3 0,8-3 0,3-6 0,3-12 0,7-3 0,3-8 0,-1-8 0,2-3 0,-7-7 0,1-5 0,-6-3 0,-5-9 0,-8 1 0,-8 0 0,-5-1 0,-8 1 0,-2 7 0,-4 4 0,-3 0 0,-9 6 0,-1 7 0,-4 7 0,2 3 0,-7 0 0,1 9 0,-2 8 0,4 1 0,8 4 0,0-2 0,0-3 0,1 0 0,3 0 0,4 0 0,1 1 0,2-9 0,6 6 0,10-13 0,7 4 0,0-12 0,8-5 0,0-4 0,4-3 0,-3 1 0,3 0 0,-8 0 0,2 0 0,2 5 0,-2 1 0,-6 7 0,-6-2 0,3 4 0,-1 10 0,-1 3 0,1 5 0,-7 1 0,1 0 0,-3 2 0,4 0 0,1-2 0,-3 4 0,6-9 0,-7-3 0,7 3 0,7-8 0,8 3 0</inkml:trace>
  <inkml:trace contextRef="#ctx0" brushRef="#br0" timeOffset="134">31217 3679 8912,'-23'-23'0,"2"0"0,3 2 0,5 2 0,9 10 0,-4 1 0,8 10 0,0 4 0,0 13 0,0 15 0,2 8 0,4 2 0,-4 8 0,4-1 0,1-5 0,-1 6 0,8-1 0,-3 1 0,-1 2 0,1-14 0,1 0 0,5-6 0,-6 1 0,-1-1 0,-3-2 0,-3-3 0,-2-4 0,-2-8 0,0 0 0</inkml:trace>
  <inkml:trace contextRef="#ctx0" brushRef="#br0" timeOffset="135">31062 4109 8912,'7'-17'0,"-3"0"0,8 0 0,-7 1 0,7 5 0,1-4 0,10 3 0,6 3 0,11-3 0,6 3 0,9-5 0,3 3 0,-3-3 0,1 5 0,1-3 0,-11 7 0,0-7 0,-18 6 0,-10-5 0,-1 7 0,-17-4 0,0 8 0,-8 0 0,-9 2 0,-2 4 0,-4 6 0,4 3 0,-4 2 0,-2-6 0,2 1 0,0-1 0,6 7 0,0-7 0,-1 1 0,3-7 0,4 7 0,-3-7 0,9 7 0,-1-6 0,6 5 0,2-5 0,3 5 0,11-5 0,7 6 0,7 1 0,-1 10 0,-2 4 0,1 7 0,1 6 0,6 0 0,-7 10 0,1 1 0,0 5 0,5 13 0,-7-4-106,-4 9 1,-4-3 0,-2-2-1</inkml:trace>
  <inkml:trace contextRef="#ctx0" brushRef="#br0" timeOffset="136">15350 17898 8912,'-17'-8'0,"0"-3"0,7 3 0,3 10 0,8 15 0,3 8 0,2 2 0,2 7 0,-5-1 0,3 5 0,-2 0 0,0 6 0,2 2 0,-5 2 0,5-2 0,-4 1 0,-2-6 0,0-3 0,0-2 0,0-2 0,0 1 0,0-8 0,2-5 0,4-10 0,5-6 0,12-20 0,4-5 0</inkml:trace>
  <inkml:trace contextRef="#ctx0" brushRef="#br0" timeOffset="137">15849 17846 8912,'10'-26'0,"-3"1"0,-14 13 0,-5 1 0,-5 9 0,-6 2 0,-4 10 0,-7 13 0,-2-2 0,-5 7 0,5 1 0,-4 5 0,4 6 0,3 0 0,3-1 0,1-3 0,10-2 0,2 1 0,1-1 0,10 1 0,1-7 0,5 1 0,2-8 0,3 2 0,11-10 0,7-1 0,7-9 0,-1 3 0,3-4 0,3-2 0,5 0 0,2-2 0,2-2 0,4-1 0,-6-3 0,-2 2 0,2 4 0,-2-3 0,0-5 0,-5 1 0</inkml:trace>
  <inkml:trace contextRef="#ctx0" brushRef="#br0" timeOffset="138">14335 17932 8912,'-6'-17'0,"-2"0"0,-1 0 0,-3 0 0,-5-1 0,0 3 0,0 4 0,0 5 0,-1 4 0,-1 2 0,-2 0 0,-4 2 0,-1 4 0,5 3 0,-2 8 0,2 1 0,-2-1 0,5 6 0,-1 0 0,8-2 0,3-2 0,-3-2 0,5 0 0,0 0 0,6 1 0,0-1 0,0 0 0,0 2 0,0 4 0,8-4 0,3 4 0,5-4 0,1-2 0,2 1 0,4-1 0,-4 0 0,4 0 0,-4 0 0,-4 1 0,-1-1 0,-3 0 0,-7 0 0,2 0 0,-4 0 0,-2 1 0,-2 1 0,-4 4 0,-5-4 0,-12 4 0,4-4 0,-6-2 0,2 0 0,0 0 0,0-1 0,6-5 0,-1-3 0,9-8 0,1-8 0,8-3 0,8-12 0,3-6 0,10 0 0,4-3 0,2-4 0,4-1 0,1 3 0,3 5 0,-1-3 0,0 3 0,1 2 0,-1-1 0,-1 7 0,-5-2 0,-3 9 0,-8 3 0,1 7 0,-11-2 0,-7 12 0,-7 2 0,-11 3 0,1 10 0,0-3 0,0 4 0,0 1 0,7-4 0,2 4 0,3-2 0,-1 2 0,0-4 0,6 4 0,0-4 0,2-3 0,4-5 0,-2-3 0,7-8 0,1 0 0,5-2 0,2-4 0,4-5 0,-4-6 0,4-6 0,-10 2 0,-1-8 0,-6 6 0,5-6 0,-7 8 0,2-2 0,-5 4 0,-1 2 0,2 2 0,4 3 0,-4 5 0,6 9 0,-8 3 0,5 11 0,1 7 0,6 0 0,-7-6 0,9 6 0,-3 0 0,3-2 0,-3-2 0,4-8 0,-3 1 0,3-9 0,2 5 0,1-8 0,-7 0 0,1 0 0,-7-2 0,7-4 0,-8-3 0,3-8 0,-7 0 0,0-1 0,0 1 0,0 0 0,0 7 0,0 3 0,0 7 0,0 0 0,0 7 0,8-5 0,-4 6 0,7-8 0,-5 0 0,5 0 0,-5 0 0,6 0 0,-7 6 0,5 1 0,-2 3 0,-5 3 0,5 4 0,-2 6 0,-1-2 0,-5 8 0,0 0 0,0 5 0,0 2 0,0 4 0,0-3 0,0 3 0,0-6 0,0-5 0,0-4 0,0 0 0,0 1 0</inkml:trace>
  <inkml:trace contextRef="#ctx0" brushRef="#br0" timeOffset="139">16331 17692 8912,'-17'0'0,"-2"2"0,-2 3 0,-2 7 0,0 5 0,0 6 0,0 9 0,2 12 0,2 4 0,3 17 0,3 4 0,2 3 0,7 9 0,-2-5 0,4 1 0,2-1 0,8-9 0,3-12 0,6-9 0,6-12 0,-3-7 0,4-12 0,-1-3 0,0-6 0,6-12 0,-6-6 0,6-5 0,-6-6 0,7-11 0,-3-10 0</inkml:trace>
  <inkml:trace contextRef="#ctx0" brushRef="#br0" timeOffset="140">16675 18259 8912,'-17'0'0,"0"0"0,0 0 0,-1 0 0,3 2 0,2 2 0,1 2 0,8 1 0,-1-1 0,3-4 0,9 6 0,5-8 0,3 0 0,2 0 0,1 0 0,-1 0 0,0 0 0,0 0 0,0-8 0,-5 4 0,-1-7 0,-7 7 0,4-6 0,-8 4 0,-8 5 0,4-7 0,-7 8 0,-2 0 0,-3 0 0,5 2 0,-1 4 0,8-5 0,-3 7 0,14-8 0,11 0 0,8 0 0</inkml:trace>
  <inkml:trace contextRef="#ctx0" brushRef="#br0" timeOffset="141">16968 17726 8912,'0'-17'0,"0"7"0,0-5 0,13 15 0,4 0 0,12 10 0,0 13 0,3 7 0,3 8 0,-7 8 0,1 12 0,-6-1 0,6 12 0,-14-4 0,0 11 0,-5-2 0,-6 1 0,-12-1 0,-9-5 0,-2-13 0,-10-5 0,-5-13 0,-7-3 0,-6-8 0,3-3 0,-8 3 0</inkml:trace>
  <inkml:trace contextRef="#ctx0" brushRef="#br0" timeOffset="142">18482 17881 8912,'-11'-8'0,"-1"-3"0,1-5 0,1 9 0,4 9 0,4 13 0,2 12 0,8 11 0,2 4 0,1 4 0,1 7 0,-7-1 0,5 7 0,0 0 0,-1 4 0,-5-3 0,2-3 0,-4-4 0,-2-1 0,-2-2 0,-4-4 0,-4-12 0,-7-9 0,0-8 0</inkml:trace>
  <inkml:trace contextRef="#ctx0" brushRef="#br0" timeOffset="143">18362 18397 8912,'19'-6'0,"4"0"0,5-7 0,13 1 0,10-3 0,12-2 0,2 0 0,-2 0 0,-7-1 0,-8 1 0,-8 0 0,-12 0 0,-10 0 0,-13 7 0,-10 4 0,-11 4 0,-8 2 0,-3 2 0,-4 4 0,1 4 0,1 7 0,-2 8 0,8 3 0,0-1 0,6 2 0,0-3 0,2 3 0,3-4 0,6 0 0,5-6 0,1 4 0,0-4 0,0-2 0,7-7 0,5-3 0,11-7 0,-4-7 0,4-5 0,2-9 0,-2-2 0,-2 2 0,-2 2 0,-2 2 0,0 0 0,-5 5 0,-1 1 0,-5 7 0,5-2 0,-5 4 0,4 4 0,-3 4 0,5-2 0,-7 7 0,3 1 0,-2 5 0,1 6 0,5 0 0,3-2 0,-3-8 0,3-1 0,10-9 0,-6 13 0,6-7 0</inkml:trace>
  <inkml:trace contextRef="#ctx0" brushRef="#br0" timeOffset="144">19205 17950 8912,'8'-10'0,"3"4"0,-3 4 0,-1 6 0,-7 8 0,-5 7 0,-1 15 0,-8 4 0,3 6 0,-2 10 0,1 5 0,4 2 0,8 2 0,0-4 0,0-7 0,0-4 0,0-8 0,8-2 0,4-15 0,-3-2 0,3-11 0,1-10 0,-5-8 0,-1-17 0,-7-2 0</inkml:trace>
  <inkml:trace contextRef="#ctx0" brushRef="#br0" timeOffset="145">19360 18070 8912,'0'11'0,"0"1"0,0 1 0,-8 1 0,-3-3 0,-3 4 0,3-3 0,-5 9 0,5 2 0,1 2 0,1-4 0,-1 2 0,1-2 0,5 0 0,-2 2 0,4-4 0,2 4 0,0-4 0,0-2 0,8-6 0,3 1 0,5-3 0,1 3 0,2-5 0,4-7 0,4 0 0,9-1 0,2-5 0,2-6 0,3-5 0,-3-6 0,-6 2 0,1-7 0,-3 5 0,-9-6 0,-2 8 0,-10-2 0,3 4 0,-8 2 0,-1 0 0,-5-1 0,-7 9 0,-5 3 0,-5 4 0,-6 2 0,4 8 0,-4 3 0,4 12 0,2 6 0,-1-2 0,1 1 0,2 7 0,3 5 0,5-2 0,7-9 0,0 3 0,2-5 0,5 0 0,11-5 0,6-4 0,11-7 0,-1-3 0,1-8 0,-1-10 0,1-7 0,-1-6 0,0-6 0,-7-9 0,-2 4 0,-4-4 0,-4-4 0,4 5 0,-9-3 0,-5 6 0,-1 5 0,4-3 0,-8 13 0,5 3 0,-7 16 0,0 10 0,0 5 0,0 10 0,0 4 0,0 3 0,0 3 0,6-1 0,0 0 0,7-7 0,-1-4 0,1 2 0,0-2 0,-3-2 0,-2-2 0,-3-2 0,-12 0 0,-5 0 0,-16 1 0,-7-1 0,-11 0 0,-5 8 0,-11 2 0</inkml:trace>
  <inkml:trace contextRef="#ctx0" brushRef="#br0" timeOffset="146">21700 18362 8912,'-42'0'0,"-2"8"0,-8 1 0</inkml:trace>
  <inkml:trace contextRef="#ctx0" brushRef="#br0" timeOffset="147">21459 18087 8912,'17'-7'0,"-5"-3"0,-3-7 0,-1 0 0,-2-1 0,-6 1 0,0 10 0,0 7 0,0 13 0,0 14 0,0 3 0,0 16 0,0 6 0,0 7 0,0 2 0,0 4 0,0-4 0,0 2 0,0-7 0,0 1 0,6-6 0,1-7 0,1-9 0,0-10 0,5-14 0,-4-3 0</inkml:trace>
  <inkml:trace contextRef="#ctx0" brushRef="#br0" timeOffset="148">22629 18001 8912,'18'-27'0,"-9"-5"0,-3 3 0,-4-3 0,-2-3 0,-2 3 0,-4 3 0,-9 1 0,-10 11 0,0 7 0,0 6 0,-9 4 0,5 0 0,-7 10 0,7 7 0,2 15 0,1 14 0,1 6 0,4 5 0,4-2 0,5 9 0,-1-1 0,7 5 0,0 7 0,6-1 0,0-7 0,0-9 0,2-5 0,4-1 0,-2-5 0,7-7 0,-7-1 0,2-16 0,-4-2 0,-2-10 0,-8-3 0,-2-8 0</inkml:trace>
  <inkml:trace contextRef="#ctx0" brushRef="#br0" timeOffset="149">22096 18379 8912,'-25'10'0,"10"-2"0,-8-8 0,15 0 0,-7 0 0,19 0 0,9 0 0,16-2 0,13-4 0,21-11 0,6-12 0,13-3-275,4-3 0,-6 3 275,6 3 0,-13-3 0,-4 3 0,-8-3 0,-9-10 0,-1-2 0</inkml:trace>
  <inkml:trace contextRef="#ctx0" brushRef="#br0" timeOffset="150">23180 17829 8912,'-34'17'0,"-1"3"0,1 3 0,1 3 0,5 9 0,-3 5 0,10 0 0,6-2 0,7-2 0,6-1 0,2-1 0,10 1 0,7-1 0,2-2 0,10-3 0,1-8 0,3-8 0,-1 1 0,-3-8 0,2-3 0,-8-8 0,7-13 0,-3-8 0</inkml:trace>
  <inkml:trace contextRef="#ctx0" brushRef="#br0" timeOffset="151">23335 18122 8912,'-23'22'0,"0"1"0,-6 8 0,6-4 0,2 1 0,2 1 0,10-2 0,3 1 0,6-3 0,6-8 0,11-7 0,12-4 0,5-4 0,6-2 0,-3-10 0,3-7 0,-6-2 0,-5-10 0,-4 2 0,-8-1 0,-2-5 0,-3 7 0,-7-3 0,-3 0 0,-4 6 0,-3-5 0,-5 7 0,-7-2 0,0 9 0,-1 3 0,1 7 0,0-4 0,15 16 0,4 2 0</inkml:trace>
  <inkml:trace contextRef="#ctx0" brushRef="#br0" timeOffset="152">23954 18018 8912,'-7'18'0,"3"-7"0,-7 1 0,-3-7 0,-9 7 0,4 1 0,-4 10 0,4 0 0,2 11 0,2-1 0,3 13 0,6 1 0,4 3 0,2 4 0,0 3 0,0-4 0,0 5 0,2-7 0,4-5 0,-4-4 0,4-7 0,-4-3 0,-2-3 0,0-5 0,-8-14 0,6-10 0,-4-11 0,-1-12 0,1-6 0,0-11 0,6-4 0,0-8 0</inkml:trace>
  <inkml:trace contextRef="#ctx0" brushRef="#br0" timeOffset="153">23765 18087 8912,'0'-11'0,"0"-1"0,2 3 0,4-3 0,3-1 0,9 7 0,1-1 0,4 1 0,5 4 0,11-4 0,1 6 0,-2 6 0,4-2 0,-2 7 0,-2 1 0,-9 5 0,-6 0 0,-11 0 0,-3 0 0,-5 2 0,0 2 0,-6 2 0,-8 0 0,-13-5 0,-3 4 0,-9 1 0,1 0 0,-1-5 0,-7 6 0,-2 3 0</inkml:trace>
  <inkml:trace contextRef="#ctx0" brushRef="#br0" timeOffset="154">24643 18379 8912,'0'-11'0,"-2"1"0,-4 3 0,4 1 0,-5 14 0,7 1 0</inkml:trace>
  <inkml:trace contextRef="#ctx0" brushRef="#br0" timeOffset="155">9379 7823 8912,'-2'-12'0,"-2"1"0,-4-1 0,-1 3 0,-1 3 0,-3 12 0,1 7 0,1 8 0,-1 6 0,1 0 0,1 5 0,-3-3 0,2 5 0,-3 6 0,-1-3 0,-2 3 0,-1-4 0,1-1 0,0-1 0,0 0 0,5-5 0,1 0 0,1-8 0,-1 2 0,3-4 0,1-2 0,-3-8 0,-7-9 0,0-9 0</inkml:trace>
  <inkml:trace contextRef="#ctx0" brushRef="#br0" timeOffset="156">8862 8201 8912,'0'-9'0,"0"1"0,0 8 0,0 0 0,0 8 0,0 5 0,0 8 0,6 0 0,2 6 0,1-1 0,5 1 0,1-4 0,2 6 0,2-6 0,4 5 0,-4-7 0,4 2 0,4-11 0,0 3 0,7-5 0</inkml:trace>
  <inkml:trace contextRef="#ctx0" brushRef="#br0" timeOffset="157">9362 8390 8912,'-18'0'0,"1"0"0,6 0 0,-1 0 0,-1 8 0,-10 3 0,4 5 0,-4 1 0,-2 2 0,2 4 0,0-4 0,6 4 0,-8 0 0,-4-6 0,-3 4 0,-3-11 0</inkml:trace>
  <inkml:trace contextRef="#ctx0" brushRef="#br0" timeOffset="158">8312 7341 8912,'0'-17'0,"0"8"0,0-7 0,0 7 0,0-8 0,0 9 0,0 10 0,0 11 0,0 8 0,0 10 0,0-2 0,0 5 0,0 6 0,0-4 0,0 4 0,0-3 0,0-3 0,0 1 0,0-1 0,0-5 0,0-1 0,0-7 0,0 2 0,0-4 0,0-9 0,0-3 0</inkml:trace>
  <inkml:trace contextRef="#ctx0" brushRef="#br0" timeOffset="159">8518 7496 8912,'-11'0'0,"-1"0"0,-1 0 0,-2 0 0,5 8 0,4 3 0,4 5 0,2 1 0,0 0 0,0 0 0,0 0 0,0 1 0,6-1 0,0 0 0,7 0 0,-1 0 0,3-7 0,2-4 0,1-4 0,-1-2 0,6 0 0,0-2 0,-4-4 0,-6-6 0,2-3 0,-3-2 0,-4-6 0,-3 0 0,-3-6 0,-2 7 0,-2-1 0,-3 5 0,-5-3 0,-7 4 0,0-2 0,-1 13 0,1 1 0,0 5 0,0 0 0,1 2 0,5 3 0,5 3 0,12 3 0,5 3 0,12-9 0,4 9 0,8-5 0</inkml:trace>
  <inkml:trace contextRef="#ctx0" brushRef="#br0" timeOffset="160">8897 7066 8912,'9'-7'0,"-1"3"0,-8-8 0,0 1 0,0 1 0,-6 5 0,1 10 0,1 9 0,2 7 0,-4 0 0,0 7 0,-1-1 0,3 4 0,-2-3 0,2 3 0,2 0 0,2-3 0,0 3 0,0-8 0,0 0 0,2-6 0,4-2 0,6-3 0,3-5 0,2-7 0,0 0 0,1 0 0,-1-2 0,0-3 0,-2-5 0,-3-7 0,-5 0 0,-7-1 0,-3 7 0,-7 1 0,-9 3 0,-6 3 0,-2 2 0,-1 2 0,-5 8 0,4 3 0,4 6 0,3 6 0,2-4 0,3 14 0,0-6 0</inkml:trace>
  <inkml:trace contextRef="#ctx0" brushRef="#br0" timeOffset="161">11117 7754 8912,'-2'-9'0,"-4"3"0,4 12 0,-3 7 0,3 8 0,2 8 0,-6 5 0,-2 4 0,1 4 0,-1 2 0,-4 8 0,5 7 0,-3 0 0,-3 0 0,3-1 0,-1-9 0,-3-3 0,-1-6 0,6-11 0,-7-12 0,7-9 0</inkml:trace>
  <inkml:trace contextRef="#ctx0" brushRef="#br0" timeOffset="162">10824 8218 8912,'-15'-2'0,"3"-3"0,-3 3 0,13-6 0,-5 8 0,14 8 0,5 3 0,3 5 0,2 1 0,2 0 0,4 0 0,-2-5 0,8-1 0,-2 0 0,1 7 0,3-9 0,-8-3 0,0-4 0,2 6 0,2 1 0</inkml:trace>
  <inkml:trace contextRef="#ctx0" brushRef="#br0" timeOffset="163">11237 8253 8912,'-5'11'0,"-1"1"0,-8 1 0,3 10 0,-4-2 0,-3 8 0,1-3 0,0 3 0,-2 9 0,-4-3 0,4 1 0,-4-7 0,4-7 0,-6-2 0,-2-3 0</inkml:trace>
  <inkml:trace contextRef="#ctx0" brushRef="#br0" timeOffset="164">10308 7341 8912,'0'-17'0,"0"6"0,0-1 0,-6 18 0,1 4 0,1 11 0,2 5 0,2-3 0,0 6 0,0 0 0,0-3 0,0 5 0,0-6 0,0 0 0,0-1 0,-2-1 0,-2-5 0,-2-1 0,1-8 0,5-1 0</inkml:trace>
  <inkml:trace contextRef="#ctx0" brushRef="#br0" timeOffset="165">10256 7307 8912,'-9'-8'0,"3"-3"0,-2-4 0,3-2 0,1-1 0,2 7 0,2-1 0,0 9 0,8-5 0,3 8 0,4 0 0,3 0 0,6 0 0,3 0 0</inkml:trace>
  <inkml:trace contextRef="#ctx0" brushRef="#br0" timeOffset="166">10514 7479 8912,'0'11'0,"0"1"0,0-6 0,0 5 0,0-7 0,0 6 0,0-5 0,0-3 0,0 6 0,0-1 0,0-5 0,0 8 0,0-4 0,0-4 0,0 5 0,0-7 0,0-7 0,2-5 0,4-3 0,-2-2 0,7-1 0,-5 1 0,6 0 0,-1-4 0,6 2 0,1 4 0,-1-1 0,0 3 0,0 1 0,0 3 0,1 3 0,-1 4 0,0-3 0,-2 5 0,-3 5 0,1 5 0,-7 7 0,5 2 0,-5 4 0,0-4 0,-6 4 0,0-4 0,7-2 0,3 1 0</inkml:trace>
  <inkml:trace contextRef="#ctx0" brushRef="#br0" timeOffset="167">10996 7273 8912,'-17'0'0,"0"0"0,0 0 0,0 0 0,-1 0 0,1 0 0,0 0 0,0 7 0,-1 7 0,3 5 0,4 4 0,-3 7 0,9-1 0,-1 2 0,6-3 0,2 3 0,3-8 0,5 0 0,7-6 0,2-2 0,4-3 0,2-5 0,4-7 0,1-4 0,-5-5 0,0-8 0,0-2 0,-2-6 0,-6 2 0,0-2 0,1 2 0,-3 4 0,-4-4 0,5 10 0,-5 1 0,-3 8 0,-2-3 0,-12 7 0,-2 2 0,-3 3 0,-5 5 0,5 7 0,-2 0 0,1 0 0,-1 1 0,7-1 0,2 0 0,-4 0 0,3 0 0,-1-5 0,6-1 0,8-7 0,3 2 0,4-4 0,3-2 0,1-2 0,2-4 0,2-7 0,-2-8 0,-2 2 0,-2-4 0,-5 4 0,-1 1 0,-7 7 0,2 0 0,-6 1 0,-6-2 0,-4 5 0,-7 7 0,0 0 0,0 0 0,-4 2 0,3 3 0,-3-3 0,12 6 0,-1-8 0,10 0 0,10 0 0</inkml:trace>
  <inkml:trace contextRef="#ctx0" brushRef="#br0" timeOffset="168">11513 7324 8912,'-10'-7'0,"-5"5"0,13-14 0,-6 15 0,8-7 0,0 16 0,0 3 0,0 4 0,-6 4 0,1 4 0,-1-4 0,6 4 0,-2-4 0,-2-1 0,-1-1 0,-1 0 0,6 0 0,0-5 0,0-1 0,0-7 0,0 4 0,0-16 0,0-2 0,2-9 0,3-4 0,-1 2 0,8-5 0,1-1 0,2 0 0,3 6 0,-1-2 0,-6 4 0,1 2 0,-3 5 0,3 1 0,1 5 0,-7-5 0,7 7 0,-5-2 0,3 12 0,-3-2 0,-6 7 0,4 3 0,-4 1 0,3 2 0,-3-5 0,-2-1 0,8-7 0,-6 3 0,13-7 0,-5-1 0,7-5 0,-6-4 0,1-7 0,-1 0 0,5 0 0,-5 0 0,2 5 0,-7 1 0,8 7 0,-11-4 0,9 8 0,-8 0 0,9 2 0,-7 4 0,1 1 0,-3 7 0,4-3 0,2 3 0,1-1 0,6-2 0,2 5 0,4-5 0,-4-3 0,4-2 0,2-5 0,-2-1 0,2 0 0,-2 0 0,-4-1 0,4-5 0,-4-4 0,-4-7 0,-1 0 0,-3 0 0,-7 0 0,2-1 0,-4 1 0,-2 0 0,-4 2 0,-8 3 0,1 5 0,-12 7 0,-2 1 0,2 5 0,-5 9 0,5 8 0,0 6 0,7-4 0,5 0 0,5 0 0,4 3 0,2-5 0,8 6 0,3-6 0,14-2 0,10-10 0,7 3 0,9-9 0,9 1 0,3-6 0,4-8 0,1-1 0</inkml:trace>
  <inkml:trace contextRef="#ctx0" brushRef="#br0" timeOffset="169">12700 7307 8912,'-34'0'0,"-1"0"0,3 0 0,3 0 0,-2 0 0,8 0 0,-5 2 0,5 4 0,0-2 0,6 9 0,1 4 0,5 4 0,-2 8 0,7-6 0,0 5 0,6-5 0,0 6 0,0-6 0,6 0 0,0-6 0,1-7 0,-1-5 0,3-3 0,9-2 0,-1 0 0,0-9 0,0-9 0,0-6 0,1-11 0,1 1 0,4-1 0,-8-1 0,4-2 0,-2-2 0,-3 2 0,-1-4 0,4 1 0,-5 3 0,-1 10 0,-7-3 0,2 8 0,3 0 0,-7 14 0,4 3 0,-12 12 0,-5 7 0,-3 8 0,3 8 0,-4 9 0,3 2 0,3 2 0,-3-2 0,8-4 0,-1 5 0,5-5 0,5-2 0,7-1 0,11-5 0,4-3 0,15-8 0,2 1 0</inkml:trace>
  <inkml:trace contextRef="#ctx0" brushRef="#br0" timeOffset="170">13147 7307 8912,'-34'17'0,"5"-7"0,1-4 0,1-5 0,-2-1 0,-1 6 0,7 0 0,-6 7 0,6-1 0,0 3 0,6 2 0,7-5 0,5-1 0,-3 1 0,2 5 0,0 0 0,8-2 0,2-1 0,2-3 0,7-7 0,-1 2 0,5-6 0,6-6 0,-2-2 0,8-3 0,-8-4 0,2 3 0,-4-3 0,-2-2 0,0 1 0,0 5 0,-5-2 0,-3 5 0,1 0 0,0 1 0,-5-1 0,7 2 0,-8 4 0,3-3 0,-7 10 0,0 5 0,0 7 0,0 2 0,0 4 0,0-2 0,0 8 0,0-6 0,0 5 0,2-5 0,4 6 0,-2-8 0,7 2 0,1-10 0,5-3 0,0-3 0,0-3 0,0-9 0,1-5 0</inkml:trace>
  <inkml:trace contextRef="#ctx0" brushRef="#br0" timeOffset="171">13440 7187 8912,'10'2'0,"-5"3"0,-3-3 0,-2 8 0,0-4 0,0 3 0,0 8 0,-2 2 0,-3 4 0,1-2 0,-8 8 0,3 7 0,-3 10 0,-3-4 0,5 0 0,-1-2 0,-1 0 0,7 1 0,-7-7 0,8-2 0,-1-3 0,-5-4 0,1-8 0,-9 0 0</inkml:trace>
  <inkml:trace contextRef="#ctx0" brushRef="#br0" timeOffset="172">13268 7565 8912,'-8'-10'0,"6"1"0,-3 3 0,3 4 0,15-11 0,4 7 0,14-5 0,3 5 0,8-2 0,10 3 0,7 1 0,4-8 0,2 3 0,-2-3 0,-3-1 0,-12 7 0,-8 2 0,-12 2 0,-7 2 0,-21 0 0,-11 0 0,-6 6 0,-12 0 0,0 2 0,-5-3 0,7-1 0,4 8 0,-2-3 0,2 3 0,2 3 0,10-4 0,-2-1 0,7 1 0,-6-5 0,5 4 0,-1-1 0,0 1 0,3-6 0,7 9 0,3-7 0,-1-1 0,8-5 0,-7 0 0,7 0 0,-1 0 0,6 0 0,1 2 0,-1 4 0,6-4 0,0 4 0,7-3 0,-1 3 0,4-2 0,1 7 0,0-5 0,1 6 0,-1-1 0,1 6 0,-3 1 0,-3-1 0,-4 8 0,-8 1 0</inkml:trace>
  <inkml:trace contextRef="#ctx0" brushRef="#br0" timeOffset="173">10428 9955 8912,'0'11'0,"0"1"0,0-8 0,0 3 0,6-9 0,4-2 0,3-3 0,6-3 0,10 1 0,0-5 0,3 5 0,3 1 0,-1-3 0,-2 5 0,-3 0 0,-6-1 0,4 5 0,-16 2 0,5 9 0,-16 8 0</inkml:trace>
  <inkml:trace contextRef="#ctx0" brushRef="#br0" timeOffset="174">10446 10213 8912,'0'17'0,"2"-8"0,3-3 0,-3-4 0,12-4 0,-9-4 0,11 1 0,1-12 0,2 3 0,10-9 0,1 4 0,10 2 0,-3 0 0,5 0 0,-2-1 0,0 1 0,8 0 0,-12 0 0,6 0 0</inkml:trace>
  <inkml:trace contextRef="#ctx0" brushRef="#br0" timeOffset="175">11082 9697 8912,'-9'25'0,"-8"9"0,-1 12 0,1 21 0,-6 15 0,14-33 0,1 1 0,2 6 0,1 1-809,0-2 0,2 1 1,2 3-1,2 0 1,-1-2-1,0-1 1</inkml:trace>
  <inkml:trace contextRef="#ctx0" brushRef="#br1" timeOffset="176">6384 7754 8912,'12'-2'0,"-3"-4"0,1-3 0,0-1 0,-7 1 0,1 5 0,-8-2 0,1 1 0,-9 5 0,8 0 0,-3 0 0,7 0 0,0 0 0,-8 0 0,6 0 0,-6 0 0,8 0 0,-7 0 0,5 0 0,-13-6 0,3 0 0,3 0 0,-3 6 0,6 0 0,-5 0 0,5 0 0,-5 0 0,5 0 0,-6 0 0,1 0 0,-6 0 0,5 0 0,1 0 0,-1 0 0,-5 0 0,0 0 0,0 0 0,-1 2 0,1 4 0,0-4 0,0 4 0,0 1 0,-1-1 0,1 5 0,0-5 0,0 8 0,0-3 0,-1 2 0,1 1 0,0-3 0,0 3 0,5 1 0,1 2 0,1 0 0,-1 0 0,-4 1 0,3-1 0,4-6 0,3 1 0,-3-1 0,2 6 0,-1-5 0,1-1 0,4 1 0,-6 5 0,1 2 0,-5 4 0,3-2 0,-3 8 0,3 5 0,-3 6 0,-3 2 0,3-2 0,-3-3 0,-2 3 0,2-4 0,3-2 0,-3-5 0,3 0 0,5-8 0,1 2 0,2-4 0,-2-2 0,4 0 0,-11 0 0,7 1 0,-1-1 0,1 0 0,4 0 0,-4 0 0,-1 1 0,1-1 0,-6 0 0,7 0 0,-3 2 0,4 2 0,-1 2 0,1-2 0,-4 0 0,2 2 0,-1-4 0,1 4 0,4 2 0,-4-2 0,-1 0 0,1-6 0,0 2 0,6 4 0,-2-4 0,-3 4 0,3-2 0,-4 0 0,4 2 0,2-2 0,0-2 0,0-2 0,0 6 0,0 0 0,0 6 0,0-6 0,0 2 0,0-2 0,0-2 0,0 7 0,-2 1 0,-4-2 0,4 3 0,-3-7 0,3 8 0,2-3 0,0 5 0,0 1 0,-2 1 0,-4-1 0,4 0 0,-4 1 0,5-1 0,1 0 0,-2 1 0,-4-1 0,4 1 0,-4-1 0,4-5 0,2-1 0,0-5 0,0 6 0,0-6 0,0 4 0,0-3 0,0-3 0,0 4 0,0-2 0,6 2 0,0-2 0,0-2 0,-6 8 0,0-8 0,0 2 0,0-2 0,0 1 0,5-2 0,1 3 0,0 1 0,-4-1 0,1-2 0,3-2 0,6-1 0,-7-1 0,3 0 0,-2 0 0,1 0 0,5 1 0,1-7 0,-5 0 0,2 3 0,3 1 0,-4-3 0,3-1 0,-1 1 0,7 5 0,-1 0 0,-6-6 0,1 1 0,-1-6 0,6 5 0,1 2 0,-1 3 0,0 1 0,0-6 0,0 1 0,-1-1 0,-5 6 0,5-5 0,-5-1 0,4 3 0,3 1 0,-1-4 0,0 1 0,0-1 0,0 7 0,1-3 0,-1-4 0,0 5 0,0-5 0,0 4 0,1 3 0,-1-3 0,0-2 0,0-1 0,0 1 0,6 2 0,0 3 0,2-3 0,-2-4 0,-2 5 0,8-5 0,-2-1 0,1-1 0,-3-1 0,0-4 0,-6 3 0,4-1 0,2 0 0,-2-6 0,0 0 0,-6 0 0,0 0 0,0 0 0,6 0 0,0 0 0,0 0 0,-5 0 0,-1 0 0,0 0 0,0 0 0,0 0 0,1 0 0,-1 0 0,-6 0 0,1-2 0,1-2 0,2-2 0,3-1 0,-1 1 0,0 2 0,0-7 0,0 5 0,1-6 0,-1 3 0,2-5 0,2 3 0,2-2 0,0-3 0,-6-1 0,0-2 0,1-4 0,-1 4 0,0-4 0,6-2 0,0 2 0,-6-1 0,-5 2 0,1 0 0,2 1 0,0-4 0,-3 2 0,1 0 0,-7 6 0,6-6 0,-7 0 0,3-6 0,-2 6 0,-3-7 0,9 1 0,-6 2 0,3-3 0,1-5 0,-1-3 0,-3-2 0,6 6 0,-7-3 0,7-3 0,-3-2 0,3-4 0,-5 2 0,-7 4 0,6 4 0,0-4 0,-2 4 0,-2 1 0,-2 1 0,0-1 0,0-5 0,0 0 0,0 0 0,0 6 0,0-6 0,0-1 0,0 1 0,0-2 0,0 0 0,0-4 0,0 4 0,0 8 0,0-6 0,0 0 0,0 0 0,0 5 0,0 3 0,0 3 0,0-1 0,0 7 0,0-6 0,0 6 0,-6-6 0,0 6 0,0-7 0,6 1 0,-1-5 0,-5-6 0,4 3 0,-4-3 0,-1-2 0,1 2 0,0 0 0,6 6 0,-6-1 0,1 1 0,-1 0 0,-2-1 0,6 3 0,-3 3 0,-3-3 0,2 3 0,-7-4 0,1-1 0,3 0 0,-1 1 0,1 3 0,-1 1 0,-1 0 0,-7-5 0,7 1 0,-1 5 0,1 3 0,-6 8 0,0-2 0,-3-2 0,-1-2 0,-2 2 0,1 2 0,4 1 0,-5-1 0,0-4 0,-1 4 0,1-4 0,3-1 0,-2 1 0,1-2 0,-2 2 0,3 4 0,-1-4 0,6 4 0,4 1 0,-1 7 0,-5 0 0,0 1 0,0-1 0,-1 1 0,1 4 0,0 4 0,0-3 0,-2 3 0,-2 2 0,-2 0 0,2 0 0,-4 0 0,2 0 0,-2 5 0,2 1 0,4 0 0,-4-6 0,8 2 0,-1 2 0,-3 1 0,-2 1 0,6-4 0,3 4 0,-3-4 0,11 7 0,-7-3 0,7-2 0,-2 7 0,14 1 0,9 5 0,2-2 0,10-3 0,0-5 0,5-7 0</inkml:trace>
  <inkml:trace contextRef="#ctx0" brushRef="#br1" timeOffset="177">26209 17984 8912,'9'-8'0,"-3"-3"0,-4 1 0,-2-1 0,0-2 0,0-3 0,0-1 0,0 0 0,0 0 0,0-1 0,0 1 0,0 0 0,0 0 0,2 2 0,2 1 0,1 3 0,1 7 0,-6-4 0,0 8 0,0 0 0,-7 8 0,-3 2 0</inkml:trace>
  <inkml:trace contextRef="#ctx0" brushRef="#br1" timeOffset="178">24918 18345 8912,'-17'0'0,"0"0"0,0 0 0,-1 0 0,1 0 0,9 0 0,10-2 0,14-4 0,10 3 0,15-9 0,3 1 0,7-6 0,8-1 0,3 1 0,-1 2 0,-4 3 0,2 3 0,-1 3 0,5 4 0,-6-4 0,-3 5 0,-6 1 0,-14 5 0,-11 1 0,-12 7 0,-5-1 0,-12 3 0,-3 2 0</inkml:trace>
  <inkml:trace contextRef="#ctx0" brushRef="#br1" timeOffset="179">25004 18620 8912,'-17'10'0,"0"-5"0,0 5 0,11-8 0,12 4 0,11-6 0,17-6 0,8-4 0,4-7 0,4-6 0,1 0 0,1-2 0,0 3 0,-1 2 0,1-2 0,-8 2 0,-4 3 0,-5 0 0,-7 0 0,-11 0 0,-1-1 0,-7 1 0</inkml:trace>
  <inkml:trace contextRef="#ctx0" brushRef="#br1" timeOffset="180">25503 18070 8912,'8'-10'0,"-4"1"0,7 3 0,1 4 0,5-3 0,0 3 0,2 4 0,2 5 0,2 10 0,-2 8 0,-9 10 0,1 7 0,-5 3 0,-1 7 0,1 5 0,-2-1 0,-6 7 0,-6-8 0,0 2 0,-7-3 0,1-2 0,-3-9 0,-2-4 0,0-9 0,0-5 0,-1-8 0</inkml:trace>
  <inkml:trace contextRef="#ctx0" brushRef="#br1" timeOffset="181">26364 18036 8912,'5'-12'0,"1"1"0,0-3 0,2-1 0,-5-2 0,9 0 0,-8-1 0,1 1 0,-3 0 0,-2 0 0,0 0 0,-2 1 0,-1 3 0,-3 2 0,-8 7 0,3-2 0,-4-2 0,-3 3 0,1 1 0,0 2 0,0 10 0,0 3 0,-1 12 0,1 6 0,0 3 0,0 2 0,2 3 0,3 3 0,-1 4 0,7 7 0,0 1 0,6 0 0,0-1 0,0 1 0,0-6 0,0-1 0,2-6 0,4 1 0,-2-6 0,5-3 0,-1-5 0,-4-1 0,-2-2 0,-2-6 0,-8-7 0,-2-2 0,-7-8 0</inkml:trace>
  <inkml:trace contextRef="#ctx0" brushRef="#br1" timeOffset="182">25968 18448 8912,'0'-9'0,"0"-1"0,0 4 0,9 3 0,9-9 0,8 1 0,15-7 0,8-1 0,9-4 0,5 4 0,-6-4 0,0 2 0,-5-2 0,-2 4 0,-4-4 0,-4-11 0,-8-2 0</inkml:trace>
  <inkml:trace contextRef="#ctx0" brushRef="#br1" timeOffset="183">26828 17881 8912,'-26'0'0,"-5"0"0,8 0 0,-6 0 0,6 0 0,-5 8 0,5 3 0,-6 12 0,6 6 0,0 5 0,6 6 0,6-4 0,1 6 0,2-2 0,4 1 0,4 6 0,6-1 0,4-4 0,7-2 0,0-9 0,0-2 0,-5-8 0,-1 2 0,1-6 0,3-4 0,-2-3 0,-1-3 0,-1-1 0,5-10 0,-5-7 0,5-8 0,-7-16 0</inkml:trace>
  <inkml:trace contextRef="#ctx0" brushRef="#br1" timeOffset="184">26897 18053 8912,'12'9'0,"-1"-3"0,-7-4 0,5 4 0,-3-1 0,-2 1 0,8-6 0,-9 0 0,13 8 0,-9 1 0,7 9 0,-5-1 0,-1 0 0,-2 0 0,-6 0 0,0 6 0,0 0 0,0 6 0,0-6 0,0 0 0,0-6 0,0 8 0,-8 1 0,6 1 0,-6-10 0,16-17 0,2-9 0</inkml:trace>
  <inkml:trace contextRef="#ctx0" brushRef="#br1" timeOffset="185">27207 18036 8912,'-17'7'0,"-1"5"0,3 3 0,4 2 0,-5 2 0,5 4 0,3 4 0,3 7 0,3-1 0,2-5 0,0 5 0,0-4 0,7-5 0,5-1 0,3-4 0,2-1 0,0-9 0,1-3 0,-1-4 0,0-2 0,0 0 0,1 0 0</inkml:trace>
  <inkml:trace contextRef="#ctx0" brushRef="#br1" timeOffset="186">27293 17950 8912,'0'-10'0,"0"-5"0,8 13 0,3-4 0,4 6 0,3 4 0,-1 4 0,0 1 0,0 5 0,0 8 0,1-1 0,-1 8 0,-2 2 0,-3 1 0,-5 4 0,-7 5 0,0 3 0,0 7 0,-9 1 0,-9-1 0,-1 1 0,-9-1 0,-1-7 0,-5 6 0,-1-6 0</inkml:trace>
  <inkml:trace contextRef="#ctx0" brushRef="#br1" timeOffset="187">28153 18001 8912,'6'-11'0,"2"-1"0,1-1 0,-5-2 0,2-3 0,-4 1 0,-2 0 0,-2 8 0,-4 3 0,4 13 0,-3 9 0,3 7 0,2 3 0,0 5 0,0 7 0,0 2 0,0-2 0,0 4 0,0-1 0,0-1 0,-2-4 0,-2 2 0,-2 2 0,-2 0 0,3-5 0,-5-6 0,-7-3 0,0-3 0,0-8 0,-8 3 0,-2-9 0</inkml:trace>
  <inkml:trace contextRef="#ctx0" brushRef="#br1" timeOffset="188">27930 18276 8912,'0'-17'0,"0"6"0,0-1 0,0 1 0,7 1 0,5 4 0,5 5 0,6 1 0,4 0 0,7 0 0,8-2 0,4-4 0,4 4 0,3-6 0,1 3 0,-2-1 0,1-7 0,-13 1 0,-2 2 0,-9-1 0,-4 0 0,-15-7 0,-5 9 0,-10 3 0,-7 4 0,-3 2 0,-8 0 0,0 0 0,-6 8 0,6 3 0,-5 6 0,5 6 0,0-3 0,5 2 0,1-1 0,0 0 0,2 2 0,3-2 0,3-7 0,3-3 0,4 1 0,-6-3 0,16-1 0,4-8 0,3 0 0,8-8 0,2-3 0,0-4 0,-1-3 0,5 1 0,-6 0 0,0 2 0,-6 3 0,0-1 0,1 7 0,-1 0 0,0 6 0,-6 2 0,1 4 0,-6-2 0,5 7 0,-7 1 0,2 7 0,-4 2 0,-2 2 0,5 0 0,1-6 0,0 0 0,1 0 0,3 0 0</inkml:trace>
  <inkml:trace contextRef="#ctx0" brushRef="#br1" timeOffset="189">28790 17881 8912,'0'-17'0,"0"7"0,0-5 0,0 15 0,0 0 0,0 9 0,0 14 0,0 2 0,0 4 0,-2 3 0,-4-3 0,5 3 0,-7 3 0,2-1 0,0 1 0,-1-1 0,1 0 0,4-5 0,-4 0 0,3-8 0,-3 2 0,4-4 0,-4-2 0,4-8 0,2-5 0,0-13 0,0-8 0,2-4 0,4 3 0,-2-5 0,7 0 0,-5 1 0,4 4 0,-1 3 0,1 4 0,-1-5 0,3 5 0,3-3 0,-4 3 0,7-2 0,5 7 0,-2-7 0,7 1 0,1-1 0,5-1 0,1 3 0,-1-2 0,-5-3 0,0-1 0,-8 0 0,2 0 0,-6 5 0,-6 1 0,-3 5 0,-8-5 0,-4 7 0,-7-2 0,-3 4 0,-14 2 0,-1 8 0,-6 3 0,1 4 0,0 3 0,5 5 0,0-1 0,8 3 0,-2-2 0,6-2 0,6 8 0,-3-8 0,8 2 0,3 2 0,8-4 0,7-4 0,3-4 0,10-7 0,4 5 0,5-7 0,6 2 0,-3-6 0,3-6 0,2-3 0,-2-8 0,-2-1 0,-7 1 0,-4-2 0,-3-4 0,5 4 0,-6-4 0,0-2 0,-6 2 0,-1 0 0,-5 6 0,-1 6 0,-7-1 0,3-1 0,0 5 0,-6 1 0,0 14 0,0 5 0,0 3 0,0 2 0,0 2 0,0 4 0,2-4 0,2 6 0,1-2 0,-1 0 0,-2 6 0,-2-6 0,0 1 0,0-1 0,-2-4 0,-4 4 0,-3-2 0,-8 2 0,-6-4 0,-2 4 0,-2-4 0,-2-1 0,-5-1 0</inkml:trace>
  <inkml:trace contextRef="#ctx0" brushRef="#br1" timeOffset="190">30253 17864 8912,'0'-18'0,"0"1"0,-8 8 0,-3 3 0,-5 4 0,-1 6 0,-2 7 0,-4 12 0,4 10 0,-4 5 0,6 4 0,5 2 0,-1 2 0,7 5 0,4 1 0,6 0 0,6-9 0,7-2 0,2-7 0,4-5 0,4-12 0,7-11 0,-5-6 0,0-6 0,1-8 0,3-7 0,1-11 0,1-8 0,-9-6 0,-3 6 0,-6-6 0,-5 4 0,-6 0 0,-4 0 0,-12 2 0,-7 5 0,-8 7 0,-9-1 0,-7 10 0,1 2 0,2 7 0,9 10 0,-1 2 0,7 4 0,0 5 0,6 12 0,7-4 0,4 4 0,4-4 0,10-1 0,2-1 0</inkml:trace>
  <inkml:trace contextRef="#ctx0" brushRef="#br1" timeOffset="191">30993 17640 8912,'-10'-34'0,"-5"7"0,3 4 0,-5 12 0,-6 5 0,2 8 0,-7 9 0,1 8 0,-4 18 0,3 5 0,-3 9 0,6 3 0,2 9 0,6 0 0,6 6 0,-3-2 0,8-4 0,1 1 0,5-6 0,7-1 0,5-5 0,3-5 0,2-6 0,8-3 0,2-17 0,2-6 0,-1-7 0,1-6 0,5-2 0,-1-2 0,-4-4 0,3-11 0,-5-10 0</inkml:trace>
  <inkml:trace contextRef="#ctx0" brushRef="#br1" timeOffset="192">31285 17915 8912,'0'-19'0,"0"-4"0,0 10 0,0-4 0,0 11 0,0 6 0,0 11 0,0 10 0,0 2 0,0 8 0,0-2 0,0 3 0,0 2 0,0 1 0,0-3 0,0-1 0,0-3 0,-2-6 0,-3 0 0,3-2 0,-6-3 0,8-8 0,0-3 0,2-14 0,4-9 0,3-8 0,9-11 0,-1-2 0,0-2 0,6-8 0,0 2 0,7 2 0,-1-2 0,2 10 0,-3 2 0,3 7 0,-6 12 0,0 3 0,0 6 0,-2 14 0,-6 9 0,-2 10 0,-3 13 0,-3-2 0,-3 8 0,-4-2 0,3 4 0,-3-4 0,-2-2 0,6 4 0,0-6 0,1 0 0,-1-6 0,-4-7 0,4-4 0,-4-4 0,-2-2 0</inkml:trace>
  <inkml:trace contextRef="#ctx0" brushRef="#br1" timeOffset="193">31784 17228 8912,'12'0'0,"-1"0"0,1 1 0,5 5 0,0 8 0,0 14 0,1 10 0,-1 24 0,-2 12 0,-3 16 0,-8-38 0,-1 1 0,-2 1 0,-2 1 0,1-1 0,0 1-226,1-4 0,-2 1 0,-2 2 0,-1 1 226,-1-1 0,-2 1 0,-1-1 0,-1 1 0,-2-4 0,-1 1 0,-1-1 0,-1-1 0,-2-1 0,-2-1 0,-6 3 0,-2 0 0,-1-4 0,1 1 0</inkml:trace>
  <inkml:trace contextRef="#ctx0" brushRef="#br1" timeOffset="194">16262 14872 8912,'0'-17'0,"0"0"0,0-1 0,0 1 0,-2 2 0,-3 4 0,3 3 0,-6 8 0,8 8 0,0 3 0,0 6 0,0 6 0,0-2 0,0 8 0,0-1 0,0 7 0,0-1 0,0 1 0,-2-1 0,-4 0 0,4 1 0,-3-1 0,1 1 0,-2-1 0,4 0 0,-4 1 0,5-3 0,1-3 0,1-12 0,5-11 0,2-8 0,3-10 0,5-7 0,-7-23 0,8-2 0</inkml:trace>
  <inkml:trace contextRef="#ctx0" brushRef="#br1" timeOffset="195">16710 14459 8912,'0'-17'0,"0"0"0,0 0 0,0 0 0,0-1 0,0 1 0,0 0 0,2 2 0,3 3 0,-3 7 0,6 10 0,-2 7 0,-1 3 0,3 12 0,-2 7 0,-4 8 0,3 10 0,-3 7 0,-2 4 0,0 4 0,0 2 0,0-1 0,0 1 0,0 0 0,0-2 0,0-6 0,0-9 0,0-8 0,0-10 0,8-7 0,1-18 0,9-15 0,-1-22 0,8-8 0,2-16 0</inkml:trace>
  <inkml:trace contextRef="#ctx0" brushRef="#br1" timeOffset="196">17398 13170 8912,'-17'-6'0,"0"-1"0,-1-3 0,1-3 0,2-3 0,1 1 0,3 4 0,7 1 0,-2 4 0,6 6 0,4 2 0,2 14 0,7 10 0,-1 14 0,-3 12 0,3 11 0,-3 12 0,5 9 0,-5 11 0,-5-42 0,0 3 0,2 9 0,-1 2-339,-2 4 1,0 1 0,3 6 0,0 1 338,-3 1 0,-1 0 0,2 3 0,-2 0 0,-1-2 0,-2-1 0,1 1 0,0 0 0,0-5 0,0-3 0,0-5 0,0-4 0,0-11 0,0-3 0,0 36 0,2-17 0,2-12 0,2-9 0,1-10 0,-1-15 0,4 0 0,7-31 0,0-3 0,0-20 0,0-20 0,1-10 0</inkml:trace>
  <inkml:trace contextRef="#ctx0" brushRef="#br1" timeOffset="197">18585 10866 8912,'0'-17'0,"-7"2"0,-5 3 0,3 6 0,-1 14 0,2 11 0,5 14 0,-5 12 0,2 20 0,2 16 0,3 12 0,0-37 0,2 1 0,-2 5 0,2 2 0,0 8 0,1 3 0,4 9 0,0 0 0,-1 0 0,1 0-164,5 8 0,1 0 0,-2-4 0,-1 0 0,0-2 0,0 1 0,-1 1 0,-1 0 164,-1 1 0,-1 0 0,0-7 0,-2-2-216,-2-5 1,-2-1 0,-5 0-1,-1-1 216,-1-1 0,-2 0 0,-1 3 0,-1 0 0,1-2 0,0 0 0,-3-1 0,1-1 0,0-2 0,-1-1 0,-1-4 0,-1-1-165,5 0 0,-1 0 0,1-6 0,-1 0 165,3-1 0,1-3 0,-1 29-7,3-13 0,4-14 7,2-9 400,8-19 1,-1-25-401,5-31 0,3-7 0,-5-23 0</inkml:trace>
  <inkml:trace contextRef="#ctx0" brushRef="#br1" timeOffset="198">19859 9405 8912,'-12'0'0,"1"3"0,-3 9 0,5 18 0,-1 28 0,1 18 0,-1 18 0,8-38 0,0 2 0,-1 12 0,1 4 0,0 7 0,2 4 0,-1 10 0,2 3 0,1-27 0,0 1 0,1 1 0,1 3 0,0 0 0,0 1 0,1-1 0,0 1 0,0-1-480,1 1 0,0 0 0,-1 0 0,0-1 1,-2-1-1,1 0 480,0 1 0,0 1 0,-1-1 0,-1-1 0,-1 0 0,0-1 0,1-4 0,0 0 0,0-2 0,-1 26 0,0-3 0,-1-5 0,0-2 0,0-4 0,0-1-65,0-4 0,0-1 1,-4-3-1,-2-1 65,-2-6 0,-1-2 0,0-1 0,-1-2 0,-4-5 0,-1-1 0,0 1 0,0-1-98,-1-2 0,-1 0 0,1-1 1,0-1 97,-13 37 0,-2-12-2,8-16 0,8-7 2,9-5 0,6-6 942,6-11 0,11-14-942,12-15 0,9-19 0,2-21 0,1-4 0,-7-15 0</inkml:trace>
  <inkml:trace contextRef="#ctx0" brushRef="#br1" timeOffset="199">21459 10178 8912,'0'18'0,"0"-1"0,0 0 0,0 0 0,0 16 0,0 9 0,0 13 0,0 14 0,0 17 0,0-34 0,0 3 0,0 7 0,0 2 0,0 8 0,0 3 0,4 9 0,2 4-145,-1-24 0,1 1 1,0 1-1,2 30 1,1 1-1,-1-29 1,1 1-1,-1 0 1,0-1-1,-1-1 1,1 0 144,0 0 0,-1-1 0,1 0 0,-1 1 0,1 0 0,-2 0 0,-2 0 0,0 0 0,-1-1 0,4 25 0,0-2 0,-4 2 0,0-1 0,-1-4 0,-1-2 0,1-1 0,-2-1 0,0 1 0,0 2 0,1 4 0,-2-1 0,-1-7 0,-1-1-230,0 0 1,0 0 0,-4 0 0,0-1 229,2 1 0,-1 0 0,-1-2 0,-1-1 0,-1-2 0,0-1 0,2-3 0,-1 0 0,1 0 0,1-1 0,1-4 0,0 0-140,1-6 1,1 0 0,-1-3 0,2-1 139,2-4 0,0-1 0,0 43-141,0-8 0,7-8 141,5-9 0,3-10 310,2-8 0,3-22 1,3-19-311,5-12 0,-1-4 0,2-11 0,-1-4 0</inkml:trace>
  <inkml:trace contextRef="#ctx0" brushRef="#br1" timeOffset="200">23610 12259 8912,'0'17'0,"0"4"0,0 9 0,0 18 0,0 19 0,0 17 0,0 12 0,0-36 0,0 2 0,0 4 0,-2 2 0,0 4 0,-1 1 0,-2 5 0,-2 0 0,-3 3 0,-1 1 0,-1 5 0,-1 0 0,1-1 0,-1 0-154,1-3 0,0 0 1,-3 0-1,1-2 1,2-9-1,1-2 0,0-3 1,1-1 153,0-4 0,1-2 0,0-4 0,1-3 0,-8 39 0,5-14 0,5-11 0,4-8 98,2-7 0,0-10 0,0-6 0,0-7-98,0-4 0,8-10 101,3-9 1,5-6-102,1-6 0,8-11 0,1-10 0,9-7 0</inkml:trace>
  <inkml:trace contextRef="#ctx0" brushRef="#br1" timeOffset="201">24522 11691 8912,'-9'-17'0,"-1"8"0,5 3 0,3 6 0,-4 6 0,6 9 0,6 12 0,1 18 0,7 24 0,-3 11 0,2 10 0,-6-35 0,0 3 0,-1 7 0,-1 2 0,0 9 0,-2 3 0,-2 7 0,-2 3 0,0 5 0,-2 1-421,0-29 1,-1-1 0,0 1 0,-2 0 0,0 1 0,-1-1 420,-4 1 0,0 0 0,-2-1 0,0 0 0,0 0 0,-1-1 0,-6 31 0,0-3 0,0-5 0,0-2 9,2-2 0,1-2 0,1-6 0,0-3 1,0-3-1,1-2 0,2-4 0,-1 0-9,2-2 0,0-2 0,0-4 0,3-1 0,2-3 0,2-1 0,-8 43 0,7-14 0,2-11 0,10-12 0,5-7 0,12-10 0,4-10 0,7-20 0,1-10 0,7-8 0,2-9 0</inkml:trace>
  <inkml:trace contextRef="#ctx0" brushRef="#br1" timeOffset="202">26243 12843 8912,'-6'-17'0,"1"0"0,1 0 0,4 7 0,6 4 0,1 14 0,7 11 0,-5 16 0,-1 14 0,-2 14 0,-6 17 0,-2 12 0,0-35 0,-2 3 0,-2 4 0,-3 2-484,-4 2 1,-1 3-1,-3 10 1,-2 2 483,-6 0 0,-2 1 0,1 5 0,0 1 0,0-1 0,1 0 0,0-2 0,0 0 0,2-6 0,0-2 0,2-5 0,2-3 0,4-7 0,1-2 0,4-4 0,1-1 0,3-3 0,1-1 0,-1-4 0,0-1 152,-3 38 0,-5-9-152,9-14 0,-1-4 0,6-7 0,0-3 0,0-3 0,0-8 0,0-7 0,2-6 0,3-8 0,1-4 0,11 5 0,4 3 0</inkml:trace>
  <inkml:trace contextRef="#ctx0" brushRef="#br1" timeOffset="203">27345 14098 8912,'-18'35'0,"1"-1"0,2 2 0,1 5 0,5 4 0,-1 5 0,1 5 0,-5 9 0,5 6 0,-3 16 0,-1 2 0,-2 4 0,3-2 0,3 3 0,-1-5 0,1-10 0,5-11 0,-2-6 0,4-1 0,2-5 0,2-9 0,4-6 0,-4-11 0,5-5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67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9809 3043 8912,'-8'10'0,"-3"-5"0,-4-3 0,-3-2 0,1 0 0,0 0 0,5-2 0,1-3 0,-1 3 0,-5-4 0,6 4 0,-1 2 0,1-6 0,-6 1 0,-1 1 0,1 2 0,0 2 0,-2 0 0,-2 0 0,-4 0 0,-2 0 0,-1 0 0,-7 0 0,1 6 0,-1-1 0,-7 3 0,-4-4 0,-3 2 0,-3-3 0,0 5 0,1-2 0,-7 5 0,1-5 0,0 5 0,5-5 0,-1 6 0,-5-5 0,-5 1 0,-4 0 0,-4 5 0,-3-2 0,-10-1-175,-8 1 0,4-1 175,13 1 0,1-1 0,11-4 0,-12-2 0,-5 7 0,32-6 0,-2 0 0,-1 0 0,-1 1 0,1 2 0,1-1 0,1-1 0,0 0 0,-43 9 0,43-6 0,1-1 0,-38 4 0,-6-1 0,8 1 0,-6 7 0,6 2 0,4 2 0,13-2 0,-2-10 0,17 4 0,1-3 0,10-3 0,1 3 0,6-8 0,5 1 0,10 3 0,8-2 0,7 0 0,-2-6 0,12 0 0,-4 0 350,5 0-350,1 0 0,-6 0 0,6 0 0,-8 0 0,0 0 0,7 0 0,-1-2 0,11-4 0,-3-4 0,10-7 0</inkml:trace>
  <inkml:trace contextRef="#ctx0" brushRef="#br0" timeOffset="1">7073 2871 8912,'9'0'0,"1"-5"0,-6-3 0,1-2 0,1 5 0,-6-7 0,0-1 0,-2 5 0,-3 0 0,-7 1 0,1 5 0,-7-4 0,3 6 0,-14 6 0,1 3 0,-9 9 0,-1 1 0,-2 4 0,-10 0 0,-1 11 0,-3-2 0,-9 14 0,-2 2 0,-2 2 0,-2 1 0,0 1 0,8 0-122,4-1 1,5-1 121,6-4 0,12-6 0,11-12 0,6-1 0,5-4 0,5-4 0,7 4 0,0-10 0,0-1 0,2 1 0,3 3 0,13 1 0,10 0 0,7 0 0,5 0 0,-2-5 121,8-1 1,6-1-122,5 1 0,6-3 0,-6-8 0,1 0 0,-7 0 0,7 0 0,-3 0 0,-3 0 0,-4 0 0,-10 6 0,2-1 0,2 9 0,-2-3 0,-7 4 0,-1 3 0,-5-1 0</inkml:trace>
  <inkml:trace contextRef="#ctx0" brushRef="#br0" timeOffset="2">11272 2665 8912,'9'-8'0,"-1"4"0,-6-5 0,4 1 0,-5 3 0,7-3 0,-8 6 0,0-4 0,0 12 0,0-2 0,0 7 0,0 1 0,0 5 0,0 2 0,0 4 0,-6-4 0,1 4 0,-7-2 0,5 0 0,-1 2 0,0-2 0,-3-8 0,5-1 0,-7-1 0,3-1 0,0-6 0,5-14 0,3-7 0,9-12 0,5 1 0,9-5 0,2-1 0,6-1 0,-6 1 0,5 5 0,-3 4 0,0 4 0,0 6 0,-2 9 0,-6 1 0,0 5 0,0 5 0,1 5 0,-1 7 0,0 6 0,-2 2 0,1 0 0,1 0 0,-4-2 0,10-6 0,-4-6 0,-2 1 0,1-9 0,-1 3 0,0-4 0,0-4 0,1-4 0,-1-5 0,-2-10 0,-3-2 0,-3-6 0,-3 6 0,-4-5 0,3 5 0,-5-6 0,-3 6 0,-5 2 0,-2 2 0,-3 10 0,-10 3 0,4 6 0,-4 6 0,-2 11 0,2 11 0,2 7 0,2 5 0,8-4 0,-1 4 0,8-1 0,-1 1 0,5-10 0,5 5 0,7-12 0,11-2 0,5-6 0,5-4 0,7-7 0,0 2 0,-5-12 0,-7-5 0,-5-10 0,6-2 0,-10 0 0,-2 6 0,-1-6 0,-11 0 0,1-2 0,-6 4 0,0-2 0,0 2 0,0 2 0,0 2 0,0 5 0,0 1 0,0 7 0,0 4 0,0 11 0,2 5 0,4 1 0,-2 2 0,7 4 0,-5-4 0,3 6 0,1-2 0,-1 0 0,3 0 0,5-8 0,0-4 0,0 5 0,1-14 0,-1 3 0,0-3 0,0-4 0,1-3 0,-7-5 0,0-7 0,1 0 0,-2-1 0,3 1 0,-7 0 0,5 0 0,-5 0 0,0 0 0,-6-1 0,1 7 0,5-1 0,-4 10 0,4 2 0,-4 8 0,-2 9 0,2 1 0,2 1 0,1 2 0,-1 2 0,4-1 0,-3-4 0,9-1 0,-3 0 0,5 0 0,1 0 0,0-7 0,0-4 0,0-4 0,1-2 0,1-10 0,4-7 0,-4-2 0,4-10 0,-4-1 0,-2-11 0,-2 5 0,-3-4 0,-4-2 0,-7 4 0,3 3 0,2 5 0,0 9 0,-8-2 0,-4 11 0,4 5 0,-5 9 0,8 2 0,5 1 0,4 9 0,7-5 0</inkml:trace>
  <inkml:trace contextRef="#ctx0" brushRef="#br0" timeOffset="3">13165 2648 8912,'0'-17'0,"-2"-1"0,-2 1 0,-2 0 0,2 0 0,2 0 0,-5-1 0,7 13 0,-2 8 0,8 15 0,3 7 0,-5 9 0,4 6 0,-3-2 0,1-1 0,6-3 0,-7 0 0,7 1 0,-6-3 0,-1-3 0,3-6 0,-6-4 0,4-2 0,-3-2 0,3-3 0,-2-6 0,7-12 0,-5-6 0,6-11 0,1-5 0,2-5 0,3-3 0,-1-4 0,-4 2 0,4-8 0,-9 13 0,9-1 0,-5 5 0,-1 1 0,4 3 0,3 0 0,8-2 0</inkml:trace>
  <inkml:trace contextRef="#ctx0" brushRef="#br0" timeOffset="4">13750 2596 8912,'-17'-6'0,"-1"1"0,1-3 0,0 2 0,-2 4 0,-4-3 0,4 3 0,-4 2 0,-2 0 0,2 0 0,0 6 0,6 1 0,0 3 0,-1 3 0,7 4 0,-1 6 0,9-4 0,-3 4 0,4-4 0,2-1 0,0-1 0,8-2 0,5-4 0,6-5 0,4-4 0,6-2 0,-6 0 0,2-2 0,-3-4 0,-2-1 0,3-5 0,-4-3 0,-2 4 0,-6 1 0,1-1 0,-1 7 0,7-4 0,-1 0 0,-8 7 0,7-7 0,-13 10 0,9 4 0,-8 3 0,9 8 0,-7 1 0,1-1 0,-3 0 0,2 0 0,6-5 0,-7-1 0,9-7 0,-5 3 0</inkml:trace>
  <inkml:trace contextRef="#ctx0" brushRef="#br0" timeOffset="5">13233 2734 8912,'-17'-2'0,"0"-2"0,0-4 0,2-1 0,1-3 0,3 1 0,-3-1 0,7 1 0,1-6 0,8 1 0,7 5 0,11 3 0,4 1 0,5 5 0,5-4 0,1 6 0,-1 6 0,1 3 0,-1 9 0,-1-1 0,-5 0 0,3 6 0,-8 0 0,0 7 0,-8-1 0,-3 3 0,-7 3 0,-5-6 0,-5-1 0,-5 1 0,-7 5 0,-6-5 0,-2-2 0,0-3 0,0-3 0,-3-3 0,5-7 0,5 2 0,7-7 0,7 0 0,-3-10 0,7-5 0,0-9 0,15-18 0,4 0 0</inkml:trace>
  <inkml:trace contextRef="#ctx0" brushRef="#br0" timeOffset="6">13853 2579 8912,'0'-25'0,"-2"6"0,-4-4 0,3 12 0,-9 5 0,-5 6 0,-10 6 0,-4 7 0,-5 8 0,-2 13 0,3 12 0,1 4 0,0 2 0,7-1 0,4 1 0,11-6 0,7-1 0,3-6 0,4 1 0,3-6 0,7-5 0,13-10 0,9-8 0,3-7 0,8 2 0,-1-6 0,2-6 0,2 2 0,-8-7 0,6-6 0,-6-6 0,8-15 0,-4 1 0</inkml:trace>
  <inkml:trace contextRef="#ctx0" brushRef="#br0" timeOffset="7">14507 2820 8912,'-36'5'0,"-1"1"0,3-2 0,7-2 0,6-2 0,11 0 0,5 0 0,12 2 0,11 2 0,8 1 0,9 1 0,5-6 0,-2 0 0,8 0 0,-8 0 0,2 0 0,-3 0 0,-5 0 0,-3 0 0,-6 0 0,-4-2 0,-2-4 0,-7 5 0,-3-7 0,-16 2 0,-8 0 0,-12 3 0,-9 1 0,1 4 0,-3 3 0,4-1 0,2 8 0,1-7 0,4 7 0,6-1 0,12 6 0,13-1 0,15-5 0,16-3 0,18-16 0,10-1 0</inkml:trace>
  <inkml:trace contextRef="#ctx0" brushRef="#br0" timeOffset="8">15574 2837 8912,'17'0'0,"0"0"0,-5-2 0,-1-4 0,-7 2 0,2-7 0,-4-2 0,-2-3 0,-2-1 0,-4 0 0,-4 5 0,-7 3 0,0 1 0,0 3 0,0 5 0,-1 0 0,1 0 0,-6 7 0,0 5 0,2 5 0,2 6 0,2-2 0,0 7 0,0-1 0,-1 2 0,3 1 0,4-7 0,5-2 0,4-2 0,2-1 0,0-1 0,13-8 0,5-3 0,10-14 0,1-9 0,9-4 0,2-13 0,0 3 0,-5-9 0,-3-4 0,-3-2 0,-6-3 0,-4-3 0,-4 2 0,-3 5 0,-4-1 0,-8 11 0,0 9 0,0 5 0,-2 11 0,-4 4 0,-2 20 0,-5 11 0,3 11 0,3 10 0,-5 11 0,6 6 0,1-4 0,5-1 0,2-1 0,3-6 0,5 3 0,9-14 0,4-4 0,6-5 0,11-8 0,6-12 0,1-5 0,-1-12 0,4-5 0,-4-12 0,-4-4 0,0-15 0,-7-2 0</inkml:trace>
  <inkml:trace contextRef="#ctx0" brushRef="#br0" timeOffset="9">16159 2802 8912,'-17'2'0,"-2"2"0,-2 4 0,-2 1 0,-2 3 0,2 5 0,2 2 0,-8 4 0,10-4 0,0 4 0,5-2 0,1 2 0,5-4 0,3 4 0,3-4 0,2-9 0,2-3 0,3-7 0,5-2 0,7-3 0,0-5 0,1-7 0,1-2 0,2-2 0,0-4 0,-6-2 0,2 6 0,-7-2 0,1 4 0,1 2 0,-3 0 0,3 0 0,-3 7 0,-3 4 0,-4 3 0,4-3 0,-4 6 0,0 0 0,1 9 0,3 7 0,0 3 0,-6 4 0,0 2 0,0 3 0,2-5 0,4-4 0,3-2 0,8 1 0,-5-3 0,-1-4 0,7-3 0,4-8 0,1-2 0,-5-4 0,-1-7 0,0-8 0,8-6 0,2-7 0</inkml:trace>
  <inkml:trace contextRef="#ctx0" brushRef="#br0" timeOffset="10">16555 2527 8912,'-2'-11'0,"-4"-1"0,4 9 0,-7-3 0,3 12 0,4 11 0,-4 11 0,-1 7 0,-1 3 0,0 4 0,1 2 0,-1-4 0,2 6 0,4-8 0,-3 2 0,-3-1 0,2-3 0,2 0 0,2-3 0,-3-10 0,-1-1 0,-7-4 0,1-7 0,-3-3 0,-2-16 0,-1-1 0</inkml:trace>
  <inkml:trace contextRef="#ctx0" brushRef="#br0" timeOffset="11">16297 2854 8912,'11'10'0,"1"-5"0,-7-3 0,7-2 0,-1 0 0,6 0 0,3 0 0,3-2 0,5-1 0,5-3 0,7-2 0,0 2 0,8 3 0,-2-9 0,-4 3 0,0-5 0,-4 5 0,-4 1 0,-3-5 0,-21 11 0,-5-6 0,-10 8 0,-7 0 0,-11 0 0,2 8 0,-7 3 0,6 4 0,-2 3 0,1-1 0,0 0 0,6-2 0,5-3 0,2 3 0,-1-3 0,3 3 0,8-4 0,0 1 0,4-8 0,8 1 0,1-5 0,14-4 0,0-3 0,-1-3 0,1-1 0,2-6 0,-4 5 0,-8 1 0,6 7 0,0-2 0,-2 2 0,-8 1 0,-1-3 0,-3 2 0,3 10 0,-5 3 0,-1 8 0,0 1 0,1-1 0,-1 0 0,4-7 0,7-3 0,0-7 0</inkml:trace>
  <inkml:trace contextRef="#ctx0" brushRef="#br0" timeOffset="12">17381 2699 8912,'-12'-2'0,"1"-1"0,-3-3 0,7-2 0,1 2 0,4 5 0,12-7 0,7 8 0,8 0 0,9 2 0,1 2 0,-1 1 0,-5 9 0,-1-3 0,-5-1 0,2 1 0,-4 3 0,-5 1 0,-11 2 0,1 0 0,-6 2 0,-6 4 0,-5-2 0,-12 8 0,-4-8 0,-7 2 0,-1-4 0,1-2 0,7-1 0,4-5 0,4-5 0,11-6 0,8-8 0,10-9 0,13-8 0,4-9 0</inkml:trace>
  <inkml:trace contextRef="#ctx0" brushRef="#br0" timeOffset="13">17777 2579 8912,'-27'2'0,"4"4"0,2-3 0,-2 9 0,2 7 0,-8 10 0,6 5 0,-5 6 0,6-2 0,0 8 0,4 0 0,7-2 0,3 4 0,8-8 0,12-2 0,11-9 0,7-6 0,22-12 0,-2-3 0,13-8 0,-2-2 0,2-4 0,4-3 0,-14-16 0,7-2 0</inkml:trace>
  <inkml:trace contextRef="#ctx0" brushRef="#br0" timeOffset="14">12218 3284 8912,'-17'-2'0,"0"-2"0,0-2 0,-1 3 0,1-1 0,0 0 0,0-2 0,1-1 0,5 1 0,3 4 0,8-4 0,2 12 0,4 5 0,-2-1 0,7 1 0,1-5 0,5 4 0,2-1 0,4 1 0,-2-4 0,8 3 0,3 1 0,6-1 0,1-5 0,7 2 0,1 1 0,11-1 0,5 2 0,11-4 0,9 1 0,6-1 0,-38-3 0,2 0 0,4-1 0,0 0 0,3-1 0,-1 0-39,1-2 0,0 0 1,-2 2-1,-1 0 1,0-1-1,-1-1 0,0 1 1,1 2 38,-1 0 0,1 0 0,0-3 0,0 0 0,2 0 0,-1 0 0,-2 1 0,-1-1 0,-3-1 0,-1 0 0,2 2 0,1 0 0,3-3 0,1-1 0,1 3 0,0 0 0,2-3 0,-1 1 0,0 2 0,0 0 0,1-2 0,1-2 0,2 1 0,2-1 0,5-1 0,1 1 0,6-2 0,3 1-119,10-1 0,1 0 0,4 1 0,2-1 1,-29 3-1,1 0 0,1 1 0,0 0 1,-1-1-1,1 2 119,-1-1 0,0 2 0,0-1 0,2 1 0,0-1 0,1 2 0,-1-1 0,1 1 0,0 1 0,-5 0 0,-1 1 0,0-1 0,0-1 0,-1-1 0,0 0 0,32 0 0,-1 1 0,-1-1 0,-1 0 0,-2-3 0,0 0 0,-1 4 0,-1-1 0,-7-3 0,-1 0 0,-2 4 0,-2-2 0,-10-2 0,-4-1 0,-6 1 0,-3 1 0,-6 0 0,-1 0 0,43-6 0,-14 5 0,-11-4 0,-15 3 0,-16 3 0,-9-6 0,-17 8 68,-3-5 0,-12 5 0,-3-2 0,-2-2-68,-3 3 0,-2 1 612,-3 2 1,-4 2-613,-1 3 0,-8-1 0,2 8 0,-3 1 0,-3 2 0,-7 8 0,-4 0 0,-3 0 0,-3-6 0</inkml:trace>
  <inkml:trace contextRef="#ctx0" brushRef="#br0" timeOffset="15">13905 3662 8912,'9'-8'0,"5"-1"0,-7-6 0,1 1 0,-1 3 0,-3-3 0,-2-1 0,-2-2 0,0 7 0,0 5 0,0 10 0,0 5 0,0 7 0,0 0 0,0 1 0,0 1 0,0 4 0,0-2 0,0 7 0,0 3 0,0 1 0,0-3 0,0 0 0,-2-6 0,-2 3 0,-3-1 0,-3-4 0,6-2 0,-1-2 0,3-7 0,2-4 0,0-12 0,0-7 0,0-14 0,0-9 0,0-6 0,0-4 0,0-6 0,0 8 0,0 4 0,0 6 0,0 5 0,0-2 0,0 9 0,0-1 0,0 5 0,0 9 0,0 1 0,7 8 0,5 0 0,9 0 0,2 0 0,8 0 0,-3 0 0,5 0 0,1 0 0,-5 0 0,-1 0 0,-6 2 0,-1 4 0,-8 5 0,-5 5 0,-8 1 0,-10 6 0,-7 0 0,-2 1 0,-10-1 0,2-2 0,-1 6 0,5-2 0,3-4 0,3-4 0,0-5 0,2 3 0,3-4 0,-1-1 0,7 1 0,8-7 0,10 2 0,11-4 0,5-2 0,5-6 0,1 0 0,1 3 0,-1 1 0,-2 2 0,-3 0 0,-4 7 0,-15 9 0,-7 8 0,-8 1 0,-13 0 0,-6 6 0,-11-3 0,-1 3 0,-2-1 0,-3-3 0,3-2 0,8-8 0,1-5 0,2-8 0,-2 1 0,12-5 0,12-5 0,3-7 0,17-19 0,4-5 0</inkml:trace>
  <inkml:trace contextRef="#ctx0" brushRef="#br0" timeOffset="16">14576 3679 8912,'-33'0'0,"5"0"0,5 2 0,3 4 0,3-4 0,0 4 0,0-3 0,0 3 0,5-2 0,3 7 0,1 3 0,4 1 0,2 2 0,2 0 0,0 3 0,0 3 0,6-4 0,0 4 0,7-10 0,-1-2 0,3-5 0,2 4 0,0-3 0,0-3 0,1-4 0,-1-6 0,0-3 0,0-8 0,1-1 0,-1 1 0,0-6 0,0 0 0,0-1 0,-1 3 0,-3-2 0,-1 2 0,-7 7 0,7 3 0,-8-1 0,3 1 0,-7-1 0,0 9 0,0 3 0,0 9 0,0 8 0,0 1 0,0-1 0,0 0 0,0 2 0,0 4 0,0-4 0,0 4 0,0-4 0,0-2 0,0 0 0,0 1 0,-2-3 0,-2-2 0,-1-1 0,-1-8 0,6 1 0,0-10 0,2-5 0,2-9 0,3-4 0,3-6 0,-4-1 0,5 1 0,1-1 0,5 7 0,-4-2 0,3 4 0,3-2 0,2 6 0,-4 5 0,0 8 0,0-1 0,1 10 0,-3 7 0,-2 3 0,-1 2 0,-1 8 0,6 4 0,-1-4 0,-5-2 0,6-4 0,-1-2 0,5 0 0,0 0 0,-2-7 0,-2-4 0,0-5 0,0-1 0,1 0 0,-3-7 0,-4-7 0,-3-5 0,0-4 0,-6-1 0,3 1 0,-5 4 0,-5-4 0,-5 5 0,-7 7 0,3 3 0,-1 8 0,-4 0 0,0 0 0,-2 2 0,-2 4 0,4 4 0,-4 7 0,9 6 0,3 0 0,0-1 0,1 3 0,-3-6 0,7 4 0,0-4 0,6-1 0,0-7 0,0 1 0,2-9 0,4 3 0,7-4 0,8-2 0,4-13 0,4-5 0,3-10 0,-3-1 0,3-9 0,1-4 0,-4 0 0,-6 0 0,-4-6 0,-2 2 0,-8 2 0,-3-2 0,-4 10 0,-2 2 0,0 7 0,-2 12 0,-4 3 0,3 12 0,-9 12 0,8 11 0,-1 5 0,3 7 0,2 5 0,0-2 0,0 8 0,0 2 0,0 1 0,7-5 0,5-4 0,-3-1 0,3 1 0,-1-4 0,7 4 0,-1-11 0,0-8 0,0-8 0,0-7 0,8 3 0,2 1 0</inkml:trace>
  <inkml:trace contextRef="#ctx0" brushRef="#br0" timeOffset="17">15436 3679 8912,'-11'2'0,"-1"4"0,8-2 0,-1 7 0,3 3 0,-4-3 0,0 6 0,1-3 0,5 10 0,0-1 0,0 0 0,5 8 0,1-2 0,5-5 0,-5-1 0,8-5 0,-5-5 0,3-4 0,-1-1 0,1-2 0,5-6 0,0-2 0,0-4 0,-1-3 0,-5-9 0,2-5 0,-7-1 0,0-3 0,1-4 0,-5 1 0,4 1 0,-4 4 0,-2 8 0,0 0 0,0 0 0,0 9 0,0 8 0,0 12 0,0 9 0,0 0 0,0 7 0,6-7 0,0 2 0,5-4 0,-3-2 0,1 1 0,3-9 0,5-3 0,-6-4 0,1-2 0,-6-2 0,5-4 0,-7-3 0,2-9 0,-4 1 0,-2 0 0,0 0 0,1 0 0,5-1 0,-4 9 0,6-1 0,-8 5 0,0 3 0,7-14 0,3 7 0</inkml:trace>
  <inkml:trace contextRef="#ctx0" brushRef="#br0" timeOffset="18">16176 3679 8912,'0'12'0,"0"-1"0,-6-5 0,1 5 0,-3-5 0,2 6 0,4-1 0,-5 6 0,1 0 0,0 1 0,1 1 0,5 4 0,0-2 0,0 7 0,0-7 0,0 2 0,0-4 0,0-1 0,0-1 0,0 0 0,0-7 0,-8-3 0,-2-7 0</inkml:trace>
  <inkml:trace contextRef="#ctx0" brushRef="#br0" timeOffset="19">16073 3628 8912,'0'-10'0,"0"-5"0,0 13 0,8-6 0,3 8 0,6 0 0,6 0 0,2 0 0,4 0 0,3 0 0,-3 0 0,1 0 0,-1 0 0,4 6 0,-5 0 0,-3 0 0,-2-6 0,-4 0 0,-2 0 0,1 0 0,-9 7 0,-9-5 0,-11 4 0,-10-2 0,-4 1 0,-2 7 0,-3 3 0,3 2 0,-2 1 0,8 4 0,-2 1 0,4 8 0,2-2 0,7-3 0,3 1 0,1-2 0,0-4 0,0 6 0,14-10 0,3 0 0,5-7 0,1-10 0,2-8 0,2-3 0,4-7 0,2-5 0,-6-5 0,2-12 0,-4 1 0,-2-6 0,-2 4 0,-3-4 0,-5-3 0,1-2 0,-6 4 0,4 0 0,-4 8 0,-2-2 0,0 11 0,0 7 0,-2 10 0,-4 6 0,4 6 0,-4 8 0,4 9 0,2 10 0,0 13 0,0 6 0,0 4 0,0 1 0,0 6 0,0 1 0,0-7 0,0-5 0,2-8 0,4 3 0,6-1 0,9-6 0,4-7 0,1-6 0,-3-12 0,6-3 0,0-19 0,5-6 0</inkml:trace>
  <inkml:trace contextRef="#ctx0" brushRef="#br0" timeOffset="20">16985 3370 8912,'-23'7'0,"0"5"0,2 5 0,2 6 0,7-2 0,1 8 0,1-1 0,-1 7 0,5-1 0,4 1 0,8-1 0,0 0 0,7 1 0,-1-1 0,-3-5 0,1-2 0,-1-3 0,1-3 0,-6-2 0,3-1 0,-9-9 0,-3-3 0,-5-6 0,-7-6 0,-8-11 0,-2-10 0</inkml:trace>
  <inkml:trace contextRef="#ctx0" brushRef="#br0" timeOffset="21">16641 3748 8912,'7'10'0,"-3"-3"0,8-7 0,-1 0 0,6 0 0,3 0 0,2 0 0,7-7 0,11-5 0,-1-3 0,6-2 0,3 0 0,2-1 0,2 1 0,-1 0 0,-7 0 0,-4 0 0,-9-3 0,-2-2 0,-8 2 0,0-2 0,-8 2 0,-5 3 0,-16 8 0,-1 1 0,-7 16 0,5 3 0,-3 6 0,7 4 0,-1 4 0,0 2 0,-3 2 0,5 5 0,-7 0 0,1 1 0,3-3 0,-3-3 0,7 1 0,-5-7 0,2-2 0,5-2 0,-1-1 0,-2-1 0,4-8 0,-6-3 0,8-12 0,8-9 0,4-10 0,3 0 0,2 1 0,0-5 0,0 6 0,3-6 0,3 6 0,-2 6 0,7 6 0,-5 1 0,6-1 0,-8 3 0,2 8 0,-2 0 0,2 0 0,-4 0 0,4 0 0,2 8 0,-2 3 0,0 5 0,-6 1 0,8-6 0,1 1 0,1-1 0,-4-1 0,2-3 0,-2-7 0,8 0 0,-5 0 0</inkml:trace>
  <inkml:trace contextRef="#ctx0" brushRef="#br0" timeOffset="22">18138 3490 8912,'-17'-17'0,"5"0"0,1 0 0,5 1 0,-5 5 0,7 3 0,-6 10 0,6 6 0,-1 7 0,1 6 0,-4 12 0,2 1 0,1 2 0,5 10 0,0-2 0,0 2 0,0 4 0,0-5 0,0-1 0,0 0 0,0-2 0,0-3 0,0-3 0,0-2 0,0-7 0,0-4 0,0-8 0,0-9 0,-8-31 0,-2-21 0</inkml:trace>
  <inkml:trace contextRef="#ctx0" brushRef="#br0" timeOffset="23">17931 3542 8912,'10'-8'0,"-2"-3"0,-1-3 0,5 3 0,3-4 0,2 3 0,6 4 0,0 3 0,8-3 0,-3 2 0,3 3 0,0 8 0,-5 7 0,-1 3 0,-2 2 0,-6 0 0,-7 6 0,-4 0 0,-4 6 0,-2-6 0,-8 5 0,-4-5 0,-3 6 0,-2-6 0,-4 0 0,4-6 0,-4 4 0,11-2 0,1-3 0,1-11 0,8 3 0</inkml:trace>
  <inkml:trace contextRef="#ctx0" brushRef="#br0" timeOffset="24">18603 3576 8912,'-25'0'0,"6"-7"0,-8 5 0,4-4 0,4 6 0,-4 6 0,6-3 0,5 9 0,-3 5 0,3 6 0,5 2 0,1-4 0,4 4 0,2 1 0,0-5 0,0 2 0,8-4 0,3-1 0,4-1 0,8-2 0,0-3 0,0-7 0,-5-8 0,-1-5 0,0-2 0,0-3 0,0-10 0,6 2 0,0-8 0,-2 8 0,-9-2 0,3-1 0,-3 1 0,3-2 0,0 4 0,-1-2 0,-3 2 0,-7 8 0,2 1 0,-3 6 0,3-5 0,-4 7 0,6-4 0,-1 14 0,5 2 0,3 1 0,2 5 0,0-1 0,1-1 0,1 3 0,4-4 0,-6 5 0,0 1 0,0 0 0,-5 0 0,-4 2 0,-3 2 0,-3 2 0,-2 0 0,0-6 0,-7-1 0,-5-5 0,2 2 0,-1-7 0,5 0 0,-5-6 0,7-2 0,-2-4 0,4-5 0,2-5 0,8-1 0,3 0 0,7 0 0,5 0 0,-2-6 0,7 0 0,1 2 0,5 7 0,-1 3 0,-4-2 0,1 5 0,-7 2 0,0 2 0,-6-1 0,1 3 0,-1-4 0,-8 4 0,-3 8 0,-12 0 0,2-1 0,-7-5 0,0 0 0,-7 0 0,1 8 0,0-6 0,2 6 0,1-3 0,3 1 0,-1 7 0,3-3 0,1 7 0,8 0 0,0-5 0,0-1 0,8-7 0,1 4 0,8-8 0,1 0 0,-1 0 0,6 0 0,0 0 0,0-2 0,2-4 0,-6 2 0,4-7 0,1 5 0,-1-5 0,0 5 0,-5-6 0,-1 9 0,0-3 0,0 4 0,-7 2 0,-3 0 0,-7 2 0,0 4 0,-5-3 0,-1 9 0,-6-1 0,7 7 0,-7-1 0,5 0 0,-3 0 0,6 0 0,-1 0 0,3-5 0,2-1 0,-8-7 0,6 12 0,-6-15 0,10 7 0,4-8 0,-4-8 0,4-3 0,1-4 0,1-4 0,2-2 0,3-2 0,-4 0 0,3 6 0,-2-1 0,1 1 0,4 0 0,-5 2 0,7 3 0,0 5 0,0 7 0,1 0 0,-1 0 0,0 7 0,0 5 0,-7 3 0,-2 0 0,-3-1 0,1-3 0,0 1 0,-6 5 0,0-8 0,7 7 0,-5-15 0,8 7 0,-4-10 0,5-4 0,-1 3 0,1-9 0,1 1 0,5-6 0,0 1 0,0 5 0,-5 3 0,-1 8 0,3 0 0,1 0 0,2 0 0,0 0 0,0 0 0,1 0 0,-1 0 0,0 0 0,0-2 0,0-2 0,1-3 0,-1-3 0,0 4 0,0-5 0,-7 5 0,-4-5 0,-3 1 0,3-1 0,-4-4 0,-2 13 0,-11-4 0,-5 4 0,-1 2 0,0 6 0,0-1 0,-1 9 0,1-3 0,2 5 0,4 1 0,-3 2 0,8 4 0,1-10 0,5 4 0,2-1 0,3-1 0,7 0 0,11-3 0,3-5 0,9-7 0,9 0 0,8 0 0,7-7 0,10-5 0,-1-18 0,1-7 0</inkml:trace>
  <inkml:trace contextRef="#ctx0" brushRef="#br0" timeOffset="25">20582 3215 8912,'-18'0'0,"1"0"0,0-6 0,0 1 0,1 1 0,5 10 0,-2 5 0,7 12 0,-6 4 0,7 7 0,-7 6 0,6 0 0,-5 2 0,5-3 0,2 3 0,2 2 0,2-8 0,0-2 0,2-1 0,4-10 0,-2 0 0,7-8 0,3-4 0,1-3 0,2-8 0,1-2 0,-1-4 0,0 2 0,0-7 0,0 0 0,1-7 0,-1 1 0,0 0 0,-6 2 0,1 3 0,-8-3 0,3 13 0,-7-6 0,0 8 0,0 2 0,0 4 0,0 5 0,0-1 0,0 1 0,0 1 0,2 5 0,4 0 0,-2 1 0,7-1 0,-5-6 0,6 1 0,-7-3 0,7 3 0,-6-3 0,5-3 0,-7-4 0,5 5 0,-3-7 0,-4 0 0,6-7 0,-8-3 0</inkml:trace>
  <inkml:trace contextRef="#ctx0" brushRef="#br0" timeOffset="26">20323 3353 8912,'-53'11'0,"7"-1"0,14-3 0,16 1 0,10-2 0,8-4 0,12 3 0,16-3 0,18-2 0,10-2 0,5-3 0,4 1 0,-4-8 0,-12 8 0,-5-1 0,-8 3 0,-3-6 0,-1-1 0</inkml:trace>
  <inkml:trace contextRef="#ctx0" brushRef="#br0" timeOffset="27">18430 3060 8912,'-11'18'0,"1"-1"0,3 0 0,-1-2 0,4-1 0,-1-3 0,3-7 0,13 2 0,3-4 0,14-2 0,5 0 0,5 0 0,8 0 0,13 0 0,14-2 0,17-4 0,-42 2 0,3-2 0,8-2 0,3-3 0,3 0 0,1-1 0,6-2 0,2 0 0,9 0 0,2 1-131,6-2 1,2 1 0,1 1-1,1 0 1,-5-2 0,0 1-1,-1 2 1,-1 1 130,0 1 0,-2 1 0,0 1 0,-3 1 0,-10 0 0,-3 2 0,-7 1 0,-3 0 0,-6 0 0,-3 1 0,27 1 0,-15-4 0,-23 4 0,-15 0 0,-19-3 0,-12 3 0,-5-4 0,-5-2 0,-1 3 0,-6-3 0,-2 4 0,1-2 0,-1 3 0,-4-1 347,6-2 1,0 4 0,6-4-348,0 4 0,7 2 0,-5 8 0,5 2 0</inkml:trace>
  <inkml:trace contextRef="#ctx0" brushRef="#br0" timeOffset="28">2375 7221 8912,'9'0'0,"7"0"0,-5 0 0,-1 0 0,1 0 0,-5-6 0,5 1 0,-7-1 0,11 6 0,-3 0 0,-4 0 0,7 0 0,-11 0 0,7 0 0,-5-2 0,5-2 0,3-2 0,-5-5 0,3 5 0,-1-5 0,7 5 0,-7-5 0,0 5 0,1-6 0,5 7 0,-5-7 0,-1 6 0,1-7 0,-3 11 0,6-13 0,-13 13 0,6-6 0,-8 8 0,0 0 0,-8 0 0,6 0 0,-5 0 0,7 0 0,0 0 0,-8 0 0,6 0 0,-5 0 0,-1 0 0,-2 0 0,-7 0 0,0 0 0,5 2 0,1 2 0,-2 2 0,-3-2 0,-1 3 0,0-1 0,-6 5 0,0-5 0,-6 6 0,6-7 0,-5 7 0,5-6 0,-8 1 0,2-1 0,-1 2 0,1 3 0,-3-1 0,3-5 0,2 3 0,-1 3 0,1-1 0,-2-4 0,-1-4 0,7 3 0,2-1 0,1 2 0,-3-4 0,1 4 0,-1-4 0,5-2 0,-5 0 0,0 0 0,1-6 0,4 0 0,-5-5 0,0 3 0,0 0 0,-1 1 0,3-5 0,-8 6 0,2-5 0,-2 5 0,-3-5 0,3 5 0,-3-5 0,-3 5 0,1-6 0,0 7 0,-1-1 0,1-2 0,-6 6 0,-1-3 0,1-3 0,6 2 0,5-1 0,0 1 0,-3 2 0,-2-7 0,-3 1 0,14-1 0,-5-5 0,5 5 0,0 1 0,5-1 0,1-1 0,0 3 0,6-6 0,-1 3 0,3-3 0,-3-2 0,3 5 0,3 1 0,2-1 0,-8-5 0,9 0 0,-3 0 0,-2-1 0,3 1 0,-7-6 0,4-1 0,1-1 0,-1 0 0,-3-6 0,5 3 0,-2-7 0,3-5 0,3-4 0,-4-7 0,4-1 0,2 0 0,0-5 0,2-2 0,2-2 0,1-4 0,9-2 0,-3-2 0,-1 8 0,1 4 0,-7-2 0,2 1 0,-4 9 0,-2 8 0,0-1 0,0 0 0,0 0 0,0 0 0,6 0 0,-1 2 0,1 2 0,-6-8 0,2 6 0,4-6 0,-4 8 0,3-2 0,3 4 0,0 1 0,-1 1 0,1-1 0,0 7 0,-3-1 0,-3 6 0,4-5 0,-4 12 0,-2-1 0,0 4 0,0-5 0,2 1 0,3 0 0,-3 6 0,4-1 0,-4 1 0,-2-6 0,2-1 0,2 1 0,3-2 0,3-4 0,-6 4 0,2-4 0,3-2 0,3 2 0,-3-5 0,3 5 0,-7 0 0,7 6 0,-6-2 0,5-4 0,-1 9 0,1-3 0,-1 9 0,-5-3 0,5-1 0,7 1 0,0 0 0,-5 7 0,-3-4 0,1 2 0,0 1 0,1-1 0,6 0 0,0 0 0,8 1 0,4 5 0,-2-6 0,1 0 0,1-5 0,5 5 0,3-5 0,3 5 0,-9-2 0,3 4 0,-2-1 0,1 1 0,1-4 0,1 2 0,-6-5 0,-1 5 0,-7-1 0,2 1 0,-2 4 0,2-4 0,-6 2 0,1-1 0,-1 3 0,-6-4 0,5 4 0,1 2 0,2-2 0,4-4 0,-2 5 0,8-5 0,-1 2 0,7-2 0,1 2 0,2-5 0,2-1 0,-1 1 0,-3 3 0,-2-5 0,1 7 0,-1-2 0,-1 4 0,-5 2 0,3 0 0,-8 0 0,6 0 0,-6 0 0,1 0 0,-1 0 0,-2 0 0,8 0 0,-8 0 0,2 0 0,-2 2 0,2 4 0,-2-4 0,8 3 0,-1-3 0,-1-2 0,6 0 0,-5 0 0,11 0 0,1 0 0,0 0 0,-6 0 0,1 0 0,-1 0 0,6-2 0,0-3 0,-5 3 0,-6-4 0,-3 4 0,3 2 0,2 0 0,-8 0 0,-1 0 0,-4 0 0,-1 0 0,2 0 0,2 0 0,2 0 0,6 0 0,-6 0 0,1 0 0,-1 0 0,4 0 0,8 0 0,-7 0 0,1 0 0,0 0 0,5 0 0,0 0 0,1 0 0,-6-6 0,-1 1 0,-1-3 0,4 4 0,-3-1 0,3 1 0,-6 0 0,-2-2 0,2 4 0,-2-4 0,7 5 0,-1 1 0,-2-6 0,1 0 0,-5 0 0,6 6 0,0 0 0,5 0 0,-5 0 0,-1 0 0,1 0 0,5 0 0,1 0 0,-1 0 0,1 0 0,-1 0 0,1 0 0,-1 0 0,0 0 0,1 0 0,-3 0 0,-3 0 0,3 0 0,-1 0 0,3 2 0,1 4 0,3-4 0,-9 4 0,5-4 0,6-2 0,-3 1 0,3 5 0,-4-4 0,1 4 0,1-4 0,2-2 0,0 0 0,-6 0 0,1 2 0,-1 3 0,3-3 0,3 4 0,-2-2 0,8 2 0,-8-4 0,2 3 0,2 3 0,-1-2 0,4 5 0,-4-5 0,6 0 0,-1-6 0,4 5 0,2 1 0,1 0 0,3-6 0,3 2 0,2 3 0,4-3 0,10 4 0,-5-4 0,5-2 0,-10 0 0,-2 0 0,-7 0 0,1 0 0,-2 0 0,3 0 0,-3 0 0,8 0 0,0 0 0,4 2 0,-2 2 0,-2 1 0,-9 1 0,-2-6 0,-7 0 0,-4 0 0,-11 0 0,5 0 0,-5 0 0,5 0 0,-1 0 0,2 0 0,3 0 0,1 0 0,2 0 0,-2 0 0,-2 0 0,8 0 0,0 0 0,6 0 0,-3 0 0,-1 0 0,-2 2 0,2 4 0,-6-4 0,-2 3 0,-2-3 0,2-2 0,-1 0 0,7 0 0,-6 0 0,6 0 0,-2 0 0,1 0 0,-1 0 0,-3 0 0,-5 0 0,4 0 0,-5 0 0,-7 0 0,5 0 0,-5 0 0,5 0 0,1 0 0,6-2 0,1-3 0,6 3 0,-1-4 0,4-2 0,2 3 0,-1-7 0,1 6 0,0-5 0,-1 5 0,-1-5 0,-4 5 0,-2-2 0,-4 3 0,-4 3 0,6-6 0,-2 2 0,1 1 0,1-1 0,-2 6 0,10 0 0,7 0 0,0-6 0,-5 1 0,-6-1 0,0 6 0,-2 0 0,2 0 0,-8 0 0,-8 0 0,1 0 0,-8 0 0,6 0 0,-6 0 0,-1 0 0,-4 0 0,1 0 0,2 0 0,2 0 0,2 0 0,-2 0 0,1 2 0,5 3 0,4-3 0,-5 4 0,11 2 0,1-3 0,0 3 0,-6-2 0,6-4 0,1 3 0,-1 3 0,-8-2 0,-1-2 0,-3-2 0,-5-2 0,6 0 0,-8 0 0,2 0 0,-4 0 0,-2 0 0,6 0 0,0 0 0,2 0 0,-2 0 0,-2-6 0,8 0 0,5-5 0,6 3 0,1 0 0,1 1 0,-4-1 0,8 2 0,0 4 0,5-3 0,-5-3 0,0 2 0,-8-1 0,2 1 0,3 4 0,-3-4 0,6 2 0,-6-1 0,2 3 0,-2-4 0,4 2 0,8-1 0,-3 3 0,-1-4 0,-2 4 0,2 2 0,1 0 0,3 0 0,-8 0 0,-4 0 0,2 0 0,-2 0 0,1 0 0,-7 0 0,-1 0 0,-5 0 0,5 0 0,-5 0 0,11 0 0,1 0 0,0 6 0,-4-1 0,2-1 0,3-2 0,5-2 0,-6 0 0,0 0 0,-6 0 0,1 0 0,-1 0 0,1 0 0,1 0 0,2 2 0,2 4 0,8-4 0,-2 3 0,4 5 0,1 1 0,1-1 0,0 2 0,-1-7 0,1 7 0,-1-7 0,1 7 0,-8-3 0,-4 3 0,4-3 0,0-5 0,2 2 0,0-2 0,0-2 0,5-2 0,3 0 0,3 0 0,3 2 0,3 3 0,2-3 0,-8 4 0,2 2 0,-1-3 0,-5 7 0,5-6 0,-3 5 0,2-5 0,-1 5 0,7-5 0,-6 5 0,5-5 0,-3 0 0,-4 2 0,-1-5 0,-3 9 0,-1-8 0,-4 1 0,4 3 0,-4-2 0,-1 5 0,7-5 0,-4 2 0,9-3 0,-3-3 0,-3 4 0,1-4 0,0-2 0,-3 0 0,-3 0 0,2 0 0,-6 0 0,2 0 0,4 0 0,2 0 0,1 0 0,1 0 0,0 0 0,7 0 0,4 0 0,-4 0 0,-1 0 0,-5 0 0,-1 0 0,-1 0 0,1 0 0,0 0 0,-1 0 0,-5 0 0,0 0 0,6 0 0,5 0 0,0 0 0,-7 0 0,-4 0 0,-6 0 0,2-2 0,-2-4 0,0 4 0,-5-3 0,-6 3 0,-1 2 0,-5 0 0,6-2 0,0-2 0,-3-2 0,7 0 0,-4 6 0,-1 0 0,7 0 0,-7 0 0,7 0 0,-1 0 0,-5 0 0,3 0 0,3 0 0,-3 0 0,-3 0 0,-4 0 0,-8 0 0,6 0 0,0 0 0,-6 6 0,-5 0 0,1-2 0,2-2 0,2 5 0,1-5 0,-1 4 0,0 4 0,0-1 0,0 8 0,1-5 0,-1-1 0,0 1 0,0 5 0,1 2 0,-1 4 0,-2-2 0,-3 8 0,3-1 0,-4 7 0,3-1 0,-3 0 0,3-5 0,-7 0 0,1 1 0,-1 3 0,5-1 0,-6-3 0,-1 9 0,-5-4 0,0 10 0,0-4 0,-5 8 0,-1-2 0,-7 4 0,3 1 0,-1 1 0,-1-1 0,1 1 0,-7 0 0,7-8 0,-1-4 0,1 2 0,-6-4 0,0-4 0,-1-3 0,1-8 0,0 5 0,-2-5 0,-2 4 0,-4-2 0,-2-4 0,4-2 0,-5-2 0,-7 0 0,-5 1 0,-2-1 0,2 0 0,-6 6 0,-12 0 0,3 7 0,-8-1 0,6 4 0,-7 1 0,7 2-124,-6 4 0,2-3 124,-2 3 0,-6-4 0,0-2 0,-4-5 0,-13-2 0,-4 0 0,3-1 0,-3-10 0,15 1 0,-5-4 0,3 4 0,1 1 0,-1-1 0,5 0 0,9 0 0,-2 0 0,7 1 0,1-1 0,5 0 0,6-2 0,0-3 0,6 3 0,-6-4 0,0 5 0,-5-1 0,-3-2 0,-3-1 0,-6-3 0,-12 3 0,1 1 0,-3-7 0,10-2 0,6-2 0,4-2 0,5 0 0,2 5 0,5 1 0,-5 0 0,4-6 0,-6 0 124,-5 0 0,3 0-124,-3 0 0,-2 0 0,1 0 0,-7 2 0,2 4 0,-4-5 0,-1 5 0,-1-4 0,0-2 0,0 0 0,0 0 0,2 6 0,4 0 0,4-1 0,7-5 0,1-2 0,-1-3 0,8 3 0,4-4 0,-2-2 0,2 3 0,-8-3 0,2 2 0,-2 2 0,2-7 0,-5 7 0,-1-2 0,-1 3 0,-11-3 0,7 4 0,-4-4 0,-2 2 0,-4-1 0,-2 3 0,-17-4 0,13 4 0,-1 2 0,5 0 0,12 0 0,-3 2 0,3 4 0,11-2 0,0 7 0,2-5 0,4 3 0,0 1 0,-2-1 0,4 1 0,-8 1 0,-2 5 0,-10-5 0,3 4 0,-8 3 0,6-1 0,-7 0 0,7-5 0,-6-1 0,-2 0 0,-10 7 0,-3-9-199,-8-3 1,2 2 198,4-3 0,3 3 0,8-2 0,16-4 0,7 3 0,8-1 0,3 2 0,1-2 0,-1 7 0,-1-7 0,-2 2 0,-4-4 0,-2-2 0,-4 2 0,-9 3 0,1-3 0,-7 4 0,-2-4 0,-10-2 0,-1 2-120,-4 3 1,9-3 119,8 4 0,0-2 0,-6 2 0,0-3 0,0 9 0,8-8 0,4 1 0,5-1 96,6 2 1,-7-4 0,5 4 0,-2-4-97,-5-2 0,-5 1 0,-9 5 0,-11-4-145,0 4 1,0-4 144,11-2 0,2 0 0,2 0 0,2 0-28,-2 0 0,5 0 28,3 0 0,4 0 120,1 0 0,-5 0-120,-1 0 0,3 0 0,9 0 0,-4 0 0,4 0 0,-2 2 147,3 3 1,-7-3-148,0 4 0,1-2 0,-9 0 0,3 1 0,0-1 0,-6 0 0,5 2 0,1-4 0,5 3 0,2-3 29,5-2 1,-3 0-30,8 0 0,-2 0 0,1 0 0,-8 0 0,-9 0 0,-7 6 0,2 0 0,-4 0 0,-2-6 0,8 0 0,4 0 0,17 5 0,5 1 0,12 0 0,0-6 0,-1 0 0,1 0 0,2 0 0,-4 0 0,2 0 0,-2 0 0,2 0 0,-4 0 0,-7 0 0,-8 0 0,-4 0 0,-10 0 0,-1 0 0,0 0 0,5 0 0,0 0 0,1 0 0,7 0 0,4 0 0,5 0 0,7 0 0,-5 0 0,4 0 0,-1 0 0,1 0 0,-3 0 0,3 0 0,-4 0 0,-3 0 0,-2-2 0,-2-4 0,-8 4 0,2-4 0,2 5 0,-2 1 0,2 0 0,-2 0 0,10 0 0,7 0 0,1 5 0,-7 1 0,8 0 0,4-6 0,-1 0 0,1 0 0,-2 2 0,2 3 0,4-3 0,-4 4 0,2-4 0,-2-2 0,-6 0 0,-3 0 0,-3 0 0,1 0 0,-1 0 0,1 0 0,0 0 0,-1 0 0,3 0 0,1 0 0,4 0 0,2 0 0,-5-2 0,1-4 0,2 4 0,-1-3 0,7 3 0,-2 2 0,-4 0 0,-2 0 0,-1-6 0,1 0 0,-4-1 0,5 1 0,-5 4 0,-1-4 0,1 4 0,5 2 0,-3-5 0,8-1 0,0 0 0,6 6 0,0 0 0,0 0 0,-1-6 0,1 1 0,0 1 0,0 0 0,0 0 0,-1-2 0,1-5 0,0 5 0,0 1 0,-1-3 0,1 6 0,0-4 0,0 2 0,0-1 0,-1 3 0,1-4 0,0-3 0,0 7 0,0-4 0,-1 2 0,1-2 0,6 4 0,-1-3 0,1 1 0,-6 0 0,-1-2 0,1 3 0,0 1 0,0 2 0,0 0 0,-1 0 0,1 0 0,0-6 0,0 0 0,-1 0 0,1 6 0,0 0 0,0 0 0,0-1 0,-1-5 0,-1 4 0,-4-4 0,4 2 0,-4-1 0,-2 3 0,3-4 0,-3 2 0,4 0 0,-2-1 0,2 1 0,2 2 0,1 2 0,-1-6 0,-4 0 0,4 1 0,-4 5 0,4 0 0,2 0 0,-6-6 0,0 0 0,2 2 0,2 2 0,-4 2 0,0 0 0,0 0 0,6 0 0,-6 0 0,0 0 0,0 0 0,0 0 0,0 0 0,6 0 0,5 0 0,1 0 0,-6 0 0,-1 0 0,1 0 0,0 0 0,0 0 0,0 0 0,-1 0 0,1 0 0,0 0 0,6 0 0,-1 0 0,1 0 0,-7 0 0,1 0 0,0 0 0,0 0 0,0 0 0,-1 0 0,1 0 0,0 0 0,0 0 0,5 0 0,1 0 0,-1 0 0,1 6 0,-1 0 0,9 0 0,-13-6 0,14 0 0,-5 2 0,7 3 0,0-3 0,-2 6 0,-4-8 0,4 0 0,-7 0 0,3 0 0,4 2 0,-4 3 0,2-3 0,-1 4 0,3-4 0,-14-2 0,14 0 0,-7 0 0,3 0 0,4 2 0,-3 4 0,3-4 0,2 5 0,0-5 0,0 4 0,7 11 0,3 10 0</inkml:trace>
  <inkml:trace contextRef="#ctx0" brushRef="#br0" timeOffset="29">15075 5622 8912,'11'0'0,"1"0"0,1 0 0,2 0 0,3 0 0,-1 0 0,0 0 0,-5-6 0,-1 1 0,2 1 0,-5 0 0,0 0 0,-1-1 0,-5-1 0,4 0 0,-12 0 0,-3 1 0,-9 5 0,1 0 0,0 0 0,-2 0 0,-4 0 0,2 0 0,-8 0 0,1 0 0,-7 0 0,1 0 0,1 0 0,3 0 0,1 0 0,-5 0 0,-7 0 0,1 1 0,6 5 0,-6-4 0,0 4 0,-1-2 0,-1 1 0,-2-3 0,-7 4 0,-3-2 0,-3 2 0,1-4 0,-7 3 0,0-3 0,-4-2 0,2 0 0,2 0 0,6 0 0,-6 0 0,1-2 0,-1-3 0,2 3 0,4-4 0,3 4 0,-3 2 0,-2 0 0,1 0 0,7-6 0,5 1 0,6-1 0,-6 6 0,0-6 0,-6 0 0,-1-1 0,-5 3 0,-7-2 0,-7 2 0,-5-3 0,-3 1 0,5 0 0,12 6 0,4-6 0,7 1 0,8-1 0,4 6 0,6-2 0,3-2 0,4-1 0,3 1 0,-5 2 0,6 2 0,0 0 0,6 0 0,0 0 0,5 0 0,1 0 0,5 0 0,-6 0 0,9 0 0,-5 0 0,8 0 0,0 0 0,8 0 0,1 0 0,8 0 0,1 0 0,-1 0 0,0 7 0,0 3 0</inkml:trace>
  <inkml:trace contextRef="#ctx0" brushRef="#br0" timeOffset="30">12769 5124 8912,'0'-12'0,"0"1"0,0-3 0,0 5 0,0-3 0,0 1 0,0-1 0,0 1 0,-2 5 0,-4-5 0,2 7 0,-7-2 0,-1 4 0,-5 2 0,-8 8 0,-3 3 0,-5 5 0,-3 1 0,-4 2 0,-6 4 0,0-2 0,-6 7 0,4 1 0,-9 6 0,5-7 0,7 1 0,-3-6 0,8 5 0,1-7 0,11 2 0,5-5 0,4-7 0,7 4 0,1-3 0,7-5 0,-4 9 0,8-13 0,0 9 0,0-8 0,0 11 0,0-3 0,0 3 0,0 2 0,0 0 0,0 0 0,0 1 0,0-1 0,0 0 0,-2-2 0,-1-1 0,-3-3 0,0-5 0,6 5 0,0-5 0,0 5 0,2-7 0,4 2 0,-4 4 0,13-3 0,-4 7 0,5-3 0,3-5 0,4 5 0,-2-5 0,7 5 0,1-5 0,7 6 0,3-1 0,1-1 0,8 3 0,-2-7 0,3 5 0,3-5 0,-1 7 0,1-1 0,-8-5 0,-4-1 0,2 2 0,-2-2 0,-3-1 0,-7 3 0,-5-6 0,-8 4 0,-7-5 0,-2-1 0,-10 0 0,-4 0 0,4 0 0,-7 0 0,3 0 0,4 0 0,-4 0 0,12 0 0,3 0 0,9 0 0,7-7 0,1-3 0,9-7 0</inkml:trace>
  <inkml:trace contextRef="#ctx0" brushRef="#br0" timeOffset="31">18947 5141 8912,'-12'0'0,"1"0"0,-3 0 0,-1 0 0,-2 0 0,0 0 0,5 0 0,1 0 0,7 0 0,-2 0 0,12 0 0,5 0 0,12 5 0,6 1 0,5 0 0,7-6 0,6 0 0,9 0 0,-1 0 0,8 0 0,2-8 0,10-3 0,-4-4 0,3-3 0,-5 3 0,-6 4 0,-3-5 0,-9 5 0,-15 3 0,-7 3 0,-15 3 0,-9 2 0,-10 0 0,1 0 0,-8 0 0,8 0 0,-3 0 0,7 7 0,0-5 0,7 6 0,-5-8 0,6 0 0</inkml:trace>
  <inkml:trace contextRef="#ctx0" brushRef="#br0" timeOffset="32">19790 4780 8912,'-34'0'0,"7"-6"0,4 0 0,6-1 0,5 1 0,5 4 0,14-6 0,7 8 0,7 0 0,5 8 0,9 3 0,1 5 0,4 1 0,-3 2 0,3 4 0,-4 4 0,-3 7 0,-3 2 0,-1 4 0,-10 4 0,-2 8 0,-9 1 0,-14 5 0,-11 3 0,-12 8 0,-9-1-358,-2 1 358,0-8 0,5-1 0,1-9 0</inkml:trace>
  <inkml:trace contextRef="#ctx0" brushRef="#br0" timeOffset="33">20874 4522 8912,'10'-12'0,"-3"3"0,1-1 0,2 1 0,1-5 0,-1-1 0,-3-2 0,-1 0 0,-6-1 0,0 1 0,0 0 0,0 0 0,0 0 0,0-1 0,0 7 0,-2 1 0,-4 3 0,4 1 0,-5 8 0,7 6 0,0 9 0,2 2 0,3 10 0,-3 7 0,4 10 0,-2 3 0,2 3 0,-4 0 0,3-1 0,-3-1 0,-2-4 0,6 1 0,0-6 0,1-1 0,-1-6 0,-2-9 0,7-8 0,-5-2 0,4-11 0,-3-6 0,7-13 0,-5-12 0</inkml:trace>
  <inkml:trace contextRef="#ctx0" brushRef="#br0" timeOffset="34">21236 4470 8912,'0'-17'0,"1"0"0,5 0 0,-4-1 0,6 1 0,-8 0 0,-2 8 0,-4 3 0,0 4 0,-11 2 0,4 13 0,-10 4 0,-4 14 0,-2 3 0,-1 3 0,1 9 0,-2-3 0,9 3 0,-3-2 0,2-4 0,9-9 0,-3 3 0,11-11 0,1 0 0,3-4 0,2-2 0,9-7 0,9-4 0,6-6 0,11-6 0,1 2 0,4-7 0,2-6 0,4-6 0,2 0 0,-8 6 0,0-6 0,-5 0 0,-3 0 0,-3 6 0,-6-1 0,-12 1 0,-1 0 0,-4 0 0,-6 1 0,0 3 0,-10 2 0,1 7 0,-3-2 0,1-3 0,-7 7 0,1 2 0,2 13 0,3 8 0,5 0 0,7 8 0,0-1 0,0 7 0,0-1 0,0 1 0,5-7 0,1 1 0,13-2 0,-1 1 0,10-3 0,1-8 0,3-7 0,5-4 0,1-6 0,2-6 0,0-4 0,-5-7 0,-3-6 0,-3 0 0,2-5 0,-9 5 0,-6-6 0,-11 6 0,-3-6 0,-2 6 0,-7 1 0,-5 4 0,-3 1 0,-2 0 0,0 7 0,-1 3 0,1 1 0,0 0 0,5 2 0,1 10 0,5 4 0,-5 7 0,7 0 0,-2 0 0,4 2 0,2 4 0,10-4 0,7 4 0,2-3 0,10-3 0,-6-6 0,4-1 0,-1-1 0,1 1 0,-4-1 0,6 3 0,-10 3 0,-2-3 0,0 1 0,-7 0 0,1-1 0,1 1 0,-8 2 0,1 3 0,-1-3 0,0-2 0,4-3 0,1-3 0,3-1 0,13-6 0,-6-15 0,6-4 0</inkml:trace>
  <inkml:trace contextRef="#ctx0" brushRef="#br0" timeOffset="35">22199 4677 8912,'-17'-8'0,"6"6"0,-1-4 0,6 4 0,-5 2 0,7 2 0,-2 4 0,4 5 0,2 10 0,0 2 0,0-2 0,0-1 0,0 2 0,0 1 0,0-2 0,0-2 0,0-1 0,0-1 0,0-6 0,2-1 0,4-2 0,-2-3 0,7-5 0,-5-7 0,6-5 0,-3-5 0,3-6 0,3 2 0,-4-8 0,-1 6 0,1-5 0,-1 7 0,1-2 0,3 4 0,-9 2 0,7 5 0,-6 1 0,7 7 0,-3 0 0,-1 8 0,7 5 0,-5 9 0,4-1 0,2 0 0,3-6 0,3 1 0,-2-3 0,7 3 0,1-4 0,5-8 0,1 0 0,-1 0 0,-1-8 0,-5-4 0,3-9 0,-8-2 0,-2-5 0,-10 3 0,-3 0 0,0 0 0,-6 2 0,3 6 0,-8 0 0,-3 0 0,-9 7 0,-3 5 0,-1 5 0,-9 5 0,5 11 0,-6 6 0,8 7 0,-2-6 0,4 8 0,2-3 0,5-1 0,3 0 0,1-1 0,4 1 0,2-6 0,2 2 0,8-9 0,5-5 0,8-1 0,8-4 0,5-3 0,6-1 0,-3-9 0,3-8 0,-2-2 0,2-10 0,-9 0 0,3-5 0,-5-6 0,0 0 0,-4-2 0,-8 2 0,-6 3 0,1-3 0,-8 4 0,1 1 0,-3 1 0,-2 0 0,-6 7 0,-1 4 0,-1 4 0,1 2 0,-7 7 0,3 4 0,3 18 0,2 5 0,4 17 0,2 3 0,0 3 0,0 2 0,0 6 0,0-2 0,0 3 0,0 3 0,2-6 0,4-1 0,4-6 0,7 1 0,0-6 0,0-5 0,8-4 0,4-8 0,3-8 0,3-9 0,-1-9 0</inkml:trace>
  <inkml:trace contextRef="#ctx0" brushRef="#br0" timeOffset="36">24471 4058 8912,'-25'-35'0,"4"1"0,-8-1 0,8 9 0,-2 3 0,4 6 0,2 5 0,0-1 0,-1 7 0,1 2 0,0 10 0,2 11 0,3 12 0,-1 3 0,5 6 0,1 4 0,-1 4 0,2 10 0,6-9 0,0 5 0,0-2 0,0 1 0,0 1 0,0 1 0,0-13 0,2 8 0,2-4 0,4 2 0,1 0 0,-3-10 0,5-1 0,-7-3 0,2-9 0,-4 0 0,5-14 0,3-1 0</inkml:trace>
  <inkml:trace contextRef="#ctx0" brushRef="#br0" timeOffset="37">23954 4642 8912,'-17'-17'0,"2"0"0,3 0 0,-1-1 0,7 1 0,1 0 0,8 0 0,9 0 0,11-1 0,15-1 0,8-4 0,4 10 0,3-4 0,3 2 0,1-1 0,0 5 0,-5-1 0,-2 9 0,-4-3 0,-4 4 0,-8 2 0,-7 0 0,-10 0 0,-9 0 0,-16 2 0,-3 4 0,-5 5 0,7 4 0,3 2 0,-2 1 0,3-1 0,-1 0 0,6 0 0,2 0 0,4 1 0,-3-1 0,9 0 0,-3 0 0,3 0 0,3-1 0,-3-5 0,5 2 0,6-7 0,-4 0 0,6-6 0,-2-2 0,0-4 0,7-3 0,-1-8 0,-2-3 0,1-2 0,-7 1 0,2-8 0,-3 8 0,-3-2 0,-6 4 0,-1 2 0,-3-1 0,-1 9 0,-6 1 0,0 8 0,0 8 0,0 3 0,0 5 0,0 1 0,2 0 0,2 0 0,2 0 0,1 1 0,-1-1 0,-2-6 0,7 1 0,-7-1 0,11 6 0,-11-7 0,8-4 0,-8-4 0,11-2 0,-11 0 0,7 0 0,-7-8 0,2-4 0,-2-3 0,1-2 0,-3 0 0,4 0 0,2-1 0,-3 1 0,1 0 0,2 0 0,1 0 0,3 1 0,-1 5 0,3 5 0,1 4 0,-4 2 0,1 0 0,1 2 0,2 4 0,3 2 0,-1 3 0,-6 4 0,1-3 0,-3 3 0,5 2 0,-5 0 0,-1 1 0,5-7 0,-1 1 0,-1-7 0,7 7 0,-5-8 0,12 3 0</inkml:trace>
  <inkml:trace contextRef="#ctx0" brushRef="#br0" timeOffset="38">25779 4281 8912,'-20'0'0,"-1"0"0,-2-2 0,2-4 0,-3 6 0,1 0 0,-2 8 0,2 9 0,4 2 0,-4 4 0,6 8 0,5 7 0,4-2 0,8 4 0,0 4 0,2 0 0,4 0 0,6-4 0,5-11 0,6-6 0,4-6 0,7-5 0,0-5 0,1-7 0,-1-7 0,1-5 0,-1-11 0,0-11 0,1-10 0</inkml:trace>
  <inkml:trace contextRef="#ctx0" brushRef="#br0" timeOffset="39">26071 4006 8912,'-11'0'0,"-1"0"0,8 0 0,-9 2 0,7 6 0,2 7 0,3 6 0,1 9 0,0-1 0,0 9 0,1 2 0,5 1 0,6 1 0,1-6 0,-2 4 0,3 2 0,-8-2 0,5 0 0,-5-5 0,0-3 0,-6-3 0,-8-4 0,-4-8 0,-11-8 0,-3-1 0</inkml:trace>
  <inkml:trace contextRef="#ctx0" brushRef="#br0" timeOffset="40">25899 4539 8912,'-2'-17'0,"-4"0"0,4-1 0,-3 1 0,3 6 0,2-1 0,7 3 0,5-3 0,9-3 0,2 4 0,2 3 0,-2 2 0,2 4 0,5 0 0,-1-1 0,1-3 0,-3 0 0,2 6 0,-2 0 0,3 2 0,-3 2 0,-2 2 0,0 1 0,-6-1 0,0 3 0,-4 1 0,-7 3 0,2-5 0,-3 2 0,-3 3 0,-2 2 0,-2 2 0,0-5 0,0-1 0,-2 3 0,-4 1 0,4 2 0,-3 0 0,1-5 0,-2-1 0,4-5 0,-4 5 0,-3-7 0,5 4 0,-6-10 0,3-4 0,1 2 0,6-7 0,0-2 0,0-8 0,2-2 0,4 2 0,3-4 0,7 2 0,-3 0 0,-2-2 0,1 4 0,5-7 0,0 1 0,1-2 0,-1 4 0,0 8 0,-6 2 0,1 3 0,-1-3 0,-1 13 0,-2-5 0</inkml:trace>
  <inkml:trace contextRef="#ctx0" brushRef="#br0" timeOffset="41">26605 4315 8912,'9'8'0,"6"-6"0,-13 6 0,6-8 0,-8 0 0,-2 0 0,-4 0 0,3 0 0,-9 0 0,-1 0 0,5 7 0,0 3 0,8 7 0,0 0 0,2 0 0,4 1 0,4-7 0,7-1 0,0-3 0,0-1 0,0-14 0,1-3 0,-7 1 0,1-1 0,-7-1 0,7-5 0,-8 0 0,1 0 0,-3 0 0,-2-1 0,0 7 0,0 0 0,-7 7 0,-3-4 0,-7 8 0,0 0 0,-1 0 0</inkml:trace>
  <inkml:trace contextRef="#ctx0" brushRef="#br0" timeOffset="42">26983 4367 8912,'0'10'0,"-7"-3"0,5-7 0,-8-5 0,4-1 0,4 0 0,-5 8 0,7 4 0,0 3 0,0 8 0,0 1 0,-6-1 0,0 0 0,1 0 0,5 0 0,0-5 0,0-1 0,0-7 0,0 2 0,0-12 0,1-3 0,5-10 0,6-3 0,3 0 0,2-3 0,0 4 0,1-2 0,-1 2 0,2 7 0,4 3 0,-10 1 0,4-1 0,-3 3 0,3 8 0,0 0 0,0 0 0,-5 8 0,-1 3 0,3 5 0,1 1 0,2-2 0,1-1 0,-1-5 0,0-1 0,0-3 0,0-5 0,2 0 0,4 0 0,-3-9 0,3-8 0,1-2 0,-1-10 0,0 0 0,-7-5 0,-3 1 0,-2 5 0,-7-3 0,2 8 0,-4 0 0,-2 6 0,0 8 0,0 3 0,-2 12 0,-2 5 0,-2 4 0,1 10 0,5 4 0,2 3 0,3 3 0,5 1 0,7 4 0,0-4 0,1 5 0,-7-5 0,0-2 0,-1 1 0,1-3 0,-5-3 0,-4-6 0,-4-4 0,-4-2 0,-3-2 0,-8-3 0,-6-5 0,-2-7 0,-2 0 0,-3 0 0,3-2 0,0-3 0,2-7 0,-5-18 0,3-7 0</inkml:trace>
  <inkml:trace contextRef="#ctx0" brushRef="#br0" timeOffset="43">28773 4281 8912,'9'-8'0,"-1"5"0,-8-9 0,0 1 0,-2-6 0,-4-1 0,-3 9 0,-8 3 0,-6-2 0,0 3 0,-8 5 0,3 9 0,-3 5 0,2 5 0,-1 9 0,7 1 0,-4-2 0,10 1 0,-2-5 0,13 4 0,2-2 0,2-4 0,2-2 0,2-9 0,6-5 0,7-3 0,6-2 0,4-6 0,-2 1 0,-4-9 0,4 3 0,2-4 0,-2-3 0,0 7 0,-6 0 0,-2 5 0,-3-6 0,3 9 0,-4-3 0,5 4 0,1 2 0,-6 0 0,1 2 0,1 4 0,3 3 0,1 8 0,0-5 0,0-1 0,0 1 0,6 3 0,0-4 0,0-3 0,-6-8 0,1 0 0,6-8 0,3-1 0</inkml:trace>
  <inkml:trace contextRef="#ctx0" brushRef="#br0" timeOffset="44">29186 4264 8912,'-10'0'0,"3"0"0,7 0 0,7 0 0,5 0 0,3 2 0,2 4 0,1-3 0,-1 9 0,0 1 0,0 2 0,0 3 0,1-1 0,-7 0 0,1 0 0,-9 0 0,13 1 0,-14-1 0,5-8 0,-7-1 0,0-10 0,2-4 0,4-7 0,5-8 0,7 2 0,4-4 0,0-2 0,6 2 0,-1 0 0,2 6 0,3 0 0,-3 0 0,-4 1 0,-2 5 0,-4-2 0,-2 7 0,0 0 0,0 6 0,1-8 0,5 5 0,-1-9 0,3 6 0,-2-5 0,4 0 0,6-5 0,-3 1 0,-1-2 0,-2 9 0,1-9 0,-5 4 0,-11-5 0,-5 1 0,-7 0 0,-2 2 0,-3 3 0,-14 5 0,-16 7 0,-7 2 0,-10 3 0,1 12 0,-3 12 0,-1 4 0,-3 1 0,1 6 0,6 0 0,12 6 0,5-6 0,13 8 0,4-2 0,9-2 0,14 2 0,13-10 0,15-2 0,10-3 0,14-12 0,7-6 0,7-3 0,-7-4 0,4-6 0,-6-8 0,0-4 0,-3-10 0,-9-7 0,-7-4 0,-2-1 0</inkml:trace>
  <inkml:trace contextRef="#ctx0" brushRef="#br0" timeOffset="45">21081 5880 8912,'0'-11'0,"0"-1"0,-8 1 0,-2-7 0</inkml:trace>
  <inkml:trace contextRef="#ctx0" brushRef="#br0" timeOffset="46">20977 5708 8912,'-11'0'0,"-1"0"0,9 0 0,-5-2 0,6-2 0,-4-1 0,4-1 0,-5 6 0,7 0 0,0 8 0,0 3 0,0 6 0,0 6 0,0 4 0,0 7 0,5 8 0,3 4 0,0 4 0,-1 1 0,5 1 0,-6 0 0,5-3 0,-5-3 0,0-4 0,-6-8 0,5-7 0,1-4 0,-2-4 0,-2-9 0,-2-12 0,0-15 0,-8 0 0,-1-16 0,-9 6 0</inkml:trace>
  <inkml:trace contextRef="#ctx0" brushRef="#br0" timeOffset="47">20909 6104 8912,'9'-2'0,"-3"-4"0,1 2 0,-1-7 0,0 5 0,-6-6 0,0 7 0,0-7 0,2 7 0,4-7 0,5 1 0,12-7 0,4 1 0,0 0 0,5 2 0,-3 3 0,-2 5 0,1 7 0,-1 2 0,2 3 0,-4 7 0,-10 11 0,-4 7 0,-5 8 0,-4 1 0,-2 6 0,-2-6 0,-4 1 0,-5 2 0,-10-2 0,-4-2 0,-2-2 0,0-3 0,-1-4 0,-5-3 0,5-3 0,3-11 0,2-1 0,11-7 0,5-8 0,7-5 0,1-10 0,5-6 0,11-12 0,10-7 0</inkml:trace>
  <inkml:trace contextRef="#ctx0" brushRef="#br0" timeOffset="48">21476 6086 8912,'10'0'0,"-2"0"0,-8 8 0,-8-4 0,-3 7 0,1 1 0,-2 5 0,7 0 0,-7 0 0,8 1 0,-1-1 0,3 2 0,2 2 0,0 2 0,0-2 0,2-8 0,3-1 0,-1-3 0,8 3 0,-1-5 0,6-7 0,-5 0 0,-1 0 0,-1-7 0,1-5 0,-3-9 0,-6-2 0,2 2 0,2 2 0,-3-4 0,-8 0 0,1 2 0,-8 10 0,7-4 0,-7 3 0,8 4 0,-11 1 0,11 7 0,-7 0 0,7-8 0,-4-1 0</inkml:trace>
  <inkml:trace contextRef="#ctx0" brushRef="#br0" timeOffset="49">21821 6069 8912,'-2'-17'0,"-4"0"0,4 5 0,-4 1 0,2 7 0,-1-2 0,3 4 0,-6 4 0,8 6 0,0 9 0,0 0 0,2 6 0,4-2 0,5 2 0,-1-4 0,1 4 0,1-6 0,5-5 0,0 1 0,0-7 0,1 5 0,-1-5 0,0 0 0,0-6 0,0 0 0,1-2 0,-3-4 0,-2-5 0,-1-4 0,-8-3 0,1 1 0,-3 0 0,-2 0 0,0 0 0,0 7 0,2 2 0,4 8 0,-4 0 0,7 2 0,-3 2 0,6 2 0,-3 0 0,3-6 0,-1 0 0,6 0 0,-5 0 0,-1 0 0,1 0 0,5-8 0,0-4 0,0-3 0,-7 6 0,-2-7 0,-1 14 0,-5-5 0,6 7 0,-8 2 0,0 3 0,0-3 0,0 8 0,0-4 0,0-4 0,0 5 0,0-7 0,2 0 0,3 0 0,-1 0 0,8 0 0,-7-2 0,7-3 0,-1 3 0,7-12 0,-1 9 0,0 1 0,0 2 0,6 2 0,0 0 0,0 0 0,-6 0 0,6 2 0,0 3 0,6-1 0,-6 8 0,7-8 0,-10 3 0,4-7 0</inkml:trace>
  <inkml:trace contextRef="#ctx0" brushRef="#br0" timeOffset="50">22801 5966 8912,'-15'11'0,"4"1"0,-10-8 0,3 3 0,-1-1 0,0 0 0,2 7 0,0-1 0,0 3 0,-1 2 0,7 0 0,1 2 0,3 2 0,3 2 0,2 0 0,2-5 0,0-1 0,0 0 0,0-6 0,0 1 0,8-8 0,3 1 0,-1-3 0,1-2 0,1-7 0,5-5 0,-2-11 0,-1-5 0,-3-5 0,2-1 0,-3-6 0,1 0 0,1-8 0,5 2 0,-5-4 0,-1-1 0,-7 7 0,2 4 0,1 3 0,-1 3 0,0 7 0,-8 18 0,-4 14 0,-2 22 0,-3 7 0,-4 12 0,3 0 0,5 10 0,-1 1 0,2-2 0,0-1 0,1-3 0,5 1 0,0-2 0,0-5 0,7-8 0,5-9 0,-1-7 0,6 2 0,-3-11 0,9-6 0,-2-5 0,2-2 0,7-7 0,9-9 0,3-8 0,4-10 0,1 1 0,-6 0 0,-1-1 0,-6 1 0,-1 0 0,-5-1 0,-5 1 0,-11-1 0,1 9 0,-7 3 0,-6 4 0,-10 1 0,-1 9 0,-12 3 0,-2 6 0,2 6 0,-6 3 0,6 9 0,-5 5 0,5-1 0,0 9 0,6-2 0,-1 1 0,1-1 0,8-2 0,3-6 0,6 2 0,6-2 0,13-4 0,15-6 0,8-3 0,10-8 0,7-2 0,4-4 0,2-3 0,-2-8 0,-3-3 0,-11-1 0,-5-2 0,-9 2 0,-3 2 0,-9 2 0,-8 6 0,-9-1 0,-4 7 0,-4-5 0,-4 0 0,-5 1 0,1 5 0,-1-2 0,0 4 0,-7 2 0,1 0 0,0 0 0,0 0 0,-1 0 0,7 8 0,0 4 0,1 3 0,-2 2 0,5 0 0,-1 0 0,6 2 0,-3 4 0,3-3 0,2 2 0,0-2 0,0-3 0,7 0 0,5 0 0,3-7 0,2-5 0,0-3 0,1-2 0,1 0 0,4 0 0,-4-9 0,4-8 0,-2-3 0,2-8 0,-4-7 0,4-7 0,-6 0 0,-5 0 0,1-5 0,-7 1 0,-1-10 0,-5-1 0,0-6 0,0 6 0,0-1 0,-2 9 0,-1 3 0,-3 6 0,-2 17 0,3 6 0,3 11 0,-8 6 0,4 11 0,4 14 0,-3 10 0,3 1 0,2 10 0,0 3 0,0 7 0,0-3 0,0 5 0,0-7 0,0-5 0,2 4 0,3-4 0,5-4 0,7-2 0,8-4 0,4-2 0,3-7 0,3-4 0,5-12 0,0-5 0,8-12 0,-4-3 0</inkml:trace>
  <inkml:trace contextRef="#ctx0" brushRef="#br0" timeOffset="51">24574 5949 8912,'-11'0'0,"-1"0"0,-1 0 0,-3 2 0,-1 3 0,6 5 0,-1 7 0,1 10 0,-6 7 0,5 3 0,1 8 0,-1 5 0,3 6 0,1-3 0,8 4 0,0-3 0,0-3 0,0-7 0,-8-2 0,-1-7 0</inkml:trace>
  <inkml:trace contextRef="#ctx0" brushRef="#br0" timeOffset="52">25486 5777 8912,'-17'0'0,"2"2"0,1 2 0,3 1 0,5 9 0,-4-3 0,1 6 0,-1 6 0,6-2 0,-3 10 0,1 3 0,0 4 0,-5 8 0,3-6 0,1-1 0,-1-3 0,2-7 0,6-3 0,0-1 0,0-10 0,0-9 0,0-12 0,0-5 0,2-14 0,4-9 0,3-3 0,9-8 0,-1 1 0,2-4 0,2 4 0,2 2 0,0 4 0,-6 9 0,0 0 0,0 12 0,1-2 0,-1 13 0,0 1 0,0 5 0,-1 9 0,-5 8 0,2 8 0,-7 10 0,6-1 0,-7 0 0,7-1 0,-6-4 0,5 1 0,-3-5 0,1 0 0,5 0 0,1-8 0,2-6 0,0-7 0,1 2 0,-1-12 0,0-5 0,0-14 0,0-10 0,1-7 0,-1-9 0</inkml:trace>
  <inkml:trace contextRef="#ctx0" brushRef="#br0" timeOffset="53">25899 5777 8912,'10'0'0,"-3"0"0,-7 0 0,-2 8 0,-3 3 0,-3 4 0,-4 2 0,-1 6 0,7 0 0,1 6 0,5-6 0,0 6 0,0-7 0,0 7 0,0-6 0,7-2 0,5-9 0,5-5 0,4-7 0,4-2 0,2-3 0,-6-7 0,2-11 0,-4-4 0,-2-7 0,-8 0 0,-3-1 0,-4 7 0,-2-1 0,-8 2 0,-3-1 0,-4 3 0,-2 9 0,-1 5 0,1 5 0,0 4 0,0 2 0,1 2 0,5 4 0,3-2 0,8 7 0,0 1 0,0 5 0,16 0 0,3 0 0</inkml:trace>
  <inkml:trace contextRef="#ctx0" brushRef="#br0" timeOffset="54">26243 5828 8912,'0'12'0,"0"-1"0,0-7 0,0 4 0,0-8 0,0 0 0,0 8 0,0-5 0,0 9 0,0-1 0,0 6 0,0 1 0,0-1 0,0 0 0,0 0 0,0-7 0,0-3 0,8-22 0,0-2 0,5-14 0,-2 3 0,3-3 0,1 4 0,2-1 0,0 7 0,1-2 0,-7 4 0,1 2 0,-1 7 0,6 4 0,-5 4 0,-1 2 0,-5 4 0,5 6 0,3 9 0,1 6 0,0-2 0,-3 5 0,3-5 0,-1 4 0,5-2 0,4-4 0,2-8 0,-3-1 0,-1-9 0,8 3 0,-6-6 0,6-6 0,-6-3 0,5-8 0,-5-8 0,6-4 0,-10 2 0,-2-1 0,-1 1 0,-11-4 0,-1 5 0,-2 1 0,-9 2 0,-5 6 0,-3 7 0,-2 4 0,-6 5 0,0 1 0,-6 9 0,6 8 0,-6 2 0,6 10 0,6 0 0,6 5 0,5 0 0,-6 1 0,9-6 0,-1-3 0,8-1 0,7-4 0,12-2 0,6-2 0,11-7 0,6-4 0,5-6 0,5-6 0,1-7 0,-1-8 0,-3 1 0,-1-2 0,-8-5 0,-4-2 0,-11-3 0,-4-3 0</inkml:trace>
  <inkml:trace contextRef="#ctx0" brushRef="#br0" timeOffset="55">24987 6000 8912,'0'-11'0,"0"-1"0,0-1 0,0-2 0,-6-2 0,1-1 0,1 1 0,2 0 0,-6 0 0,6 7 0,-5 6 0,7 16 0,0 1 0,0 18 0,0 3 0,0 4 0,0 8 0,0-6 0,0 6 0,0-6 0,0 1 0,0-7 0,0-2 0,-2-1 0,-4-2 0,4-8 0,-4 2 0,4-14 0,2-9 0,0-9 0,0-7 0,0-9 0,0-3 0,0-5 0,0-1 0,6 0 0,0-1 0,0 1 0,-6-1 0,0 7 0,0-1 0,0 8 0,0-2 0,5 10 0,1 1 0,2 3 0,-3-3 0,-3 5 0,12 9 0,-9 3 0,1-3 0,-6 13 0,0-13 0,0 14 0,0-14 0,0 5 0,0-5 0,0 4 0,0-4 0,0 5 0,0-7 0,0 0 0,0 8 0,0 2 0</inkml:trace>
  <inkml:trace contextRef="#ctx0" brushRef="#br0" timeOffset="56">26708 5828 8912,'11'0'0,"1"0"0,-8-7 0,3 5 0,-7-8 0,0 5 0,0 5 0,0 0 0,0 9 0,0 1 0,0 1 0,0 6 0,0 6 0,-2 0 0,-3 2 0,1-4 0,-8 8 0,7-3 0,-7 3 0,8-2 0,-3-8 0,1 0 0,0-4 0,0-1 0,-1-5 0,5-1 0,-4-18 0,12-7 0,2-8 0,3-9 0,10-6 0,-4 0 0,4 0 0,-4 5 0,1 3 0,-1 3 0,0 4 0,0 8 0,1 2 0,-1 1 0,0 5 0,0 1 0,0 8 0,1 6 0,-1 9 0,0 2 0,0 3 0,0 6 0,1 1 0,-1 0 0,0-6 0,0 2 0,0-6 0,1-6 0,1 3 0,4-9 0,-4 7 0,4-6 0,-2-4 0,2-6 0,-2 0 0,7-8 0,-6 1 0,0-6 0,-2 0 0,-3-1 0,0-1 0,0-4 0,-7 10 0,-4-4 0,-5 3 0,-1-3 0,-1 0 0,-5 0 0,-4 0 0,-7 0 0,0 5 0,0 2 0,-1 3 0,1 3 0,-2 2 0,-4 2 0,4 8 0,-4 3 0,4 6 0,2 6 0,5-2 0,1 8 0,7 0 0,-2 5 0,4-5 0,2-1 0,10-1 0,7 2 0,10-6 0,13-10 0,6-3 0,4-3 0,9-7 0,4-5 0,4-15 0,2 3 0,-2-6 0,-4 2 0,-8-4 0,-7-1 0,-6 5 0,-8-12 0,1 6 0</inkml:trace>
  <inkml:trace contextRef="#ctx0" brushRef="#br0" timeOffset="57">27912 5743 8912,'-17'0'0,"0"-6"0,0 0 0,0-2 0,-1 3 0,1 3 0,0-4 0,0 4 0,0 4 0,-1 4 0,9-2 0,3 7 0,-2 1 0,3 7 0,1 2 0,2 2 0,4-1 0,4-4 0,-3-1 0,9 0 0,-1-2 0,7-3 0,-1-6 0,0-5 0,0-1 0,2 0 0,2 0 0,2 0 0,0 0 0,-6-1 0,1-5 0,-1 4 0,0-4 0,-5 2 0,-1-1 0,-5 3 0,5-2 0,3 8 0,-5 11 0,3 8 0,-9 7 0,3-1 0,-2 9 0,0 4 0,2 2 0,-3 4 0,-1 0 0,-2-2 0,-7 3 0,-5-3 0,3-6 0,-3-5 0,3-3 0,-5-9 0,5-2 0,1-2 0,2-9 0,6-10 0,8-17 0,2-10 0</inkml:trace>
  <inkml:trace contextRef="#ctx0" brushRef="#br0" timeOffset="58">28790 5777 8912,'-17'-10'0,"0"-3"0,-1 7 0,-1 1 0,-4 5 0,-3 0 0,-1 0 0,-6 1 0,5 5 0,-5 4 0,1 7 0,3 0 0,6 0 0,0 0 0,6 1 0,-4-1 0,19 0 0,-4 0 0,4-5 0,2-1 0,10-7 0,7 2 0,2-4 0,10-2 0,-6 0 0,6 0 0,-7 0 0,7 0 0,-8 0 0,2 0 0,-4 0 0,-2 0 0,3 0 0,3 0 0,-4 2 0,4 3 0,-10-1 0,-2 8 0,1-1 0,5 6 0,-5 0 0,-1 1 0,-7 5 0,2-1 0,1 1 0,-1-5 0,5-7 0,-5 0 0,0-7 0,2 4 0,1-8 0</inkml:trace>
  <inkml:trace contextRef="#ctx0" brushRef="#br0" timeOffset="59">29238 5416 8912,'-18'0'0,"1"0"0,0-2 0,0-4 0,5 4 0,1-3 0,1 5 0,-3 5 0,3 9 0,3 7 0,-5 5 0,6 9 0,-1 1 0,1 4 0,4 2 0,-4 4 0,6 2 0,6-8 0,4-6 0,7-5 0,0-8 0,0 2 0,2-4 0,2-4 0,2-3 0,-2-6 0,0-6 0,2-6 0,-2-4 0,8-7 0,-8 0 0,2 0 0,-4-6 0,-2 0 0,-1-6 0,-5 6 0,3 0 0,-9 6 0,1 0 0,-6 0 0,0 7 0,0 10 0,0 12 0,0 3 0,0 2 0,0 2 0,0 4 0,0-4 0,0 4 0,0 2 0,0-2 0,0 0 0,0-6 0,8 0 0,3 0 0,4-7 0,3-18 0,-1-11 0</inkml:trace>
  <inkml:trace contextRef="#ctx0" brushRef="#br0" timeOffset="60">29565 5536 8912,'0'-27'0,"0"3"0,0 6 0,0 1 0,0 0 0,-2 7 0,-4 5 0,4 3 0,-6 2 0,16 0 0,-4 2 0,7 3 0,3 7 0,1 3 0,0 2 0,-1 3 0,-3 2 0,-7 3 0,2 4 0,-12 3 0,-4-5 0</inkml:trace>
  <inkml:trace contextRef="#ctx0" brushRef="#br0" timeOffset="61">29031 5863 8912,'-8'9'0,"-1"-1"0,-6-10 0,3-4 0,4-3 0,8-8 0,14 1 0,3 5 0,14-4 0,3 3 0,8-3 0,12 0 0,1 1 0,2 3 0,8-1 0,-1-5 0,-5 0 0,0 0 0</inkml:trace>
  <inkml:trace contextRef="#ctx0" brushRef="#br0" timeOffset="62">29891 5605 8912,'0'10'0,"-7"-3"0,5-7 0,-13 0 0,13 0 0,-6 0 0,8 8 0,0 3 0,0-1 0,0 1 0,0 1 0,0 5 0,0 0 0,0 0 0,2 1 0,4-1 0,-4 0 0,7-2 0,-3-3 0,-2-5 0,7-7 0,-5 0 0,5 0 0,1-2 0,5-3 0,0-7 0,1-11 0,-1 2 0,0-7 0,6-1 0,0-5 0,-2-1 0,-2 1 0,-4 7 0,-3 4 0,1 4 0,-7 2 0,2 7 0,-3 5 0,-3 5 0,4 5 0,-4 7 0,0 9 0,2 4 0,1 1 0,3-3 0,-4 4 0,3-2 0,3-4 0,0-2 0,1-2 0,4-2 0,-3-3 0,3 1 0,4-7 0,2-2 0,2-2 0,8-10 0,-3-3 0,5-5 0,1-1 0,1-8 0,-1-3 0,-5-3 0,0 2 0,-8-3 0,2 3 0,-12-9 0,-5-2 0,-4 7 0,-2 11 0,-16 4 0,-7 7 0,-7 5 0,-5 4 0,1 18 0,0 6 0,-7 11 0,1 7 0,0 4 0,6 8 0,7-7 0,4 1 0,6 0 0,5 6 0,7-3 0,3-3 0,11-6 0,8-11 0,14-4 0,9-8 0,14-2 0,-3-3 0,5-8 0,3-8 0,0-8 0,4-11 0,2 2 0,-7-7 0,-1-1 0,-5-5 0</inkml:trace>
  <inkml:trace contextRef="#ctx0" brushRef="#br0" timeOffset="63">31509 5467 8912,'-17'0'0,"5"0"0,1 0 0,-1 2 0,-5 4 0,0 6 0,-2 9 0,-4 3 0,-6 3 0,-1 2 0,1 5 0,-3 1 0,3-1 0,-4 2 0,-1 4 0,1-1 0,5 6 0,-7-6 0,1 1 0,-8 4 0,-10 0 0</inkml:trace>
  <inkml:trace contextRef="#ctx0" brushRef="#br0" timeOffset="64">22715 7118 8912,'-17'-17'0,"0"0"0,-2-1 0,-2 3 0,-2 4 0,2 5 0,2 4 0,2 2 0,-3 2 0,-1 4 0,-2 5 0,1 6 0,4 6 0,3 4 0,4 0 0,1 5 0,6-5 0,-2 2 0,3-1 0,3-1 0,5 2 0,5 1 0,7-5 0,0 0 0,1 0 0,1 0 0,4-3 0,-2-2 0,7 2 0,-5 3 0,4-2 0,-2-2 0,-4-2 0,-2 6 0,-4 0 0,-3 4 0,-5-4 0,-7-8 0,-1 0 0,-5 0 0,-4 0 0,-9 0 0,-4 1 0,-6-1 0,-9-6 0,-2 1 0,0-8 0,6 1 0,-1-3 0,1-2 0,1-9 0,5-8 0,3-8 0,7-10 0</inkml:trace>
  <inkml:trace contextRef="#ctx0" brushRef="#br0" timeOffset="65">22750 7290 8912,'0'27'0,"0"-4"0,0-4 0,0-2 0,0 0 0,0 0 0,0 2 0,0 4 0,8-2 0,3 6 0,4 0 0,2 0 0,6-6 0,0 1 0,8-8 0,-2-3 0,3-7 0,3 2 0,-1-4 0,0-2 0,-5-8 0,0-3 0,-2-7 0,1-4 0,-9-3 0,-7-4 0,-3-3 0,3 3 0,-4-7 0,-8 1 0,0-3 0,0 11 0,0 1 0,0 3 0,0 4 0,0 1 0,0 9 0,0 5 0,0 15 0,5 5 0,1 18 0,0 6 0,-4 17 0,1 7 0,3 2 0,2 3 0,-2 0 0,-5 0 0,5-1 0,-4-6 0,-2-5 0,-2 0 0,-4-5 0,-5-6 0,-10-18 0,-4-5 0,-2-4 0,4-9 0,-5-4 0,7-6 0,-2-6 0,4-6 0,1-10 0,9-7 0,3-11 0,4 2 0,2-6 0,0 0 0,0 0 0,8 0 0,3-2 0,10 4 0,2 8 0,0 5 0,-6 0 0,3 8 0,1 0 0,3 8 0,3 7 0,-4 2 0,6-1 0,-8 3 0,11-6 0,-5 8 0</inkml:trace>
  <inkml:trace contextRef="#ctx0" brushRef="#br0" timeOffset="66">23559 7445 8912,'0'-18'0,"0"1"0,-6 6 0,0-1 0,0 7 0,6-7 0,0 8 0,0-3 0,2 7 0,4 2 0,6 3 0,-3 11 0,3 8 0,-1 5 0,-1 7 0,3-1 0,-7 5 0,5 2 0,-5-2 0,0 0 0,-6-5 0,2-7 0,3 1 0,-3-8 0,4 2 0,-4-4 0,-2-2 0,0-7 0,0-33 0,0 0 0,0-23 0,2 0 0,4 0 0,-3 4 0,9 2 0,-1 4 0,-1 1 0,3 9 0,-7 3 0,7 6 0,-1 5 0,-3 4 0,3 8 0,-3 8 0,5 5 0,-3 7 0,3 2 0,-5 9 0,3-2 0,-8 1 0,1-1 0,3 1 0,-2-7 0,1 0 0,-3-5 0,2-1 0,0 0 0,-6-8 0,2-9 0,3-11 0,-1-6 0,8-6 0,-7 2 0,7-8 0,-3 1 0,3-7 0,1 3 0,-5 3 0,0 6 0,-1 4 0,7 2 0,-11 7 0,9 5 0,-3 5 0,3 5 0,3 1 0,-3 11 0,3-3 0,2 8 0,0-2 0,1-3 0,1 0 0,2-2 0,2-3 0,-2-7 0,4-3 0,-3-2 0,1 0 0,-5 0 0,-1-2 0,0-3 0,-2-5 0,-3-7 0,-5 0 0,-7 0 0,0-6 0,0 0 0,0 2 0,0 2 0,-1 1 0,-5 1 0,4 8 0,-13 1 0,13 8 0,-6 10 0,8 5 0,0 8 0,0 4 0,0-5 0,0 7 0,0-6 0,0 6 0,0-3 0,0 3 0,0-2 0,2-6 0,2 2 0,2-2 0,-1-2 0,-5-2 0,0-7 0,0-3 0,0-22 0,0-8 0,0-7 0,2 1 0,4 0 0,-4 1 0,4-7 0,1 7 0,-1-1 0,5 2 0,-3-2 0,2 7 0,-7 10 0,13 4 0,-9 22 0,5 5 0,-6 6 0,-4 5 0,3 1 0,1-2 0,0 1 0,-6-7 0,0 0 0,0-6 0,2 0 0,1 1 0,3-1 0,0-8 0,-6-3 0,0-12 0,6-3 0,-1-8 0,7-8 0,-4-2 0,1-2 0,4 1 0,1 1 0,-3-2 0,5 4 0,-5 8 0,2 6 0,-1-1 0,3 8 0,-3-1 0,3 10 0,2 9 0,0 7 0,1-4 0,-1 0 0,0 0 0,0-5 0,0 1 0,1-1 0,5-5 0,0-7 0,5 0 0,-5-2 0,-2-3 0,-2-7 0,-1-5 0,-1-6 0,-8 2 0,-3-8 0,-4 7 0,-2-5 0,-2 2 0,-4 4 0,3 2 0,-9 2 0,-5 7 0,-6 4 0,2 4 0,2 2 0,2 8 0,-1 4 0,1 10 0,0 7 0,5-2 0,1 2 0,7-1 0,-2 7 0,4-3 0,2-3 0,8 1 0,4-7 0,3 0 0,2-6 0,8-7 0,4-4 0,3-4 0,3-2 0,5-10 0,0-5 0,-2-8 0,-2-4 0,-3-7 0,-4-6 0,1-3 0,-7 3 0,6 2 0,-8-6 0,-4 0 0,-4 0 0,-7 4 0,6-6 0,-8 8 0,1-2 0,-3 6 0,-2 5 0,0 6 0,-7 12 0,5 11 0,-4 11 0,2 6 0,0 8 0,-2 8 0,3 5 0,1 10 0,2-3 0,0 11 0,0 1 0,0-1 0,0-11 0,5 5 0,3-6 0,2 0 0,3-4 0,2-6 0,3-5 0,1-4 0,4-8 0,-4-2 0,4-3 0,-4-6 0,-2-5 0,0-1 0,-1-1 0,-5-5 0,-3-11 0,-8-10 0</inkml:trace>
  <inkml:trace contextRef="#ctx0" brushRef="#br0" timeOffset="67">25107 7582 8912,'-17'-15'0,"0"3"0,7-12 0,5 6 0,5 9 0,5 3 0,13-3 0,10-3 0,13 3 0,4-3 0,13 1 0,5-7 0,4 1 0,2 0 0,-1 0 0,1 0 0,-9-1 0,-7 1 0,-5 0 0,-17-8 0,1-1 0</inkml:trace>
  <inkml:trace contextRef="#ctx0" brushRef="#br0" timeOffset="68">25830 7341 8912,'0'18'0,"0"-1"0,0 0 0,0 0 0,0-5 0,0-1 0,8-1 0,3 1 0,5 3 0,1-9 0,0 1 0,0 2 0,6-6 0,0 3 0,0-1 0,-6 2 0,1 1 0,-1 5 0,-6 3 0,1-3 0,-9 3 0,3 2 0,-4 0 0,-2 1 0,-8-1 0,-3 0 0,1-2 0,-1-3 0,7-5 0,-3-7 0,7-3 0,0-9 0,7-1 0,5-16 0,5 6 0,6-6 0,5-1 0,5-3 0,-4 7 0,-1 3 0,-5 2 0,6-2 0,-8 11 0,2 1 0,-4 1 0,-2 5 0,0 5 0,1 5 0,-7 14 0,-1 1 0,-3 4 0,-3 7 0,0-1 0,2-1 0,-4 2 0,3-8 0,-3 0 0,-2-6 0,0 0 0,2 0 0,4 0 0,-2-7 0,7-4 0,-7-12 0,4-4 0</inkml:trace>
  <inkml:trace contextRef="#ctx0" brushRef="#br0" timeOffset="69">26415 7118 8912,'-17'-34'0,"0"-1"0,0 1 0,7 7 0,4 4 0,4 10 0,2 1 0,0 8 0,0-3 0,0 7 0,0 0 0,2 6 0,4-1 0,-2 9 0,6-3 0,-1 4 0,1 3 0,1-1 0,6 0 0,8 8 0,2 2 0</inkml:trace>
  <inkml:trace contextRef="#ctx0" brushRef="#br0" timeOffset="70">27172 7256 8912,'-34'-8'0,"0"4"0,-1-7 0,1 7 0,-1-2 0,1 4 0,-2 4 0,-3 4 0,-1 5 0,2 12 0,9 6 0,4 5 0,8 6 0,8 4 0,3 8 0,4-1 0,2 1 0,8-8 0,3-4 0,14-9 0,9-3 0,9-9 0,8-1 0,1-9 0,-1-9 0,3-8 0,1-5 0,3-8 0,7-6 0,-4-7 0</inkml:trace>
  <inkml:trace contextRef="#ctx0" brushRef="#br0" timeOffset="71">27878 6585 8912,'-36'0'0,"-4"0"0,-4 0 0,0 0 0,-6 15 0,4 8 0,-4 17 0,-1 12 0,1 17 0,4 17 0,26-39 0,2 1 0,2 2 0,1 1 0,3 3 0,1 1-230,5 0 0,1-1 0,0 3 0,2-1 230,2-4 0,2-1 0,2-1 0,2-3 0,8 34 0,8-11 67,8-10 1,9-5-68,2-15 0,6-7 0,-6-10 0,8-6 0,-2-6 0,-4 3 0,-2-9 0,-3 1 0,-9-6 0,1 0 0,0 0 0</inkml:trace>
  <inkml:trace contextRef="#ctx0" brushRef="#br0" timeOffset="72">27826 7307 8912,'-17'6'0,"0"0"0,0-3 0,0-1 0,7-2 0,2 2 0,10 2 0,4 2 0,4 5 0,7-5 0,0-2 0,0-2 0,2-2 0,4 0 0,-2 0 0,6 0 0,0 0 0,0 0 0,-6-8 0,2-3 0,-4-5 0,-2-1 0,0 0 0,-2-2 0,-3-2 0,-6-2 0,-4-6 0,-2 6 0,-2-2 0,-4 3 0,-6 2 0,-11-3 0,-1 12 0,-9 5 0,1 6 0,-5 6 0,-1 5 0,4 12 0,-1 6 0,1 11 0,7 6 0,6 9 0,8 5 0,7 1 0,6-6 0,6 2 0,13-11 0,15-6 0,8-5 0,10-8 0,-1-10 0,1-10 0,2-5 0,3-2 0,-9-7 0,3-5 0,-10-11 0,-7-3 0,-9-9 0</inkml:trace>
  <inkml:trace contextRef="#ctx0" brushRef="#br0" timeOffset="73">28325 7256 8912,'-1'-12'0,"-5"1"0,2 7 0,-7-2 0,7 2 0,-2-2 0,4 5 0,2-5 0,0 12 0,0 5 0,0 12 0,8 2 0,3 5 0,4-1 0,3 2 0,-1 1 0,0 2 0,0-5 0,1 0 0,-1-8 0,0 2 0,-6-6 0,1-4 0,1-3 0,3-3 0,-5-3 0,1-9 0,-7-13 0,7-10 0,-3-5 0,3-1 0,-3-6 0,-5 0 0,4-1 0,1-1 0,-3 12 0,6-5 0,-3 13 0,3-1 0,9 5 0,-4 7 0,4 3 0,-4 1 0,0-3 0</inkml:trace>
  <inkml:trace contextRef="#ctx0" brushRef="#br0" timeOffset="74">28825 7324 8912,'0'17'0,"0"-5"0,0-1 0,0-7 0,0 4 0,0-8 0,9-8 0,8-1 0,8-3 0,2 1 0,7-1 0,1-5 0,-1 0 0,6 0 0,-5-6 0,-7 0 0,-3 0 0,-8 6 0,-5 0 0,-1-1 0,-9 1 0,-4 2 0,-13 3 0,-10 5 0,-9 7 0,-1 0 0,1 0 0,0 7 0,-1 5 0,3 9 0,3 2 0,-2 5 0,8-5 0,8 6 0,9-6 0,5 0 0,1 2 0,15-6 0,8 4 0,17-10 0,12-1 0,7-9 0,10 3 0,-2-6 0,-4-6 0,-4-3 0,-7-8 0,-5-8 0,-5-2 0,-9 0 0,-6 4 0,-6 4 0,-10 2 0,-3 0 0,-10 2 0,-4 3 0,-3-1 0,-9 7 0,1 0 0,0 6 0,0 0 0,5 8 0,1 3 0,7 5 0,-2 1 0,-1 0 0,1 0 0,-6 1 0,7-1 0,1 0 0,2 0 0,-4 0 0,1 0 0,-3 1 0,2-1 0,4-6 0,-4 1 0,5-8 0,1 1 0,0-10 0,7-7 0,5-11 0,-3-2 0,3-3 0,-1-5 0,6 5 0,1-5 0,1-1 0,2 1 0,2 5 0,0 1 0,-6 4 0,0 11 0,0 1 0,1 7 0,-1 4 0,0 2 0,0 4 0,0 5 0,1 12 0,-1 6 0,0 3 0,0-3 0,0 0 0,1-3 0,-1 3 0,8-4 0,3-8 0,5 0 0,1 0 0,1-7 0,7-2 0,2-8 0</inkml:trace>
  <inkml:trace contextRef="#ctx0" brushRef="#br0" timeOffset="75">29995 6344 8912,'0'-17'0,"7"2"0,5 3 0,11 9 0,5 16 0,7 16 0,5 13 0,-4 17 0,5 10 0,-5 15 0,-19-36 0,-2 3 0,0 3 0,-1 1-252,-1 5 0,-3 0 1,-3-3-1,-3-1 252,0 1 0,-2 1 0,-1-5 0,0 1 0,0-3 0,-2 1 0,-2-3 0,-2 1 0,-1 0 0,-1-1 0,-1 1 0,-1 0-71,-8 43 0,3-45 1,1 0 70,-4 44 0,-6 1 0,4-1 0,10-44 0,0 1 0,3 2 0,-1-1 0</inkml:trace>
  <inkml:trace contextRef="#ctx0" brushRef="#br0" timeOffset="76">12304 13772 8912,'-17'0'0,"0"-2"0,0-2 0,-1-2 0,1 2 0,0 3 0,0 1 0,0 0 0,-1 0 0,1 0 0,8 0 0,1 0 0,8 0 0,0 0 0,0-8 0,0 6 0,0-6 0,0 8 0,0 0 0,8 0 0,3 0 0,6 0 0,6 0 0,6-2 0,11-3 0,6 3 0,11-4 0,-1-2 0,9 1 0,4-3 0,3-3 0,14 3 0,-5-1 0,7 5-223,-8-5 0,-2 1 223,3-1 0,-11-3 0,-1 9 0,-8-7 0,-9 6 0,-2 1 0,-4-3 0,-1 4 0,-10-7 0,1 7 0,-13-2 0,2-2 0,-2 3 0,-4-1 0,4 6 0,-4-6 0,-2 1 446,1-1-446,-9 6 0,-1 0 0,-8 0 0,-2 0 0,-4 0 0,4 0 0,-5 0 0,5 0 0,-4 0 0,-4 0 0,-9 4 0,-4 5 0,-5 8 0,-13 4 0,-3-3 0,-7-1 0</inkml:trace>
  <inkml:trace contextRef="#ctx0" brushRef="#br0" timeOffset="77">12493 13393 8912,'-17'-7'0,"0"-5"0,6 5 0,-1 1 0,8 2 0,-1-2 0,3 5 0,-6-7 0,-3 8 0,1 2 0,-1 4 0,-9 3 0,-8 8 0,-9 0 0,-7 3 0,-9 2 0,-6 7 0,-5 4 0,-4 1 0,1-5-105,4-1 0,-2 1 105,7 5 0,9-7 0,8-6 0,7-6 0,5-3 0,4-8 0,16 3 0,1-7 0,8 0 0,0 0 210,8 0-210,-6 0 0,5 0 0,-7 0 0,2 0 0,4 0 0,-2 0 0,7 0 0,-5 2 0,6 4 0,-1-2 0,6 7 0,2 1 0,4 5 0,-2 0 0,8 0 0,0 0 0,-2 1 0,5 1 0,-3 4 0,9-4 0,2 4 0,2-4 0,-2-2 0,2-2 0,4-3 0,-4 1 0,-7-7 0,-3-2 0,-3-2 0,2-2 0,-9 0 0,-6 0 0,-9 0 0,-7 0 0,0 0 0,-7 0 0,5 0 0,-6 7 0,2 9 0,1 6 0,-9 1 0,-3 2 0,-10 2 0</inkml:trace>
  <inkml:trace contextRef="#ctx0" brushRef="#br0" timeOffset="78">14903 13617 8912,'0'-17'0,"0"0"0,0-1 0,0 1 0,-2 0 0,-4 0 0,2 0 0,-5-1 0,1 1 0,0 0 0,5 0 0,-3 0 0,0 7 0,6 6 0,0 14 0,0 7 0,0 12 0,0-1 0,0 7 0,0 5 0,0 4 0,0 7 0,0-5 0,0 0 0,0-8 0,0 2 0,0-1 0,0-3 0,0-2 0,0-7 0,-6-6 0,1-4 0,-1-7 0,6-6 0,0-16 0,2-13 0,4-15 0,-3-8 0,7 3 0,-1-5 0,1-2 0,-6 1 0,2-1 0,1 6 0,-1 0 0,5 14 0,-5-2 0,8 13 0,-3 3 0,4 9 0,3 9 0,-1 15 0,0 10 0,0 11 0,0 10 0,6 4 0,0 1 0,0-1 0,-6-4 0,3 2 0,2-8 0,1 6 0,12-6 0,-10-8 0,9-9 0,4-4 0,6-2 0</inkml:trace>
  <inkml:trace contextRef="#ctx0" brushRef="#br0" timeOffset="79">15522 13617 8912,'-17'0'0,"0"0"0,-2 0 0,-4 0 0,4 2 0,-4 4 0,5 3 0,7 8 0,-2 2 0,7 2 0,2 4 0,2 2 0,4-6 0,4 2 0,9-4 0,8-2 0,8-1 0,-3-5 0,-1-3 0,2-8 0,-8 0 0,2 0 0,0-8 0,-4-3 0,-6-7 0,-3-5 0,-5 2 0,-5-7 0,-1 5 0,-5-6 0,-9 8 0,-8-2 0,-6 4 0,6 2 0,-8 2 0,3 3 0,-3 6 0,2 12 0,1 6 0,11 11 0,-3-2 0,15 7 0,7-7 0,7 4 0</inkml:trace>
  <inkml:trace contextRef="#ctx0" brushRef="#br0" timeOffset="80">16469 13600 8912,'-18'-8'0,"7"6"0,0-4 0,-1 6 0,1 6 0,-1 6 0,8 11 0,-1 3 0,3 3 0,2 0 0,0-1 0,0 7 0,0-1 0,0 0 0,5-5 0,3 0 0,0 1 0,-1 3 0,5-6 0,-6-4 0,1-12 0,-1-5 0,-4-4 0,5-2 0</inkml:trace>
  <inkml:trace contextRef="#ctx0" brushRef="#br0" timeOffset="81">16331 13531 8912,'-8'-17'0,"-1"0"0,-8-1 0,7 7 0,4-1 0,-1 7 0,5-5 0,9 3 0,5-1 0,17 2 0,5 4 0,6-3 0,8 3 0,4-6 0,9-2 0</inkml:trace>
  <inkml:trace contextRef="#ctx0" brushRef="#br0" timeOffset="82">17381 13256 8912,'-25'-34'0,"-2"1"0,0 4 0,4 6 0,-1 4 0,1 2 0,-6 2 0,6 3 0,0 5 0,6 7 0,-2 4 0,-4 7 0,9 2 0,-3 16 0,6 2 0,-1 9 0,5 4 0,7 7 0,0 1 0,0-1 0,0 1 0,0 0 0,0-1 0,0 1 0,0-1 0,0 1 0,0-2 0,0-5 0,0-3 0,0-7 0,0-1 0,0 1 0,0-1 0,0 0 0,0-5 0,0 0 0,0-8 0,-8 4 0,-2-8 0</inkml:trace>
  <inkml:trace contextRef="#ctx0" brushRef="#br0" timeOffset="83">17019 13583 8912,'-19'-2'0,"-2"-2"0,-2-2 0,2 2 0,2 2 0,2 2 0,7 0 0,10 0 0,14 0 0,9 0 0,11 0 0,16 0 0,13 0 0,4-2 0,2-3 0,7 1-153,4-8 1,-11 1 0,-2-6 0</inkml:trace>
  <inkml:trace contextRef="#ctx0" brushRef="#br0" timeOffset="84">15574 13222 8912,'-2'-33'0,"-2"4"0,-2 5 0,3 1 0,-1-2 0,0 0 0,-2 0 0,2 4 0,2 2 0,4 2 0,4 0 0,-4 5 0,6 3 0,-1 1 0,-3 10 0,6 9 0,-1 5 0,1 1 0,-4 8 0,5 3 0,-5 5 0,5 1 0,1-5 0,5-1 0,0-1 0,0 2 0,1-6 0,-1-4 0,0-2 0,0-7 0,0-10 0,-7-18 0,-2-8 0</inkml:trace>
  <inkml:trace contextRef="#ctx0" brushRef="#br0" timeOffset="85">15729 12981 8912,'0'-17'0,"0"-1"0,0 7 0,0 0 0,0-1 0,0-5 0,0 5 0,0 1 0,2 7 0,3-2 0,-1 12 0,8 6 0,1 9 0,10 2 0,4 7 0,7-1 0,8-3 0,4 3 0,4-8 0,1 4 0,1-8 0</inkml:trace>
  <inkml:trace contextRef="#ctx0" brushRef="#br0" timeOffset="86">18362 12998 8912,'-12'0'0,"1"2"0,-3 4 0,-1 7 0,-2 6 0,0 4 0,-6 10 0,-2-1 0,-2 8 0,-4 4 0,1-6 0,-1 2 0,4-3 0,3-3 0,6-7 0,9-4 0,1-4 0,4-2 0,18-7 0,9-7 0,9-8 0,8-13 0,-3-6 0,20-18 0,-3-2 0</inkml:trace>
  <inkml:trace contextRef="#ctx0" brushRef="#br0" timeOffset="87">18603 13015 8912,'9'-17'0,"-1"0"0,-8 7 0,-2 6 0,-4 16 0,-2-1 0,-3 12 0,-4 4 0,3 2 0,3 3 0,-3 3 0,8 5 0,-1 2 0,3 0 0,2 0 0,-6-2 0,0-6 0,1 1 0,5-1 0</inkml:trace>
  <inkml:trace contextRef="#ctx0" brushRef="#br0" timeOffset="88">19738 13514 8912,'-11'-23'0,"-1"0"0,-1 2 0,-2 2 0,-2 4 0,-1 1 0,1 5 0,0 1 0,0 2 0,-1 6 0,1 2 0,0 4 0,0 11 0,0 12 0,1 5 0,5 6 0,-3-2 0,9 8 0,1 2 0,2 2 0,2-6 0,0-4 0,8 2 0,3-2 0,6-2 0,6-9 0,6-6 0,9-12 0,4-5 0,2-4 0,0-6 0,2-7 0,-6-12 0,-3-8 0,-3-11 0,-7-2 0,-2-7 0</inkml:trace>
  <inkml:trace contextRef="#ctx0" brushRef="#br0" timeOffset="89">19928 13565 8912,'-12'-2'0,"1"-3"0,-1 3 0,-3-2 0,3 8 0,-1 5 0,7 9 0,-5 1 0,5 4 0,0 1 0,6 5 0,0 2 0,0-8 0,2 5 0,4-5 0,6-8 0,10-9 0,5-4 0,8-2 0,-3-8 0,-3-3 0,3-12 0,-5-6 0,0-1 0,-4 1 0,-12-3 0,-5 3 0,-6 2 0,-6-1 0,-3 7 0,-8-2 0,-8 9 0,-4 3 0,2 7 0,-1-2 0,7 12 0,-2 6 0,5 3 0,7 2 0,3 0 0,10 0 0,4-1 0,5-5 0,5 4 0,1-5 0</inkml:trace>
  <inkml:trace contextRef="#ctx0" brushRef="#br0" timeOffset="90">20392 13565 8912,'0'18'0,"0"-7"0,0 1 0,-2-9 0,-3 3 0,-3-2 0,-3 2 0,-5-3 0,5 9 0,-5-6 0,-1 5 0,-6 1 0,0 5 0,0 0 0,6 0 0,0 0 0,2 1 0,1-1 0,3 0 0,7-6 0,-2 1 0,4-8 0,2 1 0,0-10 0,2-5 0,4-7 0,-2-6 0,7 0 0,1-6 0,5 6 0,0-7 0,0 1 0,6 4 0,0 2 0,-2 4 0,-2 2 0,-1 2 0,-1 3 0,0-1 0,0 7 0,0 3 0,1 1 0,1 9 0,4 5 0,-4 5 0,4 6 0,-2-4 0,2 4 0,-4-4 0,4-2 0,4-7 0,-1-3 0</inkml:trace>
  <inkml:trace contextRef="#ctx0" brushRef="#br0" timeOffset="91">20805 13531 8912,'-23'-10'0,"0"5"0,-1 3 0,1 2 0,-2 7 0,-4 5 0,-2 9 0,9 4 0,0 0 0,3-1 0,2 7 0,0-2 0,7-5 0,5-1 0,3-3 0,2-3 0,2-2 0,3-4 0,5-3 0,7-8 0,0-2 0,2-5 0,3-11 0,0-8 0,7-7 0,-6-1 0,0-3 0,-6-3 0,6-2 0,0-4 0,0-3 0,-8 5 0,-1-2 0,-3 0 0,-1 2 0,1-2 0,-3 12 0,-8 11 0,0 4 0,0 9 0,0 26 0,0 5 0,0 19 0,0-2 0,0 0 0,0 2 0,0-1 0,0-5 0,0-5 0,6 3 0,-1-3 0,7-4 0,-6-3 0,7-2 0,-2-3 0,-1-8 0,1-3 0,1-4 0,5-2 0,-2-2 0,-3-4 0,3-1 0,-5-7 0,1 3 0,1-3 0,-8-1 0,9-2 0,-7 0 0,7 7 0,-9 8 0,7 8 0,-5 7 0,6-1 0,-7 9 0,7 2 0,-6 0 0,5-6 0,-5 6 0,5 0 0,-1 0 0,3-6 0,-1 0 0,-1 0 0,6-7 0,-7-2 0,5-24 0,-5-3 0</inkml:trace>
  <inkml:trace contextRef="#ctx0" brushRef="#br0" timeOffset="92">21184 13136 8912,'-12'-2'0,"1"-4"0,5 2 0,-5-7 0,7 7 0,-2-2 0,12 10 0,5 2 0,5 7 0,1-2 0,6-3 0,0-2 0,7-4 0,-3-2 0</inkml:trace>
  <inkml:trace contextRef="#ctx0" brushRef="#br0" timeOffset="93">21494 13050 8912,'2'-10'0,"3"4"0,-3-3 0,6 16 0,-8 5 0,0 13 0,0 15 0,0 6 0,0 9 0,0 4 0,0 2 0,0 1 0,0 1 0,0 2 0,0-8 0,7-6 0,5-5 0,-2-8 0,-1 1 0,1-9 0,-1-7 0,-5-4 0,-4-9 0,-11-4 0,-7-12 0,-5-6 0,-3-11 0,-9-3 0</inkml:trace>
  <inkml:trace contextRef="#ctx0" brushRef="#br0" timeOffset="94">21356 13617 8912,'-15'-33'0,"3"5"0,-1 3 0,7 8 0,0 0 0,6-1 0,0 7 0,2 1 0,4 3 0,4 1 0,7 6 0,8-6 0,3 1 0,5-3 0,1 2 0,1 4 0,-1-3 0,0-3 0,1 0 0,-1 1 0,1-1 0,-9 2 0,-3 6 0,-3 0 0,-3 0 0,-6 8 0,1 3 0,-8 7 0,1 4 0,-3 0 0,-2 4 0,0 1 0,0 0 0,0-4 0,0 5 0,0-1 0,0 2 0,0-4 0,0-8 0,-2 0 0,-3 0 0,3 0 0,-14-7 0,5-4 0,-4-4 0,-3-2 0</inkml:trace>
  <inkml:trace contextRef="#ctx0" brushRef="#br0" timeOffset="95">21700 13376 8912,'17'-17'0,"-1"-6"0,-5 0 0,2-5 0,-7 5 0,8 2 0,-3 9 0,-1-1 0,1 7 0,1 0 0,5 6 0,6 2 0,0 4 0,5 2 0,-3 5 0,0-2 0,0 3 0,6 1 0,-5 2 0</inkml:trace>
  <inkml:trace contextRef="#ctx0" brushRef="#br0" timeOffset="96">22113 13514 8912,'-17'9'0,"0"9"0,0-1 0,-6 2 0,0 10 0,0-1 0,5 7 0,9-1 0,3 0 0,4-5 0,2 0 0,10-14 0,7 2 0,2-11 0,10 0 0,1-5 0,3-1 0,-6-7 0,-4-5 0,2-3 0,-3-2 0,-1-6 0,-9 0 0,1-6 0,-7 5 0,-2-1 0,-2 0 0,-2-6 0,0 3 0,-2 1 0,-4-2 0,4 6 0,-5-3 0,1 1 0,0 4 0,0 2 0,6 1 0,0 7 0,0 0 0,0 7 0,8-12 0,2 7 0</inkml:trace>
  <inkml:trace contextRef="#ctx0" brushRef="#br0" timeOffset="97">22578 13393 8912,'-10'8'0,"3"-4"0,7 7 0,0 1 0,0 5 0,0 6 0,0 0 0,0 9 0,0 1 0,0 7 0,0 4 0,0-6 0,0 2 0,0-3 0,0-3 0,0 0 0,0 1 0,0-9 0,-8-1 0,6-23 0,-4-9 0,4-14 0,2-14 0,8-9 0,3-13 0,5-6 0,1-12 0,0 5-112,0-5 1,1 6 111,-1 6 0,6 0 0,0 12 0,0 9 0,2 9 0,-4 16 0,7 11 0,-7 14 0,2 9 0,-4 21 0,-1 14 0,-1 9 0,0-2 0,-2 0 0,-3 1 0,3-5 0,-4-9 0,11 2 111,0-8 1,9 0-112,-2-6 0,11-15 0,4-3 0</inkml:trace>
  <inkml:trace contextRef="#ctx0" brushRef="#br0" timeOffset="98">19687 7874 8912,'-12'-17'0,"3"0"0,1 0 0,4 0 0,2-1 0,2 9 0,2 1 0,4 10 0,5 4 0,3 3 0,1 9 0,-2 1 0,1 4 0,11 5 0,-8 12 0,-2 8 0,-3 13 0,1 12 0,2 9 0,3 10 0,-9-38 0,-1 1 0,-2 1 0,-1 0-29,1 4 1,0 1 0,-1-2 0,1 0 0,3-1 0,1-1-1,0-4 1,1-1 28,12 42 0,8-20 0,-2-22 0,3-16 0,3-13 0,5-6 0,0-6 0,6-3 0,-6-8 0,6-8 0,-6-3 0,-4-4 0,-5-2 0,-6-3 0,-8-3 0,0 4 0,0-4 0,-5-1 113,-1 1 0,-7 0-113,2 6 0,-4 7 0,-2 2 0,0 33 0,0 17 0,0 21 0,2 23 0,1-35 0,-1 1 0,-1 11 0,0 2-397,2 9 1,0 1 0,2 8 0,0 3 396,0 4 0,1 3 0,-3-28 0,0 0 0,1 0 0,2 30 0,-1-1 0,-3-3 0,0-3 0,2-14 0,0-2 0,-1-5 0,-1-1 0,2-3 0,-2-3 0,-2-9 0,-2-1-84,-3-1 1,-1-1 0,-12 33 83,-4-13 0,-7 1 0,-11-6 0,-4-9 0,-8-3 0,-7-9 0,-4 2 0,-4-2 0,-2-4 0,10-9 0,7-6 0,2-6 0,10-5 0,6-7 0,5-10 0,8-13 0,-2-10 0,4-7 0,2-5 0,7-4 0,4-7 0,6 1 770,6 4 0,11 4-770,12 8 0,0-1 0,5 1 0,-5 0 0,13-1 0,2 1 0,0 0 0</inkml:trace>
  <inkml:trace contextRef="#ctx0" brushRef="#br0" timeOffset="99">21597 9989 8912,'-27'-6'0,"4"1"0,4 1 0,4 0 0,1 0 0,3-1 0,-2 1 0,-3 2 0,-1 2 0,7 2 0,5 3 0,5 5 0,5 5 0,9-3 0,7-7 0,8 3 0,11 0 0,6-1 0,3 1 0,3-2 0,0-6 0,5 0 0,0 0 0,-1 0 0,-3 0 0,-9 0 0,-4 0 0,-3-2 0,-3-4 0,-7 4 0,-4-3 0,-6 1 0,-5-2 0,-5-4 0,-14-7 0,-3 0 0</inkml:trace>
  <inkml:trace contextRef="#ctx0" brushRef="#br0" timeOffset="100">22234 9577 8912,'-10'0'0,"4"0"0,12 0 0,11 0 0,12 0 0,5 9 0,7 6 0,2 8 0,1 4 0,-1 7 0,-9 7 0,-7 8 0,-4 3 0,-12 1 0,-7 8 0,-12 1 0,-15-1 0,-13-4 0,-21 6 0,-5-8-944,-6 3 944,-1-5 0,8-16 0,1-5 0</inkml:trace>
  <inkml:trace contextRef="#ctx0" brushRef="#br0" timeOffset="101">23042 9886 8912,'-5'-27'0,"-1"4"0,0 4 0,-1 2 0,7 9 0,0 8 0,1 8 0,11 11 0,1 2 0,3 2 0,-5 0 0,1-4 0,3 2 0,6 2 0,-2-6 0,4-5 0,-2-3 0,0 5 0,4-5 0,2-1 0,-1-2 0,3-6 0,4-10 0,-5-7 0,-1-2 0,0-10 0,-4-1 0,-8-3 0,0-1 0,-9-1 0,0 9 0,-6 3 0,0 4 0,0 1 0,0 9 0,0 3 0,0 12 0,0 5 0,0 5 0,0 1 0,0 0 0,0 0 0,7-2 0,5-3 0,5-5 0,6-7 0,-2-1 0,6-7 0,0-9 0,-1-10 0,1-7 0,2-7 0,-4-2 0,-8-9 0,-2 0 0,-3 1 0,-5 3 0,-7 8 0,-7 2 0,-5 15 0,-3 8 0,-2 9 0,0 6 0,-1 6 0,3 3 0,4 8 0,3-5 0,8-1 0,-8-7 0,-1 4 0</inkml:trace>
  <inkml:trace contextRef="#ctx0" brushRef="#br0" timeOffset="102">24350 9147 8912,'-17'-16'0,"0"5"0,0 3 0,-1 8 0,1 4 0,0 8 0,-6 14 0,0 20 0,-7 13 0,1 10 0,4 15 0,13-36 0,1 2 0,2 0 0,1 1 0,2 1 0,0-1 0,2 0 0,1-1-176,3 48 1,2-14 175,3-15 0,11-10 0,7-13 0,5-4 43,-5-8 1,6-9-44,-6-8 0,0-7 0,-6-26 0,0-3 0</inkml:trace>
  <inkml:trace contextRef="#ctx0" brushRef="#br0" timeOffset="103">24591 9663 8912,'-46'34'0,"0"0"0,1 3 0,1 3 0,7-2 0,9 8 0,14-8 0,3 2 0,7-11 0,4-6 0,2-4 0,4-2 0,5-7 0,12-5 0,4-3 0,7-2 0,1-2 0,-1-3 0,-2-11 0,-1-9 0,-4-1 0,-2-5 0,-4 1 0,-10 1 0,-3-4 0,-8 5 0,0-5 0,0-1 0,-6 5 0,0 1 0,-9 8 0,0 1 0,-6 8 0,0 3 0,2 3 0,1 5 0,1 0 0,0 0 0,7 7 0,5 5 0,3 3 0,2 2 0,7 0 0,3 1 0</inkml:trace>
  <inkml:trace contextRef="#ctx0" brushRef="#br0" timeOffset="104">24935 9714 8912,'0'-11'0,"0"-1"0,0 1 0,0-6 0,-2 7 0,-3 4 0,3-3 0,-6 7 0,8-6 0,0 10 0,0 4 0,0 5 0,0 10 0,0 2 0,2-2 0,4-2 0,1 4 0,5 0 0,1 0 0,-7-6 0,7 0 0,-9 1 0,8-1 0,-8-6 0,1 1 0,5-8 0,-8 3 0,5-14 0,-7-5 0,0 3 0,0-3 0,0 1 0,0-7 0,0 1 0</inkml:trace>
  <inkml:trace contextRef="#ctx0" brushRef="#br0" timeOffset="105">25056 9628 8912,'-27'-6'0,"4"-1"0,4-1 0,2 1 0,0 3 0,1 4 0,5 5 0,9 7 0,10 9 0,-1 4 0,1 1 0,3 5 0,-3 7 0,0 2 0,-1-1 0,5-3 0,-7-2 0,7-5 0,-6 0 0,-1-1 0,3-1 0,-6-2 0,4-8 0,-4-7 0,-2-3 0,0-7 0</inkml:trace>
  <inkml:trace contextRef="#ctx0" brushRef="#br0" timeOffset="106">25125 9508 8912,'-16'-17'0,"5"-1"0,-4 7 0,5-1 0,0-1 0,-5 5 0,13 1 0,-3 7 0,12 0 0,10 0 0,8 0 0,10 0 0,-1 0 0,0 0 0,9 0 0,1 0 0,7 0 0</inkml:trace>
  <inkml:trace contextRef="#ctx0" brushRef="#br0" timeOffset="107">25916 9319 8912,'-2'-23'0,"-3"-2"0,-7 0 0,-3 0 0,-2 8 0,-1 6 0,1 7 0,0-10 0,0 9 0,5 7 0,3 11 0,-1 8 0,1 8 0,3 9 0,-6 2 0,9 10 0,-3 1 0,4 3 0,2 9 0,0-8 0,0 2 0,0 1 0,0-5 0,2-3 0,4 0 0,-3-8 0,9-2 0,-8-6 0,1-5 0,-3-4 0,-2-8 0,0 0 0,0-7 0,0-3 0</inkml:trace>
  <inkml:trace contextRef="#ctx0" brushRef="#br0" timeOffset="108">25538 9800 8912,'-18'-8'0,"7"5"0,0-9 0,7 8 0,-4-3 0,16 5 0,3-4 0,14 4 0,9-5 0,10 1 0,6 0 0,4-5 0,3 5 0,2-8 0,4 3-370,4-4 1,2-10 0,10-2 0</inkml:trace>
  <inkml:trace contextRef="#ctx0" brushRef="#br0" timeOffset="109">26759 9525 8912,'-34'0'0,"5"0"0,1 0 0,7 0 0,-2 0 0,2 2 0,0 4 0,0 5 0,5 4 0,1 10 0,9 4 0,1-2 0,5 1 0,0 1 0,0 5 0,1-5 0,5 0 0,4-6 0,7 3 0,0-3 0,0-7 0,-5-1 0,-1-9 0,1-1 0,5-5 0,0 0 0,0 0 0,1-5 0,-1-1 0,0-8 0,0 3 0,-5-4 0,-1-3 0,1 1 0,5 2 0,0 4 0,-7-5 0,5 14 0,-11-3 0,7 10 0,-7-1 0,2 8 0,1-1 0,-1 6 0,8 0 0,-5 1 0,3-3 0,-1-4 0,1 3 0,5-8 0,-2 1 0,-3-1 0,3-4 0,-8 4 0,5-12 0,-2-2 0,-7-5 0,3 1 0,-2-1 0,-2-2 0,-2-3 0,0 1 0,0 0 0,0 0 0,0 0 0,0 0 0,6-1 0,-1 1 0,9 6 0,-3 1 0,4 2 0,10-5 0,2 4 0</inkml:trace>
  <inkml:trace contextRef="#ctx0" brushRef="#br0" timeOffset="110">27310 9680 8912,'-17'0'0,"0"0"0,0 0 0,-1 0 0,7 0 0,-1 0 0,1 0 0,-6 0 0,7 7 0,-3 3 0,7 7 0,0 0 0,6 1 0,0-1 0,0 0 0,0 2 0,0 2 0,0 2 0,0-2 0,0-2 0,0-2 0,2 0 0,4 1 0,-4-7 0,4 1 0,-5-9 0,-1 5 0,0-16 0,2-3 0,2-6 0,2-6 0,7-4 0,-1-7 0,1 5 0,-1 0 0,3 3 0,-4-3 0,5 4 0,1 8 0,0 0 0,0 0 0,1 7 0,-1 4 0,0 6 0,0 6 0,0 4 0,1 7 0,-7 6 0,1 0 0,-1 7 0,6-1 0,8 1 0,4-1 0,-2-4 0,1-8 0,1-7 0,5-5 0,1-3 0,7-2 0,2 0 0</inkml:trace>
  <inkml:trace contextRef="#ctx0" brushRef="#br0" timeOffset="111">27809 9628 8912,'-25'-27'0,"10"3"0,-8 6 0,12 7 0,-12-1 0,7 9 0,-7-3 0,4 8 0,2 9 0,0 8 0,0 16 0,1 1 0,5 4 0,-2-4 0,7 5 0,2-5 0,2-2 0,2-1 0,0-5 0,2-3 0,4-8 0,5-1 0,12-5 0,-2-5 0,8-12 0,-2-3 0,1-9 0,5-8 0,-4-7 0,1-5 0,-1 0 0,1-6 0,-7-2 0,0 2 0,-6-2 0,-1-5 0,-5-7 0,3 3 0,-9 9 0,1 4 0,-6 10 0,0 3 0,-2 12 0,-4 11 0,3 14 0,-9 9 0,6 8 0,-5 9 0,5 8 0,-3 4 0,-1 4 0,1 1 0,5-5 0,-2 0 0,4-8 0,2 2 0,0-3 0,0-3 0,2-4 0,4-7 0,-2-2 0,7-15 0,0 0 0,7-6 0,-7-2 0,1-4 0,-1-5 0,6-10 0,1-4 0,-1-2 0,0-1 0,0-7 0,0 1 0,1-1 0,-1 7 0,0-1 0,-6 10 0,1 2 0,-8 7 0,9 14 0,-7 7 0,0 3 0,-6 15 0,0-7 0,0 7 0,0-6 0,0 6 0,0-8 0,0 2 0,0-4 0,0-2 0,2-2 0,3-1 0,7-3 0,-5-9 0,-1-2 0,4-8 0,-1-9 0</inkml:trace>
  <inkml:trace contextRef="#ctx0" brushRef="#br0" timeOffset="112">28291 9216 8912,'-27'-18'0,"2"3"0,8 4 0,6 1 0,-1 4 0,8 4 0,-3-5 0,9 9 0,5 3 0,11 7 0,3-3 0,11 1 0,6 0 0,4-1 0,12-5 0,7 4 0</inkml:trace>
  <inkml:trace contextRef="#ctx0" brushRef="#br0" timeOffset="113">28773 9130 8912,'-8'-10'0,"6"-5"0,-5 13 0,7-6 0,0 16 0,0 3 0,0 12 0,0 6 0,0 5 0,0 4 0,2 4 0,3 2 0,-3-3 0,4 4 0,-4 1 0,-2 6 0,0-1 0,0 1 0,-8-6 0,-3 0 0,-6-10 0,-4-2 0,-4-9 0,-2-6 0,6-9 0,-12-3 0,7-7 0</inkml:trace>
  <inkml:trace contextRef="#ctx0" brushRef="#br0" timeOffset="114">28532 9577 8912,'0'-27'0,"0"-4"0,0 8 0,0 0 0,0 6 0,8 0 0,3 0 0,4 5 0,3 1 0,1 7 0,4-2 0,3-1 0,9 1 0,1-2 0,4 3 0,-1 3 0,6-4 0,1 4 0,-2 2 0,-2 0 0,-7 0 0,-3 0 0,-3 0 0,0 2 0,-12 4 0,2 3 0,-13 8 0,-1 3 0,-5 2 0,0-2 0,0 3 0,-1 1 0,-3-1 0,-4-2 0,-1-2 0,-1 4 0,-1 0 0,-5 0 0,5-6 0,1-1 0,-1-5 0,5 2 0,-5-7 0,7-2 0,-2-10 0,-2-3 0,3-10 0,1-4 0,2-6 0,2-5 0,0-6 0,2 1 0,3-7 0,-1 6 0,8-5 0,-6 6 0,5-1 0,-5 2 0,5 2 0,3 1 0,1 9 0,4 5 0,4 3 0,-2 7 0,8-1 0,-3 9 0,3-3 0,9 12 0,-3 5 0,3 4 0,-4 3 0,-7-1 0,6 0 0,-7 0 0</inkml:trace>
  <inkml:trace contextRef="#ctx0" brushRef="#br0" timeOffset="115">29496 9353 8912,'-27'12'0,"4"-1"0,-2 0 0,2 7 0,6-7 0,5 1 0,9-1 0,-3 6 0,6 0 0,6-1 0,5-5 0,4 3 0,3-9 0,-1 1 0,0-6 0,0 0 0,0 0 0,1 0 0,-1 0 0,0-8 0,0-3 0,-1-4 0,-5-3 0,4 5 0,-5-2 0,1-4 0,1 0 0,-1-1 0,7 3 0,-1-8 0,0-1 0,0-9 0</inkml:trace>
  <inkml:trace contextRef="#ctx0" brushRef="#br0" timeOffset="116">30046 9387 8912,'-17'8'0,"0"4"0,5-3 0,1 3 0,7-1 0,-9 6 0,7 0 0,-5 1 0,5-1 0,0-2 0,-2-3 0,5 3 0,-9-4 0,8-3 0,-11 0 0,13-10 0,-4-4 0,4-6 0,2-10 0,2-5 0,4-8 0,4 1 0,9 0 0,2 1 0,2 5 0,2-3 0,-2 8 0,-4 2 0,4 10 0,-4-3 0,-2 8 0,0 1 0,0 5 0,1 7 0,-1 5 0,0 11 0,0 5 0,0 5 0,1-1 0,-1-1 0,0-2 0,6-3 0,0 3 0,8-4 0,-5-8 0</inkml:trace>
  <inkml:trace contextRef="#ctx0" brushRef="#br0" timeOffset="117">25262 10935 8912,'18'-8'0,"-3"-3"0,-4-5 0,-5-1 0,-4 0 0,-2-2 0,0-2 0,0-2 0,0-2 0,0 4 0,0-2 0,0 2 0,-6 2 0,-1 4 0,-1 1 0,0 3 0,-3 5 0,3-3 0,-1 1 0,-5 4 0,-1 2 0,-2 2 0,-2 4 0,-4 8 0,2-1 0,-6 14 0,2 0 0,4 3 0,2 11 0,2 1 0,-1 13 0,1-1 0,8 5 0,3-1 0,4 3 0,2 2 0,8 0 0,3 2 0,6 2 0,6-8 0,-4 1 0,4-7 0,2 1 0,-2-1 0,0-7 0,-8-4 0,-3-3 0,-6-3 0,-5-1 0,-1-5 0,-7 3 0,-5-8 0,-9 0 0,-2-6 0,-5-2 0,5-3 0,0-7 0,-2-3 0,6-2 0,-4 0 0,4-7 0,2-5 0,-1-5 0,1-6 0,2 2 0,3-8 0,-1 8 0,7-2 0,1 4 0,5 2 0,1 0 0,5 0 0,4-6 0,7 0 0,6-2 0,0 2 0,7-4 0,-3-7 0</inkml:trace>
  <inkml:trace contextRef="#ctx0" brushRef="#br0" timeOffset="118">25624 11021 8912,'-10'-17'0,"-5"-8"0,5 6 0,1 1 0,1 13 0,8 10 0,0 13 0,2 10 0,2 7 0,2 5 0,5-2 0,-5 8 0,5-6 0,-5 6 0,5-8 0,-5 2 0,6-2 0,-7 1 0,1-1 0,2-6 0,-6 1 0,3-10 0,-3 0 0,-2-6 0,2-8 0,4-3 0,-4-12 0,6-3 0</inkml:trace>
  <inkml:trace contextRef="#ctx0" brushRef="#br0" timeOffset="119">25830 11124 8912,'-11'0'0,"-1"0"0,8 0 0,-5 0 0,3 0 0,2 0 0,-7 0 0,7 2 0,-2 4 0,-1-3 0,-1 9 0,0 1 0,1 3 0,-5 6 0,6 1 0,-7 6 0,2-6 0,3 6 0,2-6 0,-1 5 0,1-5 0,2-2 0,2-2 0,8-2 0,0 1 0,7-9 0,-2-3 0,12-4 0,6-2 0,-2 0 0,2 0 0,1-8 0,10-3 0,-3-5 0,3-1 0,-4 0 0,-1 0 0,-1 0 0</inkml:trace>
  <inkml:trace contextRef="#ctx0" brushRef="#br0" timeOffset="120">26433 10883 8912,'-22'-2'0,"3"-1"0,4-3 0,0 2 0,-1 2 0,-1 2 0,-2 2 0,-2 6 0,-2 9 0,2 10 0,8 7 0,1 6 0,3 2 0,-3 4 0,5 2 0,7-8 0,0 6 0,0-6 0,2 0 0,3-8 0,7-3 0,3-6 0,4-4 0,4-2 0,2-7 0,4-4 0,-3-6 0,-3-6 0,-4-4 0,6-15 0,-7-1 0</inkml:trace>
  <inkml:trace contextRef="#ctx0" brushRef="#br0" timeOffset="121">26553 11038 8912,'-17'0'0,"0"0"0,1 2 0,5 4 0,-3 3 0,9 8 0,-1 6 0,6 0 0,0 2 0,0-2 0,2-4 0,4 4 0,-3-4 0,9-2 0,-1-5 0,7-1 0,-7-5 0,1 4 0,1-3 0,2-3 0,2-2 0,1-2 0,-1-8 0,0-3 0,-2-4 0,-3-3 0,1-5 0,-7 0 0,5-7 0,-5 1 0,6 4 0,-7 2 0,1-1 0,-6 1 0,0 6 0,0 5 0,0 10 0,0 2 0,0 10 0,0 13 0,0-2 0,0 7 0,2 3 0,4 1 0,1-3 0,5 0 0,5-8 0,-2 0 0,8-6 0,4-4 0,-4-7 0,6 2 0,-8-4 0,2-2 0,2-2 0,-3-4 0,-1-3 0,-9-8 0,3-8 0,-5-2 0</inkml:trace>
  <inkml:trace contextRef="#ctx0" brushRef="#br0" timeOffset="122">26949 10471 8912,'-17'-8'0,"7"6"0,10 4 0,11 15 0,12 14 0,6 9 0,4 8 0,1-1 0,-1 7 0,-5 3 0,5 10 0,-5 2 0,-3 1 0,-4 9 0,-7-5 0,-9-7 0,-5 2 0,-5-6 0,-7 0 0,-11-6 0,-11 1 0,-10-14 0</inkml:trace>
  <inkml:trace contextRef="#ctx0" brushRef="#br0" timeOffset="123">24454 12757 8912,'0'-11'0,"0"-1"0,0-1 0,5 3 0,3 1 0,1 1 0,5 4 0,1 3 0,4-1 0,4-2 0,6-2 0,5-2 0,5 5 0,3-3 0,2 2 0,0-5 0,1-3 0,-2-11 0,-9-4 0</inkml:trace>
  <inkml:trace contextRef="#ctx0" brushRef="#br0" timeOffset="124">25624 12568 8912,'-14'-7'0,"-1"-5"0,-4-3 0,6-2 0,-1-1 0,8 1 0,3 0 0,8 2 0,7 3 0,-3-3 0,3 4 0,-6-5 0,5-1 0,-7 0 0,2 0 0,-4-2 0,-2-4 0,0 4 0,0-4 0,-2 2 0,-4 2 0,-4-3 0,1 1 0,-7 12 0,5-8 0,3 11 0,-7-2 0,7 10 0,-3 4 0,3 5 0,8 12 0,-5 10 0,-1 7 0,0 2 0,6-2 0,-8 2 0,-3 4 0,1 4 0,-1-4 0,-2 1 0,-3-1 0,-7-4 0,0-7 0,-2-1 0,3 0 0,-3-7 0,-4-4 0,-2-6 0,8-5 0,1-7 0,-3-3 0,7-9 0,1-5 0,2-11 0,9-5 0,2-7 0,2-5 0,2 2 0,0-8 0,6 8 0,0-2 0,7 3 0,-1 3 0,3 9 0,2 8 0,0 2 0,1 9 0,1 2 0,4 10 0,-2 3 0,7 9 0,1 5 0,6-1 0,1 1 0,2-5 0,4-3 0,2-4 0,0-3 0,2-8 0,-2-2 0,-4-4 0,-9-5 0,3-12 0,-13 2 0,-4-8 0,-7 1 0,-10-7 0,-2 7 0,-4-1 0,-5 6 0,-12-6 0,-4 8 0,-7-2 0,-4 4 0,3 2 0,-3 6 0,9 1 0,-3 2 0,-3 5 0,1-7 0,-1 1 0</inkml:trace>
  <inkml:trace contextRef="#ctx0" brushRef="#br0" timeOffset="125">24626 10660 8912,'0'17'0,"0"0"0,0-7 0,0-3 0,0-9 0,0-3 0,0-7 0,0 3 0,0-3 0,0 6 0,0-5 0,-2 0 0,-4 1 0,2-5 0,-7 3 0,1 3 0,-1-3 0,-5 7 0,5-5 0,-4 2 0,-3 5 0,-1 3 0,-4 5 0,4 5 0,-4 7 0,-2 10 0,2 7 0,-1 2 0,1 10 0,4 2 0,-4 9 0,3-3 0,5 3 0,2-5 0,1-6 0,3-4 0,-3-8 0,-3-7 0,11-10 0,-5-13 0,1-8 0,0-8 0,3-10 0,3-5 0,-6-10 0,2-1 0,1-2 0,-1-2 0,6 2 0,0 4 0,0-4 0,2 3 0,3 3 0,-1 3 0,8 8 0,-1 2 0,6 16 0,3 1 0,2 10 0,3 5 0,4 12 0,4-2 0,-5 6 0,5-1 0,1 1 0,1-6 0,-1 2 0,-2-6 0,-1-5 0,-2-6 0,1-5 0,-5-2 0,-2-5 0,-6-4 0,-5-7 0,-5-8 0,-7-3 0,0-5 0,-3-1 0,-7 1 0,-7 5 0,-10-3 0,4 8 0,-6 2 0,7 10 0,-1 3 0,5 8 0,1 2 0,0 4 0,7 9 0,5 8 0,3 0 0,2-6 0</inkml:trace>
  <inkml:trace contextRef="#ctx0" brushRef="#br0" timeOffset="126">27981 10969 8912,'-15'-2'0,"2"-2"0,1-1 0,1-1 0,-1 0 0,1 1 0,7-1 0,-4 6 0,16 0 0,5 0 0,6 0 0,6-2 0,2-4 0,-4 4 0,6-3 0,-3-5 0,5 0 0,-2-1 0,1 0 0,-3 5 0,0-4 0,0 1 0,-1-1 0,-5 6 0,2-1 0,-2 1 0,2-2 0,-4 4 0,4-4 0,-9 4 0,-3 2 0,-7 2 0,2 4 0,-4 6 0,-2-3 0,0 3 0,-2-9 0,-4 3 0,-3 4 0,-9-8 0,1 5 0</inkml:trace>
  <inkml:trace contextRef="#ctx0" brushRef="#br0" timeOffset="127">27947 11296 8912,'-17'0'0,"-1"0"0,1 0 0,0 0 0,9 0 0,8 0 0,10 0 0,13 0 0,6 0 0,3 0 0,8-2 0,0-2 0,1-3 0,1-3 0,-6 4 0,4-5 0,-9 1 0,-3-1 0,-7 1 0,2 6 0,-4-1 0,-9-9 0,-2 12 0,-8-5 0,0 7 0,0 0 0,9 0 0,8 0 0,8-8 0,10-1 0</inkml:trace>
  <inkml:trace contextRef="#ctx0" brushRef="#br0" timeOffset="128">29065 10557 8912,'-17'-10'0,"2"2"0,2 3 0,1-1 0,-1 2 0,5 10 0,2 7 0,4 8 0,2 8 0,8 5 0,4 6 0,5 6 0,6 4 0,-4 1 0,4-1 0,-4-2 0,-2-2 0,0-6 0,0 6 0,-7-10 0,-4-2 0,1-1 0,-1-10 0,-2-2 0,-10-10 0,-5-5 0,-5-19 0,-1-6 0</inkml:trace>
  <inkml:trace contextRef="#ctx0" brushRef="#br0" timeOffset="129">28825 10883 8912,'-23'0'0,"0"0"0,0-5 0,5-1 0,9 0 0,3 6 0,12 0 0,19-8 0,17-3 0,13-2 0,14 1 0,0-3 0,6 3 0,-1-1 0,-5 2 0,2-3 0,-14 8-177,-7-7 0,-1 4 1,-5-9-1</inkml:trace>
  <inkml:trace contextRef="#ctx0" brushRef="#br0" timeOffset="130">30184 10625 8912,'0'-19'0,"0"-2"0,0-2 0,0 2 0,0 0 0,0-2 0,0 10 0,0-4 0,0 2 0,0 5 0,-2 0 0,-4 3 0,3 3 0,-9 8 0,1 3 0,1 3 0,-3-4 0,7 5 0,-7 1 0,1 5 0,2-8 0,-1-3 0,7 4 0,-5-8 0,3 3 0,4-5 0,-4-5 0,4 1 0,2-8 0,-5 7 0,-1-7 0,0 1 0,4-5 0,-4 5 0,5-4 0,-5 3 0,4 4 0,2-7 0,-2 13 0,-4-3 0,4 5 0,-3 5 0,1 1 0,-2 11 0,-3-3 0,-9 10 0,1 1 0,0 4 0,-2 3 0,-4 3 0,-4-3 0,-7-3 0,-7 3 0,1-3 0,0-2 0,6 1 0,1-12 0,5 1 0,3-4 0,7-3 0,9-10 0,3-12 0,4-5 0,2-6 0,6 2 0,0-7 0,7 5 0,-1-6 0,1 2 0,-2-1 0,3 3 0,-8 8 0,7-1 0,-3 1 0,1 2 0,0 3 0,-5 5 0,6 7 0,1 6 0,10-1 0,-2 11 0,8 1 0,5 0 0,6 6 0,8-4 0,-2-2 0,4 0 0,1-1 0,1-5 0,0-5 0,-7-4 0,1-2 0,-9-2 0,-3-4 0,-9-3 0,-14-9 0,-3-6 0,-8-5 0,-4-4 0,-7-1 0,-12 0 0,-8-1 0,-3 3 0,-1 3 0,1-1 0,0 7 0,1 7 0,4 11 0,-1 3 0,7 2 0,0 4 0,6 5 0,1 10 0,5 6 0,-4 4 0,5 13 0,-7 2 0</inkml:trace>
  <inkml:trace contextRef="#ctx0" brushRef="#br0" timeOffset="131">28945 11554 8912,'-8'17'0,"-1"-6"0,-8 1 0,5-8 0,1 1 0,7-3 0,-4-4 0,8-3 0,15 1 0,10-8 0,14-1 0,12-2 0,8-8 0,10 0 0,0 0-118,0 6 0,0 0 118,0-1-364,-1-6 0,1-3 1,0-8-1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808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23472 14852 8912,'-4'5'0,"4"0"0,4-5 0</inkml:trace>
  <inkml:trace contextRef="#ctx0" brushRef="#br0" timeOffset="1">23472 14617 8912,'-6'16'0,"-9"22"0,6-2 0,-1 3 0,3-5 0,5-3 0,0 0 0,2-8 0,6-3 0,1-8 0,5-2 0,3-2 0,-4-5 0</inkml:trace>
  <inkml:trace contextRef="#ctx0" brushRef="#br0" timeOffset="2">23748 15663 8912,'-2'10'0,"-4"-5"0,4-3 0,-5-2 0,7-2 0,0-3 0,0 1 0,0-8 0,0 8 0,0-7 0,0 11 0,0 4 0,0 13 0,7 4 0,5 8 0,5 1 0,6 16 0,4 8 0,7 9 0,3 5 0,3 7 0,-2 1 0,8 4 0,-8-3-113,2-8 0,-11-8 113,-6-4 0,-6-13 0,-5-8 0,-7-5 0,-3-10 0,-2 2 0,0-12 0,-2-3 0,-3-8 0,3 0 0,-12-2 0,9-4 0,-9-3 56,3-8 1,-5-8-1,-1-4 1,0-3-57,0-3 0,0 1 0,-1-1 0,-7 1 0,-1-8 0,-9-2 0</inkml:trace>
  <inkml:trace contextRef="#ctx0" brushRef="#br0" timeOffset="3">23989 15422 8912,'-17'0'0,"-1"0"0,1 0 0,0 0 0,0 0 0,0 8 0,-1 3 0,1 7 0,0 3 0,0 3 0,0 3 0,-1 2 0,1 5 0,-6 2 0,0 5 0,0-5 0,6 4 0,0-4 0,0-1 0,0-3 0,-1-3 0,7-6 0,-1-12 0,9-3 0,-5-10 0,8-4 0,0-3 0,-8-24 0,-1-3 0</inkml:trace>
  <inkml:trace contextRef="#ctx0" brushRef="#br0" timeOffset="4">23748 15508 8912,'0'-9'0,"2"1"0,4 8 0,3 0 0,8 0 0,10 2 0,8 4 0,1-4 0,12 3 0,3-3 0,5-2 0,7 6 0,-6 0 0,-1-1 0,-10-5 0,3 0 0,-12 0 0,5 0 0</inkml:trace>
  <inkml:trace contextRef="#ctx0" brushRef="#br0" timeOffset="5">24591 16884 8912,'0'-12'0,"-2"3"0,-2-1 0,-1 1 0,-1 3 0,6-6 0,0-1 0,0 3 0,0-1 0,0-2 0,0 3 0,0-1 0,0-1 0,0 1 0,0-1 0,0 8 0,0-1 0,0 10 0,0 7 0,0 5 0,0 6 0,0 8 0,0 7 0,6-2 0,-1 4 0,7 0 0,-6-5 0,5 3 0,-5-9 0,7-5 0,-1-1 0,3-6 0,2-5 0,6-6 0,2-12 0,0-7 0,0-8 0,3-8 0,-5-11 0,0 3 0,-5-3 0,-7-2 0,0 2 0,-7 0 0,2 6 0,-4 7 0,-2 4 0,0 10 0,-2 3 0,-4 2 0,4 12 0,-3 13 0,3 10 0,2 13 0,2-1 0,3 6 0,-1-6 0,8 1 0,1-4 0,2-2 0,3-7 0,-1-4 0,6-6 0,0-5 0,2-5 0,-3-7 0,5-2 0,8-3 0,-9-12 0,-1-10 0</inkml:trace>
  <inkml:trace contextRef="#ctx0" brushRef="#br0" timeOffset="6">14266 5639 8912,'6'8'0,"-1"-8"0,1-2 0,-6-9 0,0-1 0,0-5 0,2 0 0,4 0 0,-4-1 0,3 1 0,-3 0 0,-2 6 0,0-1 0,6 10 0,2 4 0,1 13 0,5 12 0,1 7 0,2 7 0,0 10 0,1 12 0,1 4 0,4 2 0,-4 5 0,4 1 0,-10-1 0,-1-5 0,-3-8 0,3-3 0,-7-9 0,-3-9 0,-2-7 0,0-16 0,0 0 0,0-7 0,-7-10 0,-3-10 0</inkml:trace>
  <inkml:trace contextRef="#ctx0" brushRef="#br0" timeOffset="7">14731 5743 8912,'17'0'0,"-8"0"0,5-8 0,-8-4 0,5 3 0,-5-3 0,1 1 0,-3-6 0,2 0 0,0-1 0,-6 9 0,-2 5 0,-4 15 0,-5 9 0,-12 14 0,2 8 0,-8 4 0,2 3 0,-3 3 0,3 0 0,2-1 0,0 1 0,2-1 0,10-7 0,-4-4 0,11-5 0,0-7 0,6-3 0,8-9 0,9-5 0,10-5 0,11-12 0,2-5 0,8-5 0,-2-1 0,3-2 0,3-4 0,-2 4 0,-4-4 0,3 4 0,-3 2 0,-4-2 0,-3-2 0,-9-2 0,3-8 0,-7 4 0</inkml:trace>
  <inkml:trace contextRef="#ctx0" brushRef="#br0" timeOffset="8">15419 5416 8912,'-17'0'0,"0"0"0,-1-2 0,1-4 0,0 4 0,0-3 0,-2 12 0,-2 10 0,-4 12 0,-2 9 0,0 8 0,-2 11 0,5 6 0,6 12 0,3-2 0,4 3 0,7-3 0,8-7 0,7-10 0,12-5 0,4-9 0,7-13 0,1-12 0,-1-11 0,1-4 0,7-17 0,2-4 0</inkml:trace>
  <inkml:trace contextRef="#ctx0" brushRef="#br0" timeOffset="9">15539 5605 8912,'-9'-8'0,"-5"5"0,9-9 0,-9 8 0,12 4 0,-3 12 0,3 5 0,2 6 0,0 4 0,0 5 0,0-1 0,0-3 0,7-5 0,5 6 0,-3-8 0,3 2 0,-1-4 0,7-2 0,-1-5 0,0-1 0,0-7 0,0 0 0,1-8 0,-1-8 0,4-3 0,-4-2 0,4-8 0,-9-4 0,1 3 0,-2-3 0,3-4 0,-8-1 0,-1-4 0,-3 11 0,2 0 0,2 4 0,0 4 0,-6 10 0,0 3 0,0 12 0,1 7 0,5 8 0,-2 4 0,8 4 0,-7 3 0,7-3 0,-1 1 0,6-1 0,1 2 0,-1-8 0,0-4 0,0-6 0,6 0 0,0-7 0,2-2 0,-2-10 0,-2-9 0,8-8 0,-1-15 0,7 2 0</inkml:trace>
  <inkml:trace contextRef="#ctx0" brushRef="#br0" timeOffset="10">15918 5003 8912,'-17'0'0,"7"0"0,12 0 0,15 0 0,14 8 0,9 3 0,8 14 0,-2 10 0,4 10 0,1 11 0,-7 20 0,-22-31 0,-4 2 0,-5 5 0,-3 3 0,-1 3 0,-2 0 0,-3 4 0,-1 1-388,-2 2 0,-4 1 0,-5 5 0,-5 0 388,-2 0 0,-4 1 0,-6 3 0,-2 1 0,2-1 0,-1-1 0,-6-2 0,0 1 0,5 5 0,-1 1 0,-3-4 0,-1-1 0,0 0 0</inkml:trace>
  <inkml:trace contextRef="#ctx0" brushRef="#br0" timeOffset="11">23507 15044 8912,'0'17'0,"0"0"0,0 1 0,0-1 0,0 0 0,0-9 0,0-8 0,0-8 0,0-3 0,0-1 0,0 8 0,0-3 0,0 7 0,0 0 0,8 0 0,-6 0 0,5 0 0,-7 0 0,0 0 0,0-8 0,0-4 0,0-3 0,0-2 0,0 0 0,6-2 0,0-4 0,-1 2 0,-5-8 0,0 6 0,0-5 0,0 5 0,0-6 0,0 6 0,0-6 0,0 1 0,0-7 0,0 1 0,0 0 0,0-1 0,0 1 0,0-1 0,0 1 0,0 0 0,0-1 0,0 3 0,0 3 0,-5-3 0,-1 5 0,2-2 0,2 1 0,2 5 0,0-6 0,0 8 0,0-2 0,-5 2 0,-1-2 0,0 4 0,6-4 0,0-4 0,-2 1 0,-2-3 0,-1 0 0,-1 1 0,6-7 0,0 1 0,0-1 0,-2-5 0,-4 0 0,4 0 0,-3 6 0,3-1 0,2 1 0,0 0 0,0-1 0,0 5 0,0-5 0,-2 10 0,-4-9 0,4 3 0,-4-3 0,3-2 0,-3-4 0,4-2 0,-4-4 0,4-4 0,2 4 0,-6-5 0,1-3 0,1 1 0,2 3 0,2 2 0,0-3 0,0-1 0,0 1 0,-2 1 0,-4 4 0,4-4 0,-3 5 0,3-5 0,2-2 0,-6 1 0,0-1 0,3 1 0,1-1 0,2-2 0,0-3 0,-2 2 0,-4-8 0,4 7 0,-4-1 0,4-2 0,2 1 0,0 1 0,0 6 0,0-1 0,0 2 0,0 3 0,0 1 0,-5 6 0,-1-6 0,0 0 0,6-6 0,0-1 0,0-4 0,0-5 0,0-6 0,0-1 0,0 2 0,2 0 0,4-2 0,-4 12 0,3-6 0,-3 8 0,-2 3 0,0-1 0,0-5 0,0 10 0,0-3 0,0 9 0,2-4 0,2-2 0,2-1 0,0 3 0,-6 0 0,5 0 0,1-6 0,7-7 0,-1-4 0,-3 2 0,3-2 0,-6 0 0,3-4 0,-1 2 0,-4 2 0,3 8 0,-1-3 0,2 5 0,-3 1 0,-3 1 0,4-1 0,-4 8 0,-2 4 0,0 2 0,0-2 0,0-4 0,0-8 0,0 3 0,0 3 0,0-4 0,0 4 0,0-9 0,0-2 0,0-1 0,0 7 0,0-1 0,0 0 0,0-5 0,0 0 0,0 5 0,0 6 0,2 1 0,4 1 0,-4-4 0,3 8 0,-3 0 0,-2 5 0,2-5 0,4 0 0,-4-8 0,4 2 0,-3-3 0,1-1 0,2 2 0,-2 2 0,-2 1 0,-2-7 0,0 8 0,0 4 0,0 4 0,0 1 0,0-3 0,0 4 0,0-4 0,0 9 0,-2-4 0,-4-1 0,4 0 0,-4-1 0,4-5 0,2 0 0,-1-2 0,-5 2 0,4-2 0,-4-4 0,4-2 0,2 8 0,0 2 0,0 2 0,-2 1 0,-3 1 0,3 7 0,-4 4 0,4 2 0,2-2 0,0 4 0,0-4 0,0 4 0,0 2 0,0-6 0,0-2 0,0 0 0,0 0 0,0-3 0,0 5 0,0-8 0,0 3 0,0-5 0,0-1 0,-2 5 0,-2 0 0,-1-1 0,1-3 0,2-1 0,2 0 0,0 5 0,0 0 0,0 6 0,0-5 0,-6 1 0,0-2 0,1-1 0,5 7 0,0-6 0,0 6 0,0-5 0,0 3 0,0-2 0,0-3 0,-2 3 0,-4-2 0,4 0 0,-4-5 0,4 0 0,2-1 0,0 1 0,0 0 0,0-1 0,0 3 0,0 1 0,0 2 0,0 8 0,0-1 0,0 0 0,0 0 0,0 2 0,0-2 0,0 2 0,0 3 0,-5 0 0,-1-2 0,2-2 0,2-2 0,2-2 0,0 2 0,0-2 0,0-3 0,0-3 0,0 8 0,0-7 0,0 1 0,0 4 0,0 2 0,0-2 0,0 3 0,0 1 0,0 1 0,0 3 0,0 0 0,0-6 0,0 0 0,0 0 0,0 6 0,0 0 0,0 0 0,0-6 0,0 0 0,0-2 0,0 4 0,0-2 0,0 2 0,0 2 0,0 2 0,0 5 0,0 1 0,0 7 0,0-4 0,0 10 0,0 4 0,0-4 0,0 6 0,0-8 0,0 0 0,0 7 0,0-5 0,0 6 0,0-8 0,0 0 0,0 7 0,6 3 0,0 7 0,-1 8 0,-5 2 0</inkml:trace>
  <inkml:trace contextRef="#ctx0" brushRef="#br0" timeOffset="12">22629 6671 8912,'-17'0'0,"6"0"0,-1 0 0,-1 0 0,-2 0 0,-3 0 0,1 0 0,6 0 0,-1 0 0,-1 0 0,-2 0 0,-3 0 0,9 0 0,1 2 0,8 4 0,8-5 0,3 5 0,5 2 0,1-2 0,0-1 0,0-5 0,0 0 0,1 0 0,-1-5 0,0-1 0,4-2 0,-4 2 0,4 3 0,-9-9 0,3 6 0,2-5 0,-5 1 0,-1-1 0,-7-4 0,9 5 0,-7-7 0,-2 0 0,-10 1 0,-5 5 0,-6-2 0,-6 7 0,3-2 0,-2 3 0,2 3 0,3-4 0,-6 4 0,0 2 0,0 8 0,6 3 0,6-1 0,-1 1 0,3 2 0,-3 9 0,6 0 0,5-1 0,1-1 0,0-3 0,1 0 0,5 0 0,-4 0 0,6 1 0</inkml:trace>
  <inkml:trace contextRef="#ctx0" brushRef="#br0" timeOffset="13">22612 6740 8912,'27'-8'0,"-4"-3"0,-4 1 0,-2 1 0,0-1 0,1 0 0,-3-1 0,-4-6 0,-3 5 0,-8 1 0,0-3 0,0-1 0,0 4 0,0-1 0,-8 3 0,-3-3 0,1-1 0,-1 7 0,-1-5 0,-5 5 0,0 0 0,0 6 0,0 0 0,5 0 0,1 0 0,5 0 0,-6 0 0,-1 0 0,4 6 0,-1 2 0,2 1 0,3-3 0,5 5 0,0-5 0,0 6 0,0 1 0,0-4 0,0 3 0,1-6 0,5 5 0,-2-7 0,8 2 0,-7-4 0,7-2 0,-8 0 0,11 0 0,-4 0 0,-3 0 0,5-8 0,-7-4 0,0-3 0,-6-2 0,-2 6 0,-4-1 0,2 6 0,-7-5 0,-1 7 0,-5-4 0,0 8 0,-6 0 0,0 0 0,0 2 0,6 4 0,2 4 0,3 7 0,-1 6 0,5 0 0,0 0 0,1 1 0,1-5 0,6 4 0,0-2 0,0 2 0,2-9 0,4 3 0,-2-6 0,7 1 0,1-3 0,5-3 0,0-4 0,0 4 0,6-10 0,0-2 0,0-7 0,-6 1 0,-2 3 0,-1-3 0,-5-3 0,-1-6 0,0 2 0,-3-4 0,-3 4 0,4 2 0,-6 0 0,-6-1 0,3 1 0,-9 0 0,6 2 0,-5 3 0,-1-1 0,-5 7 0,6 0 0,-1 6 0,1 0 0,-6 0 0,-1 0 0,3 8 0,4 3 0,5 5 0,4 1 0,2 6 0,0 0 0,0 0 0,0-6 0,0 0 0,0 0 0,6 1 0,-1-1 0,9 0 0,-10-2 0,7-3 0,1 3 0,5-13 0,0 4 0,0-6 0,0-6 0,1-4 0,-1-7 0,-2 0 0,-3 0 0,3-6 0,-6-2 0,1 0 0,-4 0 0,-4 0 0,-2 3 0,0 2 0,0-3 0,0 4 0,-8 8 0,-3-1 0,-5 9 0,-1-3 0,0 6 0,0 6 0,-1 3 0,1 8 0,0 1 0,0-1 0,1 6 0,5 0 0,3 7 0,1-18 0,-3 3 0</inkml:trace>
  <inkml:trace contextRef="#ctx0" brushRef="#br0" timeOffset="14">22543 6757 8912,'0'9'0,"0"7"0,8-14 0,-6 13 0,13-13 0,-3 4 0,-5-5 0,7-8 0,-9-5 0,1-3 0,-6-2 0,2 0 0,4 0 0,-4-3 0,3-3 0,-3 4 0,-2-4 0,-2 4 0,-3 2 0,3 0 0,-8 2 0,5 3 0,1-1 0,-8 7 0,7 0 0,-7 6 0,6 2 0,-5 4 0,-1 5 0,3 5 0,-5 1 0,9 0 0,-7 6 0,6 0 0,1 6 0,5-6 0,0 0 0,0-6 0,0 0 0,0 0 0,2-5 0,3-1 0,-1-5 0,8 5 0,-7-7 0,7 2 0,-1-4 0,7-2 0,-1-8 0,0-3 0,0-5 0,0-1 0,-5-2 0,-1-4 0,-7 4 0,2-4 0,-4 2 0,-2-2 0,0 10 0,0-4 0,0 1 0,0 1 0,0 5 0,-8-5 0,-1 13 0,-9-2 0,1 8 0,0 0 0,0 8 0,5-1 0,1 6 0,5 6 0,-3 0 0,1-2 0,4-2 0,2-2 0,2 1 0,0-1 0,0 0 0,2-2 0,4-3 0,3-5 0,9-7 0,-1 0 0,-2-2 0,-3-3 0,1 1 0,-7-8 0,-1 1 0,-5-6 0,0 0 0,0-1 0,-5 7 0,-1-1 0,-7 9 0,1-3 0,3 2 0,-3-2 0,6 4 0,-5-3 0,5 3 0,-5 2 0,7 0 0,-4 0 0,10 7 0,4 5 0,3-5 0,9 1 0</inkml:trace>
  <inkml:trace contextRef="#ctx0" brushRef="#br0" timeOffset="15">24367 6516 8912,'0'10'0,"0"-3"0,-7-7 0,5-7 0,-8 3 0,5-8 0,3 7 0,-4-7 0,2 8 0,-2-1 0,5-5 0,-7 8 0,0-5 0,4 7 0,-7 0 0,7 7 0,-9 3 0,7 7 0,-2-6 0,4 1 0,-1 1 0,1 3 0,-4 1 0,3 0 0,-1 0 0,6 0 0,0 1 0,2-7 0,3 0 0,5-7 0,7 2 0,2-4 0,4-2 0,-2 0 0,6 0 0,0-2 0,0-4 0,-6-1 0,2-5 0,-4-3 0,-2 3 0,-6-3 0,1-2 0,-8 0 0,1 0 0,-3-1 0,-2 1 0,-2 0 0,-3 0 0,-5 0 0,-7-1 0,-2 3 0,-4 4 0,8-5 0,-6 7 0,0-1 0,-1 3 0,5 7 0,0 0 0,0 2 0,0 3 0,5 5 0,1 7 0,7 6 0,-2 0 0,-2 6 0,3-7 0,-1 3 0,6-2 0,0-4 0,2 4 0,2-4 0,1-1 0,9-3 0,-3-4 0,5 3 0,1-9 0,0 1 0,0-6 0,6 0 0,0-2 0,0-4 0,2-5 0,-6-2 0,4 1 0,-4-3 0,-2 3 0,-5-9 0,-1-1 0,-7-1 0,2 5 0,-4 1 0,-2 0 0,-6 0 0,0 0 0,-13 1 0,2 5 0,-4-2 0,4 7 0,0 0 0,-3 6 0,-1 0 0,-2 0 0,0 0 0,6 0 0,0 0 0,0 0 0,5 8 0,1 3 0,1 4 0,-3 3 0,3-1 0,3 0 0,1 0 0,6 0 0,0 1 0,0-1 0,0 0 0,0 0 0,6-5 0,1-3 0,1 1 0,0-1 0,5-5 0,-1 2 0,3-4 0,2-2 0,0 0 0,0 0 0,1 0 0,-1 0 0,8-8 0,-6-1 0,4-9 0,-4 1 0,-9 0 0,-5 0 0,-3 0 0,-2-1 0,-2 1 0,-3 0 0,-5 2 0,-7 1 0,0 5 0,-1 1 0,1 2 0,0 6 0,0-5 0,-1-1 0,1 0 0,0 6 0,6 6 0,-1 0 0,6 7 0,-3-1 0,-1 3 0,1 2 0,5 0 0,-2 0 0,4 1 0,2-1 0,0 0 0,0 0 0,2 0 0,4 1 0,2-1 0,3 0 0,4-6 0,-3-1 0,3-2 0,2-5 0,0-1 0,6-2 0,0 0 0,0-7 0,-5-5 0,-3 3 0,-2-3 0,-3-1 0,-3-2 0,5-8 0,-6 0 0,-1 0 0,-5 6 0,0-1 0,0 1 0,-7 6 0,-5-1 0,-3 3 0,-2-3 0,3-1 0,-3 7 0,4 0 0,-10 6 0,4 0 0,1 0 0,1 0 0,2 2 0,4 4 0,-3-2 0,8 7 0,-5 1 0,5 5 0,2 0 0,2 0 0,2 1 0,0-7 0,0 1 0,0-1 0,2 6 0,4-2 0,6-3 0,-1-4 0,6-8 0,-7 0 0,13 0 0,-8 0 0,8 0 0,-4-2 0,-2-4 0,-5 2 0,-3-7 0,1-1 0,-1 3 0,-5-7 0,2 5 0,-4 1 0,-2-1 0,-2-1 0,-4-5 0,-5 0 0,-4 6 0,-3-1 0,1 8 0,0-1 0,0 3 0,-1 2 0,1 0 0,0 0 0,0 0 0,2 2 0,3 3 0,-1 5 0,7 7 0,0 0 0,6 0 0,0 1 0,0-1 0,0 0 0,8 0 0,0 0 0,3 1 0,4-9 0,-3-3 0,3-4 0,2-2 0,0 0 0,1 0 0,-1 0 0,6-8 0,0-3 0,0-5 0,-6 1 0,0 2 0,0 1 0,-7 1 0,-4-6 0,1-1 0,-1 1 0,0 0 0,-14 0 0,-1 5 0,-11 3 0,-1 1 0,-2 4 0,1 2 0,4 2 0,1 6 0,0 0 0,0 2 0,-1-3 0,1 5 0,2 7 0,4 0 0,3-2 0,0-3 0,6 3 0,-3-3 0,3-3 0,2 3 0,0-1 0,2 4 0,3-3 0,-1-3 0,8-3 0,-7-4 0,7 4 0,1-4 0,2-2 0,3 0 0,-1-2 0,0-4 0,-5 2 0,-1-7 0,-7 5 0,2-5 0,-4-3 0,-2-1 0,0-2 0,0 0 0,-6 5 0,-2 3 0,-1 1 0,-3-4 0,-5 7 0,0-1 0,-1 6 0,1 0 0,2 2 0,4 4 0,-3 3 0,8 8 0,-5 1 0,5-1 0,2 0 0,2 0 0,2 0 0,0 1 0,0-1 0,0 0 0,0 0 0,8-7 0,2-3 0,7-7 0,0-2 0,0-3 0,0-7 0,1-1 0,-1 1 0,-6-3 0,1 4 0,-8 1 0,1-1 0,3-1 0,-2-5 0,-2 0 0,-2 5 0,-2 1 0,0 7 0,-2-4 0,-4 8 0,-4 0 0,-7 0 0,0 2 0,0 4 0,-1 4 0,1 7 0,0 0 0,6-6 0,-1 1 0,8-1 0,-1 7 0,3-7 0,2 0 0,0-7 0,2 4 0,3-8 0,5 0 0,7 0 0,0 0 0,0 0 0,1-2 0,-1-4 0,-6-1 0,1-5 0,-6-3 0,5 3 0,-7-3 0,2-2 0,-4 0 0,-4 1 0,-2 3 0,-2 2 0,-9 5 0,-2-6 0,-3 9 0,-8-3 0,5 4 0,-6 2 0,-1 8 0,-9 3 0,-1 6 0,2 6 0,2-4 0,1 4 0,8-4 0,4-1 0,6-1 0,6 0 0,-3 0 0,11-2 0,4-3 0,9-4 0,13-8 0,6 0 0,11 0 0,-4-2 0,4-4 0,-3 2 0,-3-7 0,-7 1 0,-4-1 0,-4-3 0,-2 8 0,-15 1 0,-8 5 0,-17 9 0,-11 8 0,-8 3 0,-12 10 0,-1 5 0,-3 3 0,-7 11 0,2 3-446,4 0 0,0-1 0,7-9 0</inkml:trace>
  <inkml:trace contextRef="#ctx0" brushRef="#br0" timeOffset="16">18413 7170 8912,'-11'-6'0,"1"-2"0,1 1 0,-1-1 0,4 0 0,-5 3 0,5 3 0,-3-6 0,1 0 0,-5 6 0,1-3 0,4 1 0,3-2 0,1 4 0,-2-4 0,4-3 0,-5 7 0,7-8 0,0 5 0,0 3 0,0-13 0,0 13 0,0-6 0,0 8 0,0 0 0,-8 0 0,-4 0 0,5 0 0,-8 0 0,13 0 0,-14 0 0,13 0 0,-9 0 0,6 0 0,-5 0 0,7 0 0,-4 0 0,8 0 0,0 0 0,8 0 0,3 0 0,12 0 0,4 0 0,0 0 0,11-2 0,-3-4 0,11-3 0,-1-8 0,-1-1 0,2 1 0,0 0 0,6 0 0,-10 2 0,-8 3 0,-1-1 0,-10 7 0,-2 2 0,-2 2 0,-4 4 0,-3 4 0,-5 3 0,-7 9 0,0 6 0,0 5 0,-2 4 0,-3 1 0,-3 2 0,-3 4 0,-7-1 0,1 6 0,0-4 0,-6 3 0,4-2 0,2-4 0,-1-2 0,1-2 0,6-1 0,-1-4 0,7-5 0,-7-6 0,8-1 0,-11-8 0,13-1 0,2-8 0,10-8 0,7-3 0,2-10 0,4-2 0,0-6 0,9 4 0,5 1 0,-1-1 0,8-6 0,2 3 0,-2 1 0,2-2 0,-8 8 0,2-2 0,-4 4 0,-1 2 0,-8 0 0,-4 0 0,-10 1 0,-2 5 0,-7-4 0,-4 13 0,-7-4 0,-5 12 0,-3 5 0,3 12 0,-3 4 0,-2 7 0,2 8 0,1 2 0,5 2 0,1 0 0,-4-6 0,7 6 0,-1 0 0,6 5 0,0-5 0,0 0 0,0-14 0,0 3 0,0-7 0,0 1 0,8-12 0,1-17 0,8-9 0</inkml:trace>
  <inkml:trace contextRef="#ctx0" brushRef="#br0" timeOffset="17">19652 6946 8912,'-26'0'0,"1"2"0,7 2 0,1 3 0,0 3 0,0 9 0,0 10 0,1 9 0,5 4 0,5 2 0,4 4 0,6 7 0,8 2 0,7-1 0,15-10 0,0-4 0,1-10 0,-1-3 0,1-6 0,-1-6 0,1-6 0,-3-5 0,-3-12 0,3-5 0,-3-12 0,-2-4 0,-1-9 0,-1-2 0,-4-2 0,-2-8 0,-1 2 0,-3-2 0,-4 2 0,-7 2 0,-15 4 0,-4 2 0,-20-8 0,-3 14 0,-16 1 0,-1 10 0,-2 12 0,-9 5 0,3 4 0,-2 7 0,2 5 0,4 17 0,7 5 0,8 12 0,4 0 0,17 1 0,8 1 0,5-6 0,7-5 0,8-7 0,13-13 0,8 0 0</inkml:trace>
  <inkml:trace contextRef="#ctx0" brushRef="#br0" timeOffset="18">18947 14408 8912,'0'9'0,"0"7"0,2-14 0,3 3 0,-1-3 0,8-2 0,-7 0 0,7 0 0,-6 0 0,5 0 0,1 0 0,-1 0 0,-1 2 0,-3 4 0,-1-4 0,-6 7 0,-2-5 0,-4 2 0,-3 0 0,-3-6 0,1 0 0,7 0 0,-11 0 0,11 0 0,-8 0 0,9 0 0,-7 0 0,4 0 0,4 2 0,-3 3 0,3-3 0,2 6 0,0-8 0,0 0 0,0-8 0,0 6 0,0-13 0,0 5 0</inkml:trace>
  <inkml:trace contextRef="#ctx0" brushRef="#br0" timeOffset="19">21270 12517 8912,'-2'-23'0,"-2"0"0,-2 2 0,3 2 0,-7 1 0,-1 3 0,-5 4 0,-9 5 0,-5 14 0,-8 11 0,-8 13 0,-14 18 0,-10 15 0,29-29 0,-1 0 0,-2 4 0,-1 1 0,-5 3 0,0 1 0,1 2 0,1 0 0,-3 1 0,0 1-84,0 4 1,-1 0 0,-2 1 0,1 0 0,2 2 0,1-1 0,5-5-1,2-2 84,5-6 0,3-2 0,-22 25 0,17-10 0,11-7 54,8-8 0,11-6 1,5-5-55,3-6 0,4-6 0,5-5 0,10-7 0,10-3 0,8-11 0,7-10 0,7-12 0,7-7 0,16-18 0,-16 18 0,11-11 0</inkml:trace>
  <inkml:trace contextRef="#ctx0" brushRef="#br0" timeOffset="20">22182 12345 8912,'0'-27'0,"2"2"0,4 8 0,-4 0 0,3 0 0,-10 9 0,-7 8 0,-11 17 0,-6 17 0,-13 18 0,-9 17 0,15-28 0,-3 2-73,-6 5 1,-2 1 0,-2 2-1,-1 0 1,-2 0 0,1 1-1,0-1 1,0 1 72,2-1 0,1 1 0,1 1 0,2 1 0,4-2 0,2-1 0,4-4 0,1-2 0,-23 29 0,3-5 0,2-6 0,8-6 0,4-11 0,12-4 0,5-7 0,11-7 0,6 1 0,8-16 0,10-3 0,15-14 0,15-13 0,4-8 0,13-9 0</inkml:trace>
  <inkml:trace contextRef="#ctx0" brushRef="#br0" timeOffset="21">23559 12413 8912,'11'-17'0,"1"2"0,-1 2 0,-1 1 0,-3 8 0,-14 4 0,-7 14 0,-7 9 0,-7 11 0,-5 2 0,-1 10 0,-8 2 0,-4 9 0,-6 4-264,-5 8 1,23-30 0,-1 0 263,-5 4 0,0 0 0,-3 2 0,1 0 0,-1 6 0,0 1 0,-1 1 0,-1 1 0,-2 5 0,0 1 0,-2-2 0,-2-2 0,2 0 0,-1-3 0,1-3 0,0-2 0,0-2 0,1-1 0,7-7 0,4-1 0,-27 32 0,26-16 0,15-7 0,14-8 0,14-21 0,7-7 0,11-14 0,4-5 0</inkml:trace>
  <inkml:trace contextRef="#ctx0" brushRef="#br0" timeOffset="22">25262 12534 8912,'-25'25'0,"-9"9"0,-16 16 0,-11 9 0,25-25 0,-2 1 0,-7 5 0,-2 2 0,-3 0 0,-2 2 0,-1 3 0,-1 1 0,0 2 0,1 2 0,4 1 0,3 1-358,1-3 1,4 1 0,7-3 0,5-1 357,-17 32 0,15-11 0,8-12 0,12-5 0,5-6 0,8-8 226,9-7 1,1-8-227,11-12 0,2-5 0,-2-12 0,7-4 0,-3-7 0</inkml:trace>
  <inkml:trace contextRef="#ctx0" brushRef="#br0" timeOffset="23">26364 12620 8912,'23'-50'0,"-2"4"0,-6 6 0,-7 23 0,-14 17 0,-13 23 0,-16 23 0,-14 11 0,-14 6 0,26-26 0,1 1 0,-2 1 0,1 2 0,2-2 0,1 0 0,4 1 0,1 0 0,1 1 0,1 1 0,1-1 0,2 2 0,4 2 0,2 1-177,0 0 0,1 0 1,-9 44 176,8-10 0,9-9 0,3-8 0,4-10 64,2-1 1,-6-10-65,1-14 0,1 1 0,-2-12 0,-7-3 0</inkml:trace>
  <inkml:trace contextRef="#ctx0" brushRef="#br0" timeOffset="24">24195 13703 8912,'-23'0'0,"1"0"0,-1 0 0,0 0 0,0 0 0,2 0 0,2 0 0,9 0 0,2 0 0,8 0 0,8 0 0,3 0 0,5 0 0,3 0 0,4 0 0,5 0 0,5 0 0,1 0 0,1 0 0,5-6 0,0 0 0,0 1 0,-5 5 0,-1 0 0,1 0 0,-9-8 0,-1 6 0,-8-5 0</inkml:trace>
  <inkml:trace contextRef="#ctx0" brushRef="#br0" timeOffset="25">24195 14270 8912,'-17'0'0,"2"2"0,3 4 0,5-4 0,30-10 0,3-5 0,20-16 0,2 6 0,-8-5 0,10-1 0,0-4 0,3 3 0,-3 1 0,2 1 0,-6-7 0,11-7 0,4-2 0</inkml:trace>
  <inkml:trace contextRef="#ctx0" brushRef="#br0" timeOffset="26">25211 13393 8912,'0'-24'0,"0"10"0,0-3 0,0 13 0,0 4 0,0 17 0,0 18 0,0 16 0,0 18 0,0 11 0,0 10 0,0 6 0,0-45 0,0 1 0,0 3 0,0 1-209,0 1 1,0 0 0,0 2 0,0 1 208,0 0 0,0 0 0,0-3 0,0-1 0,0-1 0,0 1 0</inkml:trace>
  <inkml:trace contextRef="#ctx0" brushRef="#br0" timeOffset="27">17037 13325 8912,'9'-12'0,"-1"1"0,-2-3 0,-1-1 0,3 0 0,-2 3 0,-4 3 0,3 3 0,-3 4 0,-2-4 0,0 12 0,0-2 0,0 7 0,0-5 0,0 6 0,0-9 0,0 13 0,-2-7 0,-2 3 0,-1-1 0,-3 1 0,2 5 0,3 0 0,-9 0 0,2 2 0,-1 4 0,-10-2 0,4 8 0,-4 2 0,-4 1 0,-2 4 0,-7 4 0,-3-1 0,-3 6 0,-4-4 0,-7 4 0,-9 1-184,-3 6 0,4-1 184,2 1 0,1-6 0,-1 0 0,1-6 0,-5 4 0,2-2 0,3-4 0,-5-2 0,-2-1 0,-4-1 0,-2 0 0,2-7 0,4-4 0,10-2 0,7 2 0,6-2 0,-6 8 0,8-6 0,-2 3 0,5 1 0,6 0 0,-3 2 0,3 5 0,-3-7 0,-3-4 0,7-4 0,-1-2 0,2 0 184,-2 0 0,5-1-184,6-5 0,9-3 0,1-8 0,8 0 0,0 0 0,0-8 0,0-2 0,0-7 0</inkml:trace>
  <inkml:trace contextRef="#ctx0" brushRef="#br0" timeOffset="28">16641 13428 8912,'-17'0'0,"-1"0"0,7 6 0,-1-1 0,-1-1 0,-2-2 0,3-2 0,3 2 0,1 4 0,4-4 0,10 3 0,5-3 0,5-2 0,9 0 0,3 0 0,7-2 0,5-3 0,4-5 0,7-7 0,3-2 0,3-4 0,-3 2 0,3-8 0,-3 8 0,-3-2 0,-1 4 0,-4 2 0,-10 2 0,-7 3 0,-8 5 0,0 10 0,-8 9 0,-5 7 0,-8 15 0,-2 8 0,-4 4 0,3-2 0,-9 2 0,6 0 0,-5 5 0,7 1 0,-2 0 0,5-9 0,1-2 0,0-3 0,0-2 0,1-2 0,5-7 0,4-13 0,7-7 0</inkml:trace>
  <inkml:trace contextRef="#ctx0" brushRef="#br0" timeOffset="29">11151 14528 8912,'-17'0'0,"0"0"0,0 0 0,-1 0 0,1 0 0,0 2 0,0 4 0,5-2 0,1 7 0,-1 4 0,3 6 0,-5 6 0,7 8 0,-1-1 0,0 0 0,3 1 0,5-1 0,0 0 0,0-1 0,2-4 0,3-6 0,-1-4 0,8-2 0,-7-2 0,7-3 0,-6-5 0,5-9 0,2-3 0,-3-5 0,1-7 0,1-2 0,5-4 0,0 4 0,1-4 0,-7-2 0,1 2 0,1 4 0,2 6 0,-3-3 0,-1 5 0,1 3 0,5 1 0,0 7 0,-7 1 0,-5 5 0,5 4 0,1 7 0,-1 2 0,1 4 0,-5-4 0,6 4 0,1-4 0,10-2 0,-2-1 0,8-5 0,-1-3 0,9-8 0,1-2 0,2-4 0,0-11 0,-5-10 0</inkml:trace>
  <inkml:trace contextRef="#ctx0" brushRef="#br0" timeOffset="30">11719 14614 8912,'-11'0'0,"-1"0"0,6 0 0,-5 0 0,-1 6 0,-5 0 0,6 7 0,-1-2 0,1 5 0,-6 1 0,1 0 0,5 0 0,-3 6 0,9 0 0,1-2 0,2-2 0,2-2 0,0 1 0,0-1 0,0-8 0,8-1 0,3-8 0,4-2 0,3-4 0,-1-3 0,0-8 0,0-2 0,0-4 0,1 9 0,-1-3 0,-2 4 0,-3-4 0,3 7 0,-5 0 0,7 5 0,-6 5 0,1 0 0,-8 7 0,1 11 0,3-7 0,-2 0 0,5-5 0,-5 6 0,7-9 0,-1 3 0,3-4 0,2-2 0,0 0 0</inkml:trace>
  <inkml:trace contextRef="#ctx0" brushRef="#br0" timeOffset="31">12132 14494 8912,'10'-2'0,"-5"-4"0,5 4 0,-8-3 0,4 10 0,-4 7 0,-2 11 0,0 3 0,0 9 0,0-1 0,0 1 0,0-1 0,0 0 0,0 1 0,0-1 0,5-5 0,1-1 0,7-7 0,-1 2 0,3-11 0,10-5 0,-2-8 0,0-5 0,0-6 0,-12-11 0,3 2 0,-3-7 0,4-7 0,-3-5 0,-4 0 0,-3 6 0,3-1 0,0 3 0,-1 3 0,1 6 0,-2 4 0,-6 2 0,2 9 0,1 8 0,3 10 0,0 5 0,-6 2 0,0 3 0,2 1 0,2 1 0,1-1 0,1-1 0,-6-3 0,6 0 0,0 0 0,7 0 0,-4-7 0,9-2 0,-1-8 0,0 0 0,-2-8 0,-3-4 0,3-5 0,-3-4 0,3-2 0,2 2 0,-5 0 0,-1-2 0,-5 4 0,5-4 0,-7 4 0,2 2 0,-4 0 0,-2 0 0,0-1 0,0 9 0,0 1 0,0 10 0,0 4 0,0 0 0,0 11 0,0-4 0,0 10 0,0-4 0,0-2 0,0 1 0,0-1 0,0-6 0,0 1 0,7-1 0,5 4 0,3-3 0,1-3 0,-5-3 0,4-2 0,-3 7 0,-3-5 0,3 6 0,-8-1 0,1 6 0,-3 2 0,-2 4 0,-2-2 0,-3 8 0,-5-6 0,-7 4 0,0-1 0,-1 1 0,1-6 0,0 2 0,0-6 0,0-5 0,-1 1 0,1-7 0,8 0 0,1-16 0,8-7 0,0-8 0,0-9 0,0-1 0</inkml:trace>
  <inkml:trace contextRef="#ctx0" brushRef="#br0" timeOffset="32">13147 14477 8912,'-17'0'0,"0"0"0,0 0 0,5 0 0,1 0 0,-1 0 0,-3 2 0,4 3 0,-5-3 0,14 13 0,-3-3 0,3 3 0,2 2 0,0 1 0,0 1 0,2 2 0,3 2 0,5 7 0,7-1 0,-5-2 0,-1 1 0,1-7 0,5 2 0,-6-4 0,1-2 0,-3 1 0,3-1 0,3-8 0,-11 5 0,7-8 0,-7-1 0,-4 1 0,-11 0 0,-6 5 0,-6-5 0,2 2 0,-8-3 0,-2 5 0,-1-1 0,-3 5 0,1-9 0,1 7 0,3-6 0,3-2 0,2-3 0,8-1 0,6 0 0,9-7 0,2-5 0,9-5 0,14-6 0,6 2 0,11-7 0,-2 1 0,8-2 0,-2-1 0,2 7 0,-4-6 0,-8 6 0,-5 0 0,0 6 0,-8 2 0,2 3 0,-4 6 0,-10 6 0,-3 6 0,2 6 0,-2 11 0,-1-2 0,-5 7 0,-2-5 0,-3 6 0,3-1 0,-4 7 0,-2-6 0,3-1 0,-1-5 0,6 6 0,0-8 0,-2 2 0,-2-4 0,-2-2 0,1 0 0,-3 0 0,-2 1 0</inkml:trace>
  <inkml:trace contextRef="#ctx0" brushRef="#br0" timeOffset="33">13233 14494 8912,'0'-17'0,"0"-1"0,0 1 0,0 0 0,0 0 0,8 0 0,2 5 0,7 1 0,0 7 0,8-4 0,2 8 0</inkml:trace>
  <inkml:trace contextRef="#ctx0" brushRef="#br0" timeOffset="34">13750 14580 8912,'-35'0'0,"1"0"0,-1 2 0,1 3 0,2 5 0,3 7 0,4 2 0,8 4 0,2-2 0,1 8 0,5 1 0,1 3 0,4-6 0,10-4 0,-2-4 0,7-2 0,1-2 0,5-3 0,2-5 0,4-7 0,-2 0 0,8 0 0,-6-7 0,5-5 0,-5-9 0,6-2 0,-8-5 0,2 5 0,-4-8 0,0 4 0,2-1 0,2-1 0,0 6 0,-6-6 0,0 8 0,1-1 0,-9 2 0,6 3 0,-13 0 0,6 7 0,-8 10 0,0 12 0,2 3 0,4 2 0,-4 3 0,3 1 0,-3 1 0,-2-1 0,2-1 0,4-3 0,-2 0 0,7 0 0,-7 0 0,6 1 0,-5-1 0,-3-6 0,4 1 0,-4-9 0,0 11 0,4-8 0,-5-1 0,7-7 0,-8-3 0,0-7 0,0-9 0,0-2 0,6-7 0,0 1 0,5 2 0,-5-1 0,5 7 0,-5-2 0,5-2 0,-5 2 0,6 6 0,-7 5 0,9 8 0,-3-1 0,-1 5 0,1 5 0,1 11 0,3 9 0,-2 1 0,-1 5 0,1 1 0,10 3 0,-2-1 0,8 1 0,-6-9 0,6-3 0,7-4 0,8 6 0,7 2 0</inkml:trace>
  <inkml:trace contextRef="#ctx0" brushRef="#br0" timeOffset="35">29565 10471 8912,'9'-18'0,"-3"1"0,-4 0 0,-2 0 0,0 0 0,2 5 0,3 1 0,-5 7 0,0-2 0,-9 4 0,-8 4 0,-8 6 0,-10 7 0,-9 6 0,-7 10 0,-9-3 0,-6 5 0,-7 1 0,-15 1 0,4-1 0,0 0 0,1 1 0,9-1-212,-6 1 1,3-1 211,2 0 0,5-5 0,16-2 0,6-2 0,4-4 0,0-2 0,10-4 0,7-4 0,14-3 0,5 0 0,10-6 0,4 3 0,-4-5 0,4-5 141,-5 3 0,1-8 0,4 4-141,6-5 0,-3-4 0,3-3 0,-1-6 0,6-3 0</inkml:trace>
  <inkml:trace contextRef="#ctx0" brushRef="#br0" timeOffset="36">28670 10557 8912,'0'-23'0,"0"0"0,-2-2 0,-2 4 0,-4 0 0,-1 6 0,3-3 0,-6 7 0,1 3 0,-6 3 0,0 3 0,-1 4 0,1 3 0,-2 7 0,-4 11 0,-4 9 0,-7 8 0,5 8 0,1-2 0,1 4 0,-2 1 0,-1 1 0,7-1 0,7-5 0,11 0 0,3-8 0,2 0 0,3-7 0,9-8 0,9-6 0,19-5 0,6-5 0,11-9 0,6-5 0,4-11 0,2-1 0,0-9-419,-8-9 0,14-7 0,-4-7 1</inkml:trace>
  <inkml:trace contextRef="#ctx0" brushRef="#br0" timeOffset="37">30270 9559 8912,'0'-34'0,"-2"7"0,-2 4 0,-1 4 0,1 2 0,2 7 0,2 10 0,0 12 0,-6 13 0,0 9 0,1 10 0,-3 6 0,4 7 0,-7 0 0,7 3 0,-2-3 0,4-4 0,2 5 0,-2-5 0,-3-1 0,3-1 0,-4 1 0,2-8 0,-2-4 0,4-11 0,-20-5 0,2-6 0</inkml:trace>
  <inkml:trace contextRef="#ctx0" brushRef="#br0" timeOffset="38">29754 10075 8912,'0'-17'0,"0"0"0,0 0 0,0-1 0,2 3 0,3 2 0,7 1 0,17 8 0,5-1 0,14-3 0,3 2 0,3-1 0,9 1 0,0 4 0,6-4 0,0 4 0,0 2 0,-6-5 0,-2-3 0,-2-1 0,6 5 0,-4-4 0</inkml:trace>
  <inkml:trace contextRef="#ctx0" brushRef="#br0" timeOffset="39">30683 9920 8912,'-17'0'0,"0"0"0,-1 0 0,1 0 0,0 2 0,0 4 0,0 6 0,1 3 0,5 2 0,3 0 0,8 0 0,0 1 0,2-3 0,4-2 0,5-1 0,10-7 0,2 7 0,8-8 0,-2 1 0,1-3 0,-1-2 0,-2-5 0,-4-1 0,-6-7 0,0 1 0,-2-3 0,-9-2 0,0-1 0,-6 1 0,0 0 0,0 0 0,-8 0 0,-3-1 0,-5 1 0,1 0 0,2 2 0,1 3 0,8-3 0,-3 5 0,7-7 0,7 8 0,3 1 0</inkml:trace>
  <inkml:trace contextRef="#ctx0" brushRef="#br0" timeOffset="40">30976 9783 8912,'0'-10'0,"0"3"0,0 11 0,0 7 0,0 2 0,0 16 0,0 5 0,0 7 0,-2 1 0,-4-2 0,4-2 0,-4 8 0,4-6 0,2 6 0,-5-8 0,-1 4 0,2-2 0,2 0 0,2-2 0,0-9 0,-6-4 0,1-8 0,-1-7 0,8-12 0,4-16 0,-4-14 0,5-12 0</inkml:trace>
  <inkml:trace contextRef="#ctx0" brushRef="#br0" timeOffset="41">30958 9834 8912,'0'-17'0,"0"0"0,2 6 0,4-1 0,-2 8 0,7-1 0,3 1 0,1-2 0,10 4 0,4-4 0,-3 6 0,1 4 0,-2 4 0,-4 1 0,-2 3 0,-2 5 0,-7-5 0,-4-1 0,-4 0 0,-2 7 0,-8 1 0,-4 4 0,-9-4 0,-2 4 0,-5-4 0,5-2 0,-6 0 0,6 0 0,0 1 0,6-1 0,0-8 0,0-3 0,-1-4 0,1-2 0</inkml:trace>
  <inkml:trace contextRef="#ctx0" brushRef="#br0" timeOffset="42">31526 9422 8912,'-9'-17'0,"-1"1"0,4 5 0,5 3 0,-7 12 0,8 8 0,0 3 0,0 19 0,0 10 0,0 10 0,0 7 0,0 8 0,-6 1-146,0 5 0,1-5 146,5 5 0,-6-1 0,0-5 0,-5 6 0,5-7 0,-5-6 0,5 1 0,-2-18 0,4-10 0,-1-10 0,-1-14 0,6-3 0</inkml:trace>
  <inkml:trace contextRef="#ctx0" brushRef="#br0" timeOffset="43">31733 9628 8912,'9'-7'0,"-1"-3"0,-8-7 0,0 5 0,0 1 0,0-3 0,0 11 0,0 6 0,0 13 0,0 18 0,0 2 0,0 6 0,0 6 0,0 8 0,0 1 0,-2 6 0,-4-6 0,3 1 0,-9-9 0,-1-1 0,-3-2 0,-1-2 0,0 2 0,0-10 0,0-7 0,5-14 0,1 2 0,7-11 0,-4-8 0,8-15 0,2-10 0,4-6 0,3-1 0,9 0 0,-1-1 0,0 1 0,6 5 0,2 3 0,0 1 0,-1 4 0,5 4 0,-6 5 0,2-1 0,-2 7 0,-2 2 0,8 10 0,-6 3 0,3 11 0,1 1 0,0 1 0,7 7 0,6-6 0,1 0 0,-7-6 0,0-2 0,1-3 0,3-4 0,-3-8 0,1 0 0,-13 0 0,-6-8 0,-6-4 0,-7-3 0,2-2 0,-4 0 0,-2 0 0,-8-6 0,-3 0 0,1-6 0,-1 6 0,-1 0 0,-5 6 0,6 0 0,-1 0 0,1 7 0,-7 4 0,7 4 0,0 2 0,-1 8 0,-5 4 0,0 5 0,-1 6 0,7-2 0,-1 7 0,3-5 0,-3 6 0,-1-6 0,7 5 0,1-6 0,5 0 0,0-8 0,0-3 0,2-7 0,3 2 0,5-4 0,9-4 0,2-6 0,2-9 0,0 0 0,-6-6 0,0-2 0,0 2 0,-5 0 0,-1 6 0,-1 0 0,1 0 0,-1 5 0,-4 1 0,-4 7 0,7-4 0,-5 10 0,2 4 0,1 3 0,-1 9 0,-4 1 0,4 4 0,1-4 0,-1 4 0,6-4 0,-7-2 0,7-6 0,-6 1 0,7-6 0,-2 3 0,5-1 0,1-4 0,0-10 0,0-4 0,1-9 0,-1-4 0,0-5 0,0-11 0,0-1 0,-1-9 0,-5-3 0,3-7 0,-9-10 0,7 0 0,-6 1 0,-1 1 0,-5 4 0,0 11 0,0 12 0,0 19 0,0 8 0,0 20 0,0 12 0,0 14 0,0 11 0,0 13 0,-2 4 0,-1 8 0,-3 2 0,2 3 0,4-5 0,6 0 0,3-1 0,8-5 0,3-1 0,3 1 0,-2-8 0,7 2 0,-1-5 0,2-6 0,-3-10 0,-3-7 0,-3-16 0,1-3 0,-8-12 0,2-23 0,-5-11 0</inkml:trace>
  <inkml:trace contextRef="#ctx0" brushRef="#br0" timeOffset="44">32645 9938 8912,'40'0'0,"10"0"0,30 0 0,18 0 0,-39 0 0,2 0 0,5 0 0,2 0 0,5 0 0,1 0 0,0 0 0,1 0-583,5 0 1,1 0-1,1-4 1,0 0 0,-4-1 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85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8312 2631 8912,'17'0'0,"-6"0"0,1 0 0,-2-8 0,1-4 0,-3-3 0,-8-2 0,0 0 0,-2 0 0,-4 1 0,-4 3 0,1 1 0,-6 7 0,3-7 0,-5 8 0,-4-1 0,-2 3 0,2 2 0,2 2 0,2 3 0,-1 9 0,1 14 0,2 3 0,1 17 0,5 3 0,1 5 0,2 9 0,6-2 0,8 4 0,4 1 0,5-3 0,6-7 0,5-11 0,13-18 0,4-8 0,5-8 0,2-14 0,-1-17 0,-1-8 0,-4-14 0,2-6 0,-10-10 0,-7-1 0,-12 2 0,-10 3 0,-9 6 0,-9-2 0,-8 8 0,-18 0 0,-15 6 0,-7 3 0,-4 8 0,-2 2 0,-6 16 0,14-1 0,3 6 0,12 13 0,0 4 0,11 12 0,8 0 0,8 3 0,7 3 0,12-3 0,5-3 0,12-5 0,6-6 0,-3-3 0,3-4 0,7-3 0,8-8 0</inkml:trace>
  <inkml:trace contextRef="#ctx0" brushRef="#br0" timeOffset="1">8828 2648 8912,'0'-12'0,"0"1"0,0 5 0,0-5 0,0 5 0,0-6 0,0 9 0,8-5 0,3 8 0,4 2 0,3 4 0,-1 3 0,0 8 0,6 6 0,0 0 0,6 6 0,-6-6 0,0 7 0,-6-1 0,0 2 0,0-3 0,-7-3 0,-5-8 0,-3 0 0,-2 1 0,0-1 0,-2-8 0,-3-3 0,-5-6 0,1-6 0,-5-3 0,8-8 0,1-8 0,5-4 0,2-3 0,3-3 0,5 1 0,9 0 0,4 1 0,6 4 0,5-3 0,6 3 0,-3-1 0,3 1 0,2 4 0,-4 10 0,-4 2 0,-3 1 0,-10 8 0,2-1 0,-4 3 0,-4 4 0,-3 3 0,1 5 0,-7 7 0,-2 0 0,-2 0 0,-2 1 0,0-1 0,0 6 0,0 0 0,0 0 0,0-6 0,6-6 0,-1 1 0,3-3 0,-2 3 0,-3-5 0,9-7 0,-1-7 0,7-3 0</inkml:trace>
  <inkml:trace contextRef="#ctx0" brushRef="#br0" timeOffset="2">9568 2407 8912,'-8'-17'0,"5"0"0,-9-1 0,3 1 0,-3 0 0,2 0 0,7 0 0,-3-1 0,0 1 0,8 8 0,4 3 0,5-2 0,12 3 0,-2-1 0,6 6 0,0 0 0,0 0 0,1 0 0,7 0 0</inkml:trace>
  <inkml:trace contextRef="#ctx0" brushRef="#br0" timeOffset="3">10050 2184 8912,'-8'9'0,"-1"-1"0,-9-8 0,-4 2 0,-3 1 0,-2 5 0,-4 2 0,-1-3 0,-3 10 0,3-1 0,3 12 0,-1 1 0,7 5 0,7 1 0,11-1 0,3-1 0,2-5 0,4-3 0,7-8 0,0-1 0,12-5 0,2-3 0,-2-8 0,6 0 0,-6 0 0,6-8 0,-7-3 0,-1-5 0,-1-1 0,-3-6 0,0 0 0,0 0 0,0 6 0,1 2 0,-1 2 0,0 1 0,0 8 0,0-1 0,-5 10 0,-1 7 0,-1 5 0,1 6 0,3 6 0,-8 9 0,-3 4 0,-1 2 0,-2 0 0,0 1 0,-2 3 0,-3-8 0,-5 0 0,-7-5 0,0-6 0,-2-3 0,-2-1 0,-2-4 0,0-9 0,5-7 0,1-3 0,0-2 0,6-7 0,1-5 0,2-5 0,5-6 0,1-4 0,2-7 0,2-2 0,3-5 0,5 5 0,7-4 0,6 2 0,2 0 0,2-4 0,3-2 0,3 5 0,1-1 0,1 4 0,-1 2 0,0 5 0,1 0 0,-8 16 0,-4 2 0,-4 7 0,-4 11 0,-4 5 0,3 5 0,-8 6 0,5-4 0,-5 4 0,5 2 0,-3-2 0,1-2 0,5-2 0,-7 0 0,-1 4 0,2-4 0,-2 4 0,1-10 0,-1-1 0,-4-1 0,2 4 0,-8-3 0,-6-4 0,-7-16 0,0-2 0</inkml:trace>
  <inkml:trace contextRef="#ctx0" brushRef="#br0" timeOffset="4">10377 2149 8912,'0'-9'0,"0"1"0,0 8 0,0 0 0,7 0 0,5 0 0,3 0 0,4 0 0,4 0 0,-4 0 0,4 0 0,4 0 0,2 2 0,1 2 0,-1 1 0,2 9 0,-8-3 0,0-1 0,-6 1 0,0 1 0,0 5 0,-5-6 0,-1 1 0,-7-6 0,2 5 0,-4 0 0,-2 7 0,0-1 0,0 0 0,0 8 0,0-6 0,0 4 0,-6-4 0,0-2 0,0-5 0,6-1 0,0 3 0,0-7 0,0 1 0,8-31 0,-4 8 0,7-20 0,1 10 0,5-3 0,0-1 0,0 2 0,-1-3 0,-5 7 0,5 0 0,-5 6 0,4 5 0,3 1 0,-1 7 0,0-2 0,0 4 0,0 4 0,1 2 0,-1 2 0,0 7 0,0-1 0,6 3 0,0 2 0,6-5 0,-6-1 0,7-7 0,-1 2 0,-4-5 0,0-1 0,-2 0 0,0 0 0,0 0 0,-6-7 0,-8-3 0,-3-7 0,-6 2 0,-6 1 0,-5 3 0,-4-2 0,-3-1 0,1 3 0,-2-4 0,-4 3 0,10 4 0,-5 3 0,5 3 0,-4 2 0,0 0 0,5 4 0,1 7 0,1 1 0,-1 10 0,1 3 0,4-2 0,4 2 0,-3-2 0,3-4 0,2 4 0,0-4 0,7-2 0,3-7 0,7-4 0,0-5 0,1-1 0,5-5 0,0-5 0,-2-3 0,-2-6 0,-8-2 0,1 3 0,-3 1 0,3 0 0,1 0 0,-7 0 0,5 0 0,-5-1 0,7 9 0,-5 3 0,3 12 0,5 0 0,-5 11 0,-1-4 0,1 10 0,3-4 0,1-2 0,8 0 0,0 1 0,0-1 0,-6 0 0,6-7 0,0-5 0,6-3 0,-6-2 0,-1-2 0,3-3 0,-6-7 0,4-11 0,2-4 0,-2-7 0,0-6 0,-6 0 0,-1-14 0,-3 1 0,-3-8 0,-3-10 0,-1-5 0,-6-10 0,-2-6-198,-4 0 1,-3 10 197,-8 13 0,-1 18 0,1 16 0,0 12 0,0 20 0,0 14 0,5 20 0,1 15 0,7 11 0,-2 6 0,4 10 0,2 1 0,2 8 0,4-2 0,5 3 0,5-3 0,3-6 0,4-11 0,-2 2 0,7-7 0,1-3 0,5-9 0,1-4 0,-1-8 0,-7 3 0,-6 1 0,-8 2 0,-5 0 0,-8-6 0,0 1 0,0-1 0</inkml:trace>
  <inkml:trace contextRef="#ctx0" brushRef="#br0" timeOffset="5">9327 4126 8912,'0'-17'0,"0"0"0,0 0 0,0 0 0,0-6 0,-2 0 0,-4 2 0,-5 2 0,-4 1 0,-3 1 0,1 0 0,0 0 0,-6 7 0,-2 5 0,-2 5 0,-3 5 0,-1 12 0,1 12 0,3 6 0,2 5 0,2 4 0,6 5 0,2-1 0,3-2 0,5-6 0,7 6 0,0-8 0,0 0 0,0-7 0,0-8 0,1-12 0,5-5 0,6-4 0,11-2 0,-2-10 0,7-7 0,1-15 0,5-14 0,1 0 0,-1-4 0,-1-3 0,-5-1 0,-3-1 0,-8-2 0,-7-1 0,-4-11 0,-6 10 0,-6-10 0,-9 12 0,-10 0 0,-2 3 0,-3 3 0,-1 14 0,2 9 0,4 7 0,14 11 0,-1 5 0,9 12 0,-3 10 0,6 12 0,6 9 0,3 2 0,8 12 0,6-2 0,0 13 0,8-8 0,-2 2 0,3-1 0,2 1 0,-5-9 0,0 3 0,1-12 0,9-5 0,1-9 0,-2-6 0,-7-10 0,-3-3 0,-5-6 0,6-6 0,-6-5 0,6-12 0,-8-4 0,2-7 0,-4 0 0,-2-1 0,0-5 0,0 0 0,-5 0 0,-1 5 0,-7 1 0,2 0 0,-6 7 0,-4 4 0,-6 6 0,-5 5 0,2 5 0,-10 7 0,4 7 0,1 5 0,1 3 0,0 2 0,0 2 0,0 4 0,5-2 0,1 6 0,-1-2 0,3-4 0,-1 4 0,4-2 0,4 0 0,-3-6 0,3-6 0,2 1 0,2-8 0,3 1 0,5-10 0,7-7 0,0-9 0,1-2 0,-7-2 0,1 2 0,-1 4 0,6-4 0,-5 4 0,-1 2 0,3 0 0,-5 7 0,3 5 0,-7 3 0,7 2 0,-3 2 0,3 3 0,3 5 0,-3 5 0,3-3 0,2 1 0,0-7 0,1 5 0,-1-5 0,0 0 0,0-6 0,0 0 0,1 0 0,-1-2 0,0-4 0,-7-4 0,5-7 0,-6 0 0</inkml:trace>
  <inkml:trace contextRef="#ctx0" brushRef="#br0" timeOffset="6">9964 3404 8912,'-17'-17'0,"-1"0"0,1 7 0,8 5 0,3 10 0,10 7 0,3 11 0,3 5 0,3 5 0,8 7 0,2 0 0,0 2 0,-6-2 0,1-4 0,1 7 0,2-3 0,2 0 0,-6 6 0,-6-6 0,-7 0 0,4-6 0,-8 1 0</inkml:trace>
  <inkml:trace contextRef="#ctx0" brushRef="#br0" timeOffset="7">9809 3800 8912,'0'-18'0,"0"1"0,0 0 0,0 0 0,0 0 0,0 0 0,2 7 0,4 4 0,3 2 0,8-1 0,8 3 0,4-4 0,11-4 0,6-1 0,4-2 0,1 1 0,3-9 0,3 4 0,-11-4 0,0 4 0,-10-2 0,-7-4 0,-4 4 0,-8-4 0,-2 4 0,-3 1 0,-5 1 0,-12 6 0,-3 1 0,-1 3 0,-5 3 0,-1 11 0,-2 11 0,1-1 0,5 6 0,-3 3 0,9 3 0,-7-2 0,7 2 0,1 1 0,2 3 0,2-7 0,0-3 0,0-4 0,0-1 0,0-1 0,0 0 0,2-8 0,3-3 0,7-6 0,3-6 0,4-5 0,4-12 0,-4-4 0,4-7 0,2 5 0,-2 1 0,6-1 0,-6-5 0,5 7 0,-5 4 0,6 4 0,-4 4 0,2 3 0,3 6 0,3 4 0,1 2 0,1 0 0,-1 0 0,8 0 0,2 0 0</inkml:trace>
  <inkml:trace contextRef="#ctx0" brushRef="#br0" timeOffset="8">11599 3129 8912,'5'-23'0,"1"0"0,-2 2 0,-4 4 0,-6 6 0,2 5 0,-5 14 0,-1 9 0,1 9 0,5 9 0,-2 3 0,4 2 0,2-2 0,0-1 0,2-3 0,2 0 0,2 1 0,7-8 0,-1-4 0,3-4 0,4-4 0,2-4 0,2-5 0,0-6 0,-6-6 0,-2-3 0,-3-8 0,1-6 0,-7-2 0,-2 0 0,-2 0 0,3 2 0,1 6 0,0 0 0,-6 0 0,0 7 0,2 4 0,4 12 0,1 4 0,7 7 0,-3 0 0,2 0 0,3-1 0,1-5 0,0 2 0,0-7 0,3 0 0,1-8 0,2-4 0,-2-5 0,-2-12 0,-2-6 0,-2-9 0,-3-2 0,1-6 0,-7 4 0,-2 0 0,-3 0 0,-8 4 0,-5 9 0,-3 4 0,-2 8 0,2 6 0,3-1 0,3 8 0,3-1 0,4 3 0,-6 2 0</inkml:trace>
  <inkml:trace contextRef="#ctx0" brushRef="#br0" timeOffset="9">12442 2596 8912,'0'-17'0,"0"0"0,0 0 0,0-1 0,0 13 0,0 10 0,0 16 0,0 25 0,0 12 0,-6 8 0,0 9 0,-1-2 0,1 7 0,4-6 0,-4 5 0,4-1 0,2 0 0,2-7 0,4-2 0,2-14 0,3-9 0,3-15 0,-9-3 0,9-14 0,-5-7 0</inkml:trace>
  <inkml:trace contextRef="#ctx0" brushRef="#br0" timeOffset="10">13233 2355 8912,'-7'-9'0,"5"-1"0,-6 7 0,1-3 0,3-2 0,-8 2 0,7 5 0,-7-5 0,8 4 0,-5 2 0,3 0 0,4 8 0,-13 1 0,7 8 0,-3 0 0,-3-5 0,7-1 0,-1 3 0,0 1 0,1 2 0,1 0 0,4 1 0,-4-1 0,4 0 0,2 0 0,2 6 0,4 0 0,4 0 0,7-6 0,0 6 0,0 0 0,2 0 0,4-6 0,-4 0 0,4 1 0,-4-1 0,-1 0 0,-1 0 0,0 0 0,-7-5 0,-5-1 0,3-5 0,-2 5 0,-2-5 0,-10 6 0,-6-1 0,-3-1 0,-2-1 0,0-3 0,-1-4 0,1 4 0,0-5 0,0-8 0,0-3 0,-1-7 0</inkml:trace>
  <inkml:trace contextRef="#ctx0" brushRef="#br0" timeOffset="11">13492 2424 8912,'-18'-9'0,"1"1"0,0 8 0,0 8 0,0 5 0,-1 6 0,1 4 0,8 2 0,3-2 0,4-2 0,2 8 0,0-8 0,0 1 0,9-2 0,9-3 0,1-8 0,8-3 0,-3-4 0,-3-2 0,1-2 0,0-4 0,-8-3 0,3-8 0,-5-1 0,-1 1 0,-3-6 0,-8 0 0,-8-5 0,-3 5 0,-5 2 0,-1 2 0,0 1 0,0 1 0,-1 6 0,1-1 0,0 8 0,0-11 0,0 6 0</inkml:trace>
  <inkml:trace contextRef="#ctx0" brushRef="#br0" timeOffset="12">13819 2338 8912,'-12'-2'0,"1"-3"0,5 3 0,-6-4 0,9 4 0,-5-6 0,8 7 0,0-5 0,0 12 0,0 5 0,2 6 0,4 6 0,-3-2 0,7 6 0,-2 0 0,-5-1 0,5-5 0,-2 2 0,1-4 0,-1-1 0,-4-1 0,4 0 0,-4-7 0,-2-3 0,0-11 0,0-7 0,0-12 0,0-8 0,0-11 0,0-3 0,6-3 0,-1 0 0,-1 2 0,-2-2 0,4 8 0,-1 6 0,1 1 0,-6 10 0,2 6 0,4 6 0,-4 7 0,13 0 0,-3 16 0,-3 1 0,3 16 0,-1-6 0,6 5 0,-5-7 0,-1 2 0,-1 2 0,1-2 0,-3-4 0,0-6 0,-7 3 0,15-7 0,-14 1 0,7-4 0,-3-12 0,-2-4 0,7-7 0,-5-6 0,5 0 0,-5-2 0,6 2 0,-7 4 0,5-4 0,-2 4 0,-1 4 0,-1 4 0,-4-5 0,7 14 0,-3-3 0,6 3 0,3 7 0,2 1 0,2 6 0,4-7 0,6-1 0,3-2 0,3-2 0,-1 0 0,6-2 0,1-3 0,-1-5 0,-6-7 0,-1 0 0,-5-1 0,-5-5 0,-11 1 0,-3-3 0,-3 2 0,-4 4 0,2-2 0,-6 5 0,-4 5 0,-7 7 0,1-2 0,-5 6 0,-6 6 0,4 6 0,-4 10 0,4 5 0,2 8 0,1-1 0,5 0 0,3 1 0,8-1 0,0-1 0,0-5 0,16 3 0,8-8 0,13-4 0,9-6 0,5-5 0,7-10 0,5-4 0,4-5 0,-6-6 0,-4-6 0,-3-12 0,-3-9 0</inkml:trace>
  <inkml:trace contextRef="#ctx0" brushRef="#br0" timeOffset="13">15522 1891 8912,'-7'16'0,"-5"-5"0,-3 2 0,-2-7 0,-1-2 0,1-2 0,11-4 0,12-4 0,6 2 0,16-7 0,3-2 0,1-3 0,3-1 0,1 0 0,2 2 0,3 3 0,-1-1 0,-6 7 0,1-5 0,-1 5 0,-7 0 0,-6 8 0,-8 4 0,-5 3 0,-8 8 0</inkml:trace>
  <inkml:trace contextRef="#ctx0" brushRef="#br0" timeOffset="14">15522 2201 8912,'-17'44'0,"0"-4"0,0-12 0,-1-3 0,1-15 0,10-4 0,7-12 0,9 0 0,14-11 0,4 2 0,9-12 0,2 0 0,3 0 0,4 4 0,-4-5 0,4 7 0,-4-2 0,3 4 0,-10 2 0,-3-6 0,-14 0 0,0 0 0,-7 6 0,-3-1 0</inkml:trace>
  <inkml:trace contextRef="#ctx0" brushRef="#br0" timeOffset="15">15660 1530 8912,'0'17'0,"0"1"0,-2-5 0,-4 4 0,2-2 0,-7 14 0,1 2 0,-1 9 0,-2 6 0,7 11 0,-6 4 0,7 8 0,-1-8 0,6-4 0,2 2 0,3-1 0,11-9 0,7-8 0,7-5 0,-3-4 0,4-3 0,3-6 0,-9-6 0,9-5 0,-9-9 0,4-14 0,-8-8 0,4-16 0</inkml:trace>
  <inkml:trace contextRef="#ctx0" brushRef="#br0" timeOffset="16">15849 1719 8912,'-2'-17'0,"-2"0"0,-1 0 0,-1 7 0,6 4 0,0 12 0,2 6 0,4 11 0,-3 11 0,9 12 0,-1 3 0,7 3 0,-7 0 0,1-1 0,-1 1 0,-1-1 0,5 1 0,-4 0 0,5-3 0,1-1 0,0-4 0,0-2 0,0-4 0,1-9 0,5-6 0,0-12 0,0-11 0,-6-9 0</inkml:trace>
  <inkml:trace contextRef="#ctx0" brushRef="#br0" timeOffset="17">16400 1754 8912,'-12'0'0,"1"0"0,-1 0 0,-5 0 0,6 7 0,-1 5 0,1 5 0,-6 6 0,-1-2 0,1 8 0,2-1 0,3 7 0,-1-1 0,7 0 0,2 1 0,3-1 0,1-5 0,0-1 0,0-6 0,0 0 0,0-2 0,7-3 0,-3-8 0,8-3 0,-9-4 0,11-4 0,-7-4 0,3-5 0,3-4 0,3-3 0,1 1 0,0 2 0,0 3 0,0-3 0,1 4 0,-1 3 0,0 2 0,0-1 0,0 1 0,1 0 0,-1 6 0,0 0 0,0 0 0,-1 2 0,-5 4 0,2-2 0,-7 7 0,-2 2 0,-2 3 0,-2 1 0,0 0 0,-8 0 0,-3 1 0,-4-1 0,-3 0 0,1-6 0,0 1 0,0-1 0,-1-1 0,9-3 0,9-22 0,9-4 0</inkml:trace>
  <inkml:trace contextRef="#ctx0" brushRef="#br0" timeOffset="18">16882 1926 8912,'0'-18'0,"0"1"0,0 6 0,0-1 0,0 9 0,0-3 0,0 12 0,0 5 0,0-1 0,0 1 0,2-1 0,3 1 0,-3 4 0,14-5 0,-9 1 0,5 1 0,3-8 0,-5 3 0,7-7 0,0 0 0,0 0 0,0 0 0,1-7 0,-1-3 0,-2-1 0,-3-1 0,3 8 0,-6-11 0,7 11 0,-5-7 0,4 7 0,-3-2 0,-2-1 0,1 1 0,-5 0 0,5 6 0,1 0 0,5 0 0,2 0 0,4 0 0,4 0 0,7 0 0,1-6 0,-1 1 0,0-3 0,1 2 0,-7 4 0,-1-5 0,-2 1 0,-4 0 0,-2 0 0,-9 5 0,-4-5 0,-5 4 0,-1-4 0,0 12 0,0 5 0,0 5 0,0 1 0,0 0 0,0 0 0,0 0 0,0 1 0,0-1 0,-1-6 0,-5 1 0,4-1 0,-4 6 0,-3-7 0,-3-4 0,-3 3 0,-2 1 0</inkml:trace>
  <inkml:trace contextRef="#ctx0" brushRef="#br0" timeOffset="19">16951 1582 8912,'-35'9'0,"3"-3"0,3-12 0,4-1 0,8-5 0,7-3 0,5 3 0,18 5 0,14-8 0,17 5 0</inkml:trace>
  <inkml:trace contextRef="#ctx0" brushRef="#br0" timeOffset="20">19704 3095 8912,'0'-17'0,"2"-1"0,2 1 0,1 0 0,3 0 0,-2 0 0,-4 5 0,3 1 0,-3 5 0,-2-6 0,0 7 0,-2-5 0,-3 3 0,-5 1 0,-7 6 0,-2 0 0,-4 0 0,-6 2 0,-9 3 0,-4 9 0,-2 7 0,4 11 0,-6 8 0,8 8 0,-3-2 0,11 4 0,1 1 0,10-5 0,2-2 0,9-4 0,6-7 0,10-7 0,3-8 0,7-9 0,5-3 0,-2-4 0,7-2 0,1-14 0,5-3 0,1-11 0,-1-1 0,1-4 0,-1-1 0,-7-8 0,-4-2 0,-4 0 0,-2 4 0,-7 0 0,-5 6 0,-3-5 0,-2 11 0,0 9 0,0 1 0,0 13 0,0-1 0,0 14 0,0 9 0,0 8 0,2 11 0,2 4 0,2 6 0,7-2 0,-1 2 0,9-8 0,2 2 0,1-6 0,-1-5 0,-2-6 0,8-12 0,2-5 0,1-4 0,-3-12 0,0-7 0,5-15 0,6-14 0,-7-6 0,-10-5 0,-6 2 0,-6-8 0,3 2 0,-11-4 0,-6 3 0,-13 3 0,-3-4 0,-9 6 0,1-4 0,-2 9 0,4 6 0,8 18 0,6 9 0,-1 7 0,8 8 0,-3 10 0,7 11 0,2 14 0,1 3 0,5 10 0,2 6 0,1 1 0,6 1 0,0-6 0,1 0 0,5-2 0,0 1 0,0-4 0,-6-13 0,2 3 0,4-8 0,-2 0 0,6-8 0,-3-4 0,-3-5 0,-1-6 0,-3-6 0,0-5 0,0-12 0,0-4 0,1-7 0,-9-1 0,-1 1 0,-2 0 0,-1-1 0,1 3 0,-6 3 0,0 4 0,0 8 0,0 0 0,0 0 0,0 7 0,0 4 0,0 12 0,0 6 0,6 5 0,1 4 0,3 4 0,3 1 0,3 3 0,1 5 0,0-5 0,0 0 0,1-6 0,-1 5 0,-6-7 0,-1 2 0,-3-2 0,-3 2 0,-2-4 0,-2 4 0,-7-6 0,-5-5 0,1 3 0,-7-3 0,11-5 0,-11-1 0,5-4 0,-2-6 0,3-7 0,12-8 0,10-16 0</inkml:trace>
  <inkml:trace contextRef="#ctx0" brushRef="#br0" timeOffset="21">20788 2751 8912,'19'-33'0,"-7"5"0,-3 3 0,-3 8 0,-8 7 0,-6 12 0,-3 15 0,-2 2 0,7 10 0,-6 0 0,7 5 0,1-1 0,2-5 0,4 3 0,4-8 0,3 0 0,8-6 0,2-2 0,4-3 0,-2 1 0,8-7 0,-6-2 0,6-10 0,-8-6 0,2-11 0,-4 0 0,-2-9 0,-2-4 0,-3-1 0,-5 1 0,-7 2 0,-1 1 0,-5 5 0,-11 3 0,-12 8 0,-2 9 0,3 8 0,-11 15 0,5 14 0,-12 11 0,0 6 0,-4 3 0,-1 3 0</inkml:trace>
  <inkml:trace contextRef="#ctx0" brushRef="#br0" timeOffset="22">20117 3834 8912,'17'0'0,"-5"-2"0,-1-4 0,-7-3 0,-4-1 0,-2 12 0,-4 15 0,4 3 0,2 8 0,0 1 0,2 3 0,4-1 0,5-2 0,5-3 0,1 3 0,6-4 0,0-8 0,0-6 0,-6 1 0,6-8 0,0 1 0,6-12 0,-6-10 0,-2-10 0,-2-6 0,-2-3 0,0-4 0,-7 4 0,-5-4 0,-3 3 0,-2 3 0,0 1 0,0 5 0,0 9 0,-2 9 0,-3 2 0,3 10 0,-4 10 0,4 11 0,2 5 0,6 5 0,0 1 0,7 1 0,-2-1 0,5-5 0,1-3 0,0-1 0,0-4 0,1-9 0,-1-7 0,0-3 0,0-2 0,0-3 0,1-9 0,-3-1 0,-4-16 0,5-1 0,-7-9 0,1-3 0,-4-2 0,-3 6 0,3-2 0,-4 4 0,4 1 0,-4 9 0,-2 3 0,0 9 0,0 3 0,0 15 0,0 1 0,7 9 0,5 3 0,3 2 0,2 4 0,6-4 0,0 4 0,2-4 0,-2-2 0,-4 0 0,4 1 0,-6-1 0,-5 0 0,1 0 0,-7 0 0,-2 1 0,-10-1 0,-4 2 0,-9 2 0,-4 4 0,-5 2 0,-5-6 0,-1 1 0,7-4 0,4-7 0,4-3 0,2-8 0,-1 0 0,9-16 0,1-3 0</inkml:trace>
  <inkml:trace contextRef="#ctx0" brushRef="#br0" timeOffset="23">21132 3645 8912,'10'11'0,"-4"1"0,-3-8 0,3 1 0,-4-3 0,6-2 0,-8 0 0,2 0 0,3 0 0,5-7 0,7-5 0,0-3 0,1-2 0,4 0 0,1-1 0,6-5 0,-6 1 0,0-9 0,-6 2 0,0 3 0,1-3 0,-9 8 0,-3-2 0,-4 4 0,-2 2 0,-2 1 0,-4 5 0,-5 5 0,-5 4 0,-7 10 0,0 3 0,-5 14 0,5 10 0,0-1 0,6 6 0,1-4 0,5-1 0,5-1 0,4 1 0,2-9 0,0-3 0,4-4 0,8-1 0,1-9 0,16-3 0,-6-4 0,5-6 0,3-8 0,1-10 0,3-9 0,-1-3 0,1-7 0,-1 1 0,-5-7 0,-1 1 0,-1 2 0,2-2 0,-8 0 0,-8 2 0,1 10 0,-9 11 0,1 4 0,-6 2 0,0 7 0,0 4 0,0 12 0,0 5 0,0 7 0,0 5 0,0 5 0,0 5 0,8 1 0,3 0 0,10 7 0,2-1 0,6 0 0,-6-6 0,2 1 0,-2-1 0,-4 0 0,4 1 0,-4-1 0,-2 1 0,-7-7 0,-5 1 0,-3-1 0,-2 7 0,-15-1 0,-8 1 0,-9 1 0,-9 2 0,-8 4 0,-13 2 0,-8 2 0,-16-2 0,0-2 0</inkml:trace>
  <inkml:trace contextRef="#ctx0" brushRef="#br0" timeOffset="24">20358 4556 8912,'-23'0'0,"0"0"0,2 0 0,2 0 0,2 0 0,-1 0 0,3 2 0,4 6 0,5 9 0,12 8 0,5 9 0,10 8 0,4 4 0,2 4 0,3 1 0,1 1 0,-2-1 0,1 1 0,-7 0 0,-2-3 0,-9-3 0,-5-4 0,-7-7 0,6-3 0,0-3 0,0-10 0,-6-8 0,-8-9 0,-2-2 0,1-9 0,1-14 0,8-6 0,0-5 0,0-7 0,0 5 0,0-4 0,0 10 0,0 1 0,6 6 0,0-6 0,7 8 0,-2-2 0,5 4 0,1 2 0,2 6 0,2 1 0,2 2 0,-2 5 0,4 1 0,-2 2 0,0 3 0,-6 9 0,-7-1 0,-5 12 0,-3 4 0,-2 2 0,-2 3 0,-3 5 0,-7-1 0,-3-2 0,-8 4 0,0-9 0,0 2 0,6-3 0,0-3 0,5-15 0,1-5 0,7-10 0,-4-5 0</inkml:trace>
  <inkml:trace contextRef="#ctx0" brushRef="#br0" timeOffset="25">20960 4814 8912,'-2'15'0,"-3"-3"0,3-3 0,-4-3 0,-2 4 0,2 7 0,1 0 0,5 0 0,0 2 0,0 4 0,2-4 0,3 4 0,5 2 0,7-2 0,0-2 0,1-9 0,5 3 0,-1-4 0,1-3 0,-5 0 0,-1-8 0</inkml:trace>
  <inkml:trace contextRef="#ctx0" brushRef="#br0" timeOffset="26">20857 4522 8912,'-2'11'0,"-4"-1"0,-5-1 0,-5 1 0,-1-1 0,0 3 0,0 3 0,0-3 0,5-3 0,3 3 0,1 1 0,2-3 0,6 1 0,0-7 0,2 4 0,4-8 0,-2 0 0,7 0 0,1 0 0,5 0 0,-6 0 0,1 0 0,-1 0 0,6 0 0,1 0 0,-1 1 0,0 5 0,0-4 0,1 21 0,-1-4 0</inkml:trace>
  <inkml:trace contextRef="#ctx0" brushRef="#br0" timeOffset="27">21322 4694 8912,'0'-17'0,"0"-8"0,0 6 0,-8 1 0,6 11 0,-6 9 0,8 5 0,0 11 0,0-1 0,0 6 0,6 1 0,0-1 0,0 2 0,-6-4 0,0 2 0,0-2 0,0-2 0,0-2 0,0 1 0,0-7 0,0 1 0,0-11 0,0-1 0,0-15 0,0-13 0,0-11 0,0-1 0,0-6 0,0 6 0,0-6 0,0 6 0,5 6 0,1 5 0,2 10 0,-3 2 0,-1 7 0,8 10 0,1 2 0,2 4 0,3 11 0,-1 12 0,0 3 0,0 3 0,0-1 0,1 1 0,1-3 0,4-3 0,-2-4 0,7-8 0,-5-8 0,6-3 0,0-6 0,5-6 0,2-5 0,5-12 0,-5-12 0,4-10 0,-4-5 0,-1-2 0,-3-5 0,-3 0 0,-10 1 0,-7 11 0,-9-3 0,3 8 0,-4 0 0,-2 5 0,0 16 0,-2 4 0,-2 19 0,-1 7 0,-1 8 0,6 16 0,2 5 0,4 0 0,-3 11 0,9-5 0,-3 8 0,5-8 0,-5 3 0,-1 3 0,3-1 0,-5 1 0,-2-2 0,-10-5 0,-5 7 0,-12 0 0,-13-1 0,-16 6 0,-11-3 0,23-27 0,-2-1 0,-6 3 0,-2 0 0,-7 1 0,-3 1 0,-5 3 0,0 1 0</inkml:trace>
  <inkml:trace contextRef="#ctx0" brushRef="#br0" timeOffset="28">7383 10127 8912,'-12'0'0,"1"0"0,-3 0 0,-1 0 0,3 0 0,1 0 0,7 0 0,-4 0 0,8 0 0,0 0 0,6 2 0,2 1 0,1 3 0,3 8 0,5-7 0,0 5 0,1 1 0,-1-7 0,6 5 0,0-5 0,5 5 0,-5-5 0,8 6 0,-2-5 0,5 1 0,6 0 0,4 3 0,8-5 0,5 1 0,0-1 0,3-4 0,-5 6 0,4-3 0,3 1 0,-7 0 0,2-6 0,-1 6 0,1-1 0,-1 3 0,7-2 0,-6-4 0,6 3 0,-7-3 0,-1-2 0,-5 0 0,-4 0 0,-8 0 0,2 0 0,-4 0 0,-1 0 0,5-2 0,0-3 0,6 3 0,-6-4 0,8-2 0,-2 3 0,4 1 0,1 2 0,-1 2 0,-4 0 0,2-2 0,-8-4 0,0 4 0,-6-3 0,1 3 0,-1 2 0,-5 0 0,0 0 0,-1 0 0,7 0 0,-1-2 0,1-4 0,1 2 0,4-7 0,10 5 0,7-5 0,-1-3 0,-3-1 0,6-2 0,4 0 0,4-1 0,2 1 0,-2 0 0,-4 0 0,2 0 0,-5-1 0,-1 1 0,0 0 0,-2 0 0,-5 0 0,-6-1 0,0 1 0,-2-6 0,2 0 0,-4 0 0,-8 4 0,1-2 0,-1-2 0,0-7 0,1 1 0,5-1 0,0 1 0,0-4 0,-5 5 0,5-5 0,0-1 0,-6 5 0,-7 3 0,-2-1 0,-4 0 0,-4 4 0,-5-6 0,-5 8 0,-7-1 0,0-3 0,0 2 0,-7-6 0,-5 6 0,-5 0 0,-6-2 0,2 4 0,-8-7 0,3-1 0,-3-5 0,-2 5 0,8 0 0,-5 1 0,3-7 0,-2 1 0,-3 0 0,-3-1 0,-1 1 0,-1 5 0,1 1 0,-12 1 0,-4-2 0,-3 8 0,-9 8 0,-10-1 0,-8 9 0,-10-1-301,-2 6 0,-6 0 301,7 0 0,-1 0 0,6 0 0,-4 0 0,2 0 0,4 0-156,0 0 0,9 0 156,6 0 0,2 0 0,10 0 0,0-2 0,5-4 0,-7 4 0,-6-5 0,-6 1 0,-4 0 0,-7 1 0,2 5 0,1 1-149,-1 5 1,7 4 148,-1 7 0,1 0 0,-1 0 0,-5 1 0,-5-3 0,6-2 232,9-1 0,8-7-232,9 7 0,8-8 158,4 1 1,4 3-159,1-2 0,1 1 0,-1-3 0,-1 4 0,-4 1 0,-4 3 0,-8 5 0,-1 2 0,-5 4 0,-5 4 80,-11 7 1,9 3 0,-2 1-1,6 2-80,5-2 0,5 4 0,5-2 0,4-2 27,7-9 0,7 4 0,1-5 0,2 7-27,4 5 0,2-2 0,2 8 0,7 7 0,4 10 0,4 4 0,2 2 0,8-2 0,5-4 0,8-8 0,8-7 0,5 0 0,7-8 0,3-2 0,7-9 0,3-1 0,3-10 0,8 3-38,15-10 0,8-3 0,-35-6 0,1-1 1,3-2-1,-1-3 38,4-4 0,1-1 0,2 2 0,0 0 0,0-5 0,0-3 0,3-2 0,0-4 0,2-4 0</inkml:trace>
  <inkml:trace contextRef="#ctx0" brushRef="#br0" timeOffset="29">11427 9009 8912,'-2'-15'0,"-4"3"0,4-3 0,-4 4 0,4 5 0,0 8 0,-3 13 0,1 18 0,-10 14 0,-3 11 0,-4 10 0,-15 13 0,18-33 0,0 3 0,-3 5 0,0 3 0,-3 4 0,0 2 0,-1 0 0,0 0-372,-1 1 1,0-1 0,1-2 0,-1-1 371,0 1 0,0 0 0,4-6 0,0-2 0,2-3 0,0-2 0,-16 36 0,1-16 0,8-11 175,5-13 0,4-6-175,7-11 0,3-4 0,18-16 0,7-3 0,8-6 0,2-6 0,5-18 0,-5-13 0</inkml:trace>
  <inkml:trace contextRef="#ctx0" brushRef="#br0" timeOffset="30">12063 9319 8912,'-11'-18'0,"-1"1"0,1 0 0,-1 0 0,1 0 0,-2 0 0,3 7 0,-1 4 0,7 8 0,-2 10 0,4 11 0,2 7 0,0 4 0,0 3 0,0 3 0,2 2 0,4 4 0,-2-2 0,7-6 0,0 2 0,-1-2 0,5-9 0,-3-6 0,3-4 0,2-2 0,0-7 0,1-7 0,-1-6 0,0-9 0,4-13 0,-4-9 0,2-2 0,-13-10 0,6 8 0,-7-2 0,1 3 0,-6 3 0,0 7 0,0 4 0,0 4 0,0 2 0,0 7 0,0 5 0,0 10 0,2 5 0,4 7 0,3 8 0,9 4 0,1-3 0,4 3 0,-4-8 0,6 2 0,-1-4 0,5-2 0,-2-7 0,2-5 0,-6-3 0,5-2 0,-7-3 0,2-9 0,-6-1 0,-5-16 0,3 0 0,-5-5 0</inkml:trace>
  <inkml:trace contextRef="#ctx0" brushRef="#br0" timeOffset="31">12614 9353 8912,'8'17'0,"-6"-5"0,3-1 0,3-5 0,-2 5 0,-1-5 0,-5 6 0,2-7 0,4 7 0,-4-1 0,4 6 0,-4 1 0,3-7 0,1 1 0,0-1 0,-6 6 0,0 0 0,0-5 0,0-1 0,0 3 0,-8-7 0,6 1 0,-5-8 0,7-2 0,0-4 0,0-3 0,0-8 0,1-1 0,5 1 0,2 0 0,3 0 0,5 2 0,-5 3 0,4-1 0,3 7 0,-7-6 0,1 7 0,-1-1 0,6 6 0,0 0 0,1 0 0,-1 2 0,0 4 0,-5-4 0,-1 3 0,1 3 0,5-2 0,0-1 0,0-5 0,0 0 0,1 0 0,-1 0 0,0-7 0,0-3 0,0-7 0,-1-6 0,-3 0 0,-1 2 0,-3 2 0,3 2 0,-5 7 0,1 3 0,-6 7 0,5 2 0,-7 3 0,0 7 0,0 3 0,0 2 0,0 0 0,0 1 0,0-1 0,0 0 0,0 0 0,0-5 0,0-1 0,0-5 0,0 5 0,0-7 0,0 2 0,0-12 0,0-11 0,0-10 0</inkml:trace>
  <inkml:trace contextRef="#ctx0" brushRef="#br0" timeOffset="32">13079 9164 8912,'-16'-10'0,"11"-5"0,-13 4 0,13 3 0,-3-2 0,8 5 0,0 3 0,13-6 0,5 8 0,10 0 0,1 0 0,3 0 0,3 0 0,-1 0 0,1 0 0,-1-7 0,1-3 0</inkml:trace>
  <inkml:trace contextRef="#ctx0" brushRef="#br0" timeOffset="33">13578 9009 8912,'-12'-2'0,"1"-3"0,-3-7 0,1 3 0,1-3 0,-3 8 0,4-1 0,1-3 0,-1 2 0,-3 2 0,5 16 0,-3 5 0,8 14 0,-1 3 0,3 2 0,2 10 0,0 0 0,0 6 0,0-1 0,0 1 0,0-3 0,0-1 0,0-2 0,0 2 0,0-1 0,0-1 0,0-9 0,0-9 0,-8-14 0,-3-3 0,-5-7 0,-1-4 0</inkml:trace>
  <inkml:trace contextRef="#ctx0" brushRef="#br0" timeOffset="34">13320 9422 8912,'0'-17'0,"0"-1"0,1 3 0,5 4 0,-4-5 0,13 7 0,-3-6 0,11 3 0,-2 3 0,9 5 0,5-4 0,3-1 0,4 5 0,-2-2 0,-3-2 0,3 3 0,-6-3 0,-5 2 0,-4 4 0,-8-3 0,-8 3 0,-1 4 0,-8 3 0,-8 5 0,-3 9 0,-2 2 0,1 2 0,-3 6 0,3-6 0,5 5 0,1-5 0,4 2 0,2-2 0,0-4 0,0 4 0,2-10 0,4-3 0,5-3 0,5-1 0,1-6 0,0-7 0,0-5 0,0-5 0,1-6 0,-7-2 0,1-4 0,-9-1 0,3 7 0,-4 0 0,-2 4 0,0-4 0,0 4 0,0-4 0,-6 10 0,1 1 0,-1 8 0,6-3 0,7-1 0,3-1 0</inkml:trace>
  <inkml:trace contextRef="#ctx0" brushRef="#br0" timeOffset="35">14008 9267 8912,'0'10'0,"0"-1"0,0-3 0,0-4 0,2 5 0,4-7 0,-5 0 0,15 0 0,-5 0 0,-1 0 0,1 0 0,1 0 0,3 2 0,-2 2 0,-1 2 0,-3 2 0,3-3 0,3-3 0,-13 14 0,11-13 0,-7 9 0,0-8 0,-6-4 0,0-10 0,0-7 0,0 0 0,0-1 0,0 1 0,0 0 0,8 0 0,1 0 0,3 0 0,-1-1 0,-5 7 0,5-1 0,1 7 0,5-7 0,0 1 0,0-6 0</inkml:trace>
  <inkml:trace contextRef="#ctx0" brushRef="#br0" timeOffset="36">14507 9181 8912,'9'2'0,"-3"4"0,-2-4 0,2 3 0,-4-3 0,5-2 0,-7 0 0,0 2 0,0 4 0,6-2 0,0 7 0,5 1 0,-5 5 0,0-6 0,-6 1 0,0-1 0,0 6 0,0 1 0,0-1 0,0-6 0,0 1 0,0 1 0,0 2 0,0-5 0,0-2 0,7-16 0,-3-7 0,6-8 0,-1 2 0,1 2 0,-4 7 0,5 1 0,-5 1 0,5-1 0,-5-3 0,6 9 0,1 1 0,2 2 0,2 2 0,-5 2 0,-3 4 0,-1 5 0,4-1 0,-7 1 0,1-7 0,-4 5 0,4-3 0,-4-4 0,7 6 0,-3-10 0,5-4 0,-3-4 0,7-7 0,-3 0 0,-3 6 0,3-1 0,1-1 0,-3 3 0,1-1 0,1 7 0,5-4 0,0 8 0,0 6 0,1 2 0,-1 1 0,0 5 0,0-1 0,0-2 0,1 5 0,-1-5 0,0 4 0,0 3 0,0-3 0,1-4 0,6 5 0,3-7 0</inkml:trace>
  <inkml:trace contextRef="#ctx0" brushRef="#br0" timeOffset="37">15591 9009 8912,'0'-25'0,"0"6"0,0-4 0,0 4 0,0 2 0,0 0 0,0 7 0,0 12 0,2 15 0,2 10 0,2 6 0,-1 9 0,-5 4 0,2 3 0,4 3 0,-2 5 0,5 0 0,-1-3 0,-4-6 0,3 1 0,-1-3 0,6-2 0,-7 2 0,3-14 0,-2 3 0,3-20 0,9 0 0</inkml:trace>
  <inkml:trace contextRef="#ctx0" brushRef="#br0" timeOffset="38">15884 9198 8912,'-18'0'0,"1"-7"0,6-1 0,-1-3 0,7 3 0,-7 8 0,8-8 0,-11 8 0,5 0 0,1 10 0,-5 7 0,9 6 0,-1-2 0,6 8 0,0-1 0,0 5 0,0-3 0,0-1 0,2-2 0,4 1 0,-3-3 0,9-8 0,-6 1 0,5-1 0,1-8 0,5-3 0,2-4 0,4-2 0,-2-8 0,8-3 0,-3-4 0,3-3 0,2-1 0,-8-4 0,5 4 0,-5-4 0,-4 4 0,-5 2 0,-1 0 0,-7 0 0,7 7 0,-11-5 0,6 13 0,-14-4 0,-2 10 0,1 4 0,-1 1 0,2 3 0,6 5 0,0-6 0,0 1 0,0-1 0,0 6 0,0 1 0,0-7 0,0 1 0,8-3 0,3 3 0,-1-5 0,1-7 0,1-2 0,5-3 0,0 1 0,1-8 0,-1-1 0,0-2 0,0-3 0,-2 1 0,-3 0 0,1 6 0,-7-1 0,7 8 0,-11-3 0,14 7 0,-12 2 0,7 3 0,-5 3 0,5 3 0,-1-1 0,1-4 0,5-4 0,-5 3 0,4-3 0,2-2 0,1 0 0,-1 0 0,0 0 0</inkml:trace>
  <inkml:trace contextRef="#ctx0" brushRef="#br0" timeOffset="39">16589 9301 8912,'0'10'0,"0"-2"0,0-1 0,0 3 0,0 7 0,0 0 0,0-5 0,0-1 0,-6 1 0,1 5 0,-1-6 0,6 1 0,-2-1 0,-4 6 0,4-5 0,-3-1 0,5-7 0,5 2 0,-1-6 0,8-6 0,1-3 0,8-9 0,2 1 0,-2 0 0,4-6 0,-2 0 0,6 0 0,-6 6 0,-1 6 0,-4-1 0,-1 6 0,0-5 0,0 7 0,1-2 0,-1 4 0,0 2 0,-6 0 0,1 0 0,-1 0 0,7 0 0,-1 0 0,0 0 0,0-5 0,0-1 0,1-5 0,-1 3 0,0-2 0,0-3 0,-5 3 0,-1-1 0,-7 0 0,4-1 0,-10 3 0,-4 1 0,-5 4 0,-5 2 0,-1 2 0,0 2 0,0 4 0,-1 3 0,1 9 0,-6-1 0,2 2 0,4 2 0,4 2 0,3 0 0,-1-6 0,1 0 0,4 0 0,4 8 0,-3-6 0,10 4 0,7-11 0,9-7 0,4-3 0,1-2 0,5-7 0,9-5 0,-2-11 0,8-5 0,-5-11 0,4-1 0,-1-8 0,2 3 0,-7-5 0,-9-2 0,-5-5 0,-8 0 0,-2-6 0,-3 5 0,-4 9 0,-10 11 0,-4 7 0,-6 8 0,-3 13 0,-2 10 0,0 20 0,0 20 0,-8 13 0,-4 22 0,-2 5 0,3 4 0,3 2 0,8 0 0,1 2 0,5 3 0,5 5 0,4 0 0,6-46 0,2 1-231,1-2 1,3-1 230,15 46 0,-11-45 0,1-1 0,13 42 0,3 0 0,1 1 0</inkml:trace>
  <inkml:trace contextRef="#ctx0" brushRef="#br0" timeOffset="40">7365 8132 8912,'0'10'0,"0"-2"0,0-8 0,0 0 0,8 0 0,-4-6 0,7 0 0,3 2 0,-5-3 0,3 1 0,1 2 0,-3-5 0,1-1 0,2 0 0,-3 1 0,0 3 0,-1-3 0,1-1 0,1-5 0,6 3 0,1-5 0,-1-6 0,2 2 0,4-7 0,-4 5 0,4-6 0,2 8 0,-2-4 0,-2 2 0,-2 0 0,-2 0 0,0 6 0,1 0 0,-1 0 0,-6 1 0,1 5 0,-1-4 0,6 3 0,-1-3 0,-3-2 0,-1 0 0,1-1 0,2-5 0,2 1 0,3-3 0,2 2 0,-2-4 0,3-7 0,-2-1 0,2 1 0,-4 1 0,4 5 0,-4-5 0,-2 5 0,-2 3 0,-3 2 0,3-2 0,-5 2 0,1 2 0,0 2 0,-1 2 0,2 0 0,3-1 0,-4 1 0,5 0 0,1 0 0,0 0 0,0-1 0,2-5 0,2-1 0,4-1 0,2 0 0,2-6 0,5 3 0,1-5 0,-1-1 0,-2 0 0,-3-1 0,2 6 0,-8 1 0,5 7 0,-5-2 0,-2 4 0,-2 2 0,-7-1 0,-1 1 0,-1 6 0,1-1 0,5 1 0,-7-1 0,8 1 0,1 5 0,-1-5 0,2-3 0,4-1 0,-2 0 0,8 3 0,-1-7 0,7 8 0,-1-12 0,1 11 0,-7-7 0,-1 10 0,0-1 0,0 4 0,-6-1 0,2 1 0,-4 0 0,-2 6 0,0-5 0,0-1 0,1 2 0,-1 2 0,-6 2 0,1 0 0,-1 0 0,6 0 0,1-2 0,-1-4 0,0 5 0,0-5 0,6 4 0,0 2 0,0-2 0,2-4 0,-6 4 0,4-3 0,-2 3 0,2 2 0,4 0 0,-1 0 0,1 0 0,-4 0 0,-4 2 0,6 1 0,-2 5 0,0 2 0,0-5 0,-6 7 0,2-6 0,4 5 0,-4-1 0,4 1 0,-4 2 0,-1-7 0,5 6 0,0-7 0,-1 7 0,-4-6 0,1-1 0,4 3 0,-4-4 0,4 7 0,-4-7 0,-2 4 0,0-3 0,1 1 0,-1 2 0,0-3 0,-2-1 0,-3 8 0,3-6 0,-3 5 0,-3-5 0,3 5 0,1 3 0,2 1 0,2 2 0,1 0 0,-7-5 0,1-1 0,-1-5 0,6 5 0,-5-5 0,-1 6 0,1-3 0,5 3 0,0 1 0,0-7 0,6 5 0,0-3 0,0-1 0,2 1 0,-6 5 0,4-1 0,2-3 0,-2 3 0,-2 1 0,-2 3 0,-2 1 0,0 0 0,1 0 0,-1 0 0,0 0 0,0 1 0,-1-7 0,-3 1 0,-2 1 0,3 2 0,1 2 0,0 1 0,-3-1 0,3-6 0,-5 1 0,1 1 0,1 2 0,-3-3 0,3-1 0,3-1 0,-3 1 0,3 3 0,2-7 0,-2 3 0,-3 3 0,3-3 0,-3 1 0,3-5 0,2 5 0,0-5 0,0 6 0,-5-3 0,-1 5 0,3-5 0,1-1 0,-3-1 0,-1-1 0,1-4 0,5 11 0,0-7 0,-6 0 0,1-6 0,-3 2 0,3 4 0,3-5 0,-3 5 0,3-4 0,2-2 0,0 0 0,1 0 0,-1 0 0,0 0 0,0 0 0,0 6 0,1 0 0,-7-1 0,1-5 0,-1 0 0,6 6 0,0 0 0,-7 0 0,5-6 0,-3 0 0,3 0 0,-3 0 0,-1 0 0,1 0 0,5-6 0,0 0 0,-6 0 0,1 6 0,-1-7 0,5 3 0,-5-8 0,4 9 0,-3-5 0,3 0 0,-3 6 0,-1-3 0,-5 3 0,5 2 0,1-8 0,5 4 0,0-7 0,0 5 0,1-5 0,-1 5 0,0-6 0,2-1 0,4-2 0,-2-2 0,8-1 0,-6-5 0,5 1 0,-5-3 0,6 2 0,-8-2 0,2-4 0,-4-3 0,-2 3 0,1-1 0,-1 1 0,-6-4 0,1 5 0,-3-5 0,5-1 0,-5 0 0,-1-1 0,3-5 0,-5 0 0,8 0 0,-3 5 0,-1-5 0,1 0 0,2 2 0,3 2 0,-1-4 0,-4-1 0,3 1 0,-8 6 0,5 5 0,-5 1 0,5 1 0,-5-2 0,0-3 0,-6 3 0,5 2 0,1-1 0,0-3 0,2-1 0,-5-8 0,9-1 0,-6 1 0,5 6 0,1-6 0,5 0 0,-6 0 0,1 5 0,-3 3 0,3 3 0,1-3 0,-7 3 0,5 2 0,-3-1 0,2-1 0,3 2 0,-3-5 0,1 3 0,-5-3 0,5-3 0,1-1 0,5-4 0,6 3 0,0-3 0,2 4 0,-2 2 0,-2-1 0,7 1 0,-7 5 0,2 1 0,-4 7 0,-3-2 0,-3 2 0,-1-2 0,-3 4 0,3-4 0,3 4 0,-4 1 0,-1-1 0,1-4 0,1-3 0,3-7 0,-1 3 0,-3 1 0,2 0 0,10-5 0,-4-1 0,4 1 0,-3 0 0,-3-1 0,6 3 0,0 3 0,0-1 0,-6 7 0,0-6 0,0 6 0,0-2 0,1 2 0,-1 4 0,0-4 0,0 2 0,0-2 0,6 4 0,0-4 0,6 2 0,-6-2 0,6 4 0,-6-4 0,7 2 0,-1-2 0,3 4 0,3-4 0,-3 4 0,-3 2 0,3 6 0,-3-1 0,-4 6 0,-2-5 0,-4 7 0,-2-2 0,2 5 0,4 1 0,-4 5 0,4 1 0,-2 5 0,2-3 0,8 2 0,7 3 0,0 2 0,8 2 0,-2 3 0,2 3 0,4 1 0,-4 5 0,2 3 0,-2-3 0,1 4 0,-7-1 0,-1 1 0,-3 1 0,-2-3 0,1 9 0,-8-4 0,-4-2 0,1 1 0,-1-1 0,0-5 0,-5-1 0,1-5 0,2 6 0,4 0 0,1-3 0,-3 1 0,6-4 0,-8-2 0,2 8 0,4 1 0,1 10 0,-1-3 0,2 3 0,-2 2 0,1-2 0,5 13 0,-5-1 0,-1 0 0,0-3 0,0 5 0,0-1 0,-5 6 0,7-1 0,-8 5 0,2-6 0,2 0 0,-2-5 0,2 0 0,-2-1 0,-4-7 0,4-4 0,2-3 0,0-3 0,1 0 0,5 1 0,-4-7 0,1 1 0,1 0 0,5 5 0,1 0 0,-1 1 0,-5-1 0,-2 3 0,-1 1 0,1 2 0,-6 0 0,2-6 0,-4-5 0,-1 0 0,3-6 0,-4 5 0,10-1 0,-10 2 0,-2-3 0,-3-3 0,-1-4 0,6 4 0,0-4 0,1-1 0,-1-1 0,0 0 0,6 0 0,0 0 0,6 1 0,-6-1 0,5 0 0,-5 0 0,8 0 0,-3 2 0,3 2 0,-2 2 0,-2 6 0,-5-6 0,0 6 0,6-6 0,-7 7 0,2-3 0,-4 0 0,-1-4 0,-1 1 0,0-1 0,4 6 0,-4-6 0,4 0 0,-9-6 0,3-6 0,2 1 0,-5-3 0,-3 5 0,1-5 0,-1-1 0,-5 5 0,4-9 0,-8 8 0,0-7 0,0 7 0,0 1 0,0-3 0,0 1 0,0-5 0,0 5 0,0-5 0,2 4 0,3-3 0,7-3 0,19-2 0,5-2 0</inkml:trace>
  <inkml:trace contextRef="#ctx0" brushRef="#br0" timeOffset="41">20427 10797 8912,'0'-17'0,"0"0"0,0 0 0,0 0 0,0-1 0,-2 1 0,-4 0 0,4 0 0,-6 1 0,1 5 0,5 5 0,-4 12 0,4 5 0,4 12 0,4 6 0,2 9 0,5 4 0,-3 2 0,-3 4 0,1 0 0,-2-2 0,-3 3 0,9-3 0,-8-4 0,1-4 0,-3-7 0,-2-8 0,0-4 0,0-10 0,0-9 0,-2-17 0,-3-11 0,-7-5 0,3-7 0,-3 0 0,3-6 0,-3 6 0,-1-4 0,7 8 0,2 5 0,2 4 0,2 4 0,2 14 0,4 3 0,5 4 0,12 2 0,-2 10 0,8 7 0,0 6 0,5 6 0,-5 3 0,-2-3 0,-3 3 0,-3 3 0,-1-3 0,-3-3 0,0-4 0,0-8 0,-7 0 0,-4 0 0,3-7 0,-7-5 0,4-12 0,-4-10 0,0-8 0,3-10 0,-3-5 0,4 0 0,2-6 0,-3 6 0,3 0 0,-2 6 0,-4 1 0,3 5 0,5 3 0,1 9 0,5 5 0,1 5 0,0 12 0,0 0 0,1 11 0,-1-4 0,0 10 0,-2-4 0,-3-2 0,3 6 0,-4 0 0,5 0 0,1-6 0,-6-5 0,1-3 0,-1 1 0,-1 0 0,5-7 0,-3 3 0,-3-6 0,3-6 0,-6-3 0,5-8 0,-1-2 0,1-4 0,2 2 0,-7-8 0,2 8 0,-4-2 0,1 4 0,-1 2 0,-2 5 0,-2 1 0,8 7 0,1-4 0,3 10 0,-1 4 0,-5 4 0,5 7 0,1 0 0,-3 0 0,5 0 0,-8 0 0,7 1 0,-2-1 0,3-6 0,-3 1 0,5-8 0,-5 1 0,-1-3 0,1-2 0,3 0 0,1 0 0,2-5 0,0-1 0,-1-8 0,-5 3 0,2-4 0,-7-3 0,7 1 0,-3 0 0</inkml:trace>
  <inkml:trace contextRef="#ctx0" brushRef="#br0" timeOffset="42">21683 10711 8912,'9'-2'0,"-3"-3"0,-4 3 0,-4-8 0,-4 4 0,3 5 0,-9-5 0,3 6 0,-3 6 0,-3-3 0,3 9 0,5 1 0,1 10 0,4-4 0,2 4 0,0-2 0,0 2 0,0-4 0,0 4 0,6-9 0,0-3 0,7-1 0,0 1 0,6-5 0,4-4 0,0-10 0,-5-3 0,-1-10 0,0-2 0,-7-8 0,-5 2 0,-3-3 0,-4-1 0,-3 3 0,-7 1 0,-9 8 0,-2-2 0,-6 6 0,6 6 0,-5-3 0,5 9 0,6-1 0,5 6 0,8 7 0,-1 5 0,5 3 0,7 2 0,10 1 0,10-1 0,21 0 0,6 0 0</inkml:trace>
  <inkml:trace contextRef="#ctx0" brushRef="#br0" timeOffset="43">22216 10608 8912,'-13'-27'0,"-4"4"0,-6 10 0,2 4 0,-2-1 0,2 0 0,-4 7 0,2-3 0,0 6 0,6 6 0,0 3 0,-1 8 0,7 3 0,0 2 0,7-1 0,-2 8 0,4-6 0,2 6 0,0-8 0,2 2 0,4-4 0,1-2 0,5 0 0,3-7 0,-3-5 0,3-5 0,2-5 0,0-7 0,1-11 0,-1-3 0,0-9 0,0-5 0,0 0 0,-5-8 0,-3 2 0,-1-3 0,-4-3 0,-2 0 0,-2 1 0,0 1 0,0 4 0,0 6 0,0 12 0,-6 3 0,0 8 0,1-1 0,-1 11 0,0 7 0,2 11 0,2 10 0,2 6 0,0 7 0,0 8 0,0 4 0,6 4 0,0 1 0,1-1 0,-3-2 0,4-4 0,2-2 0,-5-2 0,7-6 0,-3-1 0,3-5 0,5-5 0,0-11 0,0-4 0,6-8 0,2 0 0,0-4 0,0-6 0,0-7 0,3-10 0,-5 4 0,2-2 0,-2 3 0,-9 2 0,3-3 0,-6 4 0,1 2 0,3 8 0,-13-1 0,4 4 0,-4 4 0,-2-5 0,-2 7 0,-4 0 0,4 0 0,-6 0 0,8 0 0,0-8 0,0 6 0,8-5 0,2 9 0,7 3 0,0 3 0,0 3 0,0 7 0,1-1 0,-1 0 0,0 6 0,-5-2 0,-1 2 0,-1-4 0,3 4 0,-4-2 0,-1 2 0,-2-4 0,-6 4 0,0-10 0,0-1 0,-2-1 0,-4 4 0,-5-3 0,-5-6 0,-1 1 0,0-1 0,0 0 0,2-14 0,3-3 0,4-12 0,8-12 0,0-9 0</inkml:trace>
  <inkml:trace contextRef="#ctx0" brushRef="#br0" timeOffset="44">23077 10092 8912,'-17'10'0,"-1"-4"0,1-4 0,0-2 0,0 0 0,21-2 0,7-4 0,22-4 0,1-7 0,14 0 0,3 0 0,1 0 0,5-1 0,-5 7 0,-6-1 0,4 9 0,-6-5 0</inkml:trace>
  <inkml:trace contextRef="#ctx0" brushRef="#br0" timeOffset="45">23335 10350 8912,'-34'27'0,"7"-10"0,4-11 0,11-4 0,5-2 0,7-8 0,0-3 0,9-5 0,7-1 0,7-2 0,3-4 0,3 2 0,5-7 0,5 5 0,-5-6 0,4 8 0,-9-2 0,3-4 0,3 1 0,-1-9 0</inkml:trace>
  <inkml:trace contextRef="#ctx0" brushRef="#br0" timeOffset="46">23886 9749 8912,'7'9'0,"-5"-1"0,6-8 0,-8 0 0,2-2 0,3-2 0,9-4 0,7 1 0,8-1 0,3 2 0,3 6 0,3 0 0,-4 0 0,4 2 0,-9 4 0,-4 5 0,-2 12 0,-4 4 0,-2 7 0,-7 1 0,-4-1 0,-12 8 0,-6 2 0,-5 0 0,-6-4 0,-4 2 0,-7-2 0,0-1 0,-1-11 0,6 1 0,1-12 0,7 2 0,-2-13 0,9 0 0,3-6 0,7-2 0,-2-4 0,4-5 0,2-12 0,0-6 0,0-3 0,6 3 0,0 0 0,13 8 0,-2-2 0,6 0 0,0 6 0,2-4 0,4 10 0,5 3 0,1 2 0,1-1 0,10 1 0,0 0 0,5 6 0,1 0 0,-2 0 0,-1 0 0,3 0 0,-12 0 0,6 0 0,-2 0 0,-4 0 0,0-7 0,-5-3 0</inkml:trace>
  <inkml:trace contextRef="#ctx0" brushRef="#br0" timeOffset="47">26157 9800 8912,'15'-19'0,"-1"-4"0,-5-6 0,-1-3 0,-4-2 0,-2-1 0,-4 3 0,-4 3 0,-3-2 0,-9 9 0,1 2 0,0 7 0,-6 0 0,-2 7 0,0 2 0,0 2 0,3 4 0,4 4 0,1 7 0,0 8 0,0 6 0,-1 7 0,3-5 0,2 0 0,3 1 0,3 3 0,1-1 0,6-3 0,0 1 0,0-7 0,0-2 0,2-3 0,3-7 0,5-3 0,7-8 0,8-14 0,4-3 0,-2-12 0,1 1 0,-7-5 0,2-1 0,-4 5 0,-1 1 0,-1 5 0,-2-4 0,-2 4 0,-1 8 0,-8 5 0,5 12 0,-3 4 0,-2 5 0,7 12 0,-1 4 0,1 7 0,10 1 0,-3-1 0,5-1 0,0-5 0,1-3 0,7-8 0,-2-1 0,1-5 0,3-3 0,1-8 0,-5-10 0,0-7 0,-3-8 0,3-9 0,-4-3 0,-8-3 0,0-2 0,0-4 0,-7-3 0,-4 5 0,-4 0 0,-2 4 0,0 11 0,0 6 0,-2 6 0,-4 6 0,4 12 0,-4 17 0,4 5 0,2 5 0,8 5 0,4-5 0,3 5 0,2 1 0,0 1 0,0-1 0,6-2 0,0-3 0,2 2 0,-4-8 0,2-2 0,-2-2 0,-9-8 0,-7 1 0,-3-9 0,-11 13 0,-8-5 0,-8-1 0,-10 1 0,-5 1 0,-2 3 0,2-2 0,4-1 0,-3-8 0,13 11 0,-9-6 0</inkml:trace>
  <inkml:trace contextRef="#ctx0" brushRef="#br0" timeOffset="48">27379 9405 8912,'-17'0'0,"5"0"0,1 0 0,-1 2 0,-3 3 0,4 7 0,1 5 0,4 6 0,4-2 0,-3 8 0,5-3 0,5 3 0,1 2 0,11-9 0,-1 1 0,12-5 0,1-3 0,5-4 0,1-3 0,-1-8 0,1-2 0,-3-4 0,-1-5 0,-3-4 0,-7-10 0,2-4 0,-5-2 0,-7 3 0,-1-5 0,-5 5 0,-3 3 0,4 2 0,-4 4 0,-2 2 0,0 7 0,0 4 0,0 12 0,0 4 0,0 7 0,0 0 0,0 0 0,0 0 0,0 1 0,0-1 0,0 0 0,6-6 0,-1 1 0,1-1 0,-6-1 0,2-2 0,4-8 0,-2-8 0,7-4 0,1-9 0,5-1 0,0-7 0,0 6 0,-1 0 0,-3 6 0,0 0 0,6-1 0,-7 3 0,5 4 0,-2 5 0,1 4 0,1 2 0,0 0 0,-5 8 0,-3 3 0,-1 6 0,-4 6 0,3-2 0,-1 8 0,0-8 0,-6 2 0,0-4 0,0-2 0,5 0 0,1 1 0,0-1 0,-6 0 0,-8 0 0,-1-7 0,-8-5 0,-1-3 0,1-17 0,0-4 0</inkml:trace>
  <inkml:trace contextRef="#ctx0" brushRef="#br0" timeOffset="49">27413 9628 8912,'-11'-6'0,"-1"-1"0,-1-1 0,-2 1 0,-1-1 0,3 4 0,2-2 0,-1 1 0,3 5 0,3 0 0,12 0 0,3 0 0,8 0 0,1-6 0,-1-2 0,0 1 0,0-1 0,0-5 0,1 1 0,-7 3 0,1-3 0,-9 1 0,3-7 0,-6 7 0,-6-1 0,-3 9 0,-8-3 0,-8 4 0,-4 2 0,2 10 0,-1 7 0,-1 10 0,-4 13 0,5 5 0,5 5 0,11 7 0,7 1 0,3-1 0,2-5 0,15-5 0,10-5 0,11-11 0,10-10 0,13-8 0,10-13 0,0-2 0,6-5 0,-5-12 0,-1-14 0,-8-9 0,6-17 0,-6-2 0</inkml:trace>
  <inkml:trace contextRef="#ctx0" brushRef="#br0" timeOffset="50">27895 9370 8912,'-17'0'0,"2"-2"0,3-3 0,5 3 0,7 2 0,2 9 0,3 8 0,7 1 0,5 6 0,6 5 0,-4-2 0,6 2 0,-2 1 0,0 3 0,7-5 0,-1 1 0,-4-2 0,-2 1 0,2-3 0,-2-8 0,0 1 0,-6-1 0,0-8 0,-7-1 0,-3-8 0</inkml:trace>
  <inkml:trace contextRef="#ctx0" brushRef="#br0" timeOffset="51">28153 9422 8912,'-17'0'0,"6"0"0,-1 0 0,7 7 0,-7 5 0,1 13 0,-7 9 0,1 8 0,0 10 0,0 7 0,0 2 0,-1 0 0,1-3 0,0-1 0,0-6 0,7 3 0,4-14 0,4-7 0,2-11 0,2-4 0,4-7 0,4-3 0,15-24 0,1-3 0</inkml:trace>
  <inkml:trace contextRef="#ctx0" brushRef="#br0" timeOffset="52">28756 9422 8912,'-23'0'0,"0"0"0,2 0 0,2 0 0,3 2 0,5 3 0,-3 13 0,7 10 0,-1 9 0,1 8 0,1 3 0,6 15 0,7-2 0,5 4 0,3-4 0,2-1 0,1-3 0,-1-5 0,6-3 0,0-3 0,-2-4 0,-10-7 0,3-1 0,-9 0 0,7-7 0,-6-4 0,-1-4 0,-10-11 0,-1-8 0,-15-16 0,2-10 0</inkml:trace>
  <inkml:trace contextRef="#ctx0" brushRef="#br0" timeOffset="53">28532 9559 8912,'0'-24'0,"-2"3"0,-4-8 0,4 0 0,-3-5 0,5 7 0,5 4 0,3 10 0,4 1 0,9 7 0,-4-7 0,4 8 0,-4-1 0,8 5 0,2 5 0,-1 7 0,-3 3 0,2 4 0,-2 4 0,-6-2 0,-5 8 0,-8-1 0,1 7 0,-3-1 0,-2 1 0,-2 1 0,-3 4 0,1-6 0,-8 1 0,7-1 0,-5-7 0,2 0 0,5-4 0,-7-4 0,0-2 0</inkml:trace>
  <inkml:trace contextRef="#ctx0" brushRef="#br0" timeOffset="54">28945 9663 8912,'10'0'0,"-3"0"0,-7 0 0,2 0 0,4 0 0,-2 0 0,7 0 0,3-2 0,1-4 0,4 2 0,4-7 0,4-1 0,5-5 0,-1 0 0,-3 0 0,-7-1 0,2 1 0,-5 0 0,-7 0 0,2 5 0,-7 1 0,-8 7 0,-9-2 0,-6 4 0,-6 2 0,2 8 0,-8 4 0,2 10 0,-1 7 0,3-2 0,7 2 0,3-1 0,4 7 0,3-1 0,8 0 0,4-1 0,7-5 0,8 1 0,16-12 0,7 4 0,2-19 0,8 6 0</inkml:trace>
  <inkml:trace contextRef="#ctx0" brushRef="#br0" timeOffset="55">29530 9456 8912,'-11'12'0,"-1"-1"0,6 1 0,-3 7 0,1 2 0,4 2 0,-3 7 0,1-1 0,0 3 0,6 3 0,8-1 0,3-1 0,7-3 0,5-1 0,-2-10 0,7-2 0,1-7 0,5-10 0,1-2 0,-1-4 0,1-11 0,-1-25 0,0-12 0</inkml:trace>
  <inkml:trace contextRef="#ctx0" brushRef="#br0" timeOffset="56">30064 9078 8912,'-23'-2'0,"0"-2"0,4-3 0,5-3 0,5 6 0,3-1 0,4 5 0,-6 5 0,1 7 0,3 13 0,-8 9 0,7 2 0,-7 10 0,8 2 0,-1 9 0,-3 2 0,2 4 0,6 2 0,6-7 0,15 5 0,2-8 0,8-5 0,3-8 0,0-14 0,1-5 0,-1-11 0,1-6 0,5-6 0,0-6 0,0-6 0,-6-11 0,1-9 0,-1-10 0,1-2 0,-1-4 0,-7-1 0,-4-3 0,-4 6 0,-2 0 0,-5 10 0,-1 2 0,-9 7 0,-2 12 0,-10 3 0,-5 6 0,-8 6 0,0 6 0,-5 4 0,5 7 0,-6 6 0,6 0 0,2 5 0,10-5 0,3 0 0,8-6 0,0 3 0,0 2 0,2-8 0,4 3 0,9-6 0,12 1 0,3-6 0,7-4 0,10-2 0,5 0 0,0-8 0,5-4 0,-4-3 0,-1-2 0,-8 0 0,-4 0 0,-9-1 0,-6 1 0,-4 0 0,-6 0 0,-9 0 0,-1-1 0,-3 7 0,-4 1 0,-1 1 0,-3-1 0,-7 7 0,1-3 0,-3 4 0,-2 2 0,-3 2 0,-2 4 0,8 3 0,-3 8 0,4-5 0,-5-1 0,9 1 0,3 5 0,4 0 0,2 0 0,0 0 0,2-5 0,4-1 0,3-7 0,9 2 0,4-4 0,1-2 0,0-8 0,-5-3 0,5-5 0,-1-1 0,-1-8 0,-9-3 0,1-1 0,-7-3 0,-2-5 0,-2 1 0,-4-10 0,-4-5 0,-3-3 0,-9-9 0,1 0 0,0-6 0,0 8 0,0 4 0,-1 17 0,1 5 0,8 20 0,1 9 0,8 27 0,0 18 0,0 16 0,0 12 0,0 7 0,0-1-220,0 7 1,6 0 219,-1 6 0,9-7 0,-3-5 0,5-5 0,1-6 0,6 2 0,2-10 0,1-5 0,5-8 0,-6-8 0,-2-5 0,-12-4 0,-3-10 0,-8-3 0,0-5 0</inkml:trace>
  <inkml:trace contextRef="#ctx0" brushRef="#br0" timeOffset="57">29754 9697 8912,'-44'0'0,"4"0"0,22 0 0,18 0 0,29-17 0,34-12 0,18-11 0,-28 15 0,3-2 0,0-1 0,0-1-341,4 0 0,1 1 0,-1-1 0,0 0 341,1 3 0,-1 1 0,-3 3 0,-1 0 0,-1-6 0,0-1 0,-3 2 0,0 0 0</inkml:trace>
  <inkml:trace contextRef="#ctx0" brushRef="#br0" timeOffset="58">19360 12345 8912,'11'0'0,"1"0"0,-7 0 0,7 0 0,-1-2 0,1-4 0,-3-5 0,-1-5 0,4-1 0,-5 0 0,3 0 0,-6 0 0,1-1 0,-3 1 0,-2 6 0,-2-1 0,-3-1 0,-5 5 0,-7 2 0,-2 5 0,-4 1 0,-6 9 0,-9 8 0,-2 10 0,1 6 0,3 1 0,2 0 0,5 3 0,0 3 0,6-2 0,-1 6 0,2-2 0,7-4 0,9-9 0,1-6 0,3-10 0,2-2 0,7-9 0,5-2 0,3-7 0,2-10 0,1-8 0,-1-4 0,0-1 0,0-1 0,0 2 0,1-1 0,-3 5 0,-4 2 0,3 10 0,-8 1 0,7 8 0,-2-1 0,-1 5 0,1 5 0,-5 7 0,6 11 0,-3 9 0,3 8 0,1 6 0,-5-6 0,1-2 0,5-1 0,1-3 0,2 1 0,0-11 0,1-6 0,-1-3 0,0-9 0,6-3 0,0-8 0,0-13 0,-6-16 0,0-10 0</inkml:trace>
  <inkml:trace contextRef="#ctx0" brushRef="#br0" timeOffset="59">19842 11966 8912,'-29'-5'0,"0"-3"0,1 0 0,1 1 0,2 1 0,8 6 0,1 2 0,3 4 0,3 7 0,3 8 0,1 6 0,6 7 0,8 6 0,3 0 0,5 12 0,1-6 0,2 7 0,4-7 0,-4 4 0,4 1 0,-4 1 0,-2 0 0,-2-8 0,-1-4 0,-5-4 0,-1-2 0,-2-1 0,-6-5 0,-2-5 0,-4-11 0,-3-4 0,-9-8 0</inkml:trace>
  <inkml:trace contextRef="#ctx0" brushRef="#br0" timeOffset="60">19618 12413 8912,'-10'2'0,"5"4"0,3-4 0,2 6 0,15-8 0,8 0 0,8-2 0,3-4 0,6-4 0,0-7 0,2-6 0,-2 0 0,-3-7 0,3 1 0,-4-3 0,-1-3 0,-1 1 0</inkml:trace>
  <inkml:trace contextRef="#ctx0" brushRef="#br0" timeOffset="61">20117 11812 8912,'9'0'0,"-16"7"0,1 3 0,-11 7 0,11 0 0,0 0 0,5 6 0,1 0 0,0 14 0,0-1 0,0 4 0,0 2 0,7 6 0,5-2 0,3-4 0,2-2 0,0-4 0,1-2 0,-1-7 0,0-4 0,0-6 0,0-5 0,1-6 0,-1-12 0,0-4 0,0-9 0,0-4 0,1-5 0,-3-7 0,-4-5 0,3 4 0,-8-4 0,-1 5 0,-5 7 0,0 3 0,0 8 0,-2 7 0,-3 4 0,3 14 0,-4 9 0,-2 8 0,3 9 0,-1 1 0,6-1 0,6-5 0,-1-1 0,9-5 0,-3 4 0,4-4 0,3-8 0,-7 1 0,1-11 0,-1 1 0,6-6 0,1-8 0,-1-3 0,0-10 0,0-2 0,-2-8 0,-3 3 0,3-5 0,-5-1 0,-1 1 0,-3 5 0,2-3 0,-3 8 0,1 0 0,-6 6 0,8 8 0,-4 11 0,7 15 0,-5 6 0,5 5 0,-5 5 0,6-6 0,-1 1 0,-1 1 0,5-8 0,-4 2 0,5-4 0,1-2 0,-6 0 0,1 0 0,-1-7 0,-1-2 0,-10-16 0,-10-2 0</inkml:trace>
  <inkml:trace contextRef="#ctx0" brushRef="#br0" timeOffset="62">20083 12242 8912,'-18'0'0,"1"0"0,9 0 0,8 0 0,20-4 0,20-8 0,13-1 0,22-16 0,1-5 0,7-6 0,-5 1 0,-2 3 0,-9-6 0,0-2 0,-6-7 0</inkml:trace>
  <inkml:trace contextRef="#ctx0" brushRef="#br0" timeOffset="63">21356 11519 8912,'-10'-7'0,"-5"-3"0,4-5 0,-5 3 0,5-1 0,-1 7 0,3 3 0,-3 10 0,7 10 0,3 10 0,2 13 0,2 6 0,3 4 0,-1-1 0,8-3 0,-7 8 0,7-8 0,-1-1 0,5-10 0,-3-3 0,-2-3 0,1-6 0,5-12 0,-5-3 0,-1-8 0,1-4 0,5-7 0,0-3 0,-2-16 0,-1-5 0,-3-3 0,-5-2 0,5 6 0,-7-1 0,2 1 0,-4 7 0,-2 4 0,7 4 0,-5 10 0,6 14 0,-8 13 0,6 4 0,0 1 0,1-2 0,-1 8 0,-2-8 0,7 2 0,-5-4 0,5-2 0,-5-5 0,6-1 0,-7-7 0,7 2 0,1-4 0,3-2 0,-5-2 0,0-4 0,1-4 0,5-7 0,0-6 0,1 0 0,-1-5 0,0 5 0,-2 0 0,-3 6 0,-3 5 0,-3 1 0,-4 7 0,6-4 0,-6 10 0,3 4 0,-3-2 0,6 7 0,-1 3 0,3 1 0,7 2 0,0-7 0,1 3 0,-1-7 0,0-1 0,0-5 0,0 8 0,1-6 0,-1 6 0,0-8 0,-7-8 0,-10-2 0,-10-7 0</inkml:trace>
  <inkml:trace contextRef="#ctx0" brushRef="#br0" timeOffset="64">21322 11794 8912,'-29'0'0,"2"-1"0,2-3 0,4-2 0,10 0 0,3 6 0,12-2 0,7-3 0,5 1 0,16-8 0,6-1 0,4-2 0,4-2 0,6-1 0,0 1 0,-1 0 0,-5 0 0,0 0 0,8-8 0,7-2 0</inkml:trace>
  <inkml:trace contextRef="#ctx0" brushRef="#br0" timeOffset="65">22044 11588 8912,'-17'0'0,"0"0"0,0 6 0,-1 2 0,1 1 0,8 3 0,1 5 0,8 0 0,0 0 0,0 0 0,0 6 0,0 0 0,2-2 0,4-2 0,-4 4 0,3 0 0,3 0 0,-2-6 0,-1-5 0,-5-1 0,2-7 0,4 2 0,-4-4 0,6-4 0,-8-4 0,0-7 0,0-8 0,0-6 0,0-8 0,5 1 0,1 0 0,8-1 0,-3 1 0,-1 5 0,1 1 0,-1 7 0,3 0 0,-2 5 0,3 5 0,-5 7 0,3-2 0,-1 4 0,5 10 0,-5 4 0,4 3 0,-7 2 0,4 0 0,3 0 0,-4-1 0,5-5 0,1-3 0,0-14 0,0 0 0,0-7 0,1 1 0,-3-3 0,-4-2 0,5 0 0,-5 0 0,3-1 0,-1 1 0,-2 0 0,-5 6 0,6-1 0,-7 8 0,7-1 0,-8 10 0,1 7 0,3 3 0,0 2 0,-1 2 0,1 4 0,3-4 0,-5 4 0,8-4 0,-3-1 0,-1-1 0,1 0 0,-5-2 0,5-3 0,-7-3 0,2-3 0,2-6 0,-3 0 0,-7-15 0,-7-12 0</inkml:trace>
  <inkml:trace contextRef="#ctx0" brushRef="#br0" timeOffset="66">22371 11365 8912,'-15'-2'0,"4"-4"0,-3 2 0,8-7 0,1 7 0,5-11 0,15 13 0,8-4 0,7 2 0,5-2 0,7 5 0,4-5 0,4-4 0,1 1 0,1-8 0</inkml:trace>
  <inkml:trace contextRef="#ctx0" brushRef="#br0" timeOffset="67">22956 11365 8912,'-17'0'0,"0"0"0,7 0 0,1 0 0,3 0 0,4 0 0,-5 0 0,8 5 0,5 1 0,-2 0 0,6-4 0,-1 2 0,1 1 0,-5 1 0,7-6 0,-8 0 0,11 0 0,-13-2 0,4-4 0,-4 3 0,-2-9 0,0 6 0,0-5 0,0-1 0,-2 3 0,-4 3 0,2 4 0,-7 2 0,-3 0 0,7 8 0,-1 1 0,8 9 0,0-1 0,0 0 0,0 0 0,0 0 0,8 1 0,3-1 0,6 0 0,4 0 0,2 0 0,-2 1 0,6-1 0,2 0 0,-2 0 0,1 0 0,-7 6 0,2 0 0,-4 6 0,-2-6 0,-5 2 0,-2-4 0,-3 2 0,-3-2 0,-4 2 0,-6-6 0,-3 8 0,-9-14 0,1 8 0,0-7 0,0-5 0,0 8 0,-1-5 0</inkml:trace>
  <inkml:trace contextRef="#ctx0" brushRef="#br0" timeOffset="68">23800 10814 8912,'-8'-26'0,"-4"3"0,5 4 0,-1 2 0,8 9 0,0 10 0,0 13 0,0 12 0,0 15 0,0 9 0,6 9 0,0 8 0,5 1 0,-5 0 0,5 0 0,-5-2 0,0-4 0,1-6 0,-3-5 0,8-7 0,-8-5 0,1-11 0,-3-12 0,-2-9 0,0-10 0,0-6 0,2-9 0,2-10 0,2-5 0,7-8 0,-1 0 0,3-4 0,2 9 0,0-1 0,0 13 0,3 0 0,3 6 0,-2 2 0,5 3 0,1 9 0,0 6 0,-4 9 0,6 11 0,-3 4 0,3 7 0,3 2 0,-3 4 0,0-3 0,3 3 0,5-6 0,-1-5 0,0-4 0,-1-8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6.922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18293 15010 8912,'9'-18'0,"-1"-1"0,-2-2 0,0-2 0,-3 2 0,-1 2 0,-2 8 0,0-1 0,-2 10 0,-1 2 0,-3 10 0,0 0 0,6 1 0,0 2 0,0-3 0,0 1 0,2-7 0,4 2 0,-4-4 0,5-2 0</inkml:trace>
  <inkml:trace contextRef="#ctx0" brushRef="#br0" timeOffset="1">18413 14889 8912,'0'-17'0,"-5"0"0,-1 0 0,-6 5 0,7 1 0,-7 5 0,6-5 0,3-3 0,1 5 0,2-3 0,0 8 0,0-3 0,0 7 0,5 9 0,1 8 0,6 8 0,-7 10 0,3 7 0,-2 4 0,-4 9 0,3 2 0,-3 1 0,-2 1 0,0-4 0,0 8 0,0-7 0,0 1 0,0-5 0,0-7 0,0-3 0,0-7 0,0-3 0,0-3 0,0-12 0,0-2 0,8-13 0,3 4 0,-1-10 0,1-2 0,-7-15 0,4 2 0</inkml:trace>
  <inkml:trace contextRef="#ctx0" brushRef="#br0" timeOffset="2">18430 14906 8912,'-5'-17'0,"-3"0"0,0 0 0,-1 2 0,-1 1 0,-3 3 0,3 7 0,-1-2 0,-2 4 0,-3 4 0,-1 4 0,-6 3 0,0 9 0,-6 1 0,5 4 0,-3 5 0,-4 5 0,-1 1 0,-3 1 0,1-3 0,1-1 0,3-3 0,1 3 0,8-6 0,-2-2 0,10-4 0,1-2 0,8-6 0,-1 1 0,5-8 0,5 1 0,5-10 0,15-13 0,2-8 0</inkml:trace>
  <inkml:trace contextRef="#ctx0" brushRef="#br0" timeOffset="3">18413 14872 8912,'6'-17'0,"0"0"0,-2-1 0,-3 9 0,-1 1 0,8 8 0,2 14 0,9 3 0,4 4 0,5 4 0,7 0 0,5 5 0,6-3 0,4-2 0,9 0 0,4-3 0,-4-2 0,-1 2 0,-5-4 0,-1-7 0,-6 3 0,0-9 0,-8 9 0,4-5 0</inkml:trace>
  <inkml:trace contextRef="#ctx0" brushRef="#br0" timeOffset="4">17140 16093 8912,'0'9'0,"0"-1"0,0-8 0,0 8 0,0-6 0,-2 3 0,-4-10 0,4 1 0,-3-8 0,-3 1 0,2-6 0,-1 5 0,1 1 0,2 7 0,-8-2 0,1 2 0,1-1 0,-5 3 0,4-4 0,-10 12 0,-2 5 0,0 12 0,6 6 0,-6 3 0,0 3 0,2 1 0,9 4 0,-1-4 0,7 4 0,2-3 0,2-3 0,2-1 0,0-5 0,8-3 0,3-8 0,5-5 0,1-1 0,6-7 0,0 2 0,2 1 0,-4-1 0,2-2 0,-2-2 0,-8 4 0,-1-1 0,-9 3 0,3-2 0,-4-3 0,-2 9 0,-2-1 0,-4 7 0,-5-1 0,-12 0 0,2 6 0,-8 0 0,2 2 0,-1-4 0,3 0 0,0-6 0,6 0 0,-4-9 0,4 0 0,2-6 0,-1-8 0,1-1 0</inkml:trace>
  <inkml:trace contextRef="#ctx0" brushRef="#br0" timeOffset="5">17071 16454 8912,'27'0'0,"-8"-6"0,-8 0 0,-5 1 0,4 3 0,-3-4 0,-1 6 0,-6 0 0,6 8 0,0 9 0,1 2 0,-3 2 0,2 4 0,-2 2 0,3 1 0,-1 7 0,2-1 0,-3 0 0,-3-1 0,4-5 0,-4 5 0,-2-4 0,0-5 0,0 1 0,0-8 0,0-9 0,0-8 0,0-8 0,0-9 0,-2-8 0,-4-3 0,4-5 0,-3-1 0,3 0 0,2-1 0,0 1 0,0-1 0,0 7 0,2 1 0,1 2 0,3 4 0,8 4 0,-3 5 0,4-1 0,3 7 0,-1 1 0,0 5 0,2 5 0,4 1 0,-8 13 0,4-2 0,-1 3 0,-5-1 0,0-2 0,5 0 0,-7 0 0,1 0 0,-9 1 0,3-1 0,2-6 0,-3 1 0,1-7 0,-6 7 0,8-8 0,-6 1 0,4-10 0,1-5 0,-1-7 0,5 0 0,-5 0 0,6-1 0,-7 1 0,1 2 0,2 3 0,-6-3 0,11 11 0,-7-7 0,1 7 0,-1-2 0,-2 6 0,7 6 0,-7-2 0,2 7 0,2-5 0,-3 6 0,9-9 0,-10 11 0,7-9 0,2-1 0,-3-2 0,1-2 0,-7 0 0,12 0 0,-13-6 0,9 1 0,-8-1 0,3 6 0,1 0 0,-6 2 0,4 4 0,-3 3 0,3 8 0,4 1 0,7-9 0,0-3 0,0-4 0,1-2 0,-7 0 0,1 0 0,1-2 0,2-4 0,1-3 0,-5-9 0,-3 1 0,-8 0 0,0 0 0,0 0 0,-2-1 0,-4 1 0,-4 6 0,-7-1 0,0 8 0,0-3 0,0 1 0,-1 0 0,1 1 0,8 5 0,1 0 0,8 0 0</inkml:trace>
  <inkml:trace contextRef="#ctx0" brushRef="#br0" timeOffset="6">18224 16385 8912,'-17'2'0,"0"2"0,-1 2 0,1-1 0,0-5 0,0 0 0,0 6 0,1 2 0,3 1 0,1 5 0,9 1 0,-3 2 0,6 0 0,6 0 0,3 1 0,8-1 0,2-2 0,4-2 0,4-3 0,0-2 0,0-3 0,-4-5 0,-4 0 0,4 0 0,-10-2 0,-1-3 0,-7-5 0,5-9 0,-2-4 0,-5 4 0,-8-4 0,1 2 0,-8-2 0,1 6 0,-6 0 0,-1 0 0,1 5 0,0-3 0,6 5 0,-1 5 0,8 3 0,4 2 0,10 0 0</inkml:trace>
  <inkml:trace contextRef="#ctx0" brushRef="#br0" timeOffset="7">18482 16213 8912,'0'-23'0,"0"0"0,0 2 0,0 2 0,0 2 0,0 0 0,-8 7 0,5-3 0,-7 9 0,2 6 0,3 7 0,5 14 0,0 10 0,0 7 0,0 8 0,0-2 0,0-2 0,0 1 0,5-4 0,3 2 0,0-1 0,-1-3 0,5-3 0,-6-2 0,-1 1 0,-5-1 0,6-7 0,0-4 0,0-12 0,-14 5 0,-2-7 0</inkml:trace>
  <inkml:trace contextRef="#ctx0" brushRef="#br0" timeOffset="8">18379 16488 8912,'-12'0'0,"1"0"0,7-2 0,-2-3 0,-3 3 0,7-8 0,-4 4 0,12 3 0,5-9 0,12 6 0,6-5 0,3-2 0,3-3 0,5-1 0,0 0 0,6 0 0,-6-1 0,0 1 0,-5 0 0,-3-6 0,-3 0 0,-6 2 0,-4 2 0,-9 2 0,-5 0 0,5-8 0,-8 6 0,4-4 0,-6 10 0,-6 1 0,4 8 0,-13-3 0,13 8 0,-4 5 0,6 6 0,6 11 0,-4-2 0,3 7 0,-1 1 0,2 5 0,-4 1 0,4-1 0,-5 0 0,-1 1 0,0-3 0,0-3 0,0 2 0,0-9 0,0 1 0,0-5 0,-7-1 0,7-8 0,0-3 0,7-14 0,11-9 0,5 0 0,0-6 0,0 6 0,1 5 0,1-1 0,4 7 0,-2-5 0,-4 5 0,-2 0 0,7 6 0,-7 0 0,2 0 0,-4 0 0,-1 0 0,-1 0 0</inkml:trace>
  <inkml:trace contextRef="#ctx0" brushRef="#br0" timeOffset="9">16865 17348 8912,'-12'-12'0,"1"1"0,-3-1 0,1 1 0,-1 1 0,3 3 0,-2 3 0,-8 2 0,-2 2 0,0 0 0,-2 0 0,6 8 0,-4 5 0,2 8 0,-2 8 0,9 3 0,-1 5 0,5 1 0,7 2 0,1 6 0,2-6 0,0 0 0,2-8 0,3-3 0,7-6 0,9-10 0,2-1 0,6-8 0,-7 1 0,7-5 0,-4-5 0,0-7 0,0-3 0,-2-8 0,-6 0 0,0-7 0,0 1 0,-1-4 0,-5-1 0,2 2 0,-7 3 0,0 4 0,-6 8 0,0 0 0,0-1 0,0 9 0,0 3 0,0 12 0,0 3 0,0 11 0,0 2 0,6-8 0,1 3 0,3-4 0,3-3 0,3-2 0,1-8 0,0 0 0,0 0 0,2-8 0,4-3 0,-4-5 0,4-1 0,-9-6 0,-5 0 0,1 2 0,-1 2 0,-5 2 0,2 0 0,-4 5 0,-2 1 0,0 7 0,6-2 0,-1 12 0,1 11 0,-4 12 0,2 5 0,2 6 0,1-1 0,-1 6 0,2-6 0,3 1 0,-1 2 0,-5-2 0,-1 0 0,8-6 0,-9-5 0,5-2 0,-2-2 0,0-4 0,-1-8 0,-5-2 0,-2-7 0,-3 2 0,-13-19 0,-8-7 0</inkml:trace>
  <inkml:trace contextRef="#ctx0" brushRef="#br0" timeOffset="10">17140 17262 8912,'34'-8'0,"-5"-1"0,0-8 0,-3-1 0,5 3 0,-4 2 0,-2 1 0,-2 8 0,-6-1 0,0 3 0,0 2 0,-7 7 0,-5 5 0,-3 3 0,-2 4 0,0 2 0,0 2 0,-7 8 0,-5-3 0,-3-1 0,-2 2 0,-2-1 0,-4 7 0,4-1 0,-4-1 0,4-3 0,1-1 0,1-8 0,0 2 0,0-12 0,-1 5 0,1-7 0</inkml:trace>
  <inkml:trace contextRef="#ctx0" brushRef="#br0" timeOffset="11">17587 17262 8912,'0'17'0,"0"0"0,-5 0 0,-1 1 0,0 1 0,6 4 0,0-2 0,0 7 0,2 3 0,4 1 0,-4 5 0,3 3 0,5-4 0,1 4 0,-1-3 0,0-3 0,-1 0 0,1 1 0,-5-3 0,7-3 0,-8-4 0,1-8 0,-3-8 0,-2 7 0,0-7 0</inkml:trace>
  <inkml:trace contextRef="#ctx0" brushRef="#br0" timeOffset="12">17536 17313 8912,'11'0'0,"1"0"0,-7 0 0,7 0 0,-1 0 0,6 0 0,1 0 0,-1 0 0,0 0 0,0 0 0,1 0 0,1 0 0,4 0 0,-10 0 0,4 2 0,-2 4 0,1 6 0,-7 3 0,-3 2 0,2 6 0,-3 0 0,1 2 0,-6-2 0,0-4 0,0 4 0,-2-4 0,-2-2 0,-1 0 0,-1-7 0,6-3 0,0-14 0,0-5 0,2-3 0,4-2 0,3-8 0,8 6 0,1-4 0,-7 6 0,1 5 0,1 7 0,2 3 0,2 2 0,1 0 0,-7 0 0,1 0 0,-1 2 0,6 3 0,-1-1 0,-5 8 0,4-3 0,-3 5 0,3-5 0,2-1 0,-5 3 0,-1-5 0,-5 0 0,5-6 0,-5 0 0,6 0 0,-7 0 0,7 0 0,-8-8 0,1-3 0,3 1 0,0-1 0,1-3 0,-3 1 0,6 1 0,-9-3 0,13 13 0,-7-6 0,3 8 0,-3 2 0,-1 4 0,3 4 0,-5 7 0,0 0 0,0 0 0,-1 0 0,3-5 0,-2-1 0,-2-7 0,7 2 0,-5-4 0,5-2 0,3 0 0,-5-8 0,3-3 0,-9-5 0,3-1 0,-4 0 0,-2 0 0,0 0 0,0-1 0,0 1 0,-8 0 0,-1 0 0,-8 0 0,7 5 0,4 1 0,-3-1 0,-1-5 0</inkml:trace>
  <inkml:trace contextRef="#ctx0" brushRef="#br0" timeOffset="13">18585 17313 8912,'0'10'0,"0"5"0,0-11 0,0 8 0,0-7 0,0 7 0,8-6 0,3 3 0,5 1 0,1-1 0,2 3 0,4 5 0,-2 2 0,8 4 0,-8-4 0,2 4 0,0 2 0,-4 0 0,-4-1 0,0 1 0,-7-2 0,-2-6 0,-4-7 0,-2-2 0,7-16 0,3-2 0</inkml:trace>
  <inkml:trace contextRef="#ctx0" brushRef="#br0" timeOffset="14">18878 17296 8912,'-8'17'0,"6"1"0,-3-1 0,-5 2 0,-1 4 0,-7 0 0,-3 11 0,-2 6 0,2 2 0,-3 8 0,1-4 0,0 2 0,5-3 0,9-4 0,3-13 0,4 5 0,10-16 0,3 0 0,5-15 0,1-12 0</inkml:trace>
  <inkml:trace contextRef="#ctx0" brushRef="#br0" timeOffset="15">19188 17348 8912,'0'17'0,"-2"-5"0,-4-1 0,4 0 0,-11 7 0,7-1 0,0 0 0,6 0 0,0 0 0,0 1 0,0-1 0,0 0 0,0 0 0,0 0 0,0 1 0,0-1 0,6 0 0,0 0 0,-1-7 0,-5-3 0</inkml:trace>
  <inkml:trace contextRef="#ctx0" brushRef="#br0" timeOffset="16">19291 17313 8912,'23'2'0,"0"2"0,-2 2 0,-2-2 0,-8 0 0,1 1 0,-6-3 0,3 6 0,-1 0 0,-2 1 0,-6 8 0,0 0 0,0-5 0,0-1 0,0 3 0,0 1 0,0 2 0,0 0 0,0 1 0,0-7 0,0 1 0,0-1 0,0 6 0,0-5 0,0-1 0,-6-5 0,-2 3 0,-1-1 0,5-2 0,-10-10 0,9-8 0,-1 1 0,6-12 0,0-4 0,0-1 0,0 1 0,0-2 0,6 3 0,-1-3 0,9 2 0,-3 6 0,5-2 0,1 2 0,0 8 0,0 1 0,0 9 0,1-3 0,-1 12 0,0 3 0,0 8 0,-5 0 0,-3 1 0,1-1 0,-1 0 0,-3 0 0,6 0 0,-9 1 0,5-7 0,-8 1 0,8-9 0,1 5 0,3-16 0,-1-3 0,3-4 0,1-3 0,2 1 0,-5 6 0,-1-1 0,1 7 0,5-7 0,-6 8 0,1-1 0,-1 3 0,6 2 0,1 0 0,-1 0 0,0 0 0,0 0 0,0 0 0,1 0 0,-1 0 0,0 0 0,-7-8 0,-3 6 0,-7-13 0,-2 11 0,-3-7 0,-5 7 0,-1-4 0,-1 8 0,8 0 0,-11 8 0,13 1 0,-4 8 0,4 1 0,2-1 0,0 0 0,0-5 0,0-1 0,6-5 0,0 5 0,7-7 0,-1 2 0,3-4 0,2-2 0,0 0 0,1 0 0,-1 0 0,0 0 0,0-8 0,1-2 0</inkml:trace>
  <inkml:trace contextRef="#ctx0" brushRef="#br0" timeOffset="17">20289 16849 8912,'-2'-11'0,"-4"-1"0,3 7 0,-9-7 0,8 8 0,-9-1 0,7 10 0,2 9 0,2 7 0,2 11 0,0 8 0,0 8 0,0-2 0,0 4 0,0 1 0,6 1 0,2-3 0,-1-3 0,1-6 0,5-3 0,-1-3 0,-3-7 0,3-4 0,-6-6 0,5-6 0,-5-3 0,5-8 0,-5-2 0,4-4 0,-1-7 0,1-8 0,1-4 0,6-3 0,-5 3 0,-1 7 0,-1 1 0,1 0 0,-1 8 0,-4 3 0,-2 4 0,5 4 0,-1 4 0,-2-3 0,-6 9 0,1-1 0,5 6 0,-4 1 0,4-1 0,-4 0 0,-2 0 0,2-7 0,3-4 0,5-5 0,7-1 0</inkml:trace>
  <inkml:trace contextRef="#ctx0" brushRef="#br0" timeOffset="18">20616 16832 8912,'-17'0'0,"0"0"0,7 0 0,4 0 0,12 0 0,4 0 0,9 0 0,4 0 0,5 0 0,-1 0 0,2 0 0,-8 8 0,4 1 0,-8 8 0</inkml:trace>
  <inkml:trace contextRef="#ctx0" brushRef="#br0" timeOffset="19">20203 17365 8912,'-27'0'0,"2"0"0,8 0 0,0-2 0,0-4 0,7 3 0,4-9 0,6-1 0,6-3 0,8-3 0,14-4 0,3 4 0,15-4 0,2 4 0,9 2 0,-4 0 0,5 0 0,-5 0 0,-1-1 0,0 1 0,-1 0 0</inkml:trace>
  <inkml:trace contextRef="#ctx0" brushRef="#br0" timeOffset="20">20771 17107 8912,'-8'17'0,"-1"-5"0,-9-1 0,3 1 0,4 5 0,-8 0 0,7 0 0,-5 1 0,11-1 0,-5 0 0,5 0 0,2 0 0,2-5 0,2-1 0,8-7 0,1 4 0,9-8 0,-1 0 0,-8-8 0,-3-3 0,-2-5 0,2-1 0,-4 0 0,3 0 0,-3 3 0,-2-3 0,-5 10 0,-1-11 0,0 5 0,6-4 0,-2 5 0,-4 1 0,4-1 0,-5-5 0</inkml:trace>
  <inkml:trace contextRef="#ctx0" brushRef="#br0" timeOffset="21">21046 17124 8912,'-9'0'0,"-7"0"0,13 8 0,-9 3 0,8 12 0,-2 6 0,-1 4 0,-1 3 0,1 4 0,-1 6 0,-4-2 0,7 2 0,-7-8 0,6 2 0,-5-6 0,5-5 0,1-12 0,5-13 0,0-17 0,0-16 0,0-11 0,0-12 0,5-7 0,3-4 0,1-2 0,5 2 0,1-2 0,2 8 0,6-1 0,0 7 0,2 15 0,-2 7 0,-4 16 0,6 9 0,-2 9 0,0 13 0,2 14 0,-2 14 0,-2 9 0,7 3 0,-5-7 0,6-5 0,0-8 0,5 2 0,1-11 0,7-4 0,2-8 0</inkml:trace>
  <inkml:trace contextRef="#ctx0" brushRef="#br0" timeOffset="22">16417 18190 8912,'17'0'0,"-7"2"0,-4 4 0,-5-2 0,-1 7 0,0 3 0,0 1 0,0 4 0,0 2 0,0 4 0,0 2 0,0 7 0,0 6 0,2 0 0,4-5 0,-4-1 0,4 0 0,-2 7 0,-1-1 0,3-2 0,-2-2 0,-2-1 0,-2-1 0,0-2 0,0-3 0,-6-4 0,0-8 0,-7-2 0,2-3 0,-5-6 0,-9-5 0,-1-1 0</inkml:trace>
  <inkml:trace contextRef="#ctx0" brushRef="#br0" timeOffset="23">16159 18723 8912,'-17'10'0,"0"-2"0,7-8 0,4-6 0,12 0 0,4-7 0,7 1 0,10-3 0,7-2 0,8-6 0,10 0 0,1-6 0,5 6 0,-3-2 0,8 3 0,-2 2 0,2-1 0,-5 8 0,-5-2 0,-1 5 0</inkml:trace>
  <inkml:trace contextRef="#ctx0" brushRef="#br0" timeOffset="24">16916 18534 8912,'-8'12'0,"-1"-1"0,-3 3 0,1 1 0,0 8 0,-7 0 0,1 7 0,2-1 0,1 3 0,3 3 0,7-1 0,-2 0 0,10-1 0,6-4 0,3-8 0,6-8 0,8-5 0,-4-8 0,6-2 0,-6-4 0,5-5 0,-5-12 0,0-4 0,-6-8 0,-5 1 0,-1 0 0,-7-1 0,2 1 0,-6 0 0,-6 1 0,-5 3 0,-5 1 0,-1 14 0,0-3 0,-2 13 0,-4-1 0,4 4 0,-4 2 0,4 13 0,2 5 0,7 10 0,4 1 0,4 3 0,2 3 0,0-1 0</inkml:trace>
  <inkml:trace contextRef="#ctx0" brushRef="#br0" timeOffset="25">17931 18500 8912,'-5'-17'0,"-1"-1"0,-7 3 0,3 2 0,-1 3 0,-1 3 0,8 3 0,-1 11 0,3 11 0,2 8 0,-6 7 0,0 1 0,0 3 0,6 3 0,-5-2 0,-1 8 0,0-8 0,6 2 0,-2-6 0,-3-5 0,3 2 0,-4-8 0,4-1 0,2-4 0,0-11 0,0-7 0,0-9 0,0-14 0,2-8 0,4-7 0,-3-6 0,9-7 0,-6 5 0,5 0 0,-5 8 0,5-2 0,-5 9 0,6 2 0,-1 8 0,8 4 0,4 11 0,-2 6 0,8 6 0,-6 11 0,5 12 0,3 1 0,2-1 0,3 2 0,4-8 0,-4 0 0,6-8 0,-1-4 0,-1-5 0,0-4 0,-6-2 0,-7-13 0,-4-5 0,-4-5 0,-2 1 0,-7-5 0,-4-8 0,-4 7 0,-2-1 0,-8 2 0,-4-1 0,-9 3 0,-2 8 0,-5 1 0,5 5 0,0 5 0,-2 4 0,6 4 0,-4 4 0,6 5 0,3 12 0,5 6 0,1 3 0,2 3 0,6-1 0,0 1 0,0-1 0,8-2 0,4-3 0,5 2 0,6-8 0,-2-6 0,7-6 0,1-7 0,5 2 0,7-12 0,-1-5 0,0-7 0,-6-5 0,1-5 0,-1-5 0,-1-5 0,-5 0 0,-5 2 0,-4-3 0,-7 1 0,-1 4 0,-7-1 0,4 3 0,-2 3 0,-1 6 0,1 12 0,-6-4 0,0 20 0,0 1 0,6 15 0,0 8 0,1 3 0,-1 3 0,2-1 0,3 0 0,4-1 0,-3-3 0,1-1 0,-1 2 0,3-6 0,-4-3 0,3-2 0,-3-3 0,5-2 0,-5-4 0,-1-3 0,1-8 0,-7 0 0,11-8 0,-5-1 0</inkml:trace>
  <inkml:trace contextRef="#ctx0" brushRef="#br0" timeOffset="26">18826 18225 8912,'-17'-17'0,"6"-1"0,-1 1 0,6 0 0,-5 0 0,7 5 0,-2 1 0,6 7 0,6-2 0,6-1 0,11 1 0,5 0 0,5-1 0,9 5 0,4-6 0,3 0 0,3-1 0,0-8 0</inkml:trace>
  <inkml:trace contextRef="#ctx0" brushRef="#br0" timeOffset="27">19257 18104 8912,'0'18'0,"-2"-7"0,-4 0 0,-4-1 0,-7 2 0,6 1 0,-1-7 0,1 7 0,-7-2 0,3 5 0,4 1 0,-3 0 0,9 0 0,-1 2 0,6 2 0,0 2 0,0-2 0,2-7 0,3-3 0,5 1 0,7 3 0,0-4 0,1-3 0,-1-6 0,0 4 0,-5-4 0,-1 3 0,1-3 0,5 4 0,0 2 0,0 1 0,-5 1 0,-1 3 0,1-1 0,-3 1 0,1 2 0,-5 2 0,-3 3 0,4 1 0,-4 1 0,-2-1 0,-2 4 0,-4-2 0,2 0 0,-7-6 0,1 1 0,-1-1 0,-4-8 0,5-1 0,-7-8 0</inkml:trace>
  <inkml:trace contextRef="#ctx0" brushRef="#br0" timeOffset="28">19480 18087 8912,'-17'-15'0,"2"2"0,3 1 0,-1 6 0,5-3 0,-1 1 0,5 4 0,-2 10 0,4 6 0,8 5 0,0 6 0,5 3 0,-5 9 0,5 5 0,-5 0 0,0-2 0,1-1 0,-5-3 0,4 0 0,2-5 0,-3 0 0,1-8 0,-6 2 0,0-10 0,0-2 0,0-7 0,6 2 0,0-12 0,-2-5 0,5-10 0,3-2 0,3-8 0,2 3 0,0 1 0,0-2 0,1 8 0,-1-2 0,0 10 0,0 3 0,1 1 0,-1-1 0,0 6 0,0-1 0,0 10 0,-1 5 0,-3 7 0,-3 2 0,-3 4 0,5-4 0,-7 4 0,7-4 0,-6-2 0,7-1 0,-1-5 0,-3-3 0,3-8 0,-3-2 0,3-4 0,3-11 0,-6-10 0</inkml:trace>
  <inkml:trace contextRef="#ctx0" brushRef="#br0" timeOffset="29">19945 17932 8912,'-17'-1'0,"-1"-5"0,7 2 0,-1-6 0,-1 3 0,5 1 0,1 6 0,9 2 0,3 4 0,-1 3 0,8 10 0,1 2 0,2 2 0,-3 6 0,-1-6 0,-5 2 0,6-2 0,-3-2 0,3 7 0,-3-7 0,-3 2 0,-4-4 0,5-3 0,-1-3 0,0-2 0,0-7 0,-4 4 0,3-8 0,-3 0 0,12-8 0,-9-3 0,9-4 0,-3-3 0,5 1 0,1 0 0,0 5 0,0 1 0,0 1 0,1-1 0,-1 3 0,0 8 0,-6 0 0,1 0 0,-8 2 0,1 4 0,-10 5 0,-7 10 0,-3 4 0,-2 2 0,-6 2 0,0 5 0,-2-5 0,2-1 0,6-7 0,0 2 0,-1-11 0,24-20 0,0-15 0,17-9 0,11-8 0,1-4 0,22-8 0,-3 1 0</inkml:trace>
  <inkml:trace contextRef="#ctx0" brushRef="#br0" timeOffset="30">20530 17967 8912,'-6'11'0,"0"1"0,-7-1 0,4 6 0,-1 1 0,-3-1 0,7 0 0,-2 0 0,2 0 0,5 1 0,-5-1 0,6-6 0,6 1 0,3-8 0,14 3 0,0-7 0,-2 0 0,-2 0 0,-4-7 0,-3-5 0,3-3 0,-3-2 0,-3-1 0,3 1 0,-8 0 0,1 0 0,-3 0 0,-2-1 0,-7 1 0,3 8 0,-8 3 0,8 2 0,-1-2 0,3 4 0,2-5 0</inkml:trace>
  <inkml:trace contextRef="#ctx0" brushRef="#br0" timeOffset="31">20805 17915 8912,'17'0'0,"1"0"0,-7 0 0,1 0 0,1 0 0,-3 0 0,1 0 0,-5 0 0,5 0 0,1 0 0,5 2 0,0 2 0,0 2 0,1 7 0,-1-1 0,0-3 0,0 3 0,-1-1 0,-5 6 0,2 0 0,-7 1 0,0-1 0,-6 0 0,0-7 0,2-5 0,2-10 0,1-7 0,3-11 0,-2-5 0,3-5 0,8-1 0,1-6 0,1-3 0,2 3 0,2 4 0,0 0 0,-6 13 0,-6 2 0,1 9 0,-6 7 0,5 10 0,-7 13 0,4 8 0</inkml:trace>
  <inkml:trace contextRef="#ctx0" brushRef="#br0" timeOffset="32">20857 18534 8912,'-27'0'0,"-3"0"0,7 0 0,-6 0 0,6 0 0,2 2 0,2 4 0,2-2 0,-1 7 0,9 1 0,1 5 0,2 0 0,1 0 0,-1 0 0,6 1 0,2-1 0,4 0 0,-3 0 0,9-2 0,1-1 0,3-3 0,3-1 0,4 1 0,-4 5 0,4-5 0,-4-1 0,-2 1 0,6-1 0,0 3 0,-2-2 0,-2 3 0,-4-5 0,-3 3 0,3-3 0,-3 3 0,-5 3 0,1-5 0,-8 7 0,-2 0 0,-4 0 0,-5 0 0,-4 1 0,-10 1 0,7-5 0</inkml:trace>
  <inkml:trace contextRef="#ctx0" brushRef="#br0" timeOffset="33">21304 18672 8912,'-11'-12'0,"-1"1"0,7 5 0,-7-5 0,8 7 0,-3-4 0,7 10 0,0 4 0,2 3 0,3 9 0,-1-1 0,8 0 0,-9 6 0,3 0 0,2 2 0,-2-4 0,-1 2 0,3-2 0,-6-2 0,4-2 0,-4 0 0,-2 0 0,0-5 0,0-1 0,0-7 0,0 2 0,0-12 0,0-5 0,0-7 0,0-5 0,5 4 0,1-4 0,2-1 0,-3 1 0,-3 0 0,4 6 0,2 5 0,-3 1 0,9-1 0,-3-5 0,-1 7 0,1 5 0,-5 3 0,6 2 0,-7 2 0,7 3 0,-1-3 0,6 14 0,-1-13 0,-3 7 0,-1-2 0,1-5 0,-3-1 0,1-2 0,0-2 0,7-3 0,-3 1 0,-4-8 0,5 3 0,-5-3 0,-1-3 0,-1 4 0,-1-5 0,5 7 0,-11-6 0,14 13 0,-15-6 0,15 8 0,-7 2 0,1 4 0,-1-4 0,-3 3 0,-2-1 0,8 2 0,-1-4 0,6 3 0,-5-3 0,-1-2 0,1 0 0,5 0 0,0 0 0,0 0 0,-5 0 0,-1 0 0,-5 0 0,5 0 0,1 0 0,5 0 0,-5 0 0,-1 0 0,-1 2 0,1 4 0,-3-4 0,-1 6 0,-5-8 0,8 0 0,-4 0 0,-5-8 0,7-2 0,-2-7 0,0 0 0,-1 6 0,-5-1 0,0 6 0,0-5 0,0 7 0,-7-4 0,5 8 0,-6 8 0,8 2 0,0 7 0,8-8 0,1-1 0</inkml:trace>
  <inkml:trace contextRef="#ctx0" brushRef="#br0" timeOffset="34">22423 18431 8912,'-8'17'0,"-3"-5"0,-12-1 0,2-1 0,-8 1 0,6 6 0,-4-1 0,3 7 0,3 3 0,3-5 0,7 2 0,3 2 0,8-2 0,2 0 0,4-6 0,3-7 0,9-5 0,1-3 0,4-2 0,-4 0 0,4 0 0,-6-7 0,-4-5 0,-3-3 0,-2-2 0,3 0 0,-5-1 0,-1 1 0,-5 0 0,-1 0 0,-5 0 0,-2-1 0,-3 1 0,-5 2 0,5 3 0,-4-1 0,-3 7 0,3-1 0,2 3 0,1-2 0,8 0 0,-3 6 0,14 0 0,3 0 0</inkml:trace>
  <inkml:trace contextRef="#ctx0" brushRef="#br0" timeOffset="35">22647 17932 8912,'-18'-7'0,"-3"3"0,4-7 0,-4 7 0,10-2 0,1 6 0,-1 8 0,-1 9 0,3 10 0,1 7 0,8 6 0,0 4 0,0 8 0,2-7 0,4 1 0,9-8 0,10 3 0,2-7 0,3-5 0,-3-5 0,2-6 0,-6-9 0,5-3 0,-7-6 0,2-6 0,-4-3 0,-2-9 0,-5-6 0,-1-5 0,-7-3 0,4-3 0,-2 1 0,-1-1 0,1 7 0,-6-1 0,0 8 0,0-2 0,0 10 0,0 1 0,0 8 0,0-1 0,0 10 0,0 7 0,0 3 0,0 8 0,0 0 0,0 6 0,0-6 0,2 0 0,4-6 0,-4 0 0,3 0 0,-1-2 0,0-1 0,2-3 0,0-5 0,-6 5 0,7-7 0,3 4 0,7-8 0,0 0 0,0 0 0,1-2 0,1-2 0,4-2 0,-4-5 0,4 5 0,-4-5 0,-2 5 0,0-5 0,0 5 0,-5 0 0,-1 6 0,1-6 0,5 1 0,-7-3 0,-5 2 0,5 4 0,-6-5 0,7 7 0,-5 0 0,5-2 0,3-4 0,-1 2 0,-1-7 0,3 5 0,-4-5 0,-1 7 0,1-2 0,-5-2 0,6 3 0,-7-1 0,7 6 0,-1 0 0,-1 0 0,3 2 0,-7 4 0,0-4 0,-14 13 0,-1-6 0</inkml:trace>
  <inkml:trace contextRef="#ctx0" brushRef="#br0" timeOffset="36">22492 18448 8912,'-23'0'0,"2"-2"0,5-3 0,9-5 0,13-7 0,18-8 0,17-4 0,22-11 0,11-6 0,3-3 0,-1-1 0,-3 6 0,-6 10 0,-8 7 0,4 10 0,-13 5 0,1 1 0,-3-1 0,4-5 0</inkml:trace>
  <inkml:trace contextRef="#ctx0" brushRef="#br0" timeOffset="37">29100 11382 8912,'19'-6'0,"2"0"0,2 1 0,-2-1 0,-2 0 0,-2 2 0,1 2 0,4 2 0,1 0 0,-2 0 0,4-5 0,-2-1 0,-2 2 0,-2 2 0,-1-3 0,1-1 0,2 0 0,2-2 0,0 5 0,-6-9 0,-6 8 0,-1-3 0,-1 1 0,1 0 0,-6 1 0,4 5 0,-8 0 0,0 0 0,-8 0 0,6 0 0,-8 0 0,5 0 0,1 0 0,-8 0 0,1 5 0,-6 1 0,-6 7 0,0-1 0,-14 5 0,-1 4 0,-10 4 0,-11 2 0,-8 1 0,-7 7 0,-10-1-151,38-17 0,0 0 0,0 2 0,2 1 151,-36 14 0,3 4 0,8-9 0,0 3-165,1 3 0,-1-1 165,0 0 0,6 1 0,0-1 0,-4 1 0,-4-1 0,6 0 0,4 1 0,-2 5 0,5 0 0,-10 6 0,4-6 0,-12 2 0,7-2 0,-4-2 0,5 8 0,-1-6 0,2 6 0,4 2 0,5 2 0,5-5 0,1 1 0,-3-7 0,3 1 0,4-12 0,14-5 0,7-4 0,4-1 0,4-9 0,10-1 583,1-8-583,8 0 351,8 0-351,-7 0 0,7 0 0,-8 0 0,8 0 0,3 0 0,5-6 0,1 0 0,8-15 0,1 2 0</inkml:trace>
  <inkml:trace contextRef="#ctx0" brushRef="#br0" timeOffset="38">27224 12052 8912,'0'-24'0,"-2"4"0,-4-2 0,5 8 0,-7 5 0,0 1 0,4 2 0,-7 6 0,-1 10 0,-5 7 0,-8 10 0,-3 13 0,-5 6 0,-1 3 0,-1 9 0,1-1 0,5 10-153,1 2 0,7-1 153,-2 7 0,11-10 0,6-2 0,8-10 0,10-1 0,13-12 0,11-9 0,16-14 0,11-11 0,4-5 0,1-1 0,7-9-244,0-8 0,9-14 244,2-9 0,-42 16 0,0-2 0,4 1 0,1-1 0,0 0 0,0-2 0,2-3 0,1-1 0,0 0 0,-1-1 0,1 0 0,0-1 0</inkml:trace>
  <inkml:trace contextRef="#ctx0" brushRef="#br0" timeOffset="39">26622 9250 8912,'0'-23'0,"0"-2"0,0 0 0,0 0 0,-2 4 0,-2 2 0,-2 2 0,-7 0 0,1 0 0,-1 11 0,2 10 0,5 11 0,4 16 0,2 1 0,0 8 0,0 4 0,2 2 0,4 6 0,-3-3 0,7-1 0,0-2 0,-1 2 0,1-6 0,1-2 0,4-10 0,-3-1 0,3-8 0,2 2 0,-5-12 0,-1-7 0,3-8 0,1-7 0,2-14 0,0-9 0,-1-2 0,-5-10 0,5 7 0,-5-1 0,-1 4 0,1 2 0,-7 7 0,4 4 0,-1 4 0,3 9 0,7 16 0,0 11 0,0 10 0,1-4 0,-5 6 0,2-7 0,4 0 0,0-3 0,1-4 0,-3-4 0,0-3 0,0-8 0,0-2 0,1-4 0,-1-11 0,0-11 0,0-5 0,-1-1 0,-5-1 0,-5 1 0,-4-6 0,-2 0 0,0-6 0,0 6 0,0 1 0,0 11 0,-2 3 0,-4 8 0,6 7 0,0 5 0,2 10 0,9 7 0,1 11 0,5 3 0</inkml:trace>
  <inkml:trace contextRef="#ctx0" brushRef="#br0" timeOffset="40">27448 9147 8912,'17'-12'0,"0"1"0,-5 5 0,-1-5 0,-7 5 0,2-6 0,-4 9 0,-2-13 0,-6 13 0,0-9 0,0 8 0,1-5 0,-1 3 0,0-4 0,6-1 0,0-1 0,0 9 0,-7-13 0,-3 14 0,-7-1 0,0 6 0,-1 7 0,1 7 0,6 6 0,-1 0 0,3 13 0,-3-1 0,-1 5 0,7 0 0,0-4 0,6 4 0,2-3 0,4-3 0,9-7 0,8-4 0,8-6 0,-2-6 0,11-3 0,6-8 0,-2-15 0,1-8 0,-6-8 0,1-3 0,-4-2 0,-1-5 0,-14 5 0,-4-4 0,-11 4 0,-1 1 0,-3 3 0,-2 3 0,0 4 0,-6 14 0,1-1 0,-1 16 0,6 2 0,2 9 0,4 8 0,-3 4 0,9 7 0,-1 1 0,7-1 0,-7 1 0,1-3 0,-1-1 0,-1-3 0,3-7 0,-7 2 0,5-2 0,-5 2 0,2-10 0,-3 5 0,-3-13 0,6 3 0,-16-16 0,-1-1 0</inkml:trace>
  <inkml:trace contextRef="#ctx0" brushRef="#br0" timeOffset="41">27758 8854 8912,'-27'-17'0,"4"0"0,11 0 0,-1 0 0,7 0 0,1 5 0,5 1 0,1 5 0,7-4 0,9 3 0,10 3 0,11-4 0,2 2 0,8 1 0,-2 5 0,4 0 0,2-8 0,-1-1 0</inkml:trace>
  <inkml:trace contextRef="#ctx0" brushRef="#br0" timeOffset="42">28239 8751 8912,'-7'10'0,"-9"-1"0,-6-3 0,-1-4 0,5 4 0,1-4 0,0-2 0,-2 7 0,-4 5 0,6 3 0,-2 2 0,7 2 0,4 4 0,3 4 0,5 7 0,0-1 0,0-4 0,2 1 0,3-7 0,5 2 0,7-2 0,0-12 0,2 1 0,4-8 0,-3-4 0,2 0 0,-2-2 0,-3-4 0,0 2 0,0-7 0,0 7 0,1-2 0,1 4 0,2 2 0,2 0 0,-2 0 0,-2 2 0,-2 4 0,-2 5 0,-3 12 0,-4-2 0,-8 8 0,0-6 0,0 5 0,0-1 0,-2 2 0,-4-6 0,-6-4 0,-3-2 0,-2-7 0,0-3 0</inkml:trace>
  <inkml:trace contextRef="#ctx0" brushRef="#br0" timeOffset="43">28429 8511 8912,'0'-10'0,"0"2"0,0 1 0,7 5 0,-3 2 0,8 11 0,1 5 0,2 1 0,-3 6 0,-1 0 0,1 7 0,5-1 0,-6 1 0,1-1 0,-6 7 0,3-5 0,1 0 0,-1 1 0,-5-7 0,2-2 0,2-4 0,-3-2 0,3-7 0,-2-5 0,-4-3 0,13-15 0,-4-4 0,-1-12 0,1 0 0,-1 3 0,1-3 0,5 2 0,-7-1 0,3 5 0,-1 4 0,-1 7 0,1 1 0,5 7 0,-5-2 0,-1 4 0,1 2 0,-5 8 0,5 3 0,-1 5 0,3 1 0,-3 0 0,-3 0 0,7-2 0,-3-3 0,5-4 0,1-8 0,0 0 0,0 0 0,0 0 0</inkml:trace>
  <inkml:trace contextRef="#ctx0" brushRef="#br0" timeOffset="44">29065 8012 8912,'18'0'0,"-1"0"0,0 0 0,-5 0 0,-1 0 0,-7 8 0,2 5 0,-5 8 0,-1 8 0,0 5 0,0 6 0,0 4 0,0 8 0,0-1 0,0 1 0,2-2 0,4-5 0,-2-3 0,7-7 0,7-7 0,7-3 0,1-6 0,5-9 0,1-6 0,3-4 0,5-8 0,0-3 0,6-12 0,-6-6 0,6-5 0,-6-5 0,0-1 0,2 2 0,-7 2 0,-1 1 0,-1 3 0,-10 3 0,-6-1 0,-6 7 0,-7 0 0,-6 8 0,-15 3 0,-2 5 0,-8 7 0,0 1 0,1 5 0,5-2 0,-2 7 0,4 1 0,1 5 0,7 0 0,-1 1 0,9-1 0,-3 0 0,6 0 0,6 0 0,5-1 0,4-5 0,10 2 0,4-7 0,11 0 0,6-6 0,4-2 0,1-4 0,-1-3 0,-4-9 0,2-1 0,-8-4 0,-8 2 0,-9-7 0,-6 7 0,-5-2 0,-6 4 0,-4 2 0,-4 1 0,-4 5 0,2-4 0,-7 3 0,-1 4 0,-5 3 0,0 3 0,0 2 0,7 7 0,2 3 0,8 7 0,0 0 0,0 1 0,0-1 0,0 0 0,2 0 0,4 0 0,2 1 0,3-1 0,4-6 0,-3 1 0,1-7 0,1 5 0,-3-2 0,1-3 0,3-14 0,-4-8 0,-1-3 0,-4-8 0,-4-7 0,3-5 0,-3-2 0,-2 2 0,0-6 0,0-3 0,0-9 0,0 1 0,-7-8 0,-5 2 0,3-8 0,-3 3 0,3-1 0,-3 17 0,2 6 0,5 18 0,3 14 0,-4 20 0,6 13 0,6 21 0,-2 12 0,7 11 0,1 9 0,5 5 0,0-1 0,0 1 0,0-3 0,1-5 0,-1 4 0,0-5 0,0 3 0,0-14 0,-5 1 0,-1-7 0,-7-7 0,2-4 0,-12-11 0,-3-4 0</inkml:trace>
  <inkml:trace contextRef="#ctx0" brushRef="#br0" timeOffset="45">28893 8597 8912,'-34'17'0,"0"0"0,18-7 0,16-5 0,12-5 0,22-5 0,8-7 0,21-13 0,14-9 0,-34 12 0,2 0 0,3-3 0,1 0 0,5-1 0,1 1 0,-2-1 0,-1 0-250,3 0 1,-1 0 0,-2 4 0,0 1 249,-3 0 0,-1 1 0,38-8 0,-2-5 0,-5 7 0</inkml:trace>
  <inkml:trace contextRef="#ctx0" brushRef="#br0" timeOffset="46">27981 10110 8912,'-2'-12'0,"-1"1"0,-5-3 0,-2 1 0,-3 1 0,-2-3 0,-3 6 0,1-1 0,0 2 0,0 8 0,0 2 0,-1 4 0,3 9 0,2 10 0,1 2 0,-1 3 0,5 9 0,3 1 0,3 0 0,2-6 0,0 1 0,0-1 0,0-7 0,0-4 0,2-6 0,3-6 0,5-3 0,7-8 0,2-8 0,4-3 0,-2-12 0,8-6 0,-8-9 0,4-2 0,-2 2 0,0 2 0,-2 1 0,-10 1 0,4 1 0,-3 5 0,1 3 0,-1 8 0,-3 1 0,-3 5 0,-4-4 0,6 20 0,-8-3 0,0 15 0,0 1 0,1-1 0,5 0 0,6 0 0,3-7 0,2 3 0,0-7 0,1 0 0,-1-6 0,0 0 0,-6 0 0,1 0 0,-1 0 0,7 0 0,-1 0 0,0 0 0,0 0 0,-5 0 0,-1 0 0,1 0 0,5 0 0,0 0 0,0 0 0,1 0 0,-1 0 0,0 0 0,-6 0 0,1 0 0,-6 0 0,3-2 0,-1-4 0,3-4 0,-5-7 0,0 0 0,-6 0 0,0 0 0,0-1 0,0-1 0,0-4 0,0 2 0,0-7 0,0 5 0,0-6 0,0 8 0,0-2 0,7 4 0,5 2 0,9 5 0,2 1 0,7 0 0,-3-7 0</inkml:trace>
  <inkml:trace contextRef="#ctx0" brushRef="#br0" timeOffset="47">28807 9886 8912,'8'10'0,"-6"5"0,6-13 0,-7 0 0,5-8 0,4-7 0,7-1 0,0-5 0,0-4 0,1-2 0,-1 2 0,6 4 0,0-4 0,-2-1 0,-10 1 0,3 0 0,-9 6 0,7-1 0,-6 1 0,-3 6 0,-8-1 0,-5 3 0,-7-3 0,0 6 0,-1 5 0,1 2 0,0 5 0,0 6 0,0 11 0,1-2 0,5 7 0,3-1 0,8 2 0,0 3 0,0-3 0,0-4 0,0-2 0,8 3 0,7-7 0,8 4 0,2-11 0,-2-6 0,4-6 0,7-6 0,0-8 0,1-7 0,-6-5 0,-1-9 0,-1 1 0,2 0 0,-3-7 0,-3 1 0,-9 0 0,1 6 0,-3 1 0,-3 5 0,-5 3 0,2 8 0,-4-1 0,-2 9 0,1 3 0,5 12 0,-4 3 0,4 9 0,2-1 0,-3 0 0,9 0 0,-3 0 0,4 1 0,8-3 0,0-4 0,-2-5 0,-2-4 0,1-2 0,3 0 0,-2-8 0,7-3 0,-5-4 0,6-3 0,-2-5 0,1 1 0,-3-3 0,-8 2 0,1 4 0,-1-4 0,-8 4 0,-3 1 0,-6 1 0,-6 2 0,-5 4 0,-4-3 0,-3 8 0,1-5 0,0 5 0,0 0 0,1 5 0,5-5 0,-4 4 0,11-6 0,-8 8 0,9 8 0,-5 1 0,8 9 0,0-1 0,0 0 0,0 0 0,-6 0 0,0 1 0,1-1 0,5 0 0,7 0 0,3-7 0,7-4 0,0-5 0,1-1 0,4-5 0,1-1 0,2-7 0,-2 1 0,-4-3 0,4-2 0,-4 1 0,-1 5 0,-7-2 0,1 7 0,-9-2 0,3 2 0,4 5 0,-8-9 0,3 4 0,-3 4 0,-2-5 0,0 7 0,0-2 0,0-4 0,0 2 0,0-7 0,0 7 0,8-4 0,3 8 0,-1 0 0,1 0 0,3 0 0,1 0 0,2 0 0,1 0 0,1 2 0,4 4 0,-4-4 0,4 4 0,1-5 0,-1-1 0,6 0 0,-6 0 0,8-3 0,-3-9 0,-1 1 0,2-12 0,-6 2 0,4 0 0,-3-4 0,-3-2 0,-9 4 0,-6-5 0,-4 7 0,-2-2 0,-4 6 0,-6 3 0,-7 5 0,-2 1 0,-6 2 0,2 6 0,0 0 0,6 0 0,-6 8 0,0 3 0,4 5 0,5 1 0,-1 0 0,4 0 0,-3 0 0,3 1 0,-3-1 0,9 0 0,-1 0 0,6 0 0,0 2 0,0 4 0,2-7 0,4 7 0,5-8 0,12 8 0,-2-4 0,8-2 0,-6 6 0,5 0 0,1 7 0,5-1 0,-5 6 0,0 5 0,-6-2 0,5 8 0,-7 0 0,2 5 0,-11 1 0,-6-1 0,-6-1 0,-6-4 0,-4-4 0,-9-10 0,-2-3 0,-2-6 0,0-6 0,6-5 0,0-5 0,0-7 0,5-2 0,1-3 0,7-7 0,-2-11 0,4-4 0,2-7 0,2 0 0,4-1 0,5-5 0,12 0 0,-2-8 0,8 2 0,-6-3 0,6-1 0,3 0 0,6-1 0,1 1 0,7-13 0,-2 8-118,1-3 0,-3 3 118,-7-2 0,-3 3 0,-3-3 0,-12 11 0,-11 6 0,-4 11 0,-2 6 0,-2 12 0,-4 5 0,2 6 0,-7 8 0,-2 9 0,-3 10 0,-1 13 0,0 6 0,5 1 0,3 1 0,1-2 0,4 2 0,2 0 118,2-3 0,0 1-118,0-11 0,2 1 0,4-13 0,6 0 0,11-6 0,-2-7 0,7-7 0,3-8 0,1-13 0,5-8 0,3-14 0,-4-4 0,4-8 0,-1-1 0,1-5 0,-8 3 0,8-8 0,-13 0-158,8-6 1,-12-5 157,-1-1 0,-2 1 0,-3 5 0,-2 17 0,-3 12 0,-7 13 0,5 16 0,-6 11 0,5 13 0,1 8 0,-1 8 0,3 3 0,5 3 0,-2 7 0,-3 4 0,3-2 0,-3 1 0,3 5 157,2 2 1,0 1-158,0-13 0,1 6 0,-1-6 0,-6 0 0,1-5 0,-8-3 0,1-3 0,-5-4 0,-5 0 0,-5-6 0,-7 4 0,-2-4 0,-4-2 0,-4 0 0,-15 0 0,-2 0 0</inkml:trace>
  <inkml:trace contextRef="#ctx0" brushRef="#br0" timeOffset="48">30459 10539 8912,'-17'2'0,"0"2"0,0 2 0,0 5 0,-3-3 0,1 2 0,2 3 0,-4-2 0,10 5 0,-3 3 0,3 0 0,3 6 0,8-2 0,2 1 0,4-3 0,5 0 0,4-5 0,5-1 0,3-9 0,1-1 0,5-5 0,4-1 0,-5-5 0,3-4 0,-2-7 0,-7-2 0,-2-4 0,-5 2 0,-4-8 0,-3 6 0,-8-3 0,0-1 0,0 0 0,-10 6 0,-7-2 0,-2 6 0,-10 6 0,-1 3 0,-10 8 0,3 2 0,-3 4 0,6 3 0,5 8 0,-1 6 0,7 0 0,0 6 0,5-6 0,9 0 0,1-6 0</inkml:trace>
  <inkml:trace contextRef="#ctx0" brushRef="#br0" timeOffset="49">31320 9972 8912,'0'-34'0,"-10"-1"0,-7 1 0,0 1 0,-6 5 0,-4 5 0,0 11 0,-1 7 0,-1 3 0,6 4 0,-6 3 0,14 7 0,-2 11 0,11 5 0,0 13 0,4 2 0,2 9 0,0 2 0,2 1 0,2 2 0,2-1 0,7 3 0,-3 0 0,1 2 0,1 4 0,-3-11 0,3-3 0,1-5 0,-7 0 0,5-4 0,-5-10 0,-2-3 0,-2-6 0,-2-12 0,-8 5 0,-1-7 0</inkml:trace>
  <inkml:trace contextRef="#ctx0" brushRef="#br0" timeOffset="50">30872 10574 8912,'-11'0'0,"-1"0"0,9-2 0,-3-4 0,21-5 0,16-12 0,18-6 0,18-3 0,21-8 0,-38 19 0,0 1 0,-1 1 0,-1 0 0,0 0 0,0 2 0,36-10 0,-9 4 0,-14 6 0,-10 6 0,-16 5 0,-18 12 0,-7 3 0,-10 8 0</inkml:trace>
  <inkml:trace contextRef="#ctx0" brushRef="#br0" timeOffset="51">30511 11880 8912,'-19'0'0,"-2"-1"0,-4-3 0,-2-2 0,0-2 0,-3 5 0,3-3 0,2 2 0,-3 10 0,5 5 0,0 4 0,5 5 0,1 2 0,0 7 0,7 9 0,5 2 0,3 6 0,2-6 0,0-1 0,0-3 0,0-4 0,0-3 0,7-6 0,5-12 0,3-5 0,2-4 0,1-10 0,-1-3 0,6-12 0,0-6 0,0-3 0,-6-2 0,0-7 0,0 1 0,1-6 0,-1 6 0,-2-5 0,-4 4 0,5-1 0,-5 2 0,-3 12 0,-2-1 0,-4 14 0,-2 7 0,0 6 0,-2 14 0,-4 16 0,-2 9 0,-3 8 0,-3 1 0,9 12 0,-3-5 0,2-1 0,4-1 0,-3-1 0,3-2 0,2-3 0,7-12 0,5 1 0,3-17 0,2 1 0,2-13 0,4 1 0,4-13 0,8-11 0,5-12 0,0-10 0,2-8 0,-2 2 0,-9-4 0,3-1 0,-11-1 0,0 1 0,-6-9 0,-3-3 0,-5-4 0,-1-1 0,-4 5 0,-10 0 0,-2 13 0,-3-2 0,-3 20 0,9 3 0,-3 16 0,2 7 0,4 6 0,-3 6 0,3 11 0,2 12 0,0 11 0,0 6 0,0 11 0,0 6 0,0-2 0,0 0 0,0-1 0,0-5 0,2-7 0,3-2 0,-1-8 0,8 2 0,-1-17 0,6-6 0,1-11 0,-1-1 0,2-6 0,4-11 0,4-9 0,7-19 0,0-4 0,1-8 0,-1-5 0,1 0 0,-1-8 0,1 2 0,-9-6 0,-3-4 0,-6-1 0,-5 1 0,-6-3 0,-12 1 0,-2 3 0,-3 9 0,-4 11 0,7 29 0,-6 25 0,3 23 0,5 17 0,-5 15 0,5 12 0,-5 11 0,7 4-214,-2 2 1,4-5 213,2-1 0,0-8 0,0 3 0,10-6-25,7-6 1,2-6 24,10-11 0,1-10 0,10-7 0,-3-4 0,1 0 0,-7-10 0,-8-6 0,-6-3 0,-6-6 0,-5 0 0</inkml:trace>
  <inkml:trace contextRef="#ctx0" brushRef="#br0" timeOffset="52">30804 12654 8912,'-10'17'0,"-5"1"0,5-1 0,-1 0 0,-1 0 0,8 6 0,-3 2 0,1 2 0,0 3 0,0-3 0,6 2 0,8-8 0,4 2 0,3-4 0,2-2 0,0-8 0,1-3 0,4-4 0,3-4 0,0-4 0,0-5 0,-2-12 0,-6-4 0,0-1 0,1-1 0,-3 0 0,-4-5 0,3 5 0,-8 1 0,5 7 0,-5-2 0,-1 9 0,-5 3 0,2 17 0,4 5 0,-4 12 0,4 11 0,1 10 0,-1 8 0,6 1 0,-7 10 0,7-5 0,-6 5 0,5 0 0,-5 6 0,-1-14 0,-5-3 0,-7-14 0,-5-4 0,-3-9 0,-2-6 0,-8-4 0,-4-3 0,-3-5 0,-3-7 0,1 0 0,0-1 0,1-5 0,4-6 0,-1-5 0,7-6 0,0 4 0,6-4 0,1 4 0,5 2 0,5 0 0,6-1 0,6 1 0,3 0 0,9 0 0</inkml:trace>
  <inkml:trace contextRef="#ctx0" brushRef="#br0" timeOffset="53">31509 13015 8912,'-11'0'0,"-1"0"0,-1 0 0,5 15 0,2 8 0,4 8 0,2 3 0,0 8 0,0 4 0,6 2 0,2 0 0,-1-4 0,1-2 0,4-8 0,-7-7 0,-1-2 0,-2-4 0,6-10 0,-1-5 0,5-12 0,3-11 0,-5-17 0,7-10 0</inkml:trace>
  <inkml:trace contextRef="#ctx0" brushRef="#br0" timeOffset="54">31647 12568 8912,'-19'12'0,"-2"-1"0,0 2 0,5 3 0,1 1 0,9 0 0,0 0 0,6 1 0,0-7 0,0 0 0,0-7 0,8 4 0,4-10 0,3-4 0,-4-3 0,1-8 0,-8-1 0,1 1 0,-3-2 0,-2-4 0,0 4 0,0-4 0,-5 4 0,-1 2 0,-6 0 0,5 1 0,-1 3 0,0 1 0,3 9 0,-3-20 0,-2 4 0</inkml:trace>
  <inkml:trace contextRef="#ctx0" brushRef="#br0" timeOffset="55">29306 14167 8912,'-15'-17'0,"2"0"0,1 0 0,-1-1 0,-1 1 0,1 2 0,2 3 0,7-3 0,-4 15 0,8 0 0,0 17 0,0 18 0,2 1 0,4 10 0,5 0 0,5-2 0,-3 3 0,4-6 0,-7-1 0,9-6 0,-2-1 0,-4-5 0,1-3 0,3-8 0,0-7 0,0-5 0,-5-3 0,-3-4 0,1-5 0,0-10 0,-1-8 0,3-10 0,1-5 0,-7 0 0,-1 0 0,-5 6 0,0-1 0,0 1 0,6 1 0,0 5 0,-2 5 0,-2 11 0,-2 12 0,0 12 0,0 11 0,0 5 0,5 5 0,1 1 0,0-1 0,-6-5 0,0 3 0,0-8 0,0 0 0,0-6 0,0 0 0,0-7 0,0-3 0,6-8 0,-1-5 0,9-11 0,-3-12 0,5 2 0,1-1 0,0-1 0,0 2 0,0-2 0,1 12 0,-1-4 0,0 10 0,0 3 0,0 2 0,1 6 0,-1 6 0,-6 4 0,1 7 0,-8 6 0,1 2 0,-3 0 0,-2-1 0,0 5 0,0-6 0,-2 6 0,-3-6 0,-13-1 0,-8-4 0</inkml:trace>
  <inkml:trace contextRef="#ctx0" brushRef="#br0" timeOffset="56">29392 14116 8912,'-26'-29'0,"3"0"0,11 3 0,6-5 0,5 4 0,1 2 0,7-3 0,5 5 0,5 2 0,6 9 0,4-1 0,7 7 0,0 0 0,1 6 0,5 2 0,0 4 0,-2 6 0,6 3 0,0 2 0</inkml:trace>
  <inkml:trace contextRef="#ctx0" brushRef="#br0" timeOffset="57">30270 14253 8912,'-11'2'0,"-1"4"0,6 3 0,-5 9 0,-1 6 0,-5 5 0,2 5 0,2 5 0,1 3 0,-1 2 0,3-6 0,-1 2 0,7-6 0,-2-5 0,4-4 0,2-20 0,0-10 0,8-14 0,3-21 0,5 1 0,1-7 0,0 1 0,0-7 0,-5 0 0,-1 1 0,1-3 0,-3-3 0,1 6 0,-5-1 0,-3 2 0,4 10 0,-4 2 0,-2 9 0,0 4 0,0 16 0,0 3 0,0 12 0,0 5 0,0 14 0,0 10 0,0 1 0,0 10 0,6 0 0,1 5 0,3-1 0,3-4 0,3-4 0,1-8 0,0 2 0,0 4 0,8-11 0,4 0 0,3-10 0,3-8 0,-1-3 0,1-8 0,-1-2 0,0-4 0,1-9 0,-1-8 0,-7 0 0,-4 6 0,-6 0 0,-5 0 0,-7-1 0,-10 1 0,-3 0 0,-3 0 0,-5 7 0,5 5 0,-5-3 0,-1 2 0,-2 2 0,-2 10 0,0 6 0,6 3 0,-2 2 0,5 0 0,3 0 0,-3 1 0,8-1 0,-1 0 0,3 0 0,2 0 0,2-1 0,3-5 0,5-5 0,7-10 0,0-4 0,0-1 0,1-3 0,-1-5 0,6 0 0,0 0 0,0 2 0,-6 3 0,0-3 0,0 11 0,1-6 0,-1 3 0,-2 3 0,-3 10 0,3-2 0,-4 7 0,-1-5 0,1 5 0,1 1 0,5 5 0,0-8 0,0-3 0,-7-4 0,13 6 0,-4 1 0</inkml:trace>
  <inkml:trace contextRef="#ctx0" brushRef="#br0" timeOffset="58">31130 13944 8912,'-5'-27'0,"-1"4"0,0 4 0,6 9 0,0 3 0,0 22 0,0 8 0,6 7 0,2 5 0,-1 1 0,1 4 0,0-2 0,-3 8 0,-3-6 0,4 6 0,-4-6 0,-2 6 0,0-8 0,0 3 0,0-5 0,0-2 0,-8-1 0,-3-5 0,-5-10 0,-1-13 0,0-3 0,0-2 0,5-4 0,1-7 0,1-2 0,-1-16 0,3 6 0,8-6 0,0 6 0,0-5 0,0 7 0,0-2 0,2 4 0,4 2 0,3-5 0,9 3 0,-1 4 0,0 0 0,8 1 0,4 3 0,9-2 0,2 7 0,8 0 0,-2 6 0,3-6 0,3 1 0,-2-3 0,-4 2 0,0 2 0,-12-7 0,2 1 0,-13-3 0,-4 2 0,-5-3 0,-7 5 0,-7-3 0,-2 7 0,-3-7 0,-5 8 0,-5-5 0,3 3 0,3 4 0,3-4 0,4 4 0,-5 10 0,7 4 0,0 3 0,7 8 0,5 0 0,3 0 0,2-6 0,0 0 0,1 0 0,5 4 0,1-2 0,3-3 0,4-1 0,-6-8 0,-2-1 0,3-4 0,1-2 0,8 0 0</inkml:trace>
  <inkml:trace contextRef="#ctx0" brushRef="#br0" timeOffset="59">21081 1255 8912,'-54'0'0,"-1"0"0,-5 0 0,1 0 0,0 0 0,5 2 0,6 2 0,8 2 0,12 9 0,3 0 0,4 8 0,4 4 0,-3 3 0,15 10 0,1 4 0,2 0 0,2 10 0,2-6 0,2-3 0,1-1 0,9-5 0,-3-11 0,-1 1 0,1-12 0,3-7 0,-5-10 0,3-12 0,7-15 0,8-20 0,1-9 0,1-7 0,-2-6 0,1-5 0,-3-2-190,-8-5 1,-1 3 189,-5 3 0,-3 3 0,-8-8 0,0 9 0,0 2 0,-8 23 0,-1 18 0,-3 9 0,1 7 0,7 14 0,-2 15 0,4 16 0,2 14 0,0 9 0,0 7 0,2 4 0,4 2 0,2-3 0,3-3 0,4 2 0,-3-7 0,3 3 0,2-10 0,6 3 0,0-14 0,0-2 0,2-1 0,0-7 0,4-7 0,-3-8 0,-3-15 0,-2-9 0,8-8 0,0-10 189,5-13 1,-5-2-190,-1-4 0,-7-4 0,2 4 0,-9 6 0,-5 6 0,-1 9 0,-4 6 0,-2 9 0,-10 3 0,-3 7 0,-5 7 0,-1 5 0,0 9 0,0 2 0,-6 2 0,0-3 0,0-2 0,6 3 0,-1-4 0,1-2 0,6 0 0,-1 0 0,8-7 0,-3 5 0,7-13 0,0 6 0,13-16 0,4-4 0,4-1 0,4 2 0,-6-3 0,4 9 0,-2-7 0,2 6 0,-4 1 0,4 5 0,2 2 0,-2 3 0,-2 7 0,-2 3 0,-1 8 0,-1 0 0,-2 6 0,-3-7 0,3 7 0,-4-6 0,5 6 0,1-6 0,0-8 0,0-9 0,0-4 0,1-2 0,-9-8 0,14-17 0,-4-11 0</inkml:trace>
  <inkml:trace contextRef="#ctx0" brushRef="#br0" timeOffset="60">21838 963 8912,'0'-10'0,"0"6"0,0 14 0,0 7 0,0 19 0,2 5 0,2 8 0,1 9 0,1 5 0,-6 11 0,2-7 0,4 7 0,-4-14 0,3 3 0,3-8 0,-2-3 0,-1-3 0,3-3 0,-6-6 0,4-11 0,-6 0 0,-6-12 0,4-4 0,-21-13 0,4 0 0</inkml:trace>
  <inkml:trace contextRef="#ctx0" brushRef="#br0" timeOffset="61">21666 1547 8912,'-10'-17'0,"3"0"0,7 0 0,7 2 0,5 3 0,11-1 0,5 7 0,7-7 0,5 1 0,2-3 0,8-2 0,-3-2 0,1-4 0,-2 4 0,-11-4 0,-3 3 0,-3 3 0,-4 2 0,-8 4 0,-8 3 0,-3 10 0,-10 4 0,-1 5 0,-9 6 0,3 6 0,-5-2 0,-1 8 0,2-2 0,3 1 0,-1-3 0,7-8 0,-1 0 0,1 1 0,4-1 0,-4 0 0,4 0 0,10-7 0,2-3 0,7-7 0,-6 0 0,3 0 0,3 0 0,4 0 0,2-2 0,-6-3 0,6 3 0,0-4 0,7 4 0,-1 2 0,-2 0 0,2 0 0,-1 0 0,7-7 0,-1-3 0</inkml:trace>
  <inkml:trace contextRef="#ctx0" brushRef="#br0" timeOffset="62">22939 1238 8912,'-13'0'0,"-3"0"0,-3 0 0,-2 0 0,4 0 0,6-6 0,-1 0 0,8 1 0,-1 5 0,10 0 0,5 0 0,7 0 0,0 7 0,1 3 0</inkml:trace>
  <inkml:trace contextRef="#ctx0" brushRef="#br0" timeOffset="63">22974 1599 8912,'0'29'0,"0"-1"0,0-12 0,0 1 0,-8-12 0,6 3 0,-6-10 0,8-4 0,-7-11 0,-3-9 0</inkml:trace>
  <inkml:trace contextRef="#ctx0" brushRef="#br0" timeOffset="64">24884 447 8912,'-46'2'0,"0"2"0,-2 3 0,-2 3 0,-1 3 0,1 5 0,2 6 0,2 11 0,8 14 0,0 14 0,7 6 0,8 6 0,12 9 0,5 9 0,4 3 0,2-46 0,0-1 0,2 49 0,4-9 0,3-12 0,1-10 0,5-20 0,-1-1 0,5-9 0,4-9 0,2-5 0,-2-11 0,5-7 0,11-12 0,1-12 0,-2-14 0,6-16 0,0-13 0</inkml:trace>
  <inkml:trace contextRef="#ctx0" brushRef="#br0" timeOffset="65">24935 1014 8912,'-17'0'0,"0"0"0,2-2 0,3-3 0,-1-5 0,7-7 0,0 0 0,6 0 0,4-6 0,8-2 0,11-2 0,7-3 0,6 5 0,5 2 0,-5 11 0,4 7 0,-4 3 0,-1 2 0,-3 2 0,-3 3 0,2 13 0,-8 10 0,-8 12 0,-9 6 0,-4 4 0,-4 1 0,-6 1 0,-9 0 0,-2-1 0,-10 1 0,6-6 0,-6-1 0,6-8 0,-5-3 0,7-7 0,-2-10 0,11-9 0,7-8 0,-5-23 0,0-14 0</inkml:trace>
  <inkml:trace contextRef="#ctx0" brushRef="#br0" timeOffset="66">25348 756 8912,'0'-17'0,"0"6"0,0-1 0,-2 9 0,-3-3 0,-5 6 0,-7 6 0,5 3 0,1 8 0,0 8 0,-7 4 0,3 5 0,4 6 0,3 4 0,8 8 0,0-6 0,0 0 0,8-8 0,3 2 0,10-6 0,2-5 0,13-4 0,1-10 0,3-4 0,2-5 0,4-6 0,-6-6 0,0-3 0,2-8 0,2 0 0</inkml:trace>
  <inkml:trace contextRef="#ctx0" brushRef="#br0" timeOffset="67">25761 997 8912,'8'10'0,"-6"5"0,6-5 0,-8 9 0,0 4 0,0-2 0,0 7 0,0 1 0,0 5 0,-2 3 0,-4 3 0,4-4 0,-4 4 0,4-5 0,2-5 0,2-3 0,4-2 0,-4-2 0,6-6 0,-1-8 0,3-1 0</inkml:trace>
  <inkml:trace contextRef="#ctx0" brushRef="#br0" timeOffset="68">25744 825 8912,'-27'-23'0,"6"0"0,6 2 0,4 2 0,7 10 0,-12 1 0,22 10 0,0 4 0,13 3 0,4 8 0,8 3 0,-3 3 0,5-4 0,1 13 0,1-5 0</inkml:trace>
  <inkml:trace contextRef="#ctx0" brushRef="#br0" timeOffset="69">26174 1324 8912,'-17'2'0,"0"4"0,0-3 0,0 9 0,-1 1 0,7 2 0,-1 3 0,9-1 0,-5 0 0,8 0 0,0 2 0,0 2 0,2 2 0,4-2 0,-3-2 0,9-1 0,-1-9 0,7-3 0,6-4 0,3-2 0</inkml:trace>
  <inkml:trace contextRef="#ctx0" brushRef="#br0" timeOffset="70">26501 928 8912,'-2'12'0,"-1"-1"0,-3 3 0,-6-5 0,7 3 0,-1 7 0,6 9 0,0-1 0,0 2 0,0 1 0,0 3 0,8 1 0,3 1 0,4-9 0,3-3 0,1-4 0,4-1 0,-2-9 0,5-3 0,1-6 0,0-6 0,-6-3 0,2-9 0,-4-6 0,-2-5 0,-1-5 0,-5-7 0,-1 5 0,-5-4 0,-3 2 0,4-2 0,-4 11 0,-2 0 0,0 8 0,0 4 0,0 10 0,0 7 0,0 15 0,0 14 0,8 5 0,3 6 0,-1 2 0,1 4 0,-1 2 0,1-8 0,4 8 0,-5-5 0,0 1 0,-5-3 0,-3-11 0,-2-1 0,-2-2 0,-3 1 0,-11 3 0,-7-8 0,-7 0 0,1-6 0,-9 0 0,-2 0 0,1-5 0,9-3 0,3-1 0,2-4 0,-5-2 0,12-18 0,1-7 0,8-15 0,9-6 0</inkml:trace>
  <inkml:trace contextRef="#ctx0" brushRef="#br0" timeOffset="71">27172 1135 8912,'10'9'0,"-2"7"0,-8-5 0,5 4 0,1 3 0,0 1 0,-6 4 0,-6 3 0,0 9 0,1-1 0,-3 0 0,6 1 0,-4-1 0,4-1 0,2-5 0,2-3 0,4-8 0,-2-1 0,7-5 0,1-3 0,5-10 0,0-6 0,1-9 0,-1-15 0,0-12 0</inkml:trace>
  <inkml:trace contextRef="#ctx0" brushRef="#br0" timeOffset="72">27310 791 8912,'-7'9'0,"3"1"0,-8-4 0,6-2 0,-5 7 0,0 0 0,-5 7 0,5-1 0,3-6 0,8 1 0,0 1 0,0-3 0,0 1 0,0-7 0,0 4 0,6-10 0,0-4 0,1-2 0,-3-5 0,2 2 0,-2-3 0,-2-1 0,-2-2 0,7-8 0,3-2 0</inkml:trace>
  <inkml:trace contextRef="#ctx0" brushRef="#br0" timeOffset="73">27207 34 8912,'0'10'0,"9"7"0,9 0 0,8 10 0,15 13 0,10 6 0,10 13 0,3 8 0,-1 6 0,-16 7 0,-1-6 0,-17-5 0,-12-6 0,-7-5 0,-14 3 0,-8 0 0,-10 0 0,-9 4 0,-3 9 0,-9-3-157,-2 4 1,2-5-1,1-1 1</inkml:trace>
  <inkml:trace contextRef="#ctx0" brushRef="#br0" timeOffset="74">8501 16402 8912,'-17'-11'0,"0"-1"0,-1-1 0,1 0 0,2-1 0,3 3 0,-1 5 0,7-5 0,1 7 0,7-2 0,5 10 0,10 2 0,10-3 0,6 5 0,1-2 0,6 1 0,0-1 0,-1 6 0,-3 3 0,-2 2 0,1 0 0,-8 0 0,-4 1 0,-10 6 0,-4 5 0,-1 4 0,-4 1 0,-17 0 0,-10 1 0,-10 5 0,-7 0 0,2 0 0,-6-7 0,4-5 0,7-5 0,1-4 0,9-2 0,0-7 0,15-18 0,8-15 0,11-11 0,18-12 0,8-7 0,14-16 0</inkml:trace>
  <inkml:trace contextRef="#ctx0" brushRef="#br0" timeOffset="75">8949 16248 8912,'-8'-18'0,"-2"9"0,-7 3 0,4 4 0,-5 2 0,5 10 0,-10 7 0,4 15 0,2 16 0,0 6 0,-1 3 0,9 8 0,3-2 0,6-4 0,6-2 0,11-3 0,12-2 0,20-14 0,15-4 0,10-19 0,14-7 0,2-18 0,2-18 0,-42 6 0,-1-4 0,-1-5 0,0 1 0</inkml:trace>
  <inkml:trace contextRef="#ctx0" brushRef="#br0" timeOffset="76">1119 9749 8912,'-18'-27'0,"1"4"0,0 4 0,0 3 0,0 5 0,1 24 0,5 18 0,5 11 0,4 11 0,4-1 0,4 5 0,5-5 0,5-6 0,14-4 0,6-8 0,7-3 0,4-8 0,3-8 0,0-15 0,-2-2 0,-3-4 0,-6-5 0,1-12 0,-11-4 0,-7-9 0,-4-2 0,-7-2 0,3-8 0,-9 2 0,1 4 0,-6 4 0,0 5 0,0 5 0,0 14 0,-6 1 0,1 19 0,-1 13 0,6 15 0,7 18 0,5 16 0,3 11 0,2 12 0,-8-39 0,0 2-232,-1 5 1,1 2-1,-1-1 1,1 0 231,0 4 0,-1-2 0,1-5 0,-1-1 0,1-4 0,0-1 0,6 43 0,-4-6 0,3-20 0,-8-10 0,-8-9 0,-10-14 0,-11-3 0,-5-13 0,-5-1 0,-1-9 0,-1-7 0,1-8 0,-1-5 0,1-12 0,7-11 0,4-14 0,6-6 0,6-3 0,3-14 0,8 2 0,15-9 239,8 4 1,10-8-240,7 1 0,-15 39 0,3 0 0,6-1 0,3 0 0,4 1 0,2 0 0,4 1 0,2 2 0,1 0 0,1 2 0,3 2 0,1 1 0,1-1 0,1 1 0,2-1 0,1 1 0,2 0 0</inkml:trace>
  <inkml:trace contextRef="#ctx0" brushRef="#br1" timeOffset="77">20100 12087 8912,'-10'-2'0,"4"-4"0,-3 4 0,1-7 0,-5 5 0,1-2 0,-1 2 0,5 0 0,1 1 0,-1-3 0,4 0 0,-7 6 0,5-6 0,-5 1 0,7-3 0,-2 2 0,4 3 0,2-9 0,0 6 0,0-5 0,0 5 0,0-5 0,0-3 0,8-1 0,3-2 0,4-2 0,3-4 0,1 4 0,4-4 0,4-4 0,7-2 0,6 3 0,0-3 0,14 2 0,-3-3 0,3 3 0,-1 2 0,5-4 0,-1 7 0,6-9 0,-5 2 0,5 3 0,-6-3 0,14 6 0,0-4 0,3 2 0,3 4 0,-3 2 0,-5 2 0,-8 8 0,-3 3 0,-7 4 0,-5 2 0,-4 0 0,-7 0 0,-3 6 0,-3-1 0,9 9 0,-4-3 0,5 4 0,3 3 0,2-7 0,7 1 0,7-1 0,-1 6 0,0-1 0,-5-5 0,-2 6 0,-4 0 0,7 1 0,-7 6 0,-4 1 0,2 0 0,-6 8 0,-5 1 0,5-2 0,-9 14 0,0-6 0,-12 6 0,0-6 0,0 6 0,0-8 0,1 3 0,-7-5 0,-1-2 0,-1-1 0,1-5 0,-6-3 0,1-8 0,3 1 0,-2-1 0,-1-8 0,-5-1 0,0-8 0,0 0 0,-7 0 0,3 0 0,-8 0 0,-5 6 0,-6-1 0,-7 9 0,3-5 0</inkml:trace>
  <inkml:trace contextRef="#ctx0" brushRef="#br1" timeOffset="78">22216 12138 8912,'-9'8'0,"-1"-6"0,5 4 0,3-4 0,-6-2 0,8 0 0,8 0 0,3 0 0,10 0 0,2 0 0,13 0 0,-1 0 0,5 0 0,0 0 0,2 0 0,6 0 0,-4 0 0,-2 0 0,-4 0 0,-9 0 0,2 0 0,-8 0 0,-2 0 0,-10 0 0,-3 0 0,-8 0 0,0 0 0,0-8 0,0 6 0,7-21 0,3 4 0</inkml:trace>
  <inkml:trace contextRef="#ctx0" brushRef="#br1" timeOffset="79">22974 11726 8912,'0'9'0,"0"-1"0,-8-8 0,-2 0 0,-5 8 0,2 3 0,1 6 0,-1 6 0,3 4 0,-1 7 0,1 3 0,-1 3 0,-5-2 0,5 8 0,3-6 0,1 4 0,1-2 0,0-4 0,0-4 0,6-5 0,0-4 0,-7-8 0,-3 0 0</inkml:trace>
  <inkml:trace contextRef="#ctx0" brushRef="#br1" timeOffset="80">24075 12173 8912,'0'9'0,"0"-1"0,0-8 0,0 0 0,-8 0 0,6 0 0,-13 0 0,4 0 0,-5 0 0,-1 6 0,0-1 0,-2-1 0,-4-2 0,4 0 0,-4 4 0,-2-4 0,2 3 0,0-3 0,6-2 0,0 0 0,-1 2 0,1 2 0,0 2 0,0 0 0,0-6 0,-1 0 0,1 0 0,0 0 0,0 0 0,0 0 0,-1 0 0,1 0 0,0 0 0,0 0 0,-1 0 0,1 0 0,0 0 0,0 0 0,0 0 0,5 0 0,1 0 0,5 0 0,-6 0 0,7 0 0,-7 0 0,1 0 0,-6 0 0,-1 0 0,1 0 0,0 0 0,0 0 0,0 0 0,-1 0 0,1 0 0,0 0 0,0 0 0,-1 0 0,1 0 0,0 0 0,0 0 0,-8 0 0,0 0 0,-4 0 0,5 0 0,6 0 0,1 0 0,0 0 0,0 0 0,0 0 0,-1 0 0,1 0 0,0 0 0,0 0 0,0 0 0,-1 0 0,1 1 0,0 5 0,7-4 0,-5 6 0,5-8 0,-7 0 0,0 0 0,0 0 0,0 0 0,-1 0 0,1 0 0,0 0 0,0 0 0,5 0 0,1 0 0,5 0 0,-5 0 0,5 0 0,-6 0 0,1 0 0,-6 0 0,0 0 0,-1 0 0,1 0 0,6 0 0,-1 0 0,6 0 0,-5 0 0,5 2 0,-5 3 0,-1-3 0,-5 4 0,0-4 0,5 4 0,1-1 0,-1 9 0,-5-12 0,0 13 0,0-6 0,0 9 0,5-1 0,1-2 0,-1-1 0,3-3 0,-5 0 0,9 7 0,-9-1 0,3 0 0,1 0 0,-1 0 0,7 1 0,-2-1 0,-2 0 0,3 0 0,-3 0 0,4 1 0,-1-1 0,1 0 0,2 0 0,2 0 0,-6 6 0,0 0 0,1 0 0,5-6 0,0 1 0,0-1 0,0 0 0,0 0 0,0 0 0,0 0 0,0 3 0,0 2 0,0-2 0,0 4 0,0-6 0,0-1 0,0 0 0,0 0 0,0 0 0,0-5 0,0-1 0,0 1 0,1 5 0,3 0 0,2 0 0,0 1 0,-6-1 0,0 0 0,0 0 0,6 0 0,-1 1 0,1-1 0,-6 0 0,6 0 0,-1 0 0,1 0 0,-4 1 0,2-1 0,2 0 0,1 2 0,-1 4 0,-4-4 0,4 4 0,1-4 0,-1-2 0,2 1 0,-3-1 0,-3 0 0,4 0 0,-4 0 0,-2 1 0,6-1 0,-1 0 0,-1 0 0,-2 0 0,-2 1 0,0-7 0,0 0 0,0-5 0,0 6 0,0-7 0,0 7 0,0-6 0,0 5 0,-2-1 0,-3 1 0,3 4 0,-8-7 0,4 3 0,4 5 0,-11-7 0,7 8 0,-5-5 0,5-1 0,-2-5 0,3 6 0,3-7 0,-4 7 0,-2-6 0,3 5 0,-7 0 0,5 5 0,-3-5 0,6 4 0,-2-3 0,-1-3 0,1 3 0,-2-6 0,3 5 0,3-5 0,-4 5 0,2 1 0,-2 5 0,5 0 0,-5 0 0,2 1 0,-2-1 0,4-6 0,-3 1 0,3 1 0,2 10 0,0-4 0,0 4 0,0-2 0,0 0 0,-2 4 0,-4 2 0,4-4 0,-4 5 0,5-5 0,1 6 0,0-6 0,0 5 0,0-1 0,0 2 0,0 3 0,0-5 0,0 2 0,0-1 0,0 1 0,0 5 0,0 1 0,0-1 0,-2-5 0,-2-1 0,-2 3 0,2 1 0,2 1 0,2-4 0,0 1 0,0-7 0,0 8 0,0-3 0,0-3 0,0-2 0,0 2 0,0 0 0,0 1 0,0 5 0,0 2 0,0 1 0,0 0 0,0 1 0,0-1 0,0 0 0,0 1 0,0-1 0,0 1 0,0-1 0,0-2 0,0-3 0,0 2 0,0-8 0,0 7 0,0-1 0,0-2 0,0 1 0,0-5 0,0 6 0,2-6 0,4 5 0,-4-5 0,4 6 0,-4-6 0,-1 4 0,3-1 0,2 1 0,0-4 0,-6 6 0,5-8 0,1 2 0,2 1 0,-2-1 0,-3 2 0,9-2 0,-6-4 0,5 4 0,-5-2 0,5 2 0,-5-4 0,6 4 0,1-2 0,2 2 0,2-4 0,1 4 0,-1-4 0,0-2 0,0 3 0,0 2 0,6-2 0,2 2 0,0-2 0,0-3 0,4 6 0,-6 0 0,7 0 0,-1-6 0,1 0 0,-1 0 0,2 0 0,-8 1 0,7-1 0,-1 0 0,-2-6 0,1 1 0,-1-6 0,2 5 0,3-7 0,-3 2 0,4-5 0,1-1 0,0 0 0,1 0 0,-1 0 0,1 0 0,-1 0 0,0 0 0,-5 0 0,0 0 0,3 2 0,7 4 0,-9-2 0,5 7 0,-5-5 0,5 6 0,-1-7 0,0 7 0,-5-3 0,0 3 0,-1-3 0,7-3 0,-6-4 0,-1 4 0,-1-4 0,4-2 0,-3 0 0,3 0 0,1 0 0,3 0 0,-1 0 0,1 0 0,5 0 0,0 0 0,0 0 0,-5 0 0,-1 0 0,-2 0 0,-1 0 0,-2 0 0,-6 0 0,5 0 0,-7 0 0,2 0 0,2 0 0,-2 0 0,8 0 0,-3 0 0,3 0 0,-2 0 0,9-6 0,-4 0 0,6-1 0,1 1 0,-3 4 0,8-4 0,-6-1 0,6 1 0,-2-8 0,2 5 0,-6-3 0,-4 1 0,-7 1 0,0-1 0,-1-2 0,7 7 0,-1-8 0,0 5 0,-1-3 0,-4 1 0,9 1 0,-4-1 0,5-4 0,-5 3 0,0 3 0,1-3 0,7 3 0,4-3 0,-2-3 0,2 3 0,-8-3 0,2-2 0,2 0 0,-2 1 0,-2 3 0,-1 2 0,-3-1 0,1-5 0,-1 2 0,0 3 0,1-3 0,-1 4 0,1 1 0,-1-2 0,1-1 0,-1-2 0,6 0 0,0 3 0,0-3 0,-5 3 0,-1-1 0,1 2 0,-7-5 0,1 5 0,-2 1 0,3-1 0,-3-1 0,-2 3 0,4-5 0,-6 9 0,0-7 0,-6 6 0,6-5 0,0 5 0,2-5 0,-2 5 0,-2-2 0,7 5 0,3-5 0,1-2 0,-3 5 0,0-7 0,-1 6 0,7-5 0,-1 5 0,1-5 0,-7 1 0,1-1 0,0-4 0,5 3 0,-7-1 0,-4 1 0,-4-3 0,-2 3 0,2-3 0,4-2 0,-9 6 0,3-1 0,-4 1 0,4-7 0,1 1 0,-1 0 0,6 0 0,0 0 0,2-6 0,-3 0 0,0-2 0,6 2 0,-5 4 0,4-4 0,0 2 0,-1-2 0,-5 2 0,2-8 0,-3 3 0,-3-3 0,0-3 0,0 3 0,-2-4 0,-3-1 0,1-2 0,-7-4 0,6 3 0,-7-3 0,3 2 0,-4 2 0,3-1 0,3 5 0,-6 3 0,2 1 0,-5-3 0,-1 8 0,0-6 0,0 7 0,0-1 0,0 5 0,0-5 0,0 1 0,0 1 0,0 1 0,-5-2 0,-1-1 0,-2 0 0,3 5 0,1 1 0,-8 0 0,3 4 0,-3-4 0,-3 3 0,3-9 0,-3 4 0,-2 2 0,5-6 0,1 0 0,0-6 0,-7 7 0,1-7 0,0 6 0,5 0 0,1 6 0,0 0 0,-7-1 0,1 7 0,0 0 0,0 7 0,-1-4 0,-1 2 0,-4 1 0,4-1 0,-4 6 0,2 0 0,-2 0 0,2 0 0,-7 0 0,7 0 0,-2 0 0,4-2 0,1-4 0,-5 4 0,0-3 0,0 3 0,6 2 0,0-2 0,0-4 0,0 4 0,-1-4 0,1-1 0,0 1 0,0 0 0,0 4 0,-1-1 0,1-3 0,0 0 0,0 6 0,0 0 0,-1 0 0,1 0 0,0 0 0,0 0 0,0 0 0,5 0 0,1 0 0,-1 0 0,-5 0 0,0 0 0,-1 0 0,1 0 0,0 0 0,0 0 0,0 0 0,-1 0 0,7 0 0,-1 0 0,1 0 0,-6 0 0,5 0 0,1 0 0,-3 0 0,-1-6 0,-2 1 0,2-3 0,3 2 0,-3 4 0,5-13 0,-5 11 0,4-7 0,1 7 0,4-2 0,4 2 0,-3-1 0,1 3 0,-2-4 0,2-2 0,-7 3 0,7-3 0,-2 2 0,-3 2 0,-3-7 0,-3-2 0,3 3 0,1-1 0,5 1 0,-5-1 0,5-5 0,-5 5 0,7 1 0,-2-1 0,-2-1 0,3-5 0,1 0 0,2 0 0,2 0 0,0-1 0,0 1 0,0 0 0,0 0 0,0 0 0,0-1 0,0 1 0,0 0 0,0 0 0,0 0 0,0-1 0,0 1 0,0 0 0,0 0 0,0 0 0,0 0 0,0-1 0,0 1 0,0 0 0,0 0 0,0 0 0,0-1 0,0 1 0,0 0 0,2 0 0,4 0 0,-5-1 0,5 1 0,-4 0 0,-2 0 0,0 0 0,0-1 0,0 1 0,0-2 0,0-2 0,0-2 0,0 0 0,0 6 0,0 0 0,0 0 0,0-6 0,0 0 0,0-6 0,0 4 0,0 1 0,0-1 0,6-4 0,0 6 0,-1-6 0,-5 7 0,0-3 0,0 2 0,0 4 0,0-4 0,0 4 0,0 1 0,0-4 0,0-1 0,-2 0 0,-3 5 0,3 1 0,-4 0 0,2 0 0,-2 0 0,5 0 0,-5-1 0,4-1 0,2-2 0,0-2 0,0 2 0,0 0 0,0-2 0,0 4 0,0-4 0,-2-2 0,-4 3 0,4-3 0,-3 2 0,3 4 0,2-4 0,-2 4 0,-4 1 0,4 1 0,-4 0 0,3 0 0,-3 0 0,2-1 0,-8 1 0,7 0 0,-7 0 0,1 0 0,1 0 0,-5 5 0,3 1 0,-3-1 0,-2-5 0,6 2 0,-1 3 0,1-3 0,-7 3 0,-1 3 0,-2-1 0,-2 1 0,2-1 0,-4 5 0,2-7 0,-7 6 0,1-5 0,-1 5 0,1-5 0,-4 5 0,5-6 0,1 7 0,-2-7 0,8 8 0,-2-1 0,4 3 0,2-4 0,0 0 0,7 1 0,1 5 0,3 0 0,2 0 0,-7 0 0,5 0 0,-6 0 0,1 0 0,-6 0 0,-1 0 0,1 0 0,-6 5 0,0 1 0,0 0 0,6-6 0,-6 2 0,0 3 0,0-3 0,6 4 0,0-4 0,0-2 0,0 0 0,-1 0 0,1 0 0,6 0 0,-1 0 0,1 0 0,-7 0 0,1 0 0,0 0 0,0 0 0,0 0 0,-1 0 0,1 0 0,0 0 0,0 0 0,0 0 0,-1 0 0,1 0 0,2 2 0,3 4 0,-3-4 0,4 3 0,-5-3 0,-1-2 0,0 0 0,0 0 0,0 0 0,-1 0 0,1 0 0,0 0 0,0 0 0,-1 0 0,1 0 0,0 2 0,0 4 0,0-4 0,-1 3 0,-4-3 0,-1-2 0,0 0 0,-2 2 0,-4 4 0,4-4 0,2 4 0,4-4 0,2-2 0,0 5 0,0 1 0,-1-2 0,1-2 0,0-2 0,0 6 0,-1-1 0,7 1 0,0-6 0,-1 0 0,-5 2 0,0 4 0,-1-4 0,1 3 0,0-1 0,0 2 0,2-2 0,3 7 0,-3-7 0,3 2 0,3 1 0,-3-1 0,7 5 0,-7-5 0,6 0 0,-3-4 0,-1 2 0,1 1 0,-1 3 0,-1-2 0,-5-4 0,5 3 0,-4 3 0,-3-2 0,-5 5 0,0-5 0,-7 5 0,1-3 0,-3 2 0,-3 3 0,3 0 0,3-1 0,-2 1 0,8-7 0,1 7 0,4-11 0,1 6 0</inkml:trace>
  <inkml:trace contextRef="#ctx0" brushRef="#br1" timeOffset="81">17501 11915 8912,'-6'-12'0,"-1"3"0,-1-1 0,-1 1 0,-1-5 0,-1-1 0,-1-2 0,1 0 0,-1-6 0,-3-2 0,1-2 0,3-1 0,0-1 0,1 0 0,-3 8 0,5-2 0,0 4 0,1 2 0,1 6 0,6-1 0,0 12 0,0 6 0,8 11 0,3 17 0,4 3 0,3 3 0,1 4 0,4 7 0,-4-1 0,4-4 0,2 2 0,-3-6 0,0 0 0,-3 0 0,-2-8 0,0-5 0,0-10 0,0-2 0,1 0 0,-3-17 0,-4 0 0,3-15 0,-7-14 0,1-3 0,0-3 0,-2 1 0,-6 0 0,0-1 0,0 1 0,0 1 0,0 5 0,0 3 0,0 8 0,1 7 0,5 4 0,4 14 0,7 9 0,0 8 0,0 9 0,6-1 0,0-4 0,8 1 0,-2-7 0,3-8 0,4-9 0,3-4 0,1-2 0,-2-2 0,-9-4 0,1-11 0,-7-11 0,-2-5 0,-9-1 0,-5-6 0,-7-1 0,-2 1 0,-3 6 0,-5-4 0,-7 3 0,0-1 0,0 15 0,-1 6 0,1-2 0,8 15 0,1-6 0,8 8 0</inkml:trace>
  <inkml:trace contextRef="#ctx0" brushRef="#br1" timeOffset="82">18379 11640 8912,'-10'-8'0,"1"0"0,3-3 0,4-4 0,-4 3 0,-1 3 0,1-3 0,2-1 0,2-2 0,2-3 0,0 1 0,2 0 0,4 0 0,-4 0 0,4-1 0,3 1 0,-7 0 0,6 8 0,-8 5 0,0 15 0,0 8 0,0 16 0,-6-1 0,0 0 0,0 7 0,6-1 0,0 5 0,0-4 0,2-3 0,2-8 0,4-3 0,1-2 0,3-4 0,5-10 0,6-3 0,0-8 0,6-13 0,-6-4 0,7-18 0,-1 1 0,-2-6 0,-1 1 0,-1-3 0,-4-2 0,-7 6 0,-3-2 0,-7 11 0,2 7 0,-4 2 0,-2 3 0,0 8 0,0 1 0,0 10 0,0 4 0,0 5 0,0 6 0,0 6 0,0-2 0,0 8 0,5 0 0,1 5 0,7-5 0,-1-1 0,-2-5 0,1 6 0,-1-8 0,1 2 0,2-4 0,-5-4 0,2-3 0,-8-5 0,-2-7 0,-8-23 0,-9-5 0</inkml:trace>
  <inkml:trace contextRef="#ctx0" brushRef="#br1" timeOffset="83">18568 11296 8912,'-2'-17'0,"-3"0"0,3 5 0,-4 1 0,4 7 0,2-4 0,10 8 0,7 0 0,9 0 0,15 0 0,3 0 0,9 0 0,3 0 0,1 0 0,6-2 0,-6-4 0,1-3 0,-7-8 0</inkml:trace>
  <inkml:trace contextRef="#ctx0" brushRef="#br1" timeOffset="84">19170 11158 8912,'-7'12'0,"-5"-1"0,-3-5 0,-2 5 0,0-5 0,-1 6 0,1-7 0,0 7 0,0 1 0,0 10 0,-1-2 0,1 8 0,6-6 0,1 5 0,2 1 0,5-2 0,1 3 0,2-7 0,0 0 0,0-6 0,7-7 0,5-4 0,9-4 0,2-2 0,2-2 0,-4-4 0,2-6 0,-2-3 0,-2-2 0,-2 0 0,0 5 0,0 1 0,-1 5 0,-5-5 0,5 7 0,-5-2 0,-1 4 0,1 2 0,-5 8 0,3 3 0,-1 7 0,-4 4 0,-2 5 0,-2 8 0,0-1 0,0 0 0,-6 6 0,0 1 0,-5-1 0,5-6 0,-2-5 0,3-1 0,3-14 0,-14-14 0,7-19 0</inkml:trace>
  <inkml:trace contextRef="#ctx0" brushRef="#br1" timeOffset="85">19377 10866 8912,'0'-17'0,"-2"0"0,-4-1 0,4 9 0,-5 1 0,7 10 0,0 6 0,0 9 0,0 10 0,0 5 0,0 3 0,2 1 0,3 4 0,-3-4 0,6 6 0,-2-1 0,-1-1 0,3 0 0,-2-6 0,-4-1 0,3-5 0,3 3 0,-2-8 0,2 0 0,-3-6 0,-3-9 0,4-8 0,-4-10 0,-2-13 0,6-4 0,-1-7 0,1 1 0,-6 5 0,2-3 0,4 8 0,-4 0 0,3 6 0,-1 0 0,2 0 0,3 7 0,9 3 0,-1 7 0,0 0 0,0 0 0,2 7 0,4 5 0,-4 9 0,6 2 0,-2-2 0,0-2 0,2-8 0,-2 1 0,-4-9 0,4 3 0,-4-4 0,-2-2 0,1-4 0,-1-5 0,0-10 0,0-6 0,-5-4 0,-1-5 0,-5-6 0,5 0 0,-7-8 0,2 2 0,-4 2 0,-2-2 0,-8 6 0,-1-4 0,-3 4 0,1 7 0,1 1 0,-1 9 0,1 8 0,4 9 0,4 4 0,-5 10 0,7 5 0,0 8 0,2 8 0,2 11 0,3 6 0,3 3 0,-1 3 0,3 0 0,3-7 0,-3 1 0,-3-2 0,3 2 0,-1 2 0,6-8 0,0-4 0,1-5 0,-1-6 0,0-8 0,-2 0 0,-3 0 0,3-7 0,-13-18 0,-10-11 0,-11-15 0</inkml:trace>
  <inkml:trace contextRef="#ctx0" brushRef="#br1" timeOffset="86">19859 11090 8912,'-17'0'0,"5"0"0,1 0 0,-1 0 0,3 0 0,3 0 0,12 0 0,15-8 0,19-4 0,13-16 0,22-7 0,-33 12 0,2-1-170,4-2 0,1 0 0,2-3 0,0-1 0,0-5 1,1 1-1</inkml:trace>
  <inkml:trace contextRef="#ctx0" brushRef="#br1" timeOffset="87">20633 10522 8912,'0'12'0,"0"-1"0,0 3 0,0 1 0,0 2 0,0 2 0,0 4 0,0 4 0,0-1 0,2 7 0,4-4 0,5 1 0,5-1 0,1-4 0,0-8 0,0-2 0,0-3 0,1-5 0,-1-9 0,0-3 0,0-7 0,-5-9 0,-1-2 0,-7-7 0,2 1 0,-4-3 0,-2-3 0,-10 3 0,-7 3 0,-2 4 0,-8 10 0,0 3 0,1 7 0,-1 3 0,-2 2 0,-2 7 0,9 5 0,-1 5 0,5 6 0,9 2 0,3 3 0,4-1 0,2-4 0,8-11 0,3-1 0,12-7 0,4-4 0</inkml:trace>
  <inkml:trace contextRef="#ctx0" brushRef="#br1" timeOffset="88">21287 10110 8912,'-8'-27'0,"5"0"0,-9 4 0,3 4 0,-3-4 0,-3 6 0,5 4 0,1 1 0,1 10 0,8 2 0,-6 10 0,1 13 0,-1 5 0,6 12 0,0 4 0,0 8 0,0 0 0,0-1 0,2 1 0,4-1 0,-3 1 0,9-1 0,-6 1 0,5 0 0,-5-3 0,5-3 0,-7-2 0,2-4 0,-4-5 0,-2-1 0,0-9 0,0-14 0,0-3 0</inkml:trace>
  <inkml:trace contextRef="#ctx0" brushRef="#br1" timeOffset="89">20995 10505 8912,'9'8'0,"-1"-6"0,-8 13 0,0-11 0,0 7 0,4-7 0,7 2 0,12-4 0,15-6 0,8-8 0,10-9 0,1-19 0,8-11 0,-4-11 0</inkml:trace>
  <inkml:trace contextRef="#ctx0" brushRef="#br1" timeOffset="90">22113 10161 8912,'10'0'0,"-3"0"0,-7 8 0,0 3 0,0 10 0,2 4 0,2 2 0,2 3 0,1 3 0,-3 1 0,4 1 0,2-1 0,-7-1 0,5-3 0,0-1 0,-6-8 0,5-12 0,-7-11 0</inkml:trace>
  <inkml:trace contextRef="#ctx0" brushRef="#br1" timeOffset="91">22010 9955 8912,'-17'0'0,"-2"0"0,-4 0 0,3 0 0,-2 0 0,10 0 0,6 0 0,12 0 0,7 0 0,8 0 0,1 0 0,6 0 0,1 0 0,5 0 0,-7 2 0,-4 3 0,4-3 0,-8 14 0,6-7 0</inkml:trace>
  <inkml:trace contextRef="#ctx0" brushRef="#br1" timeOffset="92">22302 10281 8912,'12'10'0,"-1"-4"0,-7-4 0,4-2 0,-6-6 0,2-2 0,3-1 0,3-5 0,1-1 0,6-2 0,6 0 0,0 0 0,6-1 0,-6 1 0,6 0 0,-6 0 0,0-8 0,1-2 0,3-7 0</inkml:trace>
  <inkml:trace contextRef="#ctx0" brushRef="#br1" timeOffset="93">22647 9766 8912,'-2'-10'0,"-4"4"0,2-1 0,-7 1 0,5-2 0,-6 3 0,9 3 0,-3 2 0,12 11 0,-3 12 0,9 6 0,-1-2 0,7 1 0,-1 1 0,0 5 0,0 1 0,-1-1 0,-3 0 0,-2 1 0,-5-1 0,6 1 0,-9-3 0,3-3 0,-4-4 0,-2-8 0,-8 0 0,-1 0 0</inkml:trace>
  <inkml:trace contextRef="#ctx0" brushRef="#br1" timeOffset="94">22578 10127 8912,'0'9'0,"0"-1"0,2-10 0,3-4 0,-1 2 0,8-7 0,1 0 0,8-7 0,4 1 0,2 0 0,-4-8 0,5-4 0,-1 3 0,2-3 0,3 0 0,-5-5 0</inkml:trace>
  <inkml:trace contextRef="#ctx0" brushRef="#br1" timeOffset="95">22905 9749 8912,'17'0'0,"-6"0"0,1 0 0,-8 0 0,3 1 0,-7 5 0,2-2 0,4 7 0,-4 7 0,4 5 0,-4 1 0,-1-3 0,3 4 0,2 2 0,0-4 0,-6 6 0,0-8 0,0 1 0,6-2 0,-1-3 0,1-6 0,-6 1 0,0-8 0,2 3 0,4-7 0,-3-7 0,9-7 0,1-5 0,3-4 0,7-2 0,0 2 0,5 4 0,-5-4 0,10 6 0,1 6 0,0-3 0,7 9 0,-5 1 0,-2 10 0,1 3 0,-1 8 0,-5 6 0,0 0 0,-8 8 0,3-12 0,-6 6 0</inkml:trace>
  <inkml:trace contextRef="#ctx0" brushRef="#br1" timeOffset="96">22285 10918 8912,'0'11'0,"-2"-1"0,-3-3 0,1-1 0,-8-6 0,8-8 0,-3 6 0,14-5 0,5 7 0,5 0 0,6 0 0,-2 7 0,6 5 0,0 3 0,-1 2 0,-5 6 0,2 0 0,-3 6 0,-3-6 0,-2 6 0,-3-7 0,1 7 0,-7-6 0,-1 0 0,-5-6 0,-5-9 0,-3-8 0,-2-12 0,-3-9 0,0-7 0,1-12 0,3-4 0,3-8 0,4 2 0,-4 4 0,4-1 0,2 7 0,0 1 0,0 11 0,8 3 0,3 8 0,5 1 0,1 5 0,2 3 0,4 8 0,-4 8 0,4 3 0,2 3 0,-2-1 0,-2-1 0,-2 1 0,4 0 0,0-1 0,0 1 0,-6-7 0,-2 0 0,-3 1 0,3-5 0,-5 6 0,-1-8 0,-1 0 0,-8-8 0,-2 6 0,-4-3 0,-5 3 0,1 2 0,-1 0 0,5 2 0,-5 3 0,7 5 0,-2 7 0,4 0 0,2 0 0,0 3 0,0 2 0,0-2 0,0 3 0,0-4 0,2-4 0,4-2 0,5-1 0,-1-8 0,1 1 0,1-5 0,5-5 0,-2-5 0,-3-7 0,1-6 0,-7 0 0,0-8 0,-6 3 0,0 3 0,0 2 0,-2-2 0,-2 2 0,-4 2 0,-1 2 0,-3 10 0,-5 3 0,0 4 0,-1 2 0,1 0 0,8 2 0,3 4 0,4 3 0,2 8 0,8-7 0,3-4 0,-1-5 0,1-1 0,1 0 0,5 0 0,0 0 0,0 0 0,1-1 0,-1-5 0,-6-2 0,-1-5 0,-1 3 0,1 3 0,-6-7 0,5 12 0,-3-3 0,-4 3 0,6 4 0,-8 3 0,5-1 0,1 8 0,2-1 0,-3 6 0,-1-5 0,8-1 0,-7-1 0,7 1 0,-6 3 0,5-9 0,-5 7 0,5-6 0,-5-1 0,6-5 0,1 0 0,0-7 0,-1-5 0,1 3 0,-7-3 0,0 1 0,-6-7 0,2 3 0,3 4 0,-3-5 0,6 7 0,-8-1 0,8 3 0,1 14 0,8 5 0,1-3 0,-1 3 0,2-6 0,4 5 0,-4-7 0,4 2 0,-2-5 0,2-1 0,-10-1 0,4-5 0,-3 0 0,1-9 0,-3-4 0,-7 0 0,-3-8 0,-2-2 0,-2-1 0,-3 1 0,-5-11 0,-15 4 0,-2-16 0</inkml:trace>
  <inkml:trace contextRef="#ctx0" brushRef="#br1" timeOffset="97">7469 15353 8912,'11'6'0,"1"0"0,-9 0 0,5-8 0,-6-2 0,2-4 0,1-1 0,3 3 0,-4-5 0,2-3 0,-1-1 0,-5-2 0</inkml:trace>
  <inkml:trace contextRef="#ctx0" brushRef="#br1" timeOffset="98">6660 11210 8912,'-2'-44'0,"-2"6"0,-4 9 0,-1 16 0,-3 17 0,3 17 0,-7 5 0,7 7 0,-1 3 0,5 0 0,3 1 0,2-5 0,0-3 0,0-6 0,13-6 0,4-6 0,4-3 0,4-8 0,2 0 0</inkml:trace>
  <inkml:trace contextRef="#ctx0" brushRef="#br1" timeOffset="99">7555 15336 8912,'-10'-28'0,"-5"1"0,-6 2 0,0 6 0,2 4 0,1 3 0,1 6 0,0-5 0,7 5 0,7-5 0,8-3 0,12-1 0,8-4 0,14-6 0,6-9 0,1-16 0,14-11 0</inkml:trace>
  <inkml:trace contextRef="#ctx0" brushRef="#br1" timeOffset="100">10239 9886 8912,'-32'-13'0,"3"-5"0,8-1 0,8 0 0,7 2 0,4 6 0,6-1 0,5 1 0,9 1 0,4 3 0,1 7 0,4 0 0,8 1 0,-1 5 0,-7 11 0,-2 10 0</inkml:trace>
  <inkml:trace contextRef="#ctx0" brushRef="#br1" timeOffset="101">10721 14992 8912,'-8'25'0,"-1"-11"0,-8 3 0,-1-4 0,1-3 0,6 3 0,1-5 0,2 1 0,5-5 0,8 2 0,7-4 0,3-10 0,10-9 0,2-10 0</inkml:trace>
  <inkml:trace contextRef="#ctx0" brushRef="#br1" timeOffset="102">10773 14941 8912,'34'-77'0,"0"-1"0</inkml:trace>
  <inkml:trace contextRef="#ctx0" brushRef="#br1" timeOffset="103">11719 10608 7618,'0'-95'0,"0"9"625,0 15-625,0 21 218,-8 25-218,-1 16 0,-6 3 37,3 12 0,-3 13 0,3 17-37,-3 14 0,-10 2 0,-2 7 0</inkml:trace>
  <inkml:trace contextRef="#ctx0" brushRef="#br1" timeOffset="104">3270 1169 8912,'0'-25'0,"0"-3"0,0-5 0,0-1 0,0 1 0,-2 3 0,-2 1 0,-2-1 0,-7 7 0,3 3 0,-1 7 0,-1 2 0,-1 1 0,-2 4 0,-3 14 0,1 9 0,0 12 0,0 15 0,0 7 0,-1 3 0,1 7 0,2 2 0,1 4 0,3 2 0,1-6 0,-1 0 0,3-6 0,8 4 0,0 0 0,0 0 0,8-13 0,3-2 0,7-10 0,5-7 0,-2-4 0,5-8 0,1-2 0,0-3 0,4-6 0,9-12 0,-2 2 0,8-7 0,-8-7 0,2-5 0,-5-7 0,-7 1 0,3-9 0,-8-2 0,0 2 0,2 1 0,-6 3 0,4 0 0,-4 1 0,-2 4 0,0 1 0,0 11 0,1-4 0,-9 11 0,-3 2 0,-12 8 0,-3 14 0,-9 9 0,7 7 0,0-1 0,1 5 0,-3 5 0,3 1 0,2-2 0,3 4 0,5-2 0,2-2 0,3-9 0,5 1 0,7-7 0,6-7 0,0-11 0,8-3 0,-3-6 0,5-7 0,1-12 0,1-13 0,-1-4 0,-9-8 0,-8 2 0,-2 2 0,-9-2 0,-8 10 0,-9 2 0,-7 1 0,-4 10 0,-11 2 0,-7 10 0,5 3 0,9 10 0,1 4 0,4 5 0,4 10 0,5 2 0,4 0 0,8-6 0,2-2 0,4-3 0,6-4 0,11-8 0,3 7 0,9 3 0</inkml:trace>
  <inkml:trace contextRef="#ctx0" brushRef="#br1" timeOffset="105">4302 1410 8912,'-11'-2'0,"-1"-4"0,6 4 0,-5-3 0,7 3 0,-9 4 0,7 3 0,0 11 0,6 6 0,0 7 0,0-4 0,0 2 0,0 3 0,0 1 0,0-2 0,0 3 0,0-3 0,0-3 0,0 3 0,0-8 0,0 2 0,0-4 0,0-2 0,0-7 0,0-10 0,0-14 0,0-7 0,6-5 0,0-9 0,1-1 0,-3-2 0,4-2 0,1 1 0,1 3 0,2 2 0,1 1 0,-7 5 0,5 3 0,-5 8 0,7 7 0,-1 4 0,3 4 0,-5 10 0,-5 4 0,3 10 0,-2 7 0,5 4 0,-5 1 0,0-5 0,-6-1 0,2-1 0,1 4 0,3-3 0,2-7 0,-3 2 0,-3-9 0,4-3 0,-2-7 0,2 2 0,-2-12 0,7-6 0,-5-11 0,5-5 0,1-5 0,-3-1 0,7 0 0,-5-1 0,-1 3 0,1 3 0,-1-2 0,1 9 0,-1 4 0,-5 9 0,7 1 0,-5 4 0,-1 10 0,2 9 0,-2 8 0,1 6 0,-1-6 0,4 6 0,7-7 0,-4 7 0,2-6 0,5-4 0,-1-5 0,6-1 0,-3-7 0,9-1 0,-2-5 0,-2-5 0,1-1 0,-5-13 0,6 2 0,-10-12 0,0 2 0,-6-1 0,1-1 0,-7 0 0,-1-5 0,-4 7 0,-2 4 0,0 4 0,0 2 0,-2 7 0,-4 5 0,5 5 0,-5 7 0,4 10 0,2 8 0,0 10 0,0 1 0,0 4 0,0 2 0,0 4 0,2 4 0,2-5 0,1 5 0,-1 2 0,4-3 0,-2-3 0,-1-4 0,-5-7 0,6-1 0,0 0 0,0-5 0,-6 0 0,0-8 0,0 2 0,0-12 0,0-11 0,0-17 0,0-10 0</inkml:trace>
  <inkml:trace contextRef="#ctx0" brushRef="#br1" timeOffset="106">4939 1427 8912,'0'-17'0,"-6"0"0,0-1 0,1 7 0,7 1 0,5 1 0,10-1 0,8 1 0,10-3 0,-1 5 0,1 7 0,5 0 0,2 0 0,-2 2 0,-4 3 0,1 11 0,-14 7 0,-6 7 0,-6-1 0,-9 3 0,-2 3 0,-9 5 0,-14 0 0,-4 6 0,-8-4 0,1 0 0,0 0 0,-1-4 0,1-9 0,1-5 0,5-6 0,3-3 0,8-4 0,7-3 0,2-23 0,8-4 0</inkml:trace>
  <inkml:trace contextRef="#ctx0" brushRef="#br1" timeOffset="107">5524 1083 8912,'0'-11'0,"0"-1"0,0 1 0,-2 1 0,-4 4 0,3 5 0,-7 2 0,2 7 0,4 9 0,-3 10 0,1 13 0,0-2 0,6 8 0,8 0 0,3 6 0,7-1 0,5 1 0,3-8 0,9-4 0,-1-4 0,1-1 0,-1-9 0,0-3 0,-7-11 0,-4-7 0,-4-3 0,-1-2 0,-9-9 0,-3-8 0,-4-1 0,-2-6 0,0 1 0,0 0 0,-8-6 0,-3 6 0,1 0 0,-1 6 0,-1 2 0,-5 3 0,0-1 0,-1 7 0,1 0 0,0 8 0,0 2 0,0 2 0,5 15 0,1 2 0,7 2 0,-2 3 0,4 7 0,2 5 0,8 0 0,3-6 0,12-5 0,6-2 0,3-2 0,3-4 0,-1-4 0,1-6 0,-1-3 0,1-23 0,-1-4 0</inkml:trace>
  <inkml:trace contextRef="#ctx0" brushRef="#br1" timeOffset="108">6126 1307 8912,'12'11'0,"-3"1"0,-1 1 0,-2 2 0,-6 2 0,0 6 0,0 2 0,2 2 0,3 4 0,-1-5 0,8 3 0,5 0 0,6 5 0,7 0 0,-3-1 0,2-5 0,0-5 0,-1-3 0,7-3 0,-7-8 0,1-3 0,-8-12 0,4-3 0</inkml:trace>
  <inkml:trace contextRef="#ctx0" brushRef="#br1" timeOffset="109">6505 1393 8912,'-35'17'0,"1"2"0,0 2 0,-1 2 0,-7 9 0,-4 3 0,-7 7 0,1 9 0,-3 1 0,11-2 0,2-3 0,7-1 0,5-9 0,12-3 0,5-7 0,13-10 0,2-2 0,4-3 0,5-7 0,12-10 0,4-7 0,7-11 0,8-11 0,2-10 0</inkml:trace>
  <inkml:trace contextRef="#ctx0" brushRef="#br1" timeOffset="110">6643 1444 8912,'-2'17'0,"-2"1"0,-2-1 0,-5 0 0,5 0 0,-8 0 0,3 1 0,1 6 0,-1 5 0,7 4 0,-2 1 0,5 6 0,1 0 0,0 0 0,0-7 0,0-5 0,0-5 0,7-5 0,5-7 0,3-3 0,2-8 0,0 0 0</inkml:trace>
  <inkml:trace contextRef="#ctx0" brushRef="#br1" timeOffset="111">6643 1255 8912,'-27'0'0,"-4"-2"0,8-4 0,-2 5 0,4-5 0,-2 4 0,8 2 0,7 0 0,16 0 0,2 0 0,9 0 0,4 0 0,-2 0 0,7 0 0,-7 8 0,4 1 0</inkml:trace>
  <inkml:trace contextRef="#ctx0" brushRef="#br1" timeOffset="112">7210 997 8912,'-34'-2'0,"0"-2"0,-3-1 0,-3 1 0,6 10 0,-1 5 0,1 18 0,7 7 0,0 8 0,4 9 0,12 7 0,5 8 0,4 1 0,2-2 0,2-2 0,4-2 0,3-7 0,9 1 0,1-6 0,4-5 0,-4-9 0,4-9 0,-4-14 0,-2-3 0,0-7 0,1-4 0,-1-2 0,0-4 0,0-11 0,0-12 0,1-3 0,-1-2 0,0-3 0,0-3 0,-1 4 0,-5-4 0,4 5 0,-5 5 0,1 3 0,1 2 0,-6 2 0,5 6 0,-7 7 0,11 3 0,-13 16 0,4 9 0,-4 6 0,-2 11 0,5-1 0,1 1 0,0-1 0,2 0 0,1-7 0,8-4 0,1-6 0,-1-5 0,2-5 0,4-7 0,-4-2 0,4-3 0,-2-7 0,2-3 0,-4-4 0,4-4 0,-6 4 0,-5-4 0,3 4 0,-4 2 0,-1 1 0,1 5 0,-7 3 0,4 10 0,-8 4 0,0 5 0,0 12 0,0 4 0,0 9 0,-2 2 0,-4 3 0,4 4 0,-3-4 0,3 1 0,2-2 0,0-4 0,0 2 0,0-7 0,0-8 0,0-4 0,0-2 0,0 0 0,-2-2 0,-4-3 0,-5-6 0,-5-4 0,-1-2 0</inkml:trace>
  <inkml:trace contextRef="#ctx0" brushRef="#br1" timeOffset="113">6815 1582 8912,'-18'-8'0,"1"-1"0,0-9 0,0 1 0,0 0 0,9 7 0,8 5 0,17 3 0,18 2 0,14-6 0,14 0 0,6-5 0,6 5 0,-4-5-141,3 5 0,3-6 141,-3 7 0,-7-16 0,-8 2 0</inkml:trace>
  <inkml:trace contextRef="#ctx0" brushRef="#br1" timeOffset="114">8191 1152 8912,'12'-8'0,"-1"-3"0,3-4 0,-1-3 0,-1 1 0,5 0 0,-2 0 0,8 0 0,4-1 0,7-3 0,8 2 0,2 6 0,4 3 0,-4 5 0,-2 5 0,-4 2 0,-5 3 0,-18 12 0,-3 12 0,-9 9 0,-6 4 0,-9 2 0,-11 4 0,-7 0 0,-5-2 0,-5 1 0,0-6 0,2-1 0,7-8 0,4-1 0,2-3 0,4-1 0,10 2 0,-3-3 0,9-3 0,-1-2 0,6 8 0,2 0 0,4-3 0,3 7 0,8-6 0</inkml:trace>
  <inkml:trace contextRef="#ctx0" brushRef="#br1" timeOffset="115">8467 2080 8912,'-10'18'0,"-5"-9"0,3-3 0,-3 1 0,-2-1 0,0 6 0,1-5 0,5 3 0,-4-6 0,13 3 0,9-7 0,16 0 0,10-2 0,7-3 0,2-3 0,4-5 0,-6 1 0,-4-1 0,-9-2 0,-4-3 0,-6 1 0,-5 0 0,-7 6 0,-10-1 0,-12 8 0,-12-1 0,-11 3 0,-6 2 0,-2 0 0,2 0 0,6 7 0,11 5 0,4 3 0,24 2 0,18-7 0,19-3 0</inkml:trace>
  <inkml:trace contextRef="#ctx0" brushRef="#br1" timeOffset="116">688 2768 8912,'-9'-17'0,"-7"7"0,7 7 0,-3 6 0,3 11 0,1 7 0,1 5 0,3 11 0,-2 1 0,2 2 0,2 2 0,2-4 0,0 4 0,0 2 0,0 0 0,2 2 0,2-6 0,2-3 0,0-5 0,-6-3 0,0 1 0,-2-9 0,-4-6 0,-4 3 0,-7-9 0</inkml:trace>
  <inkml:trace contextRef="#ctx0" brushRef="#br1" timeOffset="117">310 3284 8912,'0'-10'0,"0"1"0,0 3 0,9-2 0,9-5 0,10 2 0,10-3 0,8-1 0,10-2 0,1 0 0,-1-1 0,-3 1 0,-3-2 0,-4-2 0,-6-2 0,-11 0 0,-5 6 0</inkml:trace>
  <inkml:trace contextRef="#ctx0" brushRef="#br1" timeOffset="118">878 3026 8912,'-8'17'0,"4"0"0,-7 1 0,-1-1 0,-5 0 0,0 0 0,0 0 0,-1 6 0,3 0 0,4 0 0,3 0 0,2 0 0,1-2 0,6-8 0,11-1 0,11-8 0,6 1 0,11-7 0,6-9 0,-2-2 0,1-16 0,-1 6 0,2-6 0,-7-1 0,-9-3 0,-11 5 0,-7-1 0,-8 2 0,-1-1 0,-8 5 0,-13 4 0,-5 3 0,-5 5 0,-5 3 0,5 8 0,-3 0 0,2 0 0,6 2 0,12 4 0,3 3 0,8 9 0,8-9 0,17 6 0,11-5 0</inkml:trace>
  <inkml:trace contextRef="#ctx0" brushRef="#br1" timeOffset="119">2134 2785 8912,'-6'-11'0,"0"-1"0,3-1 0,-7 3 0,-1-1 0,-5 0 0,-1 1 0,-2 4 0,-4 4 0,2 2 0,-8 0 0,1 0 0,1 0 0,-6 8 0,5 3 0,-3 7 0,2 5 0,4-2 0,8 5 0,0 1 0,0 0 0,7-4 0,5 5 0,3-7 0,2 2 0,2-9 0,3-5 0,9-1 0,7-4 0,5-4 0,9-6 0,-3-5 0,-3-5 0,4-1 0,-7 0 0,3 0 0,0-1 0,-8 1 0,2 2 0,-4 2 0,-2 1 0,0 8 0,-1-1 0,-5 10 0,-3 13 0,-8 12 0,0 8 0,0 8 0,0 13 0,0 10 0,-6 0-150,0 5 0,-7 3 150,1-3 0,-3-5 0,-2-6 0,-6-9 0,-2-3 0,-2-9 0,-3-5 0,5-16 0,2-4 0,4-12 0,3-3 0,5-11 0,5-14 0,4-10 0,2-7 0,0-2 0,0-4 0,8-3 0,3 3 0,5-2 0,1 2 0,-6 4 150,1 8 0,-1 5-150,7 1 0,-1 7 0,0 0 0,0 5 0,0 5 0,3 7 0,2-2 0,3 4 0,4 2 0,4 0 0,-5 0 0,-1 0 0,2 0 0,-8-5 0,2-3 0,-4-2 0,-2-3 0,0-2 0,-2-8 0,-3 0 0,-6 2 0,-4 2 0,-2 7 0,0 1 0,-8 7 0,-4-2 0,-3 4 0,-2 2 0,0 8 0,0 4 0,-3 5 0,-3 6 0,10 3 0,-2 9 0,5-1 0,6 1 0,3-7 0,1 1 0,0-8 0,0 2 0,9-6 0,8-6 0,8 3 0,10-8 0,1-3 0,2-8 0,4-7 0,2-3 0,0-10 0,2-4 0,-4-5 0,-7-6 0,-7 4 0,1-5 0,-10-1 0,-2 2 0,-7-6 0,-10 6 0,0 2 0,0 2 0,0 3 0,0 5 0,-8 3 0,4 15 0,-7 5 0,7 5 0,-2 5 0,-1 7 0,1 11 0,0 5 0,-2 5 0,7 7 0,-5 0 0,4 6 0,2-6 0,0 6 0,0-6 0,8 6 0,3-6 0,4 0 0,3-7 0,-1-3 0,0-1 0,0-8 0,0 4 0,-7-23 0,-2-4 0</inkml:trace>
  <inkml:trace contextRef="#ctx0" brushRef="#br1" timeOffset="120">2392 3095 8912,'-17'-12'0,"0"1"0,5 1 0,3-3 0,1 1 0,2 7 0,6-7 0,15 8 0,8-1 0,23 1 0,14 0 0,10-2 0,11 3 0,3-5 0,2 2-763,0-7 1,-8-4 0,-1-10-1</inkml:trace>
  <inkml:trace contextRef="#ctx0" brushRef="#br1" timeOffset="121">3717 2631 8912,'-17'-35'0,"-6"8"0,0 4 0,0 4 0,6 2 0,-6 8 0,0 3 0,0 4 0,-2 2 0,4 13 0,-8 5 0,6 10 0,-3 1 0,1 3 0,4 3 0,7-1 0,3 1 0,7-7 0,-2 1 0,4-8 0,2 2 0,8-6 0,4-6 0,3-5 0,2-4 0,0-2 0,2-2 0,4-4 0,-3-3 0,2-8 0,-1-1 0,1 1 0,0 0 0,-1 0 0,-7 5 0,-3 1 0,1 7 0,5-2 0,-5-1 0,-1 1 0,2 2 0,-3 10 0,1 5 0,-5 5 0,6 1 0,-9 8 0,3 3 0,-2-1 0,2 2 0,-4-2 0,3 3 0,-3-3 0,-2-2 0,-7 0 0,-5-3 0,-3-2 0,-2 2 0,-6-2 0,0-3 0,-6-6 0,6-1 0,2-3 0,2-3 0,9-9 0,3-5 0,7-7 0</inkml:trace>
  <inkml:trace contextRef="#ctx0" brushRef="#br1" timeOffset="122">4302 2407 8912,'-7'-25'0,"3"6"0,-8-4 0,6 10 0,-5 1 0,0 9 0,-7-3 0,-1 8 0,-4 9 0,-5 14 0,-13 15 0,5 14 0,-4-3 0,4 10 0,1-3 0,10 5 0,8-6 0,2-2 0,9-7 0,4-6 0,6-6 0,13 1 0,12-14 0,11 0 0,6-6 0,4-8 0,1-3 0,1-12 0,0-11 0,-1-10 0</inkml:trace>
  <inkml:trace contextRef="#ctx0" brushRef="#br1" timeOffset="123">4405 2562 8912,'-9'-17'0,"-6"-1"0,13 1 0,-6 8 0,18 1 0,5 8 0,8 0 0,4 0 0,-4 2 0,5 4 0,-7 3 0,2 8 0,-4 2 0,-1 4 0,-9-2 0,-3 8 0,-4-6 0,-2 6 0,-2-6 0,-2 3 0,-4 1 0,-1 0 0,-3-6 0,-5 2 0,0-4 0,0-10 0,7-1 0,10-16 0,10-1 0</inkml:trace>
  <inkml:trace contextRef="#ctx0" brushRef="#br1" timeOffset="124">4887 2510 8912,'-23'-2'0,"0"-3"0,0 3 0,6-4 0,-6 4 0,0 2 0,-5 2 0,5 4 0,-6 3 0,6 8 0,2 6 0,8 2 0,3 2 0,2 3 0,3-5 0,5-2 0,13 2 0,4-2 0,12-2 0,0-10 0,9-3 0,4-8 0,2 0 0,4 0 0,0-8 0,-3-3 0,-2-12 0,-9-4 0,0-7 0</inkml:trace>
  <inkml:trace contextRef="#ctx0" brushRef="#br1" timeOffset="125">4991 2149 8912,'-12'0'0,"1"0"0,7 0 0,-4 0 0,8 15 0,0 8 0,8 10 0,3 7 0,5 8 0,1 7 0,0 8 0,0 12 0,-7 3 0,-5 8 0,-3-2 0,-4-2 0,-3 0 0,-7 6 0,-13-10-186,-9 3 1,-16-9-1,-11-3 1</inkml:trace>
  <inkml:trace contextRef="#ctx0" brushRef="#br1" timeOffset="126">10101 842 8912,'-17'-17'0,"0"-2"0,0-4 0,0 6 0,-1-2 0,-1 7 0,-2 3 0,-4 1 0,-1 1 0,3 1 0,-4 8 0,0 2 0,0 1 0,6 9 0,-2-3 0,4 6 0,2 6 0,6-2 0,-1 8 0,6-6 0,-3 6 0,1-1 0,4-1 0,4 4 0,6-9 0,-2 9 0,9-4 0,5 0 0,3-5 0,9 3 0,-1-2 0,5-2 0,6-2 0,-3-1 0,3-1 0,-6-2 0,-3-2 0,-2-1 0,1 1 0,-11 2 0,-1 3 0,-13-7 0,1 1 0,-4-1 0,-2 6 0,-10-1 0,-7-5 0,-8 4 0,-9-3 0,-1 3 0,1 2 0,2 0 0,3 1 0,4-9 0,8-3 0,0 3 0,7-9 0,4 0 0,4-7 0,2-10 0,4-8 0,6-4 0,7-3 0,12-10 0,-3-2 0</inkml:trace>
  <inkml:trace contextRef="#ctx0" brushRef="#br1" timeOffset="127">10291 825 8912,'0'-11'0,"0"-1"0,0 9 0,0-13 0,0 14 0,0-3 0,0 10 0,0 7 0,0 11 0,0 5 0,0 5 0,0 1 0,0 6 0,0 0 0,2 2 0,2-3 0,1 1 0,-1-2 0,4-7 0,-3-3 0,3-7 0,-2 2 0,-2-6 0,7-5 0,1-5 0,5-7 0,-6 0 0,1-3 0,1-7 0,2-7 0,3-10 0,-1 4 0,-6 0 0,1 6 0,-8 0 0,1 0 0,3 5 0,-2 1 0,1 7 0,-1-2 0,-4 12 0,4 5 0,-4 5 0,-2 1 0,2 0 0,3 0 0,-3 6 0,4 0 0,-2 0 0,2-6 0,-3-5 0,9-1 0,-6-7 0,5 2 0,1-12 0,5-4 0</inkml:trace>
  <inkml:trace contextRef="#ctx0" brushRef="#br1" timeOffset="128">10652 774 8912,'-2'21'0,"-3"-4"0,1-6 0,-8 1 0,8 3 0,-3-13 0,7 8 0,0-5 0,0-1 0,0 8 0,0 1 0,-2 0 0,-4-1 0,-3 3 0,-9-5 0</inkml:trace>
  <inkml:trace contextRef="#ctx0" brushRef="#br1" timeOffset="129">10101 1272 8912,'-5'-11'0,"-1"-1"0,0 1 0,14-6 0,3 0 0,12-6 0,6 0 0,11-6 0,6 6 0,4-7 0,1 1 0,7-4 0,1-1 0,0 0 0,1-1 0,5-7 0,-4-2 0</inkml:trace>
  <inkml:trace contextRef="#ctx0" brushRef="#br1" timeOffset="130">10979 688 8912,'-9'-2'0,"3"-4"0,-4 4 0,6-5 0,-7 7 0,5 9 0,-5 8 0,5 10 0,-4 13 0,3 6 0,3 4 0,2 1 0,2 1 0,0 5 0,0 0 0,2-7 0,4-10 0,3-3 0,9-3 0,4-9 0,1-8 0,-2-9 0,-1-7 0,-3-2 0,0-5 0,0-11 0,0-12 0,1-5 0,-1-7 0,0-2 0,0-11 0,0-1 0,1-3 0,-3-1 0,-4 2 0,3 3 0,-8-3 0,-1 5 0,-5 7 0,0 10 0,0 12 0,0 12 0,0 7 0,0 14 0,0 11 0,0 9 0,-2 3 0,-3 12 0,3 7 0,-4 5 0,4 3 0,2-3 0,0-4 0,0 5 0,0-5 0,0-1 0,4-8 0,7-4 0,3-6 0,14-5 0,3-6 0,9-12 0,-4-3 0,14-16 0,-6-1 0</inkml:trace>
  <inkml:trace contextRef="#ctx0" brushRef="#br1" timeOffset="131">12407 653 8912,'-45'16'0,"1"-3"0,3 0 0,9 6 0,-1 1 0,10 8 0,1 3 0,6 7 0,5 2 0,5-2 0,6-1 0,6-3 0,9 0 0,8 1 0,8-8 0,-3-6 0,5-8 0,1-7 0,1-4 0,-1-2 0,-1-2 0,-5-4 0,3-9 0,-8-8 0,-6-8 0,-6 2 0,1-3 0,-3-2 0,-1-3 0,-8-3 0,-8 4 0,-3-4 0,-10 5 0,-4 7 0,-2 5 0,-3 4 0,-3 3 0,-1 5 0,5 3 0,0 8 0,8 8 0,-2 3 0,12 10 0,5 2 0,8-4 0,10-5 0,14 1 0,18-5 0</inkml:trace>
  <inkml:trace contextRef="#ctx0" brushRef="#br1" timeOffset="132">13251 499 8912,'-35'-8'0,"1"0"0,-1-3 0,1 3 0,-2 8 0,-3 2 0,-1 4 0,0 5 0,6 12 0,1 10 0,5 7 0,5 8 0,11-3 0,4 5 0,8 2 0,0 5 0,2 0 0,6-1 0,9-3 0,2-7 0,10 0 0,0-10 0,5-1 0,-3-11 0,3-12 0,-3-4 0,11-8 0,-2-2 0,0-4 0,-2-6 0,-9-11 0,4-3 0,-7-9 0</inkml:trace>
  <inkml:trace contextRef="#ctx0" brushRef="#br1" timeOffset="133">13406 688 8912,'0'-10'0,"0"-5"0,0 13 0,0-4 0,0 12 0,0 4 0,0 7 0,0 2 0,0 4 0,0-2 0,0 7 0,0 3 0,0 1 0,1 1 0,5-4 0,-4 1 0,4-7 0,-4 0 0,-2-6 0,0 0 0,0 1 0,0-11 0,0-7 0,0-11 0,0-10 0,0-8 0,0-11 0,2-2 0,3-4 0,-1-2 0,8 8 0,-3 0 0,3 6 0,3 7 0,-3 4 0,3 4 0,2 2 0,2 7 0,4 4 0,-2 14 0,8 9 0,-8 2 0,2 10 0,-2 5 0,-2 8 0,2 1 0,0-1 0,-11 3 0,7-4 0,-4 1 0,4-2 0,1-6 0,-1 0 0,-6-7 0,1-10 0,-1-7 0,6-2 0,1-8 0</inkml:trace>
  <inkml:trace contextRef="#ctx0" brushRef="#br1" timeOffset="134">13733 206 8912,'-18'0'0,"1"0"0,0 0 0,5 2 0,3 4 0,1 5 0,10 12 0,10 6 0,11 11 0,5 6 0,3 6 0,-3 5 0,5 6 0,-4 11 0,-6-3 0,-4 4 0,-8-3 0,-3 3 0,-4 3 0,-10 8 0,-11 0-819,-12 0 819,4-8 0,-15-1 0,4-9 0</inkml:trace>
  <inkml:trace contextRef="#ctx0" brushRef="#br1" timeOffset="135">9413 1908 8912,'-29'0'0,"3"0"0,-1 2 0,2 4 0,0 7 0,4 8 0,2 8 0,0 6 0,0 5 0,0 4 0,3 0 0,11 3 0,-1-5 0,4 0 0,2 0 0,8-9 0,3-10 0,4-4 0,3-2 0,6-7 0,5-5 0,2-5 0,-3-5 0,5-5 0,-4-9 0,3-2 0,3-2 0,-3-6 0,-3 6 0,-4-5 0,-8 5 0,0-2 0,0 2 0,-7 10 0,-4-4 0,-5 11 0,-2-2 0,-5 12 0,-6 7 0,-3 3 0,-2 14 0,5 1 0,1 5 0,7 1 0,-2-1 0,4-5 0,2-2 0,0-2 0,0-4 0,8-10 0,4-5 0,9-6 0,1-6 0,7-5 0,-6-12 0,6-4 0,-6-8 0,-8 3 0,-9 1 0,-4 5 0,-2 1 0,-4 2 0,-8 6 0,-1 7 0,-16 4 0,1 5 0,-7 1 0,3 0 0,3 0 0,4 7 0,8 3 0,0-1 0,7 7 0,10-15 0,10 7 0</inkml:trace>
  <inkml:trace contextRef="#ctx0" brushRef="#br1" timeOffset="136">9826 2132 8912,'17'10'0,"-7"-5"0,-4-10 0,-4 3 0,-2-6 0,0 10 0,0 4 0,5-3 0,1 9 0,-2 3 0,-2 6 0,-2-2 0,0 4 0,0 4 0,0 2 0,0-3 0,0 3 0,0-6 0,0 6 0,0-8 0,0 2 0,0-10 0,0-2 0,-8-7 0,6-10 0,-4-11 0,10-11 0,2-1 0,2-9 0,-3-2 0,-1 5 0,8 7 0,-3 1 0,3-2 0,3 4 0,-3 8 0,3 8 0,2 3 0,0-2 0,0 2 0,1 5 0,-1 4 0,-2 7 0,-3 7 0,3 0 0,-4 1 0,5-3 0,1-2 0,0-1 0,0-3 0,1 3 0,-1-5 0,0-7 0,0 0 0,-5-2 0,-1-3 0,2-7 0,-3-3 0,2-2 0,-9 0 0,5-1 0,-8 9 0,0 1 0,0 8 0,0 2 0,0 4 0,2 3 0,4 1 0,-4 5 0,13-13 0,-4 4 0,5-4 0,1-2 0,0-2 0,0-2 0,-1-4 0,-5-1 0,4-3 0,-3-5 0,1-6 0,-1 0 0,1 0 0,-7 6 0,-2 0 0,5 7 0,-7 3 0,6 9 0,-8 3 0,0 13 0,0 10 0,0 5 0,0 1 0,-2 2 0,-4 5 0,4-3 0,-4 8 0,4-6 0,2 6 0,0-6 0,0 6 0,0-14 0,0 2 0,0-5 0,0 0 0,-1-6 0,-5-4 0,-4-10 0,-15-1 0,-1-8 0</inkml:trace>
  <inkml:trace contextRef="#ctx0" brushRef="#br1" timeOffset="137">10394 2098 8912,'0'-18'0,"0"1"0,2 6 0,4-1 0,-2 8 0,7-1 0,0 3 0,7 2 0,1 0 0,4 0 0,2 0 0,3 0 0,5 6 0,-6 1 0,-1 3 0,-3 3 0,-6 4 0,-5 6 0,-4-2 0,-8 8 0,-10-6 0,-7 5 0,-2 1 0,-10 5 0,0-1 0,-5-4 0,5 1 0,1-7 0,7 0 0,-2-8 0,3-3 0,11-5 0,1-7 0</inkml:trace>
  <inkml:trace contextRef="#ctx0" brushRef="#br1" timeOffset="138">10773 2184 8912,'7'-10'0,"-5"-5"0,6 11 0,-8-8 0,0 9 0,0-5 0,0 16 0,6 1 0,-1 8 0,3 1 0,-2-1 0,-2-2 0,7-4 0,-1 5 0,1-5 0,4-1 0,-3 1 0,-3-5 0,3 4 0,1-3 0,-3-1 0,1-6 0,-7-8 0,9-3 0,-7-12 0,2 4 0,-2-4 0,-5 4 0,5 2 0,-4-1 0,-2 1 0,2 6 0,4-1 0,-4 8 0,11 4 0,-7 12 0,1 3 0,-1 2 0,-2 1 0,7-1 0,1 0 0,5 0 0,-5 0 0,-1 0 0,1-1 0,5-5 0,-6-1 0,1-6 0,1 1 0,2-1 0,1-4 0,-5-6 0,4-3 0,-3-8 0,-4-6 0,-3 0 0,-3-8 0,-2 1 0,0-7 0,0-3 0,0-13 0,0 1 0,-2-9 0,-3 4 0,3-1 0,-4 7 0,4 9 0,2 7 0,0 9 0,0 16 0,0 4 0,0 14 0,0 11 0,0 14 0,0 11 0,0 5 0,0 3 0,0 1 0,0 5 0,-2-5 0,-4 4 0,4-3 0,-3-2 0,3-3 0,2-3 0,0 2 0,0-8 0,7-2 0,5-9 0,-2-4 0,3-10 0,4-4 0,4-5 0,10-6 0,-3-6 0,5-5 0,1-12 0,1-6 0,-1-9 0,1-2 0,-1 2 0,-7-4 0,-4 2 0,-4-2 0,-2 2 0,-7 3 0,-5-3 0,-3 11 0,-2 7 0,-2 4 0,-3 7 0,1 3 0,-8 8 0,1 10 0,-6 7 0,7 2 0,4 10 0,-1 5 0,1 6 0,0 0 0,6-5 0,0 1 0,0 4 0,8-9 0,3 3 0,10-11 0,4 0 0,2-4 0,4-2 0,1-7 0,3-4 0,-7-5 0,1-1 0,-8-7 0,0-5 0,-8-3 0,-7-2 0,-4-8 0,-2-4 0,-15-3 0,-4-3 0</inkml:trace>
  <inkml:trace contextRef="#ctx0" brushRef="#br1" timeOffset="139">11237 2115 8912,'-28'7'0,"-1"5"0,10-3 0,0 1 0,7 0 0,5-1 0,3-5 0,9 2 0,15-6 0,14-6 0,18-4 0,16-7 0,13-8 0,5-3 0,2 3-644,-14 2 644,1-4 0,-14 0 0,-2-7 0</inkml:trace>
  <inkml:trace contextRef="#ctx0" brushRef="#br1" timeOffset="140">12855 1513 8912,'0'-29'0,"-2"3"0,-2 1 0,-2 4 0,1 2 0,-3 1 0,6 9 0,-6 11 0,8 17 0,0 13 0,0 12 0,6 8 0,0 5 0,2 2 0,-5 6 0,5-3 0,2-3 0,-5 0 0,7-2 0,-8-3 0,1 3 0,3-11 0,0-6 0,-1-4 0,1-1 0,5-9 0,-3-8 0,7-26 0,0-11 0</inkml:trace>
  <inkml:trace contextRef="#ctx0" brushRef="#br1" timeOffset="141">13285 1599 8912,'2'-19'0,"2"-2"0,2-2 0,-3 8 0,-8 9 0,-7 6 0,-3 6 0,-10 11 0,-4 11 0,-5 11 0,-6 1 0,-2 8 0,-4-3 0,6 3 0,3-2 0,3-2 0,0-4 0,7-4 0,6 3 0,7-9 0,9-7 0,3-4 0,2-2 0,9-7 0,8-4 0,16-4 0,13-2 0,5-8 0,7-4 0,-3-3 0,8-2 0,-9 0 0,-2 0 0,-3 5 0,-9 1 0,1-1 0,-7-5 0,0 0 0</inkml:trace>
  <inkml:trace contextRef="#ctx0" brushRef="#br1" timeOffset="142">13612 1977 8912,'-17'0'0,"0"0"0,1 2 0,5 4 0,-3 3 0,9 9 0,-1-1 0,6 0 0,0 0 0,0 0 0,0 6 0,0 0 0,6 6 0,-1-6 0,1 5 0,-4-3 0,2 0 0,2 0 0,-1-2 0,-3-8 0,4-3 0,-4-5 0,13-14 0,-3-5 0,3-5 0,2-6 0,0 2 0,1-8 0,5 8 0,0-2 0,1 4 0,-1 2 0,-4 2 0,4 3 0,-3-1 0,-3 7 0,0 1 0,0 6 0,0 5 0,1 6 0,-7 5 0,1 6 0,-9-2 0,3 7 0,-2 1 0,2 5 0,-3-1 0,9-4 0,-2-5 0,1-6 0,12-9 0,-4-1 0</inkml:trace>
  <inkml:trace contextRef="#ctx0" brushRef="#br1" timeOffset="143">14455 1547 8912,'-34'-7'0,"-1"3"0,1-8 0,7 9 0,2-3 0,2 6 0,1 6 0,-1 5 0,5 12 0,9 4 0,3 9 0,4 4 0,2 6 0,0-2 0,0 2 0,8 0 0,3 5 0,5 1 0,1-1 0,0-1 0,0-4 0,-5 2 0,-1-8 0,-5 0 0,5-6 0,-7-5 0,2-2 0,-4-2 0,-2-10 0,0-15 0,0-10 0</inkml:trace>
  <inkml:trace contextRef="#ctx0" brushRef="#br1" timeOffset="144">14490 1926 8912,'-2'-18'0,"-2"1"0,-2 0 0,2 0 0,2 5 0,2 1 0,2 7 0,4-2 0,6 4 0,3 2 0,2 0 0,0 0 0,6 2 0,0 4 0,0 4 0,-6 7 0,1 0 0,-1 0 0,-6 8 0,1 4 0,-8 3 0,1 3 0,-5-3 0,-5-3 0,1 3 0,-8-3 0,1 1 0,1-1 0,-3-4 0,7-8 0,0-5 0,6-1 0,8-22 0,2-1 0,7-22 0</inkml:trace>
  <inkml:trace contextRef="#ctx0" brushRef="#br1" timeOffset="145">14834 1840 8912,'-8'9'0,"-3"-3"0,1 2 0,-1-1 0,-3 3 0,-1 3 0,-2 2 0,2 3 0,1 1 0,3 4 0,7-2 0,-2 5 0,4-1 0,2-4 0,8-2 0,3-1 0,10-1 0,4-2 0,2-2 0,4-1 0,-1-8 0,-1 1 0,-4-3 0,0-9 0,1-3 0</inkml:trace>
  <inkml:trace contextRef="#ctx0" brushRef="#br1" timeOffset="146">15144 1960 8912,'-18'-8'0,"1"6"0,0-13 0,7 13 0,3-5 0,16 7 0,7-2 0,7-2 0,3-2 0,-3 0 0,6 6 0,-8 0 0,2 0 0,2 0 0,-2 0 0,0-7 0,-6-3 0,0-7 0</inkml:trace>
  <inkml:trace contextRef="#ctx0" brushRef="#br1" timeOffset="147">15350 1737 8912,'-9'-2'0,"3"-4"0,4 4 0,10-6 0,3 8 0,4 0 0,3 0 0,-1 2 0,0 2 0,-2 4 0,-3 1 0,3 3 0,-3 5 0,-5 0 0,-1 0 0,-4 0 0,-2 1 0,0 5 0,0 0 0,-2 5 0,-4-5 0,-1 6 0,-5-6 0,-1 0 0,7-6 0,-7-8 0,11-1 0,2-16 0,9-1 0</inkml:trace>
  <inkml:trace contextRef="#ctx0" brushRef="#br1" timeOffset="148">15677 1565 8912,'-11'0'0,"-1"0"0,1 5 0,-7 1 0,1 9 0,0 3 0,-2 1 0,-4 9 0,10 7 0,-5 5 0,13 0 0,-1-6 0,6 6 0,6 1 0,7-5 0,8-6 0,6-5 0,7-8 0,-1 1 0,-5-1 0,3-8 0,-8-3 0,2-4 0,-2-2 0,-4-15 0,6-4 0</inkml:trace>
  <inkml:trace contextRef="#ctx0" brushRef="#br1" timeOffset="149">15918 1840 8912,'-10'0'0,"-5"0"0,13 2 0,-3 3 0,-3 5 0,2 9 0,2 2 0,2 2 0,2 6 0,0-5 0,0 1 0,0 0 0,2 0 0,4-2 0,4-4 0,7 4 0,0-4 0,-6-9 0,1-5 0,-1-10 0,7-5 0</inkml:trace>
  <inkml:trace contextRef="#ctx0" brushRef="#br1" timeOffset="150">15970 1410 8912,'-18'0'0,"1"0"0,0 0 0,0 0 0,0 0 0,-1 7 0,9-5 0,1 6 0,10-8 0,4 0 0,-2-2 0,7-4 0,-7 4 0,4-13 0,-8 13 0,0-5 0,-8 7 0,-4 0 0,-3 0 0,-2 0 0</inkml:trace>
  <inkml:trace contextRef="#ctx0" brushRef="#br1" timeOffset="151">16038 963 8912,'0'-25'0,"2"6"0,4-4 0,-2 4 0,7 4 0,5 3 0,5 6 0,0 8 0,7 10 0,1 9 0,6 21 0,-3 9 0,-3 10 0,1 6 0,-7 2 0,-5 8-204,-7 3 1,-7-2 203,2 2 0,-6 1 0,-6 5 0,-11 1 0,-12 5 0,-4-12 0,-1 1 0,-6-11 0,0-7 0,-10-5 0,2-13 0,-2-4 0,3-5 0</inkml:trace>
  <inkml:trace contextRef="#ctx0" brushRef="#br1" timeOffset="152">13526 2012 8912,'-2'-10'0,"-2"2"0,-1 1 0,-1-3 0,-2 1 0,6-1 0,-3 4 0,-5 4 0,8-5 0,-6 14 0,8 5 0,0 5 0,0 6 0,0 6 0,0 11 0,8-2 0,4 6 0,3-2 0,10-2 0,1-6 0</inkml:trace>
  <inkml:trace contextRef="#ctx0" brushRef="#br1" timeOffset="153">16951 1530 8912,'-2'19'0,"-2"4"0,-2 6 0,2 5 0,2 4 0,2 3 0,0-1 0,0-6 0,2-1 0,4-5 0,0-5 0,11-11 0,-4-5 0,10-7 0,-4-7 0,-1-5 0,-3-5 0,-4-6 0,-3-4 0,-8-7 0,0 5 0,-2 2 0,-4 3 0,-5 3 0,-6 2 0,-6 1 0,4 9 0,-4 3 0,4 4 0,1 2 0,1 2 0,0 4 0,5 3 0,1 9 0,7-9 0,-3 6 0,7-5 0</inkml:trace>
  <inkml:trace contextRef="#ctx0" brushRef="#br1" timeOffset="154">17209 1616 8912,'9'-17'0,"1"0"0,-4 0 0,-5 7 0,7 2 0,-10 8 0,-2 4 0,-1 8 0,-7 7 0,6 15 0,1 2 0,-3 5 0,4-5 0,-7 4 0,5 2 0,-5-2 0,7-5 0,-2-7 0,2 1 0,-2 5 0,4-7 0,-5-2 0,7-18 0,0-8 0,0-15 0,6-11 0,-1-13 0,3-4 0,-2-7 0,-2-1 0,7 1 0,-1 7 0,1 4 0,-1 3 0,-7 5 0,5 5 0,2 10 0,-5 7 0,7 10 0,-6 10 0,5 7 0,-7 10 0,2 13 0,1-2 0,1 6 0,1 0 0,5 0 0,3-12 0,6 3 0,2-12 0,4 0 0,3-12 0,-3-5 0,3-4 0,3-17 0,-1-5 0</inkml:trace>
  <inkml:trace contextRef="#ctx0" brushRef="#br1" timeOffset="155">17673 1547 8912,'-5'-17'0,"-1"0"0,-8 7 0,5 10 0,-8 12 0,-1 11 0,1 5 0,0 11 0,0 1 0,5 6 0,1-6 0,7 6 0,-2-6 0,4-2 0,2-2 0,2-9 0,4-4 0,4-6 0,7-5 0,6-5 0,0-7 0,7-4 0,-1-7 0,4-2 0,-1-16 0,-3-2 0,-6-1 0,2-3 0,-3 1 0,-1 2 0,-9 3 0,-4 4 0,-8 8 0,-2 2 0,-4 3 0,-6 8 0,-10 16 0,1 7 0,-8 15 0,6 8 0,-6 4 0,10 4 0,2 0 0,9-3 0,6-1 0,6-8 0,8 2 0,9-11 0,19-6 0,10-11 0,7-7 0,14-5 0,-3-5 0,3-7 0,-8-11 0,-3-4 0,-9-7 0</inkml:trace>
  <inkml:trace contextRef="#ctx0" brushRef="#br1" timeOffset="156">18413 1926 8912,'0'-18'0,"-7"9"0,-3 5 0,-1 8 0,-1 11 0,-1 12 0,-3 3 0,-3 16 0,-2 2 0,-2 2 0,0 7 0,6 0 0,-2-1 0,-4-3 0,4-1 0,-4-1 0,-4-7 0,1-2 0</inkml:trace>
  <inkml:trace contextRef="#ctx0" brushRef="#br1" timeOffset="157">17914 2854 8912,'-11'-9'0,"1"1"0,1 2 0,-1-2 0,-3-1 0,3 5 0,-1-2 0,-3 4 0,-1-3 0,-2-1 0,0 2 0,-1 10 0,1 5 0,0 7 0,0 5 0,0-2 0,-1 7 0,9 1 0,3 5 0,4-1 0,2-5 0,2 5 0,4-5 0,5-3 0,12-2 0,-2-4 0,6-1 0,-2-1 0,-4 0 0,-2 0 0,-2 0 0,0-5 0,1-1 0,-9 1 0,-3 5 0,-4-6 0,-4 1 0,-4 1 0,-5 2 0,-10 3 0,-2-1 0,-6-6 0,6 1 0,-6-6 0,6 5 0,1-7 0,4 2 0,1-12 0,0-4 0</inkml:trace>
  <inkml:trace contextRef="#ctx0" brushRef="#br1" timeOffset="158">18035 2957 8912,'-10'0'0,"-5"0"0,11-6 0,-7 1 0,7 1 0,-2 10 0,4-3 0,2 9 0,6-1 0,0 7 0,7 5 0,-2-1 0,5-1 0,1-1 0,0-3 0,0 0 0,2-6 0,4 1 0,-3-8 0,2 1 0,-2-3 0,-3-2 0,0-2 0,0-3 0,-2-7 0,-3-3 0,-2-8 0,-5 0 0,-3-2 0,4 2 0,-4 4 0,-2-4 0,0 4 0,0 2 0,0 6 0,0-1 0,0 8 0,7-3 0,5 9 0,3 3 0,-3 5 0,-1 7 0,1 0 0,5 0 0,-6 1 0,1-1 0,-1 0 0,6 0 0,1 0 0,-1-7 0,-6-2 0,1-8 0,-8-8 0,1-4 0,-3-3 0,0 4 0,4-1 0,-4 7 0,4-7 0,-4 6 0,-2-5 0,0 7 0,0-4 0,0 10 0,0 4 0,0 6 0,1 1 0,5-2 0,-4 5 0,4-5 0,-4-1 0,-2 1 0,0-5 0,0 5 0,0-5 0,0 5 0,0-7 0,0 2 0,0-12 0,2-3 0,1-8 0,5-1 0,2 1 0,-5 0 0,7 0 0,-6 0 0,5-1 0,-5 1 0,5 0 0,-5 2 0,4 1 0,-1 5 0,1 1 0,-6 1 0,1 1 0,5 4 0,-8-6 0,13 8 0,-13 0 0,8 0 0,-5 0 0,5 0 0,7 0 0,-5 0 0,-1 0 0,0 0 0,7 0 0,-1 0 0,0 0 0,0 0 0,0 0 0,-5 0 0,-1 0 0,-1 2 0,1 4 0,5 3 0,-7 9 0,1-1 0,-1 0 0,-3 0 0,4-5 0,7-1 0,-7 1 0,12 5 0,-2 0 0</inkml:trace>
  <inkml:trace contextRef="#ctx0" brushRef="#br1" timeOffset="159">19257 2854 8912,'-8'12'0,"-4"-1"0,3-7 0,-3 2 0,1-3 0,-6 3 0,5-2 0,1 7 0,1 1 0,-1 5 0,5 0 0,4 0 0,2 1 0,0-1 0,0 0 0,8-6 0,3 1 0,10-8 0,2 1 0,-2-3 0,-2-2 0,-1-2 0,-1-3 0,0 1 0,0-8 0,-7 1 0,-5-6 0,3 0 0,-2-1 0,-2-5 0,-10 1 0,-4-1 0,-7 5 0,0 3 0,0 4 0,0-3 0,-1 9 0,1-1 0,0 6 0,7 0 0,10 0 0,10 0 0</inkml:trace>
  <inkml:trace contextRef="#ctx0" brushRef="#br1" timeOffset="160">19773 2682 8912,'0'-46'0,"-2"2"0,-2 4 0,-2 8 0,1-3 0,-1 22 0,0-4 0,-7 11 0,3 0 0,-7 12 0,5 6 0,1 10 0,0 9 0,1 7 0,-3 6 0,7 8 0,0-1 0,6 1 0,0-2 0,0-5 0,0 3 0,0-8 0,0 6 0,0-6 0,0 0 0,2-5 0,2-1 0,2 1 0,-1-7 0,-5 1 0,0-8 0,-7-4 0,-3-9 0</inkml:trace>
  <inkml:trace contextRef="#ctx0" brushRef="#br1" timeOffset="161">19411 2957 8912,'0'-17'0,"0"0"0,2 5 0,4 1 0,11 7 0,12-2 0,9 4 0,2 2 0,8-1 0,-2-3 0,4-2 0,1 2 0,-1 2 0,-4 2 0,-4 0 0,-8 0 0,1 0 0</inkml:trace>
  <inkml:trace contextRef="#ctx0" brushRef="#br1" timeOffset="162">20392 2940 8912,'-17'-10'0,"6"-5"0,-1 4 0,-1-3 0,-3 3 0,5-2 0,-1 7 0,-1 2 0,-2 2 0,-2 2 0,-1 0 0,1 0 0,2 8 0,3 3 0,-1 4 0,5 3 0,1-1 0,-1 0 0,2 0 0,6 0 0,0 1 0,0-1 0,0-8 0,2-1 0,4-8 0,4-2 0,7-4 0,0-9 0,0-8 0,0 0 0,1 6 0,-1 0 0,0 0 0,0-1 0,-7 1 0,5 8 0,-5 1 0,-1 10 0,-3 4 0,-4 5 0,4 4 0,-1 3 0,1 5 0,-6-1 0,6 1 0,0-5 0,1-1 0,-1 0 0,-2-6 0,7-1 0,3-2 0,1-3 0,2-5 0,0-5 0,1-1 0,-1-13 0,0 2 0,0-6 0,0 0 0,-1-4 0,-5-5 0,-5-1 0,-4-1 0,4 3 0,-1-9 0,1 4 0,-6 1 0,-6 3 0,1 3 0,-1 4 0,4 10 0,-4 4 0,4 11 0,-4 11 0,5 12 0,1 6 0,0 11 0,0 6 0,0 1 0,0 1 0,0-2 0,0 2 0,0-6 0,0-2 0,7-4 0,5-1 0,-3-3 0,3-3 0,-1-12 0,6-11 0,6-4 0,2-6 0,0-6 0,0-7 0,0-17 0,-2-1 0,-4-5 0,4 0 0,-4 2 0,-4-6 0,-3 0 0,-7 0 0,3 6 0,-2-2 0,0-2 0,-6 1 0,-2 9 0,-4 9 0,2 6 0,-5 7 0,1 10 0,0 10 0,2 13 0,5 9 0,-5 8 0,-2 6 0,2-6 0,1 6 0,5-6 0,0 2 0,0-2 0,0-9 0,0 3 0,0-1 0,0-1 0,2-3 0,3 0 0,5-8 0,7 2 0,0-12 0,8-3 0,2-8 0</inkml:trace>
  <inkml:trace contextRef="#ctx0" brushRef="#br1" timeOffset="163">21304 2854 8912,'-17'2'0,"0"2"0,0 2 0,0 7 0,1-4 0,5 9 0,3-1 0,8 2 0,0 2 0,0 2 0,2 2 0,4-2 0,-2-4 0,7 4 0,1-4 0,5-2 0,-6-7 0,1-5 0,-1-3 0,6-2 0,-1-2 0,-3-3 0,-3-7 0,-3-3 0,5-8 0,-7 0 0,1-2 0,-6 2 0,0 4 0,0-4 0,-2 4 0,-2 2 0,-3 2 0,-3 3 0,6-3 0,-11 13 0,13-6 0,-5 1 0,7-3 0</inkml:trace>
  <inkml:trace contextRef="#ctx0" brushRef="#br1" timeOffset="164">21545 2923 8912,'8'17'0,"-6"-7"0,13-3 0,-13-7 0,6 0 0,-8 0 0,0 2 0,0 4 0,0 5 0,-8 5 0,6 1 0,-4 0 0,4 0 0,2 0 0,0-5 0,0-1 0,-1-5 0,-5 5 0,4-7 0,-6 2 0,8-12 0,0-9 0,0-8 0,2-7 0,4 1 0,-2-4 0,7-1 0,-5 0 0,5-1 0,1 3 0,5 3 0,0 4 0,-1 8 0,-3 2 0,-2 3 0,1 5 0,5 7 0,0 4 0,1 7 0,-1 0 0,0 12 0,-2 2 0,-1 0 0,-3 0 0,3 0 0,1-2 0,2-6 0,0 0 0,0-2 0,1-3 0,-1-6 0,0-5 0,0-1 0,0 0 0,1-7 0,-1-5 0,-6-3 0,1-2 0,-8 0 0,1-1 0,-3 1 0,-2 0 0,0 0 0,0 0 0,-2 5 0,-3 1 0,-5 7 0,-7-2 0,5 4 0,1 2 0,-1 0 0,-5 2 0,0 4 0,0 5 0,2 5 0,3 1 0,-1 0 0,7 0 0,-6 0 0,7 1 0,-1-1 0,6 0 0,2-2 0,4-1 0,5-5 0,4-1 0,5 3 0,2-5 0,0 0 0,6-6 0,-1-2 0,2-4 0,1-1 0,-7-7 0,-2 3 0,-2-3 0,-3-1 0,-5-2 0,-1 2 0,-5 3 0,-3-3 0,4 3 0,-4-3 0,-2-2 0,0 5 0,0 1 0,0 7 0,0-4 0,0 8 0,-8 0 0,6 0 0,-5 8 0,7-6 0,0 8 0,0-5 0,0-3 0,0 8 0,0-4 0,0-3 0,0 9 0,0-8 0,0 3 0</inkml:trace>
  <inkml:trace contextRef="#ctx0" brushRef="#br1" timeOffset="165">22113 2837 8912,'0'-12'0,"0"1"0,0-2 0,-2-1 0,-2 1 0,-1 1 0,-1 1 0,4-4 0,-4 3 0,2-3 0,-7 3 0,5 5 0,-5 1 0,5 12 0,-4 7 0,1 8 0,-1 8 0,5 3 0,-7 3 0,6 5 0,-5 0 0,7 2 0,-2-2 0,4-4 0,2 4 0,0-3 0,0-3 0,8-7 0,4-4 0,11-6 0,5-6 0,7-3 0,5-8 0,4-9 0,9-7 0,5-9 0,5-7 0,4 1 0,2-9 0,-8 2 0,-4-2 0,-13 4 0,-10-4 0,-3 5 0,-14 5 0,-9 3 0,-10 2 0,-9 2 0,-12 6 0,-4 2 0,-8 3 0,-5 6 0,0 12 0,0 9 0,4 10 0,-1 2 0,3 4 0,-2 1 0,13 2 0,0 7 0,5-1 0,9 2 0,3-2 0,8-4 0,10 4 0,10-9 0,24-3 0,8-7 0,15 2 0,7-11 0,5-6 0,3-6 0,2-6 0,4-6 0,-4-11 0,3-3 0,-10-9 0</inkml:trace>
  <inkml:trace contextRef="#ctx0" brushRef="#br1" timeOffset="166">27844 14941 8912,'11'11'0,"1"1"0,1-1 0,0 1 0,1-3 0,-3-1 0,-1 0 0,3-5 0,-1 3 0,-9 0 0,5-6 0,-8 0 0,-2-2 0,-4-4 0,5 4 0,-9-11 0,4 7 0,4 0 0,-7 5 0,3-5 0,4 4 0,-7-6 0,3 8 0,4-7 0,-11 3 0,5-6 0,-2 3 0,-1-7 0,-6 5 0,-1-9 0,7 7 0,-1 0 0,1-7 0,-6-5 0,-6-1 0,0 1 0,0-2 0,6-4 0,-6-3 0,0 3 0,-6 4 0,6 2 0,-5-2 0,5 3 0,-6-1 0,6 5 0,-6 1 0,6 0 0,-1 6 0,2-1 0,0-1 0,0-3 0,-2 1 0,1 4 0,-2-5 0,2 5 0,2-4 0,-8-3 0,6 3 0,-5 2 0,-3 1 0,-2-1 0,-1-2 0,0-2 0,-1-1 0,1 1 0,-6 0 0,-1 0 0,-4 0 0,4-1 0,-4 3 0,4 4 0,1-5 0,6 5 0,-1-4 0,1-3 0,0 1 0,-1 0 0,6 6 0,1-1 0,-1 1 0,-5-7 0,-1 1 0,1 0 0,-6 6 0,0-1 0,-8 3 0,2-5 0,-2 3 0,2-3 0,4 5 0,8-3 0,-1 7 0,1-7 0,-1 6 0,1-5 0,5 5 0,1-5 0,-1-1 0,-5-5 0,-1 8 0,1 3 0,-6-2 0,-1 2 0,-12 1 0,3 5 0,0 0 0,3 0 0,6 0 0,-4 0 0,6 0 0,-1 2 0,6 1 0,5 3 0,-1 0 0,7-6 0,-6 0 0,6 0 0,-6 0 0,6 0 0,-5 0 0,5 0 0,-14 0 0,3 0 0,0 0 0,-1 0 0,8-2 0,-13-4 0,8 4 0,-8-3 0,3 3 0,3 2 0,-1 0 0,1 0 0,0 0 0,-1 0 0,6 0 0,1 0 0,-1 0 0,-5 0 0,-1 0 0,1 0 0,-1 0 0,1 0 0,5 0 0,1 0 0,-1 5 0,-5 1 0,7 2 0,4-2 0,-2-5 0,2 5 0,-6-4 0,6-2 0,-1 6 0,1 0 0,3 1 0,-4-3 0,-1 2 0,-4-2 0,-2 3 0,3-1 0,-5 7 0,5-3 0,-5 1 0,-1 1 0,1-3 0,4 3 0,-3 3 0,3-3 0,-3 1 0,-3-2 0,3 5 0,3-5 0,-1 3 0,7-3 0,-6 4 0,6-3 0,-6 3 0,6 2 0,-5-2 0,5-3 0,-8 7 0,3-8 0,1 9 0,0-9 0,0 6 0,0 6 0,-1-4 0,-7 4 0,7-4 0,-1-1 0,2-1 0,-5 2 0,1 2 0,1 2 0,-13 2 0,9-3 0,-4 0 0,1 6 0,-1 1 0,-2-2 0,0 3 0,5-7 0,3 8 0,3-3 0,-1 5 0,7 1 0,6-5 0,5-1 0,1-5 0,-7 6 0,7-6 0,-1 6 0,7-6 0,-7 5 0,7 1 0,-7 5 0,6 1 0,-3-1 0,1 0 0,4 1 0,-3 7 0,1 4 0,0 1 0,6-1 0,-2 6 0,-4-1 0,5 3 0,-5 9 0,4-8 0,2 3 0,0-3 0,0 2 0,6-3 0,-1 3 0,9-5 0,-3-6 0,5 1 0,1-7 0,2 8 0,4-2 0,2-4 0,5-2 0,1-3 0,5-3 0,2-5 0,14-1 0,-4-1 0,9 2 0,4-3 0,3-3 0,2-4 0,3 4 0,2-4-233,4-1 0,5-1 233,12 0 0,3 0 0,-43-8 0,0-1 0,43 10 0,-3-1 0,-6 0 0,-4 0 0,-2 0 0,3 1 0,-1-1 0,-2 0 0,2 0 0,-7 0 0,0 1 0,-7-1 0,-1-6-104,-4 1 0,10-9 104,-4 3 0,19-4 0,4-2 0,-2-2-229,-4-4 0,0 3 229,-6-9 0,6 1 0,6-6 0,-4-1 0,4 1 0,-5 6 0,0-1 0,-1 1 0,0 1 0,-8 1 0,-3 3 0,-3 2 0,3-7 0,5 1 0,12-1 0,-12-3 0,0 9 0,-7-9 0,-4 3 0,2-5 0,3-1 0,-3 0 0,4 0 0,1 2 0,-1 3 0,-3-3 0,-9 3 0,-7-1 0,-8 1 0,-6 3 0,-8 3 0,1 2 217,-1-7 1,0 5-218,1-5 0,-3 5 51,-3-5 1,9-1 0,-1-5 0,3 0-52,2-1 0,0-4 245,-2-1 0,2-8-245,4 2 0,2-3 0,-8-2 0,-2-1 0,-9 1 0,3-1 0,-3 1 0,-4 0 0,-2-1 0,-4 3 0,-2 3 0,0-9 0,1 4 0,-7-5 0,1 5 0,-7-2 0,5-4 0,-3-4 0,-3 0 0,-2-6 0,-2 4 0,0-9 0,0-3 0,-7-3 0,-5 10 0,-3-3 0,-2 14 0,-3 6 0,-2 5 0,1 8 0,-8-2 0,6 6 0,-6 5 0,6-1 0,-4 5 0,3 1 0,3-1 0,1 2 0,3 6 0,-2 0 0,-4 0 0,4 2 0,-4 4 0,4-2 0,2 7 0,5-7 0,1 2 0,7 3 0,0 1 0,8 0 0,13 5 0,12-4 0,9 3 0,2-3 0,8 4 0,-4-5 0</inkml:trace>
  <inkml:trace contextRef="#ctx0" brushRef="#br1" timeOffset="167">28343 15921 8912,'0'-17'0,"0"-1"0,0 1 0,0 8 0,9 1 0,8 8 0,3 0 0,8 0 0,3 0 0,1 0 0,9 0 0,-1 0 0,6 0 0,-6 0 0,0 0 0,-6 0 0,1 0 0,-1 0 0,-7 0 0,-4 0 0,-4 0 0,-8 0 0,1 0 0,-8 0 0,1 0 0,-10 0 0,-5-15 0,-7-4 0</inkml:trace>
  <inkml:trace contextRef="#ctx0" brushRef="#br1" timeOffset="168">28842 15543 8912,'9'-18'0,"-3"1"0,-4 6 0,-2-1 0,8 8 0,1-3 0,8 7 0,1 0 0,1 2 0,4 3 0,-2 5 0,7 7 0,1 0 0,4 3 0,-3 1 0,-1 1 0,-8 9 0,2-2 0,-6 1 0,-6-1 0,-3 3 0,-8-3 0,-2 3 0,-4 3 0,-5-6 0,-12-1 0,-2-5 0,-3 6 0,-3-8 0,8 2 0,2-6 0,2-6 0,9-3 0,-5-16 0,5-1 0</inkml:trace>
  <inkml:trace contextRef="#ctx0" brushRef="#br1" timeOffset="169">29530 15353 8912,'-6'-26'0,"1"3"0,-1 6 0,-2 5 0,6 5 0,-13 7 0,7 9 0,-5 8 0,3 10 0,3 5 0,1 3 0,6-1 0,0 1 0,0-1 0,2 0 0,4 1 0,-2-7 0,7 1 0,-5-8 0,5 2 0,1-10 0,5-3 0,0-2 0,0-3 0,0-5 0,1-2 0,-1-3 0,-6-7 0,1-11 0,-3 4 0,3-4 0,1 2 0,-7 0 0,-2-2 0,5 0 0,-7 14 0,6 3 0,-8 12 0,0 5 0,0 5 0,0 1 0,0 2 0,2 2 0,2 2 0,1-2 0,9-4 0,-3-5 0,-1 1 0,1-7 0,-5 5 0,6-5 0,-7 0 0,7-6 0,-8-8 0,3-7 0,-7-8 0,0 0 0,0 4 0,0-2 0,0-2 0,0 0 0,0 6 0,-7-1 0,3 3 0,-8 4 0,7 1 0,-7 4 0,8 4 0,-3-5 0,7 7 0</inkml:trace>
  <inkml:trace contextRef="#ctx0" brushRef="#br1" timeOffset="170">30081 15457 8912,'0'-18'0,"0"1"0,0 0 0,0 8 0,-8 1 0,6 16 0,-4 3 0,3 10 0,-3 2 0,4 7 0,-6-1 0,3 4 0,-1 1 0,0-5 0,6-1 0,-2-5 0,-4 6 0,5-8 0,-5 2 0,4-4 0,2-2 0,0 0 0,0-7 0,0-4 0,0-12 0,0-6 0,0-9 0,2-3 0,4-3 0,3-4 0,8-9 0,-5 4 0,-1-2 0,1 5 0,-3 4 0,5 8 0,-9-1 0,7 8 0,-6 3 0,1 7 0,-1-2 0,-4 4 0,8 10 0,-5 3 0,-3 5 0,4 1 0,-2 0 0,0 0 0,3 0 0,3 1 0,-6-1 0,1 0 0,3-6 0,-2 1 0,7-8 0,-1 1 0,-3-3 0,3-2 0,-1 0 0,8-7 0,2-5 0,2-3 0,-2-2 0,-4 0 0,-5-1 0,3 1 0,-3 0 0,1 0 0,0 0 0,-1-1 0,-6 9 0,5 3 0,-7 4 0,5 8 0,-5 2 0,2 1 0,-2 5 0,4 1 0,-3 2 0,3-6 0,-2-1 0,3 0 0,1-1 0,5-5 0,-5 4 0,7-8 0,0 0 0,0 0 0,-5-2 0,-1-4 0,-1-4 0,1-7 0,3 0 0,-7 0 0,3 0 0,-6-1 0,3 7 0,-7 0 0,0 7 0,0-2 0,0 12 0,0 5 0,-5 4 0,-1 3 0,-6-1 0,7 0 0,-7-6 0,6 1 0,-1-3 0,1 3 0,4-2 0,-4-5 0,4-3 0,4 4 0,4-14 0,6-9 0,3 0 0,2-6 0,6 4 0,0 2 0,0-1 0,-6 1 0,0 0 0,1 0 0,-7 5 0,0 3 0,3 1 0,-6 2 0,5 8 0,-7 4 0,-1-2 0,-5 7 0,0-7 0,8 12 0,3-5 0,5-3 0,1-1 0,0-7 0,0-7 0,1 3 0,-1-8 0,-6 9 0,1-3 0,-8-4 0,5 8 0,-3-3 0,-4 3 0,5 2 0,-7 0 0,2 2 0,4 3 0,-2-1 0,7 8 0,1-9 0,5 7 0,0-6 0,0 2 0,1-3 0,-1-1 0,0-2 0,0-2 0,1-3 0,-7 1 0,0-8 0,-7 1 0,2-6 0,-4-1 0,-2 1 0,0 0 0,0 0 0,-8 0 0,-3 0 0,-4-1 0,-3 3 0,1 4 0,0 5 0,0 4 0,7 4 0,4 4 0,4-3 0,2 9 0,0-1 0,0 7 0,10-7 0,7 0 0,2-7 0,10 2 0,0-4 0,5-4 0,1-2 0,-1-2 0,0-5 0,1 5 0,-3-5 0,-3 5 0,-4-7 0,-8 1 0,-5-3 0,-1-2 0,-5 5 0,5 1 0,-7-1 0,4-5 0,-8 8 0,-2 3 0,-2 12 0,-4 5 0,-1 4 0,-1 4 0,-1 4 0,-3-2 0,9 8 0,-7-8 0,6 2 0,-1 2 0,1-2 0,4 0 0,-4-6 0,4-6 0,2 1 0,-7-8 0,7-6 0,0-15 0,2-8 0,9-10 0,6-1 0,6-4 0,0 2 0,-6-8 0,6 8 0,0-3 0,6 7 0,-4 5 0,0 7 0,0 2 0,3 5 0,-5 4 0,6 5 0,-6 12 0,-2 5 0,-10 12 0,5 4 0,-5 7 0,-1 2 0,-1 3 0,1 1 0,-1-2 0,-5 0 0,2 2 0,-4-9 0,-2 3 0,-8-3 0,-1 3 0</inkml:trace>
  <inkml:trace contextRef="#ctx0" brushRef="#br1" timeOffset="171">30150 16162 8912,'-35'0'0,"1"0"0,-1 0 0,-5 1 0,0 5 0,-8 6 0,4 11 0,0 3 0,4 1 0,6 7 0,5 1 0,4 1 0,8 10 0,7-8 0,5 2 0,3-5 0,4-7 0,3-5 0,7-4 0,3-3 0,2-5 0,1-3 0,-1-8 0,6-2 0,0-4 0,7-9 0,-1-8 0,-2-8 0,1 3 0,-5-7 0,6-5 0,0-6 0,-3-3 0,1-3 0,-4 1 0,-4-3 0,4-3 0,2-3 0,-2-3 0,-2 6 0,-9 11 0,1 4 0,-7 10 0,-2 3 0,-3 12 0,-2 19 0,-5 15 0,-6 10 0,-3 13 0,-2 6 0,0 9 0,-1 4 0,3 3 0,4 2 0,-3-4 0,8-3 0,1-9 0,5-2 0,0-6 0,0 6 0,7-16 0,5-1 0,3-14 0,4-5 0,2-5 0,2-7 0,6-5 0,-6-10 0,2-8 0,-2-4 0,-4-5 0,4-6 0,-12 3 0,-3-3 0,-2 4 0,-1 2 0,1-1 0,-6 1 0,-2 7 0,-4 4 0,-3 12 0,-14 5 0,0 12 0,2 7 0,2 8 0,4 0 0,3 8 0,-1-3 0,7 3 0,0 2 0,6-8 0,0-1 0,0-4 0,14-3 0,3-4 0,11-3 0,1-8 0,4 0 0,3-2 0,4-4 0,6-5 0,-4-10 0,-2-2 0,-3-8 0,-3 3 0,-1-3 0,-5 3 0,-5-3 0,-11 8 0,-5-6 0,-7 7 0,0 4 0,-2 9 0,-3 1 0,-5 2 0,-7 6 0,5 8 0,1 3 0,1 5 0,-3 3 0,3 4 0,3 5 0,-5-1 0,7 2 0,-7-6 0,6 4 0,3-3 0,1-3 0,-4-2 0,0-1 0,0-1 0,6 0 0,0-7 0,0-3 0,8-7 0,2-13 0,7-6 0,0-6 0,0-6 0,6 1 0,0 1 0,0-3 0,-6 3 0,0-2 0,1 3 0,-1 5 0,0 4 0,-2 7 0,-3 1 0,3 7 0,-11 2 0,7 8 0,-7 7 0,2-1 0,-4 3 0,-2 2 0,0 0 0,8-7 0,-5-2 0,9-8 0,-8 0 0,3 0 0,1 0 0,-6 1 0,4 5 0,-4-2 0,-2 7 0,0 1 0,0 5 0,0 0 0,1-1 0,5-5 0,-2 2 0,8-7 0,-1 0 0,6-6 0,0 0 0,1-2 0,-1-4 0,-6-5 0,1-12 0,-8 4 0,1-6 0,-3 2 0,-2 0 0,0 0 0,0 6 0,-2 2 0,-3 3 0,3-3 0,-14 15 0,5 0 0,3 0 0,1 15 0,7-5 0</inkml:trace>
  <inkml:trace contextRef="#ctx0" brushRef="#br1" timeOffset="172">31268 16058 8912,'0'-17'0,"2"0"0,4 0 0,-4 5 0,3 1 0,-3 5 0,-2-5 0,0 7 0,8-4 0,-6 10 0,4 4 0,-4 5 0,-2 10 0,0 4 0,0 2 0,0 2 0,0 5 0,-6-5 0,0-1 0,-2-5 0,3 6 0,1-8 0,-6 2 0,3-4 0,1-8 0,6 1 0,0-8 0,0-12 0,0-15 0,10-7 0,5-7 0,6-1 0,0-2 0,0 0 0,2 5 0,-4 3 0,4 3 0,-4 4 0,-2 8 0,-5 2 0,-1 3 0,-5 3 0,5 7 0,3 2 0,-7-2 0,-1 14 0,-4-1 0,-2 6 0,0 6 0,0 0 0,0 0 0,0-6 0,0 0 0,0-5 0,0-1 0,2-7 0,4 2 0,-2-4 0,7-2 0,-5 0 0,5 0 0,1-2 0,-3-4 0,7-3 0,-5-9 0,2 7 0,-1-1 0,3 1 0,-11 0 0,7-1 0,-7 8 0,4-3 0,-6 12 0,4 1 0,-4 2 0,3-3 0,5-3 0,-1 12 0,9-9 0,-1-1 0,0-2 0,0-2 0,-1-2 0,-5-3 0,4 3 0,-3-6 0,3 0 0,-5 6 0,-1-5 0,-3 7 0,-4 0 0,7 0 0,-5 2 0,2 3 0,0-1 0,-6 8 0,0-1 0,0 6 0,0 1 0,0-9 0,0-1 0,0-8 0,0-8 0,0-1 0</inkml:trace>
  <inkml:trace contextRef="#ctx0" brushRef="#br1" timeOffset="173">31836 15783 8912,'0'-17'0,"0"0"0,0 0 0,8 0 0,1 7 0,8 4 0,1 6 0,-1 6 0,2-2 0,4 5 0,6-1 0,3 13 0,3-2 0</inkml:trace>
  <inkml:trace contextRef="#ctx0" brushRef="#br1" timeOffset="174">32111 15990 8912,'-17'0'0,"0"0"0,0 0 0,0 0 0,-1 0 0,7 5 0,-1 1 0,9 0 0,-5 1 0,8 5 0,0-4 0,0 7 0,0-13 0,0 13 0,2-13 0,4 4 0,-5-4 0,15-4 0,-5-4 0,5 2 0,1-5 0,0 1 0,0 4 0,6-4 0,0 3 0,6-1 0,-6 6 0,5-2 0,-5-4 0,6 4 0,-6-3 0,6 3 0,-5 2 0,1 0 0,0 0 0,4-6 0,-6 0 0,-2-1 0,-10 1 0,5 4 0,-13-11 0,9 7 0,-10-5 0,-2 3 0,-10-2 0,-5 6 0,-2-1 0,0 3 0,-1 2 0,1 0 0,0 0 0,0 2 0,1 3 0,5 7 0,-4-4 0,11 5 0,-8-7 0,9 1 0,-3-1 0,4-4 0,2 6 0,2-8 0,2 2 0,1 3 0,9-3 0,-5 6 0,9-8 0,-1 0 0,0 0 0,-6 6 0,1-1 0,-1 3 0,7-4 0,-1 1 0,0 1 0,0-6 0,2 0 0,4 0 0,-4 0 0,4 0 0,-4-2 0,-1-3 0,-1-5 0,0-7 0,0 0 0,8-16 0,2-3 0</inkml:trace>
  <inkml:trace contextRef="#ctx0" brushRef="#br1" timeOffset="175">32800 15594 8912,'0'-11'0,"0"-1"0,-8 8 0,6-3 0,-5 9 0,7 3 0,0 11 0,0 7 0,0 7 0,0-1 0,0 5 0,0 4 0,0 3 0,0-3 0,0 4 0,0-2 0,-2 2 0,-4-4 0,-6 2 0,-3 0 0,-2-7 0,0-4 0,-6-5 0,-2-8 0,0-5 0,0-5 0,0-4 0,2-2 0,10-10 0,-4-7 0,11-8 0,0-9 0,6-1 0,6 1 0,4 2 0,7 3 0,2-2 0,4 8 0,6 2 0,3 2 0,-3 8 0,-1-1 0,1 9 0,6-3 0,-1 4 0,0 2 0,-7 0 0,-4 2 0,-4 2 0,-2 1 0,-1 9 0,-5-3 0,-3-1 0,-8 1 0,0 1 0,0 5 0,0 0 0,0 0 0,0 0 0,6 1 0,1-3 0,3-4 0,-4 3 0,5-9 0,0 1 0,7-6 0,-1 0 0,-6-6 0,1 1 0,-8-9 0,1 3 0,-3-4 0,-2-3 0,0 1 0,0 0 0,0 0 0,-5 5 0,-1 1 0,-2 5 0,2-5 0,5 5 0,-5-5 0,4-1 0,2-5 0</inkml:trace>
  <inkml:trace contextRef="#ctx0" brushRef="#br1" timeOffset="176">33178 15886 8912,'18'0'0,"-1"0"0,0 2 0,0 4 0,0 4 0,1 7 0,-7 2 0,1 4 0,-9-4 0,3 4 0,-4 2 0,-2 0 0,0-1 0,0 1 0,-6-8 0,1-5 0,-3-3 0,2 3 0,4-4 0,-5-22 0,7-5 0,1-8 0,5-9 0,10 0 0,6-10 0,9 6 0,-2-6 0,5 6 0,6-6 0,-3 8 0,12-4 0,-5 7 0</inkml:trace>
  <inkml:trace contextRef="#ctx0" brushRef="#br1" timeOffset="177">32025 16626 8912,'0'-23'0,"0"-2"0,0 0 0,0 0 0,-2 4 0,-1 2 0,-3 2 0,-2 6 0,2 1 0,-5 2 0,-4 3 0,-2 5 0,-1 2 0,1 3 0,0 5 0,0 7 0,1 2 0,5 4 0,-4 4 0,3 7 0,-3 8 0,-2 4 0,-1 4 0,1 1 0,0 1 0,0-1 0,0 1 0,-1 0 0,7-8 0,-1-4 0,9 0 0,-3-6 0,-2 8 0,2-13 0,3-4 0,1-4 0,0-12 0,-4-3 0,4-4 0,-7-12 0,3-7 0,4-2 0,-4-10 0,-1 6 0,-1-3 0,0 1 0,1 4 0,-5 0 0,6-2 0,-7 4 0,2-4 0,-3 4 0,3 2 0,-3-1 0,9 1 0,-7 0 0,8 0 0,6 0 0,8 1 0,13 5 0,3-2 0,9 7 0,7-2 0,4 2 0,5 5 0,7-5 0,-10 4 0,3 2 0,-12 0 0,-3 2 0,-7 2 0,-5 1 0,-8 9 0,-9-5 0,-7 8 0,-9 1 0,-8-1 0,-1 2 0,-5 2 0,4 2 0,2-2 0,2-2 0,3-2 0,5 0 0,7 1 0,0-1 0,0 0 0,2-6 0,3 1 0,5-8 0,7 1 0,0-3 0,1-2 0,1-7 0,4-5 0,-10-3 0,4-2 0,-5 0 0,-1-1 0,-1 1 0,-5 0 0,-3 0 0,4 0 0,-4-1 0,-2 1 0,2 6 0,4-1 0,1 7 0,5-7 0,11 1 0,-4-7 0</inkml:trace>
  <inkml:trace contextRef="#ctx0" brushRef="#br1" timeOffset="178">32335 16832 8912,'0'-17'0,"2"5"0,4 1 0,-2 1 0,7-1 0,1 3 0,5 10 0,0 4 0,0 4 0,-2 9 0,-1 4 0,-3 5 0,-5 3 0,6-3 0,-9-1 0,3-4 0,2-4 0,-3 4 0,1-4 0,-6-2 0,0-7 0,2-4 0,4-12 0,-2-9 0,7-10 0,3-2 0,1-3 0,8-9 0,0-1 0,5 6 0,-5 5 0,0 14 0,-6-2 0,1 11 0,-3 2 0,-4 16 0,-3 7 0,-8 15 0</inkml:trace>
  <inkml:trace contextRef="#ctx0" brushRef="#br1" timeOffset="179">31905 17692 8912,'-17'-10'0,"-6"-3"0,0 7 0,2 0 0,2-1 0,7 5 0,1-4 0,7 4 0,-2 2 0,12 2 0,5 4 0,5-4 0,1 3 0,6-3 0,0-2 0,5 0 0,-5 0 0,6 0 0,-6 0 0,-2 0 0,-2-7 0,-4 3 0,-3-8 0,-4 7 0,-8-7 0,-2 7 0,-4-7 0,-4 8 0,-7-2 0,0 5 0,-2 1 0,-2 1 0,-2 5 0,-2 6 0,2 11 0,4-2 0,-4 7 0,10-1 0,1 2 0,8 3 0,-1-3 0,18-4 0,10-2 0,9-4 0,9-2 0,4-8 0,13-3 0,-10-4 0,3-2 0,-9-9 0,4-9 0,-13-1 0,1-9 0,-13 7 0,-2-4 0,-7 2 0,-5 0 0,-3-2 0,-10 2 0,3 10 0,-9-4 0,1 9 0,-7-4 0,1 9 0,0-3 0,0 12 0,2 5 0,3 4 0,-1 3 0,7-1 0,-6 0 0,7 0 0,-1-5 0,6-1 0,0-5 0,0 5 0,0 3 0,0-7 0,0 1 0,0-8 0,2 0 0,4 0 0,5 0 0,4 0 0,3 0 0,-1 0 0,0 0 0,0 0 0,2 0 0,4 0 0,-2 0 0,8 0 0,0 0 0,-3 0 0,5 0 0,-8 0 0,2-2 0,-2-4 0,-4 2 0,4-7 0,-4 0 0,-2-7 0,-5 1 0,-3 0 0,-1 0 0,-4 0 0,-2 5 0,-2 1 0,0-1 0,-10 3 0,-7 3 0,0 4 0,-8 4 0,8 6 0,-1 7 0,1 6 0,2 7 0,3-5 0,-1 2 0,7-2 0,1-4 0,5 4 0,0-4 0,0-2 0,0 1 0,9-9 0,8-3 0,8-4 0,10-2 0,1-4 0,4-7 0,2-3 0,4-14 0,2-1 0,-8-5 0,-2-3 0,-1-3 0,-11 4 0,-3-4 0,-6 3 0,-5 3 0,-4 7 0,-8 4 0,-2 12 0,-2 3 0,-4 3 0,-1-1 0,-3 2 0,-5 10 0,6 9 0,-1 8 0,2 6 0,-1-7 0,1 9 0,5-2 0,3 1 0,-4-1 0,2 3 0,0-5 0,-1 0 0,1-4 0,2-4 0,2-2 0,0 0 0,0-5 0,0-1 0,0-7 0,2 4 0,4-8 0,3-6 0,8 0 0,1 0 0,-1 6 0,2 0 0,4 0 0,-4 8 0,4 4 0,-4 3 0,-2 2 0,0 0 0,1 2 0,-3 2 0,-4 2 0,-3 6 0,-8-6 0,0 0 0,-15-6 0,-4 0 0</inkml:trace>
  <inkml:trace contextRef="#ctx0" brushRef="#br1" timeOffset="180">31957 18448 8912,'-18'-15'0,"3"2"0,4 1 0,5-1 0,4-3 0,2-1 0,0 6 0,0-1 0,8 9 0,3-3 0,4 4 0,3 2 0,6 6 0,5-1 0,-2 14 0,1-1 0,-6 5 0,0-1 0,-2 0 0,-3 6 0,-8-5 0,-3 4 0,-4 0 0,-2-1 0,-2-5 0,-4 2 0,-5-4 0,-12-1 0,2-3 0,-8-4 0,8 3 0,-2-9 0,4-1 0,2-10 0,0-3 0</inkml:trace>
  <inkml:trace contextRef="#ctx0" brushRef="#br1" timeOffset="181">32232 18276 8912,'-17'0'0,"5"2"0,1 4 0,-1 4 0,-5 7 0,-8 9 0,-2 9 0,1 11 0,3 9 0,11 0 0,6 9 0,14-7 0,9 6 0,16-15 0,13-3 0,9-16 0,4-12 0,3-9 0,1-14 0,6-3 0</inkml:trace>
  <inkml:trace contextRef="#ctx0" brushRef="#br1" timeOffset="182">3924 15147 8912,'0'10'0,"0"-3"0,0-9 0,0-3 0,0 3 0,0-8 0,-2 6 0,-4-1 0,4-9 0,-6 5 0,1-8 0,5 7 0,-6 0 0,8 5 0,0 1 0,-2-6 0,-3 3 0,3-1 0,-4 2 0,4 3 0,2-9 0,0-1 0,-6-3 0,0-1 0,1 6 0,5-1 0,0 1 0,0-6 0,-6 5 0,0 1 0,1 5 0,5-5 0,0 7 0,-2-4 0,-2 10 0,-2 4 0,0 3 0,6 8 0,0 6 0,0 0 0,0 8 0,0-2 0,0 3 0,0 2 0,0 1 0,0-1 0,0-5 0,0-2 0,0-3 0,0-3 0,0-1 0,0-3 0</inkml:trace>
  <inkml:trace contextRef="#ctx0" brushRef="#br1" timeOffset="183">4388 14872 8912,'-9'0'0,"-7"0"0,14 0 0,-5 2 0,7 4 0,0 3 0,0 8 0,0 1 0,0 1 0,0 2 0,0 2 0,6 5 0,-1-5 0,7 8 0,-7-3 0,9 5 0,-3 1 0,5-7 0,1-4 0,0 0 0,0-6 0,0 4 0,1-11 0</inkml:trace>
  <inkml:trace contextRef="#ctx0" brushRef="#br1" timeOffset="184">5163 14889 8912,'5'-17'0,"1"0"0,-2 0 0,-2 7 0,-2 4 0,0 12 0,0 6 0,0 11 0,6 5 0,-1 10 0,-1 2 0,-2-1 0,4 5 0,-1 1 0,9-1 0,-3 2 0,10-6 0,2 6 0,8-2 0,-2 2 0,9-4 0,2-8 0,15-7 0,-1-2 0</inkml:trace>
  <inkml:trace contextRef="#ctx0" brushRef="#br1" timeOffset="185">6711 14889 8912,'0'10'0,"0"5"0,8-5 0,-6 7 0,4 0 0,-2 6 0,1 0 0,-1 7 0,8-1 0,-1 5 0,6 7 0,2-5 0,4 6 0,6-4 0,3-3 0,5 1 0,3-13 0,4 0 0,8-14 0,-1-1 0</inkml:trace>
  <inkml:trace contextRef="#ctx0" brushRef="#br1" timeOffset="186">7847 15010 8912,'0'17'0,"2"-4"0,4 4 0,0-3 0,9 11 0,6-1 0,4 5 0,-2-2 0,5 1 0,7 1 0,5 6 0,-2-9 0,-9-3 0,3-11 0,-3-7 0,4-3 0,1-2 0</inkml:trace>
  <inkml:trace contextRef="#ctx0" brushRef="#br1" timeOffset="187">8949 14924 8912,'0'-12'0,"0"1"0,0 5 0,0-5 0,0 14 0,0 5 0,0 15 0,1 0 0,5 2 0,-2-4 0,7 7 0,1-5 0,5 6 0,0-2 0,1 1 0,4-3 0,1-8 0,2 1 0,-2-1 0,12 0 0,9 0 0</inkml:trace>
  <inkml:trace contextRef="#ctx0" brushRef="#br1" timeOffset="188">9895 14958 8912,'0'10'0,"-6"5"0,1-4 0,-1 5 0,6 1 0,0 2 0,2 2 0,3 4 0,7 2 0,5-1 0,6 3 0,4-4 0,7-8 0,8 0 0,2 0 0,8 1 0</inkml:trace>
  <inkml:trace contextRef="#ctx0" brushRef="#br1" timeOffset="189">13388 14803 8912,'18'-34'0,"-1"5"0,0 3 0,0 1 0,-7 7 0,-5 7 0,-3 7 0,-4-3 0,-1 8 0,-3 5 0,-6 9 0,7 8 0,-7 6 0,7-4 0,1 2 0,2 3 0,2 3 0,0 1 0,0-5 0,0-1 0,0-1 0,0 2 0,15-4 0,4-8 0</inkml:trace>
  <inkml:trace contextRef="#ctx0" brushRef="#br1" timeOffset="190">14094 14820 8912,'-8'18'0,"6"-1"0,-3 0 0,1 8 0,-2 4 0,4 11 0,-6 4 0,3 1 0,-1 1 0,0-2 0,6 2 0,-7 4 0,-5-4 0,-3 3 0,-10-5 0,-2-2 0</inkml:trace>
  <inkml:trace contextRef="#ctx0" brushRef="#br1" timeOffset="191">1119 17262 8912,'-18'6'0,"1"-1"0,0 7 0,2-5 0,1 3 0,5 3 0,1 3 0,2 1 0,6 0 0,0 2 0,0 2 0,0 2 0,0-2 0,0 4 0,2 0 0,2 2 0,2 3 0,1 1 0,-1-3 0,-4 3 0,4-8 0,-4 0 0,-2 2 0,0-12 0,0 4 0,0-11 0,0 2 0,0-8 0,0-8 0,-2 0 0,-2-5 0,-2 1 0,-1 9 0,1-3 0,4 2 0,-4-2 0,4 4 0,2-5 0,-7 7 0,5-8 0,-6 6 0,8-5 0,0 7 0,0 0 0,-8 0 0,-1 0 0</inkml:trace>
  <inkml:trace contextRef="#ctx0" brushRef="#br1" timeOffset="192">1033 17228 8912,'-23'-6'0,"0"0"0,2 0 0,1-1 0,11 3 0,3-8 0,14 5 0,9-10 0,16 1 0,14-12 0,7-1 0,3 2 0,1-3 0,-7 7 0,1 0 0,-1 6 0,-3 1 0,-8 5 0,-3 5 0,-20 12 0,-4 3 0,-13 16 0,0 2 0</inkml:trace>
  <inkml:trace contextRef="#ctx0" brushRef="#br1" timeOffset="193">1119 17589 8912,'-8'-10'0,"6"-5"0,-4 3 0,6-3 0,6-2 0,11 0 0,12-2 0,5-2 0,6-2 0,3-6 0,2 6 0,5-8 0,-6 5 0,8-9 0</inkml:trace>
  <inkml:trace contextRef="#ctx0" brushRef="#br1" timeOffset="194">1583 17417 8912,'-27'17'0,"3"2"0,6 4 0,7 4 0,-1 7 0,9 0 0,-3 1 0,4-1 0,2 1 0,8-11 0,3-6 0,10-3 0,2-9 0,0-3 0,2-1 0,0-11 0,3-8 0,3-3 0,-8-8 0,-2-1 0,-10-5 0,3 1 0,-8 5 0,-1-3 0,-5 8 0,0 0 0,0 6 0,-5 0 0,-3 2 0,0 1 0,1 3 0,-7 7 0,10-4 0,-7 8 0,7 0 0,-4 0 0,8 0 0,0 0 0</inkml:trace>
  <inkml:trace contextRef="#ctx0" brushRef="#br1" timeOffset="195">1979 17348 8912,'-8'-10'0,"6"-5"0,-5 13 0,7-6 0,2 8 0,3 0 0,5 2 0,7 4 0,0 6 0,1 11 0,3 1 0,-2 7 0,-4-2 0,0 1 0,-1 3 0,-3 1 0,3-2 0,-9-3 0,1-4 0,-6-8 0,0 0 0,0-9 0,0-8 0,0-15 0,2-16 0,2-7 0,2-8 0,5-4 0,-5-1 0,5-1 0,-5 1 0,7 3 0,-1 8 0,3 2 0,2 15 0,1 2 0,-1 9 0,0-3 0,0 5 0</inkml:trace>
  <inkml:trace contextRef="#ctx0" brushRef="#br1" timeOffset="196">3046 17038 8912,'-8'-17'0,"-1"8"0,-3 1 0,1 8 0,7 4 0,-2 7 0,4 5 0,2 18 0,0-3 0,0 9 0,0 4 0,0 1 0,0-1 0,0 2 0,2 0 0,2 6 0,2-1 0,-2 1 0,-2-6 0,-2 0 0,0-8 0,0 2 0,0-6 0,0-5 0,-8-4 0,-2-16 0,-7-1 0</inkml:trace>
  <inkml:trace contextRef="#ctx0" brushRef="#br1" timeOffset="197">2857 17520 8912,'-12'-6'0,"1"0"0,7 1 0,-4-3 0,8-3 0,8-5 0,3-1 0,12-6 0,6 0 0,5-7 0,7 1 0,-3-4 0,8-1 0,0 0 0,3-1 0,-3 1 0,-6 0 0,-5 7 0,-7 4 0,-5 4 0,-11 2 0,-5 7 0,-7 2 0,-1 8 0,-5 0 0,4 2 0,-4 4 0,4-2 0,2 7 0,0 1 0,0 5 0,0 6 0,0 0 0,0-2 0,0-2 0,2 4 0,4 0 0,-4 0 0,4-6 0,-3 6 0,3 0 0,-4 0 0,4-6 0,-2 0 0,1 0 0,-3-5 0,4-1 0,-2-7 0,0 4 0,1-1 0,9-5 0,-10 6 0,7-8 0,-5 0 0,5 0 0,1-8 0,5 6 0,0-3 0,2 3 0,2 2 0,2 0 0,-2 0 0,4 0 0,-2 0 0,8 0 0,-3 0 0,-1 0 0,2 0 0,-6-2 0,5-4 0,-5-2 0,6-3 0,-8-10 0,2 4 0,-4-4 0,-2 3 0,-1-1 0,-5-2 0,-5-2 0,-4 1 0,-2 4 0,-8 9 0,-3 3 0,-5 8 0,-1 9 0,-2 9 0,-4 14 0,4 14 0,-4 3 0,4 12 0,2 0 0,1 2 0,5-2 0,3 0 0,10-9 0,6-8 0,9-8 0,8-9 0,9-18 0,8-3 0,4-8 0,2-10 0,-2-7 0,4-16 0,-6-10 0</inkml:trace>
  <inkml:trace contextRef="#ctx0" brushRef="#br1" timeOffset="198">5197 17142 8912,'-6'-18'0,"-1"1"0,-3 0 0,-1 0 0,-1 2 0,1 3 0,-1-1 0,-5 7 0,2 0 0,3-1 0,-3 5 0,3-2 0,-3 8 0,-2 7 0,2 14 0,1 7 0,3 9 0,-3 2 0,5 9 0,-3 5 0,9 6 0,-3-5 0,4-1 0,2 2 0,8-5 0,3 3 0,4-13 0,3-10 0,6-9 0,5-13 0,4-5 0,1-10 0,0-9 0,1-11 0,-1-9 0,1-8 0,-9-3 0,-3-2 0,-11-5 0,-6 4 0,-5-2 0,-1 3 0,0 4 0,0 13 0,0 3 0,0 8 0,0 0 0,-7 7 0,5 10 0,-4 11 0,4 10 0,2 2 0,0 8 0,0-2 0,2 3 0,4 2 0,2 3 0,3 3 0,4-10 0,-1 5 0,5-5 0,4-3 0,0-2 0,-6-8 0,6-7 0,0-5 0,0-3 0,-6-2 0,0-2 0,0-3 0,1-5 0,-1-7 0,-6-6 0,1 0 0,-8-7 0,1 3 0,-1 0 0,2 4 0,-4-4 0,5 8 0,-7-4 0,0 10 0,0 2 0,0 7 0,0-2 0,0 12 0,0 3 0,0 8 0,2 3 0,4 2 0,2-2 0,3 3 0,5-4 0,-5-2 0,4-6 0,2 1 0,-5-8 0,-1 1 0,1 5 0,5-8 0,-2 2 0,-3-8 0,-3 0 0,-3-8 0,-4 7 0,4-7 0,-4 1 0,-2-1 0,0 1 0,0 7 0,0-4 0,2 8 0,3 0 0,-3 8 0,14 2 0,-7 5 0,8-4 0,1 5 0,-1-7 0</inkml:trace>
  <inkml:trace contextRef="#ctx0" brushRef="#br1" timeOffset="199">5989 17485 8912,'17'0'0,"0"0"0,-5 0 0,-1 0 0,0 0 0,7 0 0,-1 0 0,-6 0 0,1 0 0,-1 8 0,5 2 0,-3 7 0,-3 0 0,-3 0 0,-1 0 0,-6 1 0,0-1 0,0-8 0,0-1 0,0-10 0,0-4 0,0-5 0,0-10 0,0-2 0,6-8 0,-1 3 0,3-3 0,-2 2 0,-2-1 0,7 7 0,-1 0 0,3 8 0,-2 1 0,3 3 0,1 7 0,2-2 0,1 4 0,-1-5 0,0-3 0</inkml:trace>
  <inkml:trace contextRef="#ctx0" brushRef="#br1" timeOffset="200">6488 17417 8912,'-10'-8'0,"1"6"0,5-6 0,-2 1 0,0 5 0,6 2 0,0 11 0,0 5 0,0 3 0,0 2 0,2 4 0,4 1 0,-2-3 0,5 4 0,1 0 0,-1 0 0,-3-6 0,6 1 0,-7-4 0,5-5 0,-2-2 0,5-7 0,-2 2 0,-1-6 0,1-6 0,-5-3 0,6-8 0,-3-8 0,5-4 0,-5-3 0,-1-3 0,3 8 0,-5 5 0,2-1 0,-3 5 0,-3-3 0,6 12 0,-6 9 0,4 11 0,-3 5 0,9 7 0,-6 1 0,5-1 0,3 0 0,7-6 0,3-1 0,3-5 0,4 3 0,9-9 0,-4-1 0,4-10 0,-5-3 0,-7-8 0,3-6 0,-8 0 0,-4 0 0,-5-2 0,-1 6 0,-7-4 0,-3 4 0,-8 2 0,-5 1 0,-7 5 0,-2 3 0,-4 8 0,-4 0 0,0 0 0,-3 10 0,7 7 0,-2 8 0,2 9 0,6 1 0,0-1 0,1 0 0,11 1 0,1-3 0,2-3 0,9 3 0,5-3 0,11-6 0,6-6 0,5-2 0,6-9 0,-2 0 0,8-6 0,-7-2 0,1-4 0,-6-5 0,-5-4 0,1-3 0,-7 1 0,8-8 0,-4-1 0</inkml:trace>
  <inkml:trace contextRef="#ctx0" brushRef="#br1" timeOffset="201">7727 17262 8912,'-12'9'0,"1"-3"0,-1-4 0,-5-2 0,0 0 0,7 2 0,5 4 0,10-4 0,7 3 0,9 3 0,2-2 0,0 1 0,-6-1 0,8 4 0,2 7 0</inkml:trace>
  <inkml:trace contextRef="#ctx0" brushRef="#br1" timeOffset="202">7864 17606 8912,'-2'25'0,"-1"-6"0,-3-6 0,-7-1 0,11-1 0,-4 0 0,6-7 0,6 2 0,5-4 0,12-2 0,-2-6 0,8-1 0,1-3 0,-5-1 0,0-7 0</inkml:trace>
  <inkml:trace contextRef="#ctx0" brushRef="#br1" timeOffset="203">9241 17589 8912,'-6'-12'0,"1"1"0,-1 7 0,-2-11 0,-1 5 0</inkml:trace>
  <inkml:trace contextRef="#ctx0" brushRef="#br1" timeOffset="204">9310 17503 8912,'8'-10'0,"-7"1"0,5 3 0,-4-4 0,-2-7 0,0 0 0,0 0 0,0-1 0,0 1 0,0 0 0,0 0 0,0 0 0,0-1 0,0 1 0,-2 8 0,-4 3 0,-3-2 0,-8 3 0,-6 8 0,0 15 0,-8 10 0,3 18 0,-3 13 0,2 12 0,4 2 0,8 7 0,8-2 0,3 2 0,12-11 0,5-11 0,18-15 0,5-8 0,18-10 0,-1-16 0,3-11 0,0-13 0,-5-12 0,-3-13 0,2-4 0,-8-7 0,-2-3 0,-9-3 0,-6 3 0,-12-3 0,3-2 0,-8 2 0,-8-1 0,-12 9 0,-9 1 0,-11 2 0,-8 10 0,-10 1 0,-5 10 0,-1 14 0,1 3 0,5 8 0,3 8 0,3 3 0,6 7 0,11 5 0,12 3 0,11 9 0,8-1 0,9 0 0,11-1 0,18-4 0,4-5 0,15-14 0,2-2 0</inkml:trace>
  <inkml:trace contextRef="#ctx0" brushRef="#br1" timeOffset="205">10687 17056 8912,'0'-27'0,"-2"-6"0,-4 7 0,-6-1 0,-3 4 0,-8 4 0,-2 2 0,-1 1 0,-5 5 0,4 3 0,-1 8 0,-5 2 0,-5 4 0,1 11 0,-3 12 0,4 11 0,0 8 0,-3 7 0,-1 8 0,0 12 0,6 5 0,7 6 0,4 5 0,12 1 0,7-42 0,4 1 0,1 1 0,3 0 0,4-2 0,2-1 0,14 41-232,11-10 0,7-13 232,4 2 0,-2-14 0,2-3 0,-6-14 0,4-11 0,-2-3 0,-4-3 0,-1-3 0,-3-7 0,-2-3 0,-3-8 0,-4 0 0,-8 0 0,0 0 0</inkml:trace>
  <inkml:trace contextRef="#ctx0" brushRef="#br1" timeOffset="206">10996 17606 8912,'-5'-19'0,"-3"-2"0,-2-2 0,-3 2 0,-2 9 0,5 12 0,3 12 0,1 3 0,0 2 0,0 0 0,6 1 0,0 1 0,0 4 0,0-4 0,0 4 0,0-4 0,0-2 0,0 0 0,0 0 0,-2 1 0,-1-1 0,-3 0 0,2 0 0,-6 0 0,1 0 0,-1-7 0,3-2 0,7-16 0,0-5 0,0-10 0,0-12 0,7-7 0,5-9 0,3-1 0,2 1 0,-5 5 0,-1 0 0,1 10 0,5 1 0,-8 3 0,-1 11 0,-2 4 0,0 3 0,1 12 0,-1 2 0,-2 10 0,7 13 0,-5 5 0,5 12 0,-5-1 0,6 7 0,-3-6 0,3 6 0,3-8 0,-5 2 0,1-6 0,1-5 0,-7 1 0,7-7 0,-3 0 0,3-6 0,1-5 0,-7-1 0,7-7 0,-3 4 0,7-8 0</inkml:trace>
  <inkml:trace contextRef="#ctx0" brushRef="#br1" timeOffset="207">11599 17692 8912,'-16'-2'0,"5"-4"0,1 4 0,5-4 0,3 5 0,-14 1 0,14 0 0,-5 7 0,7-5 0,0 6 0,0-6 0,0 3 0,0-3 0,0 6 0,0-8 0,7-8 0,-5 4 0,4-7 0,-4 7 0,-2-11 0,0 13 0,0-6 0,0 8 0,0 0 0,0 8 0,0-6 0,0 6 0,2-8 0,4 0 0,-4 0 0,5 0 0,1 0 0,-6 0 0,5 0 0,-7 0 0,8 7 0,2 3 0</inkml:trace>
  <inkml:trace contextRef="#ctx0" brushRef="#br1" timeOffset="208">12253 17210 8912,'-18'6'0,"3"-2"0,4-6 0,-3 0 0,8-9 0,3-3 0,1-1 0,2 5 0,0 3 0,0 7 0,0 2 0,0 3 0,0-1 0,0 8 0,-8-1 0,-1 6 0</inkml:trace>
  <inkml:trace contextRef="#ctx0" brushRef="#br1" timeOffset="209">12098 17193 8912,'17'0'0,"0"0"0,0 2 0,1 4 0,-1 3 0,0 1 0,-2 5 0,-1-1 0,-5 5 0,-1 4 0,-2 1 0,-6-3 0,0 2 0,0-2 0,0 4 0,-2-2 0,-4-2 0,-4-2 0,-1-9 0,1-8 0,3-12 0,3-5 0,10-20 0,5 3 0,10-12 0,4 2 0,2 4 0,-6-4 0,2 2 0,2 1 0,-2 11 0,-1 3 0,-4 8 0,-1 2 0,0 3 0,8 4 0,-6 14 0,4 0 0,-4 7 0,-4-1 0,-1 3 0,-3 2 0,-5-5 0,5-1 0,-5-7 0,6 2 0,-8-4 0,3-2 0,-7 0 0,-2 0 0,-3 0 0,1 0 0,-8 0 0,6 0 0,-5 0 0,-2 0 0,3 1 0,-1 5 0,5 4 0,-4 7 0,3 0 0,1 0 0,6 1 0,0-1 0,0 0 0,0-8 0,2-1 0,4-8 0,5 0 0,4-2 0,3-4 0,-1 3 0,0-9 0,2 1 0,4 1 0,-4-5 0,4 3 0,-4 5 0,-2-7 0,1 9 0,-7-1 0,1 6 0,-9 0 0,7 0 0,-4 0 0,-4 0 0,5 0 0,-5 0 0,4 0 0,-4 0 0,5 2 0,-7 4 0,0-4 0,0 13 0,0-4 0,-1 3 0,-5-3 0,4-1 0,-4-5 0,4 7 0,-5-5 0,5 1 0,-6-8 0,8 0 0,2-2 0,4-4 0,-2-1 0,7-5 0,0-1 0,7 5 0,-1 1 0,0-1 0,-5-3 0,-1 5 0,1-6 0,5 7 0,0-1 0,0 6 0,0-2 0,1-4 0,-1 4 0,0-3 0,-6 3 0,1 2 0,-1 0 0,5-2 0,-3-2 0,-1-2 0,-9-1 0,3 1 0,-4 4 0,6-13 0,-6 13 0,5-6 0,-7 8 0,0 0 0,0 10 0,0 7 0,0 0 0,0 6 0,0-2 0,-2 2 0,-2 4 0,-1-1 0,-3 7 0,2-4 0,-1 1 0,-5-1 0,-3 3 0,3-3 0,-3-2 0,-2 1 0,0-7 0,0 2 0,-1-11 0,1-7 0,2-5 0,3-5 0,5-5 0,7-7 0,0 0 0,0 0 0,7-1 0,5 1 0,3 0 0,2 0 0,2 0 0,4-1 0,-3 7 0,2 0 0,3 1 0,-2-1 0,6-5 0,-6 5 0,0-5 0,2-1 0,-6 0 0,4 0 0,0 5 0,-6 1 0,4 0 0,-10-7 0,-3 1 0,-2 0 0,-4 0 0,-2 0 0,-2 7 0,-4 4 0,-3 4 0,-9 10 0,1 3 0,6 7 0,-1 5 0,6-2 0,-3 5 0,1 1 0,4 0 0,2-4 0,2 5 0,8-7 0,4 2 0,3-4 0,2-1 0,8-3 0,4-4 0,3-11 0,3-9 0</inkml:trace>
  <inkml:trace contextRef="#ctx0" brushRef="#br1" timeOffset="210">13784 17107 8912,'-23'0'0,"0"0"0,-5 8 0,3 3 0,0 5 0,0 1 0,2 6 0,6 0 0,2 5 0,3-5 0,4 6 0,8-6 0,8 4 0,4-10 0,11 2 0,5-13 0,5-1 0,1-5 0,1-2 0,-1-3 0,-2-7 0,-1-9 0,-6-2 0,-6 2 0,0-4 0,-13 2 0,2-1 0,-5 3 0,1-4 0,-6-2 0,-5 6 0,-11-2 0,1 4 0,0 2 0,-2 2 0,-4 3 0,4 4 0,-4 8 0,11 0 0,-3-7 0,6-3 0</inkml:trace>
  <inkml:trace contextRef="#ctx0" brushRef="#br1" timeOffset="211">14318 16849 8912,'-8'-17'0,"-2"-6"0,-7 0 0,4 0 0,-4 6 0,3 6 0,-9 1 0,4 2 0,2 5 0,0 3 0,0 5 0,-1 9 0,1 7 0,6 6 0,1 9 0,2 2 0,5 2 0,-1 8 0,-2-2 0,4-4 0,-4-2 0,4-2 0,2 2 0,0-3 0,0 3 0,2-10 0,4-1 0,-4-6 0,4 5 0,1-7 0,-1 2 0,0-11 0,-6-5 0,0-7 0,-8 0 0,-1 0 0</inkml:trace>
  <inkml:trace contextRef="#ctx0" brushRef="#br1" timeOffset="212">13956 17228 8912,'-17'0'0,"0"0"0,5 0 0,1 0 0,7 0 0,-2-2 0,12-2 0,7-2 0,8 2 0,6-3 0,8 1 0,5-6 0,0 7 0,-2-7 0,-9 6 0,11-15 0,-4 2 0</inkml:trace>
  <inkml:trace contextRef="#ctx0" brushRef="#br1" timeOffset="213">14352 17004 8912,'17'-17'0,"-5"5"0,-1 1 0,1-1 0,5-5 0,0 8 0,0-5 0,0 9 0,1-1 0,-3 8 0,-4 4 0,3-1 0,-8 11 0,-3 5 0,-1 3 0,-4-1 0,-3 6 0,1 0 0,-8 5 0,3-5 0,-3-1 0,-1-7 0,7 2 0,-5-4 0,5-1 0,0-1 0,6-8 0,10-3 0,5-14 0,6-9 0,10-8 0,-4-9 0</inkml:trace>
  <inkml:trace contextRef="#ctx0" brushRef="#br1" timeOffset="214">14713 16901 8912,'-11'11'0,"-1"-1"0,-1-2 0,0 5 0,-1-4 0,3 3 0,-3-1 0,1 3 0,2 9 0,-3-2 0,8 7 0,1-5 0,5 6 0,4-6 0,7 5 0,1-6 0,10 0 0,5 1 0,2-5 0,5 1 0,6-14 0,-9 7 0,3-6 0,-3-1 0,4-5 0</inkml:trace>
  <inkml:trace contextRef="#ctx0" brushRef="#br1" timeOffset="215">12218 17692 8912,'-34'9'0,"1"-1"0,3-8 0,3 0 0,2 0 0,2 0 0,6 0 0,0 0 0,7 8 0,2-7 0,8 15 0,8-9 0,5 7 0,7-3 0,3 3 0,7-5 0,-1 3 0,13-7 0,10 7 0,1-8 0,10 1 0,8 3 0,11-2 0,14-2 0,-40-3 0,2-1 0,10 0 0,2-1-443,12-2 0,2 0 0,9-2 0,2-2 443,-29 0 0,1-1 0,1 0 0,2 2 0,2-1 0,0-1 0,0-1 0,1 0 0,-2-1 0,-4 0 0,-2 1 0,0-1 0,25-3 0,-2-1 0,-8-1 0,-2 0-135,-8 3 0,-2 1 0,-7 2 0,-3 3 135,22 0 0,-23 4 0,-47 2 0,-12 0 0,-15 0 0,-1 0 0,1 0 0,0 0 829,0 0 1,-2 0-830,-4 0 0,-4 8 0,-15 1 0,-2 8 0</inkml:trace>
  <inkml:trace contextRef="#ctx0" brushRef="#br1" timeOffset="216">12235 18294 8912,'0'17'0,"0"-8"0,0-1 0,0-8 0,8-8 0,-6-1 0,4-8 0,-6 1 0,-6 5 0,4-5 0,-11 7 0,5-6 0,0 1 0,1 3 0,-7 1 0,3-1 0,-3-4 0,3 3 0,-4 2 0,3-1 0,-3 7 0,-2-2 0,-1 5 0,1 1 0,0 0 0,0 0 0,0 7 0,-1 5 0,1 5 0,0 6 0,6 4 0,-1 7 0,8 0 0,-1 1 0,3-1 0,2 0 0,2-5 0,3 0 0,5-6 0,7 5 0,0-7 0,0 2 0,1-9 0,-1-3 0,0 1 0,0 5 0,-1 0 0,-5 0 0,2 0 0,-7 1 0,0-7 0,-6 0 0,-2 1 0,-4 5 0,-5 0 0,-6-5 0,-6-1 0,4-7 0,-4 2 0,2-4 0,-2-2 0,3 0 0,-2 0 0,2 0 0,3 0 0,8-8 0,3-3 0,4-5 0,2-1 0,2-2 0,4-4 0,9 4 0,8-4 0,2 2 0,-2-2 0,3 4 0,9-4 0,-1-2 0,3 2 0,3 0 0,6-1 0,-2 3 0,2-8 0,-8 6 0,2-6 0,-4 6 0,-1-5 0,-9 7 0,-3-2 0,-11 9 0,-6 3 0,-5 5 0,-1-5 0,-1 7 0,-5-2 0,-6 4 0,3 2 0,-3 0 0,9 0 0,-11 8 0,8 3 0,1-1 0,5 1 0,0 1 0,0 5 0,0 0 0,0 1 0,0-1 0,0 0 0,7-6 0,5 1 0,3 1 0,-3-3 0,-1 1 0,0-7 0,7 9 0,-1-7 0,0 6 0,0-7 0,1 9 0,-1-7 0,0 5 0,-6 1 0,-1-5 0,-2 1 0,5 3 0,-11-3 0,6-1 0,-7-8 0,5 0 0,-2-2 0,8-4 0,-7-3 0,7-8 0,-3 5 0,3 1 0,1-1 0,-5-5 0,1 0 0,-5 7 0,4 3 0,-2 9 0,-1 3 0,1 5 0,-6 7 0,0 0 0,0 0 0,6 1 0,1-1 0,3 0 0,-6 0 0,11 0 0,-5 1 0</inkml:trace>
  <inkml:trace contextRef="#ctx0" brushRef="#br1" timeOffset="217">12752 18259 8912,'2'-15'0,"3"3"0,-3-3 0,4 4 0,-4-5 0,-2-1 0,2 8 0,3 3 0,5 4 0,7 2 0,2 0 0,4 0 0,4 0 0,15-8 0,2-1 0</inkml:trace>
  <inkml:trace contextRef="#ctx0" brushRef="#br1" timeOffset="218">13165 18259 8912,'-19'0'0,"-4"0"0,3 6 0,-2 0 0,2 1 0,3-1 0,0 4 0,0 7 0,1 0 0,5 0 0,5 2 0,4 4 0,2-4 0,0 4 0,0 2 0,2-4 0,2-4 0,2-3 0,7-5 0,-1 3 0,-3-5 0,3-7 0,-1 0 0,6 0 0,1-13 0,-1-4 0,0-12 0,0 0 0,0-3 0,1-3 0,-1-7 0,0-3 0,-2-3 0,-3 2 0,1 4 0,-7 8 0,5-1 0,-5 1 0,0 7 0,-6 4 0,0 4 0,0 9 0,0 5 0,0 12 0,0 11 0,-2 3 0,-2 11 0,-2 4 0,3 1 0,1 5 0,2-2 0,0 0 0,0-6 0,2 1 0,3-1 0,-1-1 0,8-5 0,-3-3 0,3-8 0,11-7 0,-4-3 0</inkml:trace>
  <inkml:trace contextRef="#ctx0" brushRef="#br1" timeOffset="219">13836 18053 8912,'-46'0'0,"0"0"0,8 2 0,-2 3 0,5 5 0,7 0 0,8 5 0,9-4 0,7 5 0,-2 1 0,6 0 0,4 0 0,4 0 0,1 1 0,3-1 0,5 0 0,0 0 0,0 0 0,1 1 0,-1-1 0,0 0 0,-5-6 0,-1-1 0,2-2 0,-3 3 0,1-5 0,-7-1 0,6-3 0,-4 4 0,-5-2 0,5 7 0,-6-5 0,-6 6 0,-7 1 0,-8 2 0,0-3 0,-8-1 0,3 1 0,-3 5 0,4-6 0,8 1 0,0-8 0,9 1 0,8-10 0,15-13 0,12-8 0</inkml:trace>
  <inkml:trace contextRef="#ctx0" brushRef="#br1" timeOffset="220">13922 18208 8912,'0'9'0,"0"6"0,0-5 0,2 5 0,3-3 0,-3 3 0,6-5 0,-6 7 0,4 0 0,-4 0 0,3 0 0,3 0 0,-2 1 0,-1-1 0,3 8 0,2 1 0</inkml:trace>
  <inkml:trace contextRef="#ctx0" brushRef="#br1" timeOffset="221">13991 18070 8912,'0'11'0,"0"1"0,0-8 0,0 3 0,0-7 0,2 0 0,3 0 0,7 0 0,3 0 0,8 0 0,0 0 0,0 6 0,-6 0 0,2 0 0,4-6 0,-4 7 0,6-3 0,-8 6 0,1-3 0,-1 7 0,-8-12 0,5 7 0,-9-3 0,1-4 0,-4 5 0,4-7 0,-4 0 0,5 8 0,-9-4 0,-3 7 0,3-7 0,-13 11 0,13-5 0,-6-1 0,8 1 0,0-4 0,8-4 0,3 5 0,4-1 0,3 0 0,-1 5 0,0-5 0,0 7 0,0-1 0,1 3 0,-1 2 0,-6 2 0,1 4 0,-8-4 0,1 4 0,-3-4 0,-2-1 0,-7 5 0,-5-1 0,-3 1 0,-2-5 0,5-7 0,1 1 0,-1-9 0,-5 3 0,6 2 0,-1-3 0,8-6 0,-3-9 0,7-7 0,7 0 0,5-1 0,9 1 0,2 0 0,2-6 0,-2-2 0,3-1 0,1-5 0,6-2 0,-5-1 0,-3 5 0,-2 1 0,-6-1 0,-5-5 0,1 5 0,-7 2 0,-2 2 0,-10 10 0,-6 9 0,-3 6 0,-2 6 0,0 6 0,0 11 0,1 3 0,5 9 0,-3-1 0,9 1 0,1-1 0,2 0 0,2-5 0,0 0 0,8-3 0,3 3 0,12-10 0,6-7 0,3-9 0,3 3 0,5-6 0,0-6 0,0-11 0,-6-10 0</inkml:trace>
  <inkml:trace contextRef="#ctx0" brushRef="#br1" timeOffset="222">14972 16333 8912,'9'-51'0,"8"1"0,1 4 0,4 8 0,9 15 0,-4 12 0,-2 7 0,0 27 0,-3 11 0,5 29 0,8 18 0,-21-35 0,-2 3 0,1 7 0,-3 3 0,0 4 0,0 2-453,-2 4 1,1 1 0,2 7 0,1 1 452,0 5 0,-1 0 0,-2 0 0,-1 0-248,-2 3 0,-1 0 1,0-2-1,0 0 248,1 5 0,-1 0 0,-1-3 0,-2-2 0,-4-3 0,-4-2 0,-2-3 0,-3-1 0,-3 0 0,-4-3 0,-3-1 0,-4-2 0,-5 2 0,-3 1 0,-2 4 0,-3-1 0,-7 0 0,-2-1 0,21-29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7.14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2151 17193 8912,'-17'6'0,"0"0"0,-1-3 0,5-1 0,7-2 0,10-7 0,21-5 0,9-5 0,10-6 0,8-4 0,5 1 0,5-7 0,6 4 0,1-3 0,0-2 0,4-6 0,-4-1 0,3 1 0,-11 6 0</inkml:trace>
  <inkml:trace contextRef="#ctx0" brushRef="#br0" timeOffset="1">2839 16918 8912,'-5'12'0,"-1"-1"0,2 2 0,2 5 0,0 4 0,-2 7 0,-1 4 0,-1 1 0,6 0 0,0 3 0,0 1 0,2 2 0,4-2 0,-3-2 0,9-1 0,-8-8 0,2-4 0,3-12 0,-7-3 0,6-8 0</inkml:trace>
  <inkml:trace contextRef="#ctx0" brushRef="#br0" timeOffset="2">2203 16781 8912,'-12'-8'0,"3"-4"0,-1-3 0,2-2 0,1 0 0,-1 7 0,2 4 0,5 8 0,-5 8 0,4 11 0,2 9 0,6 5 0,-1 15 0,1 5 0,2 4 0,-1-2 0,5 7 0,-3-7 0,-5 6 0,2 0 0,-2-2 0,-2-2 0,-2-7 0,0-8 0,0-4 0,0-6 0,0-5 0,0-4 0,0-25 0,0-12 0,0-14 0,0-20 0,7-10 0,5-18 0,9-5-214,2-6 1,-9 38 0,0 0 213,-2-2 0,-1 0 0,4-1 0,1-1 0,-2 0 0,1-1 0,1 1 0,0 1 0,0 1 0,1 2 0,13-37-5,-1 14 0,-8 20 5,2 21 0,-4 4 0,-4 39 0,-3 3 0,3 19 0,-3 10 0,3 6 0,2 5 0,0 2 0,1 4 0,4 4 0,3-4 0,0 4 0,0 2 0,4-10 0,-6-7 0,0-3 319,-6-9 1,0 1-320,0-7 0,-1-7 5,-5-4 1,-3-10-6,-8-2 0,7-7 0,-5 4 0,6-16 0,-10-3 0,-4-6 0,-5-6 0,-5-4 0,-8-7 0,-3-1 0</inkml:trace>
  <inkml:trace contextRef="#ctx0" brushRef="#br0" timeOffset="3">2340 17090 8912,'-11'10'0,"-1"-5"0,9-3 0,-5-2 0,10 0 0,6 0 0,9-2 0,10-3 0,15-11 0,9-7 0,3-7 0,9 1 0,0 2-120,6-1 0,0 7 120,-1-2 0,-1 4 0,-4 1 0,-3 9 0,-16-6 0,-2 5 0</inkml:trace>
  <inkml:trace contextRef="#ctx0" brushRef="#br0" timeOffset="4">3390 16712 8912,'-17'0'0,"0"0"0,-1 0 0,1 0 0,0 2 0,0 3 0,7 14 0,5 16 0,3 7 0,2 9 0,0 3 0,0 3 0,7 10 0,5 8 0,3-1 0,2-7 0,-1-2 0,-5-2 0,4-6 0,-3 6 0,-3-9 0,3-3 0,-8-7 0,1-9 0,3-9 0,-2-3 0,0-11 0,-12-8 0,0-16 0,-7-7 0,3-15 0</inkml:trace>
  <inkml:trace contextRef="#ctx0" brushRef="#br0" timeOffset="5">3270 16935 8912,'0'-17'0,"0"-2"0,0-2 0,0-2 0,7 0 0,5 6 0,5-6 0,6 0 0,4-2 0,7 4 0,1-2 0,-1 2 0,0 8 0,1 1 0,-1 9 0,1-3 0,-9 6 0,-3 6 0,-5 5 0,-7 12 0,-3 6 0,-8 11 0,-2 4 0,-4 7 0,-4 1 0,-7-1 0,0 1 0,0 0 0,0-3 0,-1-3 0,1 2 0,0-8 0,6-2 0,-1-9 0,1-4 0,1-8 0,2 0 0</inkml:trace>
  <inkml:trace contextRef="#ctx0" brushRef="#br0" timeOffset="6">3975 16849 8912,'-17'0'0,"0"0"0,0 0 0,-1 0 0,9 14 0,3 5 0,4 6 0,2 5 0,2 5 0,4 5 0,5 4 0,12 7 0,-4 1 0,4-1 0,-4-1 0,-1-4 0,-9 2 0,-3-8 0,-4-2 0,-2-2 0,0-1 0</inkml:trace>
  <inkml:trace contextRef="#ctx0" brushRef="#br0" timeOffset="7">3855 16884 8912,'0'-12'0,"2"3"0,1-1 0,3 1 0,10 5 0,-1-4 0,8 2 0,4 1 0,-5-1 0,7 6 0,0 0 0,5 0 0,-7 2 0,-4 4 0,-4 3 0,-2 8 0,-1 2 0,-5 4 0,-3 4 0,-8 7 0,-8 1 0,-3-1 0,-5 1 0,-1-1 0,-6-2 0,0-3 0,-7-4 0,3-8 0,-8 0 0</inkml:trace>
  <inkml:trace contextRef="#ctx0" brushRef="#br0" timeOffset="8">4371 16471 8912,'-11'0'0,"-1"0"0,-1 0 0,-3 0 0,5 2 0,-1 4 0,1-4 0,-4 13 0,3-2 0,6 8 0,5 8 0,1 5 0,0 6 0,7 6 0,5 12 0,3-3 0,2 8 0,0-13 0,1-1 0,-3-5 0,-4-6 0,5-3 0,-5-6 0,-1-5 0,1-6 0,-7-9 0,6-1 0,-5-8 0,-3-8 0,4-3 0,-4-12 0,-2-6 0,0-3 0,0-3 0,2 7 0,2 1 0,1 2 0,-1 4 0,0 2 0,2 2 0,-2 1 0,7 5 0,-7 3 0,9 18 0,-7 7 0,5 0 0,-5 6 0,8 2 0,-3-2 0,-1 0 0,1-6 0,1 0 0,5 0 0,0 1 0</inkml:trace>
  <inkml:trace contextRef="#ctx0" brushRef="#br0" timeOffset="9">4578 16471 8912,'-27'0'0,"2"0"0,8 0 0,5 0 0,1 0 0,7 0 0,6 0 0,15 0 0,2 6 0,10-1 0,0 1 0,13-6 0,2 0 0</inkml:trace>
  <inkml:trace contextRef="#ctx0" brushRef="#br0" timeOffset="10">5094 16591 8912,'-27'-7'0,"-4"5"0,8-4 0,-1 4 0,3 2 0,-4 4 0,-2 7 0,4 3 0,-6 15 0,8 7 0,-2 10 0,10 5 0,1 7 0,9-5 0,-1 4 0,8-3 0,7-3 0,12-7 0,6-4 0,3-7 0,3-8 0,1-10 0,4-5 0,-2-5 0,8-5 0,-9-3 0,-3-9 0,8-7 0,-6-15 0</inkml:trace>
  <inkml:trace contextRef="#ctx0" brushRef="#br0" timeOffset="11">5644 16660 8912,'-34'0'0,"0"6"0,-1 0 0,1 1 0,-1-1 0,1 4 0,1 7 0,3 0 0,1 0 0,14 6 0,-2 0 0,11 2 0,0-2 0,4-4 0,2 4 0,8-4 0,3-2 0,5-7 0,3-5 0,2-3 0,2-2 0,0 0 0,-6 0 0,0-2 0,0-3 0,-5 1 0,-1-8 0,1 1 0,-1-6 0,1-1 0,-7 7 0,7 0 0,-8 5 0,1-6 0,-1 9 0,2-3 0,-4 4 0,13 4 0,-5 4 0,-1 5 0,1-1 0,-4 1 0,1 6 0,5 6 0,3 0 0,-3-6 0,-1 0 0,2 1 0,3-3 0,-3-4 0,0-3 0,5-8 0,-1 0 0,8 0 0,2 0 0</inkml:trace>
  <inkml:trace contextRef="#ctx0" brushRef="#br0" timeOffset="12">6057 16248 8912,'-17'7'0,"2"-3"0,3 7 0,-1 1 0,7 5 0,-5 8 0,5 4 0,2 5 0,2 6 0,2 4 0,0 8 0,0-3 0,0-3 0,2 4 0,4-4 0,-4-4 0,4-2 0,1-6 0,1-5 0,2-6 0,1-12 0,6-5 0,-1-6 0,-5-6 0,4-11 0,-1-12 0,3-1 0,0 1 0,4-1 0,-9 7 0,1 0 0,0 6 0,-1-1 0,-8 9 0,9 5 0,-7 15 0,0 3 0,-6 14 0,1 1 0,5 6 0,-2-1 0,6 2 0,-1 0 0,1-1 0,-5 1 0,7-13 0,-1-2 0,7-9 0,-1 1 0,0-7 0,0-8 0,0-10 0,1-18 0,6-7 0,3-14 0</inkml:trace>
  <inkml:trace contextRef="#ctx0" brushRef="#br0" timeOffset="13">6470 16385 8912,'-17'-2'0,"0"-4"0,0 3 0,0-7 0,-1 2 0,9 3 0,3 5 0,12 0 0,3 0 0,11 2 0,1 1 0,2 3 0,1 6 0,-1-7 0,-4 1 0,6 0 0,-7 0 0,-9 1 0,-3-1 0,-4-4 0,-2 5 0</inkml:trace>
  <inkml:trace contextRef="#ctx0" brushRef="#br0" timeOffset="14">6006 16677 8912,'-35'0'0,"9"6"0,3 0 0,4 0 0,1-6 0,9 0 0,3 0 0,12 0 0,9-2 0,8-4 0,13-6 0,-1-10 0,11 2 0,0-3 0,3 4 0,3 2 0,0 6 0,-1-1 0,-5 1 0,0-4 0,2 3 0,1-3 0,3 5 0</inkml:trace>
  <inkml:trace contextRef="#ctx0" brushRef="#br0" timeOffset="15">6660 16540 8912,'-17'0'0,"-3"6"0,-3-1 0,4 9 0,-4-3 0,4 10 0,2 2 0,8 6 0,3-4 0,4 1 0,2 5 0,2 1 0,4 3 0,5-3 0,12-3 0,-2-6 0,8-12 0,-6-3 0,5-8 0,1 0 0,-2 0 0,-2-8 0,-8-3 0,0-6 0,0-6 0,-7 2 0,-4-8 0,-5 6 0,-1-6 0,-1 6 0,-5-5 0,-2 1 0,-3-2 0,-5 3 0,5 3 0,-4 4 0,-1-4 0,3 6 0,1 5 0,9-3 0,-5 11 0,10-6 0,4 3 0,5 3 0,4 2 0,3 2 0,6 2 0,5 4 0,9-4 0,3 3 0,4 3 0,-4-2 0,4 5 0,-4-5 0,-3 2 0,-9-3 0,-5-3 0,-6 4 0,-1-4 0,0-2 0,-7 0 0,-3 0 0,-7 7 0,-2 3 0,-3 7 0,3 0 0,-4 2 0,2 3 0,-2 0 0,4 3 0,-3-2 0,-3 2 0,2 4 0,-1-4 0,3-8 0,-2 0 0,2 0 0,2-7 0,2-5 0,2-12 0,4-10 0,6-8 0,10-10 0,-1-7 0,8-4 0,-2 3 0,2-3 0,1 9 0,-7 3 0,0 3 0,-6 14 0,1-2 0,-1 13 0,-6 3 0,1 8 0,-7 7 0,5 11 0,0 5 0,-1 5 0,1 1 0,3-1 0,-1-3 0,1-1 0,-2-2 0,5 1 0,5-7 0,4-7 0,3-7 0,7-7 0,14-23 0,5-5 0</inkml:trace>
  <inkml:trace contextRef="#ctx0" brushRef="#br0" timeOffset="16">8174 16265 8912,'-15'-12'0,"3"1"0,-1 5 0,7-5 0,-7 7 0,11-4 0,-4 8 0,12 0 0,-2 0 0,7 0 0,6 0 0,6 0 0,0 8 0,-5 3 0,-9-3 0,14 7 0,-4-5 0</inkml:trace>
  <inkml:trace contextRef="#ctx0" brushRef="#br0" timeOffset="17">8226 16660 8912,'-10'0'0,"-5"6"0,3 0 0,5-1 0,-1-5 0,8 0 0,15-15 0,5-4 0</inkml:trace>
  <inkml:trace contextRef="#ctx0" brushRef="#br0" timeOffset="18">9688 16299 8912,'0'-17'0,"0"4"0,0 7 0,0 15 0,0 22 0,0 5 0,0 4 0,0 8 0,0-2 0,0 4 0,0 1 0,0 7 0,0-1 0,0 0 0,0-3 0,0-1 0,0-1 0,6 1 0,0-13 0,2-2 0,-5-9 0,3-6 0,0-11 0,2-20 0,1-11 0</inkml:trace>
  <inkml:trace contextRef="#ctx0" brushRef="#br0" timeOffset="19">9344 16574 8912,'-32'-2'0,"3"-3"0,8-7 0,8-3 0,5-2 0,8-1 0,4 1 0,7 0 0,16-8 0,19-3 0,9-5 0,3-1 0,7-1 0,-2 1 0,6 0 0,3 1 0,3 6 0,-2 10 0,-5 8 0,-4 9 0,-5 7 0,-8 5 0,-8 9 0,-9 2 0,-15 0 0,-4 1 0,-5 3 0</inkml:trace>
  <inkml:trace contextRef="#ctx0" brushRef="#br0" timeOffset="20">10033 16471 8912,'11'-10'0,"1"5"0,-1-3 0,6 2 0,0 1 0,1 5 0,5 0 0,0 0 0,0 7 0,-6 7 0,0 5 0,0 4 0,-2 5 0,-3-5 0,1 6 0,-7-6 0,0 7 0,-6-1 0,-2-2 0,-4 1 0,2-8 0,-7-3 0,1 0 0,-1-6 0,-3-5 0,9-6 0,-1-13 0,6-10 0,0-8 0,0 3 0,8-5 0,3-1 0,6-1 0,6 1 0,-4 2 0,4 3 0,-4-2 0,-1 8 0,-1 4 0,0 6 0,0 0 0,0 7 0,6 0 0,0 6 0,-2 0 0,-3 8 0,-7 3 0,2 4 0,-7 3 0,0-7 0,-6 1 0,0-1 0,0 6 0,0 0 0,0 1 0,0-1 0,0-6 0,2-1 0,4-3 0,5-1 0,12-6 0,-2 0 0,8 0 0,-1-7 0,7-5 0,-1-9 0,1-2 0,-3 0 0,-3 6 0,-4-6 0,-8 0 0,-8 0 0,-3 6 0,-4 0 0,-11 7 0,-9 5 0,-7 5 0,-9 5 0,0 7 0,-1 11 0,7-2 0,-1 7 0,8-7 0,-2 2 0,11 2 0,7-2 0,3 0 0,4-6 0,5-2 0,11-3 0,8 1 0,14-7 0,-1 0 0,7-6 0,-1-10 0,7-7 0,-6 0 0,0-6 0,-14 4 0,3 2 0,-12-1 0,-2 1 0,-8 0 0,-5 0 0,-8 7 0,0 5 0,0 10 0,0 7 0,-2 3 0,-4 2 0,4 0 0,-3 1 0,3-1 0,2 0 0,-6 6 0,0 0 0,0-6 0,6-5 0,-5-1 0,-1 6 0,0-5 0,6-1 0,0-7 0,0 2 0,0-12 0,0-4 0,0-7 0,8-6 0,3-2 0,5 1 0,1-1 0,0 0 0,0 2 0,2 6 0,4 0 0,-4-1 0,4 7 0,2 3 0,-2 3 0,2 3 0,-2 2 0,4 0 0,7 0 0,1 2 0,-1 3 0,6-3 0,2 4 0,0-2 0,0 1 0,-2-3 0,-5 4 0,-3-4 0,-3-2 0,-4-6 0,-8 1 0,-7-9 0,-5 3 0,-3-5 0,-9-1 0,-5 0 0,-5 6 0,-6-1 0,2 6 0,-8-5 0,6 7 0,-5-2 0,7 4 0,-2 2 0,4 2 0,1 4 0,1 6 0,0 3 0,2 4 0,3 4 0,-1-2 0,5 8 0,1-1 0,-1-1 0,4 4 0,10-9 0,3 7 0,9-6 0,1-2 0,4-9 0,-2 1 0,7-7 0,-1-3 0,2-8 0,1-1 0,-7-11 0,6 2 0,-6-14 0,-2-4 0,-2-5 0,-4 0 0,-3-8 0,-4 0 0,-8-5 0,0-9 0,0-3 0,0-2 0,0 2 0,-2 0 0,-4 12 0,4 9 0,-4 13 0,-3 16 0,7 5 0,-6 23 0,2 12 0,1 13 0,-1 14 0,6 3 0,0 8 0,0-2 0,0 4 0,0 2 0,2-8 0,4-4 0,3-3 0,8-3 0,6-7 0,0-4 0,8-5 0,-2-7 0,1-11 0,-1-11 0,3-4 0,-5-2 0</inkml:trace>
  <inkml:trace contextRef="#ctx0" brushRef="#br0" timeOffset="21">13216 16454 8912,'-19'-17'0,"-2"-1"0,-4 1 0,0 2 0,-1 4 0,-1 5 0,-4 4 0,-1 4 0,-5 5 0,-1 9 0,-2 5 0,6 9 0,5-1 0,0 3 0,2 3 0,3-1 0,8-1 0,5-3 0,5-1 0,4-2 0,2 1 0,0 3 0,2-10 0,4-6 0,5-5 0,12-10 0,-2-2 0,8-4 0,2-9 0,7-10 0,2-2 0,-2-3 0,-1-1 0,-3 2 0,-5-1 0,-1 7 0,-7-2 0,2 2 0,-4 6 0,-1 0 0,-9 0 0,-1 13 0,-8-8 0,0 8 0,0-1 0,0 10 0,0 7 0,0 3 0,0 2 0,0 1 0,0-1 0,2-6 0,3 1 0,-3-1 0,4 6 0,2-5 0,-2-1 0,5-5 0,-5 6 0,7-7 0,-1 7 0,-3-8 0,3 1 0,-9 5 0,11-6 0,-8 7 0,1-7 0,-1 2 0,-4-4 0,6-2 0,-8 0 0,0-8 0,0-4 0,0-3 0,0-2 0,1 0 0,3 0 0,2-1 0,7 7 0,-1-1 0,-3 3 0,3-3 0,-1 5 0,7 7 0,-1 0 0,0 0 0,2 7 0,4 5 0,-2 9 0,8 2 0,-6 2 0,5-4 0,1 2 0,-2-2 0,7-2 0,1-2 0,-3-8 0,3-3 0,-1-4 0,-5-2 0,1-4 0,1-5 0,-4-10 0,-3-6 0,-2-4 0,-11-5 0,2-1 0,-7 1 0,0 2 0,-6 3 0,0-2 0,0 8 0,-6 6 0,0 6 0,-7 7 0,2-2 0,-5 12 0,-1 5 0,0 7 0,0 3 0,1 3 0,5 3 0,-3 2 0,9 5 0,-7-5 0,7 0 0,-1-8 0,6 1 0,0-2 0,0-3 0,2-2 0,3-4 0,-1 3 0,8-8 0,-3-3 0,3-8 0,7-5 0,-8-7 0,8-6 0,-7 0 0,3-6 0,2 7 0,-5-7 0,-1 6 0,-7 0 0,4 6 0,0 0 0,-5 7 0,9 4 0,-8 4 0,9 10 0,-7 4 0,7 3 0,-1 2 0,3 6 0,2 0 0,0 0 0,2-6 0,2-2 0,2-3 0,8 1 0,-2-7 0,1 0 0,1-6 0,-2 0 0,-1-16 0,7-3 0</inkml:trace>
  <inkml:trace contextRef="#ctx0" brushRef="#br0" timeOffset="22">14421 16127 8912,'-8'-17'0,"6"0"0,-3 0 0,-5 9 0,-1 8 0,1 15 0,-1 14 0,7 5 0,-2 6 0,4 6 0,2 4 0,0 1 0,0 1 0,8-6 0,3 0 0,4-8 0,3 2 0,-1-6 0,0-5 0,0-4 0,0-8 0,6-2 0,0-3 0,0-6 0,-5-12 0,-1-6 0,0-10 0,0-7 0,0-4 0,-1-3 0,-5-4 0,3 4 0,-7-4 0,1 5 0,-1 7 0,-1 3 0,-6 7 0,0 1 0,0 8 0,0 9 0,-2 11 0,-3 4 0,3 10 0,-4 4 0,4 2 0,2-3 0,0 3 0,0-8 0,0-2 0,0-2 0,2-2 0,4 0 0,-3-7 0,9-5 0,-1-3 0,7-2 0,-3-2 0,-4-3 0,5-5 0,-5-7 0,6-8 0,6-3 0,-4 1 0,2 0 0,-5 0 0,-5 1 0,-1 5 0,1-2 0,3 9 0,-9 3 0,1 9 0,-6 2 0,0 9 0,0 14 0,0 6 0,0 11 0,0-2 0,0 8 0,0 4 0,0 5 0,0-1 0,0 3 0,0-9 0,0-2 0,6-6 0,0 6 0,-1-10 0,-5-2 0,6-7 0,0-10 0,-2 0 0,5-15 0,1-4 0</inkml:trace>
  <inkml:trace contextRef="#ctx0" brushRef="#br0" timeOffset="23">15539 16230 8912,'-23'-9'0,"1"1"0,1 2 0,1 1 0,1-1 0,-4 6 0,4 8 0,-4 3 0,4 4 0,2 3 0,2 1 0,3 4 0,-1-4 0,7 4 0,0 1 0,6-1 0,2 6 0,4-6 0,4 6 0,7-7 0,-6 7 0,1-4 0,1 0 0,2 0 0,-3-2 0,-1-6 0,-1 0 0,1 0 0,3 0 0,-9 1 0,9-1 0,-12 0 0,3 0 0,-3 0 0,-9 1 0,-5-3 0,-1-2 0,1-1 0,-11-9 0,4 5 0</inkml:trace>
  <inkml:trace contextRef="#ctx0" brushRef="#br0" timeOffset="24">15712 16402 8912,'9'-7'0,"6"5"0,-13-6 0,4 8 0,-12 0 0,2 2 0,-7 4 0,1 3 0,-3 8 0,3 1 0,3-1 0,1 0 0,6 0 0,0 0 0,0 1 0,8-7 0,3-1 0,6-3 0,6-3 0,-4-2 0,4-2 0,4 0 0,0-2 0,2-6 0,-1-9 0,-7 0 0,2-6 0,-4 4 0,-1 2 0,-7 0 0,1-1 0,-9 9 0,5-6 0,-2 20 0,0 1 0,-1 7 0,-3 5 0,2 1 0,2 4 0,5 2 0,-5 3 0,5 3 0,-5-8 0,6 1 0,-7-1 0,3-3 0,-2 2 0,-4-2 0,3-3 0,-3 0 0,-9-8 0,-11-1 0,-8-8 0</inkml:trace>
  <inkml:trace contextRef="#ctx0" brushRef="#br0" timeOffset="25">15763 16454 8912,'-27'-42'0,"-5"6"0,3-5 0,2 7 0,-1 5 0,12 6 0,-1 12 0,11 3 0,-1 8 0,22 2 0,8 4 0,10 4 0,7-1 0,11 4 0,12-7 0,2 8 0,-1-3 0,1-3 0,-8-3 0,8 5 0,-4-1 0</inkml:trace>
  <inkml:trace contextRef="#ctx0" brushRef="#br0" timeOffset="26">16658 16368 8912,'0'-17'0,"0"7"0,0 2 0,-8 24 0,-3 7 0,1 13 0,-1 4 0,7 8 0,-2-2 0,-1 5 0,1 7 0,0 3 0,4 9 0,-3 5 0,-5 3 0,-7 8 0</inkml:trace>
  <inkml:trace contextRef="#ctx0" brushRef="#br0" timeOffset="27">8243 17932 8912,'-12'-5'0,"1"-3"0,-2-1 0,3 5 0,-1-2 0,-1 6 0,3 6 0,1 11 0,8 13 0,0 9 0,0 7 0,8 5 0,1 4 0,3 7 0,-1 4 0,1-8 0,5 5 0,2-10 0,4-7 0,-4-4 0,4-9 0,-2-7 0,2-8 0,-4-9 0,4-9 0,2-9 0,0-9 0,-1-10 0,1-10 0,4-6 0,-6-8 0,2 0 0,-2 1 0,-10 7 0,4 4 0,-3 5 0,-5 7 0,5 3 0,-9 8 0,1 7 0,0 12 0,0 15 0,-1 8 0,-5 10 0,0-1 0,0 0 0,2 1 0,4-1 0,-4 0 0,4 1 0,-2-8 0,1-4 0,-3-12 0,6 4 0,-8-5 0</inkml:trace>
  <inkml:trace contextRef="#ctx0" brushRef="#br0" timeOffset="28">8656 17915 8912,'-27'-11'0,"4"1"0,4 3 0,2 1 0,7 6 0,3 8 0,7 3 0,2 4 0,3 2 0,7 1 0,11-1 0,-4 0 0,4 0 0,-4 0 0,-2 1 0,0-1 0,1 0 0</inkml:trace>
  <inkml:trace contextRef="#ctx0" brushRef="#br0" timeOffset="29">8071 18569 8912,'-17'0'0,"-1"0"0,3-2 0,4-4 0,5 2 0,12-7 0,11-7 0,12-4 0,11-3 0,8 4 0,7-4 0,8-2 0,10-2 0,1-5 0,9 7-169,-3 4 0,-6-1 169,-5 1 0,-4-6 0,-13 6 0,-12 2 0,-17 10 0,-4 3 0,-2 8 0,-1 2 0,-5 4 0,-5 5 0,-4 4 0,-2-5 0,0 5 0,0-5 84,0 7 1,0 0-1,0 2 1,0 2-85,0 2 0,0 2 0,0-2 0,5 2 0,1 3 0,6-1 0,-7-4 0,7-4 0,-6 4 0,5-4 0,-5-2 0,1-1 0,-1-5 0,-4-3 0,6-10 0,-8-4 0,0-5 0,0-12 0,0-4 0,0-7 0,0-6 0,0-1 0,0 1 0,0 6 0,0 1 0,0 3 0,0 3 0,0 2 0,5 2 0,1 6 0,8 0 0,-3 0 0,10 7 0,2 4 0,2 6 0,-2 6 0,-4 4 0,4 7 0,-4 0 0,0 0 0,2 1 0,2-1 0,-2 0 0,-9 0 0,1 0 0,-7 1 0,7-9 0,-1-3 0,-5 3 0,9-7 0,-7 2 0,1-8 0,3-5 0,-7-8 0,5-6 0,-5 0 0,6 0 0,-7 6 0,7-1 0,-7 1 0,3 2 0,-2 3 0,-4 5 0,5 14 0,-7 5 0,0 3 0,0 2 0,0 1 0,0-1 0,8 0 0,-6 0 0,6-2 0,-3-1 0,1-3 0,0-5 0,-6 5 0,0-5 0,0 6 0,0-9 0,0 13 0,0-14 0,0 13 0,0-11 0,0 7 0,0-7 0,0 11 0,7-11 0,5 8 0,3-9 0,2 3 0,1-4 0,-1-2 0,2 0 0,4 0 0,4 0 0,7 0 0,-7 0 0,13-8 0,-4-1 0</inkml:trace>
  <inkml:trace contextRef="#ctx0" brushRef="#br0" timeOffset="30">10325 17967 8912,'-28'-17'0,"1"1"0,2 5 0,4 5 0,-4 4 0,2 2 0,2 2 0,2 4 0,-2 5 0,4 12 0,-8-4 0,13 4 0,-5 2 0,11-2 0,3 0 0,1 2 0,4-6 0,3 4 0,7-4 0,11-2 0,-2 0 0,7 1 0,-5-1 0,6 0 0,-8-6 0,2 1 0,2-6 0,-2 5 0,0-5 0,-6 5 0,0 3 0,-1 1 0,-5 2 0,-3 0 0,-8 0 0,-2 1 0,-4-1 0,-4 6 0,-9 0 0,-2-2 0,-2-2 0,0-2 0,6 0 0,2-5 0,3-1 0,-3-7 0,13 4 0,-5-16 0,7-4 0,0-3 0,7-10 0,3-1 0</inkml:trace>
  <inkml:trace contextRef="#ctx0" brushRef="#br0" timeOffset="31">10377 18345 8912,'9'-8'0,"-1"5"0,-8-9 0,2 8 0,4-1 0,-4 1 0,3-2 0,-3 4 0,-2-5 0,2 7 0,4-2 0,5-4 0,5-2 0,1-3 0,6-5 0,0 5 0,7-6 0,-1-6 0,-4 4 0,-2-4 0,0 4 0,-4 2 0,-6-1 0,-3 1 0,-4 0 0,-8 7 0,-4 5 0,-6 5 0,-10 5 0,0 7 0,-6 11 0,7 4 0,-2 7 0,6 2 0,5 4 0,4-3 0,8 3 0,0-4 0,0-2 0,2-5 0,4 0 0,9-10 0,8-2 0,8-2 0,-2-9 0,5 0 0,6-6 0,-9-8 0,3-5 0,-1-8 0,-1-8 0,-3-5 0,0-6 0,-8 3 0,2-3 0,-6 4 0,-6 2 0,3-1 0,-9 1 0,1 7 0,-6 4 0,-2 6 0,-4 5 0,5 5 0,-13 14 0,8 5 0,1 3 0,5 2 0,0 1 0,0-1 0,5 0 0,1 0 0,8-5 0,-3-3 0,4-1 0,3-4 0,-1-2 0,0-2 0,0 0 0,0 0 0,1 0 0,-1 0 0,0 1 0,0 5 0,-1-2 0,-3 7 0,-2 3 0,1 1 0,5 2 0,-5-5 0,-1-1 0,-7 1 0,11 3 0,-3-4 0,-5-3 0,1-8 0,-8 0 0</inkml:trace>
  <inkml:trace contextRef="#ctx0" brushRef="#br0" timeOffset="32">11117 17898 8912,'-27'-17'0,"4"-6"0,12 0 0,-3 6 0,8 5 0,-7 9 0,19-5 0,0 8 0,15 0 0,7 0 0,11 0 0,1 0 0,6 0 0,-6 0 0,8 0 0,-12 0 0,6 0 0</inkml:trace>
  <inkml:trace contextRef="#ctx0" brushRef="#br0" timeOffset="33">11616 18036 8912,'-27'17'0,"-4"0"0,9 0 0,-1 0 0,5 1 0,9-9 0,11-3 0,15-12 0,8-3 0,9-9 0,6-6 0,1-3 0,-5-2 0,-6 0 0,1 7 0,-8-7 0,6 8 0,-6-2 0,-6 4 0,-6 2 0,-7-1 0,2 1 0,-6 8 0,-8 3 0,-9 4 0,0 10 0,-6 3 0,-2 4 0,2 3 0,0 5 0,6 0 0,0 7 0,-1-1 0,7 1 0,1 1 0,3-4 0,3-3 0,4-1 0,6-5 0,3-1 0,8 0 0,6-7 0,0-5 0,8-10 0,-2-7 0,-3-5 0,3-4 0,0-4 0,-2-2 0,-1-1 0,-3-7 0,-4 1 0,4-1 0,-11 7 0,-6-1 0,-3 8 0,1-2 0,2 4 0,0 10 0,-6 1 0,0 10 0,0 4 0,2 3 0,3 8 0,7 2 0,3 4 0,8-2 0,0 8 0,6-6 0,-6 6 0,5-1 0,-5 7 0,-2-1 0,-9 0 0,-5 3 0,-9 1 0,-5 6 0,-10 5 0,-16-3 0,-13 6 0,4-2 0,2-10 0,6-6 0,5-5 0,4-10 0,8-2 0,0-7 0,-1-10 0</inkml:trace>
  <inkml:trace contextRef="#ctx0" brushRef="#br0" timeOffset="34">12786 17932 8912,'0'-17'0,"0"6"0,0-1 0,-2 10 0,-4 2 0,-7 14 0,-8 13 0,0 11 0,-8 19 0,8 4 0,-2 8 0,6 0 0,6 0 0,5-3 0,12-3 0,3 4 0,8-6 0</inkml:trace>
  <inkml:trace contextRef="#ctx0" brushRef="#br0" timeOffset="35">13939 17864 8912,'-6'-18'0,"-1"-1"0,-1-2 0,-2-2 0,3 2 0,-3 4 0,3 4 0,-1 1 0,-5 3 0,1-3 0,-3 7 0,-2 3 0,-3 2 0,-1 4 0,-3 5 0,-3 8 0,0 12 0,-4 0 0,3 5 0,-3 6 0,-1 2 0,-3 4 0,8 2 0,5-8 0,2 2 0,5-4 0,4 0 0,5-5 0,6-1 0,6-9 0,5-2 0,12-9 0,10 1 0,7-7 0,8 5 0,-3-5 0,3 7 0,0-3 0,-2 1 0,2 1 0,-8-1 0,-6 6 0,-1 1 0,-10-1 0,-8 0 0,-9 0 0,-4 6 0,-2 0 0,-8 2 0,-5-4 0,-8 4 0,-8 2 0,-2-6 0,3 1 0,-5-2 0,4-3 0,-3-2 0,-2-4 0,7 3 0,4-8 0,6-3 0,3-8 0,5-7 0,1-3 0,4-16 0,10-3 0,3-12 0,9 0 0,7-19 0,1-5 0</inkml:trace>
  <inkml:trace contextRef="#ctx0" brushRef="#br0" timeOffset="36">14146 17881 8912,'0'-17'0,"0"-1"0,0 7 0,0 0 0,0 7 0,0-4 0,5 18 0,3 7 0,1 10 0,3 13 0,5 7 0,2 7 0,4 3 0,-2 6 0,8-5 0,0 7 0,5-2 0,-1-4 0,-5-2 0,-3-3 0,-8-3 0</inkml:trace>
  <inkml:trace contextRef="#ctx0" brushRef="#br0" timeOffset="37">14077 18328 8912,'-6'-12'0,"0"1"0,2-2 0,2-3 0,12-7 0,7 0 0,10-5 0,13 5 0,6-6 0,13 4 0,10 1 0,10-1 0,-3 2 0,-1 6 0,-14-1 0,-10 1 0,-8 6 0,-15-1 0,-3 8 0,-15-3 0,-3 9 0,-9 3 0,-3 7 0,-5 11 0,-7 4 0,-2 1 0,-4 1 0,2 0 0,-8 5 0,8 0 0,-2 1 0,6-3 0,5-3 0,-3 3 0,4-3 0,3-4 0,2-2 0,6-6 0,6-6 0,5-3 0,12-8 0,-3 0 0,2 0 0,3-10 0,-2-7 0,6-2 0,-6-9 0,-2-1 0,-10-5 0,3 5 0,-8 2 0,-3 2 0,-1 4 0,-2 2 0,0 2 0,0 7 0,0 3 0,0 7 0,8 0 0,1 0 0,9 0 0</inkml:trace>
  <inkml:trace contextRef="#ctx0" brushRef="#br0" timeOffset="38">15316 18001 8912,'-19'10'0,"-4"-4"0,-4 1 0,-8 1 0,1 1 0,0 5 0,-1 1 0,1 2 0,-1 8 0,1 4 0,9 5 0,8 6 0,7-4 0,10 5 0,2-5 0,4-2 0,11-7 0,12-4 0,11-12 0,6-5 0,9-4 0,3-2 0,-1-8 0,-5-3 0,-1-6 0,1-6 0,-8-4 0,6-15 0,-6-2 0</inkml:trace>
  <inkml:trace contextRef="#ctx0" brushRef="#br0" timeOffset="39">15746 17520 8912,'-17'-17'0,"1"5"0,5 1 0,-4 11 0,5 5 0,1 16 0,-5 12 0,8 7 0,-5 6 0,5 11 0,0-3 0,6 3 0,0 2 0,0-1 0,8-1 0,6-7 0,5-5 0,4-5 0,7-5 0,-1-6 0,3-12 0,3-10 0,-1-7 0</inkml:trace>
  <inkml:trace contextRef="#ctx0" brushRef="#br0" timeOffset="40">16193 17468 8912,'-17'0'0,"-2"0"0,-4 0 0,-6 0 0,3 8 0,-3 3 0,-2 14 0,-7 8 0,-2 7 0,2 4 0,1 2 0,3 5 0,13-1 0,4-4 0,11-4 0,0-8 0,14-1 0,9-5 0,8-5 0,11-10 0,4-3 0,6-2 0,-2-4 0,2-10 0,0 2 0,6-8 0,-1 1 0,1-6 0,-6 2 0,0 3 0,-2-1 0,2 7 0,3-7 0,-5 3 0,8-7 0</inkml:trace>
  <inkml:trace contextRef="#ctx0" brushRef="#br0" timeOffset="41">16865 17967 8912,'-8'9'0,"-2"5"0,-7-9 0,0 1 0,0-6 0,7 0 0,2 0 0,8 0 0,-1 2 0,-5 4 0,4 3 0,-4 9 0,-3 6 0,-1 7 0,-1 7 0,-1 8 0,6-2 0,-5 2 0,7 0 0,-2 5 0,4-1 0,2-4 0,2-6 0,4-11 0,4-7 0,7-10 0,8-4 0,1-8 0</inkml:trace>
  <inkml:trace contextRef="#ctx0" brushRef="#br0" timeOffset="42">17587 17915 8912,'-27'0'0,"-3"-2"0,7-3 0,-6 3 0,6-4 0,2 4 0,10 2 0,7 0 0,15 0 0,11-6 0,18 1 0,2-7 0,4 4 0,-6-1 0,4-10 0,0-8 0</inkml:trace>
  <inkml:trace contextRef="#ctx0" brushRef="#br0" timeOffset="43">18276 17812 8912,'-8'-6'0,"8"1"0,8-9 0,9 3 0,8-4 0,3-3 0,7 1 0,5 0 0,4-16 0,8-3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7.1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20341 2957 8912,'-23'0'0,"0"-2"0,2-3 0,18 3 0</inkml:trace>
  <inkml:trace contextRef="#ctx0" brushRef="#br0" timeOffset="1">20271 3160 8912,'3'5'0,"20"28"0,-2-6 0,7-4 0,-5-4 0,6-2 0,-6-8 0,6-3 0,-6-4 0,5-2 0,-7-9 0,4-7 0,-2-9 0,0-7 0,-2 1 0,-9-9 0,1 4 0,-7 2 0,5 1 0,-5 3 0,-2 3 0,-2 2 0,-2 8 0,0 5 0,0 8 0,0 1 0,0 12 0,0 10 0,0 6 0,2-2 0,3 6 0,-3-1 0,4 7 0,-4-3 0,-2-3 0,2 1 0,2-5 0,1 2 0,1-6 0,2 4 0,1-16 0,8-9 0,1-13 0,-1-6 0,0-4 0,2-6 0,4 6 0,-4-1 0,4 1 0,4 4 0,2-4 0,-3 9 0,3 5 0,0 1 0,-2 4 0,-1 4 0,-3 6 0,-4 4 0,4 7 0,-9 6 0,-3 0 0,-7 7 0,2-1 0,-4-2 0,-2-1 0,0 1 0,0 0 0,0-4 0,0 5 0,-8-9 0,-3-1 0,-5-1 0,-9-15 0,-1 5 0</inkml:trace>
  <inkml:trace contextRef="#ctx0" brushRef="#br0" timeOffset="2">20513 2785 8912,'-29'-23'0,"2"2"0,4 4 0,8 4 0,0 7 0,9-5 0,0 7 0,16-4 0,7 8 0,16 0 0,12 0 0,7 0 0,5 0 0,-1 0 0,5 0 0,-2 0 0,6-8 0,-3-1 0</inkml:trace>
  <inkml:trace contextRef="#ctx0" brushRef="#br0" timeOffset="3">22079 2751 8912,'9'-29'0,"-3"3"0,-2 1 0,2 4 0,1 2 0,7 1 0,-3 3 0,2 4 0,3 3 0,1 8 0,0 0 0,0 0 0,1 10 0,1 7 0,2 9 0,2 7 0,5 3 0,-5 4 0,-2-1 0,-9 6 0,1 1 0,-7 6 0,0-1 0,-10 1 0,-6 1 0,-7 5 0,-12-10 0,1 3 0,-11-5 0,-1 0 0,0-12 0,6-11 0,5-6 0,2-5 0,2-6 0,4-5 0,4-8 0,6-5 0,3-11 0,8-5 0,0-10 0,0-3 0,0-4 0,0 4 0,6 1 0,1 6 0,3 1 0,3 5 0,3 3 0,1 8 0,0 2 0,0 3 0,8 4 0,4 8 0,3 0 0,3 0 0,-1 8 0,1 4 0,5 3 0,0 2 0,6 6 0,-6 0 0,8 2 0,0-4 0,3 0 0,1-6 0,1-5 0,-12-10 0,-1 0 0,-6 0 0</inkml:trace>
  <inkml:trace contextRef="#ctx0" brushRef="#br0" timeOffset="4">23387 2785 8912,'-27'-9'0,"-6"-5"0,5 9 0,1-1 0,-2 6 0,1 0 0,-9 4 0,-1 5 0,-2 8 0,5 12 0,7 0 0,7 3 0,-2 3 0,5 5 0,7 0 0,3 6 0,8-6 0,0-2 0,0-9 0,8-1 0,3-9 0,5-5 0,1-5 0,0-3 0,0-6 0,3-2 0,2-4 0,0-11 0,6-11 0,1-7 0,3-3 0,-1-4 0,-2-2 0,-8 4 0,2-6 0,-2 0 0,2-5 0,-4-9 0,4-3 0,-10-11 0,-1-6 0,-9-6 0,3-4 0,-4-2 0,-2 2 0,0 18 0,0 9 0,0 23 0,0 11 0,0 16 0,-8 16 0,-3 20 0,-4 18 0,-3 12 0,1 12 0,0 15 0,2 2-174,8-33 0,2 0 0,0-1 1,1 1 173,0 3 0,2-1 0,0 45 0,-2-6 0,8-8-148,7-8 0,12-3 148,6-2 0,2-4 0,-3-8 0,3-2 0,-8-14 0,-2 4 0,-10-4 0,-5-5 0,-4-6 0,-2-3 0,0-4 0,0 4 0</inkml:trace>
  <inkml:trace contextRef="#ctx0" brushRef="#br0" timeOffset="5">16606 4866 8912,'-21'-6'0,"6"-2"0,5-1 0,9-3 0,8 1 0,16-1 0,19 9 0,-15 1 0</inkml:trace>
  <inkml:trace contextRef="#ctx0" brushRef="#br0" timeOffset="6">19893 4711 6707,'55'0'0,"43"0"0,0 0-263,-23 0 1,0 0 0,1 0 0,0 0 0,2 0 0,1 0 0,0 0 0,0 0 262,-1 0 0,0 0 0,-1 0 0,0 0 0,-1 0 0,0-1 0,0 1 0,-2-1 0,18 0 0,-2-1 0,0-1 0,-2 0 0,-1 0 0,0 0 0,-4 0 0,-1 0 0,-1-1 0,-3-1 0,-2 0 0,0 0-180,-6 1 1,-1 0 0,-2 0-1,25-2 1,-4-1 179,-12 2 0,-3-1 0,1-5 0,-1 1 0,-1 1 0,-2 0 0,-4 0 0,-2-1-63,-7 1 0,-3-1 0,38-7 63,-29 0 0,-12 0 484,-11-1 0,-11 9-484,-6 3 0,-11 2 1273,-7-1 1,-5 3-1274,-5-4 372,-13 4 1,-8 2-1,-9 0 1</inkml:trace>
  <inkml:trace contextRef="#ctx0" brushRef="#br0" timeOffset="7">15058 2579 8912,'-6'-33'0,"-2"3"0,-1 3 0,-5 2 0,7 2 0,-1 18 0,8 10 0,2 18 0,4 14 0,3 12 0,8 11 0,1 1 0,-1 4 0,0 1 0,2 5 0,2 2 0,2 1 0,0 6 0,-6-5 0,0 5 0,1-5 0,-1-6 0,0-10 0,-2-12 0,-3-18 0,-4-12 0,-8-9 0</inkml:trace>
  <inkml:trace contextRef="#ctx0" brushRef="#br0" timeOffset="8">15505 2802 8912,'0'-17'0,"0"0"0,-8 8 0,-1 1 0,-8 8 0,-1 9 0,1 9 0,-2 6 0,-4 11 0,4 7 0,-2 4 0,6 3 0,3 3 0,6 0 0,-5-1 0,7-1 0,-2-4 0,12-4 0,6-10 0,5-3 0,6-6 0,-2-12 0,7-5 0,3-4 0,2-2 0,1-8 0,2-5 0,3-8 0,1-8 0,2-5 0,-2-6 0,-4 1 0,4-6 0,-9 12 0,-6 1 0,-6 3 0,-9 2 0,-7 12 0,-3-2 0,-9 11 0,-8 0 0,-2 4 0,-8 4 0,0 4 0,0 6 0,6 3 0,-2 2 0,10 0 0,3 2 0,1 4 0,-1 6 0,6-2 0,-1 1 0,3 1 0,2 5 0,2-5 0,3 0 0,5-8 0,7 2 0,8-6 0,4-6 0,5-5 0,6-4 0,-2-4 0,8-4 0,-7-5 0,1-12 0,-4-4 0,-2-7 0,-1-1 0,-4 1 0,-6 0 0,-12-1 0,-1 1 0,-5-1 0,-3 9 0,4 3 0,-4 4 0,-10 9 0,6 2 0,-11 10 0,7 4 0,1 4 0,5 7 0,1-6 0,5 1 0,-2-1 0,7 6 0,3-1 0,1-5 0,2 2 0,1-7 0,-1 0 0,2-6 0,2 0 0,2 0 0,0 0 0,-6 0 0,0 0 0,0 0 0,1-8 0,-1-3 0,-8-4 0,-3-3 0,2 1 0,-1 0 0,1 0 0,0 0 0,-1 5 0,-1 1 0,-4 5 0,4-6 0,-4 9 0,-2-3 0,0 12 0,0 3 0,0 8 0,0 1 0,0-1 0,5 0 0,1 0 0,0 0 0,-6 1 0,0-1 0,0 0 0,0 0 0,0 0 0,0 1 0,2-9 0,4-3 0,-3-12 0,9-5 0,-1-7 0,7-4 0,-1 0 0,0-6 0,0 7 0,0-2 0,2 4 0,4 2 0,-3 1 0,3 5 0,-2 5 0,1 4 0,-2 2 0,3 0 0,1 0 0,-1 0 0,2 0 0,-2 0 0,-4 6 0,4 0 0,-4-1 0,-1-5 0,-1-1 0,0-3 0,0-4 0,0-2 0,-7-1 0,-4-6 0,-4 0 0,-2-1 0,0-4 0,0-1 0,-2 0 0,-4 5 0,-4 3 0,-7 4 0,6-3 0,-1 9 0,-1 1 0,-2 2 0,-1 4 0,5 4 0,-5 3 0,7 8 0,-1 2 0,5 4 0,3 2 0,2 4 0,0 1 0,0-7 0,2 6 0,3-6 0,5 0 0,7-6 0,2 0 0,4 0 0,2-7 0,4-4 0,3-6 0,-3-6 0,3-6 0,3-10 0,-3-7 0,-3-4 0,2-1 0,-8 0 0,-6-3 0,-6-3 0,-7-2 0,2-4 0,-4-5 0,-2 1 0,-2-7 0,-4-4 0,-2 0 0,-3-3 0,-4 5 0,3 8 0,-1 9 0,1 7 0,5 16 0,7 12 0,0 14 0,0 8 0,0 12 0,0 11 0,2 20 0,1 7 0,3 7 0,2-1 0,-2 3 0,3-5 0,8-6 0,1 4 0,-1-4 0,6-9 0,2-3 0,1-3 0,5-4 0,3-2 0,6-8 0,-3-7 0,5-2 0,-8-8 0</inkml:trace>
  <inkml:trace contextRef="#ctx0" brushRef="#br0" timeOffset="9">18190 2665 8912,'-6'-17'0,"0"0"0,0-1 0,-1 1 0,3 0 0,-6 0 0,1 0 0,-1-1 0,-1 9 0,-6 3 0,-3 4 0,-1 4 0,-2 4 0,2 5 0,0 12 0,-2 6 0,6 5 0,-2 4 0,8 3 0,3-3 0,2-2 0,6-2 0,0 1 0,0-1 0,8-1 0,3-5 0,10 3 0,2-8 0,8 0 0,-2-6 0,-3 0 0,3 0 0,-2 1 0,3-1 0,-3 0 0,-2 0 0,-2-5 0,-6-1 0,-7 1 0,-5 5 0,3 0 0,-2 0 0,-8-5 0,-11-1 0,-7 2 0,-2 3 0,-3 1 0,2 0 0,4-5 0,-4-1 0,-2-7 0,2 2 0,2-5 0,9-16 0,5-4 0</inkml:trace>
  <inkml:trace contextRef="#ctx0" brushRef="#br0" timeOffset="10">18396 2854 8912,'12'0'0,"-1"0"0,0 0 0,7 0 0,-7 6 0,1 0 0,-7 7 0,5-2 0,-2 5 0,-3 3 0,-5 4 0,0 2 0,0 3 0,0 5 0,0-5 0,0 5 0,0 1 0,-2-1 0,-3-5 0,3 3 0,-6-8 0,0-2 0,7-10 0,-7-3 0,8-18 0,0-7 0,0-10 0,2-7 0,4-6 0,-3-2 0,9-6 0,1 4 0,3 2 0,-5 2 0,0 6 0,1 3 0,5 6 0,0 10 0,1 5 0,-1 5 0,0 5 0,0 2 0,0 3 0,-1 11 0,-5 7 0,-1 1 0,-6-3 0,1 2 0,-1-2 0,0-2 0,2-1 0,-4-1 0,3 0 0,-1-7 0,0-3 0,4-1 0,1 0 0,3-1 0,5-10 0,0-1 0,0-7 0,0 1 0,-5-3 0,-1-2 0,3-1 0,1 1 0,-5 0 0,-5 0 0,5 0 0,-8-1 0,6 9 0,-7 1 0,5 8 0,-4 2 0,4 4 0,-2 2 0,1 3 0,-1 4 0,8-3 0,-7-3 0,7 3 0,-3-7 0,5 5 0,-3-2 0,3-4 0,-5-3 0,3-1 0,-7 0 0,7 0 0,-6 0 0,5 0 0,1 0 0,5 0 0,-6-5 0,1-1 0,-6 0 0,5 6 0,-5 0 0,5 0 0,3 0 0,-5 0 0,3 0 0,-7 0 0,7 0 0,-8 0 0,5-6 0,-3 1 0,-4-1 0,6-2 0,-8 5 0,0-9 0,-2 3 0,-4-3 0,2 3 0,-7 3 0,5 4 0,-6-4 0,7 4 0,-7 2 0,-1 0 0,-3 0 0,-1 0 0,8 0 0,1 8 0,8-6 0,-8 5 0,-1-7 0</inkml:trace>
  <inkml:trace contextRef="#ctx0" brushRef="#br0" timeOffset="11">19377 2802 8912,'-17'-7'0,"0"-1"0,-1-3 0,1-3 0,0 9 0,2 1 0,3 10 0,5 3 0,7 8 0,0 2 0,0 2 0,0 4 0,0 2 0,0-6 0,0 2 0,0-4 0,0-2 0,5 0 0,1 1 0,2-1 0,-3 0 0,-3-7 0,14-10 0,-7-12 0,8-11 0,-5 4 0,-1-4 0,-7 4 0,2 0 0,-4-4 0,-2 4 0,0-4 0,0 10 0,0 1 0,-8 8 0,0-5 0,-3 3 0,-4 4 0,5-13 0,-7 5 0</inkml:trace>
  <inkml:trace contextRef="#ctx0" brushRef="#br0" timeOffset="12">19463 2338 8912,'0'-17'0,"0"8"0,-2 1 0,-4 8 0,4 15 0,-3 8 0,1 13 0,0 8 0,-2 4 0,3 6 0,1 3 0,2 0 0,0-3 0,0 3 0,0-5 0,2-7 0,3-4 0,7-5 0,-3-9 0,3-4 0,-1-12 0,6-5 0,1-6 0,-1-6 0,0-5 0,0-12 0,0-4 0,1-8 0,5 1 0,0 0 0,-2-1 0,-2 1 0,-8 1 0,1 5 0,-7 3 0,7 8 0,-8 0 0,3 9 0,-7 8 0,0 9 0,0 14 0,0 6 0,0-2 0,0 1 0,-2-5 0,-3 6 0,3-8 0,-4 2 0,4-4 0,2-2 0,0 0 0,2-1 0,4-5 0,3 4 0,9-13 0,-1 4 0,-6-4 0,1-2 0,-1 0 0,6 0 0,1 0 0,-1 0 0,0 0 0,-6 2 0,1 4 0,-6-4 0,5 3 0,-7-3 0,4-2 0,-6 0 0,3 0 0,-3-7 0,14-3 0,-7-7 0</inkml:trace>
  <inkml:trace contextRef="#ctx0" brushRef="#br0" timeOffset="13">20014 2545 8912,'-2'-16'0,"-4"5"0,4-4 0,-6 13 0,8-6 0,0 10 0,2 4 0,4 5 0,-4 4 0,4 3 0,-4 1 0,-2 4 0,0-4 0,0 13 0,0-5 0</inkml:trace>
  <inkml:trace contextRef="#ctx0" brushRef="#br0" timeOffset="14">19325 2940 8912,'-17'-11'0,"2"-1"0,3-1 0,5 5 0,24-5 0,12 7 0,20-7 0,24 1 0,15-5 0,-38 6 0,1-1 0,5 0 0,1-1 0,-2-1 0,-1 0 0,-3-2 0,-1 1-182,42-8 1,-6 6 181,-5 5 0,-5-7 0,-7-7 0</inkml:trace>
  <inkml:trace contextRef="#ctx0" brushRef="#br0" timeOffset="15">15471 4883 8912,'-10'-23'0,"4"0"0,4 2 0,2 2 0,2 4 0,4 3 0,4 5 0,7 7 0,4 1 0,8 5 0,9 4 0,23 7 0,15 0 0,20 0 0,-38-6 0,3 1 0,7 1 0,3-1 0,8 1 0,3-1 0,10 0 0,3 1 0,-31-4 0,1 1 0,1-1 0,9-1 0,1-1 0,1-1 0,1 0 0,0-1 0,1 0-597,3-2 0,2 0 0,0-2 0,7 0 0,1-1 0,1-1 597,-19 1 0,0-1 0,2-1 0,-2 0 0,22-3 0,0-2 0,1-1 0,-23 1 0,1-1 0,0-1 0,-1-1 0,23-4 0,-1-1 0,0-2 0,-3-1 0,0 0 0,0-1 0,1 1 0,0 0 0,-1 0 0,-2 0 0,-1-2 0,-1 1 0,-8 1 0,-2 0 0,0 1 0,-2 0 0,0 0 0,-2-1 0,-5-1 0,-2 0 0,1 0 0,-3 0 0,1 1 0,-2-1 0,27-7 0,-2 1-60,-4 0 1,-2 2 0,-11 6 0,-2 1 59,-2-1 0,-1 0 0,-9 2 0,-3-1-71,-6-1 1,-2 0 0,36-10 70,-21 4 0,-21 4 0,-19 2 0,-12 2 0,-11 3 0,0 5 0</inkml:trace>
  <inkml:trace contextRef="#ctx0" brushRef="#br0" timeOffset="16">26243 4745 8912,'-15'-17'0,"2"2"0,1 1 0,-1 3 0,-1-4 0,1-4 0,1-4 0,9 0 0,-3 6 0,4-8 0,4-4 0,4-3 0,5-3 0,4 1 0,3-1 0,-1 1 0,0 0 0,0-1 0,0 1 0,1 0 0,-1-1 0,0 1 0,0 1 0,-1 5 0,-5 5 0,-3 4 0,-8 1 0,0 1 0,0 6 0,-2 1 0,-4 3 0,4 1 0,-11 8 0,5 2 0,-1 1 0,-5-1 0,-1 6 0,-2 1 0,-1 12 0,-6 0 0,-5 11 0,-4-1 0,-1 13 0,-6 7 0,0 10 0,-8 12 0,0 9 0,22-37 0,-1 1-260,-2 6 0,0 1 0,-3 4 1,1 1 259,2 2 0,1 2 0,-5 1 0,-1 2-313,0 4 0,-1 1 0,-2 0 0,-1 1 313,-2 2 0,0-1 0,1-5 0,2 0 0,2-6 0,1 0 0,-1-1 0,1 0 0,-1 0 0,1 2 0,2 2 0,1 2 0,-1 0 0,1 1 0,2 2 0,-1-1 0,-4-4 0,-1 0 0,1 6 0,-1 0 0,-7 2 0,-2 1 0,0 3 0,0 0-316,-5 0 1,0-1 0,5 0 0,2-1 315,4-5 0,2 1 0,3 0 0,3 1 0,1 2 0,0-1 0,1-5 0,-1-2-22,3-6 1,0-2 0,-1-3 0,-1-1 0,5-6 0,0-1-1,-1-2 1,0-2 21,-22 38 0,6-15 0,11-15 0,7-10 0,8-15 737,3-10-737,7-8 1142,-4-9-1142,8 0 791,0 0 1,8 0-792,3 0 0,10 0 130,2 0 0,8 0-130,-2 0 0,3-2 0,3-3 0,-3-7 0,-3-3 0,-4-8 0,-8 0 0,0-15 0,0 2 0</inkml:trace>
  <inkml:trace contextRef="#ctx0" brushRef="#br0" timeOffset="17">23937 7823 8912,'-42'-8'0,"12"4"0,-5-7 0,18 5 0,0-3 0,1 1 0,9 2 0,-1 6 0,8 8 0,0 3 0,0 14 0,0 10 0,-7 9 0,-5 13 0,-3 12 0,-2 11 0,-6 10-233,0 1 0,8-41 0,1 0 233,3-2 0,-1 1 0,-2 0 0,-1 0 0,-8 44 0,2-9 0,2-5 0,4-11 0,3-5 0,5-15 0,7-2 0,0-15 0,0-9 0,2-10 0,3-6 0,5-4 0,7-2 0,6-2 0,2-4 0,4-6 0,7-3 0,0-12 174,10-7 1,6-2 0,7-8 0,4 0-175,8 0 0,-4 6 0,2-2 0,-2 5 0,-10 7 0,0 3 0,-5 8 0,-2 1 0,-4 5 0,-4-4 0,-8 3 0,1-3 0,-1-2 0</inkml:trace>
  <inkml:trace contextRef="#ctx0" brushRef="#br0" timeOffset="18">26501 3525 8912,'16'-8'0,"-5"-4"0,4-3 0,-3-2 0,3 0 0,2 0 0,1-1 0,5 1 0,-1 0 0,0 0 0,-3 0 0,4-1 0,0 1 0,-1 0 0,-4 2 0,-1 1 0,0 3 0,-5 0 0,-1-7 0,-5 1 0,3 0 0,-1 0 0,-2 0 0,-8-1 0,-4 1 0,4 6 0,-4-1 0,-3 8 0,5-3 0,-7 7 0,1 7 0,-1 5 0,3 18 0,8 11 0,-6 8 0,-1 9 0,-1 5 0,0 3 0,2 3 0,6 0 0,-5 0 0,-1-2 0,2-2 0,2-2 0,2-14 0,0 3 0,0-18 0,0 1 0,0-12 0,0-8 0,0-15 0,0-15 0,0-14 0,0-11 0,0-6 0,0-9 0,0-5 0,0-1 0,0-4 0,-5 4 0,-1-2 0,-6 8 0,7-3 0,-7 5 0,6 1 0,-5 8 0,5 4 0,0 6 0,6 5 0,2 10 0,4 8 0,0 1 0,11-1 0,0 3 0,18 8 0,-20 0 0,8 0 0</inkml:trace>
  <inkml:trace contextRef="#ctx0" brushRef="#br0" timeOffset="19">27000 3129 8912,'27'0'0,"-2"0"0</inkml:trace>
  <inkml:trace contextRef="#ctx0" brushRef="#br0" timeOffset="20">27534 3593 8912,'-25'18'0,"6"-7"0,-6-1 0,2-3 0,-2-3 0,0-2 0,1-2 0,8 0 0,9 0 0,16-6 0,8-1 0,10-5 0,6-7 0,7 2 0,0-6 0,-2 2 0,-1-2 0,-3 10 0,0-5 0,-7 5 0,-4-2 0,-4 3 0,-9 5 0,-10 16 0,-12 8 0,-11 8 0,-5 10 0,-3-1 0,2 0 0,6-1 0,12-5 0,7-5 0,8-3 0,15-5 0,15-4 0,22-7 0,13-15 0,11-16 0,-2-17 0</inkml:trace>
  <inkml:trace contextRef="#ctx0" brushRef="#br0" timeOffset="21">25607 4522 8912,'0'-23'0,"0"0"0,0 2 0,0 2 0,0 2 0,0-1 0,-2 9 0,-4 3 0,-6 4 0,-11 2 0,-5 2 0,-7 4 0,-5 5 0,-11-1 0,-13 1 0,-8 1 0,-3 5 0,1 0 0,-3 0 0,-9 1 0,37-10 0,-1 1 0,-3-1 0,-1 1 0,-3 0 0,-1-1 0,-1 1 0,-1-1-244,0 1 0,0 0 0,-1 0 1,0 1 243,-2 1 0,-1 1 0,-3 0 0,-1 0 0,-5 4 0,0-1 0,1-1 0,-1 1 0,0-1 0,1 2 0,-5 3 0,1 0 0,-1 1 0,-1 1 0,-8 2 0,0 1 0,-3 0 0,0-2 0,0 0 0,0 0 0,6 1 0,0 0 0,-5 1 0,0 2 0,-1 1 0,-2 1 0,25-8 0,0 0 0,-1 1-102,2 2 0,0 0 0,0 0 0,-3 0 0,0 0 1,0 0-1,1 0 0,1 1 0,0-1 0,-2 2 1,0 0-1,-1 0 102,-2 1 0,0 2 0,-1-2 0,0 0 0,-1-1 0,0 1-299,0-2 0,1 1 0,-1 0 1,-1 1-1,0 0 0,0 0 299,1 1 0,1-1 0,-1 2 0,-2 1 0,0 2 0,0 0-252,-3 1 0,-1 1 0,0 0 0,1 0 1,-1 0-1,-1 0 252,0 0 0,0-1 0,-1 0 0,0 1 0,-1-2 0,1 1 0,4-1 0,0-1 0,1 1 0,0-1 0,0-1 0,-1 1 0,-4 2 0,1 1 0,0 0 0,5-1 0,1 1 0,-1-1 0,-5 3 0,0-1 0,-1 0 0,3 1 0,0-1 0,-1 1 0,-2-1 0,0 0 0,0 1 0,0 0 0,1 0 0,-2 0 0,-2 1 0,0 1 0,0-1 0,3-1 0,2 0 0,-2 0-160,-3 1 1,0 0 0,0 1 0,0 0 0,-1 0-1,1 0 160,0-1 0,0 0 0,0 0 0,0 1 0,0 0 0,-1 0 0,-1 0 0,0-1 0,0 0 0,4-2 0,1-1 0,0 1 0,-2 2 0,1 1 0,0-1 0,-3 1 0,0 1 0,1 0 0,1 1 0,1 2 0,0-1 0,0 0 0,0 0 0,1-1 0,4-4 0,-1 0 0,2 0 0,1 0 0,0 0 0,1 0-69,3-1 1,2 0-1,-1-1 1,0 0 0,0 0-1,1 0 69,2 2 0,0-1 0,1 1 0,-2-1 0,1-1 0,-1 1 0,1-1 0,0-1 0,0 0 0,3 0 0,-1-2 0,1 0 28,1-3 0,-1-1 1,2 1-1,1 1 1,1 0-1,-1 0-28,0-1 0,0 0 0,0 0 0,-1 0 0,1 1 0,0 1 0,-25 13 0,0 0 0,-1-2 0,2 0 109,6-3 0,1 0 0,3-2 1,1-1-110,8-2 0,0-1 0,-4 0 0,-2-3 243,0-1 1,1-2 0,7-3 0,2 0-244,6-2 0,3 0 0,-37 16 591,15-1 0,5-3-591,1-3 0,10-6 0,9-12 0,14-5 690,11-4 1,11 4-691,3-1 1310,7 1-1310,-4-6 986,8 0-986,0 0 0,2-6 213,4 1 1,5-13-214,12-5 0,-3-3 0,12-32 0,-5 5 0</inkml:trace>
  <inkml:trace contextRef="#ctx0" brushRef="#br0" timeOffset="22">10360 9405 8912,'0'-10'0,"-2"4"0,-4 12 0,-5 6 0,-12 10 0,-12 15 0,-11 14 0,-7 9 0,-10 8 0,28-30 0,-1 1 0,-7 1 0,-2 0 0,0 1 0,0 0-232,-1-1 1,0 0-1,4 1 1,0-1 231,4-6 0,2 0 0,4 5 0,2-1 0,-21 25 0,14 0 0,16-13 0,8-3 111,7-1 1,6-2-112,6 2 0,7-4 0,16-8 0,4-1 0,18-5 0,8 3 0,22-8 0,14-8 0,-37-11 0,1-2 0,3-1 0,0 0 0,2-1 0,0 0 0,6-1 0,0-2 0,2-2 0,1-1 0,1-4 0</inkml:trace>
  <inkml:trace contextRef="#ctx0" brushRef="#br0" timeOffset="23">26536 3800 8912,'-6'-23'0,"0"-2"0,2 0 0,3 0 0,1 4 0,0 2 0,0 8 0,0-1 0,9 8 0,8-1 0,8 5 0,10 5 0,-1 3 0,0 3 0,3 11 0,1-5 0,2 4 0,-2 4 0,-1-4 0,-3 7 0,-7-5 0,-4 6 0,-4-1 0,-2-1 0,-7 4 0,-5-8 0,-3 5 0,-2-3 0,-2 0 0,-3 0 0,-12 4 0,-12-7 0,-6 7 0,-5-6 0,4 6 0,-4-6 0,-2 5 0,2-5 0,1 0 0,11-6 0,-5 0 0,16-9 0,0-8 0,7-15 0,10-12 0</inkml:trace>
  <inkml:trace contextRef="#ctx0" brushRef="#br0" timeOffset="24">28239 2992 8912,'-17'0'0,"0"0"0,6 0 0,1 2 0,0 5 0,1 10 0,3 16 0,-3 13 0,1 3 0,4 3 0,2 7 0,2 4 0,0-2 0,0 2 0,2-7 0,4-1 0,5-5 0,5-4 0,-5-8 0,1 2 0,-1-6 0,4-3 0,-3-4 0,-6-2 0,-5-10 0,-8-8 0,-10-7 0,-10 0 0</inkml:trace>
  <inkml:trace contextRef="#ctx0" brushRef="#br0" timeOffset="25">28016 3714 8912,'0'-17'0,"0"-1"0,7 3 0,5 4 0,5-5 0,6 5 0,0-4 0,11-3 0,8 1 0,6 0 0,12-6 0,3 0 0,-2-6 0,2 7-344,-15-9 1,9-3 0,-13-10 0</inkml:trace>
  <inkml:trace contextRef="#ctx0" brushRef="#br0" timeOffset="26">28738 2906 8912,'10'-18'0,"-4"1"0,-4 0 0,-2 0 0,0 7 0,0 10 0,0 14 0,0 7 0,-2 13 0,-2 12 0,-4 6 0,-1 5 0,-1 4 0,-1 8 0,-3-2 0,9-4 0,-1-4 0,6-8 0,0 5 0,0-5 0,2 3 0,4-14 0,-3-8 0,9-9 0,-1-3 0,6-3 0</inkml:trace>
  <inkml:trace contextRef="#ctx0" brushRef="#br0" timeOffset="27">28807 3507 8912,'0'18'0,"-2"-3"0,-3-4 0,3 5 0,-12-7 0,9 8 0,1-7 0,10-4 0,11-6 0,11-6 0,7-4 0,5-7 0,4-2 0,8-4 0,-1-4 0,1-7 0,-2 0 0,-5-1 0,-6 3 0,-9 3 0,-7-1 0,-11 7 0,1 0 0,-7 6 0,-8 7 0,-10 4 0,-3 4 0,-2 2 0,-6 2 0,0 4 0,-6 9 0,5 10 0,1 2 0,3 3 0,1 1 0,14-2 0,-7 1 0,6-7 0,1 6 0,5-6 0,2-2 0,3-10 0,11 3 0,7-9 0,7 1 0,-1-6 0,3-8 0,3-5 0,-1-6 0,1-4 0,-3-8 0,-3 3 0,1 1 0,-7-2 0,0 6 0,-6-5 0,-1 7 0,-5-2 0,-3 11 0,-8 5 0,0 9 0,0 5 0,0 10 0,0 10 0,0 6 0,0 1 0,0 6 0,0 0 0,0 0 0,0-5 0,6-7 0,-1 1 0,7-8 0,-6 2 0,7-4 0,-11-9 0,6-3 0</inkml:trace>
  <inkml:trace contextRef="#ctx0" brushRef="#br0" timeOffset="28">28549 3507 8912,'-11'0'0,"1"-2"0,3-3 0,5-5 0,13-7 0,16-2 0,15-4 0,19-11 0,19-12 0,-31 21 0,2 0-43,3-1 1,1 1 0,2-1 0,1 2 0,-2 0 0,0 2 0,-4 2 0,-2 0 42,38-16-330,-18 9 1,-10-6-1,-9 7 1</inkml:trace>
  <inkml:trace contextRef="#ctx0" brushRef="#br0" timeOffset="29">28308 4470 8912,'-23'-6'0,"-2"1"0,1 1 0,-1 2 0,4 2 0,2 0 0,1 0 0,1 2 0,0 4 0,0 5 0,0 4 0,1 8 0,3 2 0,1 2 0,-1 3 0,5 1 0,3-2 0,3 1 0,2-5 0,0 0 0,0 0 0,7-2 0,5-6 0,3-2 0,2-3 0,6 1 0,2-7 0,0-1 0,0 3 0,4-6 0,-7 4 0,3-2 0,-2 1 0,-4-3 0,6 13 0,-17-5 0,-8 7 0,-10 0 0,-13 6 0,-5 0 0,-7 0 0,-5-6 0,6 1 0,-1-1 0,3-8 0,9-5 0,2-8 0,-6-5 0,0-8 0</inkml:trace>
  <inkml:trace contextRef="#ctx0" brushRef="#br0" timeOffset="30">28635 4522 8912,'0'-17'0,"0"5"0,0 1 0,0 7 0,6-2 0,0 12 0,1 3 0,-1 9 0,-2 1 0,5 2 0,1 4 0,0 1 0,-1-3 0,3 6 0,1-8 0,-7 2 0,5-4 0,-5-2 0,7-2 0,-3-1 0,1-5 0,1-1 0,-6-2 0,5-6 0,-5-2 0,5-4 0,-5-3 0,5-9 0,-5-5 0,6 0 0,-8-7 0,1 1 0,-1 2 0,2-1 0,-4 7 0,3-2 0,-3 4 0,-2 2 0,0 7 0,0 2 0,0 8 0,0 2 0,0 4 0,2-4 0,4 6 0,5-1 0,5-5 0,7 6 0,0-8 0,2-8 0,-3-3 0,-2 1 0,4-1 0,-1-1 0,0 3 0,0-1 0,-6 4 0,8 4 0,2-5 0,-2 14 0,-8 5 0,-2 3 0,-9 4 0,-2 2 0,-2 2 0,-4 8 0,-4-3 0,-3-1 0,-8 2 0,-3-8 0,-3 2 0,-3-4 0,-9-2 0</inkml:trace>
  <inkml:trace contextRef="#ctx0" brushRef="#br0" timeOffset="31">28652 4367 8912,'-34'-17'0,"2"0"0,3-1 0,6 7 0,11 0 0,5 7 0,9-4 0,3 8 0,7 0 0,11 6 0,6 0 0,11-1 0,6-5 0,-2 0 0,1 0 0,-1 0 0,2 0 0,4 0 0,-6 0 0,8 0 0</inkml:trace>
  <inkml:trace contextRef="#ctx0" brushRef="#br0" timeOffset="32">29478 4298 8912,'0'17'0,"0"-5"0,0-1 0,-5-5 0,-1 6 0,-5-1 0,5 6 0,0 0 0,-2 1 0,6 1 0,-3 4 0,3-2 0,2 7 0,0-5 0,0 6 0,0-8 0,0 4 0,2-4 0,3-4 0,-1 4 0,8-10 0,-1-3 0,6-2 0,3-6 0,3-6 0,-2-11 0,7-12 0,-7-3 0,2-3 0,-4 1 0,-1 2 0,-3 1 0,-4 2 0,-3 6 0,-8-5 0,0 7 0,-2-2 0,-4 11 0,-3 5 0,-8 7 0,-1 9 0,1 7 0,2 6 0,3 5 0,-1 2 0,7 5 0,1-5 0,5 0 0,7-7 0,5 7 0,11-10 0,7 0 0,8-7 0,8-5 0,4-1 0,2-6 0,5-4 0,0-7 0,1-8 0,-7-16 0</inkml:trace>
  <inkml:trace contextRef="#ctx0" brushRef="#br0" timeOffset="33">30304 4178 8912,'0'-17'0,"-1"1"0,-5 5 0,4-4 0,-4 3 0,-3 5 0,7-1 0,-6 16 0,14-5 0,0 9 0,-3 1 0,5 3 0,0 1 0,1 0 0,5 0 0,1-2 0,2-3 0,0 1 0,1-7 0,-1 5 0,0-5 0,2 0 0,4-6 0,-4 0 0,4 0 0,-2-8 0,0-3 0,2-4 0,-2-3 0,-2-1 0,-2-4 0,-1 4 0,-5-4 0,5-3 0,-15 6 0,7-4 0,-8 16 0,-2 8 0,-2 9 0,-1 7 0,-1 1 0,6 0 0,0 0 0,0 1 0,2-7 0,4 0 0,3-7 0,8 4 0,0-8 0,1 0 0,-1 0 0,-6-8 0,1-3 0,-3-4 0,3-3 0,1 1 0,-7 0 0,2 6 0,-3-1 0,5-1 0,0-3 0,5-1 0,-4 0 0,5 2 0,1 3 0,0-11 0,0 4 0</inkml:trace>
  <inkml:trace contextRef="#ctx0" brushRef="#br0" timeOffset="34">31165 3989 8912,'0'17'0,"0"0"0,0-5 0,0-1 0,-2-5 0,-4 5 0,2-7 0,-7 2 0,5-4 0,-5-2 0,7 2 0,-2 3 0,6-3 0,6 4 0,3-6 0,9-6 0,7-3 0,3-8 0,-1-1 0,0 1 0,-2-2 0,-4-4 0,-2 4 0,-2-4 0,-7 4 0,-5 2 0,-3 0 0,-2-1 0,-9 9 0,-9 3 0,-6 6 0,-11 6 0,-5 5 0,-2 12 0,-2 8 0,-4 7 0,6 4 0,2 4 0,11 2 0,6-8 0,12 6 0,5-6 0,14-8 0,9-9 0,17-6 0,18-5 0,11-6 0,10-5 0,-2-2 0,3-5 0,-3 2 0,-2-7 0,-14 5 0,-3-6 0,-20 9 0,-7-13 0,-17 7 0</inkml:trace>
  <inkml:trace contextRef="#ctx0" brushRef="#br0" timeOffset="35">29238 5244 8912,'-8'9'0,"-4"-3"0,-3-4 0,-4-2 0,-2 2 0,-4 2 0,-2 2 0,4 7 0,-5-2 0,-1 5 0,2 1 0,-3 8 0,7 3 0,4 5 0,5 1 0,7 6 0,7 0 0,1-1 0,5-3 0,11-4 0,12-3 0,13-6 0,10-12 0,9-5 0,6-4 0,2-10 0,0-3 0,-2-12 0,-4-6 0,-4-3 0,-7-2 0,-1-8 0,1-4 0,7-4 0,2-2 0</inkml:trace>
  <inkml:trace contextRef="#ctx0" brushRef="#br0" timeOffset="36">29874 5210 8912,'-17'0'0,"-2"1"0,-4 5 0,-2-4 0,-4 4 0,-3 3 0,3 3 0,-3 3 0,-3 2 0,3 6 0,3 0 0,6 8 0,10-3 0,3 5 0,3 1 0,1-1 0,6-5 0,2-3 0,4-8 0,5-1 0,12-5 0,2-3 0,5-8 0,-1-2 0,2-4 0,7-3 0,2-9 0,0-5 0,-5 1 0,-3-7 0,-3 6 0,1-8 0,-7 3 0,0-5 0,-5-1 0,-7 5 0,-1 2 0,-3 3 0,-3 3 0,-2 2 0,-2 9 0,0 2 0,0 10 0,0 4 0,8 2 0,3 3 0,6 2 0,6-7 0,-4 0 0,4-6 0,2 0 0,-2 0 0,0 0 0,-6 0 0,-1-2 0,-3-2 0,-2-2 0,3 3 0,-7 1 0,7 9 0,-8 5 0,-1 3 0,-5 2 0,0 0 0,0 1 0,0 5 0,0 0 0,2-2 0,4-2 0,-4-8 0,4 1 0,-5-7 0,-1 7 0,0-8 0,0 3 0,0-7 0,0-13 0,0-4 0,0-4 0,0-4 0,0-4 0,0 2 0,0-1 0,2 1 0,4-2 0,-4-1 0,4 7 0,3 0 0,3 6 0,-1 0 0,5 1 0,3 3 0,0 1 0,2 9 0,2-3 0,0 4 0,11 2 0,-3 2 0,9 4 0,-2 1 0,2 5 0,2 1 0,4-7 0,-4 0 0,-7-6 0</inkml:trace>
  <inkml:trace contextRef="#ctx0" brushRef="#br0" timeOffset="37">31389 4917 8912,'-18'-17'0,"1"2"0,0 1 0,0 5 0,0 1 0,-1 4 0,-1 2 0,-4 2 0,4 10 0,-4 7 0,4 8 0,2 2 0,2 5 0,3-5 0,6 2 0,4-1 0,4-1 0,6 2 0,9-4 0,10-1 0,0-5 0,3 4 0,3-3 0,-1-3 0,5 0 0,-14 0 0,5 0 0,-5 2 0,-4 2 0,-5 2 0,-1 0 0,-7-6 0,-2 1 0,-10-1 0,-5 0 0,-12 0 0,-4 0 0,0 1 0,-5-1 0,3 0 0,-2-6 0,3 1 0,3-8 0,8 1 0,-1-6 0,1-11 0,0-7 0,0-15 0</inkml:trace>
  <inkml:trace contextRef="#ctx0" brushRef="#br0" timeOffset="38">31647 5072 8912,'-17'0'0,"-1"0"0,1 0 0,0 0 0,5 0 0,1 0 0,7 8 0,0 1 0,8 1 0,2-3 0,11-7 0,-2 0 0,14 0 0,0 0 0,5 0 0,2-2 0,5-3 0,-5-5 0,4-7 0,-4 0 0,-1 0 0,-1-3 0,1-2 0,-14 1 0,-4-8 0,-11 8 0,-1-2 0,-5 4 0,-5 2 0,-13 1 0,-10 5 0,-5 3 0,-1 8 0,-1 10 0,1 5 0,2 8 0,3 4 0,4 1 0,8 7 0,1-1 0,5 1 0,3-1 0,8 0 0,2-1 0,4-5 0,13-5 0,16-11 0,1-4 0,10-8 0,5-2 0,7-4 0,-1-7 0,2-9 0,-5-4 0,3-9 0,-5 1 0,-6 0 0,-4-3 0,-8-3 0,-7 6 0,-4-1 0,-12 3 0,-5 9 0,-6 0 0,-6 8 0,-7 3 0,-8 7 0,0 10 0,-8 7 0,1 11 0,-7 5 0,1 5 0,-1 1 0,9 1 0,3-1 0,6 0 0,5 1 0,4-3 0,12-3 0,10-6 0,14-4 0,14-10 0,16-3 0,5-6 0,11-6 0,-1-3-194,7-8 0,-1-6 194,1 0 0,-19-8 0,-1 10 0,-13-4 0,3 6 0,-2 6 0</inkml:trace>
  <inkml:trace contextRef="#ctx0" brushRef="#br0" timeOffset="39">29737 6482 8912,'-20'0'0,"-1"0"0,-2 0 0,2 0 0,2 2 0,4 3 0,4 7 0,1 5 0,6 8 0,-2 7 0,3 7 0,1 3 0,2-4 0,2 4 0,3 2 0,-1-6 0,6 2 0,-3-5 0,-3-7 0,0-3 0,2-8 0,-4-7 0,5-4 0,-7-14 0,2-9 0,4-10 0,-2-7 0,7-7 0,1-3 0,5-7 0,6-1 0,0 1 0,0 9 0,-6 7 0,0 1 0,2 9 0,2 2 0,2 6 0,0 11 0,-6 1 0,1 12 0,-1 10 0,-2 2 0,-3 10 0,3 0 0,-4 5 0,-1-5 0,1-1 0,-1-7 0,3 2 0,-3-3 0,-2-3 0,5-6 0,-2 1 0,-1-9 0,1 3 0,-5-6 0,6-6 0,-1-5 0,6-12 0,-5 2 0,-1-8 0,3-1 0,1-3 0,2-1 0,0 0 0,-5 7 0,-1 4 0,-7 4 0,6 4 0,-5 3 0,-3 18 0,4 11 0,-4 12 0,-2-1 0,0 7 0,0 5 0,0-10 0,0 5 0,2-7 0,4 1 0,3-4 0,10-10 0,2-3 0,2-7 0,8-10 0,-2-7 0,-3-5 0,3-6 0,-6-4 0,6-7 0,-6 0 0,3-1 0,-1 1 0,-4-1 0,-7 9 0,-3 3 0,-5 4 0,5 1 0,-7 9 0,4 1 0,-10 18 0,-2 5 0,-4 8 0,-1 4 0,5-6 0,-2 2 0,4-4 0,2-2 0,2-7 0,4-5 0,4 3 0,7-2 0,0-6 0,0-6 0,6-9 0,0-1 0,-2-5 0,-2 0 0,-7 2 0,-1 2 0,-7 0 0,2 0 0,3-1 0,-9 1 0,0 0 0,-7 7 0,-10 5 0,-1-3 0,1 2 0,0 1 0,0 5 0,5 0 0,1 0 0,7 0 0,-4 0 0,8 0 0,0 0 0</inkml:trace>
  <inkml:trace contextRef="#ctx0" brushRef="#br0" timeOffset="40">31251 6430 8912,'0'-19'0,"0"-4"0,-6 4 0,0-4 0,-1 4 0,1 2 0,2 2 0,-5 1 0,-1 5 0,1 1 0,-3 2 0,-5 6 0,0 10 0,-1 7 0,1 8 0,0 9 0,0 1 0,0-1 0,-1 2 0,3 3 0,4 1 0,5-2 0,4-8 0,2-1 0,0-8 0,0 2 0,2-12 0,4-5 0,9-4 0,10-6 0,4-7 0,7-12 0,-2-8 0,6-3 0,-3-2 0,-3-4 0,-5 1 0,0-6 0,-8-3 0,2-10 0,-6-3 0,-6-7 0,-3-1 0,-8 0 0,0 4 0,0 8 0,-2 7 0,-4 16 0,2 15 0,-7 7 0,7 8 0,-4 8 0,8 8 0,-5 9 0,-3 21 0,0 9 0,1 10 0,-5 8 0,7 6 0,-3-7 0,2 1 0,4 4 0,-4-10 0,12-2 0,6-15 0,11-4 0,7-10 0,8-5 0,8-10 0,-2-9 0,2-14 0,0-9 0,6-8 0,-8-8 0,-4 3 0,-4-11 0,-1-1 0,-1-2 0,0 2 0,-5-2 0,-4-6 0,-4 4 0,-6 2 0,-9-3 0,0 4 0,-6 3 0,-6 10 0,-3 10 0,-9 13 0,-7 3 0,-3 2 0,-5 15 0,-1 8 0,5 13 0,0 6 0,1 4 0,1 8 0,4-3 0,12 7 0,3-7 0,8-5 0,2 2 0,4-8 0,11-2 0,11-9 0,13-6 0,5-12 0,5-5 0,7-4 0,-5-4 0,4-4 0,3-5 0,-3-12 0,2-4 0,-1-7-315,-12-8 1,3-2-1,-14-8 1</inkml:trace>
  <inkml:trace contextRef="#ctx0" brushRef="#br0" timeOffset="41">20289 12070 8912,'0'-18'0,"-6"1"0,1 0 0,1 0 0,2 0 0,2-1 0,0 1 0,2 8 0,2 1 0,1 0 0,1 6 0,-4-5 0,4 7 0,-4 0 0,5 0 0,-9 7 0,-3 5 0,1 3 0,-8 2 0,7-5 0,-7-1 0,8 1 0,-1 5 0,1-6 0,-2 1 0,4-1 0,-6 7 0,8-1 0,0-6 0,0 1 0,8-1 0,2-1 0,7-5 0,-6-3 0,1-2 0,-1-2 0,6-3 0,-1 1 0,-5-8 0,5 1 0,-7-6 0,1 0 0,-3-1 0,-7 1 0,0 0 0,-2 0 0,-3 2 0,-7 3 0,3 4 0,-3 8 0,1 0 0,-7 0 0,3 2 0,4 4 0,-5 4 0,5 7 0,1 6 0,-1 0 0,7 0 0,-2-6 0,4 6 0,2 0 0,0 0 0,2-8 0,4-4 0,9 3 0,8-9 0,0-1 0,2-2 0,-6-4 0,4-4 0,2-1 0,-2-5 0,-2-3 0,-10 4 0,3-5 0,-8-1 0,-1 0 0,-5 0 0,0 5 0,0 1 0,0-3 0,-2 1 0,-3 2 0,-5 3 0,-7 8 0,0 0 0,-2 2 0,-4 4 0,4-3 0,-4 9 0,9 1 0,3 10 0,1-4 0,-1 4 0,3-4 0,8-1 0,0-1 0,2 0 0,4-2 0,5-3 0,10-5 0,2-7 0,2 0 0,-2 0 0,-4-2 0,4-3 0,-6 1 0,-5-8 0,3 1 0,-7-6 0,3 0 0,-5-1 0,-4 1 0,-2 0 0,-8 0 0,-3 0 0,-5-1 0,1 7 0,4-1 0,-5 9 0,5-3 0,1 10 0,-1 1 0,-1 9 0,-5-3 0,6 5 0,1 1 0,0 0 0,1 0 0,5 0 0,-2 1 0,4-1 0,2 0 0,0 0 0,2-7 0,4-5 0,6-3 0,3-2 0,2 0 0,0-7 0,-1-5 0,-5-3 0,4-2 0,-13 0 0,4-1 0,-4 1 0,-2 0 0,0 0 0,0 0 0,0-1 0,-6 7 0,-1 1 0,-3 3 0,4 1 0,-5 6 0,5 6 0,-4 1 0,1 3 0,-1 3 0,7 3 0,-3 1 0,-2 0 0,2 0 0,1 0 0,5 1 0,0-1 0,7-2 0,5-2 0,3-1 0,-3-8 0,-1 1 0,0-3 0,7-2 0,-7-5 0,1-1 0,-7-6 0,7 7 0,-8-9 0,1 3 0,-3-4 0,-2-3 0,0 1 0,0 0 0,0 0 0,-2 5 0,-1 1 0,-3-3 0,-8 7 0,11-1 0,-9 8 0,6 8 0,-5 3 0,1 5 0,-1 1 0,1 0 0,7 2 0,-3 2 0,2 2 0,2 0 0,2-6 0,0 0 0,0 1 0,0-9 0,8-1 0,3-8 0,4-2 0,3-4 0,-7-3 0,1-9 0,-3 1 0,3 0 0,1-2 0,-7-4 0,0 4 0,-6-4 0,0 4 0,0 2 0,0-1 0,0 7 0,0-1 0,0 9 0,-8-5 0,-2 10 0,-7 6 0,0 7 0,0 6 0,-1 4 0,1-2 0,6-4 0,-1 4 0,7 1 0,-5-1 0,2-2 0,3-1 0,7-11 0,3-3 0,7-4 0,3-2 0,2-2 0,0-4 0,-5-2 0,-1-3 0,-1-4 0,1 3 0,-3-3 0,-8-2 0,0 0 0,0-1 0,0 1 0,-8 2 0,-3 3 0,1 3 0,-1 3 0,-2 4 0,-10-4 0,4 12 0,-4 6 0,3 5 0,3 4 0,0 2 0,0-2 0,2 4 0,3-2 0,4 0 0,8-6 0,0-6 0,0 1 0,4-9 0,8 3 0,1-6 0,16-6 0,-1-3 0,-1-1 0,4-9 0,-8 8 0,-2-8 0,-10 7 0,-1-3 0,-4-2 0,-5 0 0,5-1 0,-12 3 0,-5 4 0,-4 3 0,-3 0 0,1 6 0,0-3 0,0 5 0,0 5 0,-6-1 0,0 8 0,2-1 0,9 6 0,-1 1 0,7-1 0,2 0 0,2 0 0,2 0 0,0 1 0,8-9 0,4-3 0,9-4 0,1-2 0,7 0 0,-6 0 0,0-2 0,-6-2 0,0-4 0,1-1 0,-7 3 0,1-5 0,-9-1 0,5-5 0,-16 5 0,-3 3 0,-4 1 0,-3 4 0,1 3 0,0 1 0,-6 0 0,0 0 0,2 1 0,2 5 0,8-2 0,-1 7 0,1-7 0,1 12 0,2-15 0,10 13 0,4-8 0,11-1 0,8-5 0,4 0 0,-4 0 0,0-7 0,1-3 0</inkml:trace>
  <inkml:trace contextRef="#ctx0" brushRef="#br0" timeOffset="42">20203 12293 8912,'17'0'0,"0"0"0,-1-2 0,-5-4 0,-3-3 0,-8-8 0,0 5 0,0 1 0,-2 7 0,-4-2 0,2 4 0,-7 4 0,-3 4 0,-1 5 0,-2-1 0,0 1 0,-2 1 0,-4 7 0,-6 4 0,-3 6 0,-5-3 0,-3 3 0,0 7 0,-12 10 0,-11 4 0,-13 1 0,33-21 0,-2 0 0,-6 1 0,-2 1 0,-4 1 0,-2 1-309,-1 0 1,-1 0 0,-2 1-1,0 1 309,0 1 0,0 0 0,1-3 0,0-1 0,-4 5 0,0-1 0,0-3 0,0 1 0,-3 4 0,0 2 0,3-1 0,0 0 0,0 3 0,0 0 0,2 0 0,0 0-348,-4 0 0,-1 0 0,-1 4 1,0 1 347,-4 3 0,-1 2 0,0 1 0,1 2 0,-1 4 0,1 1 0,3-4 0,0-1 0,-4-2 0,1 0 0,10-5 0,4 0 0,4-3 0,3 0 0,4-3 0,2 1 0,2 0 0,2-2 0,4-2 0,2-1-94,2-2 1,1 0 0,-27 26 93,9-5 0,10-7 0,7-5 0,16-12 0,12-16 1005,7-11-1005,0-7 381,7 0 0,9-7 0,8-5 0,5-5-381,7-6 0,7-6 0,8-11 0,1-4 0,7-23 0,2-3 0</inkml:trace>
  <inkml:trace contextRef="#ctx0" brushRef="#br0" timeOffset="43">20083 11880 8912,'-29'27'0,"2"-4"0,0-4 0,2-2 0,1 1 0,8-7 0,11 1 0,3-1 0,4-1 0,3-5 0,5-3 0,7-2 0,2 2 0,4 4 0,-2-4 0,8 5 0,3-1 0,7 0 0,-3 7 0,6-3 0,-2 1 0,0 1 0,6 5 0,-6 6 0,0 2 0,-5-2 0,-3 5 0,-3 5 0,-12 9 0,-11 4 0,-6 11 0,-6 6 0,-11 4 0,-12 2 0,-11-1 0,-4 1 0</inkml:trace>
  <inkml:trace contextRef="#ctx0" brushRef="#br0" timeOffset="44">15402 15646 8912,'-23'0'0,"2"2"0,5 3 0,-1 5 0,6 7 0,-3 2 0,3 4 0,-2 4 0,7 7 0,2-1 0,2-5 0,2 5 0,0-4 0,0 1 0,0 1 0,0-3 0,0 3 0,0-6 0,0-2 0,0-4 0,0-2 0,0 0 0,0-7 0,0-3 0,-6-14 0,1-7 0,1-7 0,2-7 0,2-5 0,0-1 0,0-6 0,0 0 0,8-6 0,3 6 0,-1-1 0,1 7 0,-1 2 0,1 3 0,4 4 0,-3 8 0,3 0 0,2 0 0,1 7 0,-1 4 0,0 6 0,0 6 0,0 5 0,1 12 0,-1-2 0,-2 8 0,-2 0 0,-1-3 0,-6 7 0,5-4 0,-7-5 0,2-1 0,-4-4 0,-2-1 0,7-1 0,-5-8 0,6-5 0,-8-15 0,0-3 0,0-14 0,0 5 0,0-6 0,0 2 0,0-1 0,0-3 0,0 8 0,2 2 0,3 2 0,-3 2 0,8 2 0,-4 3 0,-2 5 0,7 7 0,-5 1 0,5 5 0,1 2 0,3 5 0,-2-1 0,-1 1 0,-1 2 0,7 3 0,4-7 0,1 0 0,0-7 0,-5 4 0,-1-8 0,0 0 0,0 0 0,-5 0 0,-1 0 0,3 0 0,-5 0 0,3 0 0,-9-8 0,13 6 0,-5-3 0,-3 10 0,7 3 0,-3 3 0,-5-1 0,1-6 0,0 2 0,1 7 0,8-11 0,0 5 0,-1-14 0,-5-5 0,3-5 0,-7-4 0,1-2 0,0 2 0,-3-4 0,-5 2 0,0 1 0,0 4 0,-7 3 0,-5 4 0,3 3 0,-3 8 0,1 0 0,-7 0 0,3 2 0,4 4 0,3 5 0,8 12 0,0-4 0,0 6 0,8-8 0,1 0 0</inkml:trace>
  <inkml:trace contextRef="#ctx0" brushRef="#br0" timeOffset="45">16486 15457 8912,'-35'17'0,"1"-6"0,0 1 0,-1-1 0,1 6 0,1 1 0,3 1 0,3 4 0,2 5 0,2-1 0,6 2 0,7-3 0,5 3 0,3-4 0,2-8 0,2 0 0,3-1 0,7-5 0,3-3 0,2-8 0,2-2 0,4-4 0,-3-4 0,2-7 0,3-8 0,-2-3 0,0-7 0,-7-3 0,-3-2 0,-2 2 0,-1 0 0,1-2 0,-3 1 0,-8-6 0,6-1 0,0-6 0,-1 8 0,-5 4 0,-5 0 0,-3 6 0,0 7 0,1 6 0,-7 11 0,10 3 0,-7 7 0,7 11 0,-2 12 0,4 6 0,4 16 0,4 3 0,6 2 0,3 1 0,2 1 0,6-2 0,0-4 0,8-4 0,-3-8 0,10-2 0,3-3 0,6-12 0,-1-11 0,4-4 0,2-2 0,-8-10 0,-4-7 0,-6-8 0,-5-9 0,-4 2 0,-10 1 0,-3 2 0,-7-1 0,-3 5 0,-2 2 0,-7 0 0,-5 6 0,-5-2 0,-6 13 0,-4 2 0,-7 10 0,1 7 0,5 8 0,-3 6 0,8 7 0,0 8 0,6 4 0,7 4 0,5 2 0,5 5 0,7 0 0,12-1 0,14-3 0,18-5 0,18-8 0,17-15-250,-35-21 0,2-2 0,5-2 0,2-2 250,6-3 0,0-2 0,-2 0 0,-2-3 0,-2-5 0,-1-3 0,-6 3 0,-1-2 0,-4 0 0,-2-2 0,34-27 0,-4 10 0,-7-5 0,0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7.2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15780 15353 8912,'-23'-1'0,"0"-3"0,2-2 0,2-5 0,2 5 0,8 8 0,3 11 0,4 8 0,2 8 0,2 5 0,4 6 0,-3-2 0,9 8 0,-1 2 0,-1 2 0,-2-6 0,-8 0 0,0-6 0,0 2 0,0-6 0,0-5 0,0-8 0,0-4 0,0-24 0,0-16 0,0-10 0,0-7 0,5-6 0,1-9 0,0-1 0,1 7 0,-3-1 0,6 8 0,-1 0 0,1 0 0,-1 10 0,5 9 0,-3 5 0,3 7 0,1 3 0,2 12 0,2 8 0,4 10 0,-4 9 0,4 5 0,-4 4 0,-1-5 0,-1 1 0,0-7 0,0-4 0,0 5 0,1-13 0,-1 1 0,-6-9 0,1-9 0,-3-7 0,3-5 0,-4-11 0,-8-6 0,0-3 0,0-2 0,0-1 0,0 1 0,0 7 0,0 4 0,0 4 0,0 2 0,0 15 0,0 8 0,1 9 0,5 8 0,-2-2 0,7 8 0,-1-3 0,2 3 0,3-4 0,-4-8 0,5 0 0,1 0 0,0-1 0,0-5 0,0-5 0,1-4 0,-1-4 0,0-4 0,0-3 0,0-9 0,1-5 0,-1 1 0,-2-1 0,-3 5 0,1 1 0,-7 0 0,-1 7 0,-5 3 0,0 7 0,0 0 0,0-8 0,-7-1 0,3-7 0,-7 5 0,7-4 0,-2 3 0,-2 3 0,1-1 0,-3 2 0,6 3 0,-9 12 0,7 5 0,-7 3 0,3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7.2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29289 16557 8912,'-2'17'0,"-2"0"0,-1 1 0,1-1 0,2 2 0,2 4 0,0 7 0,0 9 0,0 10 0,2 10 0,4 3 0,5 3 0,6 7 0,6 1 0,4-4 0,0-5 0,5-8 0,-3 1 0,3-9 0,3-2 0,-3-2 0,-3 2 0,2-4 0,-8-8 0,0 2 0,1 4 0,-10-9 0,3 3 0,-11-9 0,-1 4 0,3-2 0,-2 1 0,0-3 0,-6-6 0,0 2 0,0 2 0,-6 0 0,0-6 0,0-5 0,6-1 0,0-7 0,-2 2 0,-3-12 0,3-4 0,-13-22 0,5-4 0</inkml:trace>
  <inkml:trace contextRef="#ctx0" brushRef="#br0" timeOffset="1">29341 17726 8912,'-12'-6'0,"1"1"0,7-1 0,-4 6 0,16 8 0,3 3 0,11 2 0,2 1 0,1-3 0,0 3 0,6 1 0,-3 2 0,5-2 0,1-3 0,3 1 0,3-5 0,4-1 0,0 1 0,0-2 0,-4-6 0,-6-2 0,1-4 0,-3-3 0,-9-9 0,0 1 0,-6 0 0</inkml:trace>
  <inkml:trace contextRef="#ctx0" brushRef="#br0" timeOffset="2">30012 17554 8912,'-17'0'0,"0"2"0,-1 4 0,5 11 0,-4 12 0,3 3 0,-9 3 0,2 7 0,0 2 0,-4 3 0,-1 5 0,5-10 0,-2 9 0,4-3 0,1 4 0,-6-8 0,-3 5 0,-8-5 0</inkml:trace>
  <inkml:trace contextRef="#ctx0" brushRef="#br0" timeOffset="3">20100 9783 8912,'-2'-33'0,"-4"5"0,-5 5 0,-7 6 0,-5 5 0,-5 6 0,-5 5 0,-1 10 0,-2 8 0,-5 14 0,-5 13 0,-3 9 0,-3 16 0,2 9 0,26-35 0,1 2 0,0 5 0,2 2-316,-1 3 1,2 2-1,0 5 1,1 0 315,4 1 0,2 0 0,0 1 0,3-1 0,3-5 0,2 0 0,2-3 0,2-1 0,2-4 0,2-3 0,14 34 92,12-13 0,6-16-92,5-18 0,-2-1 0,8-10 0,0 0 0,5-6 0,-7-8 0,-4-3 0,-3-4 0,-3-2 0,1 0 0,-1 0 0</inkml:trace>
  <inkml:trace contextRef="#ctx0" brushRef="#br0" timeOffset="4">20323 10316 8912,'0'-19'0,"0"-2"0,0-2 0,0 2 0,0 2 0,-1 2 0,-5-1 0,2 9 0,-8 3 0,7 14 0,-7 9 0,8 10 0,-3 13 0,1 8 0,0 7 0,1-2 0,5 5 0,7-11 0,5-1 0,-3-6 0,3 6 0,-1-9 0,6-3 0,3-9 0,3-6 0,-4-10 0,4-3 0,-2-4 0,0-6 0,2-7 0,-2-12 0,-2-8 0,-2-3 0,-6-6 0,1 0 0,-8-6 0,1 6 0,-3 0 0,-2 5 0,6 8 0,0 5 0,0 2 0,-6 11 0,0 3 0,0 12 0,0 5 0,0 5 0,7 7 0,5 0 0,1 5 0,2-5 0,1-2 0,3-2 0,4-7 0,0-1 0,-4-7 0,4 2 0,2-4 0,-2-2 0,5-8 0,-5-4 0,6-3 0,-6-2 0,-2-8 0,-10-3 0,5 1 0,-7-2 0,1 0 0,-5 3 0,3 1 0,-2 8 0,0-1 0,-6 9 0,0 3 0,0 12 0,0 9 0,0 8 0,0 8 0,0-3 0,0 5 0,0 1 0,0 1 0,0-1 0,1-5 0,5-1 0,-4-7 0,4 2 0,-4-4 0,-2-1 0,0-9 0,0-1 0,0-8 0,0-8 0,2-5 0,2-8 0,1-8 0,7-3 0,-7-3 0,7 1 0,-6-1 0,7 1 0,-1 0 0,-3 7 0,3 4 0,-7 4 0,7 2 0,-1 7 0,6 4 0,1 4 0,-1 2 0,0 2 0,0 4 0,1 6 0,-1 11 0,-2-2 0,-4 7 0,5-7 0,-5 2 0,3 2 0,-3-2 0,4 0 0,-3-6 0,3-2 0,2-3 0,1 1 0,-1-7 0,0-2 0,-7-2 0,5-10 0,-6-2 0</inkml:trace>
  <inkml:trace contextRef="#ctx0" brushRef="#br0" timeOffset="5">21580 10350 8912,'-2'-15'0,"-4"4"0,4 3 0,-11 10 0,7 4 0,0 3 0,6 8 0,0 6 0,0 2 0,0 0 0,0 0 0,0 3 0,0-5 0,0 6 0,2-6 0,2-2 0,2-2 0,1-2 0,-3 0 0,2 1 0,0-9 0,-4-1 0,3-8 0,-1-14 0,6-5 0,-1-6 0,1-5 0,-1-3 0,3-1 0,3 0 0,-3-1 0,3 3 0,2 3 0,0 4 0,1 8 0,-7 2 0,1 3 0,-1 5 0,6 7 0,0 0 0,1 0 0,-1 9 0,0 8 0,0 1 0,0 5 0,1-10 0,-1-2 0,2-1 0,4 1 0,-4-3 0,4-8 0,-4 0 0,-2 0 0,1-2 0,-1-4 0,0 3 0,0-9 0,-5 1 0,-3-7 0,-1 1 0,-4 0 0,-2 0 0,-2 0 0,-2 5 0,-4 1 0,-4 7 0,-7-2 0,-6 6 0,0 6 0,-2 5 0,2 12 0,4-2 0,-4 8 0,4-6 0,2 6 0,2-6 0,3 3 0,7 1 0,3 0 0,2-6 0,0 2 0,9-6 0,8-4 0,10-3 0,6-3 0,3-1 0,4-6 0,4 0 0,8 0 0,-1-7 0,1-5 0,7-11 0,2-4 0</inkml:trace>
  <inkml:trace contextRef="#ctx0" brushRef="#br0" timeOffset="6">22612 10127 8912,'-25'0'0,"4"0"0,-7 0 0,7 0 0,-2 0 0,4 7 0,1 7 0,-1 7 0,-4 7 0,6 11 0,0 1 0,5 8 0,9-3 0,-3 5 0,2 2 0,10-7 0,5 1 0,4-13 0,3 1 0,7-11 0,3 0 0,-1-6 0,2-5 0,-1-5 0,7-7 0,-1-2 0,1-3 0,-1-5 0,0-7 0,-5-6 0,0 0 0,-6-7 0,5 1 0,-8-4 0,-1-1 0,-8 2 0,-3 3 0,-2-2 0,-6 8 0,0 0 0,-2 8 0,-4 4 0,-6 3 0,-11 8 0,4 10 0,-4 7 0,-1 6 0,1 5 0,2 9 0,9-9 0,-1 9 0,7-9 0,0 3 0,6-2 0,0 1 0,0-7 0,8 0 0,5-8 0,8-1 0,8-3 0,-2-7 0,1 2 0,1-12 0,6-6 0,5-11 0,0-5 0,0 1 0,-6-2 0,1 1 0,-3-7 0,-5 1 0,-10 0 0,-1 5 0,-11 0 0,1 3 0,-6-3 0,-2 4 0,-4 10 0,-3 1 0,-1 3 0,-5 7 0,4-2 0,3 6 0,2 6 0,4 6 0,2-1 0,0 4 0,0 4 0,0 1 0,2-1 0,4-2 0,-2 2 0,7 4 0,-5-4 0,5 4 0,-5-2 0,6 0 0,-1 2 0,-1-2 0,5-2 0,-4-2 0,-1 0 0,1 1 0,-7-7 0,2 0 0,-2-1 0,2 1 0,-5 5 0,-1-12 0,-11 7 0,-12-5 0,-6 5 0,-3-7 0,-3 4 0,1-3 0,0 1 0,1 0 0,4-6 0,6 0 0,4 0 0,2-15 0,0-4 0</inkml:trace>
  <inkml:trace contextRef="#ctx0" brushRef="#br0" timeOffset="7">23800 10196 8912,'0'-18'0,"0"1"0,-2 0 0,-4 0 0,2 1 0,-7 5 0,-3 5 0,-1 6 0,-2 6 0,-6 11 0,-2 12 0,0 5 0,0 6 0,-3 4 0,5 8 0,2-6 0,9 0 0,-1-6 0,7 6 0,0-8 0,6 2 0,8-11 0,3-7 0,5-2 0,1-3 0,6-2 0,0-2 0,0-3 0,2-2 0,-6-1 0,4-1 0,-4-4 0,-2 4 0,-7-3 0,-5 3 0,-3-2 0,-2 7 0,-2-5 0,-3 6 0,-13-1 0,-10 6 0,-5 2 0,-1 4 0,-1-4 0,1 4 0,-4-4 0,3-1 0,-1-3 0,13-4 0,2-5 0,9-12 0,5-3 0</inkml:trace>
  <inkml:trace contextRef="#ctx0" brushRef="#br0" timeOffset="8">24247 10385 8912,'-8'-25'0,"5"6"0,-9-4 0,1 11 0,-7 7 0,-1 3 0,-4 2 0,-5 9 0,-13 8 0,-2 10 0,-1 6 0,1 1 0,9 0 0,7 1 0,4-1 0,6-1 0,6-5 0,3-3 0,8-8 0,8 1 0,3-1 0,6-8 0,6-3 0,4-4 0,7-2 0,1-6 0,-1 0 0,1-13 0,-1 2 0,-5-4 0,0 4 0,-7-6 0,3 0 0,-4 2 0,-5 2 0,-5 2 0,1 0 0,-7-1 0,-3 1 0,-9 15 0,-5 8 0,-1 9 0,1 8 0,-1-2 0,7 8 0,0-2 0,6 1 0,0-5 0,0-4 0,2-1 0,4-1 0,4 0 0,7 0 0,0-7 0,0-5 0,6-5 0,0-5 0,8-1 0,-5-9 0,3-6 0,0-4 0,-2-4 0,1-5 0,3-3 0,-8-3 0,-2 4 0,-8-4 0,-3 4 0,-3 1 0,-1 9 0,-6 3 0,-2 5 0,-3 7 0,-5 3 0,-7 8 0,0 0 0,-1 0 0,3 14 0,4 3 0,3 4 0,8-4 0,0 6 0,0 0 0,0 0 0,2-6 0,6 0 0,9 0 0,0-1 0,6-5 0,4 3 0,1-9 0,-1 7 0,2-5 0,-1 1 0,-1 0 0,4 3 0,-8-5 0,0 5 0,-6-5 0,6 2 0,0-4 0,-2 1 0,-2-1 0,4-2 0,0-2 0,7 0 0,-1 0 0,-4-8 0,-2-3 0,-2-4 0,2-3 0,-4-1 0,4-4 0,-6 4 0,-5-4 0,3 4 0,-6 2 0,1 0 0,-4 0 0,-4-1 0,-2 1 0,-8 8 0,-2-5 0,-7 9 0,6 1 0,1 10 0,1 5 0,-1 4 0,6 2 0,-1 1 0,3-1 0,2 0 0,0 0 0,0 0 0,2 1 0,3-1 0,5-6 0,7 1 0,0-8 0,0 1 0,6-3 0,0-2 0,8-6 0,-4-1 0,1-5 0,1-7 0,-2 2 0,2-6 0,1 4 0,-7 2 0,-2 0 0,-2-1 0,-2 1 0,-7 8 0,0 5 0,-5 15 0,-3 16 0,4 19 0,-6 6 0,-6 5 0,-1 6 0,-5 11 0,-3 5 0,3 7 0,-1-6 0,0-2 0,1-1 0,-1-5 0,-1-9 0,3-5 0,-4-13 0,3-4 0,-3-13 0,-2-3 0,-1-8 0</inkml:trace>
  <inkml:trace contextRef="#ctx0" brushRef="#br0" timeOffset="9">27121 9783 8912,'-14'-17'0,"1"0"0,-2 1 0,1 7 0,1 11 0,3 13 0,-5 17 0,4 14 0,1 12 0,1 5 0,-1 5 0,0 7 0,7-4 0,-3 5 0,4-3 0,2-5 0,0-1 0,0-10 0,8-13 0,3-3 0,4-13 0,3-13 0,-1-3 0,0-6 0,-5-4 0,-1-2 0,0-10 0,7-7 0,-1-8 0,0-9 0,-2-3 0,-3-3 0,1 2 0,-7-8 0,5 8 0,-5-2 0,2 11 0,-2 6 0,-3 12 0,9 5 0,-8 21 0,1 14 0,-3 11 0,-2 12 0,0-1 0,0 1 0,6-3 0,0-3 0,1 2 0,-1-8 0,4-5 0,7-7 0,0-14 0,0-3 0,8-22 0,2-8 0</inkml:trace>
  <inkml:trace contextRef="#ctx0" brushRef="#br0" timeOffset="10">27396 9903 8912,'-34'0'0,"1"0"0,5 2 0,5 4 0,11-4 0,-1 7 0,7-3 0,0-4 0,14 4 0,3-12 0,3-4 0,-1-9 0,-1-4 0,1-5 0,-5 1 0,-3-2 0,-3 3 0,-2-3 0,0 4 0,-2 16 0,-3 3 0,-7 6 0,-3 6 0,-2 11 0,0 11 0,-1 11 0,1 1 0,0 8 0,-8-12 0,-2 6 0</inkml:trace>
  <inkml:trace contextRef="#ctx0" brushRef="#br0" timeOffset="11">26742 10402 8912,'-25'0'0,"-1"0"0,-1 0 0,4 0 0,10-6 0,1 0 0,8-1 0,2 3 0,12-4 0,13-1 0,25 3 0,15-5 0,11 5 0,12-6 0,0 9-222,0-3 0,-5-2 222,-1 2-489,0-7 1,6-4 0,0-10 0</inkml:trace>
  <inkml:trace contextRef="#ctx0" brushRef="#br0" timeOffset="12">27981 10110 8912,'-40'0'0,"0"0"0,-8 7 0,2 5 0,-5 13 0,-7 9 0,1 16-336,0 13 0,9 3 336,19 3 0,12-8 0,11-1 0,8-5 109,10-3 1,7-10-110,15-14 0,8-7 55,4 2 1,9-6-56,3-5 0,-1-5 0,-5-7 0,-2-7 0,-3-7 0,-3-7 0,-2-7 0,-1-12 0,-7-4 0</inkml:trace>
  <inkml:trace contextRef="#ctx0" brushRef="#br0" timeOffset="13">28480 9834 8912,'-7'-9'0,"3"-4"0,-8 7 0,7 0 0,-7 6 0,1 8 0,-6 3 0,-1 20 0,1 9 0,0 10 0,0 7 0,-1 8 0,1 15 0,2-5-165,4 11 1,3-6 164,8 0 0,8-4 0,3-7 0,4-10 0,2-7 0,6-16 0,0-13 0,0-11 0,-5-7 0,6-18 0,3-6 0</inkml:trace>
  <inkml:trace contextRef="#ctx0" brushRef="#br0" timeOffset="14">28738 10041 8912,'0'-17'0,"0"-1"0,-1 7 0,-5-1 0,2 9 0,-7-3 0,-1 4 0,-7 2 0,-2 2 0,-2 4 0,-6 9 0,6 8 0,-5 7 0,5-1 0,-8 11 0,2 6 0,3-2 0,-3 2 0,8 0 0,-2 5 0,6 1 0,5-1 0,7-1 0,3-4 0,4-6 0,3-11 0,7-6 0,11-12 0,5-3 0,13-8 0,-3-2 0,8-4 0,0-3 0,5-11 0,1-2 0,-1-7 0,3-6 0,1-3 0,3-4 0,-3-2 0,-9 0 0,-6-1 0,-5-3 0,-7 8 0,1 1 0,-12 11 0,-3-5 0,-16 14 0,-4-4 0,-4 12 0,-7 5 0,2 6 0,4 6 0,3 3 0,8 10 0,0 4 0,0 6 0,0 4 0,0 1 0,8 6 0,3 0 0,10 0 0,2-5 0,0-1 0,-6 0 0,-2-1 0,-3-3 0,-6-3 0,-4-2 0,-4-2 0,-4-6 0,-11 6 0,-12 0 0,-11 2 0,-6-2 0,2-10 0,-2 4 0,-7-3 0,-9 3 0</inkml:trace>
  <inkml:trace contextRef="#ctx0" brushRef="#br0" timeOffset="15">30614 10127 8912,'17'-19'0,"-1"-2"0,-5-2 0,-5 2 0,-4 2 0,-10-4 0,-5 0 0,-8 2 0,-8 2 0,-3 9 0,-5 2 0,-1 3 0,-2-1 0,0 4 0,5 12 0,1 9 0,-1 6 0,3 9 0,3 6 0,4 6 0,8-4 0,2 0 0,3 0 0,5 0 0,7-2 0,0-11 0,0-1 0,2-7 0,3-5 0,9-5 0,7-5 0,0-6 0,8-6 0,-1-11 0,7-12 0,-7-3 0,1-3 0,0-5 0,5 0 0,-5 0 0,0 6 0,-8-1 0,1 1 0,-2 2 0,-3 3 0,-8 4 0,-1 8 0,-8 15 0,0 8 0,0 15 0,0 7 0,0 12 0,0 6 0,0-2 0,0 2 0,8-8 0,3 0 0,6-5 0,6-4 0,-4-8 0,4 2 0,-4-12 0,-1-5 0,5-6 0,0-6 0,0-11 0,-6-12 0,0-3 0,0-3 0,-5-7 0,-1-2 0,1 0 0,-3 4 0,5 6 0,-9 5 0,1-1 0,-6 7 0,8 0 0,-6 13 0,7 3 0,-3 9 0,5 3 0,5 7 0,1 5 0,0 6 0,8-2 0,4 8 0,-3-3 0,3 3 0,-8 3 0,2-3 0,-4 4 0,-2 1 0,-7 0 0,-4 1 0,-4-1 0,-6-1 0,-8-3 0,-11-1 0,-7-2 0,-5 1 0,1-3 0,-1-8 0,3-2 0,3-3 0,2-4 0,5-8 0,8 0 0,-3 0 0,11-23 0,-1-6 0</inkml:trace>
  <inkml:trace contextRef="#ctx0" brushRef="#br0" timeOffset="16">31750 9766 8912,'-17'-16'0,"0"5"0,7-4 0,2 13 0,8 2 0,0 11 0,0 5 0,0 3 0,2 2 0,4 2 0,2 5 0,3-5 0,4 0 0,-3-6 0,3 0 0,2 1 0,1-7 0,-1 1 0,0-7 0,0 7 0,0-8 0,1 1 0,-1-3 0,0-2 0,0 0 0,-5-6 0,-1 1 0,-7-3 0,2 2 0,3 4 0,-7-13 0,6 13 0,-8-13 0,0 13 0,0-7 0,0 3 0,0 4 0,0-13 0,0 3 0,2-3 0,2-2 0,1-1 0,9 1 0,-3 0 0,6 2 0,6 3 0,-3-1 0,2 7 0,3 1 0,-2 5 0,2 0 0,-2 0 0,-4 7 0,4 5 0,-4 5 0,-2 6 0,-7 2 0,-4 3 0,-4 5 0,-2-5 0,0-3 0,0-2 0,-2-2 0,-4 2 0,-4-10 0,-7 5 0,0-5 0,0-3 0,7-3 0,-13-14 0,4-3 0</inkml:trace>
  <inkml:trace contextRef="#ctx0" brushRef="#br0" timeOffset="17">31836 9164 8912,'-40'-2'0,"0"-4"0,1 4 0,11-3 0,3 10 0,15 5 0,5 7 0,5-5 0,5-1 0,5 1 0,7 5 0,6-6 0,0 1 0,6-9 0,-6 3 0,-2-4 0,-2-2 0,-2 0 0,-7 0 0,-3 0 0,-20-6 0,-4 1 0,-12-1 0,2-2 0,-7-1 0</inkml:trace>
  <inkml:trace contextRef="#ctx0" brushRef="#br0" timeOffset="18">21046 12087 8912,'-7'-10'0,"-5"4"0,4 6 0,3 6 0,3 11 0,2 12 0,0 4 0,0 1 0,0 8 0,0 4 0,0 3 0,0 3 0,0-6 0,0 0 0,0-2 0,0-6 0,2 0 0,3-15 0,-3 0 0,4-6 0,-4-9 0,-2-8 0,-6-15 0,1-14 0,-7-13 0,4-8 0,1-7 0,-1-4 0,0-2 0,3-6 0,3 2 0,-4 4 0,4 4 0,2 7 0,0 8 0,0 4 0,6 11 0,0 7 0,9 10 0,2 8 0,10 8 0,5 8 0,9 7 0,-1 9 0,6 3 0,-6 15 0,0-6 0,-6 6 0,-1 0 0,-4 5 0,1-1 0,-7-4 0,-6 3 0,-5-3 0,-1 4 0,-1 1 0,-3-5 0,-7 0 0,-7-15 0,-3 9 0,-7-13 0</inkml:trace>
  <inkml:trace contextRef="#ctx0" brushRef="#br0" timeOffset="19">20977 12534 8912,'-17'0'0,"0"0"0,0 0 0,5-8 0,1-3 0,7 1 0,-2-1 0,6-3 0,6-1 0,13-10 0,16-3 0,16-7 0,18-5 0,0 4 0,5-4 0,-5 3 0,-6 3 0,-5 0 0,-5-1 0,-9 8 0,-2-5 0,-7 5 0</inkml:trace>
  <inkml:trace contextRef="#ctx0" brushRef="#br0" timeOffset="20">21597 11915 8912,'8'9'0,"3"-3"0,-3-4 0,-1-2 0,-5 8 0,4 3 0,-4 6 0,6 6 0,-3 6 0,1 3 0,0 5 0,-6 3 0,0-2 0,0 8 0,0-2 0,0 2 0,0 1 0,0-6 0,0-7 0,0-5 0,5-8 0,1 2 0,0-14 0,-6-9 0,0-8 0,0-9 0,6-8 0,-1-3 0,3-3 0,-2 3 0,3-3 0,9 6 0,1 0 0,4 0 0,-2 4 0,7 10 0,1-4 0,5 3 0,1-1 0,-1 1 0,-7 5 0,-4 7 0,-4 0 0,-2 0 0,-7 7 0,-6 7 0,-8 5 0,-8 4 0,-11 7 0,-5-1 0,-10 9 0,-3 2 0,-5 0 0,6-5 0,-6-3 0,6-3 0,8-6 0,9-12 0,4-3 0,2-8 0,7-8 0,10-16 0,10-13 0</inkml:trace>
  <inkml:trace contextRef="#ctx0" brushRef="#br0" timeOffset="21">22165 12138 8912,'7'18'0,"-5"-7"0,4 0 0,-4-5 0,-2 6 0,-8-1 0,-1 6 0,-3 2 0,1 4 0,1-4 0,-1 4 0,1 2 0,4-2 0,5 0 0,-7-6 0,8 0 0,8-7 0,3-4 0,4-4 0,3-2 0,5-14 0,-1-3 0,-1-4 0,-1-4 0,-5 4 0,-4-7 0,3 1 0,-9-2 0,1-3 0,-13 13 0,-5-4 0,-3 11 0,-2 5 0,-1 7 0,1 0 0,0 0 0,7 0 0,-5 7 0,6 3 0</inkml:trace>
  <inkml:trace contextRef="#ctx0" brushRef="#br0" timeOffset="22">22457 12138 8912,'12'2'0,"-1"4"0,-7-4 0,6 6 0,-5-8 0,-3 0 0,14 0 0,-5 0 0,-1 5 0,1 3 0,2 1 0,3 5 0,1-1 0,0-1 0,-5 9 0,-1-4 0,-7 6 0,2 0 0,-4-2 0,-2 7 0,0-5 0,-2 4 0,-2-2 0,-2-4 0,-7-2 0,3-9 0,-7-3 0,2-16 0,3-9 0,5-6 0,8-13 0,5-1 0,6-2 0,5-6 0,6 6 0,-4 0 0,4 6 0,2 5 0,-2 0 0,7 1 0,-3-7 0</inkml:trace>
  <inkml:trace contextRef="#ctx0" brushRef="#br0" timeOffset="23">23077 11691 8912,'0'18'0,"-2"-9"0,-4-3 0,4 3 0,-11 1 0,7 7 0,-5 8 0,5 4 0,-6 5 0,7 4 0,-1 6 0,-2 6 0,6-2 0,-3 9 0,3-6 0,2-5 0,2 2 0,3-8 0,-1-2 0,8-9 0,-1-4 0,6-10 0,1-3 0,-1-7 0,-2-16 0,-3-6 0,3-12 0,-4 0 0,5-3 0,1-2 0,-2-1 0,-1 3 0,-5 1 0,-1 2 0,3 8 0,-5-2 0,7 10 0,-1 2 0,-3 7 0,3-2 0,-6 6 0,5 6 0,-5 5 0,5 12 0,-7-2 0,4 8 0,-3 0 0,1-3 0,2 7 0,-2-5 0,-4-1 0,3 2 0,-3-8 0,-2 2 0,6-4 0,0-2 0,-1-9 0,-5-8 0,0-8 0,0-9 0</inkml:trace>
  <inkml:trace contextRef="#ctx0" brushRef="#br0" timeOffset="24">23301 11966 8912,'-12'-22'0,"1"-1"0,7 0 0,-2 5 0,4 1 0,2 0 0,0 0 0,0 0 0,2 5 0,4 3 0,5 1 0,5 4 0,-5 10 0,0 5 0,-1 5 0,2 1 0,1 6 0,-7 0 0,-1 7 0,-5-3 0</inkml:trace>
  <inkml:trace contextRef="#ctx0" brushRef="#br0" timeOffset="25">22905 12259 8912,'-17'9'0,"-1"-3"0,9-4 0,-7-2 0,15-2 0,-5-4 0,8-3 0,9-8 0,3-1 0,14 1 0,3 0 0,7 0 0,4 0 0,2-1 0,2 7 0,6-1 0,-1 3 0,1-3 0,7-11 0,2 4 0</inkml:trace>
  <inkml:trace contextRef="#ctx0" brushRef="#br0" timeOffset="26">23645 12070 8912,'-10'7'0,"-5"1"0,3 3 0,-3 5 0,-2-5 0,2 4 0,3 3 0,-3-1 0,3 0 0,3 2 0,-3 4 0,8-4 0,-1 4 0,5-10 0,5-1 0,7-1 0,3-1 0,2 3 0,1-7 0,5 0 0,0-6 0,0-6 0,-6 0 0,0-7 0,0 1 0,0-3 0,-1-2 0,-5 0 0,-5 0 0,1-1 0,-1 1 0,0 0 0,-6 0 0,-2 0 0,-4-1 0,2 7 0,-7-1 0,7 9 0,-11-13 0,5 7 0</inkml:trace>
  <inkml:trace contextRef="#ctx0" brushRef="#br0" timeOffset="27">24023 12087 8912,'-7'9'0,"5"-1"0,-6 0 0,8-5 0,0 9 0,0-6 0,0 5 0,0-5 0,0 5 0,0 1 0,0 5 0,0 0 0,0 0 0,0 1 0,0-7 0,0 0 0,0-7 0,0 12 0,0-15 0,0-1 0,2-11 0,2-10 0,2-2 0,7-6 0,-2 5 0,5-3 0,1-4 0,0 6 0,0 2 0,1-1 0,-1 1 0,6 2 0,0 9 0,2-1 0,-3 7 0,3 0 0,4 6 0,2 8 0,-7 5 0,1 8 0,0 8 0,4 4 0,-6 1 0,0 0 0,-6 1 0,0-3 0,0-3 0,1 3 0,-1-13 0,0 6 0</inkml:trace>
  <inkml:trace contextRef="#ctx0" brushRef="#br0" timeOffset="28">25142 11451 8912,'0'-18'0,"-2"1"0,-4 0 0,2 9 0,-7 8 0,1 23 0,-1 17 0,-6 16 0,-1 7 0,1 6 0,-6 5 0,4 8 0,2 8 0,6-2 0,-1 4 0,8-10-135,-2-2 1,5-13 134,1 2 0,0-6 0,0-2 0,0-10 0,0-9 0,0-5 0,7-10 0,3-3 0</inkml:trace>
  <inkml:trace contextRef="#ctx0" brushRef="#br0" timeOffset="29">26329 11691 8912,'-26'-26'0,"-1"-5"0,4 8 0,-4 4 0,0 6 0,-5 5 0,3 8 0,-3 2 0,-3 4 0,8 11 0,4 11 0,6 13 0,4 4 0,3 7 0,3 5 0,1 3 0,6 3 0,0 2 0,0-8 0,0-2 0,0-1 0,8-5 0,3-3 0,4-11 0,3-12 0,6-4 0,5-4 0,4-4 0,9-18 0,2-12 0</inkml:trace>
  <inkml:trace contextRef="#ctx0" brushRef="#br0" timeOffset="30">26639 12001 8912,'0'-17'0,"0"-1"0,0 1 0,0 0 0,-2 7 0,-4 5 0,-9 3 0,-8 2 0,-6 7 0,7 5 0,-7 11 0,6 6 0,2 3 0,2 2 0,7 1 0,1-1 0,7 1 0,-2-1 0,4-7 0,2-4 0,2-4 0,4-2 0,4-2 0,7-3 0,6-5 0,0-7 0,7-4 0,-1-7 0,1 0 0,1-12 0,-4 4 0,-2 1 0,0-5 0,-2 0 0,-4-1 0,4 1 0,-4 4 0,-2-4 0,0 4 0,-5 3 0,-1 5 0,-7 3 0,4 16 0,-8 3 0,0 1 0,0 5 0,5-4 0,1 10 0,0-4 0,-6-1 0,0-1 0,5 0 0,1 0 0,0-5 0,-6-1 0,0-7 0,2 4 0,4-8 0,-3-2 0,9-4 0,-6-4 0,5-7 0,2 0 0,10 0 0,-3-6 0,2 0 0,-2 0 0,-1 6 0,2 0 0,2-1 0,0 9 0,-6 3 0,-6 4 0,1 2 0,-1 0 0,6 0 0,-1 2 0,-5 4 0,3 3 0,-9 9 0,9-1 0,-10 0 0,7 0 0,-5-2 0,5-3 0,-1-3 0,1-3 0,12-4 0,-4 6 0</inkml:trace>
  <inkml:trace contextRef="#ctx0" brushRef="#br0" timeOffset="31">27723 11863 8912,'-7'-9'0,"-1"-1"0,-4 4 0,-3-1 0,4-5 0,1 5 0,-1 7 0,-3 0 0,-1 0 0,-2 4 0,0 7 0,-6 8 0,0 15 0,0 1 0,5-1 0,3 6 0,4 0 0,3 6 0,8-6 0,0 1 0,0-7 0,8-2 0,3-3 0,12-6 0,6-12 0,3-3 0,3-8 0,5-2 0,2-4 0,0-7 0,0-8 0,-2 0 0,-5-8 0,-1 1 0,0-7 0,-7 7 0,-4-1 0,-4 0 0,-1-5 0,-3 0 0,-4-1 0,-3 3 0,-8 3 0,-2 6 0,-4 12 0,-5 5 0,-4 6 0,-3 6 0,3 9 0,4 8 0,-5 7 0,5-1 0,3-2 0,2 2 0,4-8 0,2 1 0,0 3 0,0-2 0,0 0 0,0-6 0,8-7 0,4-4 0,3-4 0,2-2 0,6 0 0,0 0 0,8-8 0,-3-4 0,5-9 0,1-1 0,1-9 0,-1 2 0,-5 3 0,-1-3 0,-7 8 0,2-2 0,-5 10 0,-7 1 0,4 8 0,-5-1 0,7 10 0,0 7 0,1 11 0,4-4 0,1 4 0,14-4 0,-3-2 0,12-2 0,0-3 0,4-5 0,1-7 0,1 0 0</inkml:trace>
  <inkml:trace contextRef="#ctx0" brushRef="#br0" timeOffset="32">30184 11433 8912,'6'-59'0,"-1"8"0,-1 9 0,-2 7 0,-4 8 0,-3 10 0,1 2 0,-8 9 0,-3 4 0,-6 6 0,-6 13 0,-7 12 0,-8 5 0,-4 7 0,-10 8 0,1 9 0,3-3 0,4-2 0,12 1 0,2 1 0,9 1 0,6-7 0,9 3 0,4-6 0,14-4 0,11-2 0,14-6 0,11-5 0,5-6 0,3-12 0,7-1 0,4-4 0,-3-4 0,-3 3 0,-5-3 0,-6-2 0,-10 2 0,-7 4 0,-16-2 0,-3 7 0,-14 4 0,-14 6 0,-10 0 0,-18 8 0,-2 0 0,-15 5 0,-2-1-150,-10-5 0,10 3 150,-3-8 0,10-2 0,1-10 0,13-5 0,9-12 0,11 0 0,12-11 0,5-4 0</inkml:trace>
  <inkml:trace contextRef="#ctx0" brushRef="#br0" timeOffset="33">30304 11691 8912,'0'-17'0,"0"8"0,-7 1 0,-3 12 0,-7 7 0,0 5 0,0 18 0,5-2 0,1 14 0,7-2 0,-2 2 0,4 2 0,2-8 0,2 6 0,4-6 0,9-8 0,8-9 0,6-6 0,-6-5 0,5 1 0,-5-7 0,6-2 0,-6-10 0,2-5 0,-2-12 0,-4 2 0,4-8 0,-10 0 0,-1-5 0,-8 0 0,1-1 0,-3 3 0,-2 3 0,0 2 0,0 4 0,0 10 0,0-4 0,0 3 0,0 5 0,0 3 0,0 12 0,8 3 0,3 9 0,5-1 0,1 0 0,2 0 0,2 0 0,4 1 0,2-1 0,-1 0 0,3 0 0,2-5 0,-8-1 0,5-7 0,-5 2 0,2-4 0,-2-2 0,-4-2 0,4-4 0,-4-4 0,-2-7 0,1-2 0,-1-4 0,-6 2 0,1-7 0,-8 1 0,1-2 0,-3 4 0,-2 8 0,-7 0 0,-3 7 0,-7 5 0,5 3 0,1 2 0,-1 9 0,-5 8 0,2 10 0,3 6 0,-1 1 0,7 0 0,1 1 0,5-1 0,0 1 0,0-1 0,7-7 0,5-4 0,5-4 0,6-2 0,4-7 0,7-5 0,2-5 0,5-5 0,-5-7 0,4-11 0,-4 2 0,-1-8 0,-8 3 0,-5-3 0,-4-1 0,-7 7 0,-3-6 0,-8 6 0,-2-6 0,-4 6 0,-3 0 0,-9 6 0,1 8 0,0 3 0,-8 4 0,6 4 0,-4 4 0,6 7 0,5 8 0,5 0 0,7 8 0,0-6 0,0 5 0,2-7 0,3 2 0,11-4 0,7-1 0,9-7 0,3 1 0,1-9 0,10 3 0,-6-6 0,6-6 0,-8-3 0,2-10 0,-5-2 0,-7-2 0,-3-8 0,-8 3 0,-1 1 0,-5-2 0,-3 8 0,-8-2 0,0 4 0,-8 10 0,-1-7 0,-7 16 0,3-2 0,1 6 0,9 10 0,-3-3 0,4-1 0,2 1 0,0 2 0,0 10 0,0-4 0,0 4 0,0-4 0,0-1 0,0-7 0,0 1 0,0-1 0,0 6 0,0-5 0,0-1 0,0-7 0,6 2 0,-1-12 0,9 2 0,-3-7 0,5 1 0,1-1 0,0-5 0,0 5 0,0-2 0,1 1 0,-1-1 0,0 7 0,-6-5 0,1 5 0,-1 0 0,7 4 0,-1-4 0,0 5 0,0-5 0,-1 2 0,-3 0 0,-2-2 0,3 3 0,1 1 0,2 2 0,-5-6 0,-1 0 0,1 0 0,5 6 0,-6-5 0,1-1 0,-1 0 0,7 6 0,-1 0 0,0 0 0,-2 2 0,-3 4 0,1-2 0,-7 7 0,5-5 0,-5 5 0,7 1 0,-11 5 0,4 0 0,-4 0 0,-2 1 0,-8-9 0,-1 6 0,-8-5 0</inkml:trace>
  <inkml:trace contextRef="#ctx0" brushRef="#br0" timeOffset="34">31750 11502 8912,'-25'0'0,"6"0"0,-4 0 0,4 0 0,2 0 0,5 0 0,1 0 0,7 0 0,-2-6 0,12 1 0,9 1 0,12 2 0,2-6 0,20-1 0,-5-8 0</inkml:trace>
  <inkml:trace contextRef="#ctx0" brushRef="#br0" timeOffset="35">32593 8872 8912,'2'-33'0,"6"-5"0,9-2 0,10 5 0,7 16 0,6 17 0,8 14 0,8 17 0,5 20 0,8 20 0,-37-21 0,-3 5-161,1 8 1,-3 4 0,-1 12 0,-4 5 0,-7-20-1,-1 3 1,-1 1 0,0 7 0,-2 3 0,-1 0 160,-1 6 0,-2 1 0,-2 1 0,1 4 0,-3 2 0,0 1-364,-2 4 1,0 1 0,-3 0 0,-2-2-1,-1 1 1,-1 0 363,-1 1 0,0 1 0,-2-3 0,-1-8 0,-2-2 0,-1 0 0,-1-3 0,-1-1 0,-2 0 0,0-2 0,-2 1 0,-2-2-279,-3-1 0,-3-2 0,-2 0 1,-4 5-1,-2 0 0,-2 0 279,-5 2 0,-3 0 0,0-2 0,0-6 0,0-1 0,-1-2 0,-1 0 0,-1-1 0,-1-1 0,3-5 0,-1-1 0,1 0 0,0-2 0,0 0 0,0 0 0,0 0 0</inkml:trace>
  <inkml:trace contextRef="#ctx0" brushRef="#br0" timeOffset="36">11341 11554 8912,'-12'-15'0,"1"3"0,5-1 0,-4 5 0,1-2 0,-1-1 0,-3 1 0,-3-3 0,-1 7 0,0 3 0,-6 1 0,0 2 0,-7 15 0,1 10 0,-4 15 0,-1 17 0,-6 16 0,18-26 0,2 3 0,-2 5 0,2 1 0,-1 4 0,0 2 0,-3 10 0,2 1-87,1 7 0,2 1 1,-1 1-1,3 0 0,4-1 1,3-1-1,3-7 1,3-1 86,0-6 0,4-2 0,6-8 0,3-3 0,14 33 0,8-18 0,3-16 0,1-10 0,-1-11 0,2-5 0,5-1 0,-5-4 0,4-9 0,-4 3 0,-1-4 0,-1-3 0,1 0 0,-1-8 0</inkml:trace>
  <inkml:trace contextRef="#ctx0" brushRef="#br0" timeOffset="37">11633 12070 8912,'-2'-18'0,"-2"-1"0,-3 0 0,-1 0 0,-2 6 0,1 3 0,-4 6 0,-3-3 0,-1 1 0,0 2 0,0 2 0,-6 12 0,-2 5 0,-2 8 0,-4 4 0,7 7 0,1 6 0,4 8 0,3-2 0,5 4 0,5 1 0,4 1 0,2-1 0,2-1 0,4-4 0,11 2 0,12-10 0,1-8 0,-1-11 0,9-3 0,-3-11 0,10-1 0,1-9 0,-2-7 0,2-11 0,-8 0 0,3-11 0,-13-4 0,-3-14 0</inkml:trace>
  <inkml:trace contextRef="#ctx0" brushRef="#br0" timeOffset="38">11840 12087 8912,'0'-17'0,"0"-1"0,0 1 0,0 8 0,0 9 0,0 9 0,0 10 0,1 4 0,3 6 0,2 3 0,0 8 0,-6 1 0,0 4 0,0-4 0,0 1 0,0-2 0,0-4 0,0 4 0,0-4 0,0-1 0,0-8 0,0-5 0,0-10 0,0-4 0,0-10 0,2-6 0,3-9 0,-1-8 0,6-9 0,-1-1 0,1 1 0,-1 1 0,3 5 0,3 3 0,-3 8 0,-3-1 0,3 1 0,-1 8 0,6 1 0,1 8 0,1 8 0,4 3 0,-4 6 0,6 4 0,-2 4 0,0 2 0,7-6 0,-1 2 0,-2-4 0,1-2 0,-5-1 0,6-5 0,-2-3 0,1-8 0,-3-8 0,-8-3 0,1-11 0,-1 0 0,-2-9 0,-3 2 0,-5 3 0,-7-3 0,0 8 0,0-2 0,-2-2 0,-3 2 0,-5 6 0,-7 8 0,0 1 0,-1 2 0,1 6 0,6 8 0,-1 3 0,7 12 0,-7 6 0,8 3 0,-1 3 0,3-1 0,2 0 0,2 1 0,3-1 0,-1 1 0,8-1 0,5-7 0,6-4 0,0-6 0,2-6 0,-1-3 0,5-8 0,2-10 0,-8-7 0,7-10 0,-1-13 0,1 2 0,-1-8 0,2 8 0,-8-2 0,0-2 0,-6 2 0,-2 0 0,-3 5 0,-5 3 0,-7 1 0,0 5 0,0 1 0,-2 9 0,-3 11 0,1-3 0,-8 2 0,7 1 0,-7 5 0,6 5 0,-5 1 0,5 7 0,-5-1 0,7 3 0,-2 2 0,4 1 0,2-1 0,0 8 0,2-1 0,4 5 0,3-10 0,9-7 0,-1 1 0,0 2 0,0-3 0,0-1 0,3-5 0,3 5 0,-4-5 0,4 6 0,-4-7 0,-2 7 0,-6-6 0,1 5 0,-6-5 0,5 5 0,-5-7 0,5 2 0,-5-4 0,5-2 0,1 0 0,5-8 0,0-3 0,1-5 0,-1-1 0,-6-6 0,1 0 0,-3-5 0,3 5 0,1 0 0,-7 6 0,2-1 0,-3 1 0,-3 6 0,4-1 0,-4 8 0,-2-3 0,0 9 0,0 3 0,0 11 0,0 7 0,0-2 0,0-2 0,0 6 0,6-6 0,-1 4 0,9-4 0,-5-4 0,8-4 0,1-3 0,-1-8 0,0-6 0,0 1 0,-1-9 0,-5 3 0,4-5 0,-3-1 0,-3 0 0,1 0 0,-2 0 0,-5 0 0,5 5 0,-2 1 0,0-1 0,-6 1 0,0-1 0,0 8 0,1-3 0,5 7 0,-4 7 0,4 5 0,3 9 0,3 2 0,1 7 0,-1-1 0,3 9 0,-3 2 0,-3 6 0,3-6 0,-9 8 0,3-2 0,-4-2 0,-2 2 0,0-8 0,0 2 0,-8-4 0,-1-3 0,-3-3 0,1-1 0,-1-10 0,-5-2 0,0 0 0,2-17 0,3 0 0,-3-7 0,5-10 0</inkml:trace>
  <inkml:trace contextRef="#ctx0" brushRef="#br0" timeOffset="39">14111 12035 8912,'8'-9'0,"-4"-7"0,7 5 0,-7 3 0,11-7 0,-11 13 0,7-4 0,1 12 0,5 4 0</inkml:trace>
  <inkml:trace contextRef="#ctx0" brushRef="#br0" timeOffset="40">13061 12224 8912,'-17'0'0,"0"0"0,2-2 0,1-1 0,3-3 0,7-2 0,-2 2 0,4 5 0,2-7 0,8 8 0,-6 0 0,6 0 0,-8 0 0,0-2 0,0-4 0,0 2 0,0-7 0,0 7 0,0-3 0,0-1 0,0 6 0,0-4 0,0 12 0,5-2 0,1 7 0,7 6 0,-3 8 0,0 0 0,-5 0 0,3 6 0,-2-3 0,-1 5 0,-5 1 0,0-1 0,0-5 0,0 3 0,0-8 0,0 0 0,2-16 0,4-7 0,-4-17 0,4-17 0,5-3 0,6-8 0,2-1 0,10-6 0,0 1 0,3 1 0,1 4 0,1 6 0,-3 4 0,11 1 0</inkml:trace>
  <inkml:trace contextRef="#ctx0" brushRef="#br0" timeOffset="41">14490 11846 8912,'-18'-2'0,"1"-4"0,-2-5 0,-4-4 0,10 3 0,-4 1 0,9 7 0,-3-2 0,5 14 0,-6 9 0,8 10 0,-1 13 0,3-2 0,4 8 0,2 2 0,1 1 0,3-3 0,-2 0 0,-2-6 0,7 6 0,-5-8 0,5 2 0,-5-11 0,5-6 0,-7-4 0,2-2 0,-4-7 0,-2-18 0,0-11 0</inkml:trace>
  <inkml:trace contextRef="#ctx0" brushRef="#br0" timeOffset="42">14300 12001 8912,'-7'-25'0,"3"6"0,-8-4 0,9 4 0,-3 2 0,4-1 0,2 1 0,10 0 0,7 0 0,8 5 0,9 1 0,2 1 0,3-1 0,1 5 0,-2 4 0,-2 4 0,-1 4 0,-8 5 0,-5 12 0,-10-2 0,-6 8 0,-4 0 0,-2 5 0,-2-1 0,-4-3 0,-4-3 0,1-2 0,-6 3 0,3-5 0,4 0 0,3-6 0,-3 1 0,2-1 0,1 0 0,5 0 0,1-2 0,5-3 0,4 1 0,7-7 0,6 2 0,0-3 0,2-1 0,-2 8 0,-2-7 0,5 5 0,-1-1 0,-4 1 0,-9 1 0,-6 7 0,-5-1 0,-1 0 0,-1 8 0,-5 4 0,-9-3 0,-8 3 0,-8 0 0,2 5 0,-1-7 0,1-4 0,-2-4 0,8-2 0,1-7 0,6-9 0,5-10 0,3-10 0,8-16 0</inkml:trace>
  <inkml:trace contextRef="#ctx0" brushRef="#br0" timeOffset="43">14989 11794 8912,'-10'-9'0,"3"1"0,1 10 0,0 4 0,0 7 0,6 16 0,0 2 0,0 14 0,0 3 0,0 2 0,0 1 0,0 1 0,2 0 0,4-1 0,4 5 0,7-5 0,-6 3 0,1-14 0,-3-2 0,3-9 0,3-5 0,-5-6 0,7-1 0</inkml:trace>
  <inkml:trace contextRef="#ctx0" brushRef="#br0" timeOffset="44">15281 12121 8912,'-17'0'0,"-2"8"0,-4 3 0,4 5 0,-4 1 0,10 6 0,3 2 0,2 1 0,5 5 0,1-6 0,2-2 0,9-4 0,8-2 0,3-6 0,8 1 0,-1-8 0,2 1 0,-4-3 0,-8-2 0,0-7 0,0-5 0,0-3 0,-1-2 0,-5-1 0,-3 1 0,-8 0 0,-2-2 0,-4 0 0,-5-2 0,-5 0 0,-3 6 0,-4-8 0,4 4 0,-4 1 0,4 1 0,2 0 0,7 0 0,5 0 0,3-1 0,2 1 0,9 2 0,8 3 0,8 5 0,10 5 0,-1-2 0,1-2 0,-1 1 0,0 5 0,1 0 0,-1 0 0,-5 2 0,-2 1 0,-2 3 0,-4-2 0,-8-2 0,-2-2 0,-7 0 0,4 0 0,-8 0 0,-8 0 0,-3 0 0,-5 0 0,-1 0 0,0 0 0,0 2 0,0 3 0,-1-1 0,1 8 0,6-3 0,-1 3 0,7 3 0,-7-4 0,8 5 0,-3 1 0,7 0 0,0 0 0,0 1 0,2-1 0,3 0 0,7 0 0,9 0 0,4 1 0,1-1 0,-3 6 0,6 0 0,-2-1 0,1-4 0,-3 3 0,-7-4 0,-1 4 0,-2-10 0,-2 3 0,-1-3 0,-8 4 0,1-3 0,-10-3 0,-7 3 0,-3-6 0,-2 5 0,-6-1 0,0 1 0,-2-3 0,2-8 0,4 0 0,-14-15 0,7-5 0</inkml:trace>
  <inkml:trace contextRef="#ctx0" brushRef="#br0" timeOffset="45">16056 12035 8912,'-18'-7'0,"-1"5"0,-4-4 0,-1 4 0,-5 2 0,-2 0 0,6 2 0,1 4 0,-1 5 0,2 4 0,6 3 0,7-1 0,4 0 0,4 0 0,4 2 0,6 2 0,9 2 0,2 6 0,10-6 0,0 2 0,5-2 0,-5-4 0,-1 4 0,-7 1 0,2-3 0,-4-1 0,-1-1 0,-1-8 0,0 6 0,-7 0 0,-5-5 0,-3-3 0,-2 3 0,0-6 0,0 5 0,-7-5 0,-5 5 0,-3-7 0,-2 4 0,-2-2 0,-4-1 0,4 1 0,-4-6 0,-2 0 0,2 0 0,0-2 0,6-4 0,-1-11 0,1-10 0</inkml:trace>
  <inkml:trace contextRef="#ctx0" brushRef="#br0" timeOffset="46">16211 12173 8912,'-16'25'0,"5"-6"0,-12 4 0,4-4 0,2-2 0,1 6 0,3 0 0,3 0 0,3 2 0,1-6 0,6 4 0,8-4 0,3-2 0,4-8 0,3-3 0,4-4 0,1-2 0,6-2 0,-6-4 0,0 3 0,-6-9 0,0-5 0,1-6 0,-3 0 0,-4 6 0,-5 0 0,-4-1 0,-2-4 0,0-1 0,-6 0 0,1 6 0,-9-1 0,3 1 0,-5 0 0,-1 2 0,2 1 0,3 3 0,3 7 0,3-2 0,4-3 0,-13-1 0,5-7 0</inkml:trace>
  <inkml:trace contextRef="#ctx0" brushRef="#br0" timeOffset="47">16606 12104 8912,'0'-10'0,"0"3"0,0 7 0,0 7 0,0 5 0,0 3 0,0 4 0,0 4 0,0 6 0,0-2 0,0 1 0,0-1 0,0 2 0,0-3 0,0-3 0,0-4 0,0 4 0,0-9 0,0-3 0,0-7 0,0 0 0,0-14 0,0-7 0,2-12 0,4 1 0,4-5 0,7-1 0,-6 1 0,1 5 0,-1-3 0,6 8 0,-5 0 0,-1 6 0,-1 6 0,1-1 0,5 8 0,-5-1 0,-1 5 0,1 5 0,-1 7 0,3 9 0,-3 2 0,-3-2 0,-1 4 0,-6-2 0,2 0 0,4-6 0,-4 0 0,3 0 0,-3-5 0,-2-1 0,0-7 0,0 11 0,0-13 0,6-2 0,0-11 0,5-5 0,-5-1 0,7-2 0,-3-2 0,1-2 0,1 2 0,-3 2 0,3 2 0,1 0 0,-5 1 0,0 3 0,-1 1 0,7 9 0,-5-5 0,8 10 0,1 4 0,-3 3 0,-4 8 0,5-5 0,-5-1 0,4 1 0,3 5 0,-7 2 0,1 4 0,-9-4 0,3 4 0,-4-4 0,-2-2 0</inkml:trace>
  <inkml:trace contextRef="#ctx0" brushRef="#br0" timeOffset="48">13767 13926 8912,'-6'-17'0,"0"0"0,3 0 0,3 7 0,5 5 0,7 3 0,11 4 0,5 3 0,5 7 0,1 3 0,-1 2 0,-3 2 0,-1 2 0,2 2 0,-4 8 0,1-2 0,-9-3 0,0 3 0,-7 0 0,-4-3 0,-3 1 0,-5-4 0,-7-4 0,-3-2 0,-7-11 0,0-4 0,1-4 0,5-6 0,5-9 0,4-8 0,2-9 0,0-2 0,2-4 0,4-6 0,5-4 0,7-2 0,5 1 0,3 1 0,9 4 0,1 6 0,4 12 0,-3 8 0,3 9 0,-10 5 0,-1-5 0,0 7 0,5-11 0,0 5 0</inkml:trace>
  <inkml:trace contextRef="#ctx0" brushRef="#br0" timeOffset="49">14903 13617 8912,'-12'0'0,"1"0"0,7 0 0,-9 2 0,7 4 0,-6 5 0,7 12 0,-1-4 0,6 4 0,0-2 0,0 0 0,0 2 0,0-2 0,0-2 0,2-2 0,4-1 0,5-5 0,4 2 0,3-7 0,-1 0 0,0-6 0,2-8 0,4-3 0,-4-5 0,6-1 0,-4 0 0,-4 0 0,4 0 0,-9 0 0,3-1 0,0 7 0,-3-1 0,3 9 0,-7-3 0,3 12 0,4 3 0,-3 8 0,-2 1 0,1-1 0,6-6 0,6 1 0,2-7 0,-4 5 0,2-2 0,-2-5 0,4-1 0,-2-2 0,0-5 0,-6-1 0,0-8 0,0 3 0,1-4 0,-1-2 0,-2-1 0,-3 1 0,3 0 0,-13 0 0,5 7 0,-1 4 0,0 12 0,0 4 0,-6 7 0,0 0 0,0 0 0,0 1 0,0-1 0,0 0 0,0-6 0,0 1 0,0 1 0,0-5 0,0 7 0,5-15 0,1 0 0,0-2 0,-6-9 0,2-1 0,3-5 0,-1 0 0,8 0 0,-6-2 0,5-2 0,2-2 0,3 2 0,1 3 0,0 7 0,0-4 0,1 3 0,1 5 0,4 1 0,-2 4 0,7 2 0,-7 2 0,2 4 0,2 9 0,-2 8 0,0 0 0,-6-6 0,0 6 0,1 0 0,-1 0 0,0 2 0,0-6 0,-7 5 0,5-14 0,-5-2 0</inkml:trace>
  <inkml:trace contextRef="#ctx0" brushRef="#br0" timeOffset="50">16211 12792 8912,'17'2'0,"2"5"0,4 12 0,6 14 0,5 13 0,6 21 0,4 19 0,-21-35 0,-2 3 0,-2 4 0,-4 2 0,-2 3 0,-3 0 0,0-1 0,-2 0 0,-2 3 0,-1 0 0,-1-1 0,-2 0-347,0-2 1,-2 0-1,-6 3 1,-4 0 346,0 1 0,-2 0 0,-7 2 0,-3 0 0,-2 0 0,-3 1 0,-5 4 0,-3-1 0,-4 2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7.2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16555 3387 8912,'-27'-8'0,"2"5"0,8-7 0,2 0 0,1 3 0,5-3 0,1 1 0,2 5 0,6-4 0,0 8 0,8 0 0,-4 0 0,7 0 0,-5 0 0,5 0 0,1 0 0,5 0 0,0 0 0,1 0 0,-1 0 0,0 0 0,8-2 0,3-1 0,5-5 0,1-2 0,3-1 0,3-6 0,12 0 0,11-1 0,5-5 0,7 0 0,11-5-205,-38 16 1,2 1 0,1-4 0,1-1 204,2 2 0,1 0 0,-3 1 0,-1 1 0,0 0 0,-1 1 0,40-8 0,-7 2 0,-3-1-182,6 1 1,-8 6 181,-3-1 0,1 3 0,-1-3 0,-1-3 0,-5 4 0,-6-5-62,0-1 0,-5 0 62,5 0 0,0-6 0,4 2 0,-6 4 0,-9 3 0,-10 5 0,-13-3 775,-5 5-775,-14 7 389,-2 0-389,-8 0 140,-8 0-140,6 0 0,-6 0 0,8 0 0,0 0 0,8 0 0,3 0 0,5 0 0,1 0 0</inkml:trace>
  <inkml:trace contextRef="#ctx0" brushRef="#br0" timeOffset="1">18861 2252 8912,'-33'-13'0,"5"-2"0,5-1 0,3 3 0,11 7 0,3-5 0,6 7 0,6-2 0,3 4 0,9 4 0,1 4 0,4 5 0,3 7 0,9 5 0,5 3 0,2 11 0,0 3 0,0 6 0,0 3 0,-2 3 0,-3 1 0,3 5 0,-6 3-112,-5 8 0,-12-5 112,-11 5 0,-8-2 0,-9 13 0,-18 1 0,5-38 0,-4 0 0,-2-1 0,-3 0 0,-2-2 0,-2 0 0,-3 2 0,-1 0 0,-4-1 0,-2-2 0,3-4 0,-1-3 0,-4-2 0,0-3 0,4-1 0,-2-4 0,-1-6 0,-1-3 0,-1-4 0,0-3 0,0-3 0,-1 0 0</inkml:trace>
  <inkml:trace contextRef="#ctx0" brushRef="#br0" timeOffset="2">21218 12568 8912,'-11'0'0,"1"-2"0,1-2 0,-1-1 0,4-7 0,-5 7 0,7-3 0,-2 2 0,4 4 0,2-13 0,0 5 0,0-1 0,2 1 0,4 3 0,-4-7 0,4 3 0,-4 1 0,-2-1 0,0-1 0,0-5 0,0 0 0,5 0 0,1 0 0,-2-2 0,-2-4 0,-2 4 0,0-4 0,0 2 0,0-2 0,0 4 0,0-4 0,0-2 0,0 2 0,0 0 0,0 6 0,0-2 0,0-4 0,0 4 0,0-4 0,0 4 0,0 1 0,6 1 0,-1 0 0,1 0 0,-6 0 0,0-1 0,0 1 0,2 2 0,2 2 0,2 1 0,-3-1 0,1-3 0,2-1 0,-2 0 0,5 0 0,-1 0 0,-2 0 0,-1-1 0,1 1 0,2 6 0,-2-1 0,-5 1 0,13-6 0,-8-1 0,7 1 0,-3 0 0,-1 0 0,1 5 0,-5 1 0,-1-1 0,8-5 0,1 0 0,-5 6 0,-3-1 0,5 1 0,0-7 0,1 3 0,1 4 0,-7-5 0,7 7 0,-1-3 0,-1 1 0,5-1 0,-3-5 0,-3 6 0,3-1 0,-3 7 0,3-7 0,1 6 0,-7-5 0,7 7 0,-1-2 0,-5-3 0,9 7 0,-13-6 0,9 8 0,-1 0 0,7 0 0,-1-2 0,0-1 0,0-3 0,0-6 0,1 7 0,-1-7 0,0 6 0,0-5 0,0 5 0,-5-5 0,-1 5 0,1-5 0,5 3 0,0-2 0,-5 7 0,-1-3 0,-5-2 0,5 3 0,-5-7 0,6 6 0,-7-1 0,7 1 0,-6 4 0,5-4 0,-5-1 0,5-1 0,3-2 0,-5 7 0,3-3 0,-7-2 0,5 1 0,-2-3 0,-1 6 0,-1-1 0,-4-5 0,7 8 0,-3-4 0,-4-3 0,8 7 0,-7-6 0,3 1 0,8 5 0,-11-12 0,9 9 0,-8-3 0,1 2 0,5 4 0,-8-7 0,6 5 0,-1-2 0,-5-1 0,4 1 0,-4 4 0,4-8 0,-1 5 0,1 3 0,0-8 0,-1 4 0,9-3 0,-12-1 0,13-5 0,-11 11 0,7-7 0,-5 5 0,6-5 0,-7 5 0,7-6 0,-7 9 0,7-3 0,-8-4 0,9 6 0,-7-7 0,2 5 0,-3-5 0,-1 7 0,6-4 0,-1 3 0,1-1 0,-6-2 0,1 2 0,3 3 0,0-7 0,1 2 0,1 1 0,1 1 0,-1 4 0,-4-4 0,3-3 0,8 5 0,1-7 0,-7 7 0,0-4 0,3 2 0,1 1 0,-3-3 0,-1 2 0,1 4 0,5-3 0,0-3 0,0 2 0,0 1 0,1 5 0,-1-2 0,0-2 0,0-2 0,0 0 0,1 6 0,-1 0 0,0 0 0,0-2 0,0-3 0,1 3 0,-1-4 0,0-2 0,0 3 0,1-1 0,-1-2 0,-6 6 0,1-3 0,-1-5 0,1 8 0,-1-3 0,-1 1 0,1-2 0,4 4 0,-3-4 0,-3 4 0,3 2 0,1 0 0,3 0 0,1-5 0,0-1 0,2 0 0,2 6 0,2-2 0,-2-3 0,-2 3 0,-2-4 0,1 2 0,-1-2 0,6 4 0,0-3 0,0 3 0,-6 2 0,0-2 0,0-2 0,1-2 0,-1 3 0,0 1 0,0 2 0,0-2 0,1-4 0,-1 4 0,0-4 0,0-1 0,0 1 0,1 0 0,-1 1 0,0-1 0,0 2 0,-5 2 0,-1 2 0,-5-6 0,5 1 0,3 1 0,1 2 0,2 2 0,1 0 0,-1-6 0,0 0 0,0 1 0,0 5 0,1-6 0,-1 0 0,0 2 0,0-3 0,0 1 0,1 2 0,-1 0 0,0-1 0,0 3 0,0-4 0,1 2 0,-1-2 0,0 5 0,0-5 0,1 2 0,-1-2 0,0 4 0,0-3 0,2-3 0,4 2 0,-9 1 0,3 5 0,-4-6 0,4 0 0,1 0 0,-1 6 0,-2-2 0,-3-3 0,3 3 0,-4-4 0,5 4 0,1 2 0,0-2 0,0-3 0,-5 3 0,-1-4 0,1 4 0,5 2 0,0-2 0,0-4 0,2 4 0,4-3 0,-3 3 0,2 2 0,-1-6 0,2 0 0,-3 1 0,2 5 0,3 0 0,-2 0 0,0 0 0,-6-2 0,3-2 0,3-2 0,-4 0 0,4 6 0,-4 0 0,-2 0 0,0 0 0,0 0 0,1 0 0,-1 0 0,0 0 0,0 0 0,0 0 0,1-5 0,-1-1 0,0 0 0,0 6 0,0 0 0,1 0 0,-1 0 0,0 0 0,0 0 0,0 0 0,1 0 0,-1 0 0,0-6 0,0 1 0,0-1 0,1 6 0,-1 0 0,0 0 0,0-6 0,1 1 0,4-1 0,1 6 0,0-2 0,-5-4 0,5 4 0,-1-3 0,7-3 0,-4 2 0,0 2 0,0 2 0,-2 0 0,-6-3 0,6 3 0,0-4 0,0 4 0,-6 2 0,6-6 0,0 1 0,0-1 0,-6 6 0,0 0 0,0 0 0,6-6 0,0 1 0,0-1 0,-6 6 0,1-6 0,-1 0 0,0 1 0,0 5 0,0 0 0,1 0 0,-1 0 0,0 0 0,0 0 0,1 0 0,-1 0 0,0 0 0,0 0 0,2 0 0,4 0 0,-2 0 0,6-2 0,0-2 0,0-2 0,-1 0 0,3 6 0,4 0 0,-5 0 0,-3 0 0,-2 0 0,2-5 0,-2-1 0,0 2 0,2 2 0,-6 2 0,4 0 0,-4-5 0,-2-1 0,0 2 0,0 2 0,1 2 0,-1 0 0,0 0 0,0 0 0,2 0 0,2 0 0,4-2 0,2-4 0,0 5 0,1-5 0,5 4 0,-4 2 0,3-2 0,3-4 0,-1 4 0,0-3 0,1 3 0,-3 2 0,-1 0 0,-2 0 0,-6 0 0,5 0 0,-7 0 0,2 0 0,-2 0 0,0 0 0,2 0 0,-2 0 0,-2 0 0,-1 0 0,1 0 0,2 0 0,4 0 0,1 0 0,-3 0 0,6 0 0,-6 0 0,6 0 0,-6 0 0,3 0 0,1 0 0,0 0 0,2 0 0,5 0 0,-5 0 0,-3 0 0,1 0 0,0 0 0,-4 0 0,6 0 0,-6 0 0,5 0 0,-1 0 0,4 0 0,-3 0 0,3 0 0,-1 0 0,-1 0 0,4 0 0,-7 0 0,3 0 0,0 0 0,-6 0 0,5 0 0,-7 0 0,2 0 0,-2 0 0,2 0 0,-4 5 0,6 1 0,-2-2 0,0-2 0,2-2 0,-2 0 0,-4 6 0,4-1 0,2 1 0,-2-6 0,2 2 0,-2 4 0,-4-4 0,4 5 0,-4-1 0,-2 0 0,0 1 0,0-1 0,1 2 0,-1 3 0,0 3 0,0-9 0,2 9 0,2-5 0,2 3 0,-2-1 0,0-1 0,2 1 0,-2 4 0,8-3 0,-8-3 0,4 3 0,-2-1 0,0-1 0,2 5 0,-2-3 0,-4 1 0,4 0 0,-4-1 0,-2 1 0,0 3 0,1 1 0,-1 0 0,0 0 0,-6 2 0,1 4 0,-1-4 0,7 4 0,-3-4 0,-4-2 0,5 1 0,-5-1 0,-1 6 0,-1 0 0,-1-2 0,3-2 0,-5-2 0,0 0 0,-6 0 0,6 1 0,-1-1 0,-1 0 0,-2 0 0,-2 0 0,0 1 0,6-1 0,0 0 0,-1 2 0,-5 2 0,0 2 0,0-2 0,0-2 0,0-2 0,-2 0 0,-3 1 0,3 5 0,-6 0 0,2-2 0,1-2 0,-7-2 0,6 0 0,-1 0 0,1 0 0,2 1 0,-7-1 0,-1 0 0,3 0 0,-7 6 0,5 0 0,-3 0 0,3-6 0,-4 0 0,3 1 0,-3-1 0,0 0 0,1 0 0,3 0 0,-1 1 0,-5-1 0,0 0 0,0 0 0,-1 0 0,1 0 0,0 1 0,0-3 0,0-4 0,-1 3 0,1-8 0,0 5 0,0-3 0,0 1 0,-1 5 0,1-7 0,0-1 0,0 3 0,0 1 0,-1 1 0,1 1 0,0-6 0,0 5 0,0-5 0,-1 5 0,1-1 0,0 3 0,-2-3 0,-4-3 0,4 7 0,-4-3 0,4-1 0,1 1 0,1-5 0,0 5 0,0 1 0,0-2 0,-6 5 0,0-4 0,-6-1 0,6 1 0,-6-1 0,5 3 0,-1-1 0,0 1 0,0-3 0,2 1 0,4-5 0,-4 5 0,4-7 0,2 2 0,-1 1 0,1 1 0,-2 0 0,-4-1 0,4 1 0,-4-2 0,4-2 0,0 5 0,-2 1 0,-2-1 0,-6-3 0,6 5 0,0-5 0,6 6 0,-6-7 0,0 5 0,2-1 0,2 1 0,0-4 0,-4 5 0,4-5 0,-4 5 0,2-7 0,0 4 0,-2-2 0,2-1 0,2 3 0,2-2 0,-1-4 0,1 3 0,-2 3 0,-4-2 0,4 5 0,-6-3 0,2-1 0,0 1 0,-5 4 0,5-7 0,-6 7 0,6-7 0,-8 7 0,3-6 0,1 5 0,0-3 0,0 1 0,1 5 0,5-5 0,-2 3 0,-2-7 0,2 7 0,-2-6 0,4 3 0,-4-1 0,-2-4 0,4 3 0,-5-1 0,3 2 0,-10-3 0,11-1 0,-13 6 0,1-1 0,-2 1 0,-3-4 0,7 5 0,-6-5 0,0 5 0,0-5 0,5 3 0,1 1 0,-1 0 0,1-5 0,0 7 0,1-8 0,4 1 0,-5 3 0,0-2 0,5 5 0,-6-5 0,3-2 0,-1-2 0,-1 3 0,0 1 0,-1 6 0,1-7 0,5 1 0,0-4 0,-1 2 0,-3 1 0,5 1 0,-1-6 0,8 6 0,-2 0 0,-4-1 0,-2-5 0,3 6 0,-1 0 0,0 0 0,0 1 0,-7-5 0,-6 4 0,0 2 0,5-3 0,1 3 0,-1-4 0,1 1 0,0-1 0,5 4 0,0-2 0,8-1 0,-2-5 0,4 2 0,2 4 0,0-4 0,-1 4 0,1-4 0,0-2 0,-6 5 0,0 1 0,-5 0 0,5-6 0,-8 5 0,4 3 0,-1 0 0,-1-1 0,6 5 0,-6-6 0,6 5 0,-5-5 0,-1 1 0,-4-3 0,3 2 0,1-2 0,0 3 0,-5-1 0,0 2 0,-1-2 0,7-5 0,-1 7 0,-2-2 0,-1 0 0,3-1 0,0-5 0,8 6 0,-2 0 0,-1 1 0,1-1 0,0-4 0,5 6 0,1-3 0,0 1 0,6 0 0,-1-6 0,1 2 0,-7 4 0,1-5 0,0 5 0,0-4 0,0-2 0,-1 6 0,1 0 0,0 1 0,0-3 0,0 2 0,-1-2 0,1-1 0,0 3 0,0-4 0,-1 4 0,1 1 0,0-1 0,-6 0 0,2-4 0,4 2 0,3 1 0,3 1 0,-6-6 0,0 8 0,-1-6 0,1 5 0,2-5 0,1 2 0,3 2 0,5-1 0,-5-5 0,-1 2 0,-5 4 0,0-2 0,0 5 0,0-1 0,-1 0 0,1-3 0,0-1 0,0 8 0,-1-3 0,1 3 0,0 1 0,0-7 0,0 0 0,-1 1 0,3-3 0,4 8 0,-5-9 0,5 3 0,-4-4 0,-3-2 0,7 2 0,-1 4 0,1-4 0,-6 3 0,0-3 0,-1 4 0,1 0 0,-2-1 0,-4-5 0,4 6 0,-4 2 0,2-1 0,-2 1 0,4 0 0,-4-3 0,-2-3 0,2 4 0,0-2 0,6 2 0,0-5 0,-2 5 0,-4-4 0,4-2 0,-4 0 0,4 6 0,1 0 0,1-1 0,0-5 0,0 0 0,-1 0 0,-1 0 0,-4 0 0,4 0 0,-4 0 0,4 0 0,2 0 0,-2 0 0,-4 0 0,4 0 0,-4 0 0,-2 0 0,2 0 0,0 0 0,-2 0 0,4 0 0,-7 0 0,7 0 0,-2 0 0,-4 0 0,-2 0 0,2 0 0,-1 0 0,5 0 0,-6 2 0,0 2 0,3 2 0,-5 0 0,8-6 0,-6 0 0,6 0 0,-1 0 0,3 0 0,-2 0 0,2 0 0,1 0 0,3 0 0,-6 0 0,0 0 0,-5-2 0,5-4 0,-8 4 0,2-4 0,-3 4 0,-2 2 0,-1-2 0,1-3 0,1 3 0,5-4 0,-9 4 0,9 2 0,-3 0 0,8 0 0,4 0 0,-4 0 0,4 0 0,2 0 0,-1 0 0,1 0 0,0 0 0,0 0 0,0 0 0,-1 0 0,1-2 0,0-2 0,0-1 0,0 1 0,-6 2 0,0 2 0,0-6 0,5 0 0,1 1 0,0 5 0,0-2 0,0-4 0,-1 4 0,1-4 0,2 3 0,3-3 0,-3 4 0,4-4 0,-5-1 0,-1 1 0,6-2 0,-1 3 0,1 3 0,-5-14 0,5 5 0,-4 3 0,13 1 0,-6-1 0,8 6 0,0-6 0,0 8 0,0 0 0,0-7 0,0 5 0,0-8 0,0 5 0,0 3 0,0-14 0,0 14 0,8-13 0,-6 11 0,3-7 0,3 5 0,0-3 0,1 1 0,-3-5 0,5 1 0,-5 3 0,6-3 0,-3 1 0,3-7 0,1 1 0,-7 0 0,5 6 0,-3-1 0,0-1 0,-1-2 0,5-3 0,-7 1 0,7 0 0,-6 0 0,5-6 0,-5 0 0,0 0 0,1-2 0,-5 4 0,4-8 0,2 1 0,-3-7 0,7 1 0,-6 0 0,1-1 0,-1 1 0,-2 5 0,5 2 0,-1 3 0,-4 3 0,-2 2 0,-2 1 0,7 1 0,-5 8 0,6 1 0,-6 16 0,4 3 0,5 6 0,12 6 0,-4-4 0,6 6 0,-8-8 0</inkml:trace>
  <inkml:trace contextRef="#ctx0" brushRef="#br0" timeOffset="3">6557 5605 8912,'-27'-19'0,"4"-4"0,6 4 0,3-2 0,3 7 0,7 9 0,0 12 0,6 12 0,6 14 0,-1 11 0,1 6 0,3 9 0,-3 4 0,0 4 0,-1 1 0,7 1 0,-5 0 0,3-2 0,-1-4 0,-5-6 0,5-11 0,-5-6 0,6-11 0,-9-14 0,3-15 0,-6-11 0,-6-18 0,-3-3 0,-8-20 0,0-3 0,-1-14 0,1 6 0,0 0 0,0 0 0,-1 2 0,3-4 0,4 7 0,-3 7 0,10 7 0,6 2 0,8 3 0,7 9 0,6 1 0,-2 10 0,8 2 0,0 2 0,5 9 0,-7 0 0,-4 6 0,-6 2 0,-6 4 0,-1 9 0,-4 8 0,-4 8 0,1-5 0,-5 3 0,-3 0 0,-9 5 0,3 6 0,1 2 0,-1-4 0,-1 3 0,3-3 0,-1 4 0,4-2 0,5 0 0,-5-6 0,4-1 0,4-4 0,4-7 0,5-2 0,12-11 0,6-3 0,5-14 0,6-9 0,6-8 0,11-9 0,3-1 0,3 1 0,2 0 0,-8-1 0,-1 1 0,-10-1 0,-4 7 0,-8-1 0,-9 8 0,-6-2 0,-7 4 0,-5 2 0,-1 5 0,-6 1 0,0 7 0,-13-3 0,-5 7 0,-3 0 0,4 0 0,2 1 0,1 5 0,3 4 0,-2-1 0,-1 7 0,3-5 0,-5 4 0,5 3 0,1 4 0,-1 1 0,7 0 0,-2-6 0,4 6 0,2 0 0,0-2 0,0-2 0,0-1 0,0-1 0,8-6 0,4-1 0,3-3 0,2-3 0,0-4 0,0-5 0,6-5 0,0-7 0,0-2 0,2-4 0,-6 2 0,4-8 0,-9 8 0,-3-2 0,-1 4 0,3 4 0,-3 1 0,-3 3 0,1 5 0,-2-5 0,-5 7 0,7-4 0,-6 8 0,4 0 0,-2 6 0,7 0 0,1 0 0,5-6 0,0 0 0,0 0 0,0 0 0,1 0 0,-1-8 0,8-9 0,1-10 0</inkml:trace>
  <inkml:trace contextRef="#ctx0" brushRef="#br0" timeOffset="4">7778 5605 8912,'-9'8'0,"1"1"0,8 8 0,0 1 0,8-3 0,3-4 0,-1 5 0,1-7 0,3 3 0,1-1 0,2-5 0,0 5 0,1-7 0,-1 2 0,0-6 0,0-6 0,0 2 0,1-7 0,-3-3 0,-4-1 0,3-2 0,-8 0 0,5 0 0,-5-1 0,-1 1 0,3 2 0,4 3 0,-3 7 0,3 10 0,-7 5 0,7 7 0,1 0 0,2 1 0,3-1 0,-1 0 0,6-6 0,0 1 0,7-8 0,-1 1 0,-4-3 0,-2-2 0,2-9 0,-2-8 0,-2-3 0,-10-8 0,-5-1 0,-4 2 0,-2-11 0,0 4 0,-10-4 0,-7 3 0,0 3 0,-6 3 0,4-1 0,2 9 0,-1 3 0,1 5 0,8 9 0,1-4 0,8 16 0,2 6 0,4 7 0,11-2 0,11 4 0,13 3 0,3 1 0</inkml:trace>
  <inkml:trace contextRef="#ctx0" brushRef="#br0" timeOffset="5">9275 5381 8912,'-59'-7'0,"8"-1"0,-1-3 0,2 3 0,10 8 0,0 0 0,-2 0 0,7 8 0,-1 5 0,7 8 0,5 8 0,3 3 0,9 3 0,-1-1 0,7 0 0,0 1 0,6-1 0,2-1 0,4-5 0,5-5 0,5-4 0,1-3 0,0-5 0,0-3 0,0-8 0,3-2 0,1-4 0,2-7 0,-2-8 0,3-6 0,-1-7 0,0-7 0,-5 1 0,-1-7 0,0 1 0,-6-4 0,-1-2 0,-2 1 0,-5-1 0,-1 1 0,-2-1 0,-7-1 0,-5-5 0,-3 12 0,-2 1 0,5 16 0,1 12 0,5 5 0,-3 10 0,1 2 0,2 12 0,6 17 0,0 11 0,0 6 0,8-3 0,3 3 0,5 0 0,1 6 0,2-1 0,2-1 0,4-4 0,2-6 0,3-4 0,8-3 0,4-3 0,2-1 0,0-14 0,2 2 0,2-11 0,-8 0 0,0-12 0,-5-5 0,-3-7 0,-3-4 0,-12 1 0,-11-6 0,-4 0 0,-2 0 0,-2-1 0,-4-7 0,-3 9 0,-9 3 0,1 3 0,0 3 0,-6 8 0,0 3 0,0 4 0,6 2 0,0 2 0,0 4 0,-1 5 0,1 12 0,6-2 0,-1 8 0,-1 1 0,-2 3 0,5-5 0,4 1 0,4-2 0,2 2 0,0-5 0,0-6 0,2-3 0,4-4 0,4-3 0,7-8 0,0-2 0,0-4 0,6-5 0,0-12 0,0-6 0,2-3 0,-6-3 0,4 1 0,-6 0 0,-5-1 0,-3 3 0,-3 3 0,-4 4 0,4 8 0,-5 0 0,-1 9 0,0 8 0,0 10 0,0 7 0,0 6 0,0-2 0,0 8 0,6-3 0,0 3 0,7-4 0,-1-8 0,3 0 0,2 0 0,0-1 0,1-5 0,5 3 0,0-9 0,7 1 0,-1-6 0,9-8 0,2-3 0,0-10 0,-5-6 0,-3-3 0,-3-7 0,4-16 0,-7-1 0</inkml:trace>
  <inkml:trace contextRef="#ctx0" brushRef="#br0" timeOffset="6">10033 4763 8912,'-18'-43'0,"1"7"0,0-4 0,2 11 0,3 6 0,5 4 0,7 21 0,0 15 0,0 18 0,0 22 0,0 12 0,0 11 0,2 4 0,3 2 0,-1 0 0,8 0 0,-7 6-301,7 0 1,5-1 300,6-5 0,2-11 0,-2-1 0,-4-22 0,4-1 0,-12-26 0,3 0 0,-9-8 0,1 8 0</inkml:trace>
  <inkml:trace contextRef="#ctx0" brushRef="#br0" timeOffset="7">9706 5502 8912,'0'-17'0,"0"-1"0,-6 1 0,0 0 0,0 6 0,6-1 0,2 1 0,4-7 0,6 3 0,12 2 0,13 1 0,13-1 0,13-2 0,17-3 0,0 1-205,12 0 0,-12 0 205,-5 0 0,-12-6 0,-8 0 0,-7 2 0,-8 2 0,2 3 0,-1 5 0,-9-2 0,-9 7 0,-4 0 0,-17 6 0,-8 0 0,-7 0 0,-4 2 0,0 4 0,-1 5 0,-5 6 205,0 6 0,-5 4-205,5 8 0,0-3 0,6-3 0,1 3 0,5-3 0,-2-2 0,7 1 0,-6-7 0,7 2 0,1-4 0,2-2 0,2 1 0,7-9 0,3-1 0,7-8 0,0-14 0,1-3 0,-1-10 0,0 5 0,2-7 0,2 4 0,2 0 0,-2 0 0,-7 2 0,-3 6 0,1 2 0,5 4 0,-6 1 0,1 4 0,-1 4 0,6-3 0,1 16 0,-1 6 0,2 2 0,4 0 0,-4 4 0,4 0 0,-2 6 0,2-6 0,2 0 0,3-6 0,3-7 0,-8-5 0,8-3 0,-5-2 0</inkml:trace>
  <inkml:trace contextRef="#ctx0" brushRef="#br0" timeOffset="8">10773 4212 8912,'-16'-2'0,"5"-3"0,13 3 0,15-4 0,15 14 0,14 11 0,4 13 0,2 12 0,-1 17 0,1 18 0,-26-30 0,0 3 0,0 7 0,-1 4 0,-2 10 0,-4 3-144,0 3 1,-3 3-1,-2 6 1,-3 1-1,-4 1 1,-3 0-1,-2-5 1,-2 0 143,-3-4 0,-4-2 0,-1 0 0,-5-1-206,-5-6 0,-4-1 1,-1 0-1,-4-2 206,0-5 0,-3-2 0,-2-5 0,-1-3 0,2-7 0,-1-3 0,2-2 0,-1-2 0,-32 29 0,0-11 0</inkml:trace>
  <inkml:trace contextRef="#ctx0" brushRef="#br0" timeOffset="9">6126 4814 8912,'-25'-19'0,"-5"-2"0,-10 0 0,-10 6 0,-5 7 0,-12 23 0,-2 16 0,-10 19 0,37-18 0,0 4 0,-1 6 0,2 4 0,-1 5 0,4 5 0,1 11 0,5 6 0,3 10 0,4 4 0,3 6 0,4 3 0,8-30 0,3 2 0,1 0 0,3 2 0,3 1 0,1 0 0,4 5 0,2 1 0,2 0 0,3 1 0,2 1 0,3 0-687,2 4 1,3-1 0,3-2 0,5-6-1,3-2 1,4-2 686,2-1 0,4-2 0,1-3 0,0-7 0,1-3 0,2-4 0,23 14 0,3-6 0,2-4 0,3-5 0,4-2 0,1-6 0,-4-9 0,0-5 0,4 0 0,1-2 0,-4-4 0,0-2-34,0-1 1,1-2-1,1 2 1,0-1-1,4 0 1,0 0-1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7.29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17604 2321 8912,'0'-40'0,"0"2"0,0 5 0,-1 8 0,-7 8 0,-11 6 0,-16 7 0,-14 8 0,-20 15 0,-17 19 0,39-12 0,0 3 0,-1 6 0,0 3 0,-1 6 0,1 2 0,4 2 0,4 1 0,2 2 0,3 1-131,3 2 1,3 1 0,5 3 0,2 1 0,1 6 0,2 2-1,2 3 1,1 1 130,4 2 0,2-1 0,0 0 0,4 0 0,6-8 0,2 0 0,1-6 0,2-2 0,2-5 0,3-3 0,21 38 0,9-11 0,6-16 0,-4-21 0,2-5 167,3-4 1,3-10-168,2-2 0,1-10 0,5-12 0,-5-12 0,14-4 0,-4-8 0,4-2 0,2-1 0</inkml:trace>
  <inkml:trace contextRef="#ctx0" brushRef="#br0" timeOffset="1">18017 3181 8912,'-24'-8'0,"-3"-3"0,0-5 0,10 7 0,9 3 0,10 12 0,4 5 0,3 12 0,9 6 0,-1 1 0,0 3 0,0-3 0,0 1 0,-5 5 0,-1-7 0,-1 2 0,1-3 0,-3 5 0,-8-5 0,0-3 0,0-2 0,0-4 0,0-2 0,-8-7 0,-3-4 0,-4-4 0,-3-2 0,3-8 0,4-4 0,-3-12 0,9-11 0,1-7 0,10-9 0,3-9 0,8-3 0,2-2 0,4 2 0,-2 4 0,8 8 0,-6 7 0,4 5 0,-2 11 0,-4 11 0,-2 9 0,-2 14 0,0 13 0,0 15 0,-5 10 0,-1 13 0,-5-1 0,6 7 0,-7-6 0,7 6 0,-8-7 0,3-1 0,-1-7 0,0-8 0,5-6 0,-5-5 0,7-6 0,-1-12 0,-5-3 0,9-16 0,-5-3 0,-1-12 0,1-6 0,1-9 0,5-2 0,0-8 0,0 2 0,1-3 0,-1-3 0,0 1 0,-2-1 0,-1 4 0,-3 8 0,-7 8 0,2 14 0,-3 9 0,3 3 0,-4 4 0,6 12 0,-8 7 0,0 2 0,0 10 0,6-3 0,-1 3 0,7 2 0,-5-8 0,3-2 0,3-2 0,3-4 0,1-4 0,0 3 0,0-8 0,0-1 0,1-5 0,-1 0 0,0 0 0,0-7 0,0-5 0,-5-5 0,-1-6 0,-1 2 0,3-6 0,-3 2 0,-2 4 0,3 2 0,-5 2 0,0 6 0,-6-1 0,0 8 0,0-3 0,0 16 0,0 9 0,0 1 0,0 9 0,0-1 0,0 4 0,0-5 0,0-1 0,0 4 0,0-6 0,7-2 0,5-10 0,-3 3 0,3-9 0,-1 1 0,6-6 0,1-2 0,-1-4 0,0-9 0,0-8 0,-7-5 0,-3 3 0,-1-2 0,0-4 0,0 1 0,-6 1 0,-2 1 0,-4 10 0,-4-3 0,-7 10 0,0 3 0,0 2 0,0 12 0,-1 6 0,9 9 0,3 2 0,4 0 0,2-6 0,15 0 0,5 0 0</inkml:trace>
  <inkml:trace contextRef="#ctx0" brushRef="#br0" timeOffset="2">19532 3129 8912,'0'-34'0,"-8"1"0,-3 5 0,-5-3 0,-1 10 0,0 6 0,0 7 0,-2 6 0,-4 2 0,2 2 0,-6 4 0,0 7 0,0 8 0,6 6 0,-2 7 0,10-1 0,2-4 0,7 3 0,-2-3 0,6 1 0,6-1 0,3 3 0,9-3 0,-1-4 0,0-2 0,6 2 0,2-2 0,0-2 0,-1-2 0,1-2 0,-2 0 0,-4 0 0,4 0 0,-5 1 0,-7-1 0,2-6 0,-7 1 0,0-1 0,-6 6 0,-10-1 0,-7-3 0,-10-2 0,-5 3 0,-3 1 0,1 2 0,0-5 0,-1-3 0,3-1 0,3-4 0,10-10 0,7-5 0,9-20 0,-5-5 0</inkml:trace>
  <inkml:trace contextRef="#ctx0" brushRef="#br0" timeOffset="3">20427 2631 8912,'-25'-8'0,"6"-2"0,-4-7 0,4 8 0,0 5 0,-4 8 0,-6 7 0,2 18 0,-2 5 0,7 12 0,-7 0 0,8 11 0,-2 6 0,11 0 0,7 6 0,-3-4 0,2 11 0,2 1 0,3 3 0,6-11 0,1-6 0,0-12 0,-6-10 0,-8-9 0,-1-15 0</inkml:trace>
  <inkml:trace contextRef="#ctx0" brushRef="#br0" timeOffset="4">19756 3215 8912,'-23'-13'0,"0"-4"0,4-3 0,5 1 0,7 2 0,8 2 0,7 1 0,11 3 0,14-2 0,18-3 0,18-1 0,10 0 0,12 0 0,-42 9 0,2 1-177,6 0 0,0 2 0,-3 1 0,0 0 177,3 4 0,0 0 0,-6 0 0,-2 0 0,39 0 0,-10 0-111,-9 0 1,-4 8 0,4 2 0</inkml:trace>
  <inkml:trace contextRef="#ctx0" brushRef="#br0" timeOffset="5">21700 3026 8912,'-29'-11'0,"3"-3"0,1 3 0,4 1 0,0 6 0,0 10 0,-4 7 0,-2 8 0,6 14 0,-2 11 0,4 3 0,2 3 0,2 0 0,3-1 0,4 1 0,8-1 0,2 1 0,4-1 0,9-1 0,8-4 0,6-14 0,-6-14 0,0-9 0,-6-9 0,0 0 0</inkml:trace>
  <inkml:trace contextRef="#ctx0" brushRef="#br0" timeOffset="6">21597 2717 8912,'-35'-8'0,"1"-2"0,0 1 0,-1 3 0,8 4 0,3 2 0,1 2 0,0 4 0,7 3 0,9 9 0,7-1 0,7 0 0,9-8 0,7-3 0,0-4 0,-6-2 0,-8 0 0,-1 0 0,-23 0 0,-4 0 0</inkml:trace>
  <inkml:trace contextRef="#ctx0" brushRef="#br0" timeOffset="7">22216 3267 8912,'-17'-17'0,"2"-1"0,2 3 0,1 4 0,8 5 0,-2 12 0,5 5 0,1 12 0,-2-2 0,-2 8 0,-2-1 0,2-1 0,2 5 0,2-3 0,0-2 0,0 0 0,0-3 0,0-3 0,0-1 0,0-3 0,-2-6 0,-3 1 0,3-8 0,-6 1 0,8-10 0,0-9 0,0-7 0,0-2 0,0-11 0,2 1 0,4-11 0,3 2 0,1 4 0,5-4 0,-3 2 0,1 2 0,-1 9 0,3 4 0,-4 8 0,-1 8 0,1 3 0,1 6 0,5 6 0,0 5 0,0 12 0,-5 6 0,-1 11 0,-1-4 0,1 4 0,5-5 0,-7-5 0,3-1 0,-1 1 0,1-5 0,5-2 0,0-4 0,0-9 0,1-5 0,-1-3 0,0-2 0,0-9 0,0-8 0,1-2 0,-1-10 0,0 0 0,0-3 0,0 1 0,1 3 0,-3 5 0,-4-6 0,3 14 0,-8-3 0,-1 13 0,3-3 0,-6 10 0,4 4 0,1 3 0,-1 9 0,5-1 0,-5 0 0,8 0 0,-3 0 0,4-5 0,2-3 0,1-1 0,-1-4 0,0-2 0,0-2 0,6-2 0,0-4 0,0-4 0,-6-7 0,1-8 0,-1-3 0,4 1 0,-4-2 0,4 1 0,-9-7 0,1 9 0,-2 3 0,-3 4 0,-6 3 0,4 5 0,-4 5 0,3 12 0,-3 13 0,-2 15 0,0 10 0,0 14 0,0 3 0,0 7 0,0 7 0,0-1 0,0 9 0,2-3 0,2 2 0,2-2 0,7-3 0,-1-9 0,-3 3 0,3-8 0,-9-2 0,3-21 0,-6-7 0,-6-10 0,3-6 0,-9-6 0,3-5 0,-3-12 0,-3-11 0,5-9 0</inkml:trace>
  <inkml:trace contextRef="#ctx0" brushRef="#br0" timeOffset="8">23094 3060 8912,'12'-17'0,"-1"0"0,0 2 0,7 3 0,7 5 0,3 7 0,5 0 0,1 0 0,-5 3 0,-1 7 0,3 9 0,2 6 0,-7 4 0,-5 5 0,-7 0 0,-8 1 0,-5 1 0,-1 4 0,-15-4 0,-8 5 0,-9-5 0,-8-2 0,-4 1 0,-8-1 0,0-2 0,1-3 0,7-4 0,4-8 0,5-7 0,6-5 0,5-3 0,22-9 0,4-3 0</inkml:trace>
  <inkml:trace contextRef="#ctx0" brushRef="#br0" timeOffset="9">23610 3129 8912,'-19'-11'0,"-4"-1"0,4 8 0,-4-1 0,-4 18 0,-1 10 0,-3 8 0,2 3 0,-1 8 0,7 4 0,6-2 0,5 2 0,8-6 0,1 4 0,8-4 0,13-8 0,1-5 0,9-10 0,3-2 0,1-3 0,1-4 0,-4-8 0,-5-8 0,-6-4 0,-1-5 0,0-6 0,-5 2 0,-1-7 0,-7 1 0,2-2 0,-10-5 0,-2-1 0,-7 7 0,1-7 0,-3 11 0,-2-5 0,1 8 0,5-2 0,-4 4 0,13 2 0,-6 0 0</inkml:trace>
  <inkml:trace contextRef="#ctx0" brushRef="#br0" timeOffset="10">23782 3181 8912,'10'-23'0,"-4"0"0,1 6 0,-1 5 0,9 3 0,1-5 0,7 5 0,3 1 0,-5 2 0,4 6 0</inkml:trace>
  <inkml:trace contextRef="#ctx0" brushRef="#br0" timeOffset="11">24092 3164 8912,'27'34'0,"5"0"0,-12 1 0,4-1 0,-8 0 0,-5 1 0,-5-1 0,-4-1 0,-2-5 0,-8-3 0,-3-8 0,-12-5 0,-6-1 0,-2-7 0,3 2 0,3-4 0,8-2 0,0-2 0,-1-4 0,3-3 0,4-9 0,3-6 0,8-5 0,2-4 0,4-1 0,9-2 0,8-4 0,7 1 0,-1-6 0,4 4 0,1-4 0,6 6 0,0-1 0,-1 4 0,-3 2 0,-2-8 0,1-2 0</inkml:trace>
  <inkml:trace contextRef="#ctx0" brushRef="#br0" timeOffset="12">24780 2734 8912,'0'-10'0,"-5"18"0,-1 15 0,-5 9 0,5 8 0,-8 4 0,5 10 0,-3 5 0,1 10 0,5 0 0,-3 7 0,1-2 0,4 1 0,2-8 0,2-10 0,0-11 0,0-12 0,0-9 0</inkml:trace>
  <inkml:trace contextRef="#ctx0" brushRef="#br0" timeOffset="13">24385 3146 8912,'-8'-24'0,"6"4"0,-4-3 0,4 4 0,4 4 0,6 2 0,9 1 0,10 7 0,15-5 0,10 2 0,9 5 0,13 6 0,7 3 0,1 7 0,-2-3 0,-7 0 0,-8-5 0,-6-10 0,-7-5 0</inkml:trace>
  <inkml:trace contextRef="#ctx0" brushRef="#br0" timeOffset="14">25245 3026 8912,'-34'0'0,"-1"0"0,3 0 0,3 0 0,-1 0 0,7 0 0,-2 8 0,2 3 0,4 10 0,-4 2 0,11 6 0,6-6 0,-1 5 0,1-5 0,4 0 0,6 2 0,0-8 0,7 0 0,3-1 0,9-11 0,-2 3 0,7-2 0,-1-4 0,2 3 0,1-5 0,-7-5 0,8 1 0,-2-8 0,-3 1 0,3-6 0,-8 0 0,2-1 0,-2 1 0,2 0 0,-4 0 0,4 0 0,-6-1 0,-5 1 0,3 0 0,-3 2 0,1 1 0,-2 3 0,-1 7 0,-4-2 0,-4 4 0,5 10 0,-7 3 0,0 10 0,0 2 0,0 0 0,0 2 0,-5-6 0,-1 4 0,-2 2 0,2-2 0,-1 0 0,-5-6 0,3-5 0,3-1 0,4-5 0,-4 5 0,-3-7 0,7 2 0,-4-12 0,6 2 0,4-9 0,4-4 0,1-4 0,3-4 0,5 2 0,0 4 0,0-4 0,-5 4 0,-1 2 0,1 5 0,5 1 0,-6 5 0,1-6 0,-1 9 0,7-3 0,-7 10 0,0 3 0,3 3 0,1 3 0,-3 3 0,-1 1 0,1 0 0,5 0 0,0 0 0,0 1 0,0-9 0,1-3 0,5-4 0,-1-2 0,3 0 0,-4-2 0,2-4 0,-2-5 0,4-10 0,-2-2 0,6-10 0,-6-1 0,0-3 0,-6-8 0,6-3 0,2-9 0,0-5 0,-1 1 0,1-6 0,-2 4 0,-2-9-143,8-3 1,-6 3 142,6 9 0,-14 5 0,0 14 0,-5 10 0,-5 15 0,-6 23 0,-5 19 0,-6 13 0,-11 21 0,-3 8 0,-1 8 0,-4 3 0,8 4 0,-5 3 0,5-9 0,2 12 0,7-4 0,5-2 0,1-1 0,2-5 0,6-5 0,0 2 0,0-8 0,2-8 0,4-24 0,5-8 0,5-12 0,-1-13 0,0-7 0,3-7 0,3-5 0</inkml:trace>
  <inkml:trace contextRef="#ctx0" brushRef="#br0" timeOffset="15">26140 2923 8912,'-10'-12'0,"5"1"0,5 7 0,5-2 0,15 4 0,14 2 0,12 2 0,9 4 0,10-2 0,16 7 0,8-7-46,-35-1 1,1 0 0,1-2 0,-1 0 0,3-1 0,-1 0-1,-3 0 1,-1 0 45,-2 0 0,-2 0 0,37-10 0,-12-7 0,-18-15 0,-7-12 0</inkml:trace>
  <inkml:trace contextRef="#ctx0" brushRef="#br0" timeOffset="16">27345 1702 8912,'17'-6'0,"0"1"0,0 3 0,0 13 0,8 10 0,4 21 0,3 12 0,3 13 0,-1 20 0,-16-33 0,-1 1 0,-3 5 0,-2 3-415,1 7 1,-3 3 0,-3 0-1,-2 1 415,-1 3 0,-2 1 0,-1-3 0,-2-1 0,-3-1 0,-2-1 0,-3-2 0,-5-3 0,-3-3 0,-4-3 0,-6-4 0,-3-2-74,-4-5 0,-1-2 1,-2-4-1,-3-2 74,-2-3 0,-2-4 0,2-6 0,0-2-5,-38 19 0,1-18 0,3-11 5,-10-9 0,-8-4 0,43-6 0,-1-2 0,0-3 0,1 1 0</inkml:trace>
  <inkml:trace contextRef="#ctx0" brushRef="#br0" timeOffset="17">23817 3267 8912,'-12'-2'0,"1"-2"0,-3-2 0,-1 2 0,4 1 0,-1-3 0,8 4 0,-3-6 0,14 8 0,7 0 0,5 0 0,4 0 0,7 0 0,-1 0 0,4 0 0,1 0 0,0 0 0,1 0 0,-1 6 0,1 2 0,-3 1 0,-3 5 0,-2 1 0,-4 2 0,-10 0 0,4 0 0,-5 1 0,-1-1 0,4 8 0,-5 1 0</inkml:trace>
  <inkml:trace contextRef="#ctx0" brushRef="#br0" timeOffset="18">26949 10694 8912,'-8'-17'0,"6"0"0,-5 7 0,8 3 0,5 7 0,-4 0 0,6 0 0,-16 1 0,-5 3 0,-8 4 0,-8 1 0,-3 5 0,-9 1 0,1 2 0,-13 2 0,-1 2 0,-5 4 0,-6 2 0,-2-4 0,-2 6 0,-11-1-238,-1 7 1,-5-7 237,12 1 0,1-8 0,10 2 0,6-4 0,11-2 0,6-2 0,11-3 0,-2 3 0,8-5 0,2 1 0,2 1 0,8-7 0,-1 7 0,1-8 0,-6 1 0,5 3 0,1-2 0,1 1 237,-1-1 1,-5-4-238,5 4 0,1-2 0,-1 1 0,5-3 0,-5 4 0,5-2 0,-5 0 0,-3 1 0,5 1 0,-3-6 0,8 0 0,-11 0 0,11 0 0,-7 0 0,7 0 0,-11 0 0,11 0 0,-8 0 0,8 0 0,-5 0 0,3 0 0,4 0 0,-13 0 0,3 0 0,3 0 0,-3 0 0,-1 0 0,-10 0 0,2 0 0,-8 0 0,-1 2 0,-3 4 0,-1-2 0,-1 7 0,3-5 0,3 5 0,-1-5 0,7 5 0,-2-1 0,2 1 0,4-1 0,-4-4 0,9-4 0,3 3 0,5 3 0,-5-2 0,5-1 0,-4-3 0,3 4 0,-5-2 0,7 7 0,-9-7 0,10 6 0,-7-4 0,5-3 0,-5 9 0,-1-8 0,1 3 0,1-5 0,3 4 0,1-4 0,6 5 0,0-7 0,0 0 0,9-1 0,9-5 0,1 2 0,9-7 0,1-9 0,6-6 0</inkml:trace>
  <inkml:trace contextRef="#ctx0" brushRef="#br0" timeOffset="19">25297 10814 8912,'7'-9'0,"-5"-6"0,4 3 0,-4-3 0,-2 3 0,-2 3 0,-4 1 0,2 3 0,-7 5 0,-2 0 0,-10 3 0,-8 7 0,-7 7 0,-2 17 0,-12 1 0,2 16 0,-15 5 0,-5 7 0,31-28 0,-1 1 0,-1 0 0,0 0 0,1-2 0,0 1 0,-2 2 0,1 0 0,4 0 0,2-1 0,-30 31 0,11-8 0,10-13 0,10-6 0,13-9 0,4-3 0,11-12 0,0 1 0,4-10 0,2 5 0,0-6 0,0 5 0,8-5 0,5 5 0,8 1 0,8-3 0,5 7 0,7-5 0,4 2 0,13-1 0,-1 1 0,12-7 0,-2 5-112,13-5 0,-13 6 112,2-7 0,-12 1 0,1-4 0,-5 2 0,-1 2 0,-14-1 0,-3-5 0,-13 6 0,1 0 0,-9-1 0,-3-5 0,-7 8 0,2 4 0,-6 1 0,-6-2 56,-3 5 0,-16-14 0,-2 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01:45:27.317"/>
    </inkml:context>
    <inkml:brush xml:id="br0">
      <inkml:brushProperty name="height" value="0.053" units="cm"/>
      <inkml:brushProperty name="color" value="#FF0000"/>
    </inkml:brush>
  </inkml:definitions>
  <inkml:trace contextRef="#ctx0" brushRef="#br0">19704 5605 8912,'-17'0'0,"0"0"0,-1 0 0,-1 0 0,-2 0 0,-2 0 0,2 0 0,2 2 0,2 4 0,5-4 0,1 3 0,-1-3 0,-5-2 0,0 6 0,0 0 0,0 5 0,-3-3 0,-2-1 0,-7 1 0,-2 3 0,1-3 0,1 0 0,-2-1 0,-1 7 0,-3-3 0,-1-1 0,-4 1 0,-6-7 0,-11 2 0,-20 3 0,-11 1 0</inkml:trace>
  <inkml:trace contextRef="#ctx0" brushRef="#br0" timeOffset="1">15264 6963 8912,'-40'-2'0,"0"-2"0,2-3 0,1-1 0,3-1 0,1 1 0,3 0 0,1 5 0,2-5 0,-3 2 0,3 2 0,2 2 0,2-5 0,8 3 0,1-6 0,5 1 0,1-1 0,1 5 0,3-7 0,-2-1 0,0 3 0,6-1 0,-2 5 0,-3-5 0,3 7 0,-6-4 0,8 8 0,0 2 0,0 4 0,0 5 0,2-1 0,4 1 0,1 1 0,5 5 0,3 0 0,-3 0 0,9 6 0,2 0 0,7 0 0,-1-6 0,5 0 0,6 1 0,8-1 0,8 0 0,5 0 0,8 0 0,5-1-185,1-5 0,7-3 185,-2-8 0,16 0 0,1 0 0,-44 0 0,0 0 0,42-2 0,-46 0 0,0-2 0,0-1 0,-1-1 0,34-4 0,-1-1 0,-10 1 0,-8-1 0,5-5 0,1 5 0,-6-4 0,6-3 0,-9-5 0,1-1 0,0-3-75,0-4 1,-5 3 74,1-7 0,-4 5 0,-1-10 0,0 3 0,-1 3 0,-7 0 0,-4-1 0,-5 3 0,-6 3 0,-7-5 0,-10-1 0,-4 1 0,-8-6 0,0-4 0,0-2 0,-8-6 91,-4-5 0,-3 2 0,-2-8 1,-2-2-92,-4-2 0,2 4 0,-8 0 0,1 9 0,-7 3 0,-5 7 0,0 9 0,-10 1 0,-2 0 0,1 1 0,-7 4 0,-3-1 0,-2 7 0,-8 0 0,-9-2 0,0 12 0,-12-4 0,10 3-100,2-3 1,11 0 99,-6 0 0,16 1 0,-6 3 0,4 3 0,-2 3 0,-6-1 0,-6 2 0,4 5 0,-3-5 0,5 12 0,6 5 0,-4 4 0,4 2 0,-4 1 0,-2-1 0,-5 0 0,-1 0 0,2 0-59,3 1 0,8-3 59,5-4 0,11 5 0,6-5 0,-2 4 0,2 3 0,-6 1 0,2 4 0,-4 5 0,-5 5 0,-12 1 0,-4 1 0,0 5-164,-6 0 1,12 6 163,6-6 0,9 2 0,2-2 0,8 4 167,-2 7 0,5-5-167,7 0 0,-3-2 0,6 4 0,0-4 59,0-2 0,8-2-59,6-6 0,1 6 0,-1 1 0,3-1 0,8-6 0,0 0 171,0 1 1,8 1-172,3 4 0,-1-4 0,1 5 1,3-5 0,7 0 0,4 0-1,1-1 0,-3 3 0,6-9 0,0-4 0,5-2 0,0 1 0,1-1 0,-1-2 0,1-9 0,1 3 0,4-4 0,4-1 0,8 0 0,1-3 0,5-3 0,-3-2 0,8-2 0,-2 0 0,3 0 0,-11 0 0,-7 0 0,-14 0 0,3 0 0,-12 0 0,-2 2 0,-6 2 0,-3 1 0,-7 9 0,7-3 0,-1 3 0,7-3 0,-1 2 0,0-7 0,-8 0 0,-1-6 0</inkml:trace>
  <inkml:trace contextRef="#ctx0" brushRef="#br0" timeOffset="2">10583 8648 8912,'-17'0'0,"0"0"0,0 0 0,-1 0 0,1 0 0,0 0 0,0 0 0,7 0 0,1 0 0,3 0 0,4 0 0,2 6 0,12 0 0,3-3 0,2-1 0,0-2 0,6 6 0,0 0 0,8 0 0,-3-6 0,5 5 0,1 1 0,1 0 0,-1-6 0,3 0 0,3 0 0,-2 0 0,8 0 0,0-2 0,7-2 0,5-4 0,5-1 0,11-3 0,7-5 0,5 2-283,5 3 0,-3-3 283,4 4 0,-6 1 0,-5-1 0,-5 7 0,-7-2 0,0 4-131,-1 2 0,3 0 131,4 0 0,-3 2 0,9 2 0,-1 2 0,-2-3 0,1-1 0,-5-2 0,7 0 0,11 0 0,-43 0 0,1 0 0,2 0 0,-1 0 0,47 0 0,-18 0 0,4 0-231,-4 0 1,10-5 230,2-1 0,0 0 0,-6 6 0,2 0 0,4 0 0,-18 0 0,1 0 0,-1 0 0,7 0 0,5 0 0,6 0 0,-6 0 0,0 0 0,-2 6 0,-10 0 0,3 1 0,-3-3 0,9 2 0,6-2 0,7-2 0,-44-2 0,-1 0 0,47 0 0,-1 0 0,-7 0 0,2 0 0,5 0-174,-45 0 1,0 0 0,-1-1 0,1 0 173,3-2 0,-1 0 0,-5 1 0,0 0 0,44-7 0,1 1 0,-46 6 0,1 0 0,2-2 0,0 0 0,0 1 0,1 1 0,-2-2 0,-1 2 81,43 2 0,0-6-81,-12 1 0,14-1 0,-43 6 0,1 0 0,0-3 0,-1 0-68,4 0 1,-1 0 0,-2 0-1,0 1 68,45 2 0,-1 0 0,-4 0 0,3-6 0,-44 3 0,0 0 0,-2 1 0,1 0 0,48 0 0,-7-3 0,-42 2 0,0 0 0,33-3 0,-2 6 0,1-6 0,-1 1 0,4-1 0,2 6 0,-7 0 0,-7 0 0,-5 0 176,-4 0 0,-5 0-176,5 0 0,-2 0 0,2 0 0,10 0 0,-5 0 0,7 0 178,0 0 1,-7 0-1,3 0 1,-6 0-179,0 0 0,-2 0 0,6 0 0,-4 0 70,10 0 1,-5 0-71,-1 0 0,0 0 0,-2 0 0,-4 0 0,-6 0 0,-1 0 0,1 0 0,-1 0 0,7 0 0,0 0 0,6 0 0,3 0 0,-3 0 0,4 6 0,-12-1 0,0 1 0,-3 2 0,1-6 0,-2 4 0,8-3 0,-2 3 0,-1-4 0,1 4 0,-2-2 0,2 1 0,2-3 0,-8 4 0,-5-4 0,-6-2 0,0 0 289,-2 0 0,11 0-289,-3 0 0,5 0 0,1 0 0,-3 0 0,8 0 0,4 0 0,2 0 0,-4 0 0,-14 0 0,1 0 40,0 0 0,-1 0-40,1 0 0,0-2 0,-1-2 0,1-2 0,0 3 0,5 1 0,0 2 0,-1-6 112,-10 0 1,1 0-113,-6 6 0,4-1 0,-4-5 0,1 4 0,-2-4 0,4 4 0,0 2 0,11-6 0,-3 1 0,3-1 0,-3 6 0,-6 0 0,0 0 0,-8 0 0,2 0 0,-6 0 0,-5 0 0,-6-2 0,-10-2 0,-1-1 0,-1-1 0,-1 6 0,-2 0 0,-8-8 0,0 6 0,0-5 0,0 7 0,0 0 0,-8 0 0,-3 0 0,-5 0 0,-3 0 0,-4 0 0,-6 0 0,-13 2 0,-9 3 0,-16-3 0,-12 13 0,-7-5 0</inkml:trace>
  <inkml:trace contextRef="#ctx0" brushRef="#br0" timeOffset="3">5903 9903 8912,'-12'-7'0,"1"-5"0,-3-3 0,5 0 0,-3 3 0,8 4 0,-3 8 0,7 0 0,2 0 0,3 0 0,5 2 0,7 4 0,0-4 0,1 4 0,-1 1 0,0-1 0,8 0 0,4-6 0,-3 6 0,3-1 0,0 1 0,5-6 0,2 2 0,5 4 0,3-4 0,7 3 0,3-3 0,3-2 0,-1 0 0,7 0 0,0 0 0,6 0 0,-1 0 0,1 0 0,8 2-229,3 4 0,4-4 229,2 4 0,-2-5 0,-3 1 0,-9 2-79,-7 2 0,6 5 79,-8-5 0,10 2 0,-4-3 0,1-1 0,11 8 0,-3-8 0,2 1 0,3-3 0,-9-2 0,3 0 0,-3 0 0,7 0 0,3 0 0,7-6 0,1 1 0,-2-9-231,-10 3 0,8-2 231,-7 1 0,1-1 0,-8 7 0,5-5 0,7 5 0,-6-6 0,1 7 0,-15-3 107,3 2 0,-2 2 1,8-5-1,5-1-107,4 1 0,4 3 0,4-5 0,-2 1-126,-41 5 1,-1-1 0,36-10 125,2 5 0,-3-3 0,3 3 0,6-4 0,-1 3 0,-3-1 0,-6 1 0,-5-3 0,-8 4 0,2-3-130,3 3 0,-3-4 130,3 3 0,3 3 0,-3-3 0,-1 6 0,-10-5 0,-3 7 112,-9-2 1,1-1 0,-1 1 0,3 2-113,3 2 0,3-4 0,3 1 0,2-1 0,-8 6 0,0-6 0,-5 1 0,-10-1 0,-7 6 0,-3-6 272,-9 0 1,0 1-273,-6 5 0,0 0 0,1 0 0,-3-2 289,-4-4-289,5 4 0,-13-6 0,9 8 0,-8 0 0,3 0 0,-7 0 0,0 0 0,0-7 0,0 5 0,-2-6 0,-3 6 0,-7-3 0,-11-5 0,-3-7 0</inkml:trace>
  <inkml:trace contextRef="#ctx0" brushRef="#br0" timeOffset="4">26174 10299 8912,'18'0'0,"-1"0"0,-2-2 0,-3-4 0,3 4 0,-4-4 0,5 4 0,1 2 0,-8 0 0,1 0 0,-4 0 0,-4 0 0,5 0 0,-7 0 0,0 0 0,-7 0 0,3 2 0,-8 4 0,1-4 0,-6 4 0,-2-2 0,-4 1 0,2-3 0,-8 4 0,-6 4 0,-5 1 0,-6-1 0,6 1 0,-8-1 0,3 3 0,-7-2 0,-5 3 0,3-5 0,-3 3 0,-3-3 0,3 3 0,-10 1 0,-2-7 0,0 5-127,-5-5 0,3 6 127,2-7 0,0 7 0,1-7 0,5 7 0,-1-6 0,-1-1 0,-2 3 0,-3-4 0,-5 7 0,4-7 0,-3 2 0,11 3 0,5 3 0,3-3 0,-2 3 0,11-6 0,0 3 0,8 1 0,3-1 0,6-5 0,1 2 0,7 1 0,-2-1 0,-2 0 0,2-6 0,0 6 0,6-1 254,0 1-254,-1-6 0,7 0 0,-1 0 0,9 0 0,-5 0 0,8 0 0,0 0 0,0 8 0,0 1 0</inkml:trace>
  <inkml:trace contextRef="#ctx0" brushRef="#br0" timeOffset="5">24213 10110 8912,'0'-12'0,"-2"1"0,-4-3 0,2 1 0,-7 1 0,-1 12 0,-5 14 0,-2 7 0,-4 7 0,-12 7 0,-10 7 0,-7 8 0,-5 5 0,-10 8 0,-8-6 0,37-25 0,0-1 0,-37 27 0,4 3 0,-3-6 0,5-3 0,6-3 0,5-5 0,13-15 0,8-4 0,9-8 0,7 8 0,3-6 0,13 4 0,5-6 0,5-5 0,13 9 0,10-4 0,5 6 0,1 0 0,8-4 0,4 4 0,4 2 0,1-3 0,1 1 0,0-5 0,5-3 0,0-4 0,8 5 0,-1-7 0,1 1 0,-2-5 0,-4 3 0,-7-2 0,-5 5 0,-7-5 0,-7 7 0,-16-1 0,-7 3 0,-5 2 0,-6 6 0,-11 0 0,-7 8 0,-15-5 0</inkml:trace>
  <inkml:trace contextRef="#ctx0" brushRef="#br0" timeOffset="6">26794 9800 8912,'-8'-23'0,"-1"0"0,-3 4 0,3 4 0,1 3 0,2 9 0,6-1 0,0 13 0,0 10 0,0 6 0,0 8 0,0 3 0,0 4 0,0 0 0,0-3 0,0-1 0,0-2 0,2 3 0,4-15 0,-2 7 0,7-6 0,-5-2 0,4-8 0,-3-1 0,-1-10 0,-6-2 0,-8-15 0,-1-12 0</inkml:trace>
  <inkml:trace contextRef="#ctx0" brushRef="#br0" timeOffset="7">26639 9473 8912,'10'-7'0,"-3"-3"0,-14-7 0,-1 6 0,-4-1 0,5 8 0,7-5 0,0 3 0,7 4 0,7-4 0,7 4 0,8 2 0,3 0 0,2 0 0,9 0 0,1 8 0,7 2 0</inkml:trace>
  <inkml:trace contextRef="#ctx0" brushRef="#br0" timeOffset="8">27138 9697 8912,'-17'27'0,"5"-2"0,1-8 0,5-2 0,-5-4 0,5 5 0,-5-5 0,5-1 0,-6 1 0,8 1 0,-1 5 0,3 0 0,2 0 0,-2 0 0,-2 1 0,-2-1 0,1 0 0,-3 0 0,6-5 0,-4-1 0,2-7 0,-1 2 0,3-4 0,-6-10 0,8-4 0,0-3 0,0-8 0,0-2 0,2 1 0,4-1 0,1-4 0,5 6 0,3 0 0,-3 6 0,3 0 0,2 0 0,0 0 0,1-1 0,-1 9 0,0 3 0,2-2 0,4 3 0,-2-1 0,8 6 0,0 8 0,5 5 0,0 6 0,1 4 0,-1-8 0,1 8 0,-1-4 0</inkml:trace>
  <inkml:trace contextRef="#ctx0" brushRef="#br0" timeOffset="9">27603 9663 8912,'-35'-8'0,"1"-2"0,-1 1 0,1 3 0,5 4 0,1 2 0,7 8 0,-2 3 0,9 5 0,5 3 0,1 4 0,4 5 0,-3-1 0,1 2 0,0-6 0,6 5 0,2-7 0,4 2 0,-2-6 0,7-5 0,1-5 0,5-7 0,2-1 0,2-5 0,4-8 0,2-7 0,-4-11 0,5-8 0,-7-8 0,2 2 0,-4-3 0,-1-3 0,4-5 0,1-1 0,0 1 0,-5 5 0,-7 5 0,-1 5 0,-3 9 0,-3 6 0,-2 12 0,-2 11 0,0 16 0,0 9 0,0 19 0,-6 4 0,0 7 0,1 3 0,5 3 0,0-3 0,0 3 0,0-5 0,0-7 0,2-4 0,3-5 0,5-4 0,7-3 0,0-6 0,1-12 0,-1-3 0,0-8 0,0-9 0,0-9 0,1-5 0,-1-5 0,-6-5 0,1 5 0,-1-5 0,-1-1 0,-1 1 0,-3 5 0,-4 3 0,4 8 0,1-1 0,-1 1 0,0 8 0,-6 3 0,0 12 0,2 3 0,4 8 0,-5 6 0,5 0 0,-4 6 0,-2-4 0,0 0 0,0 1 0,0 1 0,8-6 0,-6 4 0,13-8 0,-11-7 0,7-5 0,-7-10 0,4-13 0,-8-8 0</inkml:trace>
  <inkml:trace contextRef="#ctx0" brushRef="#br0" timeOffset="10">27964 9387 8912,'-17'-5'0,"0"-1"0,5-7 0,1 1 0,7-3 0,-2 5 0,12 5 0,5 3 0,12 2 0,4 0 0,8 0 0,-1 0 0,0 0 0,8-8 0,2-2 0</inkml:trace>
  <inkml:trace contextRef="#ctx0" brushRef="#br0" timeOffset="11">28566 9336 8912,'-34'0'0,"0"2"0,-1 4 0,-1-1 0,-4 12 0,1-1 0,-3 12 0,4 3 0,6 1 0,11 9 0,3-1 0,9 6 0,9-6 0,2 0 0,3-6 0,7-1 0,11-5 0,4-5 0,7-11 0,8-5 0,4-7 0,6 0 0,5 0 0,-5-13 0,1-6 0,-7-6 0,-4-6 0,-2-1 0,2-10 0,2-2 0</inkml:trace>
  <inkml:trace contextRef="#ctx0" brushRef="#br0" timeOffset="12">28945 9405 8912,'-17'0'0,"0"0"0,-6 2 0,0 3 0,-2 1 0,2 11 0,2-3 0,-8 9 0,8 3 0,-2 3 0,10 1 0,1-1 0,3 2 0,-3-8 0,7 5 0,8-5 0,3-2 0,8-9 0,-3-7 0,-1-3 0,1-2 0,2-13 0,10-4 0,-9-4 0,3 4 0,-4-6 0,5 0 0,-1 0 0,0 6 0,-2-1 0,-3 1 0,1 0 0,-5 2 0,1 3 0,-5 5 0,11 7 0,-13 7 0,4 5 0,2 9 0,-3 2 0,7 5 0,-6-5 0,7 2 0,-1-2 0,3-4 0,2 4 0,0-6 0,0-5 0,3-5 0,3-7 0,-2-2 0,7-3 0,-7-20 0,4-11 0</inkml:trace>
  <inkml:trace contextRef="#ctx0" brushRef="#br0" timeOffset="13">29375 8854 8912,'-2'-11'0,"-2"0"0,-1-3 0,-1 7 0,4-1 0,-4 8 0,4 4 0,-3 7 0,3 14 0,2 11 0,0 8 0,0 8 0,0 5 0,0 0 0,0 6 0,0-5 0,0 5 0,0-6 0,0 4 0,0-9 0,0 1 0,0-13 0,6 1 0,-1-7 0,9-9 0,-3-8 0,4-7 0,3-10 0,-1-2 0,2-6 0,2-7 0,2-6 0,8-10 0,-3 2 0,3-3 0,-3-2 0,-3-1 0,-7 1 0,-1 7 0,0 4 0,-7-4 0,-3 8 0,-9 2 0,-3 13 0,-7 8 0,-3 8 0,-8 12 0,0 11 0,-2 1 0,2 10 0,6 0 0,0 5 0,7-1 0,10-4 0,0 2 0,0-8 0,10-8 0,7-9 0,8-6 0,9-5 0,1-5 0,-1-7 0,-2-1 0,-3-5 0,2-6 0,-8-11 0,-6-3 0,-8-9 0,-1-1 0,-4-4 0,-17-12 0,-7-9 0</inkml:trace>
  <inkml:trace contextRef="#ctx0" brushRef="#br0" timeOffset="14">29203 9301 8912,'-34'0'0,"5"-1"0,0-5 0,16 4 0,0-6 0,18 8 0,20 0 0,17-2 0,14-3 0,13-7 0,7-3 0,10-2 0,4 0-235,-41 8 1,-1 0-1,44-8 235,-40 8 0,-1 1 0,45-4 0,-4 1 0,0 0 0,-14-7 0</inkml:trace>
  <inkml:trace contextRef="#ctx0" brushRef="#br0" timeOffset="15">27413 10780 8912,'-32'-8'0,"3"-3"0,6-4 0,4-1 0,2 3 0,0 4 0,0 1 0,-1 4 0,1 6 0,2 9 0,1 12 0,3 8 0,-1 13 0,-3 6 0,4 7 0,5 4 0,4-4 0,2 4 0,0-3 0,0-9 0,13-7 0,7-13 0,3-6 0,1-4 0,7-11 0,-2-8 0,1-10 0,1-13 0,-2-5 0,1-5 0,-5-9 0,-2-4 0,-6-3 0,-5-3 0,-3 4 0,-3-3 0,-4 11 0,4-6 0,-12 4 0,-8 5 0,-5 7 0,-4 3 0,-5 6 0,5 10 0,0 3 0,6 8 0,5 8 0,1 3 0,7 4 0,-2 3 0,12-3 0,5-4 0,12 5 0,4-7 0</inkml:trace>
  <inkml:trace contextRef="#ctx0" brushRef="#br0" timeOffset="16">27844 10763 8912,'-2'-10'0,"-4"5"0,4-5 0,-6 8 0,7-7 0,-5 3 0,4 4 0,-6-4 0,8 12 0,2-2 0,4 7 0,-2-5 0,5 5 0,1 3 0,-1 1 0,3-3 0,5-1 0,-2-5 0,-3 5 0,3-7 0,-3 2 0,3-4 0,2-2 0,0 0 0,1 0 0,-7-8 0,0-3 0,-1-5 0,3-3 0,-1-2 0,1-2 0,-5-5 0,-2 5 0,-4 0 0,5 6 0,-5 7 0,6 4 0,-8 12 0,0 5 0,0 12 0,5 2 0,1 4 0,8 1 0,-3-7 0,4 6 0,3-6 0,5 0 0,-1-8 0,1-1 0,2-3 0,0-7 0,4 2 0,3-6 0,-3-6 0,2-9 0,-3-8 0,3-8 0,-8 2 0,0-11 0,-6-6 0,0 1 0,0-7 0,-1-3 0,-5-14 0,-5 0 0,-4 0 0,-2 4 0,0 8 0,0 4 0,0 18 0,0 12 0,0 17 0,0 12 0,-2 6 0,-4 11 0,4 13 0,-3 15 0,3 1 0,2 7 0,2-1 0,3-1 0,-3 0 0,4-5 0,3-3 0,3-3 0,3 2 0,2-8 0,-5-2 0,-1-9 0,1 0 0,3-10 0,-1-6 0,-3-3 0,-7-5 0,3-12 0,-7-3 0</inkml:trace>
  <inkml:trace contextRef="#ctx0" brushRef="#br0" timeOffset="17">28515 10625 8912,'-27'0'0,"2"-7"0,8-5 0,0 5 0,7-9 0,4 14 0,14-3 0,9 3 0,8-4 0,10 0 0,7-5 0,4 5 0,-1-7 0,7 1 0,-6-3 0,6-2 0,-1-8 0,-7-2 0,8-7 0</inkml:trace>
  <inkml:trace contextRef="#ctx0" brushRef="#br0" timeOffset="18">29289 10127 8912,'-25'0'0,"6"0"0,-4 0 0,-2 2 0,2 3 0,0-1 0,6 10 0,0 5 0,0 7 0,7 9 0,5 5 0,3 6 0,2 11 0,0-3 0,0 3 0,2-6 0,3-5 0,5-4 0,7-7 0,4-3 0,-4-3 0,4-10 0,-9-8 0,3-7 0,2 2 0,1-4 0,-1-2 0,0-8 0,0-3 0,0-6 0,1-6 0,-1 2 0,0-8 0,-2 8 0,-3-2 0,1-2 0,-7 2 0,7 0 0,-9 8 0,8 4 0,-9 3 0,5 16 0,-8 3 0,0 4 0,0 3 0,0 5 0,0-1 0,0 7 0,0-6 0,2-2 0,4-2 0,-2-2 0,7 1 0,-5-9 0,5-3 0,-7-4 0,4-2 0,-1-8 0,3-1 0</inkml:trace>
  <inkml:trace contextRef="#ctx0" brushRef="#br0" timeOffset="19">29410 10419 8912,'-18'-8'0,"3"5"0,4-9 0,1 6 0,4-5 0,4 5 0,-3-5 0,3 5 0,2-5 0,4 7 0,7-2 0,2 4 0,16 2 0,-8-8 0,12-1 0,-7-8 0</inkml:trace>
  <inkml:trace contextRef="#ctx0" brushRef="#br0" timeOffset="20">29754 10539 8912,'-17'18'0,"-6"-9"0,0-3 0,0-4 0,15-4 0,8-4 0,15-3 0,14-9 0,4 1 0,1 0 0,6 0 0,0 0 0,-1-1 0,-11 1 0,-3-4 0,-8 0 0,1 4 0,-1 2 0,-8-12 0,-5 17 0,-15-7 0,-10 8 0,-20 9 0,-1 4 0,-4 7 0,-1 2 0,7 16 0,-1 0 0,9 5 0,3 0 0,6 1 0,12 5 0,5 0 0,6-6 0,6-5 0,17-2 0,11 1 0,12-5 0,0-11 0,4-4 0,1-8 0,-1 0 0,-4 0 0,4-16 0,-6-3 0</inkml:trace>
  <inkml:trace contextRef="#ctx0" brushRef="#br0" timeOffset="21">30236 10264 8912,'11'19'0,"1"2"0,1 4 0,2 2 0,1 7 0,-3 8 0,-3 2 0,-3 4 0,-1-4 0,-6 2 0,0-10 0,0-1 0,-2-9 0,-4-1 0,4-13 0,-5 3 0,7-30 0,0-8 0,4-10 0,5-7 0,10-8 0,6-7 0,4 0 0,5-8 0,1 9 0,-1 2 0,0 3 0,1 9 0,-5 5 0,5 7 0,-10 9 0,9 1 0,-11 1 0,2 8 0,-8-9 0</inkml:trace>
  <inkml:trace contextRef="#ctx0" brushRef="#br0" timeOffset="22">31389 10230 8912,'-35'0'0,"1"0"0,-1 0 0,1 0 0,0 2 0,-1 2 0,1 3 0,-1 3 0,3 1 0,3 6 0,8 1 0,8-1 0,5 0 0,8 0 0,0 0 0,0 1 0,0-1 0,0 0 0,2 0 0,4 0 0,-2 1 0,7-1 0,-5 0 0,3 0 0,1 0 0,-1 1 0,-3-1 0,6 0 0,-9 2 0,3 4 0,-4 6 0,-2 3 0,0-3 0,0-1 0,0-1 0,0 2 0,0-2 0,0-4 0,0-4 0,0 4 0,0-4 0,0-2 0,0 0 0,0 0 0,-8 2 0,-5 2 0,-8 2 0,-8-2 0,-13 0 0,-9 2 0,-11 2 0,-12 4 0,-12-3-223,37-14 0,0-1 0,-46 8 223,46-7 0,0-1 0,-33 1 0,-6-6 0,15-8 0,5-2 0,6-6 0</inkml:trace>
  <inkml:trace contextRef="#ctx0" brushRef="#br0" timeOffset="23">23163 12568 8912,'-8'-32'0,"-3"3"0,-5 8 0,1 6 0,2 5 0,1 1 0,-1-1 0,5 4 0,1-3 0,1-1 0,0 1 0,0 3 0,6-5 0,0 7 0,2-4 0,4 8 0,4 17 0,9 16 0,4 20 0,5 20 0,5 17 0,-16-42 0,0 1 0,3 6 0,0 1-258,0 4 0,1 0 1,2 3-1,1 0 258,0 3 0,-2 0 0,0 1 0,0 0 0,0-5 0,0 0 0,-1-3 0,0-1 0,-1-5 0,-1-1 0,9 32-2,-5-21 1,-6-12 1,-5-16 0,-4-3 0,-8-3 0,0-4 0,0-8 0,0-6 0,-2-1 0,-4-3 0,-4-1 0,-7-6 0,-2 0 515,-4 0 1,0-4-516,-11-7 0,3-8 0,-11-16 0</inkml:trace>
  <inkml:trace contextRef="#ctx0" brushRef="#br0" timeOffset="24">23128 12843 8912,'-34'-25'0,"0"6"0,-1-4 0,8 4 0,4 4 0,2 2 0,-1 1 0,8 8 0,-3-1 0,4 3 0,-3 9 0,5 5 0,-5 11 0,5 5 0,-2 11 0,-1 3 0,3 2 0,-3 3 0,-1 1 0,-2-2 0,5 2 0,1-8 0,7 6 0,-2-6 0,4 0 0,2-6 0,0-7 0,0-4 0,2-6 0,4-7 0,4-12 0,-1-13 0,14-26 0,-4-12 0</inkml:trace>
  <inkml:trace contextRef="#ctx0" brushRef="#br0" timeOffset="25">22974 12671 8912,'9'-17'0,"1"0"0,-5 0 0,-1 0 0,8-1 0,-1 9 0,6 3 0,1 4 0,-1 2 0,8 2 0,3 4 0,5-2 0,1 7 0,8 1 0,4 5 0,2-2 0,0-2 0,-2-1 0,2 1 0,7-5 0,2-2 0,-1 1 0,-10-1 0,3 0 0,-5-6 0</inkml:trace>
  <inkml:trace contextRef="#ctx0" brushRef="#br0" timeOffset="26">22388 14872 8912,'-7'-17'0,"-3"-2"0,-1-2 0,1-2 0,3 2 0,1 2 0,-2 2 0,6-1 0,-3 1 0,3 0 0,2 0 0,0 5 0,0 1 0,2 7 0,1 0 0,3 8 0,6 13 0,-7 12 0,9 5 0,-3 6 0,4 8 0,3 8 0,-1 10 0,0 9 0,0 9 0,-1 0 0,-3 8 0,-2 3 0,-7-3-177,-1-43 1,0-1 0,5 40 176,-3-2 0,1-15 0,-6-14 0,0-19 0,0-9 0,0-16 0,-7-7 0,-5-12 0,-3-11 0,-2-10 0</inkml:trace>
  <inkml:trace contextRef="#ctx0" brushRef="#br0" timeOffset="27">22234 15422 8912,'-35'0'0,"7"0"0,-1 0 0,8-7 0,4 3 0,11-8 0,12 1 0,5-6 0,14-14 0,9-3 0,8-4 0,10 3 0,0 1 0,-1-1 0,7 3 0,-1 3 0,-2 6 0,-9 12 0,-6 3 0,-3 1 0,-3 5 0,-7 9 0,-2 12 0</inkml:trace>
  <inkml:trace contextRef="#ctx0" brushRef="#br0" timeOffset="28">22784 15199 8912,'8'-10'0,"-6"1"0,4 3 0,3 4 0,1-11 0,7 7 0,2 2 0,2 10 0,2 5 0,-2 5 0,-2 8 0,-2 5 0,-1 5 0,-5 5 0,-5 3 0,-4 2 0,-2-6 0,0 2 0,0-6 0,0-5 0,-6-4 0,0-8 0,-7-7 0,5-5 0,-3-10 0,3-13 0,8-10 0,0-12 0,0-6 0,2-4 0,4-2 0,3 3 0,9 3 0,5 2 0,1 8 0,3-1 0,4 5 0,1 3 0,3 1 0,7 3 0,2 8 0</inkml:trace>
  <inkml:trace contextRef="#ctx0" brushRef="#br0" timeOffset="29">23524 15096 8912,'-32'0'0,"9"0"0,-12 0 0,11 5 0,-5 1 0,6 7 0,-6-1 0,8 3 0,-2 2 0,12 6 0,5 0 0,-2 6 0,3-6 0,3 0 0,6 2 0,-1-8 0,9 0 0,5 0 0,6-5 0,2-5 0,-2-1 0,-4-6 0,4-6 0,2-1 0,-2-5 0,0-9 0,-6 4 0,0-4 0,0 4 0,0-6 0,1 0 0,-3 0 0,-4 6 0,3 0 0,-8-1 0,5 1 0,-5 0 0,0 6 0,-6-1 0,0 8 0,0-3 0,0 7 0,0 1 0,1 5 0,3 6 0,2 3 0,0 4 0,-6 4 0,2-4 0,1 4 0,3-4 0,-2-2 0,-2 1 0,-2-1 0,0 0 0,0 0 0,0-7 0,0-3 0,0-9 0,0-3 0,0 1 0,0-8 0,0 1 0,0-6 0,0 0 0,0-1 0,2 1 0,4 0 0,-3 0 0,9 0 0,-1-1 0,7 1 0,-1 2 0,0 3 0,6-1 0,0 7 0,6-5 0,-7 5 0,7 0 0,-6 6 0,6 0 0,-6 0 0,0 0 0,-6 0 0,6 0 0,0 0 0,0 0 0,-6 0 0,0-2 0,0-3 0,-1-5 0,-5-7 0,4-2 0,-3-4 0,-4 2 0,-3-8 0,-1 8 0,0-2 0,2 4 0,-3 2 0,-1 8 0,-4 1 0,-1 12 0,-3 7 0,-6 3 0,7 14 0,-1 1 0,6 5 0,2 1 0,4-1 0,3-5 0,8-3 0,3 1 0,2 0 0,-1-6 0,8 2 0,-8-4 0,2-4 0,-4-1 0,-2-3 0,-7 1 0,-2-1 0,-8 0 0,-8-1 0,-3 1 0,-7 5 0,-5-5 0,2 3 0,-7-3 0,5 2 0,-6-7 0,6 6 0,-6-7 0,10-3 0,2-13 0,0-8 0,7-16 0</inkml:trace>
  <inkml:trace contextRef="#ctx0" brushRef="#br0" timeOffset="30">24970 14322 8912,'-8'-25'0,"-3"-2"0,-5 1 0,-1 3 0,0 4 0,0 3 0,0 5 0,-1 3 0,1 8 0,6 0 0,1 2 0,2 4 0,5 5 0,1 12 0,2 6 0,5 9 0,1 2 0,8 8 0,-3-2 0,4 5 0,3 7 0,4-5 0,1 4 0,0-3 0,-5-2 0,-1-1 0,0 1 0,-2-1 0,-3 1 0,-3-6 0,-3 0 0,-4-8 0,4 2 0,-6-11 0,-6-7 0,-4-10 0,-14 3 0,-3-5 0</inkml:trace>
  <inkml:trace contextRef="#ctx0" brushRef="#br0" timeOffset="31">24694 14924 8912,'-24'-18'0,"6"1"0,1 0 0,0 0 0,15 0 0,2 5 0,12 1 0,10 7 0,7-2 0,9-1 0,4-1 0,1 0 0,-1 1 0,5-5 0,-1 6 0,-4-5 0,-2 5 0,-3-5 0,-3 3 0,1 1 0,-1-1 0,-13 2 0,-4 6 0,-11-8 0,-6 7 0,-11-5 0,-5 4 0,-1 2 0,0 2 0,0 4 0,5 3 0,3 10 0,1 2 0,4 2 0,2 8 0,2-3 0,0 5 0,0 1 0,2-1 0,4-5 0,-2-1 0,9-6 0,4 0 0,4-6 0,4-5 0,-2-10 0,-4 0 0,4 0 0,-4-8 0,-1-3 0,-9-6 0,-3-6 0,-4-4 0,-2-7 0,-2 5 0,-4 0 0,-3 3 0,-9-3 0,-1 2 0,-4 4 0,4 4 0,-6-4 0,8 12 0,0 3 0,7 0 0,3 7 0,7-7 0</inkml:trace>
  <inkml:trace contextRef="#ctx0" brushRef="#br0" timeOffset="32">25366 14735 8912,'-18'-18'0,"3"1"0,4 0 0,5 0 0,6 5 0,6 1 0,9 1 0,12-1 0,3 5 0,7 4 0,1 2 0,-4 0 0,1 8 0,-1 3 0,-1 12 0,-5 6 0,-5 3 0,-11 3 0,1-1 0,-7 0 0,0 1 0,-6-1 0,-2-1 0,-4-5 0,2-3 0,-7-9 0,-3-5 0,5-5 0,-3-12 0,8-5 0,-1-12 0,3-6 0,2-11 0,0 2 0,0-8 0,0 2 0,0-2 0,7-2 0,5 8 0,-3 0 0,3 6 0,1 1 0,10 4 0,-4 5 0,4 6 0,-11 9 0,11-6 0,-4 5 0</inkml:trace>
  <inkml:trace contextRef="#ctx0" brushRef="#br0" timeOffset="33">26071 14528 8912,'-17'-7'0,"5"3"0,1-8 0,7 8 0,-11-3 0,13 7 0,2 0 0,10 2 0,7 5 0,0 9 0,0 5 0,-2 4 0,-3-3 0,1 5 0,-7 8 0,6-1 0,-7 0 0,1-5 0,-6 0 0,0-8 0,0 2 0,0-4 0,0-2 0,0 0 0,0-17 0,0-11 0,0-14 0,0-15 0,6-2 0,-1-4 0,7-4 0,-6 4 0,5 2 0,-3 0 0,1 4 0,5 8 0,-5 1 0,3 14 0,-1-4 0,6 19 0,1-4 0,-1 12 0,0 6 0,-5 5 0,-1 6 0,0 3 0,-1 1 0,3 4 0,-7-8 0,2 2 0,-2-3 0,-5-2 0,7 4 0,0-6 0,-4-11 0,7-7 0,-5-9 0,5-14 0,3-6 0,1-3 0,2-3 0,0 1 0,1 1 0,-1 5 0,0-3 0,0 8 0,-5 2 0,-1 10 0,1 3 0,5 8 0,0 2 0,0 4 0,0 9 0,1 10 0,-1 2 0,0 3 0,0 3 0,0 1 0,3-7 0,3-4 0,1-4 0,5-2 0,11-7 0,-3-3 0</inkml:trace>
  <inkml:trace contextRef="#ctx0" brushRef="#br0" timeOffset="34">28239 13497 8912,'-21'-18'0,"2"1"0,4 0 0,0 0 0,7 11 0,2 12 0,12 17 0,6 21 0,3 3 0,2 7 0,0 9 0,0 0 0,1 4 0,-1 2 0,4-1 0,-4 1 0,4-6 0,-9 0 0,1-5 0,-2 3 0,-7-4 0,-8-7 0,-13-6 0,-10-10 0</inkml:trace>
  <inkml:trace contextRef="#ctx0" brushRef="#br0" timeOffset="35">28050 14047 8912,'0'-25'0,"0"4"0,0-8 0,8 3 0,3-3 0,10 2 0,6 6 0,6-2 0,9 2 0,0-4 0,4 2 0,5 1 0,7 4 0,-7-1 0,-5-4 0,-8 4 0,2-4 0,-11-2 0,-6 3 0,-11-7 0,-7 4 0,-3 0 0,-2 0 0,-7 2 0,-5 6 0,3 0 0,-3 0 0,8 7 0,-11 3 0,13 7 0,0 9 0,10 6 0,-1 8 0,1 4 0,5 8 0,-1 5 0,-3 6 0,3-6 0,-6 2 0,5-2 0,-7-4 0,2 4 0,1-4 0,-1-1 0,0-8 0,-6-4 0,2-4 0,4-2 0,-5-8 0,7-3 0,-8-12 0,0-5 0,0-12 0,0-6 0,0-3 0,0-3 0,0 1 0,6 0 0,0-1 0,1 9 0,-1 3 0,-2 5 0,7 7 0,-5 1 0,5 5 0,1 3 0,11 2 0,0 11 0,2 3 0,-2-3 0,3 2 0,9-7 0,5 6 0,0-7 0,0 1 0,-5-6 0,-1 0 0,0 0 0,-7-8 0,-4-3 0,-6-4 0,-5-2 0,-4-1 0,-8 1 0,0 0 0,0 0 0,-8-4 0,-4 4 0,-3-3 0,-2 15 0,0-7 0,-1 7 0,-6-1 0,5 8 0,-4 3 0,5 5 0,7 7 0,3 6 0,8 0 0,0 0 0,0 2 0,8-6 0,3 4 0,5-4 0,1-2 0,2-7 0,4-5 0,4-3 0,7-2 0,4 0 0,-3 0 0,3-13 0,-9-4 0,-4-6 0,-3 0 0,1 2 0,-5-8 0,1 8 0,-13-2 0,-3 4 0,-1 2 0,-2 7 0,0-5 0,0 13 0,2-3 0,4 10 0,-4-1 0,4 8 0,-5-1 0,-1 6 0,6-5 0,0-1 0,0 1 0,1-3 0,-5 6 0,6-5 0,-6 0 0,4-5 0,-5-3 0,9-2 0,-4 0 0,-2-7 0,7-5 0,-7-3 0,9-2 0,-7-1 0,5 1 0,-5 0 0,6 6 0,-7-1 0,9 8 0,-3-1 0,5 3 0,1 2 0,0 0 0,0 0 0,0 0 0,-5 2 0,-1 3 0,1 5 0,5 7 0,-7 0 0,-1-5 0,-3-1 0,-4-7 0,5 4 0,-5-16 0,4-4 0,-4 1 0,4-6 0,1 9 0,-1-9 0,7 0 0,-1 0 0,3-4 0,2 9 0,-5-1 0,-1 1 0,1-1 0,5 7 0,0 0 0,1 6 0,-1 2 0,0 4 0,0 4 0,0 7 0,1 0 0,-1 0 0,0 0 0,0 1 0,-5-1 0,-1 0 0,1 0 0,5-2 0,0-1 0,0-3 0,0-7 0,8-4 0,2-9 0</inkml:trace>
  <inkml:trace contextRef="#ctx0" brushRef="#br0" timeOffset="36">30683 12585 8912,'0'-17'0,"0"0"0,0 0 0,0 7 0,2 5 0,4 10 0,5 7 0,4 11 0,3 5 0,-1 12 0,0 6 0,2 4 0,4 2 0,-4-1 0,4 1 0,-9 5 0,-3 0 0,-1 3 0,1-3 0,-3-4 0,-8 5 0,0-5 0,0-1 0,-8-1 0,-3-3 0,-5-8 0,-1-11 0,-6-16 0,0-7 0,-7-4 0,3-2 0</inkml:trace>
  <inkml:trace contextRef="#ctx0" brushRef="#br0" timeOffset="37">30545 13118 8912,'-7'-9'0,"5"-6"0,-4 3 0,4-3 0,10 3 0,3 1 0,12 7 0,6-2 0,5-1 0,7 1 0,-3-6 0,8 7 0,0-9 0,5 3 0,-1-4 0,-4-3 0,-4 1 0,-8 0 0,-1 0 0,-5 0 0,5-1 0,-22 1 0,5 8 0,-16 1 0,-8 10 0,-3 6 0,-3 7 0,3 6 0,-3 9 0,9-1 0,-1-4 0,6-2 0,0 2 0,0-2 0,2 0 0,4-6 0,-3-6 0,9 1 0,-1-8 0,6 1 0,6-3 0,0-2 0,0-7 0,-4-7 0,2-5 0,2-4 0,-2-7 0,-9 1 0,-4 2 0,-8-1 0,0-1 0,0-6 0,-8 3 0,-4 3 0,-5 3 0,-4 5 0,-4 0 0,-1 5 0,-5 1 0,-9 9 0,4 8 0,-7 8 0</inkml:trace>
  <inkml:trace contextRef="#ctx0" brushRef="#br0" timeOffset="38">24970 16213 8912,'-29'-8'0,"2"-1"0,2-3 0,3 3 0,-3 1 0,6 3 0,-4 5 0,3 0 0,9 0 0,1 1 0,1 5 0,-1 6 0,7 3 0,-3 2 0,4 0 0,2 1 0,0 1 0,0 4 0,-6-2 0,0 7 0,3 1 0,1-2 0,2 5 0,0-3 0,5-3 0,1 3 0,13-2 0,-2 2 0,12 1 0,0-7 0,9-2 0,4-8 0,2-1 0,4 1 0,-6-3 0,-2 1 0,-9-5 0,-3 5 0,-8-5 0,-3 6 0,-10-1 0,-12 6 0,-13 8 0,-10 4 0,-5 1 0,-1-1 0,-6 2 0,0-8 0,-1-2 0,7-10 0,1 2 0,5-7 0,3 0 0,8-6 0,5-2 0,3-4 0,3-7 0,8-8 0,5-14 0,18-16 0,2-10 0</inkml:trace>
  <inkml:trace contextRef="#ctx0" brushRef="#br0" timeOffset="39">25280 16471 8912,'-18'2'0,"1"4"0,8-4 0,-1 7 0,4-3 0,4-4 0,2 5 0,12-7 0,5-1 0,6-5 0,9-6 0,9-11 0,5-1 0,-6-5 0,0-4 0,-6 5 0,-1-5 0,-5-1 0,-3 1 0,-7 5 0,-9-3 0,-3 8 0,-6 2 0,-6 2 0,-5 4 0,-12 3 0,2 5 0,-8 7 0,0 7 0,-5 5 0,1 11 0,5 5 0,3 13 0,8 4 0,5 5 0,1 2 0,9-1 0,2 1 0,9-1 0,14 1 0,6-8 0,11-4 0,4-7 0,8-11 0,-1-10 0,1-8 0,1-12 0,5-3 0,-10-14 0,3-10 0,-5-7 0,0-9 0,2-1 0,-8 1 0,-8 1 0,-9 2 0,-5 4 0,-7 2 0,-3 2 0,-8 6 0,-8 5 0,-3 0 0,-10 8 0,-2-2 0,-8 10 0,2 2 0,5 7 0,1-2 0,3 12 0,3 5 0,2 18 0,3 5 0,-1 12 0,7-2 0,3 2 0,1 0 0,9-2 0,5 2 0,11-4 0,5-8 0,14-9 0,10-8 0,9-7 0,14-10 0,1-12 0,5-11 0,-1-5 0,-9-18 0,-6-2 0,-4-2 0,-11-1 0,-8-16 0,-8-4 0</inkml:trace>
  <inkml:trace contextRef="#ctx0" brushRef="#br0" timeOffset="40">27740 15491 8912,'-11'19'0,"-1"4"0,-1 8 0,0 7 0,1 6 0,6 2 0,3-1 0,-3 3 0,4 2 0,-4 0 0,6-5 0,6-4 0,-2-5 0,5-2 0,1 1 0,-1-1 0,3-7 0,5-33 0,0-15 0</inkml:trace>
  <inkml:trace contextRef="#ctx0" brushRef="#br0" timeOffset="41">27379 15422 8912,'-34'-17'0,"9"0"0,8 0 0,7 5 0,10 1 0,10-1 0,7-5 0,17 0 0,18 0 0,9 0 0,14-1 0,-3-5 0,7 0 0,-3 2 0,6-5 0,-3-1 0</inkml:trace>
  <inkml:trace contextRef="#ctx0" brushRef="#br0" timeOffset="42">28429 15027 8912,'-25'-29'0,"-6"2"0,-5 3 0,-4 3 0,3 9 0,3 6 0,5-1 0,-5 1 0,1 8 0,11 9 0,-1 7 0,5 6 0,3 11 0,4 9 0,3 5 0,8 3 0,2 1 0,4 5 0,-1 3 0,13 8 0,-5-2 0,10-4 0,-2-4 0,2-8 0,-2 5 0,8-5 0,-8-3 0,0-14 0,-8 1 0,-7-1 0,-4-1 0,-2-5 0,-8-10 0,-9-11 0,-10-7 0</inkml:trace>
  <inkml:trace contextRef="#ctx0" brushRef="#br0" timeOffset="43">27981 15697 8912,'0'-17'0,"0"6"0,0-1 0,0 8 0,8-9 0,3 7 0,9-5 0,8 3 0,14-1 0,12-5 0,13-9 0,7-5 0,9-5-221,-3-1 0,0 1 221,-5 5 0,-12-5 0,-23 5 0,0-5 0,-13-1 0</inkml:trace>
  <inkml:trace contextRef="#ctx0" brushRef="#br0" timeOffset="44">29410 14614 8912,'-6'-23'0,"-2"0"0,1 2 0,-1 2 0,4 2 0,2 17 0,4 13 0,4 18 0,5 15 0,5 7 0,1 5 0,-2 7 0,-1-2 0,-3 3 0,2 3 0,1-2 0,-3-2 0,-3-2 0,0 2 0,-7 2 0,5 0 0,-6-4 0,-6-6 0,-3-13 0,-8-10 0,-8-7 0,6-17 0,-6-3 0</inkml:trace>
  <inkml:trace contextRef="#ctx0" brushRef="#br0" timeOffset="45">29255 15216 8912,'-17'-17'0,"-1"-8"0,9 6 0,1-6 0,10 8 0,4 0 0,11-1 0,12 1 0,3-6 0,4-2 0,3-1 0,1-5 0,8-1 0,-2-3 0,-4 1 0,-2-1 0,0-5 0,-6 0 0,-3 6 0,-14 5 0,-2 1 0,-3-5 0,-6 4 0,-4 7 0,-4 2 0,-4 3 0,2 6 0,-7-1 0,7 8 0,-6-3 0,5 7 0,3 0 0,-4 2 0,10 3 0,1 7 0,9 11 0,-3 6 0,5 5 0,1 6 0,0 2 0,0 4 0,-5 4 0,-1-5 0,-5-1 0,5 2 0,-7-6 0,2 6 0,-4-8 0,-2 2 0,-2-9 0,-2-4 0,-4-4 0,-1-8 0,-3-5 0,-5-10 0,0 0 0,7-10 0,5-7 0,3 0 0,2-6 0,2-2 0,3 2 0,5 0 0,7 6 0,2 0 0,4-1 0,6 1 0,3 0 0,3 2 0,-1 3 0,3-3 0,3 4 0,-2 1 0,8-1 0,-8-1 0,2-5 0,-3 0 0,-3-1 0,-5 1 0,-2-2 0,-3-2 0,-3-2 0,-9 0 0,-6 6 0,-4-6 0,-2 0 0,-8 6 0,-4 6 0,-9 7 0,-2-2 0,-5 6 0,5 6 0,0 5 0,6 10 0,-1 4 0,1 2 0,6 3 0,-1 11 0,8-7 0,-1 0 0,3 1 0,2-7 0,2-1 0,3 0 0,7-4 0,3-8 0,2 0 0,1-9 0,-1 0 0,0-6 0,6-2 0,0-4 0,0-5 0,-6-10 0,0-4 0,1-2 0,-1-2 0,0-5 0,-6 2 0,1 3 0,-1-4 0,7 5 0,-7 3 0,1 2 0,1 4 0,2 2 0,2 7 0,-1 4 0,-5 12 0,4-2 0,-3 7 0,3 1 0,2 5 0,1 0 0,-1-5 0,0-1 0,0-7 0,0 2 0,1-4 0,-1-2 0,0 0 0,-2-2 0,-1-2 0,-5-4 0,-1-1 0,-2 3 0,-6-5 0,0 7 0,0-4 0,0 10 0,0 4 0,0 5 0,0 10 0,0 4 0,0 2 0,0 0 0,0 1 0,0 5 0,0-5 0,0 3 0,0-2 0,0 3 0,0-3 0,0-4 0,7-1 0,3-6 0</inkml:trace>
  <inkml:trace contextRef="#ctx0" brushRef="#br0" timeOffset="46">31457 14270 8912,'-7'-26'0,"-5"3"0,-3 11 0,-2 12 0,0 12 0,5 3 0,1 4 0,-1 2 0,3 2 0,-1 6 0,4-6 0,4 5 0,-3-5 0,3 0 0,2-6 0,0 0 0,2-1 0,3-5 0,7-5 0,-4-4 0,7-4 0,-4-4 0,-1-3 0,1-9 0,-5-6 0,6-5 0,-3 2 0,3-1 0,1 1 0,-7-2 0,5 2 0,-3 6 0,1-2 0,1 1 0,1 4 0,-1 9 0,-4 3 0,-2 4 0,7 2 0,-5 0 0,5 0 0,1 8 0,5 3 0,-2 5 0,-3 1 0,3-6 0,-4 1 0,7-3 0,5 3 0,-10-5 0,4-7 0,-3 0 0,3 0 0,0 0 0,0 0 0,0-7 0,1-7 0,-1-5 0,0-4 0,6-9 0,0-3 0,0-1 0,-6-10 0,0 0 0,1-5 0,-9 1 0,-3 4 0,-4 6 0,-2 12 0,-8 10 0,-5 15 0,-8 10 0,-8 16 0,-4 8 0,-1 20 0,7-3 0,4 9 0,4 3 0,2-3 0,7 0 0,5-5 0,3-8 0,6-4 0,7-4 0,12-2 0,15-13 0,8-3 0,12-13 0,5 1 0,4-14 0,1-9 0,1-8-117,0-9 0,-10-2 117,-7-4 0,-2-6 0,-10-8 0,-2 3 0,-2 3 0</inkml:trace>
  <inkml:trace contextRef="#ctx0" brushRef="#br0" timeOffset="47">25675 17434 8912,'-23'-8'0,"0"-3"0,2-5 0,2 1 0,4 2 0,4 1 0,3 10 0,8 2 0,2 10 0,4 11 0,5 4 0,4 2 0,-3-4 0,-1 3 0,1 1 0,-3 0 0,1-6 0,-6 2 0,1-4 0,-1-2 0,0 0 0,2 0 0,-4-5 0,3-1 0,-3-7 0,-2 4 0,-2-18 0,-1-7 0,-3-10 0,0-5 0,6-5 0,0 1 0,0 2 0,0-2 0,0 13 0,6-6 0,0 6 0,7 2 0,-2 10 0,5-3 0,1 8 0,0 1 0,0 5 0,6 2 0,2 3 0,0 7 0,0 3 0,4 2 0,-6 0 0,-1 6 0,-4 0 0,-3-5 0,-4-7 0,5 0 0,-14 7 0,13-9 0,-13-9 0,4-11 0,1-10 0,1-6 0,0-4 0,-1-5 0,7-2 0,-3 3 0,2 1 0,-1 0 0,1 7 0,-7 4 0,7 4 0,-3 4 0,5 5 0,-3 10 0,1 8 0,-7 9 0,7 0 0,-1 0 0,-3 1 0,3-1 0,-1 0 0,6-2 0,1-3 0,-1-7 0,0-3 0,-5-2 0,-1 0 0,0 0 0,7 0 0,-7-5 0,1-1 0,-9-8 0,3 3 0,2 1 0,-2-1 0,-1 5 0,-5-5 0,0 7 0,8-4 0,-4 14 0,7 0 0,-5 7 0,5-1 0,-1-3 0,2 3 0,3-7 0,-4 7 0,5-8 0,1 3 0,0-9 0,-2-3 0,-3-7 0,1-3 0,-7-2 0,0 0 0,-6-1 0,0 1 0,0 0 0,-8 0 0,-4 0 0,1 1 0,-6 5 0,3-3 0,-9 9 0,4 1 0,2 2 0,8 4 0,3 4 0,4 5 0,2 12 0,0-4 0,0 4 0,8-10 0,3-1 0,4-3 0,3 3 0,-1-4 0,0-8 0,2 0 0,2 0 0,2 0 0,-2 0 0,-2 0 0,-2 0 0,1-8 0,-1-4 0,0 3 0,0-3 0,-7 1 0,-4-6 0,1 0 0,-1-1 0,-2 1 0,3 6 0,-1-1 0,8 8 0,-5-3 0,8 7 0,-1 2 0,-5 3 0,4 5 0,-5 7 0,1 0 0,1 1 0,-6-7 0,5 0 0,-7 1 0,2 5 0,-3-5 0,3-1 0,-4-7 0,6 2 0,-8-12 0,0-4 0,0-7 0,2-2 0,3-4 0,3 4 0,4-4 0,3 4 0,-4 2 0,10 0 0,2 1 0,-2 5 0,-2 5 0,-1-2 0,-1 3 0,0-1 0,0 6 0,-5 0 0,-1 0 0,-7 0 0,11 0 0,-5-2 0,-1-4 0,1-3 0,-4-8 0,1-1 0,5 1 0,3-6 0,-3 0 0,-3-7 0,3 1 0,-3 2 0,3-1 0,-3 1 0,-3-2 0,-4 5 0,2 8 0,-8 5 0,-6 3 0,-7 8 0,0 8 0,0 3 0,-4 12 0,4 6 0,-5-2 0,11 1 0,1 1 0,-1 5 0,7-1 0,-2-5 0,4-3 0,2 0 0,8-6 0,4 4 0,5-6 0,6-5 0,5 1 0,13-7 0,3-2 0,7-10 0,1 4 0,7-29 0,2 3 0</inkml:trace>
  <inkml:trace contextRef="#ctx0" brushRef="#br0" timeOffset="48">28136 16437 8912,'-17'15'0,"0"0"0,0 0 0,-1 5 0,3 8 0,4 1 0,-3 9 0,8 2 0,1 6 0,5-4 0,0 0 0,0 0 0,2-4 0,3-9 0,5-4 0,7-8 0,0-11 0,-1-10 0,-5-11 0,2-14 0,-7 0 0,6 3 0,-7-3 0,7 0 0,-6-5 0,5 1 0,-5 5 0,0-3 0,-6 8 0,2 2 0,3 10 0,-3-4 0,4 3 0,-4-3 0,5 5 0,-3 5 0,8 10 0,-7 5 0,7 7 0,-2 0 0,1 0 0,4-5 0,-3-1 0,9-7 0,2 2 0,0-4 0,-6-2 0,2 0 0,4 0 0,-4-2 0,4-4 0,-4-3 0,-2-9 0,1 1 0,-1 0 0,-6 0 0,1 0 0,-8-1 0,11 1 0,-13 10 0,3 7 0,-3 9 0,-2 14 0,2 6 0,4 11 0,-4 0 0,6 10 0,-3 3 0,1 1 0,7 5 0,-1-2 0,-3 2 0,3-1 0,-2-12 0,1-1 0,2-6 0,-7-5 0,0-5 0,-6-1 0,0-14 0,0-14 0,0-19 0</inkml:trace>
  <inkml:trace contextRef="#ctx0" brushRef="#br0" timeOffset="49">28463 16454 8912,'0'-17'0,"0"-6"0,0 0 0,2 0 0,4 6 0,9-1 0,10 1 0,2 2 0,3 4 0,3-3 0,1 8 0,1 1 0,-1 5 0,-7 9 0,-4 8 0,-10 3 0,-1 8 0,-9 1 0,3 5 0,-4 1 0,-4 1 0,-4 2 0,-5 2 0,-4 0 0,-3-5 0,1-1 0,0 1 0,2 1 0,3 4 0,-3-6 0,4 1 0,1-9 0,-2-8 0,1-1 0,-6 0 0</inkml:trace>
  <inkml:trace contextRef="#ctx0" brushRef="#br0" timeOffset="50">28859 16488 8912,'0'-9'0,"0"3"0,0 12 0,6 5 0,-1 12 0,7 4 0,-4 9 0,-1 4 0,1 6 0,5 4 0,-1 1 0,3 7 0,2-1 0,-2-5 0,-3-7 0,1-1 0,-7 2 0,0-4 0,-6-7 0,0-9 0,0-3 0,-2-6 0,-4-5 0,2-4 0,-7-8 0,-1-16 0,-5-3 0</inkml:trace>
  <inkml:trace contextRef="#ctx0" brushRef="#br0" timeOffset="51">28842 16488 8912,'5'-17'0,"1"0"0,6 0 0,-7-1 0,-1 1 0,0 0 0,2 0 0,1 5 0,5 1 0,9 1 0,-4-1 0,12-4 0,0 3 0,3 3 0,2-1 0,-1 2 0,-4 5 0,1 1 0,-7 2 0,-2 4 0,-9 7 0,-5 2 0,-7 16 0,0 0 0,0 5 0,-9 2 0,-8 4 0,-3-3 0,-8 3 0,7 2 0,-2-2 0,-2 6 0,2-8 0,2-5 0,2-9 0,2-4 0,-8-3 0,-2 0 0</inkml:trace>
  <inkml:trace contextRef="#ctx0" brushRef="#br0" timeOffset="52">29220 16540 8912,'0'-10'0,"0"-5"0,0 13 0,8-13 0,2 11 0,7-8 0,0 9 0,0-3 0,6-4 0,0-1 0,8-4 0,-5-3 0,3-1 0,0-4 0,-2 2 0,1-7 0,-1 5 0,-4-6 0,-6 2 0,0-1 0,-1-3 0,-11 8 0,1 0 0,-6 6 0,0 0 0,-8 2 0,-3 5 0,-4 10 0,-2 14 0,-1 8 0,1 9 0,0-2 0,0 9 0,-1 2 0,3 0 0,4-6 0,-3-1 0,9-4 0,-1 3 0,6-3 0,0-10 0,0-2 0,2-5 0,3-1 0,9-5 0,7-4 0,0-10 0,8-3 0,-1-7 0,7-5 0,-1-3 0,1-7 0,-1 3 0,0 1 0,-1 6 0,-4-6 0,-3 8 0,-3-2 0,-11 4 0,-1 2 0,-1 6 0,-4-1 0,-1 8 0,-12-3 0,5 7 0,-8 5 0,4 1 0,4 0 0,-5 2 0,1 1 0,0 8 0,1 1 0,5-1 0,0-6 0,0 1 0,0-1 0,2 6 0,3 0 0,5-7 0,7-4 0,0 1 0,0-1 0,3 0 0,1-6 0,3 0 0,3 0 0,0-2 0,2-4 0,1-3 0,-7-9 0,8-6 0,-4-3 0</inkml:trace>
  <inkml:trace contextRef="#ctx0" brushRef="#br0" timeOffset="53">30201 15663 8912,'-7'-17'0,"3"1"0,-8 5 0,8-4 0,-5 13 0,5-2 0,-2 8 0,3 7 0,-5 12 0,2 6 0,0 3 0,6 3 0,2 5 0,2 0 0,4-2 0,1-2 0,3-1 0,5-1 0,-6 1 0,1-1 0,-1-7 0,7-4 0,-3-4 0,-4-2 0,5-7 0,-7-3 0,7-14 0,-3-5 0,-3-5 0,-3-6 0,1-2 0,-2-4 0,-3-1 0,9 7 0,-3-6 0,3 6 0,1 0 0,-5 8 0,1 4 0,3-5 0,5 15 0,-5-1 0,-1 7 0,-5 7 0,5-6 0,-5 7 0,6-2 0,-7-1 0,7 1 0,-7-7 0,7 2 0,1-4 0,-5-2 0,15 0 0,-4 0 0</inkml:trace>
  <inkml:trace contextRef="#ctx0" brushRef="#br0" timeOffset="54">30356 15646 8912,'-17'-17'0,"0"-1"0,-1 1 0,1 0 0,8 6 0,3-1 0,12 8 0,5-1 0,12 3 0,6 2 0,11 0 0,6 0 0,4 0 0,1 7 0,1 3 0</inkml:trace>
  <inkml:trace contextRef="#ctx0" brushRef="#br0" timeOffset="55">30735 15715 8912,'-18'-10'0,"9"0"0,3 5 0,2 3 0,-1-4 0,3 4 0,-6 2 0,8 0 0,0 0 0,8 0 0,-6 0 0,7 2 0,-3 4 0,-2-4 0,7 3 0,-5-3 0,5-2 0,-5 0 0,6 0 0,-1 0 0,6 0 0,2 0 0,4 0 0,-3-7 0,4-5 0,-1-3 0,0-2 0,6-6 0,-6 0 0,0-6 0,-6 6 0,-2 0 0,-3 6 0,1 0 0,-7 0 0,0 0 0,-6-1 0,0 9 0,-8-4 0,-3 7 0,-3 4 0,3 6 0,-5 0 0,5 7 0,-2 6 0,1 6 0,-1 0 0,7-6 0,0 6 0,6 0 0,0 6 0,0-6 0,8 1 0,3-1 0,5 4 0,3 8 0,2-1 0,2 0 0,7 3 0,-1 3 0,2 2 0,-3 4 0,-3 3 0,-8-3 0,-7 2 0,-4-2 0,-8 1 0,-10-6 0,-1-3 0,-16-10 0,0-5 0,-5-11 0,2-5 0,1-7 0,4-1 0,2-5 0,4-11 0,10-12 0,3-11 0,8-8 0,2-5 0,4-5 0,3 1 0,16-2 0,2-2 0</inkml:trace>
  <inkml:trace contextRef="#ctx0" brushRef="#br0" timeOffset="56">6952 12964 8912,'0'-19'0,"2"-2"0,2-2 0,2 2 0,-2 1 0,-2 3 0,-1 0 0,5 0 0,-4 0 0,4 0 0,-6-1 0,-6 1 0,2 8 0,-5 1 0,1 0 0,-5 6 0,9-7 0,-8 3 0,1 4 0,-6-11 0,-1 7 0,1 0 0,0-1 0,0 5 0,0-4 0,-8 2 0,-4-1 0,-3 3 0,-3-4 0,-1 4 0,-4 2 0,-6 0 0,-12 0 0,3 0 0,-10 2 0,-4 2 0,-4 1 0,-1 7 0,5-6 0,2 5 0,4-5 0,2 1 0,4-3 0,-5 2 0,1-2 0,-4 3 0,8-1 0,-6 0 0,5-6 0,-5 0 0,6 0 0,1 0 0,3 0 0,7 2 0,0 4 0,2-5 0,-2 5 0,-4-2 0,5 0 0,-5 3 0,-2 3 0,-7-4 0,-4 5 0,-2 1 0,2 5 0,-2-6 0,5 1 0,3-1 0,4-1 0,3 5 0,10-3 0,1-3 0,-6 1 0,-1-1 0,2 1 0,-6-4 0,4 5 0,-4-5 0,-1 5 0,-7 1 0,1 5 0,5 0 0,7 0 0,1 2 0,-2 4 0,4-4 0,7 4 0,3-4 0,3-1 0,2-1 0,4 0 0,4 0 0,2 0 0,9 1 0</inkml:trace>
  <inkml:trace contextRef="#ctx0" brushRef="#br0" timeOffset="57">3407 13239 8912,'-9'7'0,"1"-5"0,0 14 0,5-7 0,-9 8 0,8-5 0,-1-1 0,-3 3 0,2 7 0,2 2 0,2-2 0,2 5 0,0 3 0,2-2 0,4 1 0,-2 3 0,7 9 0,1-4 0,5 4 0,2-3 0,4-3 0,-4 1 0,4-1 0,2 0 0,-2 1 0,8-3 0,-3-3 0,-1 3 0,2-3 0,-1-4 0,7-2 0,7-4 0,4-2 0,0 0 0,5 0 0,-1-5 0,13-1 0,0-5 0,6 5 0,2-5 0,1 4 0,3-1 0,-2 1 0,-3-4 0,-1 5 0,4-5-223,7 5 0,1-1 223,10 1 0,-3-3 0,-2-8 0,0 0 0,0 0 0,0 0 0,1 0 0,6-2 0,-44-1 0,0 0 0,46-1 0,-46-1 0,0-1 0,39-4 0,-2-1 0,0-4 0,-6 3 0,4 3 0,2-1 0,-1 1 0,-5-1 0,-11 6-27,-12-2 0,-2 5 27,3 1 0,-10 0 0,3-2 0,1-2 0,3-2 0,8 0 0,12 6 0,-4 0 0,1 0 0,-5-2 0,-4-3 0,-1 3 0,1-4 0,-2 2 0,-4-1 0,6 3 0,12-4 0,1-2 0,5 3 0,-5-3 0,-9 2 0,-4-5 0,-5-5 0,1-1 0,-2 0 0,2 0 0,-1 0 0,-3-6 0,8 0 0,-3 0 0,-3 6 0,-2-1 0,-14 1 0,-3 2 0,-2 4 0,-9-5 0,-4 5 0,0 1 111,-6-1 0,4 5 0,-9-3 0,1-1-111,-2 0 0,5 5 28,-5-7 0,3 6-28,-3-5 0,10 0 0,-4-7 0,4 3 0,-3 4 0,-1-5 0,0 5 0,4-4 0,-2-1 0,-4 3 0,1 1 0,-1 1 0,-5-6 0,-5 0 0,3-1 0,-2 1 0,-2 0 0,-4-6 0,-6 0 0,2 0 0,-6 6 0,1 0 0,-1 0 0,5-1 0,-7 1 0,8 0 0,-1 0 0,-5 0 0,2 0 0,-3-1 0,-4 1 0,3 0 0,2 4 0,-3-3 0,-4-3 0,-4 0 0,-4 0 0,2 2 0,-4 0 0,-7-1 0,-1-1 0,1-4 0,-8 4 0,-4-4 0,-4 4 0,-1 2 0,-1 0 0,1 0 0,-3-1 0,-3 1 0,3 0 0,-3 0 0,-3 2 0,3 3 0,-6-1 0,6 7 0,-8-5 0,0 3 0,-8-2 0,-7-3 0,-10 3 0,-2-1 0,0 5 0,6-5 0,-4 7 0,4-2 0,8 4 0,5 2 0,10 0 0,0 0 0,17 0 0,4 0 0,11 0 0,7 0 0,1 0 0,5 0 0,1 0 0,0 0 0,0 0 0,0 0 0,-3 10 0,-2 7 0,0 10 0,-6 13 0,9 12 0,0 12 0,5 9 0,3-2 0,-6 5 0</inkml:trace>
  <inkml:trace contextRef="#ctx0" brushRef="#br0" timeOffset="58">3941 14477 8912,'-25'-42'0,"-2"7"0,-7 1 0,-1 11 0,1 11 0,-1 12 0,1 10 0,-8 21 0,-6 11 0,-5 11 0,-5 10 0,28-23 0,1 2 0,1 3 0,1 2 0,-2 4 0,0 1 0,0 5 0,3 1 0,2 2 0,4 2 0,2 6 0,3 2 0,4-2 0,3 1-71,3 0 1,3 0 0,4-1 0,3-1-1,3 0 1,3-2 0,3-4 0,3-2 70,1-5 0,2-2 0,28 32 0,-2-27 0,4-11 0,3-8 0,3-9 68,1-12 1,-5-8-69,-7-9 0,-1-9 0,2-8 0,-4-14 0,-7-9 0,-1 2 0,1 1 0</inkml:trace>
  <inkml:trace contextRef="#ctx0" brushRef="#br0" timeOffset="59">4371 14992 8912,'-8'-17'0,"6"6"0,-3-1 0,3-1 0,-6-2 0,6 7 0,-2 6 0,8 6 0,0 15 0,6-2 0,-1 4 0,1 4 0,-6 2 0,1 7 0,3 1 0,-2-1 0,-2 0 0,-3 1 0,5-1 0,0 1 0,0-3 0,-6-3 0,0 1 0,0-7 0,0-2 0,0-2 0,0-9 0,0-3 0,0-22 0,0-8 0,0-15 0,0-8 0,0-2 0,0-1 0,2 1 0,3 0 0,-3 2 0,4 12 0,2 0 0,-3-1 0,3 8 0,-2 5 0,-2 10 0,7 8 0,2 8 0,1 8 0,-3 10 0,5 5 0,-5 8 0,-1-1 0,1 0 0,-1-1 0,3-3 0,-2-3 0,3-2 0,-5-2 0,3-6 0,-1 0 0,7-7 0,-3-4 0,-4-12 0,5-6 0,-7-11 0,3-5 0,-1-5 0,-7-1 0,2 0 0,1-5 0,-1 5 0,0-2 0,-6 13 0,0 0 0,0 13 0,0 10 0,0 12 0,6 9 0,-1 2 0,9 2 0,-3-3 0,4-2 0,3 2 0,-7-4 0,1-7 0,-1 3 0,6-7 0,2 1 0,4-1 0,-4-1 0,4-6 0,-9 0 0,-3 0 0,1-7 0,5-3 0,-2-1 0,-3-1 0,-5 6 0,-7-5 0,0 7 0,8-4 0,-4 8 0,5 2 0,-1 4 0,5 4 0,-5 1 0,4 1 0,3-9 0,-6 5 0,7-10 0,-3-2 0,-1-1 0,-9-9 0,3 3 0,-4-5 0,-2-1 0,-2 6 0,-4-1 0,3 7 0,-9-7 0,1 8 0,-9-1 0,-1 3 0,-1 2 0,-1 0 0,5 0 0,1 0 0,8 0 0,1 0 0,10 0 0,4-2 0,5-4 0,12-4 0,4-7 0</inkml:trace>
  <inkml:trace contextRef="#ctx0" brushRef="#br0" timeOffset="60">5352 14906 8912,'-12'-9'0,"1"3"0,7 2 0,-2-1 0,4 3 0,10-6 0,4 8 0,5 0 0,6 2 0,5 4 0,5 5 0,-4 4 0,-1 3 0,-5 1 0,6 4 0,-8-4 0,2 4 0,-6-4 0,-3-2 0,-5 0 0,-1 0 0,-3 1 0,-5-9 0,-1-1 0,-5-8 0,2-4 0,-8-8 0,9-1 0,-3-16 0,4-3 0,2-6 0,2 1 0,4-3 0,3 4 0,8 2 0,1-6 0,-1-1 0,6 3 0,0 10 0,0-5 0,2 14 0,1-6 0</inkml:trace>
  <inkml:trace contextRef="#ctx0" brushRef="#br0" timeOffset="61">5920 14855 8912,'-2'9'0,"-4"-3"0,2 2 0,-7-2 0,7-1 0,-2-5 0,12 0 0,5-9 0,12-8 0,-2-8 0,8-10 0,0 1 0,-2 0 0,3 5 0,-7 0 0,-2 8 0,-9-2 0,-7 0 0,-10 6 0,-13 13 0,-10 22 0,-5 14 0,-1 14 0,-1 4 0,1 1 0,7 8 0,4 4 0,4 2 0,2-2 0,7-5 0,5-12 0,18-4 0,10-8 0,9-9 0,9-8 0,3-7 0,7-10 0,1-8 0,-1-4 0,1-9 0,0-2 0,-8-15 0,-2 2 0</inkml:trace>
  <inkml:trace contextRef="#ctx0" brushRef="#br0" timeOffset="62">7262 14597 8912,'-2'-17'0,"-2"0"0,-1-1 0,-1 3 0,0 2 0,0 1 0,3-1 0,-1 0 0,-2 1 0,6 8 0,-2 18 0,8 12 0,3 11 0,-3 16 0,4 1 0,-3 5 0,-3 6 0,4 2 0,-2 1 0,-1 1 0,-5-2 0,0-2 0,0-2 0,0-2 0,0 2 0,6-13 0,0-16 0,-1 1 0,-3-26 0,4-3 0,-4-27 0,6-15 0</inkml:trace>
  <inkml:trace contextRef="#ctx0" brushRef="#br0" timeOffset="63">7159 14786 8912,'-12'-27'0,"1"4"0,7 4 0,-2 2 0,4 0 0,4 5 0,4 1 0,11 1 0,12-1 0,5-4 0,5 3 0,3-5 0,2-6 0,2 10 0,5-4 0,-7 11 0,-4 0 0,-5 4 0,-7 2 0,-5 12 0,-11 11 0,-14 5 0,-15 18 0,-8 6 0,-10 5 0,-5 0 0,0-5 0,0-2 0,6-5 0,1-3 0,4-7 0,6-5 0,4-7 0,2-7 0,0-16 0,0 0 0</inkml:trace>
  <inkml:trace contextRef="#ctx0" brushRef="#br0" timeOffset="64">7675 14270 8912,'-11'2'0,"-1"4"0,8 5 0,-1 12 0,-3 0 0,2 12 0,0 5 0,6 15 0,0 4 0,0 3 0,2-7 0,4 2 0,9-5 0,8-6 0,8 1 0,-2-6 0,3-7 0,1-7 0,-5-4 0,-5-8 0,4-6 0,0-9 0</inkml:trace>
  <inkml:trace contextRef="#ctx0" brushRef="#br0" timeOffset="65">8054 14631 8912,'-8'27'0,"-2"-4"0,-1-4 0,0-2 0,-1 8 0,-5 4 0,5-2 0,3 1 0,1 1 0,4-2 0,2 3 0,2-7 0,2-6 0,4-5 0,4-8 0,7 1 0,6-3 0,0-2 0,0-13 0,-6-4 0,0-12 0,0 0 0,-5-1 0,-3-1 0,-1 3 0,-4-3 0,-10 4 0,-5-1 0,-5 7 0,-1-2 0,-6 5 0,0 7 0,-5-2 0,5 7 0,0 0 0,5 6 0,3 2 0,4 4 0,5 5 0,4 5 0,17 1 0,4 0 0</inkml:trace>
  <inkml:trace contextRef="#ctx0" brushRef="#br0" timeOffset="66">8484 14184 8912,'-6'-17'0,"-2"0"0,-1 2 0,-4 3 0,5 6 0,2 12 0,4 11 0,2 14 0,0 7 0,0 8 0,2 6 0,4 5 0,-4-2 0,5 6 0,-1 1 0,0-1 0,7 0 0,-1 2 0,1-4 0,-1-7 0,3-10 0,-4-8 0,5-9 0,1-6 0,0-9 0,0-5 0,6-7 0,0-9 0,0-12 0,2-8 0,-4-3 0,8 0 0,-8-6 0,2-1 0,-6-1 0,-6 2 0,3 10 0,-8-5 0,5 12 0,-5 1 0,-1 8 0,-5 3 0,0 7 0,0-2 0,0 12 0,0-2 0,0 7 0,0-7 0,0 11 0,0-5 0,0 7 0,2 0 0,2 0 0,2 1 0,2-1 0,-3 0 0,-1 0 0,8 0 0,-3 1 0,3-1 0,3 2 0,-4 4 0,5-4 0,1 4 0,-6-4 0,-1-2 0,-2 0 0,-3 0 0,-5 1 0,-2-3 0,-5-2 0,-9-1 0,-5 1 0,-7-5 0,5-2 0,-15-5 0,1-1 0</inkml:trace>
  <inkml:trace contextRef="#ctx0" brushRef="#br0" timeOffset="67">8346 14649 8912,'-11'0'0,"-1"0"0,8 0 0,-1-2 0,14-4 0,14-6 0,27-10 0,24-7 0,11-11 0,-40 17 0,1 0 0,3-1 0,0 0-263,5 1 0,1 0 0,-5-1 1,-1 1 262,3 2 0,0 1 0,32-20 0,0 6 0</inkml:trace>
  <inkml:trace contextRef="#ctx0" brushRef="#br0" timeOffset="68">10153 14408 8912,'2'-17'0,"2"-1"0,2 1 0,-3 0 0,-1 0 0,-2 0 0,0 0 0,0-1 0,-5 7 0,-3 1 0,-2 3 0,7 3 0,-3 10 0,4 7 0,2 8 0,0 6 0,0 7 0,0 2 0,0 4 0,0-1 0,0 7 0,2-8 0,2 2 0,3-4 0,3-1 0,-4-7 0,5 1 0,-5-8 0,5 2 0,-7-12 0,11-18 0,-5-12 0</inkml:trace>
  <inkml:trace contextRef="#ctx0" brushRef="#br0" timeOffset="69">10050 14116 8912,'-17'-27'0,"-1"4"0,1 4 0,0 2 0,7 7 0,5 8 0,10 8 0,5 7 0,7-1 0,8 3 0,4 2 0,9 0 0,2 1 0,8-1 0,-2 0 0,-4 0 0,0 0 0</inkml:trace>
  <inkml:trace contextRef="#ctx0" brushRef="#br0" timeOffset="70">10583 14202 8912,'-17'0'0,"0"0"0,0 0 0,-2 0 0,-4 0 0,-2 0 0,-4 0 0,2 7 0,4 5 0,4 9 0,-4 2 0,12 0 0,5-6 0,4 0 0,2 0 0,4 6 0,8 0 0,1 0 0,16-6 0,-1-2 0,7-3 0,-1 3 0,0-3 0,-5 3 0,0 2 0,-8 0 0,2 0 0,-4-5 0,-2-1 0,-2 1 0,-3 5 0,-6 0 0,-4 0 0,-2 1 0,0-1 0,-8 0 0,-5 0 0,-7 0 0,-3 1 0,-1-1 0,1 0 0,4-2 0,-4-3 0,-4-5 0,0-7 0,-7 0 0</inkml:trace>
  <inkml:trace contextRef="#ctx0" brushRef="#br0" timeOffset="71">11513 14116 8912,'-2'-33'0,"-4"4"0,-6 8 0,-3 6 0,-2 6 0,-2 3 0,-2 8 0,-2 7 0,-8 16 0,3 8 0,-3 7 0,2 4 0,4 2 0,8 5 0,2-1 0,3-2 0,7-5 0,3 0 0,6-5 0,7-10 0,3-5 0,14-11 0,1-5 0,5-9 0,1-3 0,-1-7 0,1-11 0,-1-5 0,-5-10 0,-1-3 0,-12-4 0,1 4 0,-11-1 0,-1 2 0,-5 4 0,-5-4 0,-13 5 0,-10 7 0,-5 5 0,-1 4 0,-6 9 0,1 5 0,5 3 0,3 2 0,10 7 0,-2 5 0,12 3 0,3 2 0</inkml:trace>
  <inkml:trace contextRef="#ctx0" brushRef="#br0" timeOffset="72">12046 13565 8912,'-17'-9'0,"-6"-6"0,0 3 0,-6 4 0,6 3 0,0 3 0,6 2 0,0 2 0,0 3 0,7 13 0,4 10 0,5 7 0,1 5 0,0 6 0,0 11 0,7-2 0,5 8 0,3-5 0,2 5 0,0-2 0,1 2 0,-1-4 0,0-9 0,-2-2 0,-3-3 0,-5-6 0,-7 1 0,-3-12 0,-9-5 0,-1-5 0,-16-7 0,0 4 0,-5-5 0</inkml:trace>
  <inkml:trace contextRef="#ctx0" brushRef="#br0" timeOffset="73">11650 14322 8912,'-5'-33'0,"-1"5"0,0 3 0,6 8 0,2 0 0,4-1 0,3 7 0,10-1 0,4-1 0,6-2 0,0 3 0,5 1 0,-3 1 0,9-1 0,2-4 0,-2 3 0,-2-3 0,-1-2 0,-3-1 0,0-6 0,1-3 0</inkml:trace>
  <inkml:trace contextRef="#ctx0" brushRef="#br0" timeOffset="74">12339 13565 8912,'0'-26'0,"0"1"0,0 15 0,0 6 0,0 16 0,0 9 0,-2 17 0,-2 4 0,-2 2 0,0 8 0,6 5 0,0 8 0,0-2 0,0-4 0,0-1 0,8-5 0,4-1 0,3-7 0,2 1 0,2-15 0,2-4 0,4-12 0,2-9 0,-6-6 0,2-6 0,-4-9 0,-2-8 0,-2-8 0,-3 2 0,3-3 0,-5-4 0,-1-3 0,-3-1 0,-4 0 0,-2 6 0,-6 1 0,0 5 0,-7 3 0,2 8 0,-5 7 0,-1 4 0,0 6 0,0 6 0,5 11 0,1 12 0,7 3 0,-2 3 0,4-1 0,4-1 0,2-3 0,2-1 0,13-8 0,-2 2 0,12-6 0,-1-5 0,5-5 0,1-7 0,3-2 0,3-3 0,-6-7 0,1-9 0,-10-4 0,-6-2 0,-2 5 0,-2-5 0,-3 2 0,-7 4 0,-3 2 0,-2 2 0,0-1 0,0 9 0,0 9 0,0 11 0,0 5 0,0 1 0,0 0 0,0 0 0,0 0 0,0 1 0,0-1 0,6 0 0,2-2 0,1-3 0,-5-5 0,11-9 0,-3-3 0,-3-5 0,3-7 0,-1-2 0,7-4 0,4-2 0,1-4 0,-2 7 0,-1 2 0,-3 3 0,0 0 0,0 8 0,0 3 0,8 4 0,-2 4 0,0 4 0,0 5 0,-11 12 0,-3-4 0,3 4 0,-7 2 0,5-2 0,-2-2 0,-5-2 0,-1-2 0,-2 0 0,-7 0 0,-3 1 0,-7-1 0</inkml:trace>
  <inkml:trace contextRef="#ctx0" brushRef="#br0" timeOffset="75">12304 13995 8912,'-34'0'0,"-1"0"0,16 0 0,23-2 0,30-3 0,18-7 0,23-13 0,7-7 0,-38 14 0,2-2 0,5-7 0,1-2 0,4 2 0,1 1 0</inkml:trace>
  <inkml:trace contextRef="#ctx0" brushRef="#br0" timeOffset="76">4991 16265 8912,'-23'-40'0,"0"-1"0,2 3 0,1 4 0,3 5 0,0 8 0,0 6 0,0 3 0,7 9 0,2-3 0,8 12 0,2 7 0,4 8 0,4 8 0,7 11 0,0 4 0,0 9 0,0 3 0,1 1 0,-7 0 0,1-5 0,-3 5 0,3 0 0,-5-1 0,1-3 0,-6-9 0,4-4 0,-4 1 0,-2-7 0,0-9 0,0-14 0,0-7 0,0 2 0,0-14 0,0-9 0,1-16 0,5-12 0,4-5 0,7-2 0,0 1 0,0-1 0,1 8 0,-1 4 0,0 4 0,0 1 0,0 9 0,1 3 0,-1 11 0,0 7 0,0 3 0,0 2 0,-5 13 0,-1 4 0,-7 12 0,2 0 0,-4-3 0,-2 3 0,0-2 0,0 3 0,0-1 0,0 1 0,-6-3 0,0 2 0,-7-2 0,2 1 0,-5-1 0,-1-4 0,6-4 0,-1 2 0,-1-8 0,5-13 0,0-17 0,8-9 0</inkml:trace>
  <inkml:trace contextRef="#ctx0" brushRef="#br0" timeOffset="77">5438 16419 8912,'0'-17'0,"-2"0"0,-4 0 0,4 7 0,-5 3 0,7 7 0,0 2 0,0 3 0,0 7 0,0-3 0,0 3 0,2-1 0,3 5 0,7-3 0,3-2 0,4-7 0,4 2 0,-4-4 0,4-2 0,-4 0 0,-1 0 0,-7 0 0,1 0 0,-3-2 0,3-4 0,-5 2 0,-7-7 0,-2 1 0,-3-1 0,-5 1 0,-7 7 0,0-3 0,-1 2 0,1 4 0,0 6 0,0 3 0,0 8 0,7 3 0,4 2 0,4 3 0,2 6 0,2-2 0,4 1 0,5-5 0,12-2 0,-2-4 0,8-2 0,0-7 0,5-5 0,1-3 0,-1-2 0,0-15 0,-1-8 0,-4-7 0,-6-5 0,-4-7 0,-2-4 0,-7-3 0,-5-3 0,3 0 0,-2 1 0,-4-1 0,-6 1 0,-6-5 0,-7 5 0,5-1 0,1 18 0,1-2 0,-3 13 0,2 2 0,7 9 0,-4 12 0,8 13 0,0 8 0,2 8 0,4 11 0,3 6 0,9 10 0,-1 3 0,0 2 0,0 0 0,0 2 0,1-4 0,-1-7 0,0-2 0,0-3 0,0-5 0,1-5 0,-1-7 0,0-13 0,0-7 0,0-4 0,1-4 0,-1-2 0,-2-14 0,-3-3 0,3-12 0,-13-5 0,5-10 0</inkml:trace>
  <inkml:trace contextRef="#ctx0" brushRef="#br0" timeOffset="78">5782 16402 8912,'-17'0'0,"7"0"0,3 0 0,7 0 0,13-5 0,6-3 0,6-2 0,6-3 0,1-2 0,8-3 0,0 1 0,-5-6 0,-6 0 0,-1-7 0,7 3 0</inkml:trace>
  <inkml:trace contextRef="#ctx0" brushRef="#br0" timeOffset="79">6298 15886 8912,'0'25'0,"0"4"0,0 11 0,0 6 0,2 5 0,4 7 0,4-3 0,7 6 0,0-1 0,0-5 0,0-7 0,1-2 0,3-8 0,-2 0 0,-4-7 0,0-9 0,-7-2 0,-2-3 0,-4-8 0,-10-1 0,-2-16 0,-7-1 0</inkml:trace>
  <inkml:trace contextRef="#ctx0" brushRef="#br0" timeOffset="80">6161 16368 8912,'-10'-10'0,"2"-5"0,8 4 0,10 1 0,7-1 0,10 5 0,13-6 0,4 1 0,8-6 0,-1 0 0,1-1 0,0-5 0,-1 0 0,-7-5 0,-4 5 0,-11 0 0,-6 6 0,-11 7 0,-5 3 0,-9 7 0,-3 0 0,3 0 0,-6 1 0,8 5 0,0-4 0,0 6 0,0-6 0,0 3 0,0-1 0,0 8 0,-6-7 0,0 7 0,-5-1 0,3 8 0,1 2 0,-1 2 0,-3 6 0,5-6 0,-2 6 0,2-6 0,5 1 0,-5-3 0,6 2 0,6-2 0,3-3 0,8-7 0,6-3 0,0-8 0,8 0 0,-2 0 0,9-10 0,2-7 0,0-6 0,-7-8 0,-5 3 0,-5-3 0,0 1 0,-6 1 0,2-2 0,-13 8 0,0-5 0,-6 5 0,0 2 0,0 2 0,0 9 0,-2 1 0,-4 3 0,4 4 0,-5-6 0,9 16 0,3 3 0,7 5 0,3 1 0,2 0 0,2 2 0,4 4 0,-3-4 0,2 4 0,3-6 0,-2-3 0,-2-3 0,-2 3 0,-1-1 0,-1-2 0,0-3 0,0-8 0,0 0 0,1 0 0,-9 0 0,-1-8 0,-8-1 0</inkml:trace>
  <inkml:trace contextRef="#ctx0" brushRef="#br0" timeOffset="81">8536 15835 8912,'-12'0'0,"1"0"0,-1-2 0,1-2 0,1-3 0,2-3 0,-3 4 0,3-5 0,-1-3 0,-1-1 0,-1-2 0,-5 0 0,14 15 0,-3 8 0,10 15 0,5 9 0,3 6 0,5 5 0,-5 6 0,10-1 0,-4 4 0,-2 1 0,6 1 0,0 0 0,-2-3 0,-2-3 0,-3 2 0,-5-8 0,-3 0 0,-8-6 0,0 1 0</inkml:trace>
  <inkml:trace contextRef="#ctx0" brushRef="#br0" timeOffset="82">8329 16333 8912,'-8'-26'0,"1"-5"0,-5 8 0,5 6 0,7 6 0,0-1 0,3-11 0,9 0 0,11 0 0,23 6 0,0-6 0,15-2 0,0-1 0,2-5 0,6 4 0,-12-1-246,-7 7 0,-8-19 0,-8 3 0</inkml:trace>
  <inkml:trace contextRef="#ctx0" brushRef="#br0" timeOffset="83">8914 15732 8912,'-15'-2'0,"3"-4"0,-3 4 0,13 2 0,-4 12 0,4 11 0,2 5 0,0 5 0,0 1 0,0 6 0,0 0 0,0 8 0,0-2 0,6 2 0,2-1 0,0-3 0,-1-2 0,5-9 0,-7-10 0,9 4 0,-12-16 0,5 4 0,-1-22 0,0-7 0,0-7 0,1-7 0,-3-7 0,7-5 0,1 10 0,5-5 0,0 12 0,1 0 0,-1 4 0,0 2 0,6 2 0,2 3 0,2 5 0,3-1 0,5 6 0,5-4 0,-4 4 0,4 2 0,-3 0 0,-3 0 0,0 0 0,1 0 0,-8-1 0,-5-3 0,-2-4 0,-3-1 0,-8-3 0,-3-5 0,2 0 0,-3-1 0,-1 1 0,-9 0 0,-5 0 0,-7 0 0,0 7 0,-1 4 0,1 4 0,0 2 0,-6 2 0,0 4 0,0 4 0,6 7 0,5 0 0,1 0 0,7 6 0,-2 0 0,5-2 0,1-2 0,1-3 0,5-5 0,4 2 0,7-7 0,6 0 0,0-6 0,2 0 0,-2 0 0,-2-2 0,5-4 0,-1-3 0,-4-1 0,-2-5 0,-1 3 0,-7-1 0,1 1 0,-7-3 0,7 4 0,-6 1 0,5-1 0,-5 7 0,5-2 0,-5 4 0,5 2 0,-5 2 0,6 4 0,-9 3 0,3 9 0,-4-1 0,-2 0 0,0 0 0,0 0 0,0 1 0,0-1 0,0 0 0,0 0 0,0-5 0,0-1 0,0-7 0,2 4 0,2-12 0,2-8 0,5-1 0,-5-16 0,5 6 0,-5-5 0,7-1 0,-1-5 0,3 5 0,0 2 0,-1 2 0,-3 4 0,1 8 0,5 2 0,0 7 0,0-2 0,6 6 0,0 6 0,8-2 0,-1 7 0,7 0 0,3-1 0,8 3 0,-2-7 0,3-8 0,3-7 0</inkml:trace>
  <inkml:trace contextRef="#ctx0" brushRef="#br0" timeOffset="84">11564 15560 8912,'2'-12'0,"4"1"0,-4 7 0,5-6 0,-7 5 0,2 3 0,4-4 0,-4 4 0,6 2 0,-1 0 0,-5 0 0,6 0 0,-8 0 0,0 0 0,8 0 0,-7 0 0,7 0 0,-8 0 0,0 0 0,0-7 0,-2 5 0,-2-6 0,-1 0 0,-1 6 0,4-7 0,-4 3 0,4 4 0,-7-11 0,3 7 0,4-7 0,-4 1 0,4-3 0,-3 4 0,-1-1 0,-2 3 0,3-3 0,3-3 0,-6 5 0,8-7 0,0 8 0,0 9 0,0 11 0,2 18 0,4 5 0,1 12 0,5 0 0,3 3 0,-3 3 0,3 0 0,2-1 0,-5-5 0,-1 0 0,-1-8 0,1 2 0,2-11 0,-7-6 0,8-12 0,-3-7 0,4-8 0,-3-13 0,-1-12 0,-7-11 0,4-4 0</inkml:trace>
  <inkml:trace contextRef="#ctx0" brushRef="#br0" timeOffset="85">12459 15233 8912,'-6'-11'0,"-1"1"0,-1 1 0,-2 1 0,3-2 0,-1 1 0,1 5 0,3-4 0,-2 1 0,0 7 0,6 2 0,2 13 0,4 12 0,3 9 0,9 8 0,-1 7 0,0 3 0,-2 5 0,-3-2 0,3 7 0,-3-5 0,1 0 0,-2 0 0,3-7 0,-8-6 0,1-8 0,-1 2 0,-4-4 0,6-17 0,-8-3 0</inkml:trace>
  <inkml:trace contextRef="#ctx0" brushRef="#br0" timeOffset="86">12407 15336 8912,'-17'-19'0,"8"-4"0,3 12 0,4 1 0,4-1 0,4-3 0,11 5 0,12-3 0,3 7 0,2-7 0,7 8 0,-1-1 0,6 3 0,-6 2 0,4 0 0,-8 2 0,-5 5 0,-4 10 0,-6 8 0,-10 10 0,-5 7 0,-12 4 0,-5 3 0,-12 3 0,-4-3 0,-8-3 0,1 2 0,1-8 0,5-3 0,5-7 0,4-5 0,2-16 0,7-16 0,2-12 0</inkml:trace>
  <inkml:trace contextRef="#ctx0" brushRef="#br0" timeOffset="87">13268 14717 8912,'-17'0'0,"-6"0"0,0 0 0,0 2 0,6 2 0,-1 6 0,1 5 0,6 0 0,-1 14 0,8 1 0,-1 11 0,5 2 0,5 9 0,5 2 0,7 3 0,0-6 0,1 3 0,1-8 0,4-4 0,-2-2 0,7-6 0,-1-7 0,2-4 0,-4-6 0,-8-5 0,0-5 0,-7-14 0,-3-3 0</inkml:trace>
  <inkml:trace contextRef="#ctx0" brushRef="#br0" timeOffset="88">13457 15027 8912,'-13'23'0,"-4"0"0,-3 0 0,1 1 0,4 1 0,4 4 0,-3 1 0,8-7 0,1 6 0,7-6 0,5-4 0,10-6 0,3-5 0,8-8 0,1 0 0,5 0 0,-5-8 0,0-3 0,-8-10 0,2-2 0,-4-6 0,-2 6 0,-7-1 0,-5 3 0,-5-2 0,-5 2 0,-5-4 0,-7 2 0,-8 6 0,-4 5 0,-1 8 0,1-1 0,-2 3 0,9 2 0,-5 2 0,10 3 0,-3-1 0,15 8 0,1 1 0,2 2 0,6 1 0,7-5 0,8-3 0,16-8 0</inkml:trace>
  <inkml:trace contextRef="#ctx0" brushRef="#br0" timeOffset="89">14042 14494 8912,'-7'-42'0,"-1"2"0,-3 0 0,-3 1 0,8 16 0,1 8 0,-1 9 0,0 14 0,2 9 0,2 10 0,2 13 0,0 17 0,0 12 0,0 4 0,0-4 0,2-1 0,4 1 0,2 0 0,5-2 0,-1-6 0,1-10 0,2-1 0,2-10 0,5 0 0,-5-5 0,4-9 0,-10-3 0,-3-3 0,0-11 0,-24-9 0,-3-9 0</inkml:trace>
  <inkml:trace contextRef="#ctx0" brushRef="#br0" timeOffset="90">13819 15027 8912,'-25'-17'0,"7"5"0,1 1 0,8-1 0,11-3 0,3 3 0,13-3 0,12 4 0,7-6 0,3-6 0,7 4 0,-1-4 0,2 3 0,-2 3 0,4-2 0,-4-4 0,9 4 0,2-4 0,-5 2 0,-8-2 0,-2-5 0,-2-5 0,-5-1 0</inkml:trace>
  <inkml:trace contextRef="#ctx0" brushRef="#br0" timeOffset="91">14662 14270 8912,'0'-11'0,"0"-1"0,0 9 0,0-1 0,0 15 0,0 3 0,0 14 0,0-5 0,0 6 0,0 1 0,0 3 0,7-4 0,5-1 0,-3-7 0,3 2 0,-2-4 0,1-2 0,4-5 0,-3-3 0,3-1 0,2-4 0,-5-10 0,-1-5 0,1-7 0,5-4 0,-8-3 0,-3-4 0,2-1 0,-2 7 0,-1-6 0,-5 6 0,0 2 0,0 2 0,8 9 0,-6 5 0,4 10 0,3 11 0,3 7 0,-3 1 0,3-1 0,-1-4 0,8 2 0,2-5 0,2-5 0,2-7 0,-2 2 0,-4-4 0,4-2 0,0-8 0,-6-3 0,2-7 0,-13-3 0,-2-4 0,-2-1 0,-4-3 0,-4-5 0,-3-1 0,-9 1 0,1 5 0,0 1 0,0 5 0,0-6 0,7 8 0,4-2 0,6 12 0,6 5 0,4 12 0,7 3 0</inkml:trace>
  <inkml:trace contextRef="#ctx0" brushRef="#br0" timeOffset="92">15385 14219 8912,'-18'0'0,"7"0"0,-1 0 0,9 0 0,-5 7 0,8 5 0,2 3 0,2 2 0,3 2 0,3 4 0,-4-4 0,5 4 0,-7-2 0,2 2 0,1-4 0,-1 4 0,0-4 0,-6-1 0,0-1 0</inkml:trace>
  <inkml:trace contextRef="#ctx0" brushRef="#br0" timeOffset="93">15264 14116 8912,'-31'-35'0,"9"1"0,1 7 0,15 4 0,2 4 0,2 2 0,12 5 0,7 1 0,8 7 0,9-2 0,1-11 0,-1-2 0</inkml:trace>
  <inkml:trace contextRef="#ctx0" brushRef="#br0" timeOffset="94">15746 13617 8912,'-17'-15'0,"0"1"0,-1 3 0,1 7 0,8-2 0,3 12 0,4 11 0,4 12 0,2 5 0,1 6 0,9-1 0,-3 6 0,5 1 0,1 6 0,0 5 0,0 0 0,-5 1 0,-1-7 0,-7-5 0,2-2 0,-6-2 0,-6-4 0,-6-11 0,-11-10 0,4-7 0,-13-10 0,5 0 0</inkml:trace>
  <inkml:trace contextRef="#ctx0" brushRef="#br0" timeOffset="95">15608 14081 8912,'-2'-23'0,"-3"0"0,3 0 0,-4 6 0,4 8 0,10-5 0,3 9 0,6-3 0,6 2 0,10 2 0,9-7 0,2-1 0,4 3 0,-4-6 0,2 3 0,-2-3 0,1-2 0,-3 5 0,-7 1 0,-3-1 0,-3-5 0,-6 0 0,-11 0 0,-5 0 0,-7-1 0,0 1 0,0 8 0,-2 1 0,-3 8 0,3 2 0,-4 4 0,-2 3 0,2 8 0,-1 2 0,1 4 0,4-2 0,-4 8 0,5 0 0,1 5 0,-2 0 0,-4 1 0,4-7 0,-4 1 0,4-8 0,2 2 0,0-4 0,0-2 0,0-7 0,0-10 0,0-12 0,8-10 0,3-7 0,5-9 0,1-2 0,-6 1 0,1 11 0,-1-3 0,7 8 0,-1 2 0,0 2 0,6 10 0,0 3 0,2-2 0,-2 2 0,-4 10 0,4 13 0,2 3 0,-2 8 0,1 1 0,-3 5 0,2-1 0,-2-5 0,4 3 0,-2-8 0,8 7 0,-4-18 0,7 3 0</inkml:trace>
  <inkml:trace contextRef="#ctx0" brushRef="#br0" timeOffset="96">16951 12809 8912,'9'-23'0,"-1"0"0,1 4 0,9 6 0,8 5 0,14 12 0,6 7 0,4 12 0,7 17 0,1 12 0,1 11 0,-5 17 0,-27-33 0,-1 2-349,0 5 1,-2 2-1,-4 7 1,-2 2 348,0 6 0,-2 2 0,-2-2 0,-3 1 0,-4-3 0,-2 0 0,0 3 0,-3 1 0,-2 1 0,-3 1 0,-2-1 0,-2 1 0,-3-3 0,-3-1 0,-1 1 0,-2-1 0,-1-5 0,-1 0 0,-2 2 0,-2 0 0,0 1 0,-2-1 0,-1 0 0,-1-2 0,-3-3 0,0 0 0,3 1 0,-1-2 0,-2-5 0,-2-1 0,2 0 0,-1 1 0,0-2 0,-1 0 0,-3-3 0,-1 0 0,1-1 0,-1 1 0,1-1 0</inkml:trace>
  <inkml:trace contextRef="#ctx0" brushRef="#br0" timeOffset="97">11186 16952 8912,'-12'0'0,"3"-1"0,-1-3 0,2-4 0,1-1 0,-1-3 0,2-5 0,4 0 0,-3-1 0,3 1 0,0 0 0,-4 0 0,-5 0 0,1 7 0,-1 4 0,-1 5 0,-5 1 0,0 9 0,0 8 0,-1 12 0,1 9 0,0 12 0,0 7 0,5 6 0,3-6 0,1-1 0,4-3 0,2-9 0,2-4 0,8-11 0,3-6 0,5-12 0,1-5 0,6-12 0,0-5 0,2-14 0,-4-7 0,2-8 0,-2-4 0,-4 5 0,-6-1 0,5-2 0,-5 2 0,-3 6 0,-2 5 0,1 8 0,-1-2 0,2 12 0,-3 5 0,3 8 0,3 9 0,5 3 0,-5 14 0,10 1 0,2 5 0,6-1 0,-6-4 0,7 1 0,-1-7 0,4-2 0,1-2 0,0-9 0,1-5 0,-7-3 0,1-2 0,-8-2 0,2-3 0,-4-12 0,-2-10 0,1-8 0</inkml:trace>
  <inkml:trace contextRef="#ctx0" brushRef="#br0" timeOffset="98">11805 16385 8912,'-7'-9'0,"-1"3"0,-4 12 0,3 5 0,3 12 0,4 4 0,-4 7 0,5 8 0,1 4 0,0 4 0,0 1 0,7 1 0,5-1 0,3-7 0,2-4 0,0 0 0,1-7 0,1-10 0,4-8 0,-4-11 0,4 2 0,-4-12 0,-2-5 0,-5-12 0,-3-6 0,-1-4 0,-4-1 0,3-6 0,-1 0 0,0 0 0,-6 5 0,5 9 0,1 3 0,0 5 0,2 7 0,-7-4 0,7 15 0,-8 0 0,0 9 0,2 14 0,2 8 0,2 7 0,1-2 0,-1 4 0,-2 1 0,7-7 0,3 2 0,7-13 0,2-2 0,-2-2 0,0-9 0,2-4 0,-6-6 0,0-6 0,0-6 0,-5-11 0,-5-3 0,1-9 0,-2 1 0,-1 0 0,-1-1 0,-9 1 0,-7 1 0,-11 5 0,2 3 0,-8 8 0,6 7 0,-5 4 0,1 4 0,-2 2 0,1 2 0,9 4 0,3 4 0,1-1 0,7 6 0,1-5 0,7 0 0,0-3 0</inkml:trace>
  <inkml:trace contextRef="#ctx0" brushRef="#br0" timeOffset="99">12528 16282 8912,'-17'0'0,"-1"0"0,3 2 0,4 4 0,-3 5 0,9 12 0,-1 4 0,6 7 0,2 2 0,4 4 0,5 4 0,4 0 0,2 4 0,1-8 0,-1 2 0,0-2 0,2-9 0,4 3 0,-6-11 0,1 0 0,-3-4 0,-9-2 0,-1 1 0,-5-1 0</inkml:trace>
  <inkml:trace contextRef="#ctx0" brushRef="#br0" timeOffset="100">12407 16660 8912,'-9'-7'0,"-6"-3"0,15-5 0,0 3 0,3 3 0,15 3 0,5-2 0,17-3 0,4-4 0,7 3 0,1-3 0,0-2 0,7-1 0,2-6 0,8-3 0</inkml:trace>
  <inkml:trace contextRef="#ctx0" brushRef="#br0" timeOffset="101">13216 16437 8912,'-25'34'0,"6"-5"0,-4-1 0,6-5 0,6 6 0,5 0 0,4-3 0,2 5 0,0-8 0,8-2 0,3-10 0,4-3 0,3-8 0,1 0 0,4 0 0,-4-8 0,4-3 0,2-10 0,-2-2 0,-2-8 0,-8 3 0,-3-5 0,-3-1 0,-1 5 0,-6 0 0,0 3 0,0-3 0,-2 2 0,-4 4 0,-3 4 0,-8-4 0,-6 6 0,0 6 0,0 3 0,5 8 0,1 0 0,0 0 0,0 0 0,7 8 0,3-6 0,7 5 0</inkml:trace>
  <inkml:trace contextRef="#ctx0" brushRef="#br0" timeOffset="102">13922 15818 8912,'-17'-18'0,"-6"3"0,0 4 0,0-3 0,6 9 0,-1-1 0,1 6 0,0 2 0,0 4 0,0 11 0,-1 13 0,3 9 0,4 6 0,3 11 0,8 1 0,2 8 0,4-2 0,3 10 0,8 1 0,1-3 0,-1-6 0,6-8 0,0-11 0,0 0 0,-4-10 0,0-5 0,-2-5 0,4-10 0,-19-9 0,6-14 0,-8-3 0</inkml:trace>
  <inkml:trace contextRef="#ctx0" brushRef="#br0" timeOffset="103">13578 16333 8912,'-18'-9'0,"1"-4"0,0 7 0,7-2 0,5 2 0,3 5 0,11-15 0,10 5 0,14-3 0,11 3 0,13-10 0,6 4 0,2-4 0,-1 4 0,1-3 0,-8-2 0,0-5 0,-5-8 0</inkml:trace>
  <inkml:trace contextRef="#ctx0" brushRef="#br0" timeOffset="104">14404 16024 8912,'-44'17'0,"-4"2"0,8 4 0,5-2 0,7 8 0,9-6 0,1 5 0,11 1 0,5-2 0,2 0 0,0-4 0,2-10 0,3 4 0,5-11 0,7 0 0,2-5 0,4-1 0,-4-1 0,4-5 0,2-11 0,-2-12 0,6-3 0,-6-3 0,0-5 0,-6-2 0,0 0 0,0 0 0,-5-6 0,-1 2 0,-5 2 0,4-1 0,-3-1 0,-3 2 0,-2-4 0,-2 8 0,-6 0 0,0 5 0,-1 14 0,1 4 0,4 11 0,-11 1 0,7 10 0,0 9 0,6 14 0,0 3 0,0 15 0,2-6 0,4 4 0,3-2 0,1-4 0,5 4 0,-3-2 0,3-3 0,2-7 0,2 1 0,4-8 0,-3-6 0,2-8 0,-1-1 0,2-4 0,-3-10 0,3-5 0,-4-12 0,-2-6 0,-2-1 0,-3 1 0,1-4 0,-7 5 0,-1-3 0,-5 3 0,-1-3 0,-5 8 0,-4 2 0,-7 8 0,-2 3 0,-4 2 0,4 3 0,-4 5 0,6 7 0,5 5 0,-3 9 0,3 2 0,5 7 0,1-1 0,4-2 0,2 1 0,8-1 0,3 2 0,5-4 0,1-8 0,8-2 0,3-3 0,5-5 0,1-9 0,1-3 0,-1-7 0,1-9 0,-1-2 0,-5-13 0,-1 1 0,-9-3 0,-1 4 0,-3-1 0,-9 1 0,5 0 0,-5-1 0,0 1 0,-6 0 0,-8-1 0,-4 1 0,3 1 0,-1 5 0,1 5 0,-1 4 0,6 9 0,-3 6 0,7 16 0,0 3 0,0 19 0,5-3 0,1 9 0,8 2 0,-3-2 0,-1 6 0,1-6 0,1 6 0,5-6 0,-6-5 0,1-7 0,-1-1 0,6 2 0,1-1 0,-1-9 0,0-5 0,0-5 0,-7 5 0,3-14 0,-7 0 0,-8-8 0,-8-9 0</inkml:trace>
  <inkml:trace contextRef="#ctx0" brushRef="#br0" timeOffset="105">14903 15869 8912,'-2'10'0,"-4"-4"0,-3-5 0,-9-1 0,11-1 0,7-5 0,9-6 0,18-9 0,13-2 0,6-7 0,17 3 0,2-2 0,2 1 0,0-1 0,-4-5-338,-4-1 1,1 1 0,1 0 0</inkml:trace>
  <inkml:trace contextRef="#ctx0" brushRef="#br0" timeOffset="106">15574 15422 8912,'-17'0'0,"-1"0"0,1 0 0,6 2 0,-1 4 0,1 3 0,-6 9 0,-1 5 0,1-1 0,8 9 0,3-2 0,-2 3 0,2 3 0,1-7 0,5 1 0,2-8 0,1 2 0,5-6 0,2-6 0,-5-3 0,7-8 0,-1-2 0,7-4 0,-1-3 0,0-8 0,0-8 0,0-4 0,3 1 0,2-7 0,-8 10 0,3-9 0,-4 5 0,3-1 0,-3 3 0,-1 2 0,-9 2 0,3 6 0,-4 8 0,-2 1 0,0 8 0,0 8 0,2 5 0,4 8 0,-2 0 0,7 8 0,-5-8 0,5 1 0,1-2 0,5-5 0,0-2 0,0-1 0,1-7 0,-1 7 0,0-8 0,0 0 0,0-8 0,-1 0 0,-5-8 0,3 1 0,-9-6 0,3-6 0,-2 0 0,-4-6 0,3 6 0,-3-1 0,-2 1 0,2 9 0,4-3 0,-4 4 0,5 3 0,-7 16 0,0 11 0,6 12 0,2-3 0,-1 3 0,1 0 0,6-3 0,-3 3 0,-1-2 0,1-4 0,-5-4 0,5 4 0,-7-10 0,2-1 0,3-8 0,1 3 0,-1-7 0,7-15 0,-7-4 0</inkml:trace>
  <inkml:trace contextRef="#ctx0" brushRef="#br0" timeOffset="107">15866 14992 8912,'-7'12'0,"-5"-3"0,-3 1 0,-2 0 0,5 1 0,1 6 0,7 0 0,-2 1 0,12-7 0,5 1 0,5-7 0,1 5 0,0-3 0,0-3 0,8-2 0,-6-4 0,4-3 0,-11-5 0,-6-7 0,-5 0 0,-2 1 0,-5 5 0,-4-4 0,-7 3 0,-6 4 0,0 3 0,0 3 0,-2 2 0,6 0 0,-6 6 0,10 1 0,4 3 0,3 1 0,8 6 0,0 1 0</inkml:trace>
  <inkml:trace contextRef="#ctx0" brushRef="#br0" timeOffset="108">16228 14803 8912,'0'-32'0,"0"3"0,-2 6 0,-4 4 0,4 11 0,-4 8 0,5 18 0,1 16 0,0 14 0,0 13 0,0 2 0,0 12 0,0-5 0,0-1 0,5 2 0,1 3 0,7-5 0,1 0 0,5-12 0,4-9 0,2-8 0,-2-11 0,-4-12 0,4-12 0,4-6 0,1-11 0,5-15 0,1-19 0,1-3 0,-1-3 0,-2 3 0,-3 3 0,-4-4 0,-10 6 0,-3 2 0,-6 8 0,-5 7 0,-1 10 0,-1 1 0,-5 5 0,2 3 0,-8 8 0,7 8 0,-7 3 0,8 11 0,-1 0 0,3 7 0,2-6 0,7 8 0,5-3 0,3-1 0,2 0 0,1-2 0,-1-4 0,-2 3 0,-3-1 0,1 0 0,-7-6 0,-1 3 0,-8 1 0,-9 1 0,-11-1 0,-17 6 0,-12 2 0,-7-2 0,-10 1 0,-5-5 0,-1 6 0,-1-8 0,5 2 0,2-6 0,8-6 0,7 3 0,9-8 0,2-1 0,1-12 0,-2-3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176969-0A74-9C6E-E09C-86E65106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>
            <a:extLst>
              <a:ext uri="{FF2B5EF4-FFF2-40B4-BE49-F238E27FC236}">
                <a16:creationId xmlns:a16="http://schemas.microsoft.com/office/drawing/2014/main" id="{AB3134B7-4969-A18E-72CE-F5706FB5D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>
            <a:extLst>
              <a:ext uri="{FF2B5EF4-FFF2-40B4-BE49-F238E27FC236}">
                <a16:creationId xmlns:a16="http://schemas.microsoft.com/office/drawing/2014/main" id="{69F2D6BA-CFB0-B945-A0FB-FC4175508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1:notes">
            <a:extLst>
              <a:ext uri="{FF2B5EF4-FFF2-40B4-BE49-F238E27FC236}">
                <a16:creationId xmlns:a16="http://schemas.microsoft.com/office/drawing/2014/main" id="{6D3DDFF0-5F07-3760-A773-777F66EA1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939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32" name="Google Shape;432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0" name="Google Shape;67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7" name="Google Shape;67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78" name="Google Shape;678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5" name="Google Shape;68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1" name="Google Shape;69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Transform the data and compute the ratio of the hinges</a:t>
            </a: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99" name="Google Shape;699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7" name="Google Shape;707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Transform the data and compute the ratio of the hinges</a:t>
            </a: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08" name="Google Shape;708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4" name="Google Shape;72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 altLang="en-US" dirty="0"/>
              <a:t>标记轴并注明单位。</a:t>
            </a:r>
            <a:br>
              <a:rPr lang="zh-CN" altLang="en-US" dirty="0"/>
            </a:br>
            <a:r>
              <a:rPr lang="zh-CN" altLang="en-US" dirty="0"/>
              <a:t>添加参考线和标记，用于显示重要值。</a:t>
            </a:r>
            <a:br>
              <a:rPr lang="zh-CN" altLang="en-US" dirty="0"/>
            </a:br>
            <a:r>
              <a:rPr lang="zh-CN" altLang="en-US" dirty="0"/>
              <a:t>标记异常或有趣的观测点。</a:t>
            </a:r>
            <a:br>
              <a:rPr lang="zh-CN" altLang="en-US" dirty="0"/>
            </a:br>
            <a:r>
              <a:rPr lang="zh-CN" altLang="en-US" dirty="0"/>
              <a:t>添加说明文字，描述数据内容、绘制方式以及图中重要特征。</a:t>
            </a:r>
            <a:endParaRPr dirty="0"/>
          </a:p>
        </p:txBody>
      </p:sp>
      <p:sp>
        <p:nvSpPr>
          <p:cNvPr id="731" name="Google Shape;73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8" name="Google Shape;73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3" name="Google Shape;80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0" name="Google Shape;81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7" name="Google Shape;817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4" name="Google Shape;82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1" name="Google Shape;83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3" name="Google Shape;75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" altLang="zh-CN" dirty="0"/>
          </a:p>
          <a:p>
            <a:r>
              <a:rPr lang="en" altLang="zh-CN" b="1" dirty="0"/>
              <a:t>Empirical mass</a:t>
            </a:r>
            <a:r>
              <a:rPr lang="en" altLang="zh-CN" dirty="0"/>
              <a:t> </a:t>
            </a:r>
            <a:r>
              <a:rPr lang="zh-CN" altLang="en-US" dirty="0"/>
              <a:t>指的是在数据中某个特定点或区域的</a:t>
            </a:r>
            <a:r>
              <a:rPr lang="zh-CN" altLang="en-US" b="1" dirty="0"/>
              <a:t>观测频率</a:t>
            </a:r>
            <a:r>
              <a:rPr lang="zh-CN" altLang="en-US" dirty="0"/>
              <a:t>或</a:t>
            </a:r>
            <a:r>
              <a:rPr lang="zh-CN" altLang="en-US" b="1" dirty="0"/>
              <a:t>权重</a:t>
            </a:r>
            <a:r>
              <a:rPr lang="zh-CN" altLang="en-US" dirty="0"/>
              <a:t>，即实际数据分布中的“质量”或“浓度”。在核平滑中，它表示我们要关注的那个点的频率或重要性，不是通过直方图的方式，而是用核函数来平滑地估计这个点的分布密度。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65" name="Google Shape;76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3" name="Google Shape;773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9" name="Google Shape;779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6" name="Google Shape;78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3" name="Google Shape;79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密度条件</a:t>
            </a:r>
            <a:r>
              <a:rPr lang="zh-CN" altLang="en-US" dirty="0"/>
              <a:t>：核函数的积分应该等于</a:t>
            </a:r>
            <a:r>
              <a:rPr lang="en-US" altLang="zh-CN" dirty="0"/>
              <a:t>1</a:t>
            </a:r>
            <a:r>
              <a:rPr lang="zh-CN" altLang="en-US" dirty="0"/>
              <a:t>，以保证估计的总密度为</a:t>
            </a:r>
            <a:r>
              <a:rPr lang="en-US" altLang="zh-CN" dirty="0"/>
              <a:t>1</a:t>
            </a:r>
            <a:r>
              <a:rPr lang="zh-CN" altLang="en-US" dirty="0"/>
              <a:t>，即</a:t>
            </a:r>
          </a:p>
          <a:p>
            <a:r>
              <a:rPr lang="zh-CN" altLang="en-US" dirty="0"/>
              <a:t>∫−∞∞</a:t>
            </a:r>
            <a:r>
              <a:rPr lang="en" altLang="zh-CN" dirty="0"/>
              <a:t>K(u) du=1.\int_{-\</a:t>
            </a:r>
            <a:r>
              <a:rPr lang="en" altLang="zh-CN" dirty="0" err="1"/>
              <a:t>infty</a:t>
            </a:r>
            <a:r>
              <a:rPr lang="en" altLang="zh-CN" dirty="0"/>
              <a:t>}^{\</a:t>
            </a:r>
            <a:r>
              <a:rPr lang="en" altLang="zh-CN" dirty="0" err="1"/>
              <a:t>infty</a:t>
            </a:r>
            <a:r>
              <a:rPr lang="en" altLang="zh-CN" dirty="0"/>
              <a:t>} K(u) \, \</a:t>
            </a:r>
            <a:r>
              <a:rPr lang="en" altLang="zh-CN" dirty="0" err="1"/>
              <a:t>mathrm</a:t>
            </a:r>
            <a:r>
              <a:rPr lang="en" altLang="zh-CN" dirty="0"/>
              <a:t>{d}u = 1.∫−∞∞​K(u)du=1.</a:t>
            </a:r>
            <a:r>
              <a:rPr lang="zh-CN" altLang="en-US" b="1" dirty="0"/>
              <a:t>对称性</a:t>
            </a:r>
            <a:r>
              <a:rPr lang="zh-CN" altLang="en-US" dirty="0"/>
              <a:t>：核函数 </a:t>
            </a:r>
            <a:r>
              <a:rPr lang="en" altLang="zh-CN" dirty="0"/>
              <a:t>K(u)K(u)K(u) </a:t>
            </a:r>
            <a:r>
              <a:rPr lang="zh-CN" altLang="en-US" dirty="0"/>
              <a:t>对于 </a:t>
            </a:r>
            <a:r>
              <a:rPr lang="en" altLang="zh-CN" dirty="0"/>
              <a:t>u=0u = 0u=0 </a:t>
            </a:r>
            <a:r>
              <a:rPr lang="zh-CN" altLang="en-US" dirty="0"/>
              <a:t>是对称的，满足 </a:t>
            </a:r>
            <a:r>
              <a:rPr lang="en" altLang="zh-CN" dirty="0"/>
              <a:t>K(−u)=K(u)K(-u) = K(u)K(−u)=K(u) </a:t>
            </a:r>
            <a:r>
              <a:rPr lang="zh-CN" altLang="en-US" dirty="0"/>
              <a:t>对于所有 </a:t>
            </a:r>
            <a:r>
              <a:rPr lang="en" altLang="zh-CN" dirty="0" err="1"/>
              <a:t>uuu</a:t>
            </a:r>
            <a:r>
              <a:rPr lang="en" altLang="zh-CN" dirty="0"/>
              <a:t> </a:t>
            </a:r>
            <a:r>
              <a:rPr lang="zh-CN" altLang="en-US" dirty="0"/>
              <a:t>成立。这确保了核的平滑效果对数据左右两侧一致。</a:t>
            </a:r>
          </a:p>
          <a:p>
            <a:r>
              <a:rPr lang="zh-CN" altLang="en-US" b="1" dirty="0"/>
              <a:t>非负性</a:t>
            </a:r>
            <a:r>
              <a:rPr lang="zh-CN" altLang="en-US" dirty="0"/>
              <a:t>：核函数 </a:t>
            </a:r>
            <a:r>
              <a:rPr lang="en" altLang="zh-CN" dirty="0"/>
              <a:t>K(u)K(u)K(u) </a:t>
            </a:r>
            <a:r>
              <a:rPr lang="zh-CN" altLang="en-US" dirty="0"/>
              <a:t>必须是非负的，即 </a:t>
            </a:r>
            <a:r>
              <a:rPr lang="en" altLang="zh-CN" dirty="0"/>
              <a:t>K(u)≥0K(u) \</a:t>
            </a:r>
            <a:r>
              <a:rPr lang="en" altLang="zh-CN" dirty="0" err="1"/>
              <a:t>geq</a:t>
            </a:r>
            <a:r>
              <a:rPr lang="en" altLang="zh-CN" dirty="0"/>
              <a:t> 0K(u)≥0 </a:t>
            </a:r>
            <a:r>
              <a:rPr lang="zh-CN" altLang="en-US" dirty="0"/>
              <a:t>对于所有 </a:t>
            </a:r>
            <a:r>
              <a:rPr lang="en" altLang="zh-CN" dirty="0" err="1"/>
              <a:t>uuu</a:t>
            </a:r>
            <a:r>
              <a:rPr lang="en" altLang="zh-CN" dirty="0"/>
              <a:t> </a:t>
            </a:r>
            <a:r>
              <a:rPr lang="zh-CN" altLang="en-US" dirty="0"/>
              <a:t>成立。这意味着密度估计不会出现负值。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6899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9" name="Google Shape;759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8" name="Google Shape;838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7" name="Google Shape;84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6" name="Google Shape;856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4" name="Google Shape;864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" altLang="zh-CN" dirty="0"/>
              <a:t>3D </a:t>
            </a:r>
            <a:r>
              <a:rPr lang="zh-CN" altLang="en-US" dirty="0"/>
              <a:t>直方图虽然在展示数据分布的三维关系时很有用，但通常难以实现。可以使用以下替代方法来展示复杂的分布关系：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热图 </a:t>
            </a:r>
            <a:r>
              <a:rPr lang="en-US" altLang="zh-CN" b="1" dirty="0"/>
              <a:t>(</a:t>
            </a:r>
            <a:r>
              <a:rPr lang="en" altLang="zh-CN" b="1" dirty="0"/>
              <a:t>Heat Map)</a:t>
            </a:r>
            <a:r>
              <a:rPr lang="zh-CN" altLang="en" dirty="0"/>
              <a:t>：</a:t>
            </a:r>
            <a:r>
              <a:rPr lang="zh-CN" altLang="en-US" dirty="0"/>
              <a:t>通过颜色表示数据密度，颜色越深表示密度越高，用于展示 </a:t>
            </a:r>
            <a:r>
              <a:rPr lang="en" altLang="zh-CN" dirty="0"/>
              <a:t>x </a:t>
            </a:r>
            <a:r>
              <a:rPr lang="zh-CN" altLang="en-US" dirty="0"/>
              <a:t>和 </a:t>
            </a:r>
            <a:r>
              <a:rPr lang="en" altLang="zh-CN" dirty="0"/>
              <a:t>y </a:t>
            </a:r>
            <a:r>
              <a:rPr lang="zh-CN" altLang="en-US" dirty="0"/>
              <a:t>之间的关系。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六边形图 </a:t>
            </a:r>
            <a:r>
              <a:rPr lang="en-US" altLang="zh-CN" b="1" dirty="0"/>
              <a:t>(</a:t>
            </a:r>
            <a:r>
              <a:rPr lang="en" altLang="zh-CN" b="1" dirty="0" err="1"/>
              <a:t>Hexbin</a:t>
            </a:r>
            <a:r>
              <a:rPr lang="en" altLang="zh-CN" b="1" dirty="0"/>
              <a:t> Plot)</a:t>
            </a:r>
            <a:r>
              <a:rPr lang="zh-CN" altLang="en" dirty="0"/>
              <a:t>：</a:t>
            </a:r>
            <a:r>
              <a:rPr lang="zh-CN" altLang="en-US" dirty="0"/>
              <a:t>用六边形网格代替传统的直方图的矩形分箱，更有效地展示二维数据的密度分布。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透明度</a:t>
            </a:r>
            <a:r>
              <a:rPr lang="zh-CN" altLang="en-US" dirty="0"/>
              <a:t>：使用透明度（</a:t>
            </a:r>
            <a:r>
              <a:rPr lang="en" altLang="zh-CN" dirty="0"/>
              <a:t>alpha </a:t>
            </a:r>
            <a:r>
              <a:rPr lang="zh-CN" altLang="en-US" dirty="0"/>
              <a:t>值）来叠加多个数据点，减少重叠导致的信息丢失。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等高线图 </a:t>
            </a:r>
            <a:r>
              <a:rPr lang="en-US" altLang="zh-CN" b="1" dirty="0"/>
              <a:t>(</a:t>
            </a:r>
            <a:r>
              <a:rPr lang="en" altLang="zh-CN" b="1" dirty="0"/>
              <a:t>Contour Plot)</a:t>
            </a:r>
            <a:r>
              <a:rPr lang="zh-CN" altLang="en" dirty="0"/>
              <a:t>：</a:t>
            </a:r>
            <a:r>
              <a:rPr lang="zh-CN" altLang="en-US" dirty="0"/>
              <a:t>用等高线表示密度变化，可以直观地显示高密度区域。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45" name="Google Shape;74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7" name="Google Shape;887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NOT a longitudinal study! LS is a continued acquisition of data on the SAME PEOPLE.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Here, we’re not following the same people. We have different people of different ages at different points in time.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The race became very popular, so </a:t>
            </a:r>
            <a:endParaRPr/>
          </a:p>
        </p:txBody>
      </p:sp>
      <p:sp>
        <p:nvSpPr>
          <p:cNvPr id="888" name="Google Shape;888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zh-CN" altLang="en-US" b="1" dirty="0"/>
              <a:t>选择合适的刻度</a:t>
            </a:r>
            <a:r>
              <a:rPr lang="zh-CN" altLang="en-US" dirty="0"/>
              <a:t>：确保刻度反映数据的真实分布和范围，避免误导。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避免图表元素干扰数据</a:t>
            </a:r>
            <a:r>
              <a:rPr lang="zh-CN" altLang="en-US" dirty="0"/>
              <a:t>：尽量减少会分散注意力的元素，使数据成为视觉的焦点。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使用显眼的符号</a:t>
            </a:r>
            <a:r>
              <a:rPr lang="zh-CN" altLang="en-US" dirty="0"/>
              <a:t>：确保数据点或数据线在图表上清晰易见。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消除多余的材料</a:t>
            </a:r>
            <a:r>
              <a:rPr lang="zh-CN" altLang="en-US" dirty="0"/>
              <a:t>（也称为</a:t>
            </a:r>
            <a:r>
              <a:rPr lang="zh-CN" altLang="en-US" b="1" dirty="0"/>
              <a:t>图表垃圾</a:t>
            </a:r>
            <a:r>
              <a:rPr lang="zh-CN" altLang="en-US" dirty="0"/>
              <a:t>）：删除不必要的装饰元素，如过多的背景线条、边框、复杂的颜色等，简化图表。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避免过度绘制</a:t>
            </a:r>
            <a:r>
              <a:rPr lang="zh-CN" altLang="en-US" dirty="0"/>
              <a:t>：如果数据点太多导致图表混乱，可以选择透明度调整、抽样或使用其他视觉化方式，避免信息重叠导致难以辨认。</a:t>
            </a:r>
          </a:p>
          <a:p>
            <a:r>
              <a:rPr lang="zh-CN" altLang="en-US" dirty="0"/>
              <a:t>这一哲学旨在通过简洁、清晰的设计最大化图表的可读性和信息传达效果。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03" name="Google Shape;903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zh-CN" sz="12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1.Add random noise </a:t>
            </a:r>
            <a:r>
              <a:rPr lang="zh-CN" altLang="en-US" sz="12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en-US" altLang="zh-CN" sz="12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2.</a:t>
            </a:r>
            <a:r>
              <a:rPr lang="zh-CN" altLang="en-US" sz="12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en-US" altLang="zh-CN" sz="12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Shrink the plotting symbol </a:t>
            </a:r>
            <a:endParaRPr dirty="0"/>
          </a:p>
        </p:txBody>
      </p:sp>
      <p:sp>
        <p:nvSpPr>
          <p:cNvPr id="910" name="Google Shape;910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b="1" dirty="0"/>
              <a:t>保持并排图表的相同刻度</a:t>
            </a:r>
            <a:r>
              <a:rPr lang="zh-CN" altLang="en-US" dirty="0"/>
              <a:t>：确保并排展示的图表使用相同的刻度，以便轻松比较不同图表之间的数据。</a:t>
            </a:r>
          </a:p>
          <a:p>
            <a:r>
              <a:rPr lang="zh-CN" altLang="en-US" b="1" dirty="0"/>
              <a:t>区分重叠图表的元素</a:t>
            </a:r>
            <a:r>
              <a:rPr lang="zh-CN" altLang="en-US" dirty="0"/>
              <a:t>：使用颜色或线型等方式，帮助区分叠加在一起的图表元素，使每个图表的元素易于识别。</a:t>
            </a:r>
          </a:p>
          <a:p>
            <a:r>
              <a:rPr lang="zh-CN" altLang="en-US" b="1" dirty="0"/>
              <a:t>避免堆叠和基线抖动</a:t>
            </a:r>
            <a:r>
              <a:rPr lang="zh-CN" altLang="en-US" dirty="0"/>
              <a:t>：避免图表中的数据基线在各元素之间上下移动，因为这会让数据难以准确解读。</a:t>
            </a:r>
          </a:p>
          <a:p>
            <a:r>
              <a:rPr lang="zh-CN" altLang="en-US" b="1" dirty="0"/>
              <a:t>避免使用角度或额外维度</a:t>
            </a:r>
            <a:r>
              <a:rPr lang="zh-CN" altLang="en-US" dirty="0"/>
              <a:t>：如无必要，避免使用角度或额外的维度（如面积）来表示数据，直接使用线条或条形更为直观。</a:t>
            </a:r>
          </a:p>
          <a:p>
            <a:r>
              <a:rPr lang="zh-CN" altLang="en-US" b="1" dirty="0"/>
              <a:t>保持视觉隐喻一致</a:t>
            </a:r>
            <a:r>
              <a:rPr lang="zh-CN" altLang="en-US" dirty="0"/>
              <a:t>：例如，如果使用矩形来展示数据，那么矩形的面积应与数据值成比例，以便用户能够正确解读数据大小。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21" name="Google Shape;921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b="1" dirty="0"/>
              <a:t>描述图表的内容</a:t>
            </a:r>
            <a:r>
              <a:rPr lang="zh-CN" altLang="en-US" dirty="0"/>
              <a:t>：在图表的标题或说明中简要描述所展示的数据内容，让观众快速了解图表的主题。</a:t>
            </a:r>
          </a:p>
          <a:p>
            <a:r>
              <a:rPr lang="zh-CN" altLang="en-US" b="1" dirty="0"/>
              <a:t>添加参考标记</a:t>
            </a:r>
            <a:r>
              <a:rPr lang="zh-CN" altLang="en-US" dirty="0"/>
              <a:t>：使用参考线和标记点来提供上下文信息，比如显示重要的数值或目标点，并在旁边添加文字解释，帮助观众理解数据的意义。</a:t>
            </a:r>
          </a:p>
          <a:p>
            <a:r>
              <a:rPr lang="zh-CN" altLang="en-US" b="1" dirty="0"/>
              <a:t>添加图例和标签</a:t>
            </a:r>
            <a:r>
              <a:rPr lang="zh-CN" altLang="en-US" dirty="0"/>
              <a:t>：在图表中加入图例和标签，使数据来源、变量和颜色对应的含义清晰明了，增加数据的可读性。</a:t>
            </a:r>
          </a:p>
          <a:p>
            <a:r>
              <a:rPr lang="zh-CN" altLang="en-US" b="1" dirty="0"/>
              <a:t>使用颜色和符号丰富信息</a:t>
            </a:r>
            <a:r>
              <a:rPr lang="zh-CN" altLang="en-US" dirty="0"/>
              <a:t>：通过颜色和不同的图形符号来区分不同的数据类别或变量，让图表内容更具信息量。</a:t>
            </a:r>
          </a:p>
          <a:p>
            <a:r>
              <a:rPr lang="zh-CN" altLang="en-US" b="1" dirty="0"/>
              <a:t>多种展示同一数据</a:t>
            </a:r>
            <a:r>
              <a:rPr lang="zh-CN" altLang="en-US" dirty="0"/>
              <a:t>：可以采用不同的展示方式或刻度展示同一数据，以便观众从多个角度理解数据。</a:t>
            </a:r>
          </a:p>
          <a:p>
            <a:r>
              <a:rPr lang="zh-CN" altLang="en-US" b="1"/>
              <a:t>减少杂乱</a:t>
            </a:r>
            <a:r>
              <a:rPr lang="zh-CN" altLang="en-US"/>
              <a:t>：尽量去除不必要的装饰和元素，让图表更加简洁，帮助观众专注于数据本身。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8" name="Google Shape;928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5" name="Google Shape;93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m1SBeknqMSkg2HtE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customXml" Target="../ink/ink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customXml" Target="../ink/ink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90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customXml" Target="../ink/ink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customXml" Target="../ink/ink19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customXml" Target="../ink/ink20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customXml" Target="../ink/ink21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customXml" Target="../ink/ink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customXml" Target="../ink/ink24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F758958-966E-30E9-03B8-AFE2D6F7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CA2D0E18-A4AD-6515-7656-515DBA1093F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27680" y="1183257"/>
            <a:ext cx="856523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Data Visualization (</a:t>
            </a:r>
            <a:r>
              <a:rPr lang="en-US" sz="6000" dirty="0" err="1"/>
              <a:t>ctnd</a:t>
            </a:r>
            <a:r>
              <a:rPr lang="en-US" sz="6000" dirty="0"/>
              <a:t>): Chapter 11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DBD6D5F-FE07-A59C-7F73-8D8E98AA1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8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>
            <a:spLocks noGrp="1"/>
          </p:cNvSpPr>
          <p:nvPr>
            <p:ph type="title"/>
          </p:nvPr>
        </p:nvSpPr>
        <p:spPr>
          <a:xfrm>
            <a:off x="1069848" y="8284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ANNOUNCEMENTS</a:t>
            </a:r>
            <a:endParaRPr dirty="0"/>
          </a:p>
        </p:txBody>
      </p:sp>
      <p:sp>
        <p:nvSpPr>
          <p:cNvPr id="435" name="Google Shape;435;p37"/>
          <p:cNvSpPr txBox="1">
            <a:spLocks noGrp="1"/>
          </p:cNvSpPr>
          <p:nvPr>
            <p:ph sz="quarter" idx="1"/>
          </p:nvPr>
        </p:nvSpPr>
        <p:spPr>
          <a:xfrm>
            <a:off x="625642" y="1491084"/>
            <a:ext cx="11114413" cy="482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sz="2800" dirty="0"/>
              <a:t>Homework 1 graded. Solutions are on Piazza. Two weeks for regrade requests</a:t>
            </a:r>
            <a:endParaRPr lang="en-US" sz="3100" dirty="0"/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endParaRPr lang="en-US" sz="3400" dirty="0"/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sz="3100" dirty="0"/>
              <a:t>Quiz 1 graded: Mean 13.81, Median: 14.0. Scanned copies of your quizzes with points on </a:t>
            </a:r>
            <a:r>
              <a:rPr lang="en-US" sz="3100" dirty="0" err="1"/>
              <a:t>Gradescope</a:t>
            </a:r>
            <a:r>
              <a:rPr lang="en-US" sz="3100" dirty="0"/>
              <a:t>. You can get hard copies from me. Two weeks for regrade requests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endParaRPr lang="en-US" sz="3100" dirty="0"/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sz="3100" dirty="0"/>
              <a:t>Fill this survey for bonus points: </a:t>
            </a:r>
            <a:r>
              <a:rPr lang="en-US" sz="2400" b="0" i="0" dirty="0">
                <a:effectLst/>
                <a:latin typeface="Helvetica" pitchFamily="2" charset="0"/>
                <a:hlinkClick r:id="rId3"/>
              </a:rPr>
              <a:t>https://</a:t>
            </a:r>
            <a:r>
              <a:rPr lang="en-US" sz="2400" b="0" i="0" dirty="0" err="1">
                <a:effectLst/>
                <a:latin typeface="Helvetica" pitchFamily="2" charset="0"/>
                <a:hlinkClick r:id="rId3"/>
              </a:rPr>
              <a:t>forms.gle</a:t>
            </a:r>
            <a:r>
              <a:rPr lang="en-US" sz="2400" b="0" i="0" dirty="0">
                <a:effectLst/>
                <a:latin typeface="Helvetica" pitchFamily="2" charset="0"/>
                <a:hlinkClick r:id="rId3"/>
              </a:rPr>
              <a:t>/</a:t>
            </a:r>
            <a:r>
              <a:rPr lang="en-US" sz="2400" b="0" i="0" dirty="0" err="1">
                <a:effectLst/>
                <a:latin typeface="Helvetica" pitchFamily="2" charset="0"/>
                <a:hlinkClick r:id="rId3"/>
              </a:rPr>
              <a:t>m1SBeknqMSkg2HtE9</a:t>
            </a:r>
            <a:endParaRPr lang="en-US" sz="2400" dirty="0">
              <a:effectLst/>
              <a:latin typeface="Helvetica" pitchFamily="2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endParaRPr lang="en-US" sz="3100" dirty="0"/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sz="3100" dirty="0"/>
              <a:t>Project check-in on </a:t>
            </a:r>
            <a:r>
              <a:rPr lang="en-US" sz="3100" dirty="0" err="1"/>
              <a:t>Gradescope</a:t>
            </a:r>
            <a:r>
              <a:rPr lang="en-US" sz="3100" dirty="0"/>
              <a:t> due on 10/10. Late submission is allowed, but please submit on time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endParaRPr lang="en-US" sz="3100" dirty="0"/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sz="3100" dirty="0"/>
              <a:t>Homework 2 will be release tomorrow/Thu, will be due on 10/17. It will be on Visualization and Hypothesis testing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endParaRPr lang="en-US" sz="2800" dirty="0"/>
          </a:p>
        </p:txBody>
      </p:sp>
      <p:pic>
        <p:nvPicPr>
          <p:cNvPr id="436" name="Google Shape;436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81241" y="386237"/>
            <a:ext cx="1878565" cy="110484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0DFA97-2711-D6EA-AE90-75F2659D0EA9}"/>
                  </a:ext>
                </a:extLst>
              </p14:cNvPr>
              <p14:cNvContentPartPr/>
              <p14:nvPr/>
            </p14:nvContentPartPr>
            <p14:xfrm>
              <a:off x="861120" y="1844640"/>
              <a:ext cx="10526040" cy="4252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0DFA97-2711-D6EA-AE90-75F2659D0E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1760" y="1835280"/>
                <a:ext cx="10544760" cy="427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8"/>
          <p:cNvSpPr txBox="1">
            <a:spLocks noGrp="1"/>
          </p:cNvSpPr>
          <p:nvPr>
            <p:ph type="ctrTitle"/>
          </p:nvPr>
        </p:nvSpPr>
        <p:spPr>
          <a:xfrm>
            <a:off x="1005225" y="1279825"/>
            <a:ext cx="12577200" cy="30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</a:pPr>
            <a:r>
              <a:rPr lang="en-US" sz="8100"/>
              <a:t>TRANSFORMATIONS</a:t>
            </a:r>
            <a:endParaRPr sz="8100"/>
          </a:p>
        </p:txBody>
      </p:sp>
      <p:sp>
        <p:nvSpPr>
          <p:cNvPr id="673" name="Google Shape;673;p58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  <p:graphicFrame>
        <p:nvGraphicFramePr>
          <p:cNvPr id="674" name="Google Shape;674;p58"/>
          <p:cNvGraphicFramePr/>
          <p:nvPr>
            <p:extLst>
              <p:ext uri="{D42A27DB-BD31-4B8C-83A1-F6EECF244321}">
                <p14:modId xmlns:p14="http://schemas.microsoft.com/office/powerpoint/2010/main" val="2937391474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BD2168-85B6-A3FD-9D5D-1E82D0F04529}"/>
                  </a:ext>
                </a:extLst>
              </p14:cNvPr>
              <p14:cNvContentPartPr/>
              <p14:nvPr/>
            </p14:nvContentPartPr>
            <p14:xfrm>
              <a:off x="1146240" y="3827880"/>
              <a:ext cx="10079640" cy="2742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BD2168-85B6-A3FD-9D5D-1E82D0F045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6880" y="3818520"/>
                <a:ext cx="10098360" cy="276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9"/>
          <p:cNvSpPr txBox="1">
            <a:spLocks noGrp="1"/>
          </p:cNvSpPr>
          <p:nvPr>
            <p:ph type="title"/>
          </p:nvPr>
        </p:nvSpPr>
        <p:spPr>
          <a:xfrm>
            <a:off x="1069850" y="484625"/>
            <a:ext cx="103332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WHY TRANSFORM VARIABLES?</a:t>
            </a:r>
            <a:endParaRPr sz="2800"/>
          </a:p>
        </p:txBody>
      </p:sp>
      <p:sp>
        <p:nvSpPr>
          <p:cNvPr id="681" name="Google Shape;681;p5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Reveal distribution of most of the observations (otherwise much of the data is squashed in a small region)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Reveal anomalies on the “other side” of the data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Numerical summaries of transformed data are better summaries of a symmetric distribution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Logarithmic transformations are the most common especially when the numbers are large or too small.</a:t>
            </a: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F4E3640B-7E24-8436-3100-59182E2B6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8089932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CCA84C-C063-7517-666C-08AA35DEEE0A}"/>
                  </a:ext>
                </a:extLst>
              </p14:cNvPr>
              <p14:cNvContentPartPr/>
              <p14:nvPr/>
            </p14:nvContentPartPr>
            <p14:xfrm>
              <a:off x="387360" y="2506680"/>
              <a:ext cx="11277720" cy="3767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CCA84C-C063-7517-666C-08AA35DEEE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8000" y="2497320"/>
                <a:ext cx="11296440" cy="378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0"/>
          <p:cNvSpPr txBox="1">
            <a:spLocks noGrp="1"/>
          </p:cNvSpPr>
          <p:nvPr>
            <p:ph type="title"/>
          </p:nvPr>
        </p:nvSpPr>
        <p:spPr>
          <a:xfrm>
            <a:off x="139660" y="168177"/>
            <a:ext cx="3032165" cy="636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BASIC</a:t>
            </a:r>
            <a:br>
              <a:rPr lang="en-US"/>
            </a:br>
            <a:r>
              <a:rPr lang="en-US"/>
              <a:t>FUNCTIONAL RELATIONS</a:t>
            </a:r>
            <a:endParaRPr/>
          </a:p>
        </p:txBody>
      </p:sp>
      <p:pic>
        <p:nvPicPr>
          <p:cNvPr id="688" name="Google Shape;68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7663" y="0"/>
            <a:ext cx="7857741" cy="6686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1"/>
          <p:cNvSpPr txBox="1"/>
          <p:nvPr/>
        </p:nvSpPr>
        <p:spPr>
          <a:xfrm>
            <a:off x="268247" y="182465"/>
            <a:ext cx="10333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Log transformation: Swiss army knife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4" name="Google Shape;69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811" y="4957763"/>
            <a:ext cx="1054417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811" y="2974426"/>
            <a:ext cx="10471870" cy="9070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2C9236-C41D-5AC3-ACD9-2E400B5C178C}"/>
                  </a:ext>
                </a:extLst>
              </p14:cNvPr>
              <p14:cNvContentPartPr/>
              <p14:nvPr/>
            </p14:nvContentPartPr>
            <p14:xfrm>
              <a:off x="799200" y="830880"/>
              <a:ext cx="10928520" cy="5006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2C9236-C41D-5AC3-ACD9-2E400B5C17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9840" y="821520"/>
                <a:ext cx="10947240" cy="502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2"/>
          <p:cNvSpPr txBox="1">
            <a:spLocks noGrp="1"/>
          </p:cNvSpPr>
          <p:nvPr>
            <p:ph type="title"/>
          </p:nvPr>
        </p:nvSpPr>
        <p:spPr>
          <a:xfrm>
            <a:off x="1069850" y="103625"/>
            <a:ext cx="106242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1938"/>
              <a:buFont typeface="Rockwell"/>
              <a:buNone/>
            </a:pPr>
            <a:r>
              <a:rPr lang="en-US"/>
              <a:t>LOGS AND COMPLEX RELATIONS</a:t>
            </a:r>
            <a:br>
              <a:rPr lang="en-US"/>
            </a:br>
            <a:r>
              <a:rPr lang="en-US"/>
              <a:t>KEPLER’S THIRD LAW (1619)</a:t>
            </a:r>
            <a:endParaRPr sz="2800"/>
          </a:p>
        </p:txBody>
      </p:sp>
      <p:pic>
        <p:nvPicPr>
          <p:cNvPr id="703" name="Google Shape;703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058" y="2357438"/>
            <a:ext cx="5063392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0456" y="1771650"/>
            <a:ext cx="6499143" cy="4735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0FDD90CA-766D-137D-D505-2F290EB9B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8089932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AB7492-ED50-1E5A-F045-2541FE0DE807}"/>
                  </a:ext>
                </a:extLst>
              </p14:cNvPr>
              <p14:cNvContentPartPr/>
              <p14:nvPr/>
            </p14:nvContentPartPr>
            <p14:xfrm>
              <a:off x="191880" y="61920"/>
              <a:ext cx="11845440" cy="6270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AB7492-ED50-1E5A-F045-2541FE0DE8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2520" y="52560"/>
                <a:ext cx="11864160" cy="628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3"/>
          <p:cNvSpPr txBox="1">
            <a:spLocks noGrp="1"/>
          </p:cNvSpPr>
          <p:nvPr>
            <p:ph type="title"/>
          </p:nvPr>
        </p:nvSpPr>
        <p:spPr>
          <a:xfrm>
            <a:off x="1069850" y="256025"/>
            <a:ext cx="103458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1938"/>
              <a:buFont typeface="Rockwell"/>
              <a:buNone/>
            </a:pPr>
            <a:r>
              <a:rPr lang="en-US"/>
              <a:t>LOGS AND COMPLEX RELATIONS</a:t>
            </a:r>
            <a:br>
              <a:rPr lang="en-US"/>
            </a:br>
            <a:r>
              <a:rPr lang="en-US"/>
              <a:t>KEPLER’S THIRD LAW</a:t>
            </a:r>
            <a:endParaRPr sz="2800"/>
          </a:p>
        </p:txBody>
      </p:sp>
      <p:pic>
        <p:nvPicPr>
          <p:cNvPr id="712" name="Google Shape;712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4622"/>
            <a:ext cx="6215085" cy="4528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0896" y="1824622"/>
            <a:ext cx="5941104" cy="45525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38C3B9A9-9754-DE1A-5A2A-3464927160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8089932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3A970C-41B4-1552-C3D2-2A0E79D9D542}"/>
                  </a:ext>
                </a:extLst>
              </p14:cNvPr>
              <p14:cNvContentPartPr/>
              <p14:nvPr/>
            </p14:nvContentPartPr>
            <p14:xfrm>
              <a:off x="236160" y="330840"/>
              <a:ext cx="11776680" cy="55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3A970C-41B4-1552-C3D2-2A0E79D9D5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6800" y="321480"/>
                <a:ext cx="11795400" cy="55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5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ADD CONTEXT</a:t>
            </a:r>
            <a:endParaRPr/>
          </a:p>
        </p:txBody>
      </p:sp>
      <p:sp>
        <p:nvSpPr>
          <p:cNvPr id="727" name="Google Shape;727;p65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0EFC2254-BB33-CE14-1068-2E263FFCE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9253290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ADD CONTEXT</a:t>
            </a:r>
            <a:endParaRPr/>
          </a:p>
        </p:txBody>
      </p:sp>
      <p:sp>
        <p:nvSpPr>
          <p:cNvPr id="734" name="Google Shape;734;p6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Label axes, include units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Add Reference lines and markers for important values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Label points of unusual/interesting observations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Include captions that describe data, how plotted, and describe important features</a:t>
            </a: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3CC2B567-370F-7C25-2EBD-0EC456E249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974983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E6D0B7-56E3-993C-E30A-C9A6A5CC9241}"/>
                  </a:ext>
                </a:extLst>
              </p14:cNvPr>
              <p14:cNvContentPartPr/>
              <p14:nvPr/>
            </p14:nvContentPartPr>
            <p14:xfrm>
              <a:off x="4092120" y="582480"/>
              <a:ext cx="6427440" cy="1336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E6D0B7-56E3-993C-E30A-C9A6A5CC92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2760" y="573120"/>
                <a:ext cx="6446160" cy="135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7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LARGE N (RECORDS)</a:t>
            </a:r>
            <a:br>
              <a:rPr lang="en-US" sz="6000"/>
            </a:br>
            <a:r>
              <a:rPr lang="en-US" sz="6000"/>
              <a:t>SMOOTHING</a:t>
            </a:r>
            <a:endParaRPr/>
          </a:p>
        </p:txBody>
      </p:sp>
      <p:sp>
        <p:nvSpPr>
          <p:cNvPr id="741" name="Google Shape;741;p67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E203D0DE-3FBB-4C9D-CFEC-FFC3B969A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1592055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C0703A-0807-0591-5317-AA1CD54AB389}"/>
                  </a:ext>
                </a:extLst>
              </p14:cNvPr>
              <p14:cNvContentPartPr/>
              <p14:nvPr/>
            </p14:nvContentPartPr>
            <p14:xfrm>
              <a:off x="5303160" y="5867640"/>
              <a:ext cx="37440" cy="37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C0703A-0807-0591-5317-AA1CD54AB3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93800" y="5858280"/>
                <a:ext cx="56160" cy="5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pic>
        <p:nvPicPr>
          <p:cNvPr id="806" name="Google Shape;806;p76" descr="kdeSSv1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6"/>
          <p:cNvSpPr txBox="1"/>
          <p:nvPr/>
        </p:nvSpPr>
        <p:spPr>
          <a:xfrm>
            <a:off x="8205734" y="320675"/>
            <a:ext cx="3148066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Now we want to smooth the y-values as a function of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039BB6-4AD5-C311-C56D-87C81B2BC290}"/>
                  </a:ext>
                </a:extLst>
              </p14:cNvPr>
              <p14:cNvContentPartPr/>
              <p14:nvPr/>
            </p14:nvContentPartPr>
            <p14:xfrm>
              <a:off x="1828080" y="3261960"/>
              <a:ext cx="6482520" cy="297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039BB6-4AD5-C311-C56D-87C81B2BC2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8720" y="3252600"/>
                <a:ext cx="6501240" cy="299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77" descr="kdeSSv2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7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sp>
        <p:nvSpPr>
          <p:cNvPr id="814" name="Google Shape;814;p77"/>
          <p:cNvSpPr txBox="1"/>
          <p:nvPr/>
        </p:nvSpPr>
        <p:spPr>
          <a:xfrm>
            <a:off x="8205734" y="320675"/>
            <a:ext cx="3148066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For an x-value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consider all of the x’s near 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Take an average of the y-values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497F51-8880-37B5-53AE-C1F9CF3FE439}"/>
                  </a:ext>
                </a:extLst>
              </p14:cNvPr>
              <p14:cNvContentPartPr/>
              <p14:nvPr/>
            </p14:nvContentPartPr>
            <p14:xfrm>
              <a:off x="2484360" y="154800"/>
              <a:ext cx="6505200" cy="5744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497F51-8880-37B5-53AE-C1F9CF3FE4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75000" y="145440"/>
                <a:ext cx="6523920" cy="576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78" descr="kdeSSv3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sp>
        <p:nvSpPr>
          <p:cNvPr id="821" name="Google Shape;821;p78"/>
          <p:cNvSpPr txBox="1"/>
          <p:nvPr/>
        </p:nvSpPr>
        <p:spPr>
          <a:xfrm>
            <a:off x="8205734" y="320675"/>
            <a:ext cx="3148066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For an x-value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consider all of the x’s near 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Take an average of the y-values</a:t>
            </a:r>
            <a:endParaRPr sz="2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79" descr="kdeSSv5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sp>
        <p:nvSpPr>
          <p:cNvPr id="828" name="Google Shape;828;p79"/>
          <p:cNvSpPr txBox="1"/>
          <p:nvPr/>
        </p:nvSpPr>
        <p:spPr>
          <a:xfrm>
            <a:off x="8205734" y="320675"/>
            <a:ext cx="353533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Create bins for all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Average y-values in each bin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183870-CBAF-9DE9-B7B6-02ABAB304EDE}"/>
                  </a:ext>
                </a:extLst>
              </p14:cNvPr>
              <p14:cNvContentPartPr/>
              <p14:nvPr/>
            </p14:nvContentPartPr>
            <p14:xfrm>
              <a:off x="81360" y="4401360"/>
              <a:ext cx="4311360" cy="2448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183870-CBAF-9DE9-B7B6-02ABAB304E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000" y="4392000"/>
                <a:ext cx="4330080" cy="246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pic>
        <p:nvPicPr>
          <p:cNvPr id="834" name="Google Shape;834;p80" descr="kdeSSv6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0"/>
          <p:cNvSpPr txBox="1"/>
          <p:nvPr/>
        </p:nvSpPr>
        <p:spPr>
          <a:xfrm>
            <a:off x="8205734" y="320675"/>
            <a:ext cx="353533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These averages sketch out a curve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9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SMOOTHING with KERNELS</a:t>
            </a:r>
            <a:endParaRPr dirty="0"/>
          </a:p>
        </p:txBody>
      </p:sp>
      <p:sp>
        <p:nvSpPr>
          <p:cNvPr id="756" name="Google Shape;756;p69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KERNEL DENSITY ESTIMATE: </a:t>
            </a:r>
            <a:br>
              <a:rPr lang="en-US"/>
            </a:br>
            <a:r>
              <a:rPr lang="en-US"/>
              <a:t>ALTERNATIVE SMOOTHER </a:t>
            </a:r>
            <a:endParaRPr/>
          </a:p>
        </p:txBody>
      </p:sp>
      <p:pic>
        <p:nvPicPr>
          <p:cNvPr id="768" name="Google Shape;768;p71" descr="epanechW1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-1093874" y="1974235"/>
            <a:ext cx="10515600" cy="435133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71"/>
          <p:cNvSpPr txBox="1"/>
          <p:nvPr/>
        </p:nvSpPr>
        <p:spPr>
          <a:xfrm>
            <a:off x="8093097" y="893437"/>
            <a:ext cx="3526374" cy="353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Consider one point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Smooth it’s empirical mass with a kernel function,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rather than a histogram bin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71"/>
          <p:cNvSpPr txBox="1"/>
          <p:nvPr/>
        </p:nvSpPr>
        <p:spPr>
          <a:xfrm>
            <a:off x="1499722" y="2620935"/>
            <a:ext cx="270220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Area under this curve is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1A423B-B241-1E1B-1B97-C5159A469CC3}"/>
                  </a:ext>
                </a:extLst>
              </p14:cNvPr>
              <p14:cNvContentPartPr/>
              <p14:nvPr/>
            </p14:nvContentPartPr>
            <p14:xfrm>
              <a:off x="1129135" y="48960"/>
              <a:ext cx="10414080" cy="651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1A423B-B241-1E1B-1B97-C5159A469C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775" y="39600"/>
                <a:ext cx="10432800" cy="653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KDE – 3 POINTS</a:t>
            </a:r>
            <a:endParaRPr/>
          </a:p>
        </p:txBody>
      </p:sp>
      <p:pic>
        <p:nvPicPr>
          <p:cNvPr id="776" name="Google Shape;776;p72" descr="pts3v1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KDE – 3 POINTS</a:t>
            </a:r>
            <a:endParaRPr/>
          </a:p>
        </p:txBody>
      </p:sp>
      <p:pic>
        <p:nvPicPr>
          <p:cNvPr id="782" name="Google Shape;782;p73" descr="pts3v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3291" y="1825624"/>
            <a:ext cx="7768369" cy="435133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3"/>
          <p:cNvSpPr txBox="1"/>
          <p:nvPr/>
        </p:nvSpPr>
        <p:spPr>
          <a:xfrm>
            <a:off x="6404220" y="2512855"/>
            <a:ext cx="320211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Place a kernel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on each observation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B6E54C-BF5D-8102-93B0-6DC9BABD103A}"/>
                  </a:ext>
                </a:extLst>
              </p14:cNvPr>
              <p14:cNvContentPartPr/>
              <p14:nvPr/>
            </p14:nvContentPartPr>
            <p14:xfrm>
              <a:off x="3896640" y="5316840"/>
              <a:ext cx="3144240" cy="1077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B6E54C-BF5D-8102-93B0-6DC9BABD10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87280" y="5307480"/>
                <a:ext cx="3162960" cy="109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74" descr="pts3v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3291" y="1825624"/>
            <a:ext cx="755265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7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KDE – 3 POINTS</a:t>
            </a:r>
            <a:endParaRPr/>
          </a:p>
        </p:txBody>
      </p:sp>
      <p:sp>
        <p:nvSpPr>
          <p:cNvPr id="790" name="Google Shape;790;p74"/>
          <p:cNvSpPr txBox="1"/>
          <p:nvPr/>
        </p:nvSpPr>
        <p:spPr>
          <a:xfrm>
            <a:off x="3161577" y="2175106"/>
            <a:ext cx="355339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area under each of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kernels is 1/3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AEC9C8-966B-3B4D-7139-C152DC4C519F}"/>
                  </a:ext>
                </a:extLst>
              </p14:cNvPr>
              <p14:cNvContentPartPr/>
              <p14:nvPr/>
            </p14:nvContentPartPr>
            <p14:xfrm>
              <a:off x="3618720" y="123840"/>
              <a:ext cx="8381520" cy="5199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AEC9C8-966B-3B4D-7139-C152DC4C51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09360" y="114480"/>
                <a:ext cx="8400240" cy="521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75" descr="pts3v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4267" y="2170300"/>
            <a:ext cx="7169887" cy="4201001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KDE – 3+ POINTS</a:t>
            </a:r>
            <a:endParaRPr dirty="0"/>
          </a:p>
        </p:txBody>
      </p:sp>
      <p:sp>
        <p:nvSpPr>
          <p:cNvPr id="797" name="Google Shape;797;p75"/>
          <p:cNvSpPr txBox="1"/>
          <p:nvPr/>
        </p:nvSpPr>
        <p:spPr>
          <a:xfrm>
            <a:off x="4715344" y="634969"/>
            <a:ext cx="386414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Sum the 3 kernels at each point to get the density curve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p75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615807" y="1626398"/>
            <a:ext cx="3701743" cy="229871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0" name="Google Shape;800;p75"/>
              <p:cNvSpPr/>
              <p:nvPr/>
            </p:nvSpPr>
            <p:spPr>
              <a:xfrm>
                <a:off x="152400" y="3942048"/>
                <a:ext cx="4351867" cy="28744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AutoNum type="arabicPeriod"/>
                </a:pPr>
                <a:r>
                  <a:rPr lang="en-US" sz="24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h refers to how peaked /spread the kernel is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AutoNum type="arabicPeriod"/>
                </a:pPr>
                <a:r>
                  <a:rPr lang="en-US" sz="2400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K</a:t>
                </a:r>
                <a:r>
                  <a:rPr lang="en-US" sz="2400" baseline="-25000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h</a:t>
                </a:r>
                <a:r>
                  <a:rPr lang="en-US" sz="2400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(⋅) or 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Rockwell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Rockwell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>
                                <a:solidFill>
                                  <a:schemeClr val="dk1"/>
                                </a:solidFill>
                                <a:latin typeface="Rockwell"/>
                                <a:ea typeface="Rockwell"/>
                                <a:cs typeface="Rockwell"/>
                                <a:sym typeface="Rockwell"/>
                              </a:rPr>
                              <m:t>⋅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Rockwell"/>
                              </a:rPr>
                              <m:t>h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 the Kernel function</a:t>
                </a:r>
                <a:endParaRPr lang="en-US" sz="1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AutoNum type="arabicPeriod"/>
                </a:pPr>
                <a:r>
                  <a:rPr lang="en-US" sz="2400" b="0" i="0" u="none" strike="noStrike" cap="none" dirty="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Q: What is the complexity to evaluate f(x) if dataset has n rows? </a:t>
                </a:r>
                <a:endParaRPr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800" name="Google Shape;800;p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942048"/>
                <a:ext cx="4351867" cy="2874464"/>
              </a:xfrm>
              <a:prstGeom prst="rect">
                <a:avLst/>
              </a:prstGeom>
              <a:blipFill>
                <a:blip r:embed="rId5"/>
                <a:stretch>
                  <a:fillRect l="-1166" t="-1762" r="-583" b="-3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33E06F-E789-5E23-D0FA-7BAB41B9F21C}"/>
                  </a:ext>
                </a:extLst>
              </p14:cNvPr>
              <p14:cNvContentPartPr/>
              <p14:nvPr/>
            </p14:nvContentPartPr>
            <p14:xfrm>
              <a:off x="1938960" y="298440"/>
              <a:ext cx="9559800" cy="653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33E06F-E789-5E23-D0FA-7BAB41B9F2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9600" y="289080"/>
                <a:ext cx="9578520" cy="655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70DA-8895-FF88-1C29-72150F9A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87452"/>
            <a:ext cx="9956800" cy="1143000"/>
          </a:xfrm>
        </p:spPr>
        <p:txBody>
          <a:bodyPr/>
          <a:lstStyle/>
          <a:p>
            <a:r>
              <a:rPr lang="en-US" dirty="0"/>
              <a:t>Many Kernels are possible – have to choose based on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7417F-D3B2-D357-6481-828B1D8210F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91067" y="955548"/>
                <a:ext cx="10684933" cy="551840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Three conditions: 1. Density</a:t>
                </a:r>
                <a:r>
                  <a:rPr lang="en-US" dirty="0">
                    <a:solidFill>
                      <a:srgbClr val="0070C0"/>
                    </a:solidFill>
                  </a:rPr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and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Symmetry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3.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Nonnegative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Uniform: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Triangle: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(u)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Epanechnikov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Quartic: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Triweight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Gaussian: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(u)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l-G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p>
                    </m:sSup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r>
                  <a:rPr lang="en-US" dirty="0"/>
                  <a:t>Cosine: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And many more… see: https://</a:t>
                </a:r>
                <a:r>
                  <a:rPr lang="en-US" dirty="0" err="1"/>
                  <a:t>en.wikipedia.org</a:t>
                </a:r>
                <a:r>
                  <a:rPr lang="en-US" dirty="0"/>
                  <a:t>/wiki/Kernel_(statistics)#</a:t>
                </a:r>
                <a:r>
                  <a:rPr lang="en-US" dirty="0" err="1"/>
                  <a:t>Kernel_functions_in_common_use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7417F-D3B2-D357-6481-828B1D821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91067" y="955548"/>
                <a:ext cx="10684933" cy="5518404"/>
              </a:xfrm>
              <a:blipFill>
                <a:blip r:embed="rId3"/>
                <a:stretch>
                  <a:fillRect l="-713" t="-4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985145-992C-6F23-E7E5-6E954CAC768C}"/>
                  </a:ext>
                </a:extLst>
              </p14:cNvPr>
              <p14:cNvContentPartPr/>
              <p14:nvPr/>
            </p14:nvContentPartPr>
            <p14:xfrm>
              <a:off x="266400" y="879480"/>
              <a:ext cx="11077200" cy="4214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985145-992C-6F23-E7E5-6E954CAC76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7040" y="870120"/>
                <a:ext cx="11095920" cy="423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323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F88D-CC44-E453-E203-7EA277D2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7C75B-A644-5CE0-3D2F-EFAE5394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Kernels are possible – have to choose based on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F8A0A-BBBC-8C7F-284F-E10F7A0F941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sz="1600" dirty="0"/>
              </a:p>
              <a:p>
                <a:r>
                  <a:rPr lang="en-US" sz="1600" dirty="0"/>
                  <a:t>Uniform: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Triangle: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(u) =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1−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sz="1600" dirty="0"/>
              </a:p>
              <a:p>
                <a:r>
                  <a:rPr lang="en-US" sz="1600" dirty="0" err="1"/>
                  <a:t>Epanechnikov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Quartic: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sz="1600" dirty="0"/>
              </a:p>
              <a:p>
                <a:r>
                  <a:rPr lang="en-US" sz="1600" dirty="0" err="1"/>
                  <a:t>Triweight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sz="1600" dirty="0"/>
              </a:p>
              <a:p>
                <a:r>
                  <a:rPr lang="en-US" sz="1600" dirty="0">
                    <a:solidFill>
                      <a:srgbClr val="0070C0"/>
                    </a:solidFill>
                  </a:rPr>
                  <a:t>Gaussian: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>
                    <a:solidFill>
                      <a:srgbClr val="0070C0"/>
                    </a:solidFill>
                  </a:rPr>
                  <a:t>(u)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l-GR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1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sz="1600" dirty="0">
                  <a:solidFill>
                    <a:srgbClr val="0070C0"/>
                  </a:solidFill>
                </a:endParaRPr>
              </a:p>
              <a:p>
                <a:r>
                  <a:rPr lang="en-US" sz="1600" dirty="0"/>
                  <a:t>Cosine: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(u)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6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l-GR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≤1, 0 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otherwise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And many more…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See: https://</a:t>
                </a:r>
                <a:r>
                  <a:rPr lang="en-US" sz="1600" dirty="0" err="1"/>
                  <a:t>en.wikipedia.org</a:t>
                </a:r>
                <a:r>
                  <a:rPr lang="en-US" sz="1600" dirty="0"/>
                  <a:t>/wiki/Kernel_(statistics)#</a:t>
                </a:r>
                <a:r>
                  <a:rPr lang="en-US" sz="1600" dirty="0" err="1"/>
                  <a:t>Kernel_functions_in_common_use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F8A0A-BBBC-8C7F-284F-E10F7A0F94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46DC5738-765C-7D79-48B5-C19B9B85E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1600200"/>
            <a:ext cx="5737562" cy="4131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3964E5-B780-913A-A911-EC675F7F096E}"/>
                  </a:ext>
                </a:extLst>
              </p14:cNvPr>
              <p14:cNvContentPartPr/>
              <p14:nvPr/>
            </p14:nvContentPartPr>
            <p14:xfrm>
              <a:off x="3940200" y="1485360"/>
              <a:ext cx="8251920" cy="468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3964E5-B780-913A-A911-EC675F7F09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0840" y="1476000"/>
                <a:ext cx="8270640" cy="47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8403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1978" y="314326"/>
            <a:ext cx="9103347" cy="5897562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0"/>
          <p:cNvSpPr/>
          <p:nvPr/>
        </p:nvSpPr>
        <p:spPr>
          <a:xfrm>
            <a:off x="6096000" y="6373297"/>
            <a:ext cx="57839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http://scikit-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learn.org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/stable/modules/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density.html</a:t>
            </a:r>
            <a:endParaRPr lang="en-US" sz="18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6CE7AB-4674-B667-2064-D54F66CCC3AC}"/>
                  </a:ext>
                </a:extLst>
              </p14:cNvPr>
              <p14:cNvContentPartPr/>
              <p14:nvPr/>
            </p14:nvContentPartPr>
            <p14:xfrm>
              <a:off x="2502720" y="470520"/>
              <a:ext cx="8686080" cy="4128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6CE7AB-4674-B667-2064-D54F66CCC3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3360" y="461160"/>
                <a:ext cx="8704800" cy="414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pic>
        <p:nvPicPr>
          <p:cNvPr id="841" name="Google Shape;841;p81" descr="kdeSSv6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6621" r="16621"/>
          <a:stretch/>
        </p:blipFill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81"/>
          <p:cNvSpPr txBox="1">
            <a:spLocks noGrp="1"/>
          </p:cNvSpPr>
          <p:nvPr>
            <p:ph type="body" idx="2"/>
          </p:nvPr>
        </p:nvSpPr>
        <p:spPr>
          <a:xfrm>
            <a:off x="6172200" y="1393306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Rather than a simple average in fixed bins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We use kernels positioned on the x</a:t>
            </a:r>
            <a:r>
              <a:rPr lang="en-US" baseline="-25000" dirty="0"/>
              <a:t>i</a:t>
            </a:r>
            <a:r>
              <a:rPr lang="en-US" dirty="0"/>
              <a:t> to determine the weights to place on the 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in the average</a:t>
            </a:r>
            <a:endParaRPr dirty="0"/>
          </a:p>
        </p:txBody>
      </p:sp>
      <p:pic>
        <p:nvPicPr>
          <p:cNvPr id="843" name="Google Shape;843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6998" y="4250053"/>
            <a:ext cx="3306762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81"/>
          <p:cNvSpPr txBox="1"/>
          <p:nvPr/>
        </p:nvSpPr>
        <p:spPr>
          <a:xfrm>
            <a:off x="8349806" y="6067810"/>
            <a:ext cx="31210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denominator ensures the weights sum to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B87EB4-4D46-5F7E-2711-0E264A646034}"/>
                  </a:ext>
                </a:extLst>
              </p14:cNvPr>
              <p14:cNvContentPartPr/>
              <p14:nvPr/>
            </p14:nvContentPartPr>
            <p14:xfrm>
              <a:off x="111600" y="12240"/>
              <a:ext cx="11981520" cy="6845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B87EB4-4D46-5F7E-2711-0E264A6460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240" y="2880"/>
                <a:ext cx="12000240" cy="686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sp>
        <p:nvSpPr>
          <p:cNvPr id="850" name="Google Shape;850;p82"/>
          <p:cNvSpPr txBox="1">
            <a:spLocks noGrp="1"/>
          </p:cNvSpPr>
          <p:nvPr>
            <p:ph type="body" idx="2"/>
          </p:nvPr>
        </p:nvSpPr>
        <p:spPr>
          <a:xfrm>
            <a:off x="6172200" y="1393306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Rather than a simple average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We use kernels positioned on the x</a:t>
            </a:r>
            <a:r>
              <a:rPr lang="en-US" baseline="-25000"/>
              <a:t>i</a:t>
            </a:r>
            <a:r>
              <a:rPr lang="en-US"/>
              <a:t> to determine the weights to place on the y</a:t>
            </a:r>
            <a:r>
              <a:rPr lang="en-US" baseline="-25000"/>
              <a:t>i</a:t>
            </a:r>
            <a:r>
              <a:rPr lang="en-US"/>
              <a:t> in the average</a:t>
            </a:r>
            <a:endParaRPr/>
          </a:p>
        </p:txBody>
      </p:sp>
      <p:pic>
        <p:nvPicPr>
          <p:cNvPr id="851" name="Google Shape;851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8817" y="4263564"/>
            <a:ext cx="3306762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82"/>
          <p:cNvSpPr txBox="1"/>
          <p:nvPr/>
        </p:nvSpPr>
        <p:spPr>
          <a:xfrm>
            <a:off x="8349806" y="6067810"/>
            <a:ext cx="31210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denominator ensures the weights sum to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3" name="Google Shape;853;p82" descr="kdeSSv7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t="-24898" b="-24898"/>
          <a:stretch/>
        </p:blipFill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DC23EF-FC6C-2E4B-B54D-7075152016E0}"/>
                  </a:ext>
                </a:extLst>
              </p14:cNvPr>
              <p14:cNvContentPartPr/>
              <p14:nvPr/>
            </p14:nvContentPartPr>
            <p14:xfrm>
              <a:off x="748800" y="5721840"/>
              <a:ext cx="5917680" cy="1018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DC23EF-FC6C-2E4B-B54D-7075152016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9440" y="5712480"/>
                <a:ext cx="5936400" cy="103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SMOOTHING SCATTER PLOTS</a:t>
            </a:r>
            <a:endParaRPr/>
          </a:p>
        </p:txBody>
      </p:sp>
      <p:pic>
        <p:nvPicPr>
          <p:cNvPr id="859" name="Google Shape;859;p83" descr="kdeSSv8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7739" r="-17739"/>
          <a:stretch/>
        </p:blipFill>
        <p:spPr>
          <a:xfrm>
            <a:off x="-1107903" y="1825625"/>
            <a:ext cx="10515600" cy="4351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7033" y="320675"/>
            <a:ext cx="3306762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3"/>
          <p:cNvSpPr txBox="1"/>
          <p:nvPr/>
        </p:nvSpPr>
        <p:spPr>
          <a:xfrm>
            <a:off x="7903942" y="2142057"/>
            <a:ext cx="3891171" cy="4257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For each x, we find g(x) by a weighted average of the y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</a:t>
            </a:r>
            <a:endParaRPr sz="2800" b="0" i="0" u="none" strike="noStrike" cap="none" baseline="-25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baseline="-25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y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are weighted according to the kernel function.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 x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far from x do not contribute much to g(x)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LOCAL SMOOTHING</a:t>
            </a:r>
            <a:endParaRPr/>
          </a:p>
        </p:txBody>
      </p:sp>
      <p:sp>
        <p:nvSpPr>
          <p:cNvPr id="868" name="Google Shape;868;p84"/>
          <p:cNvSpPr txBox="1">
            <a:spLocks noGrp="1"/>
          </p:cNvSpPr>
          <p:nvPr>
            <p:ph type="body" idx="2"/>
          </p:nvPr>
        </p:nvSpPr>
        <p:spPr>
          <a:xfrm>
            <a:off x="552450" y="1744565"/>
            <a:ext cx="10538590" cy="449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dirty="0"/>
              <a:t>Moving window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dirty="0"/>
              <a:t>Smooth/Average y values in the window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dirty="0"/>
              <a:t>Many different approaches for doing this: </a:t>
            </a:r>
            <a:endParaRPr dirty="0"/>
          </a:p>
          <a:p>
            <a:pPr marL="1142983" lvl="1" indent="-457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kernel methods (what we just showed),</a:t>
            </a:r>
            <a:endParaRPr dirty="0"/>
          </a:p>
          <a:p>
            <a:pPr marL="1142983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cubic splines, thin plate splines,</a:t>
            </a:r>
            <a:endParaRPr dirty="0"/>
          </a:p>
          <a:p>
            <a:pPr marL="1142983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Locally weighted smooth scatterplot (</a:t>
            </a:r>
            <a:r>
              <a:rPr lang="en-US" dirty="0" err="1"/>
              <a:t>lowess</a:t>
            </a:r>
            <a:r>
              <a:rPr lang="en-US" dirty="0"/>
              <a:t>)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Allows us to see shape of the relationship between y and x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63EF6507-3F53-D9B3-2B13-98452D7D1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226358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CHERRY BLOSSOM RUN</a:t>
            </a:r>
            <a:endParaRPr dirty="0"/>
          </a:p>
        </p:txBody>
      </p:sp>
      <p:sp>
        <p:nvSpPr>
          <p:cNvPr id="749" name="Google Shape;749;p68"/>
          <p:cNvSpPr txBox="1">
            <a:spLocks noGrp="1"/>
          </p:cNvSpPr>
          <p:nvPr>
            <p:ph type="body" idx="2"/>
          </p:nvPr>
        </p:nvSpPr>
        <p:spPr>
          <a:xfrm>
            <a:off x="6172200" y="1499607"/>
            <a:ext cx="5181600" cy="467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dirty="0"/>
              <a:t>3-dimensional histogram is needed, but hard to come by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dirty="0"/>
              <a:t>Use heat map or </a:t>
            </a:r>
            <a:r>
              <a:rPr lang="en-US" dirty="0" err="1"/>
              <a:t>hexbin</a:t>
            </a:r>
            <a:r>
              <a:rPr lang="en-US" dirty="0"/>
              <a:t> plot or transparency or contour plot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dirty="0"/>
              <a:t>Make a smooth curve that takes local averages to see the conditional center, i.e., average y in a neighborhood of x</a:t>
            </a: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4BA55691-3E2E-360D-3D12-06470900EA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3613798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8CFA0-11FF-C1A7-473F-2E018037C3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5" descr="A blue dot diagram with white text&#10;&#10;Description automatically generated">
            <a:extLst>
              <a:ext uri="{FF2B5EF4-FFF2-40B4-BE49-F238E27FC236}">
                <a16:creationId xmlns:a16="http://schemas.microsoft.com/office/drawing/2014/main" id="{903D593F-5CE0-FF6F-A72C-84CD07E4B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5870028" cy="4192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CHERRY BLOSSOM RUN</a:t>
            </a:r>
            <a:endParaRPr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F120B8B2-3460-F271-05F7-CDF8EC6C1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226358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" name="Picture 17" descr="A graph of a number of runners&#10;&#10;Description automatically generated with medium confidence">
            <a:extLst>
              <a:ext uri="{FF2B5EF4-FFF2-40B4-BE49-F238E27FC236}">
                <a16:creationId xmlns:a16="http://schemas.microsoft.com/office/drawing/2014/main" id="{41C3147F-432E-DAD5-849E-2B5F26C8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93976"/>
            <a:ext cx="4398829" cy="4028401"/>
          </a:xfrm>
          <a:prstGeom prst="rect">
            <a:avLst/>
          </a:prstGeom>
        </p:spPr>
      </p:pic>
      <p:pic>
        <p:nvPicPr>
          <p:cNvPr id="24" name="Picture 23" descr="A graph of a running line&#10;&#10;Description automatically generated with medium confidence">
            <a:extLst>
              <a:ext uri="{FF2B5EF4-FFF2-40B4-BE49-F238E27FC236}">
                <a16:creationId xmlns:a16="http://schemas.microsoft.com/office/drawing/2014/main" id="{5E3991B0-79D9-3DF1-B3DA-BA6330185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429" y="2093977"/>
            <a:ext cx="6626426" cy="4028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0C8A37-B668-2A25-A039-762EA4854180}"/>
                  </a:ext>
                </a:extLst>
              </p14:cNvPr>
              <p14:cNvContentPartPr/>
              <p14:nvPr/>
            </p14:nvContentPartPr>
            <p14:xfrm>
              <a:off x="3395520" y="708480"/>
              <a:ext cx="8474760" cy="5103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0C8A37-B668-2A25-A039-762EA48541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86160" y="699120"/>
                <a:ext cx="8493480" cy="512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CHERRY BLOSSOM RUN</a:t>
            </a:r>
            <a:endParaRPr/>
          </a:p>
        </p:txBody>
      </p:sp>
      <p:sp>
        <p:nvSpPr>
          <p:cNvPr id="884" name="Google Shape;884;p86"/>
          <p:cNvSpPr txBox="1">
            <a:spLocks noGrp="1"/>
          </p:cNvSpPr>
          <p:nvPr>
            <p:ph type="body" idx="2"/>
          </p:nvPr>
        </p:nvSpPr>
        <p:spPr>
          <a:xfrm>
            <a:off x="6606885" y="1646236"/>
            <a:ext cx="4985563" cy="435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Local Smoothing helps us see the typical run time for each age</a:t>
            </a:r>
            <a:endParaRPr dirty="0"/>
          </a:p>
          <a:p>
            <a:pPr marL="91440" lvl="0" indent="-1079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We have controlled  for year by making separate smooth curves for runners in each yearly race</a:t>
            </a:r>
            <a:endParaRPr dirty="0"/>
          </a:p>
          <a:p>
            <a:pPr marL="91440" lvl="0" indent="-1079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Notice anything unusual?</a:t>
            </a: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168FA840-21BA-A645-4084-E89FA6F06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226358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6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590AAC6-C875-9E42-85B6-BEBC93130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39" y="1765738"/>
            <a:ext cx="6064356" cy="35527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472D1A-41A9-BF8E-BD35-2595B1EBE07C}"/>
                  </a:ext>
                </a:extLst>
              </p14:cNvPr>
              <p14:cNvContentPartPr/>
              <p14:nvPr/>
            </p14:nvContentPartPr>
            <p14:xfrm>
              <a:off x="5637600" y="5517000"/>
              <a:ext cx="285120" cy="212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472D1A-41A9-BF8E-BD35-2595B1EBE0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28240" y="5507640"/>
                <a:ext cx="303840" cy="23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87" descr="cbSmooth.pdf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-11074" b="-11073"/>
          <a:stretch/>
        </p:blipFill>
        <p:spPr>
          <a:xfrm>
            <a:off x="0" y="712740"/>
            <a:ext cx="7082529" cy="59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8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CHERRY BLOSSOM RUN</a:t>
            </a:r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2"/>
          </p:nvPr>
        </p:nvSpPr>
        <p:spPr>
          <a:xfrm>
            <a:off x="6606885" y="712739"/>
            <a:ext cx="5296317" cy="565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How are the data generated?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All runners in each annual CB run from 1999 to 2012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Snapshots in time – one for each year – Runners in 1999 may be quite different than runners in 2012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If we control for year and only examine the relationship between time and age for 2012, we still have a problem.  These are not longitudinal data where we follow the same people in time as they age.</a:t>
            </a:r>
            <a:endParaRPr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F4E328E1-CA67-5E77-6717-3ABCE57DEE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226358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PHILOSOPHY</a:t>
            </a:r>
            <a:endParaRPr dirty="0"/>
          </a:p>
        </p:txBody>
      </p:sp>
      <p:sp>
        <p:nvSpPr>
          <p:cNvPr id="899" name="Google Shape;899;p88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8FCDE5B8-7992-D4F1-5109-8BD50604B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5884923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REVEAL THE DATA</a:t>
            </a:r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Choose scale appropriately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Avoid having other graph elements interfere with data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Use visually prominent symbols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Eliminate superfluous material, aka chart junk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Avoid over-plotting</a:t>
            </a:r>
            <a:endParaRPr dirty="0"/>
          </a:p>
          <a:p>
            <a:pPr marL="14287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480E3E7A-800A-244C-1C74-63C84B242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34574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1F0645-2044-D522-8B22-08492952CB43}"/>
                  </a:ext>
                </a:extLst>
              </p14:cNvPr>
              <p14:cNvContentPartPr/>
              <p14:nvPr/>
            </p14:nvContentPartPr>
            <p14:xfrm>
              <a:off x="3859560" y="3133800"/>
              <a:ext cx="8104320" cy="341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1F0645-2044-D522-8B22-08492952CB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0200" y="3124440"/>
                <a:ext cx="8123040" cy="343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90"/>
          <p:cNvSpPr txBox="1">
            <a:spLocks noGrp="1"/>
          </p:cNvSpPr>
          <p:nvPr>
            <p:ph type="title"/>
          </p:nvPr>
        </p:nvSpPr>
        <p:spPr>
          <a:xfrm>
            <a:off x="1069848" y="-53039"/>
            <a:ext cx="10058400" cy="177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AVOID OVER-PLOTTING</a:t>
            </a:r>
            <a:endParaRPr dirty="0"/>
          </a:p>
        </p:txBody>
      </p:sp>
      <p:sp>
        <p:nvSpPr>
          <p:cNvPr id="913" name="Google Shape;913;p90"/>
          <p:cNvSpPr txBox="1"/>
          <p:nvPr/>
        </p:nvSpPr>
        <p:spPr>
          <a:xfrm>
            <a:off x="372533" y="1288561"/>
            <a:ext cx="37084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Why are there so few data points?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4" name="Google Shape;914;p90" descr="overplotting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556" y="1983987"/>
            <a:ext cx="5799667" cy="453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90" descr="DadMomScatterplotJitter.pd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l="-7080" r="-7078"/>
          <a:stretch/>
        </p:blipFill>
        <p:spPr>
          <a:xfrm>
            <a:off x="5809734" y="2553385"/>
            <a:ext cx="5772665" cy="339021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90"/>
          <p:cNvSpPr txBox="1"/>
          <p:nvPr/>
        </p:nvSpPr>
        <p:spPr>
          <a:xfrm>
            <a:off x="6824667" y="722908"/>
            <a:ext cx="364106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Jitter: Add random noise so the values aren’t plotted on top of each other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90"/>
          <p:cNvSpPr txBox="1"/>
          <p:nvPr/>
        </p:nvSpPr>
        <p:spPr>
          <a:xfrm>
            <a:off x="8556863" y="1980029"/>
            <a:ext cx="302553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Shrink the plotting symbol so they don’t plot on top of each other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081264A5-2FB6-3F3C-9B0A-14A984C32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34574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288F76-A24F-19D2-8885-4285ECE70246}"/>
                  </a:ext>
                </a:extLst>
              </p14:cNvPr>
              <p14:cNvContentPartPr/>
              <p14:nvPr/>
            </p14:nvContentPartPr>
            <p14:xfrm>
              <a:off x="1898640" y="779760"/>
              <a:ext cx="8707680" cy="3980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288F76-A24F-19D2-8885-4285ECE702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9280" y="770400"/>
                <a:ext cx="8726400" cy="399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FACILITATE COMPARISONS</a:t>
            </a:r>
            <a:endParaRPr/>
          </a:p>
        </p:txBody>
      </p:sp>
      <p:sp>
        <p:nvSpPr>
          <p:cNvPr id="924" name="Google Shape;924;p9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Put Juxtaposed plots on same scale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Make it easy to distinguish elements of  </a:t>
            </a:r>
            <a:r>
              <a:rPr lang="en-US" i="1" dirty="0"/>
              <a:t>superposed</a:t>
            </a:r>
            <a:r>
              <a:rPr lang="en-US" dirty="0"/>
              <a:t> plots, e.g. with color, line type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Avoid Stacking and Jiggling the baseline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Avoid angles, extra dimensions (e.g., areas rather than lines)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Don’t break the visual metaphor, i.e., if use rectangles, then area should correspond to value 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F39D0CD0-5355-52F4-EF7F-AA48183A37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34574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CDEB1B-556B-021A-7A06-A1823D9D3BB6}"/>
                  </a:ext>
                </a:extLst>
              </p14:cNvPr>
              <p14:cNvContentPartPr/>
              <p14:nvPr/>
            </p14:nvContentPartPr>
            <p14:xfrm>
              <a:off x="6003000" y="608040"/>
              <a:ext cx="3958920" cy="369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CDEB1B-556B-021A-7A06-A1823D9D3B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3640" y="598680"/>
                <a:ext cx="3977640" cy="371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9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MAKE A PLOT INFORMATION RICH</a:t>
            </a:r>
            <a:endParaRPr/>
          </a:p>
        </p:txBody>
      </p:sp>
      <p:sp>
        <p:nvSpPr>
          <p:cNvPr id="931" name="Google Shape;931;p92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Describe what you see in the Caption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Add context </a:t>
            </a:r>
            <a:r>
              <a:rPr lang="en-US" dirty="0">
                <a:solidFill>
                  <a:srgbClr val="000000"/>
                </a:solidFill>
              </a:rPr>
              <a:t>with Reference Markers </a:t>
            </a:r>
            <a:r>
              <a:rPr lang="en-US" dirty="0"/>
              <a:t>(lines and points) including text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>
                <a:solidFill>
                  <a:srgbClr val="000000"/>
                </a:solidFill>
              </a:rPr>
              <a:t>Add Legends and Labels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Use color and plotting symbols to add more information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Plot the same thing more than once in different ways/scales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Reduce clutter</a:t>
            </a: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DBE10FB5-98CC-823F-8FB5-CF844B134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34574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8B68B6-FD45-EDF2-8F0E-3B6F32035418}"/>
                  </a:ext>
                </a:extLst>
              </p14:cNvPr>
              <p14:cNvContentPartPr/>
              <p14:nvPr/>
            </p14:nvContentPartPr>
            <p14:xfrm>
              <a:off x="1146960" y="1888560"/>
              <a:ext cx="10562040" cy="448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8B68B6-FD45-EDF2-8F0E-3B6F320354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7600" y="1879200"/>
                <a:ext cx="10580760" cy="449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9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CAPTIONS</a:t>
            </a:r>
            <a:r>
              <a:rPr lang="zh-CN" altLang="en-US" dirty="0"/>
              <a:t> 标题</a:t>
            </a:r>
            <a:endParaRPr dirty="0"/>
          </a:p>
        </p:txBody>
      </p:sp>
      <p:sp>
        <p:nvSpPr>
          <p:cNvPr id="938" name="Google Shape;938;p9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Captions should be comprehensive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Self-contained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Captions should: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Describe what has been graphed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Draw attention to important features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Describe conclusions drawn from graph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graphicFrame>
        <p:nvGraphicFramePr>
          <p:cNvPr id="2" name="Google Shape;674;p58">
            <a:extLst>
              <a:ext uri="{FF2B5EF4-FFF2-40B4-BE49-F238E27FC236}">
                <a16:creationId xmlns:a16="http://schemas.microsoft.com/office/drawing/2014/main" id="{60E72E15-9C72-BC6F-952B-C0542C5195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34574"/>
              </p:ext>
            </p:extLst>
          </p:nvPr>
        </p:nvGraphicFramePr>
        <p:xfrm>
          <a:off x="0" y="6506740"/>
          <a:ext cx="12187000" cy="351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Scale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Conditioning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Perception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Transformation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Context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Smoothing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Philosophy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E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5529</TotalTime>
  <Words>2464</Words>
  <Application>Microsoft Macintosh PowerPoint</Application>
  <PresentationFormat>宽屏</PresentationFormat>
  <Paragraphs>329</Paragraphs>
  <Slides>39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Noto Sans Symbols</vt:lpstr>
      <vt:lpstr>Arial</vt:lpstr>
      <vt:lpstr>Calibri</vt:lpstr>
      <vt:lpstr>Cambria Math</vt:lpstr>
      <vt:lpstr>Gill Sans MT</vt:lpstr>
      <vt:lpstr>Helvetica</vt:lpstr>
      <vt:lpstr>Helvetica Neue</vt:lpstr>
      <vt:lpstr>Rockwell</vt:lpstr>
      <vt:lpstr>Wingdings</vt:lpstr>
      <vt:lpstr>Wingdings 2</vt:lpstr>
      <vt:lpstr>Oriel</vt:lpstr>
      <vt:lpstr>Data Visualization (ctnd): Chapter 11</vt:lpstr>
      <vt:lpstr>ANNOUNCEMENTS</vt:lpstr>
      <vt:lpstr>TRANSFORMATIONS</vt:lpstr>
      <vt:lpstr>WHY TRANSFORM VARIABLES?</vt:lpstr>
      <vt:lpstr>BASIC FUNCTIONAL RELATIONS</vt:lpstr>
      <vt:lpstr>PowerPoint 演示文稿</vt:lpstr>
      <vt:lpstr>LOGS AND COMPLEX RELATIONS KEPLER’S THIRD LAW (1619)</vt:lpstr>
      <vt:lpstr>LOGS AND COMPLEX RELATIONS KEPLER’S THIRD LAW</vt:lpstr>
      <vt:lpstr>ADD CONTEXT</vt:lpstr>
      <vt:lpstr>ADD CONTEXT</vt:lpstr>
      <vt:lpstr>LARGE N (RECORDS) SMOOTHING</vt:lpstr>
      <vt:lpstr>SMOOTHING SCATTER PLOTS</vt:lpstr>
      <vt:lpstr>SMOOTHING SCATTER PLOTS</vt:lpstr>
      <vt:lpstr>SMOOTHING SCATTER PLOTS</vt:lpstr>
      <vt:lpstr>SMOOTHING SCATTER PLOTS</vt:lpstr>
      <vt:lpstr>SMOOTHING SCATTER PLOTS</vt:lpstr>
      <vt:lpstr>SMOOTHING with KERNELS</vt:lpstr>
      <vt:lpstr>KERNEL DENSITY ESTIMATE:  ALTERNATIVE SMOOTHER </vt:lpstr>
      <vt:lpstr>KDE – 3 POINTS</vt:lpstr>
      <vt:lpstr>KDE – 3 POINTS</vt:lpstr>
      <vt:lpstr>KDE – 3 POINTS</vt:lpstr>
      <vt:lpstr>KDE – 3+ POINTS</vt:lpstr>
      <vt:lpstr>Many Kernels are possible – have to choose based on data</vt:lpstr>
      <vt:lpstr>Many Kernels are possible – have to choose based on data</vt:lpstr>
      <vt:lpstr>PowerPoint 演示文稿</vt:lpstr>
      <vt:lpstr>SMOOTHING SCATTER PLOTS</vt:lpstr>
      <vt:lpstr>SMOOTHING SCATTER PLOTS</vt:lpstr>
      <vt:lpstr>SMOOTHING SCATTER PLOTS</vt:lpstr>
      <vt:lpstr>LOCAL SMOOTHING</vt:lpstr>
      <vt:lpstr>CHERRY BLOSSOM RUN</vt:lpstr>
      <vt:lpstr>CHERRY BLOSSOM RUN</vt:lpstr>
      <vt:lpstr>CHERRY BLOSSOM RUN</vt:lpstr>
      <vt:lpstr>CHERRY BLOSSOM RUN</vt:lpstr>
      <vt:lpstr>PHILOSOPHY</vt:lpstr>
      <vt:lpstr>REVEAL THE DATA</vt:lpstr>
      <vt:lpstr>AVOID OVER-PLOTTING</vt:lpstr>
      <vt:lpstr>FACILITATE COMPARISONS</vt:lpstr>
      <vt:lpstr>MAKE A PLOT INFORMATION RICH</vt:lpstr>
      <vt:lpstr>CAPTIONS 标题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320</cp:revision>
  <dcterms:created xsi:type="dcterms:W3CDTF">2017-08-21T17:08:06Z</dcterms:created>
  <dcterms:modified xsi:type="dcterms:W3CDTF">2024-10-28T19:30:51Z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