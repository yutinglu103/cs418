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ink/ink2.xml" ContentType="application/inkml+xml"/>
  <Override PartName="/ppt/notesSlides/notesSlide4.xml" ContentType="application/vnd.openxmlformats-officedocument.presentationml.notesSlide+xml"/>
  <Override PartName="/ppt/ink/ink3.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4.xml" ContentType="application/inkml+xml"/>
  <Override PartName="/ppt/notesSlides/notesSlide7.xml" ContentType="application/vnd.openxmlformats-officedocument.presentationml.notesSlide+xml"/>
  <Override PartName="/ppt/ink/ink5.xml" ContentType="application/inkml+xml"/>
  <Override PartName="/ppt/notesSlides/notesSlide8.xml" ContentType="application/vnd.openxmlformats-officedocument.presentationml.notesSlide+xml"/>
  <Override PartName="/ppt/ink/ink6.xml" ContentType="application/inkml+xml"/>
  <Override PartName="/ppt/notesSlides/notesSlide9.xml" ContentType="application/vnd.openxmlformats-officedocument.presentationml.notesSlide+xml"/>
  <Override PartName="/ppt/ink/ink7.xml" ContentType="application/inkml+xml"/>
  <Override PartName="/ppt/notesSlides/notesSlide10.xml" ContentType="application/vnd.openxmlformats-officedocument.presentationml.notesSlide+xml"/>
  <Override PartName="/ppt/ink/ink8.xml" ContentType="application/inkml+xml"/>
  <Override PartName="/ppt/notesSlides/notesSlide11.xml" ContentType="application/vnd.openxmlformats-officedocument.presentationml.notesSlide+xml"/>
  <Override PartName="/ppt/ink/ink9.xml" ContentType="application/inkml+xml"/>
  <Override PartName="/ppt/notesSlides/notesSlide12.xml" ContentType="application/vnd.openxmlformats-officedocument.presentationml.notesSlide+xml"/>
  <Override PartName="/ppt/ink/ink10.xml" ContentType="application/inkml+xml"/>
  <Override PartName="/ppt/notesSlides/notesSlide13.xml" ContentType="application/vnd.openxmlformats-officedocument.presentationml.notesSlide+xml"/>
  <Override PartName="/ppt/ink/ink11.xml" ContentType="application/inkml+xml"/>
  <Override PartName="/ppt/notesSlides/notesSlide14.xml" ContentType="application/vnd.openxmlformats-officedocument.presentationml.notesSlide+xml"/>
  <Override PartName="/ppt/ink/ink12.xml" ContentType="application/inkml+xml"/>
  <Override PartName="/ppt/notesSlides/notesSlide15.xml" ContentType="application/vnd.openxmlformats-officedocument.presentationml.notesSlide+xml"/>
  <Override PartName="/ppt/ink/ink13.xml" ContentType="application/inkml+xml"/>
  <Override PartName="/ppt/notesSlides/notesSlide16.xml" ContentType="application/vnd.openxmlformats-officedocument.presentationml.notesSlide+xml"/>
  <Override PartName="/ppt/ink/ink14.xml" ContentType="application/inkml+xml"/>
  <Override PartName="/ppt/notesSlides/notesSlide17.xml" ContentType="application/vnd.openxmlformats-officedocument.presentationml.notesSlide+xml"/>
  <Override PartName="/ppt/ink/ink15.xml" ContentType="application/inkml+xml"/>
  <Override PartName="/ppt/notesSlides/notesSlide18.xml" ContentType="application/vnd.openxmlformats-officedocument.presentationml.notesSlide+xml"/>
  <Override PartName="/ppt/ink/ink16.xml" ContentType="application/inkml+xml"/>
  <Override PartName="/ppt/notesSlides/notesSlide19.xml" ContentType="application/vnd.openxmlformats-officedocument.presentationml.notesSlide+xml"/>
  <Override PartName="/ppt/ink/ink17.xml" ContentType="application/inkml+xml"/>
  <Override PartName="/ppt/ink/ink18.xml" ContentType="application/inkml+xml"/>
  <Override PartName="/ppt/notesSlides/notesSlide20.xml" ContentType="application/vnd.openxmlformats-officedocument.presentationml.notesSlide+xml"/>
  <Override PartName="/ppt/ink/ink19.xml" ContentType="application/inkml+xml"/>
  <Override PartName="/ppt/ink/ink20.xml" ContentType="application/inkml+xml"/>
  <Override PartName="/ppt/notesSlides/notesSlide21.xml" ContentType="application/vnd.openxmlformats-officedocument.presentationml.notesSlide+xml"/>
  <Override PartName="/ppt/ink/ink21.xml" ContentType="application/inkml+xml"/>
  <Override PartName="/ppt/notesSlides/notesSlide22.xml" ContentType="application/vnd.openxmlformats-officedocument.presentationml.notesSlide+xml"/>
  <Override PartName="/ppt/ink/ink22.xml" ContentType="application/inkml+xml"/>
  <Override PartName="/ppt/notesSlides/notesSlide23.xml" ContentType="application/vnd.openxmlformats-officedocument.presentationml.notesSlide+xml"/>
  <Override PartName="/ppt/ink/ink23.xml" ContentType="application/inkml+xml"/>
  <Override PartName="/ppt/ink/ink24.xml" ContentType="application/inkml+xml"/>
  <Override PartName="/ppt/notesSlides/notesSlide24.xml" ContentType="application/vnd.openxmlformats-officedocument.presentationml.notesSlide+xml"/>
  <Override PartName="/ppt/ink/ink25.xml" ContentType="application/inkml+xml"/>
  <Override PartName="/ppt/notesSlides/notesSlide25.xml" ContentType="application/vnd.openxmlformats-officedocument.presentationml.notesSlide+xml"/>
  <Override PartName="/ppt/ink/ink26.xml" ContentType="application/inkml+xml"/>
  <Override PartName="/ppt/ink/ink27.xml" ContentType="application/inkml+xml"/>
  <Override PartName="/ppt/notesSlides/notesSlide26.xml" ContentType="application/vnd.openxmlformats-officedocument.presentationml.notesSlide+xml"/>
  <Override PartName="/ppt/ink/ink28.xml" ContentType="application/inkml+xml"/>
  <Override PartName="/ppt/notesSlides/notesSlide27.xml" ContentType="application/vnd.openxmlformats-officedocument.presentationml.notesSlide+xml"/>
  <Override PartName="/ppt/ink/ink29.xml" ContentType="application/inkml+xml"/>
  <Override PartName="/ppt/ink/ink30.xml" ContentType="application/inkml+xml"/>
  <Override PartName="/ppt/notesSlides/notesSlide28.xml" ContentType="application/vnd.openxmlformats-officedocument.presentationml.notesSlide+xml"/>
  <Override PartName="/ppt/ink/ink31.xml" ContentType="application/inkml+xml"/>
  <Override PartName="/ppt/ink/ink32.xml" ContentType="application/inkml+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ink/ink33.xml" ContentType="application/inkml+xml"/>
  <Override PartName="/ppt/notesSlides/notesSlide31.xml" ContentType="application/vnd.openxmlformats-officedocument.presentationml.notesSlide+xml"/>
  <Override PartName="/ppt/ink/ink34.xml" ContentType="application/inkml+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ink/ink35.xml" ContentType="application/inkml+xml"/>
  <Override PartName="/ppt/notesSlides/notesSlide34.xml" ContentType="application/vnd.openxmlformats-officedocument.presentationml.notesSlide+xml"/>
  <Override PartName="/ppt/ink/ink36.xml" ContentType="application/inkml+xml"/>
  <Override PartName="/ppt/notesSlides/notesSlide35.xml" ContentType="application/vnd.openxmlformats-officedocument.presentationml.notesSlide+xml"/>
  <Override PartName="/ppt/ink/ink37.xml" ContentType="application/inkml+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ink/ink38.xml" ContentType="application/inkml+xml"/>
  <Override PartName="/ppt/notesSlides/notesSlide38.xml" ContentType="application/vnd.openxmlformats-officedocument.presentationml.notesSlide+xml"/>
  <Override PartName="/ppt/ink/ink39.xml" ContentType="application/inkml+xml"/>
  <Override PartName="/ppt/notesSlides/notesSlide39.xml" ContentType="application/vnd.openxmlformats-officedocument.presentationml.notesSlide+xml"/>
  <Override PartName="/ppt/ink/ink40.xml" ContentType="application/inkml+xml"/>
  <Override PartName="/ppt/notesSlides/notesSlide40.xml" ContentType="application/vnd.openxmlformats-officedocument.presentationml.notesSlide+xml"/>
  <Override PartName="/ppt/ink/ink41.xml" ContentType="application/inkml+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ink/ink42.xml" ContentType="application/inkml+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ink/ink43.xml" ContentType="application/inkml+xml"/>
  <Override PartName="/ppt/notesSlides/notesSlide46.xml" ContentType="application/vnd.openxmlformats-officedocument.presentationml.notesSlide+xml"/>
  <Override PartName="/ppt/ink/ink44.xml" ContentType="application/inkml+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ink/ink45.xml" ContentType="application/inkml+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ink/ink46.xml" ContentType="application/inkml+xml"/>
  <Override PartName="/ppt/notesSlides/notesSlide52.xml" ContentType="application/vnd.openxmlformats-officedocument.presentationml.notesSlide+xml"/>
  <Override PartName="/ppt/ink/ink47.xml" ContentType="application/inkml+xml"/>
  <Override PartName="/ppt/notesSlides/notesSlide53.xml" ContentType="application/vnd.openxmlformats-officedocument.presentationml.notesSlide+xml"/>
  <Override PartName="/ppt/ink/ink48.xml" ContentType="application/inkml+xml"/>
  <Override PartName="/ppt/notesSlides/notesSlide5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60" r:id="rId1"/>
  </p:sldMasterIdLst>
  <p:notesMasterIdLst>
    <p:notesMasterId r:id="rId57"/>
  </p:notesMasterIdLst>
  <p:sldIdLst>
    <p:sldId id="256" r:id="rId2"/>
    <p:sldId id="438" r:id="rId3"/>
    <p:sldId id="437" r:id="rId4"/>
    <p:sldId id="412" r:id="rId5"/>
    <p:sldId id="413" r:id="rId6"/>
    <p:sldId id="268" r:id="rId7"/>
    <p:sldId id="269" r:id="rId8"/>
    <p:sldId id="270" r:id="rId9"/>
    <p:sldId id="271" r:id="rId10"/>
    <p:sldId id="272" r:id="rId11"/>
    <p:sldId id="273" r:id="rId12"/>
    <p:sldId id="414" r:id="rId13"/>
    <p:sldId id="275" r:id="rId14"/>
    <p:sldId id="276" r:id="rId15"/>
    <p:sldId id="277" r:id="rId16"/>
    <p:sldId id="278" r:id="rId17"/>
    <p:sldId id="279" r:id="rId18"/>
    <p:sldId id="280" r:id="rId19"/>
    <p:sldId id="281" r:id="rId20"/>
    <p:sldId id="282" r:id="rId21"/>
    <p:sldId id="283" r:id="rId22"/>
    <p:sldId id="284" r:id="rId23"/>
    <p:sldId id="285" r:id="rId24"/>
    <p:sldId id="286" r:id="rId25"/>
    <p:sldId id="287" r:id="rId26"/>
    <p:sldId id="288" r:id="rId27"/>
    <p:sldId id="289" r:id="rId28"/>
    <p:sldId id="415" r:id="rId29"/>
    <p:sldId id="291" r:id="rId30"/>
    <p:sldId id="292" r:id="rId31"/>
    <p:sldId id="293" r:id="rId32"/>
    <p:sldId id="294" r:id="rId33"/>
    <p:sldId id="295" r:id="rId34"/>
    <p:sldId id="296" r:id="rId35"/>
    <p:sldId id="298" r:id="rId36"/>
    <p:sldId id="299" r:id="rId37"/>
    <p:sldId id="301" r:id="rId38"/>
    <p:sldId id="302" r:id="rId39"/>
    <p:sldId id="303" r:id="rId40"/>
    <p:sldId id="304" r:id="rId41"/>
    <p:sldId id="305" r:id="rId42"/>
    <p:sldId id="306" r:id="rId43"/>
    <p:sldId id="307" r:id="rId44"/>
    <p:sldId id="308" r:id="rId45"/>
    <p:sldId id="309" r:id="rId46"/>
    <p:sldId id="310" r:id="rId47"/>
    <p:sldId id="311" r:id="rId48"/>
    <p:sldId id="312" r:id="rId49"/>
    <p:sldId id="313" r:id="rId50"/>
    <p:sldId id="314" r:id="rId51"/>
    <p:sldId id="416" r:id="rId52"/>
    <p:sldId id="417" r:id="rId53"/>
    <p:sldId id="418" r:id="rId54"/>
    <p:sldId id="419" r:id="rId55"/>
    <p:sldId id="397" r:id="rId56"/>
  </p:sldIdLst>
  <p:sldSz cx="12192000" cy="6858000"/>
  <p:notesSz cx="6858000" cy="9144000"/>
  <p:defaultTex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36" roundtripDataSignature="AMtx7mgjr6sOdHEeufIgXygRCCpSkdg5S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1E43D9A-B9CC-D204-4563-8196A434CD32}" name="Ravi, Sathya" initials="" userId="S::sathya@uic.edu::617e2e82-06a6-4137-a700-b460764285c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E86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A29F83C-5B16-4E0F-93E5-201A7CBD518D}">
  <a:tblStyle styleId="{CA29F83C-5B16-4E0F-93E5-201A7CBD518D}" styleName="Table_0">
    <a:wholeTbl>
      <a:tcTxStyle b="off" i="off">
        <a:font>
          <a:latin typeface="Rockwell"/>
          <a:ea typeface="Rockwell"/>
          <a:cs typeface="Rockwel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7E8E7"/>
          </a:solidFill>
        </a:fill>
      </a:tcStyle>
    </a:wholeTbl>
    <a:band1H>
      <a:tcTxStyle b="off" i="off"/>
      <a:tcStyle>
        <a:tcBdr/>
        <a:fill>
          <a:solidFill>
            <a:srgbClr val="EFCECA"/>
          </a:solidFill>
        </a:fill>
      </a:tcStyle>
    </a:band1H>
    <a:band2H>
      <a:tcTxStyle b="off" i="off"/>
      <a:tcStyle>
        <a:tcBdr/>
      </a:tcStyle>
    </a:band2H>
    <a:band1V>
      <a:tcTxStyle b="off" i="off"/>
      <a:tcStyle>
        <a:tcBdr/>
        <a:fill>
          <a:solidFill>
            <a:srgbClr val="EFCECA"/>
          </a:solidFill>
        </a:fill>
      </a:tcStyle>
    </a:band1V>
    <a:band2V>
      <a:tcTxStyle b="off" i="off"/>
      <a:tcStyle>
        <a:tcBdr/>
      </a:tcStyle>
    </a:band2V>
    <a:lastCol>
      <a:tcTxStyle b="on" i="off">
        <a:font>
          <a:latin typeface="Rockwell"/>
          <a:ea typeface="Rockwell"/>
          <a:cs typeface="Rockwell"/>
        </a:font>
        <a:schemeClr val="lt1"/>
      </a:tcTxStyle>
      <a:tcStyle>
        <a:tcBdr/>
        <a:fill>
          <a:solidFill>
            <a:schemeClr val="accent1"/>
          </a:solidFill>
        </a:fill>
      </a:tcStyle>
    </a:lastCol>
    <a:firstCol>
      <a:tcTxStyle b="on" i="off">
        <a:font>
          <a:latin typeface="Rockwell"/>
          <a:ea typeface="Rockwell"/>
          <a:cs typeface="Rockwell"/>
        </a:font>
        <a:schemeClr val="lt1"/>
      </a:tcTxStyle>
      <a:tcStyle>
        <a:tcBdr/>
        <a:fill>
          <a:solidFill>
            <a:schemeClr val="accent1"/>
          </a:solidFill>
        </a:fill>
      </a:tcStyle>
    </a:firstCol>
    <a:lastRow>
      <a:tcTxStyle b="on" i="off">
        <a:font>
          <a:latin typeface="Rockwell"/>
          <a:ea typeface="Rockwell"/>
          <a:cs typeface="Rockwel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Rockwell"/>
          <a:ea typeface="Rockwell"/>
          <a:cs typeface="Rockwel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429"/>
    <p:restoredTop sz="83645"/>
  </p:normalViewPr>
  <p:slideViewPr>
    <p:cSldViewPr snapToGrid="0">
      <p:cViewPr varScale="1">
        <p:scale>
          <a:sx n="92" d="100"/>
          <a:sy n="92" d="100"/>
        </p:scale>
        <p:origin x="416" y="16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138" Type="http://schemas.openxmlformats.org/officeDocument/2006/relationships/viewProps" Target="viewProps.xml"/><Relationship Id="rId141"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136" Type="http://customschemas.google.com/relationships/presentationmetadata" Target="meta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13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13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2.773"/>
    </inkml:context>
    <inkml:brush xml:id="br0">
      <inkml:brushProperty name="height" value="0.053" units="cm"/>
      <inkml:brushProperty name="color" value="#FF0000"/>
    </inkml:brush>
  </inkml:definitions>
  <inkml:trace contextRef="#ctx0" brushRef="#br0">4784 5003 8912,'-25'27'0,"-2"-6"0,1-8 0,3-7 0,4-6 0,1-6 0,9 4 0,-1-5 0,4 7 0,-3 0 0,-8 0 0,5 2 0,1 2 0,-3 1 0,7 1 0,-9-6 0,7 0 0</inkml:trace>
  <inkml:trace contextRef="#ctx0" brushRef="#br0" timeOffset="1">4698 5330 8912,'17'-17'0,"0"1"0,-1 3 0,-3 2 0,-1-3 0,-9 7 0,5-1 0,-16 8 0,-3 0 0,-4 0 0,-3 8 0,1-7 0,0 5 0,0-4 0,5-2 0,1 0 0,5 0 0,-5 0 0,-3 0 0,5-2 0,-3-4 0,6 5 0,-5-5 0,5-2 0,-5 2 0,5 1 0,-5 5 0,-1-6 0,-5 0 0,-2 1 0,-2 5 0,-4 0 0,-2 0 0,-3 1 0,-11 5 0,3 2 0,-8 3 0,-5 5 0,-9-5 0,-1 4 0,-4 2 0,0 1 0,2-1 0,-8-2 0,8-3 0,-6 3 0,12-4 0,-2-1 0,1-1 0,-3 1 0,0 0 0,-6-5 0,4 7 0,2-1 0,-2 6 0,7-1 0,-1-5 0,5 4 0,6-3 0,2-4 0,4-3 0,2 3 0,-8-2 0,6-1 0,-6-5 0,0 0 0,-5-2 0,-1-1 0,0-3 0,8-2 0,4 3 0,-4 3 0,0-4 0,2 2 0,8-2 0,-1 4 0,7-3 0,-7 3 0,-5 2 0,9 0 0,-3 0 0,3 6 0,-3-1 0,5 7 0,1-7 0,1 9 0,-2-3 0,4 5 0,8 1 0,0 0 0,0 0 0,5 0 0,1 1 0,7-1 0,-2 0 0,4 2 0,2 4 0,0-4 0,0 4 0,0 2 0,0-2 0,0 2 0,2-4 0,2 3 0,2 3 0,5-4 0,-3 6 0,1-1 0,5-1 0,-5 4 0,3-8 0,-1 5 0,7-5 0,1 0 0,2-6 0,4 1 0,1-1 0,1-2 0,2-4 0,9 5 0,-4-5 0,5-3 0,-5-2 0,2-3 0,5 3 0,-3-4 0,6 4 0,0-4 0,0-2 0,-4 0 0,6 0 0,2 0 0,9 0 0,-4 0 0,7-2 0,-3-2 0,0-2 0,8-5 0,-1 5 0,3-7 0,1 1 0,1-1 0,0 1 0,2-1 0,3 7 0,-3-5-107,4 5 1,-7 0 106,-4 6 0,-3 0 0,-4 0 0,-3 6 0,3 0 0,-3 7 0,-1-3 0,3 1 0,1 1 0,6-7 0,-6 7 0,3-6 0,-3 3 0,4-1 0,0-4 0,1-3 0,-5-1 0,4 0 0,8 0 0,7 0-185,5 0 1,-3 0 184,2 0 0,-7 0 0,2 0 0,1 0 0,-1 0 0,7-1 0,-2-3 0,2-2 0,-1 2 0,1 2 0,-7 2 0,-8 2 0,-10 4 0,-4 3 0,-1 9 0,5-3 0,1-4 0,5 5 0,-6-5 0,6 3 0,-5-3 0,3 2 0,-8-5 0,-3 0 102,0-1 1,0 1-103,1-2 0,7-4 0,-1 3 0,8-3 0,-2-2 0,4 0 0,2 0 0,0 0 0,-1 0 0,-6-5 0,-5-3 0,-3 0 0,-3 1 0,5-5 94,-5 6 0,7-5 1,-9 3-1,9 1-94,3-1 0,-6 0 0,3 3 0,-5 3 0,-1-4 0,-1-2 0,1 3 0,0-1 0,-1 6 0,3-6 0,3 0 0,10 1 0,10 5 0,-1-2 0,1-4 0,1 4 0,-9-4 0,3 4 0,-8 2 0,3 0 0,1 0 0,-5 0 0,1 0 0,-1 0 0,5 0 0,5 0 0,-4 0 0,2 0 0,-14 0 0,0 0 0,-3 0 0,3 0 0,6 0 0,-1 0 0,1 0 0,0 0 0,6 0 0,-2 2 0,-4 4 0,-4-4 0,-7 4 0,-1-2 0,1 1 0,-1-3 0,1 4 0,5-4 0,3-2 0,1 0 0,4 0 0,0 0 0,-2 0 0,-4 0 0,-7 0 0,-6 6 0,0-1 0,-6 1 0,6-6 0,-6 0 0,6 0 0,0 0 0,5 0 0,1 0 0,0 0 0,-1-2 0,1-4 0,-1 5 0,1-5 0,-6 2 0,0-2 0,-6 2 0,6-7 0,-6 5 0,6-5 0,-6 5 0,4-5 0,0-1 0,0 3 0,-4-7 0,6 5 0,-8-4 0,2-3 0,-3 1 0,-3 0 0,-5-2 0,0-4 0,-6 4 0,5-4 0,-7 2 0,0 0 0,-5-4 0,-5-2 0,0 6 0,7-2 0,-9 2 0,-3 0 0,-2-2 0,2 2 0,-5 2 0,5 2 0,-10 0 0,-1 0 0,-11-2 0,-1-4 0,-4 4 0,-13-4 0,-5-2 0,-14 0 0,-4 0 0,-7 0 0,-4-3 0,-7 5 0,4-6-165,-3 6 0,7 0 165,-2 6 0,10 0 0,-10 0 0,4 5 0,-6 3 0,-3 1 0,-7 4 0,-1-3 0,2 1 0,-4-2 0,3 2 0,-11 3-161,44-3 1,-1 0 0,-1 3-1,1 0 161,0-2 0,0-1 0,0 3 0,1 0 0,-39-8 0,5 5 0,15-4 0,6 1 0,10-1 0,7 7 0,9-3 0,-15-2 0,-5 1 0,-6-3 0,-2-3 0,-8 3 0,-9-1 0,-5 7-229,-1-2 0,0 2 229,0-2 0,-7 5 0,44-2 0,0 0 0,-43 1 0,6 2 0,16 0 0,14-2 0,6-2 147,5-2 0,4 1-147,-5 5 0,-1 0 157,-11 0 0,-3 0 1,-12 0-1,-5 0-157,-8 0 0,-6 0 0,2 0 0,-1 0 0,1 0 0,40 0 0,-2 2-125,1 1 1,-1-1-1,2-1 1,1 0 124,-43 5 0,6-2 0,6 2 0,-1-5 0,11 5 0,3-4 104,0-2 1,-6 0-105,-2 0 0,-12 0 0,0 0 0,3 0 0,4 0 0,0 0 0,-6 0 0,-6 0 0,0 0 0,4 0 0,6 0 0,5 0 0,9 0 0,1 6 0,4 0 0,3-1 0,9-5 0,-1 6 0,0 0 0,-7 0 0,-2-5 0,-2 3 0,0 2 0,2 2 0,-2-3 0,-3-3 0,9 4 0,0 2 0,5-3 0,1 1 0,-1-6 0,2 2 0,4 4 0,-2-4 0,8 3 0,2-1 254,2 2 1,-4-4-255,-1 4 0,7 1 0,5 1 0,1 0 143,1-1 1,-4 5-144,8-7 0,0 9 0,8-10 0,4 7 0,-5-7 0,13 3 0,-9-5 0,-1 2 0,-3 2 0,-3 5 0,-4-5 0,2 6 0,-7-7 0,-7 9 0,-5-3 0,-6 3 0,6-3 0,6 2 0,7-5 0,2 0 0,4-1 0,9 7 0,7-5 0,10 8 0,5-7 0,23-2 0,3-8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2.775"/>
    </inkml:context>
    <inkml:brush xml:id="br0">
      <inkml:brushProperty name="height" value="0.053" units="cm"/>
      <inkml:brushProperty name="color" value="#FF0000"/>
    </inkml:brush>
  </inkml:definitions>
  <inkml:trace contextRef="#ctx0" brushRef="#br0">29100 5106 8912,'-8'10'0,"-3"-4"0,-5-4 0,-1-2 0,0 0 0,0 0 0,0 0 0,-1 0 0,1 0 0,6 0 0,-1 0 0,-1 0 0,5 0 0,1 0 0,7 0 0,0 1 0,0 5 0,0-2 0,0 7 0,0-5 0,0 6 0,-8-1 0,-4 6 0,-5 2 0,-6 4 0,-3-2 0,-9 8 0,1-6 0,-1 6 0,-1-6 0,-4 5 0,-4 1 0,0-2 0,-12 11 0,5-4 0,-12 4-139,0-3 1,-2 5 138,1 0 0,-1 8 0,8-2 0,0-4 0,7-2 0,4-4 0,6-2 0,6 1 0,5-1 0,-2-7 0,8-4 0,0 2 0,6-2 0,0 0 0,0-6 0,5-6 0,1 1 0,-3 1 277,-1 2-277,-2-5 0,7-2 0,3-8 0,7 0 0,0 0 0,5-2 0,1-4 0,0-4 0,-6-7 0,8-8 0,1-1 0</inkml:trace>
  <inkml:trace contextRef="#ctx0" brushRef="#br0" timeOffset="1">27723 5674 8912,'0'-12'0,"2"3"0,4 1 0,-4-5 0,3 1 0,3 3 0,-2-3 0,0 7 0,-6-7 0,0 8 0,-2-3 0,-2 8 0,-2 5 0,-2-2 0,3 8 0,-5 5 0,-7 6 0,0 7 0,0-1 0,-3 3 0,-3 3 0,-3 9 0,-9 7 0,-5 8 0,0 10 0,0 6 0,5-1 0,3-3 0,3-6 0,1-4 0,10-15 0,5-2 0,13-21 0,8-8 0,3-9 0,4-4 0,3-2 0,1-2 0,4-4 0,-2 2 0,7-7 0,1 5 0,5-5 0,9 5 0,2-6 0,7 1 0,3-6 0,3-1 0,-3 1 0,-1 0 0,-3 0 0,-1 0 0,-4-1 0,-6 3 0,-11 4 0,-4-3 0,-8 9 0,-2-3 0,-3 2 0,-5 4 0,-9-5 0,-3 7 0,1 0 0,-8 0 0,9 2 0,-3 3 0,-4-3 0,8 6 0,-7-8 0,3 0 0,4 0 0,-13 8 0,5 1 0</inkml:trace>
  <inkml:trace contextRef="#ctx0" brushRef="#br0" timeOffset="2">25417 7135 8912,'-2'15'0,"-3"-3"0,-7-4 0,-3-1 0,-2-5 0,-1 4 0,9-6 0,3-6 0,4 4 0,4-5 0,4 7 0,3 0 0,9 0 0,-1 0 0,0 0 0,6 5 0,0 1 0,6 0 0,-6-6 0,7 5 0,-1 1 0,3 0 0,3-6 0,5 0 0,0 2 0,0 2 0,2 1 0,-5 1 0,3-6 0,4 0 0,2 0 0,3 0 0,3 0 0,0 0 0,-1 0 0,3 0 0,3 0 0,-5 0 0,-1 0 0,-7 0 0,-7 0 0,1-2 0,2-4 0,-6 3 0,-5-9 0,-6 8 0,6-1 0,-8-3 0,2 2 0,-4 1 0,-2 5 0,-7-8 0,5 6 0,-13-6 0,5 8 0,-8 0 0,-5 0 0,4 0 0,-6 0 0,1 0 0,5 0 0,-6 0 0,8 0 0,0 0 0,-8-7 0,-1-3 0</inkml:trace>
  <inkml:trace contextRef="#ctx0" brushRef="#br0" timeOffset="3">25555 5467 8912,'-2'10'0,"-4"-4"0,-3-2 0,-1 1 0,-5-3 0,3 6 0,-3-1 0,5-3 0,5 8 0,-3-1 0,2 8 0,3 2 0,1 2 0,4 8 0,3-3 0,3 5 0,3 1 0,5-1 0,-5-3 0,4-3 0,3-2 0,-1-2 0,0-6 0,0 0 0,1-7 0,-3-6 0,-2-8 0,-1-8 0,-3-11 0,3-5 0,-3-5 0,-3-1 0,-4-6 0,4 0 0,-4 0 0,-2 5 0,0 8 0,0 4 0,0 4 0,0 2 0,0 0 0,0 7 0,0 5 0,0 10 0,0 11 0,0 9 0,0 1 0,0 5 0,0-4 0,0 1 0,0-1 0,0 2 0,1-4 0,5-8 0,-4 0 0,4 0 0,-4 0 0,-2-7 0,7-3 0,-5-8 0,4-5 0,2-9 0,-3-8 0,7-8 0,-4 2 0,1-1 0,5 1 0,-5-1 0,3 7 0,-1 0 0,6 6 0,-5 1 0,-1 5 0,1 3 0,5 10 0,0 4 0,-5 5 0,-3 10 0,1 4 0,-1 2 0,-5 2 0,2 5 0,-4-5 0,-2-1 0,-2-7 0,-4 2 0,-4-9 0,-7-3 0,0-7 0,-8-12 0,-2-11 0</inkml:trace>
  <inkml:trace contextRef="#ctx0" brushRef="#br0" timeOffset="4">25503 5003 8912,'-25'-7'0,"4"3"0,-7-8 0,7 7 0,-2-5 0,4 2 0,9 3 0,4 5 0,12 0 0,11 2 0,12 3 0,11-1 0,6 8 0,2-3 0,-2 3 0,1 1 0,-6-7 0,-1 7 0,-6-3 0</inkml:trace>
  <inkml:trace contextRef="#ctx0" brushRef="#br0" timeOffset="5">26140 4986 8912,'10'11'0,"-5"1"0,-3-8 0,-9 3 0,5-5 0,-4 4 0,4 9 0,2 8 0,8 8 0,3-3 0,6 11 0,6 1 0,-4 13 0,4-1 0,2 3 0,-2-3 0,-2-1 0,-9 1 0,3-2 0,-4-4 0,-3-12 0,-2-11 0,-6-6 0,-6-6 0,-19-11 0,-11-9 0</inkml:trace>
  <inkml:trace contextRef="#ctx0" brushRef="#br0" timeOffset="6">26054 5485 8912,'17'0'0,"0"0"0,-7 0 0,-2-8 0,-8-2 0,1-7 0,5 0 0,6 0 0,9 0 0,2-1 0,9-1 0,3-4 0,-1-1 0,6-5 0,-4-2 0,-1 8 0,-1-5 0,1 5 0,-3-6 0,-3 6 0,-12 0 0,-11 6 0,2 0 0,-3 0 0,-1 2 0,-10 3 0,-3-3 0,-8 13 0,-1-4 0,7 4 0,-1 2 0,9 14 0,-3 3 0,-2 6 0,2 0 0,3 5 0,1 5 0,2 7 0,0 0 0,0 8 0,0-2 0,0-2 0,0 1 0,0-6 0,2 3 0,1-2 0,3 0 0,0-8 0,-6-9 0,8-4 0,-6-1 0,7-17 0,-3-6 0,-2-11 0,7-6 0,-5-5 0,5-8 0,-5 7 0,6-1 0,-7 10 0,7 2 0,-3 0 0,3 5 0,3 4 0,-3 3 0,3 3 0,2 2 0,0 0 0,0 0 0,1 0 0,1 0 0,4 0 0,-4 0 0,6-2 0,-2-2 0,0-2 0,1-5 0,-1 5 0,-3-7 0,2 1 0,-2-3 0,-9-2 0,1 0 0,-9 5 0,3 1 0,-6 7 0,-6-2 0,3 4 0,-9 2 0,1 0 0,-7 0 0,1 14 0,0 3 0,0 6 0,0 0 0,5-4 0,2 6 0,3-2 0,3-1 0,2 1 0,2-5 0,10-7 0,7 1 0,8-9 0,9 3 0,6-12 0,0-5 0,8-12 0,-2-6 0,-4-11 0,0-4 0,-7-7 0</inkml:trace>
  <inkml:trace contextRef="#ctx0" brushRef="#br0" timeOffset="7">27345 5038 8912,'-12'0'0,"1"0"0,-3 2 0,-9 3 0,2 5 0,-7 7 0,7 2 0,-2 4 0,3 4 0,3 7 0,0 2 0,0 5 0,7-5 0,5 4 0,3-6 0,4-3 0,3-4 0,7-3 0,-3-8 0,3-10 0,-1-6 0,6-6 0,1-6 0,-1-11 0,0-9 0,0-8 0,1-8 0,-1 0 0,-2-3 0,-3-1 0,1-9 0,-7 9 0,-1-3 0,-5 3 0,0 1 0,0-1 0,0 8 0,0 4 0,-2 8 0,-3 9 0,3 0 0,-12 23 0,9 2 0,1 15 0,2 15 0,2 12 0,0 14 0,0-5 0,0 5 0,2 1 0,4-2 0,1 0 0,7-5 0,-1-2 0,6-5 0,-2-3 0,6-7 0,4-5 0,2-7 0,3-7 0,3-16 0,-7-10 0,1-7 0,-2-8 0,1-9 0,-1-3 0,-4-3 0,-4 2 0,4-8 0,-4 10 0,-3 0 0,-5 7 0,-5 4 0,-4 2 0,-2 6 0,-2 7 0,-4 5 0,-5 3 0,-12 2 0,-2 2 0,-4 3 0,-1 7 0,7 11 0,-6-2 0,6 8 0,0-1 0,6 7 0,2-3 0,3-3 0,-1 3 0,7-3 0,0-2 0,6 1 0,0-7 0,0 2 0,8-6 0,3-5 0,5-5 0,1-7 0,0-3 0,2-7 0,2-9 0,2-6 0,6-4 0,-6-5 0,0 0 0,-6-1 0,0 3 0,0 3 0,1-3 0,-1 3 0,0 10 0,0 2 0,-5 5 0,-1 1 0,-5 3 0,3 10 0,-1 4 0,0 3 0,-3 9 0,-3-1 0,4 0 0,2 0 0,-2 0 0,5 1 0,-5-1 0,1-6 0,-1 1 0,4-9 0,7 3 0,0-4 0,0-4 0,1-4 0,-3-11 0,-4-11 0,5-5 0,1-9 0,10-2 0</inkml:trace>
  <inkml:trace contextRef="#ctx0" brushRef="#br0" timeOffset="8">28188 4505 8912,'9'-18'0,"-1"1"0,-10 10 0,-4 7 0,3 9 0,-9 14 0,3 6 0,-3 11 0,-1 4 0,7 7 0,2 3 0,2 3 0,2-1 0,0 7 0,0-8 0,0 2 0,0 1 0,0-7 0,-7-3 0,-3-14 0</inkml:trace>
  <inkml:trace contextRef="#ctx0" brushRef="#br0" timeOffset="9">28016 4952 8912,'0'-12'0,"0"1"0,0 7 0,0-4 0,2 3 0,5-3 0,10-2 0,10 5 0,13-7 0,10 1 0,7-7 0,10 1 0,2 0 0,8-8 0,9-1 0</inkml:trace>
  <inkml:trace contextRef="#ctx0" brushRef="#br0" timeOffset="10">28756 4591 8912,'0'-10'0,"-8"2"0,-3 8 0,-7 0 0,-5 0 0,2 8 0,-7 3 0,1 12 0,-2 6 0,-1 4 0,7 1 0,-6 0 0,6 1 0,2 5 0,10 0 0,5-4 0,4-5 0,2-1 0,0-7 0,2-6 0,4-5 0,5-8 0,12 1 0,-2-12 0,8-10 0,-3-8 0,3-10 0,-2 1 0,-6 0 0,4-3 0,2-3 0,-6 4 0,2-4 0,-4 4 0,-2 1 0,0 6 0,0 1 0,1 9 0,-1 2 0,0 9 0,0 6 0,-2 12 0,-3 7 0,9 2 0,-4 9 0,12 1 0,0 6 0,11-9 0,6-3 0,11-4 0,4-9 0,8-2 0</inkml:trace>
  <inkml:trace contextRef="#ctx0" brushRef="#br0" timeOffset="11">24694 10144 8912,'18'0'0,"-9"8"0,-1-6 0,-8 5 0,0-7 0,0-7 0,-2 5 0,-4-4 0,-3 4 0,-9 2 0,7 0 0,0 0 0,-3 0 0,-1 0 0,-2 0 0,-8 0 0,-4 0 0,-3 0 0,-5 2 0,-1 4 0,-2 5 0,-14 4 0,3 3 0,-12 1 0,-1 4 0,-8-2 0,-3 7 0,-7-5 0,2 4 0,-4 0 0,-2-1 0,1-3-197,5 6 1,4-8 196,7 2 0,-6-4 0,1-2 0,7 0 0,9 1 0,12-7 0,6 1 0,6-3 0,5 3 0,12-5 0,11-7 0,12 0 0,-4 0 393,6 0-393,-1 0 0,-5 0 0,6 0 0,-16 6 0,-3 2 0,-3 1 0,3 4 0,-3-3 0,9 1 0,-9 1 0,12-3 0,-5-1 0,7-8 0</inkml:trace>
  <inkml:trace contextRef="#ctx0" brushRef="#br0" timeOffset="12">23266 10092 8912,'0'-11'0,"0"-1"0,-8 9 0,-3-3 0,0 4 0,-5 2 0,-5 2 0,-4 4 0,-5 3 0,-10 10 0,-6 6 0,-4 10 0,-7 8 0,-3 13 0,-1 3 0,-4 2 0,4 2 0,-2 4 0,2-2 0,5-2 0,-1-13 0,11 1 0,4-11 0,2 1 0,3-5 0,3-2 0,13-7 0,4-4 0,11-10 0,0-1 0,4-7 0,2 7 0,8-8 0,4 2 0,5-5 0,6-1 0,11 6 0,12 0 0,6 0 0,5-6 0,4-2 0,8-4 0,4 4 0,-5-4 0,-4 4 0,-3 2 0,-8 2 0,5 4 0,-7 4 0,-5 7 0,-9 0 0,-9 0 0,-7 0 0,2 1 0,-11 5 0,-7-1 0,-3 9 0,-2-2 0,-2-5 0,-3-1 0,-13-3 0,-8-3 0</inkml:trace>
  <inkml:trace contextRef="#ctx0" brushRef="#br0" timeOffset="13">9413 12620 8912,'12'0'0,"-1"0"0,-5 0 0,3-2 0,-1-4 0,0-2 0,-4-5 0,1 2 0,-1-3 0,-4 7 0,-4-1 0,-1 0 0,-3 6 0,2-3 0,2 3 0,-5 0 0,-1-2 0,1-2 0,-3 1 0,-5 5 0,-8 7 0,-6 7 0,-7 9 0,-8 11 0,-11 18 0,-6 16 0,29-24 0,1 4-324,-2 5 0,1 3 0,0 11 1,1 3 323,0 4 0,3 1 0,3 3 0,4 1 0,5-1 0,2-1 0,2-8 0,3-1 0,5-3 0,3-2 0,2-6 0,3-3 0,14 40 0,9-16 0,9-32 0,0-6 0,1-11 0,13-4 0,3-8 0,7-6 0,-1 1 0,6-9 0,12 3 0,-5-6 0,5-6 0,-8-3 0,-10-8 0,4-8 0,-18-4 0,-13-3 0,-11-3 0</inkml:trace>
  <inkml:trace contextRef="#ctx0" brushRef="#br0" timeOffset="14">10153 12981 8912,'0'-12'0,"0"1"0,-2-1 0,-2 1 0,-3 1 0,-3 3 0,-3 3 0,-3 4 0,1 8 0,2 9 0,1 10 0,9 18 0,-3 9 0,4 7 0,2 10 0,0-3 0,0 9 0,2-3 0,4 1 0,3-8 0,8-10 0,0-13 0,1-10 0,5-7 0,0-12 0,-2-3 0,-2-6 0,4-12 0,0-6 0,-2-5 0,-10-6 0,4-3 0,-5-16 0,7-2 0</inkml:trace>
  <inkml:trace contextRef="#ctx0" brushRef="#br0" timeOffset="15">10342 13342 8912,'0'-12'0,"0"1"0,6 5 0,0-5 0,0 7 0,-6 4 0,0 11 0,0 10 0,0 2 0,0 8 0,0-2 0,0 1 0,0-1 0,2 1 0,1-5 0,5-2 0,2-4 0,-5 2 0,7-9 0,-1-5 0,6-1 0,1-6 0,-1-6 0,-6-9 0,1-8 0,-8-7 0,1 1 0,-5-4 0,-5-1 0,-7 0 0,-3-1 0,-2 7 0,-1-1 0,-1 8 0,-4-2 0,4 12 0,-4 5 0,10 4 0,1 2 0,9 8 0,-3 3 0,4 6 0,4 6 0,6 4 0,9 0 0,2-3 0,10-6 0,7 6 0,8 3 0</inkml:trace>
  <inkml:trace contextRef="#ctx0" brushRef="#br0" timeOffset="16">10910 13393 8912,'-17'0'0,"-6"-1"0,0-5 0,0 4 0,6-4 0,-2 2 0,-4-1 0,4 3 0,-4-4 0,10 6 0,3 6 0,2 5 0,4 4 0,3 5 0,1 2 0,5-2 0,1 3 0,13-2 0,-2 1 0,10-8 0,-4 3 0,6-11 0,-6-1 0,0-3 0,2-2 0,-8-2 0,0-3 0,-6-7 0,-5-11 0,-4 4 0,4-4 0,-10-1 0,-2 1 0,-13-6 0,2 6 0,-4 0 0,-4-2 0,4 6 0,-8-4 0,8 12 0,-2 5 0,4-2 0,2 3 0,7-1 0,7 12 0,12-1 0,10-1 0,6-2 0,4-2 0,5 0 0,1 0 0,7-8 0,2-1 0</inkml:trace>
  <inkml:trace contextRef="#ctx0" brushRef="#br0" timeOffset="17">11100 13101 8912,'17'-9'0,"-6"-7"0,1 5 0,-8 1 0,1-1 0,-3 5 0,-2-5 0,0 7 0,-7-4 0,-1 16 0,-5 5 0,3 8 0,2 8 0,-3 11 0,5 6 0,0 9 0,6 3 0,0 5 0,0-6 0,0 2 0,0-2 0,8-3 0,4 3 0,3-11 0,2-6 0,0-7 0,0-10 0,1 0 0,-1-37 0,0 3 0</inkml:trace>
  <inkml:trace contextRef="#ctx0" brushRef="#br0" timeOffset="18">11306 13290 8912,'12'0'0,"-1"0"0,-7-2 0,2-3 0,-4 3 0,-4-6 0,-4 10 0,-6 4 0,-3 3 0,-2 10 0,0 4 0,-1 6 0,1 3 0,0 3 0,2-1 0,3 1 0,-1 5 0,7 0 0,0-2 0,6-9 0,0 1 0,2-7 0,6-4 0,9-5 0,2-7 0,10-7 0,0-9 0,5-8 0,6-4 0,0-14 0,6 5 0,-6-11 0,1 5 0,-7 2 0,0-1 0,1 1 0,-8 7 0,-4 4 0,-12 4 0,-5 2 0,-4 0 0,-2 7 0,-2 5 0,-4 10 0,2 5 0,-7 7 0,7 6 0,-2 2 0,4 2 0,2 3 0,0-5 0,0-2 0,0-2 0,0 2 0,6-4 0,0 4 0,7-4 0,-3-4 0,7-3 0,-6-3 0,1-5 0,1 2 0,3-2 0,1-8 0,0-2 0,-7-15 0,12 2 0,-2-15 0</inkml:trace>
  <inkml:trace contextRef="#ctx0" brushRef="#br0" timeOffset="19">11822 12981 8912,'-7'27'0,"-5"-5"0,-3-4 0,-2-7 0,0 3 0,-1-9 0,1 9 0,0-12 0,7 5 0,8-9 0,8-3 0,8 1 0,-3-8 0,4 1 0,3-6 0,-1-1 0,-8 9 0,-1 1 0,-2 10 0,-1 4 0,9 3 0,-5 9 0</inkml:trace>
  <inkml:trace contextRef="#ctx0" brushRef="#br0" timeOffset="20">12098 13376 8912,'25'17'0,"-6"-7"0,0-2 0,-8-8 0,-7 0 0,4 0 0,-16 0 0,4 0 0,-7 0 0,5 0 0,-5 0 0,7 0 0,-4 0 0,6 0 0,-4 0 0,5 0 0,-7 0 0,8-2 0,0-4 0,0-4 0,8-5 0,3 4 0,4-5 0,3 5 0,1 1 0,4-1 0,1 7 0,7-4 0,-2 3 0,1-1 0,-3 0 0,2 6 0,-1 0 0,7 0 0,-3 0 0,-3 0 0,2 0 0,-8 0 0,5 0 0,-5 0 0,-2 0 0,-2 0 0,-7-5 0,-1-1 0,-5-8 0,6 3 0,-9 1 0,3-1 0,-10 0 0,-3-7 0,-3 3 0,-3 4 0,-3-3 0,-1 8 0,0 1 0,0 5 0,0 2 0,-1 3 0,1 5 0,0 7 0,2 8 0,3 4 0,-1-3 0,7 3 0,2 2 0,2 1 0,4-3 0,4-1 0,5 1 0,12 5 0,4-5 0,8 0 0,5-3 0,0 3 0,4 4 0,-8-5 0,-5 5 0,-4 1 0,-12 6 0,-9 0 0,-6 2 0,-6-1 0,-11-3 0,-12 8 0,-5-8 0,-5 2 0,-1-4 0,2-1 0,-4-7 0,2 1 0,5-14 0,7 2 0,1-11 0,-2 0 0,12-4 0,9-12 0,8-7 0,0-8 0,8-17 0,1-2 0</inkml:trace>
  <inkml:trace contextRef="#ctx0" brushRef="#br0" timeOffset="21">13991 13359 8912,'0'-27'0,"-2"-5"0,-4 3 0,-4 2 0,-7-1 0,-2-1 0,-4 2 0,-2 8 0,-3 8 0,-5 7 0,4-2 0,-1 6 0,1 6 0,-1 5 0,7 12 0,2 6 0,1 4 0,9 3 0,0 4 0,7-4 0,-2 4 0,4-3 0,2-3 0,0-5 0,0-1 0,8-9 0,3-1 0,4-3 0,3-9 0,1-3 0,4-1 0,-4-11 0,4-8 0,2-2 0,-2-10 0,0 0 0,-6-5 0,-2-1 0,-3 1 0,3 5 0,-6 3 0,3 1 0,-1 4 0,-7 9 0,4 5 0,-2 14 0,-1 5 0,3 11 0,-2 5 0,3 3 0,8 0 0,1-5 0,-1-1 0,0-2 0,0-6 0,2-7 0,4-4 0,-4-5 0,4-1 0,2-7 0,-2-5 0,0-11 0,-6-5 0,-1-5 0,-5-1 0,3-8 0,-9-4 0,7-6 0,-7-5 0,1 2 0,-6-8 0,0 7 0,0-1 0,-6 7 0,-1 10 0,-1 12 0,1 7 0,-1 11 0,2 4 0,4 14 0,-4 9 0,-1 16 0,1 12 0,-5 7 0,5 5 0,0 4 0,6 8 0,0 0 0,0-2 0,0-2 0,0-2 0,2-4 0,4-2 0,3-1 0,9-16 0,-3-2 0,-4-9 0,12-4 0,-6-16 0,12-3 0,-10-8 0,-7-10 0,-1-14 0,6-18 0</inkml:trace>
  <inkml:trace contextRef="#ctx0" brushRef="#br0" timeOffset="22">14163 13204 8912,'-35'19'0,"1"4"0,1-4 0,3 4 0,1-4 0,8-1 0,8-9 0,18-3 0,24-8 0,28-9 0,18-14 0,13-12 0,-38 16 0,1-1 0,4-4 0,-1 0-377,1 0 1,-1 0-1,-5 1 1,-2-1 0,0 0-1,0 0 1</inkml:trace>
  <inkml:trace contextRef="#ctx0" brushRef="#br0" timeOffset="23">15608 13084 8912,'-11'0'0,"-1"0"0,1 2 0,1 6 0,5 9 0,-3 4 0,2 13 0,2 10 0,2 10 0,2 7 0,2 7 0,2 1 0,2 0 0,2 0 0,-5-2 0,3-4 0,-2-6 0,-2-13 0,-2-10 0,-2-18 0,-4-22 0,-3-27 0,-9-20 0</inkml:trace>
  <inkml:trace contextRef="#ctx0" brushRef="#br0" timeOffset="24">15367 13084 8912,'-9'-8'0,"-7"6"0,15-5 0,-7-1 0,23 6 0,10-3 0,11 3 0,10 2 0,10 0 0,1 0 0,6 9 0,-5 8 0,-3 2 0,-9 12 0,-8 5 0,-7 8 0,-16 8 0,-15 5 0,-17-1 0,-18 7 0,-12-2 0,-11 2 0,3-8 0,1-7 0,10-6 0,4-8 0,6-1 0,5-5 0,6-3 0,12-8 0,5-17 0,12-11 0,11-12 0,10-11 0</inkml:trace>
  <inkml:trace contextRef="#ctx0" brushRef="#br0" timeOffset="25">16004 13531 8912,'0'10'0,"0"-3"0,0-7 0,0 0 0,8 0 0,3-2 0,4-3 0,5-5 0,3-7 0,3 0 0,9-1 0,-1-1 0,1-4 0,-9 4 0,-3-4 0,0-1 0,-6 1 0,-3 0 0,-14 5 0,-2 1 0,-4 0 0,-3 8 0,-11 5 0,-2 8 0,-7 7 0,2 6 0,-2 6 0,8-2 0,-2 8 0,6-1 0,4 7 0,3-1 0,3 1 0,1-1 0,6 0 0,9-7 0,9-4 0,1-4 0,9-4 0,3-3 0,2-6 0,3-6 0,4-6 0,-4-4 0,5-7 0,-5-8 0,-2-3 0,-1-3 0,-5 1 0,-5 1 0,-3-2 0,-5 5 0,-4-3 0,-3 8 0,-8-4 0,0 16 0,0 1 0,0 10 0,0 4 0,0 3 0,0 8 0,2 2 0,4 4 0,3-2 0,8 6 0,1-2 0,-1-4 0,0 4 0,0-2 0,-7 1 0,-4-1 0,-5-3 0,-1 2 0,-1-2 0,-5-3 0,-10 0 0,-6 0 0,-7 0 0,6 1 0,-8-9 0,5-3 0,-1-4 0,-6-10 0,6-1 0</inkml:trace>
  <inkml:trace contextRef="#ctx0" brushRef="#br0" timeOffset="26">17123 13050 8912,'-2'15'0,"-4"-4"0,-5 3 0,-12-9 0,2 11 0,-8 1 0,6 2 0,-4 12 0,2 3 0,4 4 0,2 10 0,2-2 0,7 9 0,5 3 0,7-7 0,9-5 0,2-10 0,16-1 0,-6-5 0,6-11 0,1-5 0,3-5 0,1-5 0,1-10 0,-1-3 0,0-8 0,-1-8 0,-4-4 0,3-3 0,-13-3 0,6 1 0</inkml:trace>
  <inkml:trace contextRef="#ctx0" brushRef="#br0" timeOffset="27">17381 13204 8912,'0'18'0,"-8"-9"0,6 6 0,-5-13 0,8 6 0,5-8 0,4 2 0,9 4 0,2 5 0,2 4 0,0 4 0,-6 4 0,0-2 0,0 8 0,1 0 0,-1 5 0,-8-7 0,-3-4 0,4 3 0,-8-6 0,3 2 0,-5-10 0,-3-8 0,-3-8 0,-6-6 0,7-7 0,-1-8 0,6-3 0,0-5 0,0-1 0,7-6 0,5 0 0,3-1 0,2 7 0,3 5 0,3 1 0,1 1 0,7-2 0,-2 6 0,1 4 0,-3 8 0,2-1 0,-1 9 0,7-3 0,-8 4 0,-4 2 0,-4 2 0,-2 4 0,-6 3 0,1 8 0,-8 1 0,1-1 0,-3 2 0,-2 4 0,0-2 0,-2 7 0,-1 3 0,-3 1 0,0-3 0,6 0 0,0-6 0,0 5 0,0-7 0,0 2 0,2-5 0,4-5 0,5-2 0,4-7 0,3 2 0,-1-4 0,0-2 0,0-8 0,1-3 0,-1-12 0,0-6 0,0-3 0,0-3 0</inkml:trace>
  <inkml:trace contextRef="#ctx0" brushRef="#br0" timeOffset="28">18121 12792 8912,'-25'0'0,"-4"0"0,-11 0 0,4 2 0,-4 3 0,9 3 0,2 3 0,8 5 0,-2-5 0,6 4 0,6 3 0,3-7 0,8 1 0,8-9 0,3 3 0,4-4 0,3-2 0,5-2 0,-1-4 0,7-3 0,-6-8 0,0-2 0,-6-4 0,-1 4 0,-5-4 0,-3 4 0,-8 1 0,-8 1 0,-2 9 0,-7 8 0,0 10 0,0 5 0,5 4 0,1 4 0,7-2 0,-2 8 0,4-6 0,2 6 0,16-1 0,3 7 0</inkml:trace>
  <inkml:trace contextRef="#ctx0" brushRef="#br0" timeOffset="29">18293 13187 8912,'17'25'0,"-5"-6"0,-1 4 0,-7-12 0,3-3 0,-7-6 0,0 4 0,0 5 0,6 6 0,0 6 0,0-2 0,-6 8 0,0 0 0,0 5 0,5 0 0,1 1 0,0 5 0,-4 0 0,2-2 0,1-1 0,1-1 0,-6 4 0,0-6 0,0 1 0,0-1 0,-8-15 0,7-3 0,-5-16 0,-2-16 0,2-12 0,-7-13 0,3-2 0</inkml:trace>
  <inkml:trace contextRef="#ctx0" brushRef="#br0" timeOffset="30">18310 13359 8912,'-10'-63'0,"5"0"0,-3 6 0,2 11 0,-1 13 0,1-1 0,4 3 0,-6 5 0,10 8 0,4 13 0,4 3 0,7 2 0,2 0 0,4 2 0,6 3 0,3 7 0,8 3 0,0 2 0,1 1 0,-9 1 0,-1 4 0,-3 5 0,-9 3 0,-1-3 0,-9 5 0,-9-4 0,-4-3 0,-7 3 0,-2-2 0,-16 1 0,6 3 0,-6-8 0,8 0 0,-2-6 0,-2 0 0,2-1 0,2-5 0,2-5 0,10-4 0,-7-18 0,7-3 0</inkml:trace>
  <inkml:trace contextRef="#ctx0" brushRef="#br0" timeOffset="31">18964 12740 8912,'17'0'0,"-7"-8"0,-3 7 0,-7-7 0,0 8 0,-5 15 0,-3 8 0,0 8 0,1 3 0,1 10 0,6 8 0,0 1 0,0 10 0,2 0 0,4 6 0,3-4 0,8-8 0,-5-1 0,-1-16 0,1-8 0,5-9 0,0-8 0,0-7 0,1-8 0,-3-19 0,-4-4 0,3-2 0,-8-3 0,5-7 0,-5-5 0,-1-2 0,-5 2 0,6 4 0,0-5 0,0 11 0,-6 1 0,0 14 0,0-2 0,0 1 0,7 9 0,-5 9 0,4 15 0,-2 2 0,2 10 0,-3-1 0,9 7 0,-3-3 0,3-3 0,3 1 0,-3-7 0,3 0 0,2-7 0,0-5 0,1-3 0,-1-24 0,0-3 0</inkml:trace>
  <inkml:trace contextRef="#ctx0" brushRef="#br0" timeOffset="32">19325 12654 8912,'-7'-9'0,"3"-1"0,-8 4 0,1 4 0,-6-3 0,5 3 0,1 4 0,-3 3 0,-1 7 0,-2 9 0,0 2 0,5 2 0,3-4 0,1 2 0,4-2 0,4-2 0,6-2 0,-2-8 0,7-3 0,1-4 0,5-2 0,0-2 0,0-4 0,-7-3 0,-4-8 0,-4-6 0,-2 0 0,0 0 0,-2 6 0,-4 1 0,-6 5 0,-3-2 0,-2 7 0,-2 2 0,-4 10 0,4 3 0,-4 9 0,4 6 0,1 5 0,1-4 0,0 15 0,0-4 0</inkml:trace>
  <inkml:trace contextRef="#ctx0" brushRef="#br0" timeOffset="33">18775 13256 8912,'-35'32'0,"1"-3"0,1-6 0,5-12 0,7-7 0,7-8 0,7-5 0,7-8 0,0-6 0,0 0 0,15-6 0,8 6 0,15-7 0,8 1 0,9-2 0,3 3 0,5-3 0,-6 8 0,6 0 0,-5 6-331,-1-8 1,2-1 0,3-9 0</inkml:trace>
  <inkml:trace contextRef="#ctx0" brushRef="#br0" timeOffset="34">19876 12981 8912,'-10'25'0,"-5"-6"0,6 6 0,-9-8 0,1 0 0,2 0 0,3 0 0,-1 1 0,7-1 0,1 0 0,5 0 0,0 0 0,1 1 0,5-1 0,4 0 0,7-8 0,0-3 0,0-4 0,1-10 0,-1-3 0,-2-6 0,-3-6 0,3-2 0,-4-4 0,3-9 0,-3 4 0,3 1 0,-9 5 0,7-1 0,-6-5 0,5 7 0,-5 4 0,1 4 0,-3 2 0,2-1 0,2 9 0,-5 5 0,3 10 0,-2 11 0,6 8 0,1 9 0,-1-5 0,1 0 0,1-1 0,5 7 0,6-7 0,2-1 0,1-4 0,5-8 0,1 0 0,3-9 0,-1 0 0,1-6 0,-1-8 0,0-3 0,1-4 0,-1-3 0,-5-6 0,0-5 0,-14 2 0,2-2 0,-11 1 0,0-7 0,-4 1 0,-4 2 0,-4 3 0,-6 6 0,-5 12 0,-6 5 0,-2 6 0,-5 6 0,1 7 0,-1 8 0,3 8 0,-2 11 0,6-2 0,-6 8 0,10 5 0,2 7 0,8-1 0,9-5 0,3 5 0,9 0 0,15-7 0,19-10 0,3-13 0,3-10 0,7-9 0,4-16 0,2-9 0,-2-10 0,2-13 0,-5-6 0,3-8 0,8-9 0,-3 0 0,-29 25 0,-1 0 0</inkml:trace>
  <inkml:trace contextRef="#ctx0" brushRef="#br0" timeOffset="35">19670 12946 8912,'-8'10'0,"4"-2"0,-6-6 0,3 3 0,-5 5 0,7 7 0,-1 0 0,8 0 0,4 3 0,5 2 0,6-1 0,6 8 0,4-2 0,7 3 0,3-3 0,3-2 0,-4-2 0,14-14 0,-6-1 0</inkml:trace>
  <inkml:trace contextRef="#ctx0" brushRef="#br0" timeOffset="36">22302 12895 8912,'-17'0'0,"0"0"0,0-2 0,-2-2 0,-2-2 0,-4 3 0,-2 1 0,6 4 0,-2 3 0,4 7 0,2 3 0,1 2 0,3 0 0,3 3 0,3 2 0,1 3 0,6 4 0,2 3 0,4-3 0,7 4 0,8 1 0,0-2 0,8-3 0,0 4 0,5-7 0,0 3 0,1 0 0,-8-8 0,-4 2 0,-4-4 0,-2-2 0,-2 0 0,-3 0 0,-7 0 0,-10 1 0,-7-7 0,-11 1 0,-4-1 0,-7 6 0,-2 0 0,-4 1 0,1-7 0,-7 1 0,8-7 0,-2 7 0,4-8 0,1 1 0,10-5 0,8-5 0,8-13 0,11-10 0,3-5 0,12-16 0,10-5 0</inkml:trace>
  <inkml:trace contextRef="#ctx0" brushRef="#br0" timeOffset="37">22715 12775 8912,'-15'-2'0,"4"-4"0,-5 4 0,14-2 0,-3 16 0,3 11 0,2 7 0,0 14 0,0 8 0,0 7 0,0 10 0,6 7 0,-1 4 0,9 2 0,-5-1 0,3-7 0,-1-3 0,-7-4 0,2-4 0,-4-6 0,-2-11 0,-2-14 0,-4-14 0,-11-1 0,-10-8 0</inkml:trace>
  <inkml:trace contextRef="#ctx0" brushRef="#br0" timeOffset="38">22337 13462 8912,'9'-17'0,"-3"0"0,-4 0 0,-2-1 0,8 7 0,3 0 0,12 7 0,8-4 0,9 2 0,12 1 0,7-1 0,10 6 0,-6 0 0,0 0 0,0-2 0,4-2 0,-4-3 0,-6-3 0,-5-2 0,-6-5 0,-4 6 0,-8-1 0,-7 3 0,-4-3 0,-12 5 0,-12 7 0,-17 0 0,-8 0 0,-7 0 0,1 0 0,3 0 0,-4 2 0,5 3 0,1 5 0,-2 7 0,8 0 0,-2 0 0,4 3 0,4 1 0,1 2 0,3-2 0,5-2 0,-5-2 0,5 0 0,-5 0 0,7 0 0,-2-1 0,12-5 0,3-3 0,9-8 0,1-8 0,2-3 0,2-6 0,-2-6 0,-2 2 0,-2-8 0,0 6 0,0-6 0,1 8 0,-1-2 0,0 6 0,0 6 0,-5-3 0,-1 9 0,3 1 0,-7 10 0,-1 5 0,4 12 0,1 6 0,-1-3 0,1 3 0,1 0 0,5 3 0,0-1 0,0-3 0,0-7 0,1 2 0,-1-6 0,0-5 0,0-4 0,0-8 0,8 0 0,2 0 0</inkml:trace>
  <inkml:trace contextRef="#ctx0" brushRef="#br0" timeOffset="39">23541 12964 8912,'-9'0'0,"-1"0"0,5 0 0,3 7 0,-6 5 0,8 11 0,0-2 0,0 7 0,0 7 0,0 5 0,0 8 0,2-4 0,4 1 0,5 1 0,-1-4 0,1-2 0,-1-1 0,1-16 0,5-1 0,-5-4 0,-1-9 0,1-5 0,2-8 0,1-5 0,-3-9 0,5-6 0,-7-5 0,3-2 0,-1 3 0,-1-3 0,1 8 0,-3 0 0,-8 6 0,2 6 0,3-1 0,-3 8 0,6-1 0,-8 10 0,0 7 0,0 3 0,0 4 0,0 2 0,0 2 0,0 6 0,0-6 0,6 5 0,-1-5 0,9 0 0,-3-6 0,5-1 0,1-5 0,2-5 0,4-4 0,2-10 0,3-3 0,5-5 0,-4-1 0,-3-8 0,3-3 0,-8-3 0,2 1 0,-4 1 0,-2-2 0,-1 7 0,-5 1 0,4 4 0,-13 1 0,6 9 0,-8 3 0,2 14 0,4 9 0,-4 2 0,3 10 0,-1 3 0,2 6 0,-4-1 0,3 3 0,3-4 0,-2-2 0,5-5 0,-5 0 0,0-8 0,-6 2 0,0-4 0,0-2 0,-8-7 0,-3-5 0,-5-10 0,-1-7 0,0-11 0,-8-11 0,-2-10 0</inkml:trace>
  <inkml:trace contextRef="#ctx0" brushRef="#br0" timeOffset="40">23886 12723 8912,'-18'-8'0,"1"-3"0,0 3 0,6 1 0,-1 7 0,8 7 0,-3 3 0,7 7 0,0-6 0,0 1 0,2-3 0,3 3 0,5 1 0,7-7 0,-6 0 0,1-6 0,-6 0 0,5 0 0,-7 7 0,-4 3 0,-10 7 0</inkml:trace>
  <inkml:trace contextRef="#ctx0" brushRef="#br0" timeOffset="41">23266 13548 8912,'-27'-2'0,"6"-3"0,8-7 0,7-3 0,6-2 0,6-1 0,11-6 0,12-5 0,19-4 0,9-1 0,14-6 0,3 0 0,9 0 0,-3 5 0,6 3 0,6 3 0,-1-1-273,1 7 1,0 0 0,-14 6-1</inkml:trace>
  <inkml:trace contextRef="#ctx0" brushRef="#br0" timeOffset="42">24953 12895 8912,'-18'-8'0,"1"4"0,0-7 0,0 7 0,0-2 0,-1 4 0,1 2 0,6 8 0,-1 5 0,-1 7 0,-3 3 0,5 13 0,0-2 0,7 12 0,-2 0 0,4 4 0,2 1 0,2-5 0,4 0 0,-2-10 0,7 0 0,0-7 0,-1-4 0,5-2 0,-5-14 0,7-3 0,-5-6 0,-1-6 0,1-5 0,5-12 0,0 2 0,0-8 0,-2 3 0,-1-5 0,-3 4 0,3 2 0,-5 3 0,3 4 0,-7 7 0,7-1 0,-8 9 0,5-5 0,-5 12 0,2 7 0,0 1 0,-6 11 0,5 3 0,1 3 0,6-4 0,-7-2 0,9 2 0,-3-2 0,-1-6 0,1-6 0,1-7 0,5 2 0,0-4 0,0-4 0,0-4 0,1-11 0,-1-10 0</inkml:trace>
  <inkml:trace contextRef="#ctx0" brushRef="#br0" timeOffset="43">25245 12775 8912,'-17'0'0,"0"0"0,-1 0 0,1 0 0,-6 0 0,0 0 0,0 0 0,8 7 0,4 5 0,5 3 0,4-4 0,2 1 0,2-8 0,4 1 0,3-3 0,8-2 0,1 0 0,-1 0 0,0 0 0,-2-2 0,-3-3 0,-5 3 0,-7-6 0,-7 8 0,-10 8 0,-2 1 0,-6 8 0</inkml:trace>
  <inkml:trace contextRef="#ctx0" brushRef="#br0" timeOffset="44">24694 13307 8912,'-17'10'0,"0"-2"0,0-8 0,0 0 0,-1 0 0,9-8 0,1-2 0,8-7 0,17-8 0,12-1 0,17-5 0,15-3 0,2 3 0,12-9-504,3 4 1,1-6 0,7-2-1</inkml:trace>
  <inkml:trace contextRef="#ctx0" brushRef="#br0" timeOffset="45">25899 12878 8912,'-29'11'0,"1"1"0,-1-1 0,2-1 0,-7 11 0,-1-4 0,7 11 0,-7 1 0,12 4 0,0 3 0,6 2 0,6 2 0,3 4 0,8-9 0,8 1 0,3-13 0,6 0 0,6-6 0,-2-8 0,8-3 0,0-6 0,5-6 0,1-9 0,-1-10 0,0-1 0,1-5 0,-1-1 0,1-3 0,-1 1 0,1-1 0,-3 7 0,-3-1 0,1 0 0,-7-5 0,0 0 0,-6-1 0,-1 8 0,-5 5 0,-3 2 0,-8 11 0,0 3 0,0 14 0,0 9 0,0 10 0,2 5 0,3 3 0,-1 7 0,8 4 0,-3 3 0,3 3 0,3-1 0,-3 1 0,-5-6 0,-1 0 0,2-8 0,-3 2 0,-3-6 0,-6-5 0,-11-6 0,-8-12 0,-7 3 0,1-9 0,-4 1 0,-1-6 0,1 0 0,5 0 0,3-15 0,0-4 0,-2-16 0</inkml:trace>
  <inkml:trace contextRef="#ctx0" brushRef="#br0" timeOffset="46">26519 12156 8912,'9'-18'0,"6"3"0,-3 4 0,9 11 0,6 13 0,3 10 0,7 11 0,7 18 0,-4 17 0,2 15-73,-21-37 0,-2 3 0,-1 5 0,-2 1 0,2 3 0,-1 2 0,-4 3 0,-3 0 73,-2 1 0,-3 0 0,-1 3 0,-4 0-259,-3-2 1,-6 0-1,-6 2 1,-6-1 258,-8 3 0,-5-2 0,-2-2 0,-3-2 0,-3-1 0,-2 0 0,2-4 0,-2-2 0,2 1 0,-2-1 0,1-1 0,-2 1 0,0 0 0,-1 0 0,-2-1 0,0-1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2.822"/>
    </inkml:context>
    <inkml:brush xml:id="br0">
      <inkml:brushProperty name="height" value="0.053" units="cm"/>
      <inkml:brushProperty name="color" value="#FF0000"/>
    </inkml:brush>
  </inkml:definitions>
  <inkml:trace contextRef="#ctx0" brushRef="#br0">4147 13136 8912,'-9'-18'0,"-1"7"0,4-1 0,5 9 0,-7-5 0,10 8 0,4 0 0,-5 0 0,7 0 0,-8-2 0,0-4 0,0 4 0,0-5 0,-2 7 0,-4 0 0,-5 0 0,-6 0 0,-6 0 0,-4 0 0,-7 0 0,-1 2 0,1 3 0,-6-1 0,-1 8 0,-4-7 0,3 5 0,-1 0 0,1-1 0,2-3 0,6 5 0,-1-7 0,1 2 0,0-4 0,-1-2 0,6 0 0,1 0 0,7 0 0,-2 0 0,-2 0 0,2 0 0,0 0 0,6 0 0,-2 0 0,-4 0 0,4 0 0,-4 0 0,4 0 0,1 0 0,-5 2 0,1 3 0,-3 3 0,2 3 0,4 5 0,-4-5 0,4 5 0,1 1 0,1 0 0,6-2 0,-1-3 0,8 3 0,-11-13 0,13 13 0,-6-13 0,8 6 0,0-1 0,0-3 0,0 8 0,0-1 0,0 6 0,0 0 0,0 1 0,0-1 0,-1 0 0,-5 0 0,4 0 0,-4 1 0,4 5 0,2-1 0,-2 7 0,-3-6 0,3 8 0,-4-3 0,2 7 0,-2 5 0,4-4 0,-3 4 0,-3 2 0,2-2 0,1 6 0,5-6 0,-6 2 0,0-2 0,0-3 0,6 3 0,0-4 0,0-1 0,0-1 0,0 0 0,0 1 0,0-1 0,-5 0 0,-1 1 0,0-1 0,6 1 0,-6 7 0,1 4 0,-7 9 0,5 2 0,-1 1 0,0 1 0,1-4 0,1 8 0,4-7 0,-4 1 0,4-11 0,2-6 0,0 2 0,0-2 0,0 0 0,0-5 0,0-3 0,0-1 0,0-1 0,0 6 0,2-7 0,4 5 0,-4-1 0,4 7 0,-4-2 0,-2 8 0,-2 2 0,-4 9 0,-2-1 0,-3 7 0,-3 5 0,7 7 0,-1-3 0,0-1 0,3-10 0,5-3 0,0-9 0,0-9 0,0-7 0,0-16 0,0-7 0,0 5 0,0-13 0,0 5 0,0-7 0,0 0 0,5 2 0,1 4 0,0-4 0,-6 13 0,0-13 0,2 12 0,4-9 0,-4 3 0,3-2 0,-3-4 0,-2 13 0,2-13 0,4 4 0,-4-3 0,3 3 0,-1-4 0,2 4 0,-4-4 0,13 5 0,-11-5 0,8 6 0,1-1 0,2-5 0,2 8 0,1-4 0,1-4 0,4 3 0,3-3 0,9-2 0,5 0 0,0 0 0,16 0 0,3 0 0,10-2 0,5-3 0,12-5 0,-5-7 0,-1 0-136,-11-1 1,0 1 135,-1 0 0,-1 0 0,-3 0 0,-5-1 0,-8 1 0,-7 6 0,-3-1 0,-7 1 0,-5 1 0,-6 1 0,-12 3 0,4 4 0,-13-6 0,4 8 0,-12 0 0,4 0 271,-13 0-271,13 0 0,-13 0 0,13-7 0,-6-3 0,8-7 0,0 0 0,0-8 0,-7-9 0,-3-10 0</inkml:trace>
  <inkml:trace contextRef="#ctx0" brushRef="#br0" timeOffset="1">1033 14735 8912,'-12'0'0,"1"0"0,-3 0 0,-1 0 0,3 0 0,1 0 0,-2 0 0,5-2 0,2-4 0,2 4 0,-1-4 0,3-3 0,-6 7 0,8-6 0,0 8 0,2 0 0,4 0 0,-2 0 0,7 0 0,0 0 0,7 0 0,1 0 0,4 0 0,5-2 0,13-4 0,3 5 0,7-5 0,3-2 0,5 1 0,8-3 0,6-3 0,7 3 0,-6-1 0,9-1-282,-3-5 0,10-6 282,2 0 0,-8-2 0,-10 2 0,-11 4 0,-5-4 0,-7 4 0,-5 2 0,-11 0 0,-12 0 0,-10 7 0,-1 4 0,-9-3 0,5 7 0,-8-6 564,-8 8-564,6 0 0,-5 0 0,7 0 0,0 0 0,-6 2 0,0 4 0,-1-2 0,1 7 0,-6 3 0,-3-7 0,-2 8 0,0-5 0</inkml:trace>
  <inkml:trace contextRef="#ctx0" brushRef="#br0" timeOffset="2">2134 13978 8912,'-17'-8'0,"1"5"0,5-9 0,3 1 0,1 1 0,3 1 0,-8 3 0,3 6 0,-3 0 0,5 2 0,7 9 0,0-5 0,2 5 0,3 3 0,3 1 0,3 2 0,5 0 0,-5 1 0,4-1 0,5 0 0,1 0 0,2 0 0,1 1 0,-1-1 0,-2 6 0,8 0 0,-2 5 0,2-5 0,3 6 0,-3-6 0,5 7 0,4-1 0,3 2 0,-3-3 0,-8 3 0,-1-8 0,-2 5 0,1-5 0,-5 0 0,-11-6 0,1-5 0,-7-1 0,0-5 0,-6 6 0,0-1 0,-2 6 0,-4 0 0,-5 8 0,-12 4 0,-4-2 0,-7 1 0,-3 7 0,-3 5 0,-2 2 0,-4-2 0,4 2 0,8 4 0,1-4 0,4-8 0,5 1 0,-1-1 0,13-7 0,-3-2 0,15-16 0,8-1 0,1-6 0,3 1 0,-1 3 0,1 0 0,5-6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2.825"/>
    </inkml:context>
    <inkml:brush xml:id="br0">
      <inkml:brushProperty name="height" value="0.053" units="cm"/>
      <inkml:brushProperty name="color" value="#FF0000"/>
    </inkml:brush>
    <inkml:brush xml:id="br1">
      <inkml:brushProperty name="width" value="0.05292" units="cm"/>
      <inkml:brushProperty name="height" value="0.05292" units="cm"/>
      <inkml:brushProperty name="color" value="#3165BB"/>
    </inkml:brush>
  </inkml:definitions>
  <inkml:trace contextRef="#ctx0" brushRef="#br0">9792 4814 8912,'9'-2'0,"-3"-4"0,-4 3 0,-2-9 0,10 8 0,7-1 0,9 3 0,7 2 0,11 0 0,8 0 0,7 0 0,10 2 0,1 1 0,5 3 0,3 0 0,8-6 0,2 0 0,4 0 0,6 0 0,-46 0 0,1 0 0,-1 0 0,-1 0 0,45 0 0,-12 0-225,-4 0 0,-3 0 225,9 0 0,-10 0 0,10 0 0,-2 0 0,0 0 0,3 0 0,-1 0 0,-6-6 0,2-1 0,6-1 0,8 0 0,-45 2 0,1-1 0,3 1 0,-1 0 0,-5-1 0,-1-1 0,1-1 0,0 1 0,41-4 0,-4 1 0,2 5 0,4-5 0,-12 7 0,0-4 0,-7 3 0,-4-1 0,1-6 0,5 7 0,3-9 0,8 3 0,8 1 0,-45 5 0,0-1 0,1-1 0,1 0 0,1 0 0,-1-1 0,45-9 0,-4 0 0,-3 0-309,3-1 1,-2 1 308,-41 9 0,0-1 0,33-8 0,-2 0 0,-9-1-51,-8 1 1,-2 0 50,-3 0 0,-3 0 0,8-1 0,-6 1 0,5 0 0,-3-2 0,-4-4 0,-7 2 0,-2-8 0,-6 1 208,6-7 1,-6 5-209,6-5 0,-6 5 0,4-10 0,0 2 0,0-3 0,2-3 0,6-7 0,-8 5 0,-4 0 0,-10 8 319,-1-2 0,-8 2-319,2-2 0,2 3 56,-2-3 1,0-2-57,-6 2 0,6-10 0,0-1 0,2-1 0,-4-5 0,2 3 0,-2 3 0,-4-5 0,-5 5 0,-5-5 0,-7 11 0,0 1 0,0-2 0,-2 0 0,-5-8 0,-11-1 0,-8-2 0,-9-3 0,-5 3 0,-6-2-211,-11-4 0,-4 6 211,-8 11 0,0-2 0,0 8 0,-4 2 0,3 7 0,3 4 0,0 3 0,-2 1 0,-6 5 0,-3-5 0,-8 1 0,-6-1 0,0 5 0,43 10 0,-1-1 0,2 1 0,-1-1 0,-4 1 0,-2 1 0,-1 0 0,0 0 0,-2 2 0,-1 1 0,-2 0 0,0 0 0,-3-2 0,0-1 0,3 1 0,1 0 0,0 2 0,2-1 0,8-1 0,2 0 0,-1 4 0,0-1 0,-31-9 0,-4 8 0,-2-1 0,2 1 0,4-2 0,9 4 0,8-4 0,-6 10 0,-6 2 0,-15 7 0,-1-1 0,41-5 0,0 1 0,-1 1 0,-1 1 0,0 0 0,1 1 0,-1 0 0,0 1 0,-2 3 0,0 1 0,-1-2 0,1 0 0,-4 0 0,1-1 0,2 2 0,1-1 0,3-3 0,0 1 0,-40 16 0,5-1 0,5 4 0,7-5 0,3-1 0,2 0 0,0-2 0,-5 4 0,-1 7 0,1 0 0,5 1 0,0 1 0,-2 4 0,-1 6 0,-3 4 0,-5-1 0,5-3 0,8 2 0,10-8 0,5 6 0,6-6 0,10 0 0,7-5 0,-1 1 0,-3 4 0,-1-2 0,-1 8 0,1-6 0,0 6 0,-7 2 0,1 9 0,-6-3 0,4 3 0,2-4 0,4-1 0,3-6 0,10 0 0,10-6 0,-4 6 0,5-6 0,1 6 0,-4 0 0,5 5 0,-2 3 0,1 3 0,5-2 0,-5 8 0,7-5 0,-2 5 0,4-10 105,2-1 1,0-3-1,2-7 1,4 0-106,5 1 0,5-3 0,1-6 0,0 2 0,0 4 0,1-3 0,-1 3 0,2-4 0,2-1 0,4-3 0,2-3 0,1 1 0,7-7 0,-1 0 0,0-6 0,1-5 0,-1-1 0,1-5 0,-3 3 0,-1-1 0,-2-4 0,-7-2 0,7-2 0,-6 0 0,6 0 0,-8 0 0,2 0 0,-10 0 0,-1 0 0,-1 0 0,6 0 0,-7 0 0,-1 0 0,-3 0 0,4 0 0,7 0 0,0-8 0,0-1 0</inkml:trace>
  <inkml:trace contextRef="#ctx0" brushRef="#br0" timeOffset="1">10428 1307 8912,'-7'17'0,"5"-6"0,-4 1 0,-3-8 0,7 1 0,-4-10 0,4 1 0,2-8 0,-2 9 0,-4-3 0,4-4 0,-7 3 0,5-7 0,-2 3 0,3-3 0,-1 5 0,0-3 0,-2-1 0,2-2 0,1-1 0,-1 3 0,-2 2 0,2-3 0,2-1 0,2-2 0,0-6 0,0 0 0,0 2 0,0 2 0,-6 2 0,1-1 0,-1 1 0,6 0 0,0 7 0,0 31 0,0 20 0,0 8 0,0 12 0,0 2 0,6 6 0,-1 6 0,3-7 0,-2 1 0,-2 0 0,7-6 0,-5-4 0,5-1 0,-5-14 0,6-10 0,-9-2 0,3-9 0,2-9 0,-2-16 0,-3-13 0,-1-26 0,-2-12 0</inkml:trace>
  <inkml:trace contextRef="#ctx0" brushRef="#br0" timeOffset="2">11031 1135 8912,'0'-17'0,"0"-1"0,0 7 0,0-1 0,0 7 0,0-7 0,0 8 0,2-3 0,3 9 0,7 3 0,3 13 0,2 10 0,1 5 0,-1 1 0,8 8 0,3 4 0,-1-4 0,0-2 0,-2-5 0,-4-7 0,-2 3 0,-2-8 0,0-2 0,1-10 0,-1-3 0,0-8 0,2-15 0,4-8 0,-4-16 0,4-6 0,-6-5 0,-5-2 0,3-7 0,-3-4 0,-5 6 0,-1 5 0,-4 2 0,-2 10 0,0 8 0,0 9 0,0 4 0,6 11 0,-1 8 0,11 8 0,-1 11 0,6 2 0,0 2 0,6 7 0,-1-3 0</inkml:trace>
  <inkml:trace contextRef="#ctx0" brushRef="#br0" timeOffset="3">12098 1100 8912,'-18'-9'0,"1"-6"0,0 3 0,-6 3 0,-2-1 0,-1 2 0,-5 4 0,0 3 0,3 1 0,-3 7 0,8 5 0,-6 11 0,6 5 0,6 5 0,6 1 0,7 6 0,-2 0 0,4 0 0,2-5 0,0-3 0,0-3 0,8-4 0,3-8 0,5-2 0,1-3 0,-6-5 0,1-7 0,1-3 0,3-9 0,7-1 0,-1-16 0,1 0 0,-5-5 0,-3 0 0,-2-1 0,-1 1 0,1 0 0,1 5 0,-3 2 0,-3 2 0,-1 4 0,-5 2 0,4 2 0,-2 7 0,2 5 0,-3 16 0,9 6 0,-6 12 0,5 0 0,0 3 0,7 3 0,5-1 0,0 0 0,7-5 0,-1 0 0,-2-10 0,1-2 0,-7-2 0,2-9 0,4 0 0,0-6 0</inkml:trace>
  <inkml:trace contextRef="#ctx0" brushRef="#br0" timeOffset="4">12356 1049 8912,'-10'0'0,"3"7"0,14 3 0,5 7 0,3-5 0,2-1 0,6 1 0,2 5 0,0 0 0,0 0 0,-2 0 0,-6 1 0,0-1 0,0 0 0,1-2 0,-1-3 0,-8 3 0,-1-6 0,-8 1 0,-2-2 0,-4-8 0,-1-8 0,-5-3 0,6-5 0,5-1 0,1 0 0,0 0 0,1 0 0,5-3 0,6-1 0,3-2 0,2 1 0,0 4 0,6 1 0,0 0 0,8 0 0,-2 0 0,3-1 0,2 1 0,-5 2 0,0 3 0,-6-1 0,5 7 0,-12 1 0,1 7 0,-4 3 0,-3 7 0,3 11 0,-7 5 0,0 5 0,-6 1 0,0 1 0,0-1 0,0 2 0,0 4 0,0-5 0,0-1 0,0-5 0,0-6 0,0-4 0,0 4 0,7-12 0,1-11 0,4-11 0,-5-12 0,1-12 0,1-9 0</inkml:trace>
  <inkml:trace contextRef="#ctx0" brushRef="#br0" timeOffset="5">13147 619 8912,'-34'27'0,"0"-4"0,-1-4 0,1-2 0,-1 0 0,3 2 0,3 2 0,6 2 0,12 0 0,5-6 0,12-1 0,5-5 0,6-3 0,6-8 0,2-8 0,6-3 0,-4-7 0,-3-5 0,-1 4 0,-5-4 0,-3-1 0,-4 1 0,-3-6 0,-8 6 0,0 2 0,0 2 0,-8 7 0,-3 1 0,-4 7 0,-3-2 0,-5 5 0,0 2 0,2 5 0,2 6 0,4 11 0,4 5 0,5 5 0,4 1 0,10 0 0,3 1 0,12-6 0,6-3 0,5-1 0,6-4 0,-2-2 0,8-2 0,-5 1 0,4-1 0,-8-2 0,-3-3 0,1 1 0,-7-7 0,-3-1 0,-10-5 0,-15 0 0,-7 0 0,-10 0 0,-1 0 0,1 0 0,0 0 0,0 0 0,0 8 0,-1 3 0,3 5 0,4 1 0,-3 0 0,8 0 0,-1 1 0,1-1 0,4 0 0,-4 0 0,4 0 0,2 1 0,2-9 0,4-3 0,2-6 0,3-6 0,5-3 0,-5-9 0,4 1 0,3 0 0,-1-6 0,0 0 0,0 0 0,0 6 0,1 0 0,-1 0 0,0 7 0,0 2 0,0 8 0,-5 2 0,-1 4 0,-5 4 0,6 7 0,-7 6 0,7 0 0,-1 1 0,6-1 0,3-4 0,1 4 0,2-5 0,-2-7 0,-2 2 0,-2-7 0,0 0 0,0-6 0,1-15 0,-1-4 0</inkml:trace>
  <inkml:trace contextRef="#ctx0" brushRef="#br0" timeOffset="6">13956 619 8912,'-17'0'0,"6"6"0,-1-1 0,1 1 0,-7-6 0,7 8 0,-1 3 0,1 5 0,1 1 0,-3 8 0,7 3 0,1 5 0,5 1 0,0 2 0,0 4 0,0-1 0,0 7 0,5-8 0,1 2 0,6-6 0,-7-5 0,7-4 0,-7-8 0,3-2 0,-2-3 0,-2-12 0,7-12 0,1-3 0,-3-2 0,6-6 0,-3-2 0,3 0 0,2 0 0,1 2 0,-1 6 0,0 2 0,0 3 0,0-1 0,1 7 0,-1-1 0,0 3 0,0-2 0,1 2 0,-1 10 0,0 6 0,-7 5 0,-5 6 0,-3-2 0,-2 7 0,-4 1 0,-5 5 0,-10 1 0,-6-1 0,-4 1 0,-5-1 0,1-2 0,5-3 0,-3-4 0,8-8 0,0-2 0,6-3 0,0-5 0,7-22 0,8-10 0,12-11 0,1-16 0,14-9 0</inkml:trace>
  <inkml:trace contextRef="#ctx0" brushRef="#br0" timeOffset="7">14507 567 8912,'0'-17'0,"-6"6"0,0-1 0,-7 10 0,2 2 0,-5 10 0,-1 15 0,0 9 0,0 10 0,-1 13 0,1 4 0,0 8 0,7 8 0,5 1 0,3 2 0,2 0 0,9-9 0,9-2 0,1-12 0,9-17 0,1-7 0,5-16 0,1-2 0,-1-3 0,-5-6 0,0-12 0,-1-6 0,7-11 0,-1-3 0,1-9 0,-3-5 0,-3 0 0,1-6 0,-7 4 0,-2-2 0,-1-4 0,-11 5 0,-3-3 0,-4 9 0,-2 3 0,-2 11 0,-4 10 0,-9 7 0,-10 14 0,0 9 0,0 10 0,-3 13 0,5 5 0,2 5 0,9 2 0,4-6 0,8-1 0,0 1 0,0-2 0,16-2 0,7-7 0,15-9 0,8-3 0,9-5 0,3-7 0,7-11 0,-4-17 0,8-10 0</inkml:trace>
  <inkml:trace contextRef="#ctx0" brushRef="#br0" timeOffset="8">16486 516 8912,'-2'-12'0,"-4"1"0,-5-3 0,-5 1 0,-1 2 0,4 3 0,-2 8 0,-5 0 0,1 0 0,-7 2 0,-1 6 0,-2 9 0,0 10 0,-1 15 0,-8 9 0,-3 10 0,3 6 0,8 17 0,15-38 0,1 2 0,-1 4 0,1 1 0,0 4 0,2 0 0,-1-2 0,3-1 0,2-2 0,4 0 0,4 41 0,13-13 0,10-7 0,12-8 0,1-14 0,10-10 0,-6-13 0,4-7 0,0-5 0,0-5 0,0-7 0,2 2 0,4-6 0,-4-6 0,3-6 0,3-11 0,-10 4 0,-8-4 0,-1 10 0,-12 2 0,-6-3 0,-5 5 0,-10-3 0,-8 8 0,-9-3 0,-10 7 0</inkml:trace>
  <inkml:trace contextRef="#ctx0" brushRef="#br0" timeOffset="9">17622 636 8912,'-18'0'0,"1"0"0,6 0 0,1-2 0,1-3 0,-1-7 0,-1-3 0,1-2 0,-5-1 0,5 1 0,-1 0 0,-1 0 0,-1 2 0,-2 3 0,-3-1 0,1 5 0,0-2 0,0 7 0,0-1 0,-1 10 0,1 11 0,-2 10 0,0 13 0,0 7 0,3 9 0,5 13 0,0 11 0,3 6 0,8 5 0,2-5 0,4 0 0,5-9 0,4-7 0,3-10 0,-1-9 0,-2-9 0,-4-13 0,3-4 0,-8-8 0,-1-7 0,-12-5 0,-5-10 0,-11-13 0,-3-8 0</inkml:trace>
  <inkml:trace contextRef="#ctx0" brushRef="#br0" timeOffset="10">16968 1204 8912,'0'-12'0,"0"1"0,2 5 0,3-6 0,11 7 0,7-7 0,9 6 0,3-3 0,9-1 0,5 1 0,5-1 0,3-1 0,-3-3 0,3 9 0,-3-9 0,-3 5 0,1-8 0</inkml:trace>
  <inkml:trace contextRef="#ctx0" brushRef="#br0" timeOffset="11">17691 1169 8912,'0'12'0,"0"-1"0,-6-5 0,0 5 0,0-5 0,6 5 0,0-5 0,0 6 0,2-9 0,4 3 0,4-6 0,7-6 0,2-9 0,4-8 0,-4-2 0,4 2 0,-4 2 0,-2-7 0,-2 1 0,-3-2 0,-4-1 0,-8 7 0,-4 2 0,-8 2 0,1 4 0,-12 3 0,-4 6 0,-2 12 0,-1 4 0,1 7 0,-1 8 0,7 3 0,2 5 0,1 1 0,5 2 0,4 5 0,3-5 0,8 4 0,8-4 0,3-1 0,14-9 0,8-3 0,7-5 0,4-7 0,2-5 0,5-12 0,7-4 0,-1-7 0,0-8 0,-5-1 0</inkml:trace>
  <inkml:trace contextRef="#ctx0" brushRef="#br0" timeOffset="12">18293 1014 8912,'-8'10'0,"-7"-2"0,-8-8 0,-2 7 0,2 5 0,4 3 0,-6 4 0,2 2 0,0 2 0,-4 8 0,10-3 0,-4-1 0,10 2 0,3-6 0,2 5 0,4-7 0,4 0 0,4-7 0,-2-1 0,7-7 0,7-2 0,5-10 0,0-6 0,-6-11 0,6 2 0,0-7 0,0-1 0,-6-5 0,0 1 0,0 5 0,-5-3 0,-1 8 0,-1 0 0,1 6 0,-1 2 0,-5 3 0,-3-3 0,8 13 0,-6-2 0,2 10 0,-3 11 0,-1 2 0,-2 10 0,6 0 0,0 5 0,1 0 0,-1 1 0,2-7 0,3 1 0,5-8 0,-5 2 0,4-4 0,2-9 0,1-5 0,-9-3 0,7-9 0,-7-3 0</inkml:trace>
  <inkml:trace contextRef="#ctx0" brushRef="#br0" timeOffset="13">18775 688 8912,'0'17'0,"0"0"0,0 2 0,0 4 0,-6 4 0,0 7 0,0 8 0,6 4 0,0 4 0,0 1 0,0-1 0,0-4 0,0 4 0,0-5 0,6 3 0,0-2 0,0-6 0,-8-13 0,-4-10 0,-4-7 0,-7-10 0</inkml:trace>
  <inkml:trace contextRef="#ctx0" brushRef="#br0" timeOffset="14">18534 1152 8912,'-12'-6'0,"1"0"0,7 1 0,-4 5 0,16 0 0,5-2 0,8-2 0,8-2 0,11-1 0,6 1 0,4 2 0,1-7 0,1-1 0,0-5 0,-3 0 0,-3 0 0,-4-1 0,-9 1 0,-4 0 0,-6 0 0,-12 7 0,-3-5 0,-8 13 0,-2-6 0,-2 10 0,-4 4 0,1 6 0,-1 3 0,-4 8 0,7 0 0,-1 1 0,6-1 0,-6-3 0,1 2 0,-1-2 0,6-3 0,0 0 0,0 0 0,0 0 0,0 1 0,2-9 0,3-3 0,-1-4 0,8-2 0,-7 0 0,7 0 0,-2-8 0,3-3 0,-2-7 0,3-5 0,1 4 0,2-4 0,-5-1 0,-1 1 0,-5 2 0,5 9 0,-5-3 0,6 3 0,-7 5 0,7 1 0,-6 12 0,5 5 0,-7 5 0,2 1 0,1 6 0,-1 0 0,5 0 0,-3-6 0,2 0 0,3 0 0,-3-2 0,1-3 0,1 3 0,5-13 0,-8 6 0,7-8 0,-7 0 0</inkml:trace>
  <inkml:trace contextRef="#ctx0" brushRef="#br0" timeOffset="15">19549 963 8912,'0'17'0,"0"-7"0,2 3 0,4-7 0,-2-1 0,7-5 0,-5 0 0,5 2 0,3 2 0,1 2 0,2 7 0,0-1 0,1-3 0,-1 3 0,0-1 0,0 6 0,-5-5 0,-1-1 0,-7-5 0,2 5 0,3-7 0,-7 4 0,0-16 0,-8-3 0,-5-10 0,5-2 0,0-8 0,6 3 0,0 1 0,2-2 0,2 1 0,2 1 0,7 2 0,-1 8 0,3 0 0,2-1 0,0 3 0,1 4 0,-1-3 0,0 9 0,8-9 0,2 5 0</inkml:trace>
  <inkml:trace contextRef="#ctx0" brushRef="#br0" timeOffset="16">20255 911 8912,'9'27'0,"-3"-4"0,-4-4 0,-2-2 0,0-5 0,0-1 0,-8-7 0,-3 2 0,1-4 0,-1-2 0,-1 0 0,3 0 0,3-8 0,12-4 0,3 1 0,8-4 0,1-4 0,-1 0 0,6-2 0,0-2 0,0 3 0,-6-2 0,-6-3 0,1 2 0,-8-8 0,1 3 0,-3 1 0,-4 0 0,-3 2 0,-7 4 0,-13 10 0,-9 5 0,-2 4 0,-10 2 0,0 17 0,-6 12 0,6 13 0,0 15 0,8 4 0,-2 8 0,13 6 0,10-1 0,9-1 0,6-2 0,20-12 0,10-8 0,14-14 0,16-14 0,11-12 0,9-5 0,2-6 0,1-6 0,-9-11 0,3-12 0,-12-3 0,-6-3 0,-11 1 0,-6 0 0,-3-9 0,-3 0 0</inkml:trace>
  <inkml:trace contextRef="#ctx0" brushRef="#br0" timeOffset="17">21425 34 8912,'-17'0'0,"7"2"0,8 4 0,10 5 0,11 7 0,6 5 0,9 21 0,8 22 0,-20-22 0,-2 2 0,2 9 0,-2 3 0,0 12 0,-3 5 0,-4 8 0,-3 2 0,-4 5 0,-3 2 0,-2 1 0,-4-1 0,-7-4 0,-5 0 0,-4-1 0,-4 0 0,-2-4 0,-3 0-123,-3-1 0,-1-2 0,3-8 0,0-2 0,2-9 0,1-2 123,2-7 0,0-3 0,-16 39 0,5-8 0,13-3 0</inkml:trace>
  <inkml:trace contextRef="#ctx0" brushRef="#br0" timeOffset="18">9448 5347 8912,'-12'-6'0,"1"-1"0,-3-3 0,5-1 0,-1-7 0,2 1 0,1 0 0,3 0 0,-2 0 0,1 0 0,5 7 0,0 12 0,1 15 0,5 10 0,6 7 0,3 6 0,2 6 0,0 2 0,1 0 0,1-2 0,4 1 0,-4 3 0,4 2 0,-4-3 0,-2-3 0,0-4 0,0-8 0,-5-1 0,-1-4 0,-5-12 0,6-11 0,-7-6 0,7-6 0,-8-13 0,1-16 0,-1-9 0,2-13 0,-4-4 0,4-8 0,-3 0 0,3 1 0,-4-1 0,4 0 0,-4 2 0,-2 4 0,0 8 0,0 15 0,0 7 0,0 16 0,-6 9 0,0 10 0,2 14 0,8 3 0,2 9 0,7 9 0,-3 7 0</inkml:trace>
  <inkml:trace contextRef="#ctx0" brushRef="#br0" timeOffset="19">10256 5708 8912,'-11'-6'0,"-1"1"0,7-9 0,-7 3 0,6-3 0,-5 3 0,1-4 0,-3 5 0,2-1 0,-3-1 0,-1 8 0,-2-1 0,-1 5 0,1 5 0,0 5 0,2 9 0,1 4 0,3 6 0,5 3 0,-5 3 0,7-7 0,-2 1 0,4-2 0,2 1 0,0 3 0,2-10 0,2-4 0,2-4 0,7-9 0,-1 2 0,9-6 0,2-6 0,1-3 0,-1-9 0,-4 1 0,4 0 0,-3 0 0,-3 0 0,-2-1 0,-3 1 0,3 0 0,-11 2 0,7 3 0,-7 5 0,5 7 0,-3 0 0,-2 0 0,8 0 0,-9 0 0,13 0 0,-7 0 0</inkml:trace>
  <inkml:trace contextRef="#ctx0" brushRef="#br0" timeOffset="20">10377 5588 8912,'17'17'0,"-5"-6"0,-1 1 0,-5-6 0,5 5 0,1 1 0,3 5 0,-2 0 0,-1 0 0,1 2 0,10 4 0,-4-4 0,4 4 0,-4 2 0,-3-2 0,-3 0 0,-2 2 0,-7-12 0,2 4 0,-4-3 0,-2 3 0,-8-10 0,-3-7 0,-4-9 0,5-8 0,4-6 0,-1 2 0,1-8 0,0 2 0,6-1 0,0-3 0,0 8 0,6 0 0,2 6 0,1 0 0,4 0 0,8-4 0,2 4 0,8-3 0,-2 15 0,3-3 0,3 2 0,-3 4 0,-3-3 0,1 3 0,-7 2 0,0 7 0,-5 3 0,-3 1 0,-4 1 0,-1-3 0,-4 3 0,-5 3 0,7-5 0,-8 7 0,-6 0 0,1 0 0,1 1 0,0-1 0,-2 0 0,4 0 0,-3 0 0,3 0 0,2 1 0,0-1 0,0 0 0,-6-5 0,0-1 0,1-7 0,5 3 0</inkml:trace>
  <inkml:trace contextRef="#ctx0" brushRef="#br0" timeOffset="21">10962 5450 8912,'-12'-17'0,"1"0"0,-2 0 0,-3 1 0,-1 5 0,6 3 0,-1 8 0,8 0 0,-3 2 0,7 4 0,0 3 0,2 9 0,3-1 0,7 0 0,3 0 0,10 8 0,2 2 0</inkml:trace>
  <inkml:trace contextRef="#ctx0" brushRef="#br0" timeOffset="22">11186 5691 8912,'11'0'0,"1"0"0,-9 0 0,3-2 0,-12-4 0,3 4 0,-9-3 0,-1 3 0,-3 2 0,-1 0 0,0 0 0,0 7 0,0 5 0,5 3 0,1 2 0,5 1 0,-4-1 0,3 0 0,3 0 0,2 0 0,2 0 0,0 1 0,0-1 0,2-8 0,4-3 0,3-4 0,8-2 0,1 0 0,-1-8 0,0-3 0,0-4 0,0-4 0,-1-2 0,-5-2 0,4-6 0,-3 6 0,3 2 0,2 10 0,-5-5 0,-1 5 0,-7 3 0,12 1 0,-13 16 0,7 6 0,-2 6 0,-5 0 0,-1 6 0,-2 2 0,6-4 0,0-2 0,5 1 0,-5-1 0,2 0 0,-3-7 0,7-5 0,3-3 0,2-8 0</inkml:trace>
  <inkml:trace contextRef="#ctx0" brushRef="#br0" timeOffset="23">11599 5467 8912,'-12'0'0,"1"0"0,-1 0 0,1 0 0,-1 0 0,7 8 0,-5 4 0,2 3 0,3 2 0,5 0 0,0 6 0,0 0 0,0 8 0,0-3 0,0 3 0,2-1 0,1-1 0,3 2 0,0-7 0,-6-1 0,6-4 0,-1-1 0,1-1 0,-4-8 0,4-3 0,-3-4 0,7-4 0,-2-4 0,-1-3 0,-1-8 0,2-1 0,3 1 0,5 0 0,-5 0 0,4 5 0,2 1 0,-5 5 0,-1-5 0,1 7 0,5-2 0,0 4 0,1 4 0,-1 4 0,-8 4 0,-3 7 0,-4 0 0,-2 0 0,-2 8 0,-4 4 0,-9 1 0,-8-1 0,0 1 0,6-7 0,-6 0 0,0-8 0,2-3 0,4-8 0,5-16 0,-3-7 0,5-15 0</inkml:trace>
  <inkml:trace contextRef="#ctx0" brushRef="#br0" timeOffset="24">12029 5313 8912,'9'-2'0,"-3"-4"0,-4-4 0,-2 1 0,-8 5 0,-3 16 0,-4 11 0,-3 9 0,1 10 0,0 8 0,0 5 0,2 16 0,3-2 0,4 5-140,8 1 0,2-5 140,4 5 0,11-3 0,12-9 0,-2-7 0,1-22 0,1-15 0,7-7 0,3-8 0,1-4 0,0-10 0,-6-7 0,7-10 0,-1-13 0,0-4 0,-6-8 0,-1 1 0,-5-1 0,-5 3 0,-11 3 0,1-2 0,-7 8 0,-2 4 0,-2 5 0,-10 6 140,-3 8 0,-10 7-140,-2 5 0,-2 5 0,2 5 0,4 7 0,-4 11 0,4 4 0,1 7 0,3 0 0,4 1 0,5 1 0,4 4 0,2-4 0,0 5 0,8-7 0,3-5 0,12 1 0,6-7 0,5-2 0,4-9 0,3-7 0,-3-3 0,-2-9 0,-1-11 0,-1-8 0</inkml:trace>
  <inkml:trace contextRef="#ctx0" brushRef="#br0" timeOffset="25">12511 4831 8912,'19'8'0,"4"7"0,7 10 0,9 9 0,1 22 0,9 11 0,-21-25 0,0 4 0,2 6 0,-1 3 0,-5 3 0,-2 2-124,0 3 0,-4 0 0,-5-1 0,-5 0 0,-5 3 0,-4 0 0,-3 0 0,-3 0 124,-5 1 0,-5-2 0,-6-5 0,-6-2-166,-6 2 0,-4-3 0,-3-5 0,-2-3 0,-8-1 0,1 0 0</inkml:trace>
  <inkml:trace contextRef="#ctx0" brushRef="#br0" timeOffset="26">9293 4745 8912,'-19'18'0,"-4"1"0,-8 4 0,-5 7 0,-6 12 0,0 15 0,-1 16 0,11 19 0,20-40 0,3 3 0,1 6 0,3 4 0,0 7 0,4 3 0,6 8 0,3 2-212,2 7 1,3-1 0,8-1-1,4-2 1,3-3 0,3-2 0,3-7-1,3-3 212,2-7 0,2-4 0,0-8 0,1-3 0,-2-7 0,0-2 0,-3-4 0,0-1 0,34 28 0,4-6 0,-1-8 0,9 1 0,-7-2 0,4-4 0,-3-4 0</inkml:trace>
  <inkml:trace contextRef="#ctx0" brushRef="#br1" timeOffset="27">24505 8562 8912,'-7'-11'0,"-3"-1"0,0-1 0,5 5 0,10 4 0,9 6 0,7 4 0,7-2 0,11 4 0,3-1 0,2 1 0,4-1 0,3 5 0,7-6 0,7-1 0,7 3 0,7-6 0,7 4 0,11-4 0,-45-2 0,1 0 0,4 0 0,-1 1-168,0 2 0,-1 0 0,-1-2 0,-1 0 168,-1 2 0,-1 0 0,2-1 0,0 0 0,1 1 0,1-1 0,0-1 0,0 0 0,3 2 0,-1 0 0,2-2 0,-1 0 0,-4-1 0,1 0 0,4 2 0,0 2 0,1-1 0,1-1 0,2 2 0,2-2 0,3-1 0,2 0 0,-2 1 0,1 0 0,0 1 0,0 0 0,4 0 0,1 1 0,4-1 0,-1 0 0,-2 0 0,-1 2-308,4 0 1,-1 1-1,-4-1 1,-1 0 307,2-2 0,1-1 0,7 0 0,1 0 0,6 4 0,0 0 0,-7-4 0,0-1 0,0 2 0,-1 0 0,-1-1 0,0-2 0,2 0 0,1 0 0,-1 0 0,0 0 0,-4 0 0,-1 0 0,-1 0 0,-3 0 0,-9 0 0,-2 0 0,4 0 0,-2 0-148,-3 0 1,-1 0-1,0 0 1,-2-2 147,-8-1 0,-2 0 0,34 2 0,-24-5 0,-14 4 0,-10 2 544,0 0-544,-22 0 1223,3 0-1223,-23-8 0,-1 4 362,-8-7 1,-8 1-363,-4-1 0,-3 3 0,-3 8 0,-5-2 0,0-3 0,-15-5 0,1-7 0</inkml:trace>
  <inkml:trace contextRef="#ctx0" brushRef="#br1" timeOffset="28">4612 9663 8912,'-23'0'0,"-2"0"0,0 0 0,0 0 0,4 0 0,10 1 0,5 5 0,4 6 0,4-5 0,6 1 0,9-2 0,10-1 0,13 3 0,8-4 0,7 2 0,8-3 0,14-1 0,9-2 0,0 0 0,8 0 0,1 0 0,-44 1 0,1-2 0,5-1 0,1-1-276,8 0 1,0 0 0,0-3 0,0-2 275,6 3 0,-1-1 0,-3-1 0,0 1 0,1 0 0,0 0 0,-2-1 0,2 1 0,3 2 0,1 0 0,-2 0 0,-1 1 0,-1-1 0,-2 0 0,0-3 0,0 1 0,1 0 0,2 0 0,5-1 0,1-1-301,1-1 0,1 1 0,-2-1 0,1 0 301,-3 1 0,1-1 0,6 1 0,2-1-351,5 1 1,2-1-1,5-2 1,1-1 350,-31 4 0,0 1 0,0-1 0,2-1 0,0-1 0,0 0 0,-2 2 0,0 1 0,0-1 0,1-1 0,-1-1 0,1 1 0,-1 1 0,0 0 0,0 1 0,0 0 0,0 0 0,0 0 0,29-3 0,-1 1 0,-2 3 0,-2 0-234,-8 1 0,-1-1 0,-2 0 0,1 0 234,1-2 0,0-1 0,-3 1 0,-1-1 0,-4 0 0,0 1 0,-4 0 0,-1 0 40,-6 3 0,-1-1 0,-1-2 0,0 1-40,-1 1 0,-1 0 0,-2 2 0,-1-1 0,42-7 0,-10 1 317,-10 1 0,1 1-317,-3 3 0,-1 2 0,-10-7 0,-6 5 685,-11-6 1,-6 9-686,-11-3 0,-6 2 1298,-12-2-1298,-3 4 810,-8-5-810,0 7 185,0 0 0,-8 0-185,-3 0 0,-6-6 0,-6 0 0,2 3 0,-8 8 0,0-3 0,-13 13 0,-2-5 0</inkml:trace>
  <inkml:trace contextRef="#ctx0" brushRef="#br1" timeOffset="29">8811 10230 8912,'17'-8'0,"0"-3"0,-1-4 0,-5-3 0,2 7 0,-7-1 0,0-1 0,0-2 0,-1-2 0,1 5 0,-6 1 0,0-3 0,0-1 0,0-2 0,0 7 0,-2 5 0,-4 10 0,-3 7 0,-8 11 0,-2 3 0,-4 9 0,-4 9 0,-8 5 0,-1 7 0,-4-1 0,4 4 0,-5-1 0,-3 7-154,-1-2 0,1-4 154,-2-2 0,9-5 0,3-6 0,1-6 0,11-12 0,0-3 0,11-8 0,-4-7 0,13-2 0,-6-8 0,10-2 0,4-4 0,-4 2 0,3-7 0,-3-3 308,-2-1-308,0-2 0,0-8 0,0-2 0</inkml:trace>
  <inkml:trace contextRef="#ctx0" brushRef="#br1" timeOffset="30">8260 10402 8912,'-7'-25'0,"3"12"0,-6-5 0,2 3 0,3 8 0,-1 1 0,0 13 0,2 11 0,3 8 0,-7 9 0,-4 5 0,3 10 0,-3 7 0,3 8 0,-3-2 0,-3 4 0,5 3 0,1 3 0,3 1 0,-1 1 0,1-6 0,0-14 0,6-3 0,0-20 0,0-3 0,6-14 0,0-3 0,7-9 0,0 1 0,8-8 0,2-11 0,12-8 0,-3-9 0,14-3 0,2 1 0,9-6 0,-1-4 0,5 0 0,-2 0 0,-3 4 0,-3 6 0,-1 5 0,-2-2 0,-5 8 0,-3-7 0,-7 3 0</inkml:trace>
  <inkml:trace contextRef="#ctx0" brushRef="#br1" timeOffset="31">6625 11949 8912,'0'-17'0,"0"0"0,-2 0 0,-1-1 0,-3 1 0,0 0 0,-2 0 0,7 5 0,-7 3 0,0 1 0,6 4 0,-3 10 0,3 6 0,2 5 0,0 6 0,7 9 0,5 8 0,3 6 0,0-4 0,-1 0 0,-3 0 0,1-2 0,5-5 0,-6-3 0,1-3 0,-3 1 0,5-7 0,-3-2 0,-5-9 0,6-6 0,-9-8 0,3-10 0,2-11 0,-1-23 0,1-11 0,0-8 0,3-11 0,-5-4 0,5 3 0,-5 3 0,7 5 0,-3 8 0,2 11 0,-1 14 0,-7 17 0,3 26 0,-7 16 0,8 15 0,2 6 0</inkml:trace>
  <inkml:trace contextRef="#ctx0" brushRef="#br1" timeOffset="32">7279 11915 8912,'-27'-17'0,"-3"-1"0,7 1 0,-8 6 0,3-1 0,-3 10 0,1 2 0,3 12 0,2 9 0,2 8 0,6 11 0,1 2 0,5 4 0,3-3 0,8-2 0,0-5 0,0 4 0,2-11 0,4-6 0,4-4 0,7-2 0,0-8 0,0-3 0,0-4 0,1-4 0,1-4 0,4-5 0,-4-12 0,4-6 0,-6 3 0,-6-3 0,5 8 0,-5-2 0,-1-2 0,1 2 0,-7 0 0,4 8 0,-3 2 0,1 1 0,7 8 0,-5-1 0,4 10 0,-3 7 0,-5 9 0,4 4 0,1 2 0,3-6 0,5 1 0,0 5 0,0-8 0,1 6 0,-1-8 0</inkml:trace>
  <inkml:trace contextRef="#ctx0" brushRef="#br1" timeOffset="33">7434 12035 8912,'15'-2'0,"-1"-2"0,-3-1 0,1-1 0,5 6 0,-6 0 0,1 0 0,-1 0 0,7 0 0,-1 8 0,0 3 0,0 4 0,0 3 0,-5-1 0,-1 0 0,-5 0 0,4 2 0,-3 2 0,-3 2 0,-2 0 0,-2-6 0,0 1 0,0-1 0,0-8 0,0-1 0,0-8 0,0-8 0,0-5 0,0-8 0,2 0 0,4-6 0,5 0 0,4 1 0,3-1 0,-1-2 0,0-1 0,0 7 0,6 0 0,0 6 0,0 7 0,-6 2 0,1 8 0,-3 8 0,-4 4 0,3 5 0,-9 6 0,7 1 0,-6 5 0,1 2 0,-1-8 0,-4 5 0,4-5 0,-4-2 0,-2-2 0,5-1 0,1-1 0,0-8 0,-6-1 0,0-8 0,0 0 0</inkml:trace>
  <inkml:trace contextRef="#ctx0" brushRef="#br1" timeOffset="34">7916 11691 8912,'-17'0'0,"0"0"0,-1 0 0,9 0 0,1 0 0,10 2 0,4 4 0,7 4 0,8-1 0,6 12 0,7-4 0,1 12 0,-1-2 0</inkml:trace>
  <inkml:trace contextRef="#ctx0" brushRef="#br1" timeOffset="35">8243 12052 8912,'0'-17'0,"-8"6"0,-3-1 0,1 8 0,-1-1 0,-3 3 0,-9 2 0,4 0 0,-4 0 0,4 2 0,2 3 0,6 5 0,-1 7 0,6 0 0,-5 1 0,7-1 0,-2 0 0,4 0 0,2 0 0,0 1 0,8-9 0,4-3 0,-3-6 0,3-6 0,-1 2 0,6-7 0,0-1 0,1-5 0,-1 6 0,0-1 0,0 1 0,1-6 0,-1-1 0,-6 7 0,1-1 0,-8 9 0,5-7 0,-3 4 0,-4 4 0,7 1 0,-3 6 0,-4 9 0,4-3 0,-3 2 0,3-1 0,-4 3 0,4-3 0,3-3 0,3 3 0,-3-7 0,3 7 0,-1-8 0,7 1 0,-1-3 0,0-2 0,0 0 0,0 0 0,1 0 0,-1-7 0,0-3 0</inkml:trace>
  <inkml:trace contextRef="#ctx0" brushRef="#br1" timeOffset="36">8536 12052 8912,'0'-9'0,"0"1"0,0 8 0,0 0 0,0 8 0,0 1 0,0 9 0,0-7 0,0 1 0,0-1 0,0 6 0,0 0 0,0 1 0,0-1 0,0-8 0,7-9 0,-5-11 0,6-10 0,-1-2 0,-3-8 0,8 3 0,-1-5 0,6-1 0,1 5 0,-1 1 0,0 6 0,0 0 0,0 10 0,1 6 0,-1 4 0,0 6 0,0 8 0,-5-1 0,-1 12 0,-5-4 0,5-2 0,-1 3 0,1 2 0,5-2 0,-5 2 0,4-4 0,3-7 0,5-3 0,0-8 0,-2 0 0,-2 0 0,0-8 0,4-3 0,4-12 0,7-4 0</inkml:trace>
  <inkml:trace contextRef="#ctx0" brushRef="#br1" timeOffset="37">9293 11777 8912,'-8'-17'0,"4"0"0,-7 0 0,1 5 0,-1 1 0,-7 7 0,1-2 0,0-1 0,-6 1 0,-2 8 0,0 11 0,1 8 0,-1 8 0,2 11 0,6 6 0,1 3 0,5 3 0,3 0 0,8-1 0,2-1 0,6-4 0,9-6 0,10-4 0,13-11 0,6-8 0,3-2 0,3-9 0,5-8 0,1-9 0,-1-12 0,-5-6 0,-3-9 0,-3-2 0,-4-16 0,-7 3 0</inkml:trace>
  <inkml:trace contextRef="#ctx0" brushRef="#br1" timeOffset="38">11788 9920 8912,'0'-17'0,"0"0"0,0 9 0,0 8 0,0 8 0,0 9 0,0 10 0,2 7 0,4 12 0,5 10 0,4 12 0,4 15 0,3 6 0,-11-40 0,0 0 0,4 1 0,-1 1 0,-2 1 0,-1-1 0,3 1 0,1-1-112,-3 1 0,-1-1 0,6 35 112,-6-11 0,-7-12 0,2-15 0,-4-6 0,-2-8 0,0-11 0,0-6 0,0-9 0,-2-10 0,-2-4 0,-4-5 0,-1-4 0,-3-5 0,-5-2 0,-8-13 0,-1-9 0</inkml:trace>
  <inkml:trace contextRef="#ctx0" brushRef="#br1" timeOffset="39">11530 10780 8912,'-10'0'0,"-5"0"0,13-8 0,-4 8 0,12 0 0,4 8 0,9 11 0,4 4 0,5 6 0,11 9 0,1 2 0,2 6 0,-2-6 0,-2 6 0,8-6 0,-8 6 0,2-6 0,1-2 0,-7-9 0,-3-4 0,-14-8 0,0-8 0,0-3 0,-5-6 0,-1-6 0,-1-3 0,1-8 0,5-8 0,-7-10 0,8-8 0</inkml:trace>
  <inkml:trace contextRef="#ctx0" brushRef="#br1" timeOffset="40">12373 10797 8912,'-8'10'0,"6"-3"0,-13-7 0,13 8 0,-7 0 0,3 3 0,2 10 0,-7-4 0,-1 12 0,-5 0 0,-8 9 0,-4 2 0,-1 8 0,1-2 0,-3 3 0,3 3 0,4-2 0,2-5 0,0 3 0,6-8 0,-4-7 0,11-8 0</inkml:trace>
  <inkml:trace contextRef="#ctx0" brushRef="#br1" timeOffset="41">14782 10196 8912,'12'-8'0,"-3"-4"0,-1-5 0,-4-4 0,-2-2 0,-2 2 0,0 2 0,0 2 0,0 9 0,0 8 0,0 12 0,0 9 0,-6 6 0,0 9 0,2 2 0,2 2 0,2 10 0,2 0 0,2 3 0,2-3 0,2 7 0,-3-5 0,-1-1 0,6-3 0,-1 0 0,1-6 0,-4-6 0,5-7 0,-1 1 0,1-7 0,4 0 0,-13-13 0,4-5 0,-12-10 0,-11-13 0,-10-8 0</inkml:trace>
  <inkml:trace contextRef="#ctx0" brushRef="#br1" timeOffset="42">14438 10797 8912,'-17'0'0,"0"0"0,-1 0 0,1 0 0,8 0 0,3 2 0,12 4 0,5-2 0,12 7 0,4 3 0,7 9 0,1 3 0,-1 9 0,6-1 0,0 0 0,2 1 0,-1-1 0,-5 1 0,2-1 0,-5 0 0,-5 1 0,-7-10 0,2-8 0,-3-8 0,-3-16 0,0-3 0</inkml:trace>
  <inkml:trace contextRef="#ctx0" brushRef="#br1" timeOffset="43">15075 10849 8912,'17'-10'0,"0"-5"0,-7 5 0,-3 1 0,-14 3 0,-5 12 0,-9 11 0,-4 14 0,1 7 0,-1 8 0,-6 3 0,2 3 0,5 0 0,1-1 0,9-1 0,3-4 0,5 1 0,-5-6 0,7-9 0,-12 1 0,7-7 0</inkml:trace>
  <inkml:trace contextRef="#ctx0" brushRef="#br1" timeOffset="44">14421 12070 8912,'0'-12'0,"0"1"0,0-3 0,0-1 0,0-8 0,0 0 0,0-2 0,0 4 0,0-2 0,0 2 0,-8 2 0,4 10 0,-7 3 0,7 14 0,-2 9 0,4 8 0,2 9 0,0 2 0,0 4 0,0-3 0,0 3 0,0-4 0,0-1 0,2-7 0,4 1 0,-2-8 0,5 2 0,1-6 0,0-6 0,1-3 0,6-8 0,0-2 0,1-5 0,-1-11 0,0-8 0,-5-9 0,-1-5 0,-1 4 0,1-4 0,2 9 0,-7 2 0,0 8 0,-6-1 0,0 10 0,0 4 0,0 10 0,0 6 0,0 9 0,2 2 0,4 10 0,-3-2 0,9 1 0,-1 3 0,7-8 0,-1 0 0,0-6 0,2-2 0,4-3 0,-2-5 0,6-7 0,0-2 0,-1-3 0,-3 1 0,6-8 0,-8-5 0,2-6 0,-10 0 0,-1 6 0,-6-6 0,5 0 0,-5 0 0,5 6 0,3 0 0,-5 7 0,3 5 0,-1 3 0,1 2 0,-3 2 0,-1 3 0,0-1 0,-3 8 0,-3-1 0,4 6 0,-4 6 0,-2 0 0,0 0 0,0-6 0,0 1 0,0-1 0,-2 0 0,-4 0 0,4 0 0,-3 1 0,-3-7 0,2 0 0,0-9 0,6-2 0,0-7 0,0-10 0,0-6 0,0 0 0,2-8 0,4 2 0,-2 3 0,7-3 0,-1 8 0,3-2 0,-1 6 0,1 5 0,-3-1 0,1 7 0,1 1 0,5 5 0,0 7 0,0 5 0,0 3 0,1 2 0,-1 0 0,0 1 0,0-1 0,1 0 0,-3-6 0,-4 1 0,5-8 0,-5 1 0,-1-3 0,1-2 0,-5 0 0,5-2 0,3-3 0,-7 1 0,-1-8 0,2 1 0,-3-6 0,3 1 0,-2 5 0,-4-4 0,3 3 0,-3 3 0,-2-3 0,0 8 0,0-3 0,0 14 0,0 5 0,0 3 0,0 2 0,6 1 0,2 1 0,-1 2 0,1 2 0,5 0 0,-1-6 0,-3-2 0,3-4 0,-1 5 0,7-7 0,-1 1 0,-8-4 0,-3-12 0,-4-4 0,-2-7 0,0 0 0</inkml:trace>
  <inkml:trace contextRef="#ctx0" brushRef="#br1" timeOffset="45">15539 11623 8912,'-17'-16'0,"0"5"0,0 3 0,0 8 0,-1 2 0,1 4 0,6 3 0,1 9 0,2-1 0,5 0 0,1 0 0,2 0 0,2-5 0,3-1 0,-1-7 0,8 2 0,-1-4 0,6-2 0,-5-8 0,-1-3 0,-7-5 0,4 1 0,-2 2 0,-1 1 0,-1 3 0,-10-3 0,3-1 0,-9 7 0,1 0 0,-7 8 0,1 4 0,8 4 0,3 7 0,4 6 0,2 0 0,0-2 0,8-2 0,1-2 0</inkml:trace>
  <inkml:trace contextRef="#ctx0" brushRef="#br1" timeOffset="46">16107 11537 8912,'0'-18'0,"-5"1"0,-1 0 0,-8 0 0,5 7 0,-8 5 0,-1 5 0,1 5 0,0 16 0,0 19 0,0 8 0,-1 21 0,3 4 0,4 12 0,-5 3-294,5 4 1,3-4 293,3 4 0,10-6 0,7-6 0,3-6 0,2-11 0,0-7 0,1-16 0,-3-8 0,-2-16 0,-1-5 0,-1-19 0,6-11 0</inkml:trace>
  <inkml:trace contextRef="#ctx0" brushRef="#br1" timeOffset="47">16314 11760 8912,'-2'15'0,"-4"-3"0,2 3 0,-7-3 0,1 3 0,-1 2 0,-4 2 0,3 4 0,4 4 0,3 7 0,3 1 0,2-1 0,0 0 0,0 1 0,0-3 0,0-3 0,6 1 0,-1-7 0,1-7 0,-6-9 0,0-7 0,0-7 0,0-3 0</inkml:trace>
  <inkml:trace contextRef="#ctx0" brushRef="#br1" timeOffset="48">16228 11863 8912,'0'-34'0,"0"-1"0,0 3 0,0 3 0,0 5 0,0 6 0,0 7 0,0-1 0,0 9 0,7-5 0,5 8 0,9 2 0,2 4 0,7-4 0,-1 3 0,4 3 0,1-2 0,-5 7 0,-1-2 0,-7-1 0,2 1 0,-5 1 0,-7 5 0,-5 0 0,-12 0 0,-3 3 0,-11 1 0,-3 2 0,-5-2 0,-3 3 0,3-1 0,-3 0 0,8-6 0,2 1 0,9-1 0,-3 0 0,13 0 0,-5 0 0,22-7 0,6-2 0,6-3 0,1 1 0,7 0 0,5-6 0,6 2 0,-6 3 0,0-1 0,-5 8 0,-3-7 0,-3 7 0,-10-1 0,-10 7 0,-1-1 0,-12 0 0,-13 0 0,-8 0 0,-9 1 0,-1-7 0,1 0 0,0-7 0,-1 2 0,1 2 0,-1-3 0,3 1 0,3-6 0,4 0 0,0-15 0,-1-4 0</inkml:trace>
  <inkml:trace contextRef="#ctx0" brushRef="#br1" timeOffset="49">16985 11915 8912,'-17'0'0,"5"2"0,1 3 0,5 7 0,-5 11 0,7-2 0,-2 8 0,4-1 0,2-1 0,0 5 0,0-3 0,6-4 0,0-2 0,7 4 0,-11-8 0,4 4 0,3-12 0,-7-3 0,6-16 0,-8-1 0</inkml:trace>
  <inkml:trace contextRef="#ctx0" brushRef="#br1" timeOffset="50">17105 11640 8912,'-17'27'0,"0"-8"0,0-8 0,0-1 0,-1 1 0,1-3 0,8-8 0,1-2 0,8-4 0,8-2 0,3-3 0,4-4 0,3 3 0,-3-3 0,-4-2 0,-1 1 0,-4 5 0,-4-4 0,5 13 0,-9-6 0,-3 8 0,-5 8 0,-5 3 0,3 5 0,-11 8 0,4 3 0</inkml:trace>
  <inkml:trace contextRef="#ctx0" brushRef="#br1" timeOffset="51">17777 12052 8912,'-18'-7'0,"1"-1"0,2-5 0,3 1 0,-3 8 0,13-3 0,2 1 0,14 0 0,5 3 0,4 1 0,1 0 0,-1-4 0,4-4 0,8-7 0</inkml:trace>
  <inkml:trace contextRef="#ctx0" brushRef="#br1" timeOffset="52">18413 11966 8912,'-7'-17'0,"-3"0"0,-7 7 0,0 3 0,7 7 0,4-2 0,12-2 0,6-2 0,5 1 0,4 3 0,2-4 0,15-4 0,-2-7 0</inkml:trace>
  <inkml:trace contextRef="#ctx0" brushRef="#br1" timeOffset="53">18964 11949 8912,'-17'0'0,"5"0"0,1 0 0,-1 0 0,-5 0 0,6-2 0,-1-3 0,1 3 0,1-6 0,2 8 0,10 0 0,4 0 0,11-2 0,12-4 0,11-11 0,4-10 0</inkml:trace>
  <inkml:trace contextRef="#ctx0" brushRef="#br1" timeOffset="54">19239 11915 8912,'-17'0'0,"6"0"0,-1 0 0,1-2 0,-7-4 0,1 4 0,0-5 0,7-1 0,3-2 0,7-7 0</inkml:trace>
  <inkml:trace contextRef="#ctx0" brushRef="#br1" timeOffset="55">9103 12706 8912,'18'-12'0,"-1"1"0,0-1 0,0-5 0,2 0 0,4-2 0,4-4 0,0-6 0,5-3 0,-3-3 0,4 1 0,1 0 0,0 1 0,1 3 0,-3 1 0,-3-2 0,-4 5 0,-8-3 0,4 2 0,-4-1 0,2-3 0,-11 8 0,0 0 0,-1-2 0,5 0 0,-6-3 0,-3 3 0,-1 0 0,-2 6 0,0-4 0,0 4 0,0 2 0,0 5 0,0 1 0,-7 7 0,-5-2 0,-3 6 0,-2 8 0,-2 7 0,-4 6 0,3 10 0,-2-1 0,2 9 0,3-3 0,0 12 0,0-8 0,5 6 0,1-6 0,7-2 0,-2-9 0,4 1 0,2-7 0,2 0 0,4-6 0,11-7 0,12-4 0,11-8 0,8-8 0,7-7 0,8-2 0,4-16 0,10-1 0,1-15 0</inkml:trace>
  <inkml:trace contextRef="#ctx0" brushRef="#br1" timeOffset="56">11134 11915 8912,'10'-17'0,"-5"-2"0,-3-2 0,-2-4 0,0 0 0,0 0 0,0 4 0,-6 2 0,1 2 0,-1 9 0,6 8 0,0 10 0,0 13 0,0 5 0,-6 12 0,1 6 0,-1 10 0,6 3 0,0 0 0,0 0 0,0-3 0,0-11 0,0 5 0,0-4 0,0-4 0,0-2 0,2-11 0,2-6 0,3-6 0,3-6 0,-5-3 0,7-8 0,-6-4 0,5-7 0,-1-3 0,1-14 0,3 1 0,-9-4 0,-1 3 0,-2-3 0,4 6 0,0 2 0,-1 4 0,-5 2 0,0 6 0,0-1 0,0 8 0,0-1 0,0 10 0,0 5 0,0 7 0,6 8 0,0 4 0,-1 3 0,3 2 0,-4-5 0,7 0 0,-5-6 0,6 5 0,-1-9 0,6-1 0,1-3 0,-1-9 0,-2-2 0,-4-10 0,-1-6 0,-4-11 0,3-11 0,9-10 0</inkml:trace>
  <inkml:trace contextRef="#ctx0" brushRef="#br1" timeOffset="57">11358 11984 8912,'-2'-18'0,"-4"1"0,2 2 0,-7 3 0,5-1 0,-5 7 0,7-1 0,-2 1 0,4 6 0,2 0 0,2 6 0,4 5 0,3 4 0,9-3 0,-1 3 0,0 2 0,8 8 0,2 2 0</inkml:trace>
  <inkml:trace contextRef="#ctx0" brushRef="#br1" timeOffset="58">11599 12190 8912,'0'17'0,"0"0"0,0-7 0,0-2 0,0-8 0,0 7 0,0-3 0,0 7 0,-2-5 0,-4 6 0,4-1 0,-6 6 0,8 0 0,0-7 0,-1 3 0,-5-7 0,4 0 0,-6-6 0,10-6 0,4 0 0,-2-13 0,7 2 0,-1-4 0,1 4 0,5 0 0,-5 0 0,2 5 0,-1 1 0,3 7 0,-5-4 0,7 8 0,-6 0 0,1 2 0,1 4 0,1-2 0,-3 7 0,4-1 0,-3 1 0,3 2 0,2-7 0,-5 0 0,-1-6 0,1 0 0,5 0 0,-6 0 0,1 0 0,-1-2 0,7-4 0,-7-3 0,1-8 0,-9-1 0,3 1 0,-4 0 0,-2 0 0,-2 7 0,-4 4 0,-3 5 0,-8 1 0,-1 9 0,1 8 0,0 2 0,2 8 0,3 0 0,6 0 0,-1-4 0,1 5 0,0-5 0,6 6 0,8-10 0,3-2 0,5-2 0,1-9 0,8 0 0,4-8 0,1-4 0,-1-5 0,3-6 0,-3-6 0,2 2 0,-3-8 0,-3 2 0,-8-1 0,-5-3 0,-1 8 0,-7 0 0,2 6 0,-4 0 0,-2 7 0,-8 3 0,0 14 0,-3 5 0,3 3 0,8 2 0,0 6 0,0 0 0,0 0 0,0-6 0,0 0 0,0 0 0,8-5 0,3-1 0,5-1 0,1 1 0,0-5 0,0-4 0,1-2 0,-1 0 0,-2-2 0,-3-4 0,3-3 0,-6-8 0</inkml:trace>
  <inkml:trace contextRef="#ctx0" brushRef="#br1" timeOffset="59">12304 12242 8912,'10'0'0,"-3"0"0,-7 0 0,2 0 0,4 0 0,-2 0 0,7 0 0,-1 1 0,1 5 0,3-2 0,-8 7 0,-1 7 0,-5 5 0,0 1 0,0-1 0,0-4 0,0 4 0,0 2 0,0-2 0,0-6 0,0-5 0,0-8 0,0 1 0,0-10 0,0-7 0,0-11 0,2-4 0,4-7 0,3 0 0,9 1 0,-3 3 0,-4 1 0,5 8 0,-5-2 0,4-4 0,1 14 0,-5-4 0,5 11 0,-7-2 0,8 8 0</inkml:trace>
  <inkml:trace contextRef="#ctx0" brushRef="#br1" timeOffset="60">12855 11794 8912,'0'-34'0,"0"2"0,0 3 0,0 6 0,0 15 0,0 14 0,-8 13 0,-3 23 0,-5 10 0,-1 9 0,-6 6 0,0 2 0,-1 5 0,2 3 0,0 1 0,0 4 0,-2 8 0,1 1 0,2 1-1034,9-6 1034,-3-8 0,-2-1 0,-10-8 0</inkml:trace>
  <inkml:trace contextRef="#ctx0" brushRef="#br1" timeOffset="61">10773 13325 8912,'0'-18'0,"0"-1"0,0-2 0,-2-2 0,-4 4 0,-5 4 0,-5 4 0,-3 7 0,-4 0 0,-4 10 0,1 11 0,-7 10 0,4 13 0,3 6 0,-3 11 0,10 2 0,0 6 0,7-4 0,5-2 0,1 4 0,6-5 0,8-3 0,3-9 0,6-12 0,6-11 0,-2-11 0,8-8 0,1-10 0,3-11 0,1-16 0,1-13 0,-3 2 0,-3-1 0,-8-3 0,-8-2 0,-5 0 0,-8 5 0,-2-1 0,-4 11 0,-5 1 0,-12 17 0,2 3 0,-6 14 0,2 0 0,4 0 0,2 16 0,2 7 0,0 0 0,0 0 0,7 3 0,-5-7 0,5 6 0</inkml:trace>
  <inkml:trace contextRef="#ctx0" brushRef="#br1" timeOffset="62">10738 13600 8912,'-7'-10'0,"5"1"0,-4 3 0,4 4 0,2-6 0,0 16 0,2 2 0,2 9 0,1 4 0,9-2 0,-3 7 0,5-1 0,1 2 0,0-4 0,0-8 0,-1 0 0,-5 0 0,10-2 0,-4-3 0,2-6 0,1-6 0,-3-6 0,-2-6 0,-4-9 0,-3-3 0,0-3 0,-6-2 0,3-5 0,-3 1 0,-2 5 0,0 3 0,0 8 0,0-1 0,0 1 0,0 10 0,0 7 0,0 13 0,0 10 0,0 2 0,0-2 0,6-2 0,0 7 0,5-7 0,-5 2 0,5-4 0,-5-1 0,6-7 0,-7 0 0,9-7 0,-10 4 0,7-8 0,-5-2 0,5-4 0,-5-3 0,6-8 0,-9-1 0,3 1 0,-2 0 0,2 0 0,-4 0 0,3-1 0,-3 1 0,6 0 0,-6 7 0,7 3 0,-3 7 0,-2 0 0,7 0 0,-7 7 0,2 5 0,2-3 0,-3 3 0,9-3 0,-3 3 0,-1 1 0,1-7 0,-5 7 0,5-1 0,-5-3 0,6 3 0,-1-6 0,6 5 0,-5-1 0,-1 1 0,6-3 0,6-8 0,8 0 0,-2 0 0,1 0 0,-1 0 0,3-8 0,-3-3 0,-2-5 0,2-1 0,-8 6 0,2-1 0,-6 1 0,-6-6 0,-3 5 0,-8 1 0,0 5 0,0-6 0,-13 7 0,-5-7 0,-5 8 0,0-1 0,-1 3 0,-5 2 0,-2 0 0,8 0 0,0 2 0,6 3 0,2 5 0,3 7 0,-1 0 0,7 1 0,-5-1 0,5 0 0,0 2 0,6 4 0,0-4 0,0 4 0,8-4 0,2-4 0,7-3 0,2-5 0,4-7 0,-2-7 0,8-5 0,-7-5 0,7-6 0,-8-3 0,2-9 0,-4-1 0,-2-4 0,-7-4 0,-4-8 0,-4 1 0,-2-1 0,0-1 0,0-5 0,-8 14 0,-3 4 0,-3 6 0,3 11 0,-5 8 0,9 9 0,-5 12 0,-1 5 0,7 12 0,0 6 0,6 11 0,0-2 0,0 8 0,2-6 0,4 6 0,2-6 0,3 6 0,5-8 0,-5 2 0,4-9 0,2-3 0,1-1 0,-1 2 0,0-10 0,0-8 0,1-7 0,-1 2 0,0-8 0,0-10 0,-7 1 0,5-22 0,-5 7 0</inkml:trace>
  <inkml:trace contextRef="#ctx0" brushRef="#br1" timeOffset="63">11857 13531 8912,'11'-11'0,"1"-1"0,-8 8 0,3-11 0,-7 13 0,0-13 0,8 13 0,1 2 0,3 9 0,-1 9 0,-1-1 0,1 0 0,-1 6 0,-4 0 0,-4 2 0,3-2 0,-3-4 0,-2 4 0,0-4 0,0-2 0,0-8 0,0-1 0,0-23 0,8-2 0,3-12 0,1 2 0,5 4 0,-4 4 0,10-4 0,-2-2 0,2 3 0,-2-1 0,8 5 0,-8 1 0,2 0 0,-4 6 0,-2-1 0,1 3 0,-1-3 0,-6 4 0,1 8 0,-8-7 0,1 5 0,-10-4 0,-5 10 0,-7 2 0,0 7 0,-1-3 0,1 1 0,0 1 0,0-1 0,0 6 0,5-5 0,1-1 0,-1 1 0,3 5 0,3 0 0,-4 0 0,8 0 0,-3 1 0,5-7 0,5 1 0,5-3 0,7 3 0,0 1 0,1-7 0,1-1 0,4-5 0,-4 0 0,4 0 0,2 0 0,-3 0 0,3-7 0,-2-5 0,-4 1 0,4-6 0,-4 3 0,-1-11 0</inkml:trace>
  <inkml:trace contextRef="#ctx0" brushRef="#br1" timeOffset="64">12528 13084 8912,'-17'-17'0,"5"5"0,1 1 0,5 5 0,-5-5 0,7 7 0,-6 4 0,4 11 0,5 8 0,-5 10 0,4 2 0,2 14 0,0 1 0,0 6 0,6-2 0,-1-5 0,3 3 0,-2-8 0,-2 0 0,7-5 0,-7-8 0,2-5 0,3-2 0,1-11 0,7-3 0,-6-6 0,1-6 0,-6-11 0,5-12 0,1 4 0,5 3 0,-6-3 0,1 2 0,-7 2 0,7 9 0,-6-3 0,5 4 0,-7 3 0,5 2 0,-3 12 0,-4-2 0,4 7 0,-4 1 0,0 5 0,3 0 0,-3-7 0,8-3 0,-4-7 0,3 0 0,8 0 0</inkml:trace>
  <inkml:trace contextRef="#ctx0" brushRef="#br1" timeOffset="65">12786 13118 8912,'0'-17'0,"0"0"0,0 0 0,0 7 0,-8 3 0,6 7 0,-5 7 0,7 5 0,0 3 0,0 2 0,0 0 0,0 1 0</inkml:trace>
  <inkml:trace contextRef="#ctx0" brushRef="#br1" timeOffset="66">12390 13479 8912,'-17'10'0,"0"-2"0,0-8 0,5-6 0,1 0 0,7-7 0,-2 1 0,19-3 0,10-2 0,16-2 0,7-4 0,9 2 0,2-8 0,8 8 0,-11-11 0,5 5 0</inkml:trace>
  <inkml:trace contextRef="#ctx0" brushRef="#br1" timeOffset="67">13320 13101 8912,'-35'27'0,"1"-6"0,-1-6 0,1-3 0,1-7 0,5 7 0,3-1 0,8 7 0,1 1 0,5 4 0,3-4 0,8 4 0,2 1 0,4-1 0,5 0 0,12-6 0,-2-1 0,8-5 0,-6-3 0,6-8 0,-3 6 0,3-1 0,-4-7 0,0-15 0,2-10 0</inkml:trace>
  <inkml:trace contextRef="#ctx0" brushRef="#br1" timeOffset="68">13853 12603 8912,'-19'13'0,"-2"4"0,-4 10 0,-2 9 0,-7 23 0,-6 16 0,16-30 0,2 2 0,2 2 0,2 3 0,0 2 0,3 1-350,1 1 0,3 0 0,4-2 0,3-1 350,0 2 0,2-1 0,2 44 0,6-7 0,1-5 0,5-5 0,-5-5 0,-7-7 0,0 0 0</inkml:trace>
  <inkml:trace contextRef="#ctx0" brushRef="#br1" timeOffset="69">10566 14563 8912,'-8'-18'0,"5"3"0,-9 2 0,1 1 0,-1-1 0,1-2 0,1 3 0,-1 1 0,3 9 0,8 2 0,0 15 0,0 14 0,0 3 0,0 5 0,0 3 0,0 5 0,2-1 0,2 0 0,2 0 0,-3 0 0,1-6 0,2 3 0,-4-7 0,4-4 0,-5-1 0,-1-8 0,-1-6 0,-5-15 0,-4-15 0,-7-12 0</inkml:trace>
  <inkml:trace contextRef="#ctx0" brushRef="#br1" timeOffset="70">10394 14631 8912,'0'-17'0,"0"0"0,0 0 0,0 0 0,0 5 0,0 1 0,0 7 0,13-10 0,5 9 0,10-9 0,1 3 0,4 1 0,1-1 0,6 7 0,0-2 0,-5 4 0,-7 2 0,-7 2 0,2 4 0,-11 9 0,-6 8 0,-5 10 0,-1 1 0,-7 1 0,-5 5 0,-3-4 0,-2-2 0,5-1 0,1-5 0,5 3 0,-5-8 0,7 0 0,-2-6 0,4-5 0,2-1 0,2-7 0,4 2 0,3 3 0,9-7 0,-1 4 0,0-4 0,0-2 0,-7 7 0,-4 5 0,-5 3 0,-10 2 0,-8 0 0,-2 1 0,-10-1 0,6 0 0,-6 0 0,6 0 0,-5 1 0,5-9 0,-6-3 0,8-6 0,-2-6 0,4-3 0,2-9 0</inkml:trace>
  <inkml:trace contextRef="#ctx0" brushRef="#br1" timeOffset="71">10876 14717 8912,'-17'0'0,"-1"0"0,1 0 0,0 0 0,7 0 0,3 0 0,7 0 0,0 0 0,7 0 0,-3 0 0,8 0 0,-8-2 0,1-3 0,-3 3 0,-2-8 0,0 4 0,8 5 0,-6-7 0,5 8 0,-7-8 0,0 6 0,0-5 0,0 7 0,0 0 0,0-8 0,0 6 0,0-5 0,0 7 0,0 0 0,8 7 0,-6 3 0,8 7 0,-5 0 0,3 0 0,5 1 0,-1-3 0,1-4 0,3 3 0,1-9 0,0 1 0,0-6 0,2-2 0,4-4 0,-9 1 0,3-12 0,-4 3 0,4-9 0,-7-4 0,-4-1 0,-4 1 0,-2-2 0,0 1 0,0 1 0,-8-4 0,-4 9 0,-5 1 0,-6 9 0,4 4 0,-4 8 0,4 2 0,2 4 0,0 6 0,0 10 0,-1 7 0,1 11 0,8 10 0,3 7 0,4 1 0,2-7 0,2 1 0,4-1 0,3-1 0,8-4 0,8-6 0,4-11 0,3-10 0,3-8 0,5-9 0,0-2 0,0-15 0,-5-14 0,5-11 0,0-6 0,-4-2 0,-5 3 0,-1-5 0,-7 4 0,0-4 0,-5-1 0,-9-1 0,-3 1 0,-4 1 0,-2 4 0,-6-2 0,0 8 0,-7 2 0,1 9 0,-3 5 0,0 6 0,1 3 0,3 4 0,7 3 0,-3 10 0,7 4 0,0 9 0,0 8 0,0 13 0,0-2 0,1 7 0,5-1 0,4 6 0,7 11 0,-6-4 0,1 5 0,-3-5 0,3-1 0,1-6 0,-5-4 0,2-4 0,3-6 0,-4-11 0,3-4 0,-1-7 0,7-10 0,5-10 0,-1-7 0,7-15 0,-6-14 0,8-6 0,-3-5 0,-3-4 0,-2-8 0,-4-5 0,-3-1 0,-5 1 0,-5-3 0,-4 8 0,-2 1 0,0 8 0,0 15 0,0 10 0,0 12 0,-8 12 0,0 19 0,-3 14 0,-2 13 0,7 11 0,-6 1 0,7 16 0,1 2 0,2 2 0,2 2 0,0 0 0,2 0 0,4-1 0,3-7 0,8-3 0,-5-5 0,-1-1 0,1-10 0,5-8 0,0-9 0,0-13 0,1-7 0,-1-3 0,-8-2 0,7-15 0,-7-4 0</inkml:trace>
  <inkml:trace contextRef="#ctx0" brushRef="#br1" timeOffset="72">12631 14098 8912,'0'-17'0,"-2"0"0,-2 0 0,-3 0 0,-3 1 0,-3 5 0,-2 19 0,-1 16 0,3 13 0,1 8 0,3 15 0,-5 10 0,3 14 0,-2 12 0,8-43 0,0 1 0,0 0 0,0 1 0,1-1 0,-1 1 0,0 0 0,0 1 0,3-5 0,1 1 0,-3 0 0,0-1 0,-2 39 0,0-14 0,1-11 0,5-19 0,0-6 0,2-9 0,3-3 0,5-14 0,7-3 0,0-7 0,8-27 0,2-6 0</inkml:trace>
  <inkml:trace contextRef="#ctx0" brushRef="#br1" timeOffset="73">13147 14528 8912,'0'-17'0,"6"6"0,0-1 0,-2-1 0,-2-3 0,-2-1 0,0 0 0,-2 2 0,-4 1 0,-5 5 0,-5 1 0,3-3 0,-2 5 0,-5 2 0,1 2 0,0 4 0,0 4 0,-2 5 0,-2 5 0,-2 8 0,2 5 0,4 4 0,-4 1 0,6 0 0,6 1 0,3 5 0,8 0 0,2 0 0,4-5 0,3-9 0,8-3 0,6 2 0,2-2 0,0-2 0,0-2 0,3-7 0,-5-1 0,0-1 0,-5 1 0,-1 4 0,0-3 0,-2-3 0,-3 3 0,-5-7 0,-7 7 0,0-6 0,0 5 0,-1-5 0,-5 5 0,-6 1 0,-3-3 0,-8 5 0,0-9 0,-2 7 0,2-6 0,4-1 0,-4-5 0,4 0 0,2-7 0,0-3 0</inkml:trace>
  <inkml:trace contextRef="#ctx0" brushRef="#br1" timeOffset="74">13354 14373 8912,'0'-17'0,"0"0"0,0 0 0,0 7 0,0 3 0,0 22 0,0 4 0,0 15 0,0 3 0,0 3 0,2-2 0,4 8 0,1-8 0,5 2 0,3 2 0,-4-2 0,-1 1 0,2-7 0,-1-5 0,6-1 0,-2-7 0,-3 2 0,3-11 0,-5-5 0,7-7 0</inkml:trace>
  <inkml:trace contextRef="#ctx0" brushRef="#br1" timeOffset="75">13733 14391 8912,'-12'-2'0,"1"-4"0,-7 4 0,-5-4 0,-1 6 0,1 6 0,2 6 0,-8 10 0,2 0 0,-2 6 0,5 1 0,6 5 0,3-5 0,4 0 0,3-1 0,8 7 0,2-7 0,4 1 0,9-10 0,8-2 0,9-2 0,1-9 0,7-4 0,4-6 0,-4-5 0,6-8 0,-8-3 0,2-3 0,-3 2 0,-3-7 0,-1-1 0,-5-5 0,3 5 0,-8 0 0,0 3 0,-6-3 0,-7-1 0,-5 7 0,-3 2 0,-9 3 0,-5 7 0,-3 3 0,-2 8 0,-1 2 0,1 4 0,2 3 0,3 9 0,-1 1 0,7 4 0,1-4 0,5 4 0,0-4 0,0-2 0,0 0 0,0 0 0,2 1 0,3-1 0,-1-8 0,8-3 0,-1 2 0,6-3 0,0-1 0,1-9 0,-1-5 0,0-7 0,6-6 0,0 0 0,0-8 0,-6 5 0,0-3 0,1 0 0,-9 8 0,-3-2 0,1 4 0,-1 2 0,0 0 0,-6 7 0,0 5 0,0 10 0,0 5 0,0 7 0,0 6 0,0 0 0,0-2 0,0-2 0,0-2 0,0 0 0,2-5 0,4-1 0,-3-7 0,9 2 0,-1-4 0,7-2 0,-1 0 0,6-2 0,0-4 0,0-1 0,-6-5 0,-6-1 0,1 7 0,-3-7 0,5 3 0,-3 0 0,-7 3 0,6 7 0,-5 0 0,-3 0 0,14 0 0,-7 0 0,8 0 0,0 0 0,-1-2 0,-3-2 0,-1-2 0,-1-13 0,6 2 0,1-6 0,-1 0 0,-6-3 0,1-9 0,-8 1 0,1-1 0,-3 1 0,-2 0 0,0 1 0,0 4 0,0 5 0,0 6 0,-2 9 0,-3 3 0,3 4 0,-6 2 0</inkml:trace>
  <inkml:trace contextRef="#ctx0" brushRef="#br1" timeOffset="76">14989 14064 8912,'-8'17'0,"4"0"0,-5 1 0,1-1 0,4 0 0,2 0 0,2 0 0,2-7 0,4-4 0,-2-4 0,7-2 0,1 0 0,-3-2 0,-3-4 0,-4 4 0,-2-13 0,0 5 0,0-7 0,0 0 0,0 5 0,0 1 0,0-1 0,2-5 0,4 0 0,-4 0 0,11 0 0,-7-1 0,-1 1 0,-5 6 0,0-1 0,2 7 0,4-7 0,-4 6 0,4-5 0,-4 5 0,-2-5 0,2 5 0,3-5 0,-3 5 0,4-6 0,-2 7 0,1-7 0,-3 6 0,6-3 0,-2-1 0,-1 1 0,1 3 0,-6-5 0,0-1 0,0-5 0,0 5 0,0 1 0,2 0 0,4-7 0,-4 1 0,4 0 0,-5 0 0,-1 5 0,0 1 0,0 5 0,0-5 0,0 7 0,0-4 0,-1 20 0,-5 11 0,2 22 0,-8 32 0,-1 18 0,6-40 0,-1 1 0,-1 5 0,1 0 0,-1 5 0,0 0 0,1 3 0,1 2-307,1 6 0,1 0 0,-2 1 0,0-1 307,4-4 0,0-3 0,0-7 0,1-3 0,2 26 0,5-19 0,3-24 0,2-18 0,-1-13 0,3-12 0,-5 0 0</inkml:trace>
  <inkml:trace contextRef="#ctx0" brushRef="#br1" timeOffset="77">15453 14219 8912,'-17'9'0,"0"-1"0,0-2 0,1 1 0,3 3 0,2 3 0,-1 8 0,-5 6 0,2 5 0,3 10 0,3 6 0,5 4 0,-2 1 0,2 5 0,10-5 0,5 4 0,5-11 0,3-8 0,2-9 0,2-12 0,5-7 0,-5-10 0,2-2 0,-2-4 0,-4-5 0,4-10 0,-4-4 0,-1-2 0,-3 0 0,-4-1 0,3-5 0,-8 5 0,-1-3 0,-5 2 0,0 5 0,0 6 0,0 1 0,0 0 0,0 0 0,-2 9 0,-1 8 0,-3 10 0,0 13 0,6 5 0,0 5 0,0 1 0,0-1 0,0-5 0,6 5 0,0-5 0,7-5 0,-2-5 0,5-3 0,3-9 0,2-3 0,2-1 0,0-9 0,-6-5 0,0-5 0,0-6 0,-5-4 0,-1-7 0,-7 0 0,2-1 0,-6 3 0,-8 1 0,-7 4 0,-6 3 0,-10 1 0,3 5 0,-5 9 0,-1 3 0,1 4 0,4 2 0,5 0 0,6 0 0,3 8 0,4 3 0,3 5 0,8 1 0,0 0 0,0 0 0</inkml:trace>
  <inkml:trace contextRef="#ctx0" brushRef="#br1" timeOffset="78">16056 14442 8912,'-18'0'0,"1"0"0,0 0 0,0 0 0,0 0 0,7 8 0,2 1 0,8 9 0,0-1 0,0 0 0,2 0 0,4 0 0,-2 1 0,7-1 0,-5 2 0,6 4 0,-9-10 0,3 4 0,-4-3 0,-2 3 0,0-6 0,0 1 0,0-8 0,0 3 0,0-16 0,0-8 0,0-6 0,0-8 0,0 2 0,0-1 0,0-3 0,0-1 0,6 2 0,0 3 0,7 4 0,-2 8 0,5 0 0,1-1 0,0 9 0,0 3 0,1 6 0,-1 6 0,0 3 0,0 9 0,-2 6 0,-1 3 0,-5 2 0,-1 0 0,0-1 0,-3 7 0,-3-9 0,4-3 0,-4-4 0,-2-1 0,0-1 0</inkml:trace>
  <inkml:trace contextRef="#ctx0" brushRef="#br1" timeOffset="79">16365 14391 8912,'18'17'0,"-7"0"0,1 0 0,-9 0 0,3 1 0,-4-1 0,-2 0 0,0 0 0,0 0 0,0 1 0,0-1 0,2-2 0,4-3 0,-2 1 0,7-7 0,-5-1 0,5-5 0,1 0 0,5-7 0,0-5 0,-5-3 0,-1-2 0,-5 0 0,5-1 0,-7 1 0,2 0 0,-4 0 0,-2 0 0,5-1 0,1 1 0,0 0 0,-6 0 0</inkml:trace>
  <inkml:trace contextRef="#ctx0" brushRef="#br1" timeOffset="80">16710 14442 8912,'0'17'0,"0"1"0,0-7 0,0 1 0,0-9 0,0 5 0,2-8 0,3 0 0,5-2 0,7-4 0,0 3 0,0-9 0,1 1 0,-1-7 0,0 1 0,0 0 0,-1 0 0,-5 0 0,-3-1 0,-8 1 0,0 0 0,-2 6 0,-4-1 0,0 8 0,-11-1 0,4 3 0,-10 2 0,2 2 0,-2 3 0,4 5 0,-4 9 0,4 2 0,1 2 0,7 7 0,-1-1 0,9 4 0,-3 1 0,6-5 0,6-1 0,9-7 0,8 2 0,7-6 0,-1-5 0,4-4 0,1-8 0,-5-4 0,-1-8 0,1-7 0,6-15 0</inkml:trace>
  <inkml:trace contextRef="#ctx0" brushRef="#br1" timeOffset="81">17019 14322 8912,'12'0'0,"-1"0"0,-7 0 0,10 2 0,-9 4 0,7-3 0,-7 9 0,9-1 0,-3 6 0,-1 1 0,1-1 0,1 0 0,5 0 0,-5 6 0,-1 0 0,0-2 0,-1-2 0,3-7 0,-7-1 0,0-5 0,-6 5 0,0-7 0,0 4 0,0-23 0,0-5 0</inkml:trace>
  <inkml:trace contextRef="#ctx0" brushRef="#br1" timeOffset="82">17278 14322 8912,'-2'15'0,"-4"-3"0,2 3 0,-7-4 0,-1-1 0,-5 1 0,-6 7 0,0 5 0,-6 7 0,6-1 0,-5-1 0,5 7 0,0-5 0,6 10 0,1-5 0,5-7 0,1-3 0,5-7 0,3-9 0,-6-1 0,8-8 0</inkml:trace>
  <inkml:trace contextRef="#ctx0" brushRef="#br1" timeOffset="83">17604 14356 8912,'-11'0'0,"0"0"0,5 0 0,-6 0 0,1 8 0,-1 1 0,1 9 0,7-1 0,-2 0 0,4 0 0,2 0 0,0 1 0,0-1 0,0 0 0,0 0 0,2 0 0,4 1 0,-4-9 0,6-1 0</inkml:trace>
  <inkml:trace contextRef="#ctx0" brushRef="#br1" timeOffset="84">17518 14081 8912,'-11'-6'0,"-1"-1"0,-1-3 0,4 5 0,-3-7 0,8 8 0,-1-3 0,10 7 0,5 0 0,7-8 0,0 6 0,-7-6 0,-3 8 0,-7 0 0,-7 8 0,-3 2 0</inkml:trace>
  <inkml:trace contextRef="#ctx0" brushRef="#br1" timeOffset="85">17914 13892 8912,'-7'-17'0,"-1"0"0,-4-1 0,-3 9 0,8 3 0,-7 12 0,5 7 0,1 8 0,2 12 0,6 7 0,0 6 0,0-6 0,0 8 0,0-3 0,0-2 0,0-3 0,6-4 0,2-2 0,1 1 0,5-1 0,-5-7 0,3-4 0,-3-10 0,3-1 0,3-9 0,-4 3 0,5-8 0,1-9 0,0-1 0,0-11 0,-1-3 0,-5-3 0,4-3 0,-5-3 0,1 1 0,1-1 0,-6 9 0,5 3 0,-7 4 0,5 7 0,-3 1 0,-4 9 0,4 2 0,-4 15 0,-2 14 0,5 3 0,1 3 0,2-1 0,-4 0 0,3-1 0,3-5 0,1 3 0,7-8 0,-7-2 0,1-10 0,1 3 0,10-8 0,-4-3 0,4-8 0,-4-5 0,-2-7 0,-1-2 0,-5-4 0,2 2 0,-5-6 0,0 0 0,-1 1 0,-1 5 0,-6-2 0,2 4 0,4 1 0,-4 1 0,5 8 0,-7 1 0,-2 16 0,-3 3 0,3 12 0,-6 6 0,2 3 0,1 3 0,-7 5 0,6 0 0,-5 6 0,5-6 0,-5 7 0,5-1 0,-2 2 0,3-2 0,1 2 0,-8-8 0,3 0 0,-3-6 0,-5-7 0,0-4 0,0-4 0,-8-2 0</inkml:trace>
  <inkml:trace contextRef="#ctx0" brushRef="#br1" timeOffset="86">17725 14270 8912,'-8'-17'0,"4"0"0,-7 0 0,7 7 0,-5 1 0,3 3 0,6 4 0,0-4 0,9 4 0,7 2 0,10-2 0,9-3 0,7 3 0,10-4 0,5 4 0,0 2 0,16 0 0,-10 0 0,14 0 0</inkml:trace>
  <inkml:trace contextRef="#ctx0" brushRef="#br1" timeOffset="87">18964 14288 8912,'-17'9'0,"0"1"0,-1-5 0,1-3 0,0 4 0,5-4 0,1-2 0,7 0 0,-11 0 0,13 0 0,-6 0 0,8-8 0,0 6 0,0-5 0,0 7 0,2-6 0,2-2 0,2-1 0,-1-3 0,-5-5 0,2 0 0,4 0 0,-4 0 0,4-1 0,-2-6 0,1-5 0,-3-4 0,4-1 0,-4-8 0,-2-4 0,6-2 0,-1 3 0,1-3 0,-6 8 0,6 1 0,0 9 0,-3 1 0,1 16 0,2 1 0,-4 26 0,4 14 0,-12 20 0,-6 15 0,-3 14 0,-2 9 0,0 0-319,-1 5 1,-4 3 318,-1-2 0,-6-1 0,6-5 0,2-7 0,9-5 0,-1-7 0,7-10 0,1-15 0,5-19 0,7-19 0,5-8 0,11-19 0,3-4 0</inkml:trace>
  <inkml:trace contextRef="#ctx0" brushRef="#br1" timeOffset="88">19583 14373 8912,'-17'18'0,"-6"-3"0,0-4 0,2-1 0,10-4 0,-4-4 0,3 3 0,6-3 0,6-2 0,10-2 0,13-3 0,9-5 0,9-7 0,6 0 0,-3-8 0,8-2 0</inkml:trace>
  <inkml:trace contextRef="#ctx0" brushRef="#br1" timeOffset="89">20255 14339 8912,'7'10'0,"-5"-3"0,6-7 0,-1 0 0,-3 0 0,8 0 0,-7 0 0,7-2 0,3-1 0,6-3 0,2-13 0,12 2 0,-5-12 0,12 2 0</inkml:trace>
  <inkml:trace contextRef="#ctx0" brushRef="#br1" timeOffset="90">21408 14219 8912,'17'0'0,"-6"5"0,1 1 0,-8 0 0,11-6 0,-11 0 0,7 0 0,-5-6 0,5 0 0,-7-7 0,11-4 0,-5-10 0</inkml:trace>
  <inkml:trace contextRef="#ctx0" brushRef="#br1" timeOffset="91">20650 8940 8912,'10'-1'0,"-4"-5"0,-4-6 0,-2-3 0,0 4 0,0-1 0,0-1 0,0 3 0,0-1 0,0-3 0,0 5 0,0-3 0,0 9 0,0-7 0,-2 6 0,-4-2 0,-4-7 0,-7 11 0,0-4 0,-2-1 0,-4 1 0,-4 0 0,-7 6 0,-10 0 0,-8 0 0,-11 0 0,-10 0 0,-13 0 0,-11 0 0,1 2-194,48 1 0,-1 0 0,-1-1 0,0 0 194,-4 3 0,-1 1 0,-1-3 0,-1 0 0,-3 3 0,0-1 0,4-2 0,1 0 0,3 3 0,1 0 0,-45-3 0,14 3 0,6-4 0,7-2 0,15 0 0,8 0 0,6 2 0,17 4 0,-2-4 0,4 3 0,-2-3 0,2-2 0,2 8 0,4-4 0,3 7 0,-3 1 0,6 5 0</inkml:trace>
  <inkml:trace contextRef="#ctx0" brushRef="#br1" timeOffset="92">18620 8923 8912,'-10'27'0,"4"-4"0,3 2 0,-3-2 0,4 5 0,-4-5 0,4 8 0,2-3 0,-5 7 0,-1 5 0,0 2 0,6 8 0,-2-1 0,-3 5 0,3 3 0,-4 0 0,4 5 0,2 6 0,0 7-142,0-1 0,0 1 142,0-6 0,0-8 0,0-4 0,0 0 0,0-5 0,8-6 0,3-18 0,4 3 0,3-8 0,-1 6 0,0-6 0,0 1 0,0-1 0,1-9 0,-1 3 0,6-4 142,0 4 0,7-5-142,-1-1 0,3-1 0,3 1 0,1 3 0,4-9 0,-3 7 0,3-6 0,2 7 0,-2-1 0,8-3 0,-2 3 0,4-7 0,1 7 0,3-8 0,3 1 0,4-1 0,8 2 0,6-4-198,-1 3 1,8-3 197,-1-2 0,16-2-221,-46 0 1,1-1 0,5 1 0,1 0 220,-1-4 0,1 0 0,1 4 0,0 1 0,2-2 0,-1 0 0,-1-1 0,0 0 0,-1 1 0,-1 1 0,0-2 0,-1 2 0,-1 1 0,-1 2 0,-1-1 0,-1 0-138,3 0 0,-1 0 0,1 0 0,-1 0 138,-2 0 0,-1 0 0,0 0 0,-2 0 0,37 0 0,8 0 0,-45 0 0,1 2 0,1-1 0,-1 2-88,-1-1 0,0 1 0,0 0 0,-1 0 88,33-3 0,5 0 0,6 0 0,3 0 0,-43 0 0,-1 0 0,0-3 0,0 0 0,-2 0 0,-1 1 0,2-2 0,0 2 0,41 2 0,-38-1 0,0 0 0,-2-2 0,1 0 0,1 2 0,1 0 0,-2-2 0,-1 1 0,0 0 0,0 2 0,46 0 0,-48-3 0,0 0 0,37-3 0,9 0 0,-9 6 0,6-5 0,0-1 0,-6-6 0,0 7 0,-8-3 0,-9 2 0,8 4 0,3-3 0,10-3 0,2 2 0,-3 1 0,-8 5 0,-5-6 0,-7 0 0,-14 0 162,-3 6 0,-12-5-162,0-1 0,-3-2 412,-3 3 0,-5 3-412,0-4 0,-3 4 301,3 2 1,-4-2-302,-8-4 0,0 4 429,0-3-429,-7 3 0,0 2 0,-5 0 0,-3-8 0,14 6 0,-15-5 0,7 7 0,0-8 0,-6 6 0,5-6 0,1 8 0,-6-7 0,6-3 0,-8-7 0,5 0 0,1 0 0,2-8 0,-3-4 0,-3-3 0,4-3 0,4-7 0,1-4 0,4-13 0,3-10 0,1-7-314,4-10 0,-2-8 314,-7 46 0,0-1 0,7-45 0,2 3 0,-4 14 0,-1 14 0,-9 6 0,-3 17 0,-6 0 0,-6 5 0,-11 7 0,-12-1 0,-5 2 0,-6-1 0,1 1 0,-6 4 0,4 4 0,-4-4 0,-3 6 0,-10 5 0,3-1 0,-8 7 0,0-5 0,-6 5 0,2 0 0,4 6 0,-6 0 141,0 0 1,-7 0-142,-10 0 0,-8 0-256,-4 0 0,47 0 0,-1 0 256,-2 1 0,-1-2 0,6-1 0,1-1 0,-1 0 0,0 0 0,-39-9-216,8 7 1,-4-3 215,4 2 0,3 2 0,2-7 0,10 5-64,2-5 0,4 5 64,-10-5 0,4 1 0,-9-1 0,-12-5-98,-6 5 1,41 6 0,-1 0 97,0 0 0,0-1 0,-1 0 0,-1 0 0,5-2 0,1-1 0,-3 1 0,0-1 0,0 0 0,-1 1 0,2-1 0,1 1 0,-43-10 0,15 3 174,20 4 0,9-5 0,2 5 1,1-2-175,1 1 0,-8-1 0,0 7 0,-7-2 0,-10 3 0,-11 3-22,0-4 1,-14 4 21,8 2 0,-6 0 0,0 0 0,-3 0 0,43 0 0,0 0 0,2 3 0,-1 0 0,2 0 0,1-1 0,-38 4 0,11-6 0,6 6 66,6 0 1,9-1-67,9-5 0,3 2 323,-10 4 0,4-2-323,-9 7 0,-4-5 0,-3 6 0,-2-1 0,-3 6 0,-8 2-205,-3 4 1,2-4 204,-3 4 0,1 2 0,-6-2 0,4 6 0,7-6 0,10-2 0,19-10 0,6 4 254,11-3 0,-1-3-254,7 3 0,0-8 0,6 11 0,-1-13 0,1 4 0,8-5 0,-5 1 216,9 4 0,-3-4-216,2 4 0,2-2 0,-7 1 0,5-3 0,-5 4 0,5-4 0,-6-2 0,9 0 0,-5 7 0,8-5 0,6 14 0,-1-5 0,15 10 0,-3 2 0,4 0 0,-4-6 0</inkml:trace>
  <inkml:trace contextRef="#ctx0" brushRef="#br1" timeOffset="93">26002 9439 8912,'-17'0'0,"6"0"0,-1 0 0,6 0 0,-5 0 0,7 0 0,-11 0 0,11 0 0,-7 0 0,7 0 0,-12 0 0,14 0 0,-5 0 0,-1 0 0,6 0 0,-5 0 0,7 2 0,0 4 0,0-4 0,0 5 0,0-7 0,0 0 0,0 0 0</inkml:trace>
  <inkml:trace contextRef="#ctx0" brushRef="#br1" timeOffset="94">26381 10557 8912,'-6'-18'0,"-1"1"0,-1-2 0,-2-2 0,3-4 0,-1-1 0,0 4 0,5 0 0,-5 4 0,-2 7 0,7 13 0,-5 15 0,2 12 0,0 9 0,1 4 0,5 4 0,0 3 0,0-3 0,0 4 0,0 2 0,-2-1 0,-2-1 0,-2-2 0,2-3 0,1-6 0,-3 1 0,2-6 0,-6-5 0,3-6 0,3-4 0,-6-10 0,8-9 0,-3-11 0,3-20 0,2-9 0,0-9 0,0-9 0,7-9 0,5-7 0,3-1 0,2 7 0,-1 1 0,-3 4 0,-1 9 0,1 12 0,2 2 0,2 32 0,1 8 0,5 19 0,0 27 0,0 15 0,-6 20 0,6-3 0,0 0 0,0-3 0,1-8 0,-3-8 0,8-13 0,0-4 0,5-8 0,-1-15 0,-5-7 0,5-12 0,-4-12 0,3-13 0,3-15 0,-1-9 0,-2-1 0,-3-7 0,-6-4 0,-4 1 0,-2-8 0,-7 3 0,-4-10 0,-6 3 0,-6-3 0,-4 6 0,-7 2 0,0 16 0,0 15 0,0 16 0,-1 15 0,1 12 0,0 11 0,7 8 0,5 14 0,5 6 0,5 12 0,7-3 0,11 8 0,5-8 0,11 3 0,3-7 0,2-5 0,2 4 0,5-6 0</inkml:trace>
  <inkml:trace contextRef="#ctx0" brushRef="#br1" timeOffset="95">27465 10797 8912,'10'-11'0,"-5"-1"0,-3-1 0,-2-10 0,-7 4 0,-5-4 0,-9 4 0,-2 2 0,-6 1 0,7 5 0,-9 3 0,2 8 0,2 8 0,-1 3 0,1 12 0,-2 8 0,6 5 0,4 4 0,4 6 0,4-6 0,-3 0 0,8-5 0,1-7 0,5 1 0,2-10 0,3-2 0,7-9 0,9-6 0,2-2 0,5-13 0,-5-5 0,6-10 0,-6-1 0,6-7 0,-6 1 0,5-3 0,-5 11 0,-4 1 0,-5 3 0,1 4 0,-11 3 0,7 5 0,-7 11 0,2 11 0,-4 7 0,-2 5 0,0-2 0,0 7 0,6 1 0,-1 5 0,9-5 0,-3 0 0,10-8 0,4 2 0,4-6 0,7-6 0,0-3 0,10-8 0,-7-15 0,3-5 0</inkml:trace>
  <inkml:trace contextRef="#ctx0" brushRef="#br1" timeOffset="96">28102 10557 8912,'0'11'0,"0"1"0,-2-7 0,-4 7 0,4 1 0,-4 8 0,5 4 0,1 2 0,0 1 0,0 7 0,-6-1 0,0 0 0,2 1 0,2-1 0,2-1 0,0-5 0,-5-3 0,-1-8 0,0-5 0,6-1 0,0-7 0,0-6 0,0-17 0,0-13 0,0-12 0,0-8 0,0-5 0,0-4 0,0-8 0,0 0 0,0 0 0,2 8 0,4 4 0,-2 13 0,7 10 0,1 15 0,5 15 0,0 11 0,0 16 0,6 14 0,0 20 0,8 4 0,-3 8 0,5-4 0,1-8 0,1-2 0,-1-14 0,8-9 0,4-9 0,-4-12 0,-2-5 0,-5-19 0,-7-10 0,5-15 0,-4-8 0,-10-12 0,-2-5 0,-4-5 0,-3-7 0,-3-11 0,-7-11 0,-1 1-185,-2 47 1,0 1-1,-7-40 185,-7 2 0,0 13 0,0 10 0,-2 25 0,-3 9 0,-2 20 0,-3 13 0,6 13 0,-2 12 0,2 3 0,-2 2 0,-4 1 0</inkml:trace>
  <inkml:trace contextRef="#ctx0" brushRef="#br1" timeOffset="97">29616 9680 8912,'15'-77'0,"-3"9"0,-4 10 0,-3 12 0,1 12 0,-2 9 0,-2 14 0,-2 11 0,-2 15 0,-4 12 0,-5 13 0,-5 25 0,-3 15 0,9-33 0,-1 2 0,0 4 0,-1 1 0,-2-2 0,0 1 0,2 1 0,1 0 0,-4 3 0,1-1 0,1 2 0,1 1 0,-1 3 0,-1 2-276,-1 4 0,0 1 1,1-1-1,1 0 276,-1 1 0,-1 0 0,1-5 0,0 0 0,-4-6 0,1-2 0,3-3 0,1-3 0,-10 38 0,6-11 0,6-14 0,3-17 0,8-12 0,0-7 0,0-10 0,15-8 0,8-3 0,8-14 0,3-9 0,-7 0 0,-2-8 0</inkml:trace>
  <inkml:trace contextRef="#ctx0" brushRef="#br1" timeOffset="98">28825 11829 8912,'-8'-35'0,"-2"1"0,-1 4 0,-1 5 0,-1 8 0,5 13 0,1 8 0,-1 17 0,6 13 0,-6 19 0,3 3 0,-1 1 0,0 0 0,6-3 0,0-1 0,0-1 0,0-4 0,0-14 0,6 1 0,0-3 0,-2-3 0,-3-6 0,1-10 0,4-2 0,-4-7 0,6 2 0,-8-12 0,0-11 0,0-12 0,0-5 0,0-6 0,-6-4 0,0-8 0,0 3 0,6 3 0,2-2 0,4 8 0,-4 0 0,4 5 0,3 5 0,3 7 0,-3 2 0,3 15 0,-1 2 0,7 10 0,-1 9 0,0 12 0,2 2 0,4 11 0,-4 2 0,4-2 0,-4 0 0,-2-5 0,1-3 0,-1-3 0,0 1 0,0-7 0,0-8 0,1-9 0,-1-4 0,0-2 0,0-4 0,0-7 0,1-12 0,-1-8 0,-6-5 0,1-4 0,-1-4 0,7-8 0,-7 8 0,0 4 0,-1 10 0,2 1 0,-3 10 0,-3 2 0,-4 7 0,11 18 0,-7 5 0,-2 8 0,-2 8 0,-1 2 0,5-3 0,-4 3 0,4-8 0,3 5 0,3-5 0,-3-6 0,3-5 0,-1-8 0,7 1 0,5-5 0,0-5 0,-1-7 0,3-3 0,-6-10 0,4-3 0,-3-5 0,-3-1 0,0-1 0,0 1 0,0-1 0,1 1 0,-9 7 0,-3 4 0,-4 4 0,-2 14 0,0 10 0,0 13 0,0 16 0,-6 6 0,0 0 0,1 6 0,5-6 0,1-2 0,5-7 0,6-4 0,3-3 0,10-3 0,4-9 0,3-4 0,2-8 0,1-10 0,-1-7 0,1-8 0,-1-9 0,-1-1 0,-5 1 0,-5-1 0,-4 1 0,-1-6 0,-1 0 0,-6 2 0,1 9 0,-7-2 0,7 8 0,-8 1 0,3 12 0,-7 4 0,0 12 0,0 11 0,0 12 0,0 3 0,0 3 0,6 1 0,0 4 0,2-4 0,-3 5 0,-1-11 0,8-1 0,-9-2 0,3 1 0,2 3 0,-3-8 0,1-6 0,-6-6 0,0 1 0,0 5 0,-2-7 0,-3-3 0,-7-1 0,-3 0 0,-10-1 0,-2-12 0,-7-3 0</inkml:trace>
  <inkml:trace contextRef="#ctx0" brushRef="#br1" timeOffset="99">29547 11485 8912,'-17'-2'0,"0"-4"0,0 3 0,-1-9 0,3 1 0,4-7 0,3 7 0,8 0 0,0-1 0,0-5 0,15 5 0,8 1 0,21 5 0,8-5 0,17 7 0,0-2-413,11 4 0,6 10 1,10 1-1</inkml:trace>
  <inkml:trace contextRef="#ctx0" brushRef="#br1" timeOffset="100">30700 11262 8912,'-2'-25'0,"-3"-4"0,-5 4 0,-7 8 0,0 11 0,-1 4 0,1 2 0,-6 10 0,0 7 0,-7 14 0,1 9 0,-2 8 0,3-3 0,3 3 0,8-2 0,5 2 0,3-6 0,1-2 0,4-4 0,4 0 0,6-13 0,5 0 0,12-5 0,-4 4 0,4 1 0,4-5 0,2-7 0,-4 0 0,-2 7 0,2-1 0,-3 0 0,1 0 0,-13 0 0,-4 1 0,-4-1 0,-2 0 0,-10 0 0,-7 0 0,-8-1 0,-9-5 0,-1 4 0,1-3 0,-1-4 0,1-3 0,0-3 0,-1-2 0,1-7 0,-1-3 0</inkml:trace>
  <inkml:trace contextRef="#ctx0" brushRef="#br1" timeOffset="101">30838 11433 8912,'0'-17'0,"0"6"0,0-1 0,0 9 0,-8-5 0,6 10 0,-3 4 0,3 5 0,2 4 0,7 2 0,5 1 0,3-9 0,2-3 0,1-4 0,-1-2 0,0 0 0,0 0 0,0 0 0,1 0 0,1-2 0,4-4 0,-4-3 0,4-9 0,-4 1 0,-2 0 0,0 0 0,-1 0 0,-5-1 0,-3 9 0,-8 1 0,0 8 0,7 0 0,-3 0 0,8 0 0,-1 0 0,6 0 0,1 0 0,-1-2 0,0-3 0,6 1 0,0-8 0,0 3 0,-6-3 0,0 5 0,0 7 0,1 0 0,-9 2 0,-3 3 0,-4 7 0,-2 11 0,0 2 0,0 3 0,-2 5 0,-4-5 0,2 7 0,-7 3 0,-1 0 0,3-5 0,-6 1 0,3-5 0,-3-3 0,-2 3 0,-1-10 0,1-2 0,-6-7 0,0-10 0,-7 0 0,3 0 0</inkml:trace>
  <inkml:trace contextRef="#ctx0" brushRef="#br1" timeOffset="102">30890 10900 8912,'-23'-17'0,"0"0"0,-4 6 0,10-1 0,-4 1 0,19 1 0,-2 1 0,15 3 0,9 4 0,16-2 0,4 6 0,6 4 0,-2 15 0,2 2 0,-10 7 0,-1 5 0,-9 14 0,-9 5 0</inkml:trace>
  <inkml:trace contextRef="#ctx0" brushRef="#br1" timeOffset="103">30115 12499 8912,'-17'16'0,"-2"-5"0,-2-5 0,-2-4 0,6-2 0,5 0 0,-1 0 0,5 7 0,2 1 0,12 4 0,6 3 0,9-6 0,4 3 0,1-1 0,3-7 0,5 2 0,-1-4 0,-4-2 0,3 0 0,-3 0 0,1-8 0,-1-3 0,-2-5 0,-4-1 0,-6-6 0,0 0 0,0-7 0,-5 1 0,-5 4 0,-1 2 0,-4 4 0,-2 2 0,8 0 0,-6 7 0,5 3 0,-7 7 0,0 7 0,8 3 0,2 7 0</inkml:trace>
  <inkml:trace contextRef="#ctx0" brushRef="#br1" timeOffset="104">30683 12431 8912,'-11'0'0,"-1"0"0,1-6 0,-7 0 0,1 0 0,0 6 0,0 0 0,0 0 0,-1 2 0,1 4 0,6 4 0,-1 7 0,1 0 0,1 0 0,-3 0 0,7 1 0,0-7 0,6 1 0,0-1 0,0-1 0,2-3 0,4-7 0,5 0 0,5 0 0,-5 0 0,1 0 0,-1-6 0,6 1 0,1-1 0,-1 6 0,-6 0 0,1 0 0,-1 0 0,6 0 0,1 0 0,-1 0 0,0 6 0,0-1 0,0 1 0,1-6 0,-1 0 0,0 0 0,0 0 0,1 0 0,-1-2 0,0-3 0,0-7 0,0-11 0,8 4 0,2-6 0</inkml:trace>
  <inkml:trace contextRef="#ctx0" brushRef="#br1" timeOffset="105">30993 12121 8912,'0'-11'0,"0"-1"0,0 7 0,0-7 0,0 8 0,0-11 0,-6 15 0,0 0 0,1 8 0,5 9 0,0 2 0,0 4 0,0-2 0,0 6 0,0-1 0,0 1 0,0-4 0,0 6 0,5-8 0,1 2 0,6-4 0,-7-2 0,9 0 0,-5 0 0,8-7 0,1-4 0,1-8 0,4-10 0,-4 1 0,6-14 0,-2 2 0,0 0 0,-2 0 0,-10 6 0,2 0 0,-7 0 0,8-1 0,-12 9 0,5 1 0,1 8 0,-6 2 0,3 4 0,-1-4 0,2 3 0,-2-3 0,7-2 0,-5 0 0,6 0 0,1 0 0,2 0 0,2 0 0,1 0 0,-7-5 0,1-1 0,-7-6 0,7 7 0,-3-3 0,3 2 0,-3 4 0,-3-3 0,-4 3 0,13 2 0,-3 0 0,3 0 0,2 2 0,0 3 0,-5-3 0,-1 4 0,-5-4 0,6-2 0,-1 0 0,6 0 0,-5 0 0,-1 0 0,-7 0 0,4-2 0,-8-4 0,0 4 0,0-5 0,0 7 0,-2 0 0,-2 2 0,-2 3 0,-5 5 0,5 7 0,0 0 0,6 1 0,0-1 0,0 0 0,2-2 0,4-3 0,5-7 0,-1-3 0,1-2 0,3-2 0,9-3 0,-4-7 0,4-11 0,-4 2 0,-2-7 0,0 1 0,1-4 0,-1 3 0,0-3 0,-7 6 0,-5 2 0,3 4 0,-2 2 0,-1 7 0,-5 3 0,0 9 0,0 5 0,0 11 0,0 1 0,0 11 0,0 5 0,0 3 0,0 8 0,0-6 0,-1 6 0,-5-6 0,-11 6 0,-12-6 0,-5 7 0,-7-1 0,-10-4 0,-12-2 0,-14 2-289,-9-1 0,37-23 1,-3-2 288,-5-1 0,-1-1 0,-2 0 0,0 0 0,-5 3 0,0 1 0,-6-1 0,-2 0 0,-4 0 0</inkml:trace>
  <inkml:trace contextRef="#ctx0" brushRef="#br1" timeOffset="106">17570 8786 8912,'-6'7'0,"-1"-5"0,-1-7 0,-2-5 0,1-1 0,-4 1 0,-3-5 0,-1 3 0,-2-1 0,-4 1 0,2-3 0,-10 6 0,-3-3 0,-4 1 0,-10 1 0,0-3 0,-7 3 0,-8 2 0,-4 3 0,-2 5 0,-8 2 0,-3 3 0,-6 7 0,-6 3 0,4 8 0,-4 0 0,12 0-141,6-6 1,9 0 140,1 1 0,15-1 0,-3 0 0,4 0 0,-3 0 0,-1 0 0,0 1 0,3-7 0,3 1 0,9-9 0,9 3 0,7 2 0,-2-2 0,11-1 140,5-5 1,7 2-141,0 4 0,0-2 0,0 7 0,0 1 0,0 5 0,-6 2 0,0 4 0,-5 4 0,3 9 0,0 2 0,1 2 0,-7 14 0,3-3 0,1 7 0,1-1 0,-1 6 0,1 4 0,3 3 0,-6 5 0,9-4-125,-3 3 0,4-3 125,2-2 0,0-3 0,0-2 0,0-3 0,0-4 0,2-4 0,2 7 0,3-5 0,3-3 0,-4 1 0,5-13 0,-7 6 0,2-6 0,-2-2 0,-1-9 0,3-6 0,-2-4 0,-2-7 0,-2-1 0,0-7 250,0 4-250,0-8 0,0 0 0,7 0 0,3-6 0,7 0 0,2 0 0,4 6 0,6 0 0,11 0 0,12 0 0,11 0 0,6 0 0,5 0 0,7 0 0,3 0 0,9 0 0,5 0 0,-45 0 0,1 0-170,0 0 1,1 0 0,2 0 0,1 0 169,-4 0 0,1 0 0,1 0 0,1-2 0,-5 0 0,-1-1 0,-1-1 0,-1-2 0,37-11 0,0 0 0,0 0 0,-7-1-55,-5 1 0,-13 0 55,-9 0 0,-2 2 0,-10 3 0,6-1 0,-6 5 0,-4 0 0,-5 1 0,0-1 0,-9 2 0,9 4 0,-14-7 670,1 3-670,-9 4 0,-9-7 58,0 3 1,6 2-59,0-7 0,5 5 0,-5-5 0,-1-1 0,3 2 0,-6-5 0,4 4 0,1-6 0,-1-6 0,2 2 0,-2-8 0,-3 0 0,9-5 0,-1-8 0,7-4 0,-1-4 0,0-3 0,2-4 0,4-6 0,-4-8 0,4-9 0,-4-3 0,-10 35 0,-1-1 0,8-46 0,-10 45 0,-1 0 0,-1 1 0,0 1 0,0-2 0,-1 0 0,-1-41-161,4 5 1,-4 13 160,-2 10 0,0 8 0,0-3 0,-6 18 0,-1 8 0,-1 5 0,0 6 0,1 4 0,1 5 0,4-3 0,-8 13 0,5-4 0,3 3 0,-4-3 0,4 4 321,2-6-321,0 8 0,-7 0 0,-5 0 0,3-5 0,-3-1 0,1 0 0,-7 6 0,-1 0 0,-4 0 0,-7 0 0,-9 0 0,-6 0 0,-13 0 0,-5 0 0,-11 0 0,-11 8 0,35-3 0,-3 1 0,-6 2 0,-2 0-316,-4 0 1,-2 1 0,-8-1 0,-1 1 315,-1-1 0,-1 1 0,-2 2 0,-1 1 0,0-1 0,2 1 0,8 0 0,2-1 0,3-2 0,2-1 0,10 0 0,3 1 0,-31 9 0,15-7 0,21 0 0,19-7 0,4 12 0,23-15 0,0 5 0,0-4 0,8-2 630,-1 0 1,5 8-631,11 3 0,11 1 0,12 5 0,6-11 0,5 5 0,4-7 0,8-4 0</inkml:trace>
  <inkml:trace contextRef="#ctx0" brushRef="#br1" timeOffset="107">17794 10574 8912,'0'-25'0,"0"4"0,-2-8 0,-2 1 0,-2 1 0,-5-4 0,3 8 0,1 2 0,-1 2 0,0 4 0,4 2 0,-1 1 0,-1 8 0,6-1 0,0 10 0,0 7 0,0 3 0,0 2 0,0 0 0,8 6 0,3 0 0,-1 6 0,1-6 0,2 7 0,10-1 0,-2 4 0,8 1 0,2 0 0,9 3 0,6 3 0,3 6 0,11-2 0,3 1 0,4 7 0,2 7 0,1 2 0,-33-28 0,1-1 0,1-2 0,0 0-156,4-1 0,0-1 1,3-1-1,0-1 156,0 0 0,0 0 0,4 0 0,1-1 0,1 1 0,0 0 0,-5-1 0,1 0 0,1-2 0,0 0 0,1-2 0,1 0 0,3-3 0,1-2 0,5 0 0,2-1-279,9 2 0,2 0 0,-3-5 0,-1 1 279,3 4 0,0 0 0,1-1 0,1 1 0,0 2 0,1 2 0,1-2 0,1 0 0,1 4 0,-1 0 0,-9-4 0,-2 0 0,-3 1 0,-2 0 0,-3-2 0,-1 0 0,-3 0 0,-1-1 0,-5-3 0,-1-1 0,40 9 0,-19-2 0,-18-3 0,-14-2 0,-11-3 0,-6-5 0,-1-7 0,-9 0 551,6 0-551,-13 0 594,6 0 0,-8-2-594,0-3 0,0 3 0,0-8 0,0 4 0,-2 3 0,-4-9 0,-3 8 0,-8-2 0,7-3 0,-5 7 0,13-13 0,-4 5 0,12-7 0,3-2 0,9-4 0,6-11 0,3-10 0</inkml:trace>
  <inkml:trace contextRef="#ctx0" brushRef="#br1" timeOffset="108">21511 11571 8912,'-17'-2'0,"-1"-4"0,1-5 0,8-4 0,-5-3 0,9 1 0,-1 8 0,6 1 0,7 8 0,5 0 0,9 10 0,2 7 0,7 2 0,-1 10 0,-2 5 0,2 6 0,-3 10 0,3 1 0,2 3 0,-8 9 0,-2 0 0,-10 6 0,-3-1 0,-8 1 0,-16 0 0,-8-2 0,-15-4 0,-12-6 0,-10-9 0,-14-2 0,-3 0-184,35-20 0,0-1 1,-1-2-1,0-2 184,-2-1 0,0 0 0,-6 2 0,-1 0 0,-7 1 0,-1 0 0,1-2 0,0 0 0,-5 1 0,0-2 0,0-2 0,0-2 0,-6 2 0,-2-1 0</inkml:trace>
  <inkml:trace contextRef="#ctx0" brushRef="#br1" timeOffset="109">22354 12482 8912,'12'-2'0,"-1"-2"0,0-3 0,-1-3 0,-4 6 0,-12-1 0,2-3 0,-7 2 0,-1 1 0,1 5 0,-1 0 0,9 0 0,-7 0 0,4 0 0,4 0 0,-5 0 0,7 0 0,-2 2 0,-4 3 0,4-3 0,-6 8 0,8-5 0,0-3 0,0 6 0,0-8 0,0 0 0,0 8 0,0 1 0</inkml:trace>
  <inkml:trace contextRef="#ctx0" brushRef="#br1" timeOffset="110">22509 12620 8912,'6'-12'0,"-1"1"0,1-1 0,0 1 0,0-1 0,-3-1 0,-1-2 0,-2-2 0,-2 1 0,-3 5 0,3-4 0,-4 3 0,2-3 0,-1-2 0,3-1 0,-4 1 0,-2 6 0,2-1 0,1 1 0,-3 1 0,4-3 0,-7 7 0,5 0 0,-5 6 0,-1 4 0,-5 8 0,0 13 0,-1 11 0,7 10 0,0 11 0,7 12 0,-2 11 0,4 4 0,2 2 0,2 0 0,4 0 0,5-2 0,4-4 0,3-5 0,-1-12 0,-6-4 0,1-7 0,-8-16 0,1-7 0,-3-16 0,-9-5 0,-3-8 0</inkml:trace>
  <inkml:trace contextRef="#ctx0" brushRef="#br1" timeOffset="111">22079 13136 8912,'-17'0'0,"1"-2"0,5-4 0,3 2 0,8-7 0,2 5 0,6-6 0,11-1 0,13-2 0,10-2 0,10-1 0,2 7 0,3-1 0,-4 1 0,5-6 0,-3 5 0,3 1 0,-5-1 0,6-5 0</inkml:trace>
  <inkml:trace contextRef="#ctx0" brushRef="#br1" timeOffset="112">22784 12912 8912,'-17'8'0,"0"-6"0,0 3 0,-1-3 0,1-2 0,0 2 0,0 4 0,0-2 0,-1 7 0,7 1 0,-1 5 0,9 2 0,-3 4 0,4-2 0,2 8 0,0-1 0,0 5 0,2-5 0,4-5 0,3-4 0,8-1 0,1-1 0,-1-8 0,0-3 0,0-12 0,0-5 0,1-4 0,-1-3 0,-2-5 0,-1-1 0,-3-1 0,2 0 0,-3-4 0,1 6 0,-1 6 0,1 6 0,-1-1 0,-4-5 0,-2 7 0,7 5 0,-7 3 0,11 2 0,-11 2 0,7 3 0,-7-1 0,4 6 0,-2-1 0,-1 1 0,9-6 0,-12 3 0,13-7 0,-5 0 0</inkml:trace>
  <inkml:trace contextRef="#ctx0" brushRef="#br1" timeOffset="113">23008 12946 8912,'10'-7'0,"-3"5"0,-7-6 0,8 8 0,-6 0 0,11 2 0,-7 4 0,7 2 0,-1 3 0,-3 10 0,3-4 0,-1 4 0,6-4 0,-1 6 0,-3 2 0,-3 0 0,-3 0 0,1-2 0,-2-6 0,-4-8 0,5 7 0,-9-22 0,-3 0 0,3-13 0,-4-4 0,4-7 0,2 1 0,0-3 0,0-3 0,0 1 0,0-1 0,8 9 0,3 3 0,5 4 0,1 1 0,6 9 0,0 3 0,7 4 0,5-5 0,9-3 0</inkml:trace>
  <inkml:trace contextRef="#ctx0" brushRef="#br1" timeOffset="114">24264 12998 8912,'-25'-8'0,"6"5"0,-4-9 0,-2 1 0,1-5 0,-1 3 0,0 2 0,-4 5 0,6-6 0,-5 8 0,5-1 0,0 5 0,5 5 0,-4 7 0,-1 9 0,3 4 0,7 2 0,0-5 0,7 7 0,0-6 0,6 6 0,0-8 0,0 2 0,0-4 0,0-2 0,8-8 0,3-3 0,5-4 0,1-4 0,2-4 0,4-5 0,-2-6 0,8-6 0,-6 2 0,5-8 0,-5 6 0,6-5 0,-8 7 0,2-2 0,-4 4 0,-4 1 0,-1 3 0,-3 4 0,-7-5 0,4 14 0,-8-5 0,0 9 0,0 3 0,0-1 0,0 8 0,0 1 0,0-5 0,2 5 0,3-7 0,-1 0 0,8-6 0,-1 0 0,6 0 0,-5 0 0,-1 0 0,3 0 0,1 0 0,2 0 0,0 0 0,-5 0 0,-1 0 0,-5 0 0,5 0 0,-7 0 0,6 5 0,-4 1 0,-5 2 0,5-3 0,4-3 0,1 4 0,-1-4 0,1-2 0,-5 0 0,5 0 0,1 0 0,5 0 0,0 0 0,1-2 0,-1-4 0,-8 4 0,7-13 0,-13 13 0,9-3 0,-8 1 0,1-2 0,-3 4 0,-2-6 0,8 1 0,-6 3 0,4-7 0,-4 5 0,-2-6 0,0-1 0,7-2 0,-5 3 0,4 1 0,3 7 0,1-6 0,7 7 0,0-3 0,6 0 0,0 6 0,8 0 0,-4 0 0</inkml:trace>
  <inkml:trace contextRef="#ctx0" brushRef="#br1" timeOffset="115">25159 12809 8912,'10'-12'0,"-5"1"0,-3 7 0,-9-9 0,-5 7 0,-3-2 0,-2 3 0,-6 3 0,0-4 0,-2 10 0,2 2 0,4 7 0,-4-2 0,6 7 0,5 5 0,-1-4 0,5 4 0,1-4 0,-1-2 0,2 0 0,6 0 0,2-5 0,4-1 0,3-7 0,9 4 0,-1-8 0,6-8 0,0-3 0,0-7 0,-6-5 0,0 4 0,0-6 0,-1 3 0,-5-1 0,2-6 0,-7 6 0,6 0 0,-7 6 0,1 5 0,-6 1 0,6 5 0,0-5 0,-1 7 0,-5-4 0,0 16 0,0 3 0,6 5 0,0 1 0,-1-2 0,3-3 0,-4 1 0,7-7 0,-5 5 0,6-5 0,-7 0 0,7-6 0,-6 0 0,5 0 0,-5 0 0,5-2 0,3-4 0,1-3 0,2-9 0,0 1 0,-5 8 0,-1 3 0,-5-2 0,6 2 0,-7 1 0,7 5 0,1 0 0,-5 0 0,7 0 0,-5 0 0,7 0 0,0 0 0,0 0 0,0 0 0,1 0 0,1-6 0,2-2 0,2 1 0,-2-1 0,-8-3 0,-1 5 0,-3-2 0,3 3 0,3 3 0,-13 2 0,4 11 0,-4 12 0,-2 6 0,0 3 0,0 3 0,-2 1 0,-4 4 0,-6 2 0,-9 6 0,-3-2 0,-3 1 0,4-3 0,-6 2 0,0-8 0,-20 4 0,-5-7 0</inkml:trace>
  <inkml:trace contextRef="#ctx0" brushRef="#br1" timeOffset="116">23232 14081 8912,'-2'-11'0,"-4"-1"0,-5-1 0,-5-2 0,-1-3 0,0 1 0,0 0 0,-1 0 0,-1 2 0,-4 3 0,4-1 0,-6 7 0,2 2 0,1 2 0,-1 4 0,5 6 0,1 9 0,0 10 0,5 13 0,1 6 0,7-2 0,-2 1 0,5 1 0,1-2 0,7-2 0,5-7 0,3-9 0,2-3 0,2-11 0,4-6 0,-4-5 0,4-1 0,2-9 0,-2-6 0,-2-8 0,-2-4 0,-3-2 0,-5-5 0,-1 0 0,-5-1 0,-3 1 0,4-1 0,-4 7 0,-2-1 0,0 8 0,0-2 0,0 4 0,0 9 0,0 7 0,0 12 0,0 8 0,8 6 0,3 0 0,-1 2 0,1 6 0,2-5 0,3-1 0,1-2 0,0-6 0,0 1 0,1-1 0,-7-8 0,0-3 0,1-4 0,3-4 0,-1-2 0,-5-3 0,-1-3 0,-2-1 0,-6-7 0,0 7 0,0-1 0,0 9 0,0-13 0,0 14 0,0-13 0,0 13 0,0-5 0,0 7 0,-2 0 0,-4 0 0,4 0 0,-6 0 0,8 0 0,0 0 0,8 0 0,-6 0 0,6 0 0</inkml:trace>
  <inkml:trace contextRef="#ctx0" brushRef="#br1" timeOffset="117">23576 14030 8912,'-10'0'0,"1"0"0,3 0 0,4 0 0,-6 0 0,1 0 0,5 0 0,-6 0 0,3 2 0,-1 3 0,0-3 0,6 6 0,0-8 0</inkml:trace>
  <inkml:trace contextRef="#ctx0" brushRef="#br1" timeOffset="118">23473 13995 8912,'0'-17'0,"-6"6"0,0-1 0,0 1 0,6-7 0,-5 7 0,-1 0 0,0 7 0,6-12 0,0 16 0,0 0 0,0 16 0,0 12 0,0 5 0,0 1 0,8 1 0,3-1 0,5 0 0,1 1 0,-6-3 0,1-3 0,-1-4 0,5-8 0,-3-2 0,-2-3 0,1-5 0,5-7 0,-5-7 0,-1-5 0,-5-13 0,5-9 0,-7-2 0,2-10 0,-4 2 0,-2-2 0,0-4 0,0 5 0,0 8 0,0 3 0,-6 11 0,0 0 0,1 12 0,5 11 0,0 11 0,0 4 0,0 2 0,7 8 0,3 2 0</inkml:trace>
  <inkml:trace contextRef="#ctx0" brushRef="#br1" timeOffset="119">23868 14064 8912,'8'17'0,"-6"-5"0,4-1 0,-4-5 0,-2 5 0,-8 1 0,4-3 0,-7-3 0,7 4 0,-4-8 0,10 3 0,4-10 0,3-5 0,9-7 0,-1-2 0,0-4 0,4 2 0,-4-8 0,4 6 0,-9-6 0,-5 7 0,-1-7 0,-4 8 0,-2-2 0,0 4 0,-8 4 0,-3 3 0,-6 6 0,-4 12 0,-2 6 0,2 3 0,4 10 0,5 3 0,-1 7 0,7 5 0,0-4 0,6 4 0,2-3 0,4-3 0,3 0 0,9 1 0,5-9 0,0-3 0,1-5 0,-3-7 0,4-5 0,2-4 0,-4-10 0,6-3 0,-8-10 0,2-2 0,-10-8 0,-1 2 0,-1-3 0,6-2 0,-7-1 0,-5 1 0,3 5 0,-2 0 0,0 8 0,-6-1 0,0 10 0,0 6 0,2 12 0,3 6 0,-3 3 0,4 2 0,-2 6 0,1 0 0,3 0 0,4-6 0,3-6 0,-4 1 0,7-8 0,5 1 0,-2-3 0,7-2 0,-5-2 0,6-3 0,5-11 0,6-6 0,-1-3 0,-11 2 0,1 4 0,-12-4 0,4-4 0,-19 8 0,-4-4 0,-15 12 0,-8 5 0,-9 12 0,-4-3 0,3 9 0,-3 5 0,9 6 0,4 2 0,2-4 0,4 2 0,2-2 0,6-2 0,-1-2 0,8 6 0,-1 0 0,5-2 0,5-10 0,7-3 0,11-8 0,-2 0 0,7 0 0,-1 0 0,2 0 0,3-8 0,-3-3 0,4-6 0,1-6 0,0 4 0,1-4 0,-3 4 0,-3 1 0,4-5 0,-5 1 0,-1-1 0,2 5 0,-8 3 0,2 4 0,1-3 0,-1 9 0,0-7 0,-5 4 0,-1 1 0,0-1 0,0 2 0,0 6 0,-7 0 0,-2 0 0,-8-7 0,-2 5 0,-4-4 0,-6 4 0,-3 2 0,-2 0 0,0 2 0,0 4 0,1-2 0,3 7 0,1 3 0,9 1 0,-3 2 0,4 6 0,2 0 0,2 7 0,4-1 0,3 4 0,8 1 0,1 2 0,-1 4 0,0-1 0,0 5 0,0-2 0,1-4 0,-3-2 0,-4-2 0,-3-5 0,-8 0 0,0-8 0,0 2 0,-8-6 0,-3-6 0,-4-3 0,-3-8 0,1-2 0,0-4 0,2-3 0,3-8 0,-3-6 0,3 0 0,5-2 0,1 4 0,4-4 0,2-2 0,2 6 0,4-2 0,-2-1 0,7 1 0,1-2 0,5 2 0,0 4 0,0-4 0,2-2 0,4 2 0,2-7 0,4 1 0,3 2 0,-3-2 0,-4 7 0,-2-5 0,-4 0 0,-2 0 0,-7 12 0,-5-2 0,-3 11 0,-9-2 0,-7 12 0,-5 6 0,-4 7 0,0 14 0,6 3 0,0 2 0,0 10 0,7-8 0,4 2 0,4-3 0,2-3 0,0-1 0,0-5 0,14-3 0,5-8 0,6-1 0,5-5 0,11-5 0,4-12 0,-2-11 0,6-18 0,-5-8 0</inkml:trace>
  <inkml:trace contextRef="#ctx0" brushRef="#br1" timeOffset="120">25710 13273 8912,'-10'27'0,"-5"-2"0,3-8 0,-1 2 0,0 6 0,3 9 0,2 10 0,-3 13 0,5 6 0,1 12 0,5 7 0,0 8 0,0 7 0,0-47 0,0 0 0,0 47 0,-2 1-213,-4-12 1,4-1 212,-4-16 0,10-19 0,2-21 0,0-16 0,1-5 0,3-8 0</inkml:trace>
  <inkml:trace contextRef="#ctx0" brushRef="#br1" timeOffset="121">25865 13926 8912,'-8'-15'0,"-3"4"0,3-5 0,-2 15 0,5-5 0,3 6 0,-4 6 0,10 3 0,1 8 0,7 6 0,-6 0 0,1 2 0,-1-2 0,-4-2 0,4 8 0,-4-8 0,-2 1 0,7-2 0,-5-3 0,6-8 0,-8-3 0,0-12 0,0-7 0,0-8 0,0-8 0,0-11 0,2 6 0,3-1 0,-1 1 0,8 5 0,-6 5 0,5 1 0,-1 3 0,1 3 0,4 6 0,-1 1 0,5 3 0,4 3 0,0 4 0,-6 6 0,0 3 0,0 10 0,1 2 0,-1 2 0,-2 0 0,-3-6 0,3 0 0,-4 1 0,-1-7 0,1 1 0,-5-9 0,6 3 0,-7-4 0,7-2 0,-1-8 0,6-3 0,1-10 0,-1-2 0,2-6 0,4 6 0,-4-7 0,4 3 0,-2 0 0,2 4 0,-4 4 0,4 2 0,-10 2 0,-1 3 0,-8 5 0,3 7 0,-9 0 0,-3 0 0,-5 7 0,-7 5 0,0 3 0,0 2 0,-1 1 0,1-1 0,2 2 0,3 4 0,-1-4 0,7 4 0,-5 2 0,5-2 0,0-1 0,6-4 0,8-1 0,3 0 0,12-2 0,6-3 0,4-5 0,1-7 0,8-1 0,4-5 0,11-19 0,4-11 0</inkml:trace>
  <inkml:trace contextRef="#ctx0" brushRef="#br1" timeOffset="122">26863 13686 8912,'-35'9'0,"1"7"0,-1-5 0,1-1 0,0 1 0,5 6 0,0 6 0,10 0 0,2-6 0,2 2 0,9 4 0,2-9 0,10 3 0,3-6 0,9 1 0,-1-5 0,0-7 0,2 0 0,2-1 0,4-5 0,2-6 0,-6-9 0,2-2 0,2-7 0,-2 1 0,-2-3 0,-2-3 0,-2 1 0,0 0 0,-5-7 0,-1 1 0,-1-6 0,1 6 0,3 0 0,-9 6 0,1 1 0,-6 5 0,0 5 0,0 13 0,0 10 0,0 10 0,0 13 0,0 9 0,0 8 0,0 8 0,0-2 0,0-2 0,0 2 0,0-8 0,0 2 0,6-9 0,-1-3 0,9-7 0,-3 2 0,-1-11 0,1-7 0,-5-3 0,6-2 0,-1-2 0,6-3 0,0-11 0,1-7 0,-1-5 0,0 5 0,-2 0 0,-3-2 0,1 6 0,-7-4 0,5 10 0,-5 1 0,8 8 0,-11-3 0,9 7 0,-8 2 0,1 3 0,-3 11 0,-2 7 0,0 0 0,0-6 0,0 6 0,0 0 0,0 0 0,0-6 0,0-6 0,0 1 0,0-9 0,0 5 0,0-16 0,0-1 0</inkml:trace>
  <inkml:trace contextRef="#ctx0" brushRef="#br1" timeOffset="123">27172 13600 8912,'-17'-17'0,"0"-6"0,0 0 0,2 0 0,3 6 0,-3-1 0,13 1 0,-4 2 0,12 3 0,9 5 0,8 7 0,8 0 0,-3 0 0,-1 0 0,2 0 0,0 0 0,5 7 0,0 3 0</inkml:trace>
  <inkml:trace contextRef="#ctx0" brushRef="#br1" timeOffset="124">27482 13548 8912,'-7'17'0,"-3"-1"0,-7-5 0,0-1 0,-1-5 0,-1-3 0,-4 4 0,10-2 0,-4 2 0,3-4 0,-3 13 0,8-11 0,3 7 0,4-5 0,2 5 0,0 1 0,2-3 0,4-3 0,5-4 0,-1-2 0,1 0 0,-1-2 0,1-4 0,4 4 0,-3-3 0,3-5 0,2 2 0,1-3 0,-1-2 0,0 7 0,-5-2 0,-1 3 0,0 3 0,7-4 0,-1-2 0,2 3 0,2 1 0,2 2 0,0 2 0,-6 0 0,0 0 0,1 0 0,-1 0 0,0 0 0,-2 2 0,-1 2 0,-3 1 0,3-1 0,-5 4 0,3-3 0,-7 1 0,7-6 0,-1 0 0,6 0 0,1 0 0,-1 0 0,-6 0 0,1 0 0,-6 0 0,5 0 0,-7 2 0,2 4 0,-5-4 0,7 13 0,-6-5 0,8 1 0,-5 0 0,5-7 0,7 4 0</inkml:trace>
  <inkml:trace contextRef="#ctx0" brushRef="#br1" timeOffset="125">28102 13204 8912,'0'-34'0,"-2"1"0,-2 5 0,-4 7 0,-1 9 0,-5 12 0,-1 23 0,-2 17 0,0 10 0,0 7 0,-1 10 0,3 8 0,2-1 0,1 3 0,1-5 0,-7 7 0,3-3 0,4-3 0,-3 3 0,7-2 0,-1-3 0,0-6 0,3-8 0,5-11 0,2-6 0,3-13 0,7-10 0,11-22 0,3-14 0</inkml:trace>
  <inkml:trace contextRef="#ctx0" brushRef="#br1" timeOffset="126">28394 13737 8912,'0'-17'0,"0"0"0,0 5 0,0 1 0,0 7 0,0-3 0,0 7 0,0 0 0,8 0 0,3 0 0,7 5 0,3 1 0,4-2 0,1-2 0,3-2 0,5 0 0</inkml:trace>
  <inkml:trace contextRef="#ctx0" brushRef="#br1" timeOffset="127">28859 13703 8912,'17'15'0,"0"-3"0,1-5 0,-1-7 0,-8 0 0,-1 0 0,-8-2 0,0-3 0,0 3 0,0-8 0,0 4 0,2 3 0,4-9 0,3 8 0,8-1 0,6 1 0,0-2 0,8-3 0,-4-9 0</inkml:trace>
  <inkml:trace contextRef="#ctx0" brushRef="#br1" timeOffset="128">29341 13840 8912,'0'10'0,"-8"-2"0,-1-8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2.954"/>
    </inkml:context>
    <inkml:brush xml:id="br0">
      <inkml:brushProperty name="width" value="0.05292" units="cm"/>
      <inkml:brushProperty name="height" value="0.05292" units="cm"/>
      <inkml:brushProperty name="color" value="#3165BB"/>
    </inkml:brush>
  </inkml:definitions>
  <inkml:trace contextRef="#ctx0" brushRef="#br0">2960 4831 8912,'-23'-17'0,"0"0"0,-8-8 0,12 6 0,-2-4 0,8 4 0,5 2 0,1 0 0,5-1 0,-4 9 0,12 3 0,3 10 0,10 4 0,4 1 0,6 4 0,5 3 0,7 1 0,3 0 0,11 0 0,6 1 0,8-1 0,19-8 0,4-3 0,-41-5 0,1 0-96,5-1 1,1 0 0,5-3 0,2-2 0,11-1 0,3-1-1,7-3 1,2-3 95,6-4 0,1 0 0,-31 6 0,0 0 0,1 0-303,2 0 0,0-1 0,0 1 0,1-1 0,0 0 0,0 1 303,1 1 0,0 1 0,0 0 0,3-2 0,0 1 0,0 0 0,1 0 0,0 1 0,-1-1 0,-4 1 0,-1-1 0,1 1 0,2 2 0,1 2 0,0 0 0,-2-2 0,0-1 0,-1 2 0,1 1 0,0 2 0,0-1 0,1 0 0,0-1 0,0 1 0,3 0 0,1 0 0,-1 0 0,1 2 0,-1 0 0,0 1 0,-1 0 0,-1 0 0,0 1 0,-2-1 0,0 2 0,0-1 0,0 0 0,-1 0 0,1 0 0,-1 0 0,0 0 0,1 0 0,3 0 0,2 0 0,-2 0 0,-5 0 0,-1 0 0,0 0 0,1 0 0,0 0 0,-1 0 0,28-3 0,0 0 0,1 1 0,-1-2 0,-1-3 0,0-1 0,-1-1 0,-1 1 0,-7 0 0,-2-1-66,2-3 1,-1 1 0,-4 1 0,-1 0 0,-6 2 0,-1-1 0,0 1 0,-1-1 65,1 1 0,-2-1 0,-10 0 0,-3 1 0,-4-1 0,-1 1 0,35-8 0,-6 5 0,-7-5-32,2 5 0,-14 3 32,-10 3 0,-8-3 569,-15 2-569,-3 1 1815,-8-3-1815,-7 6 690,-3-6-690,-7 8 91,0 0-91,-7 0 0,3 0 0,-7 0 0,-1 0 0,-5 0 0,-4 0 0,-8 0 0,-3 0 0,-20 0 0,-5 0 0,-18 0 0,-3 0 0,-8 0 0</inkml:trace>
  <inkml:trace contextRef="#ctx0" brushRef="#br0" timeOffset="1">4681 6929 8912,'-29'15'0,"0"-3"0,3 3 0,-3-4 0,4 5 0,4 1 0,4 0 0,-4-7 0,9-5 0,-3-3 0,5-2 0,-5 0 0,6 0 0,-9 0 0,9-7 0,-1 5 0,5-4 0,1 2 0,-8 0 0,-1-1 0,-8-1 0,-2 6 0,-2 6 0,2-1 0,-2 9 0,-3-3 0,-5 2 0,4-1 0,3 3 0,-3-3 0,8 1 0,-2-1 0,4-3 0,2-3 0,-1-4 0,1 3 0,0-3 0,2-4 0,3-3 0,5 3 0,7-6 0,0 6 0,0-3 0,0 3 0,0-6 0,1 8 0,5 0 0,4 0 0,7 0 0,2-2 0,4-2 0,8-3 0,7-3 0,-2 4 0,4-5 0,-3 7 0,-3-2 0,1 4 0,-1 2 0,0 0 0,1 0 0,-1 0 0,1 0 0,-1 0 0,0 2 0,1 2 0,-1 2 0,8 7 0,4-1 0,6-5 0,5-1 0,4 2 0,8-3 0,6 1 0,-1-6 0,1 0 0,-6 0 0,-2 0 0,-4 0 0,-10 6 0,-7 0 0,-6 7 0,6-2 0,4 3 0,2-3 0,9 3 0,-10-9 0,5 7 0,-4-6 0,-1-1 0,1-5 0,-1 0 0,1 0 0,7-2 0,4-3 0,4-3 0,2-5 0,0 3 0,0 2 0,-8-3 0,-4 5 0,1 1 0,-7 5 0,3 0 0,-14 0 0,8 0 0,-2 0 0,3 1 0,3 5 0,0-4 0,-1 4 0,1-4 0,0-2 0,3 0 0,-3 0 0,3-2 0,-9-2 0,4-4 0,1-1 0,5-1 0,-5-1 0,5-3 0,-10 9 0,5-7 0,7 6 0,-5-5 0,5 5 0,-7-5 0,-5 5 0,-2-5 0,-4 5 0,-3-6 0,3 5 0,-4-1 0,-1 1 0,-1-5 0,0 6 0,7-7 0,-1 2 0,2-5 0,-2-1 0,4 0 0,8 0 0,-3-1 0,-3 1 0,-2 0 0,-4 0 0,-3-2 0,3-4 0,-12 4 0,-5-4 0,2 4 0,-2 0 0,-2-2 0,-2-2 0,-1-6 0,-1 6 0,6-7 0,0 1 0,7-4 0,-1-1 0,-4 5 0,-2 1 0,2-1 0,-3-5 0,3-3 0,-2-3 0,-6 4 0,1-4 0,-3-2 0,-9 2 0,-1-8 0,-6 4 0,-5 0 0,-6 4 0,-11 4 0,-5 1 0,-5 1 0,-1-1 0,-1 9 0,1 3 0,-6 4 0,0 2 0,-2-6 0,1 0 0,-1-2 0,-4 2 0,-5 4 0,-1-4 0,-9-2 0,-14 2 0,1 0 0,-10 4 0,-6 0 0,-4 2 0,45 6 0,-1 1-194,-4 3 0,-1 2 0,-1-1 1,-1-1 193,-3 1 0,0 0 0,0 2 0,1 1 0,1 2 0,1 2 0,1-1 0,-1 0 0,2 0 0,1 0 0,-37 0 0,-3 0 0,4 0-263,0 0 0,-2 2 263,6 3 0,6-3 0,0 4 0,5 2 0,-5-3 0,-16 7 0,42-9 0,-1 0 0,2 3 0,-1 1 0,2-1 0,1 0 0,0 0 0,1 1 0,-42 4 0,6 5 0,6-5 0,7 4 0,-2 3 0,6-1 0,6-2 0,4-2 0,0-1 0,13-3 0,0 3 0,8 1 0,3-7 0,-7 5 366,-4-5 1,-5 8-367,-7-3 0,-5 4 0,-11 3 0,-3-1 142,-3 0 0,5 0 0,12 0 0,6 2-142,3 4 0,5-2 0,3 8 0,2-8 0,4 2 0,19-4 0,-2-2 0</inkml:trace>
  <inkml:trace contextRef="#ctx0" brushRef="#br0" timeOffset="2">4078 6052 8912,'-51'25'0,"-1"2"0,1-1 0,-1 13 0,0-5 0,3 2 0,3 0 0,4 5 0,7-1 0,1 0 0,-1-6 0,-3 1 0,4-1 0,-4 0 0,9 1 0,-4 1 0,-1 4 0,15-19 0,3 2 0</inkml:trace>
  <inkml:trace contextRef="#ctx0" brushRef="#br0" timeOffset="3">3304 6774 8912,'-17'25'0,"7"2"0,-5 7 0,13 6 0,-4 0 0,4-1 0,2-3 0,0-2 0,0 1 0,10-1 0,7 0 0,2-7 0,10-4 0,0-2 0,5 2 0,6-6 0,0 0 0,8-1 0,-2-9 0,4 1 0,1 0 0,7 3 0,-1-5 0,8-1 0,-2-5 0,6-1-156,6-5 1,1 4 155,4-4 0,-9 4 0,-8 2 0,-9 0-11,-3 0 11,-7 0 0,-3 0 0,-5 0 0,-9 0 0,-10 0 0</inkml:trace>
  <inkml:trace contextRef="#ctx0" brushRef="#br0" timeOffset="4">8828 5622 8912,'-6'12'0,"-1"-3"0,-3-1 0,-3-4 0,-3-2 0,5-2 0,-1 0 0,-1 0 0,4 0 0,-3 0 0,10-2 0,2-4 0,10-6 0,15-5 0,9-6 0,8-5 0,12-11 0,5-3 0,10-2 0,9-9 0,-33 22 0,2-1 0,3-1 0,1-1 0,4-1 0,-1 1 0,-3 4 0,0 1 0,-6 3 0,-1 1 0,37-16 0,-12 11 0,-10 7 0,-13 11 0,-20 7 0,-14 10 0,-8-1 0,-6 8 0,-2 1 0,-2 2 0,-7 3 0,1-1 0,-3-6 0,-2 1 0,0-3 0,0 3 0,7-3 0,2-5 0,1 2 0,5 0 0,-6-6 0,0-8 0,-1-2 0</inkml:trace>
  <inkml:trace contextRef="#ctx0" brushRef="#br0" timeOffset="5">9792 4831 8912,'15'-7'0,"-3"-5"0,-5-3 0,-7-2 0,0 0 0,0-1 0,0 7 0,2-1 0,4-1 0,5-2 0,12 5 0,6 4 0,5 5 0,6 1 0,4 9 0,8 8 0,0 8 0,-1 10 0,-9 7 0,-5 1 0,-9 3 0,-3 0 0,-9 0 0,-11 6 0,-3-3 0,-2-3 0,-7 2 0,-5-8 0,-5 2 0,-4-6 0,-4-1 0,-2-9 0,6-5 0,-11-11 0,5-2 0</inkml:trace>
  <inkml:trace contextRef="#ctx0" brushRef="#br0" timeOffset="6">11427 4350 8912,'-10'-17'0,"-5"-1"0,3 1 0,-3 0 0,-2 0 0,0 2 0,-1 3 0,-1 5 0,-2 7 0,-2 1 0,2 5 0,-4 6 0,2 12 0,4 11 0,6 9 0,-1 7 0,9 9 0,1 6 0,2 7 0,10 2 0,3-7 0,6 1 0,6 0 0,-4-2 0,4-4 0,-5-8 0,-7-7 0,2-4 0,-7-4 0,0-4 0,-6 4 0,-4-5 0,-7-7 0,-3-5 0,-14-11 0,-9-12 0,-7-10 0</inkml:trace>
  <inkml:trace contextRef="#ctx0" brushRef="#br0" timeOffset="7">10945 5055 8912,'-12'-2'0,"1"-4"0,5-3 0,-5-9 0,7 7 0,-2-1 0,6 1 0,6-6 0,11 0 0,12-1 0,7 1 0,8 0 0,9 0 0,7 0 0,10 1 0,11 5 0,3-2-224,2 7 0,-6-6 224,1 7 0,-16-9 0,-4 3 0,-13-3 0,-14 3 0,-1-4 0,-11 3 0,-6 5 0,-9-1 0,-9 8 0,-3 0 0,-7 0 0,-9 0 0,-2 0 0,-2 0 0,3 2 0,-5 4 224,0 5 0,-4 4-224,8 3 0,0-1 0,6 0 0,2 2 0,4 4 0,-3-4 0,6 6 0,1-2 0,-1 0 0,2 0 0,6-6 0,0 0 0,0 0 0,2-2 0,4-3 0,4-4 0,7-8 0,6-2 0,2-4 0,0-6 0,-1-3 0,5-8 0,-6 0 0,2-1 0,-2 1 0,-10 3 0,4-2 0,-3 4 0,1 5 0,-3 2 0,-3 7 0,-3-2 0,-4 4 0,7 2 0,-3 0 0,-2 8 0,7 3 0,-5 4 0,6 3 0,5-7 0,8-1 0,1-1 0,5 1 0,1-6 0,3 1 0,-1-5 0,1-5 0,5-5 0,0-7 0,0-2 0,-5-4 0,-3 2 0,-3-8 0,-6-1 0,-4-3 0,-10-1 0,-3-1 0,-4 1 0,-2 0 0,-2 7 0,-4 4 0,3 6 0,-9 5 0,1 5 0,-7 7 0,1 7 0,0 7 0,0 7 0,0 7 0,1 5 0,5 1 0,-3 1 0,9-1 0,-7 0 0,7 1 0,-1-3 0,6-3 0,0 1 0,2-7 0,3-2 0,7-2 0,3-3 0,2-5 0,3-3 0,2-8 0,3-4 0,4-7 0,2-3 0,-8-14 0,5-1 0,-5-6 0,0 1 0,-6 0 0,-1 1 0,-5 5 0,2-3 0,-7 8 0,0-7 0,-6 10 0,0 3 0,0 11 0,0 14 0,0 9 0,0 10 0,0 6 0,0 1 0,6 0 0,-1 1 0,7-1 0,-4 0 0,1-1 0,4-4 0,5 1 0,5-7 0,-4-6 0,4-5 0,-4-8 0,-4 1 0,-3-10 0,-12-13 0,-10-8 0</inkml:trace>
  <inkml:trace contextRef="#ctx0" brushRef="#br0" timeOffset="8">12734 4178 8912,'-11'2'0,"-1"4"0,1-5 0,-6 5 0,0 4 0,-1-1 0,3 9 0,2-3 0,1-4 0,8 5 0,-1-5 0,3-1 0,2 1 0,0-5 0,0 5 0,0-7 0,2 4 0,3-8 0,5-8 0,0-2 0,-3-7 0,-13 6 0,1-1 0,-9 9 0,12-5 0,-5 8 0</inkml:trace>
  <inkml:trace contextRef="#ctx0" brushRef="#br0" timeOffset="9">13113 4264 8912,'-8'-10'0,"1"-5"0,-5 4 0,-1 1 0,5 1 0,-1 1 0,5 2 0,-10 10 0,9 7 0,-1 9 0,6 14 0,0 10 0,0 7 0,0 3 0,0 9 0,0-6 0,0 6 0,0-7 0,2-1 0,4-5 0,5-4 0,2-10 0,-1-2 0,3-9 0,-3-13 0,3-5 0,2-7 0,0-2 0,1-3 0,-1-7 0,0-11 0,0-4 0,0-7 0,-1-2 0,-5-4 0,5 3 0,-5-3 0,-3 10 0,-3 1 0,3 8 0,-2-2 0,0 4 0,-5 9 0,5 5 0,-4 7 0,4 7 0,-4 10 0,-2 6 0,0 4 0,0 5 0,5 1 0,1-1 0,6-5 0,-7-1 0,9-7 0,-3 2 0,3-4 0,-3-2 0,4-5 0,-3-1 0,9-9 0,0-2 0,-6-9 0,2-14 0,-7-4 0</inkml:trace>
  <inkml:trace contextRef="#ctx0" brushRef="#br0" timeOffset="10">13509 4109 8912,'-17'0'0,"-1"2"0,1 4 0,-2-2 0,-4 7 0,4-1 0,-2 3 0,6-2 0,3 3 0,8 1 0,-1 2 0,3 1 0,4-3 0,3-4 0,7-5 0,3-4 0,0-10 0,-3-3 0,1 1 0,-7-1 0,0-1 0,-6-5 0,-8 8 0,-3 3 0,-5 4 0,-1 2 0,0 0 0,0 0 0,1 2 0,5 4 0,-4 3 0,3 8 0,5 1 0,1-1 0,4 0 0,2 0 0</inkml:trace>
  <inkml:trace contextRef="#ctx0" brushRef="#br0" timeOffset="11">13973 4109 8912,'-7'-17'0,"3"0"0,-8 0 0,7-1 0,-7 1 0,7 2 0,-7 3 0,3 12 0,-3 12 0,-3 13 0,3 9 0,-1 2 0,1 10 0,-1 2 0,7 9 0,1-9 0,5 4 0,0-5 0,0-3 0,1 6 0,5-4 0,4-6 0,7-6 0,0-7 0,0-10 0,1-1 0,-1-5 0,0-3 0,0-8 0,0-2 0,1-4 0,-1-9 0,0-8 0,0-8 0,0 3 0,-5 1 0,-1-2 0,-5 8 0,6-2 0,-9 4 0,5 2 0,-6 9 0,4 8 0,-4 8 0,3 9 0,-3 2 0,-2 4 0,6-4 0,0 4 0,5-9 0,-5-3 0,9-5 0,3 5 0,-1-7 0,6 2 0,3-6 0,1-6 0,2-5 0,0-5 0,-3-1 0,3 0 0,-4 0 0,-8 0 0,-5 1 0,-1 5 0,-7 3 0,3 10 0,-7 4 0,0 11 0,0 12 0,-1 5 0,-5 6 0,4 4 0,-4 8 0,-1 1 0,1 5 0,0-5 0,6 4 0,0-5 0,0-6 0,-2-4 0,-4 0 0,3-14 0,-9 1 0,-5-16 0,-6-7 0,0-4 0,-2-10 0,-2-1 0</inkml:trace>
  <inkml:trace contextRef="#ctx0" brushRef="#br0" timeOffset="12">13543 4367 8912,'12'0'0,"-1"0"0,-5 0 0,5 0 0,1-6 0,5 1 0,8-9 0,6 1 0,9-6 0,11-4 0,1-6 0,5 6 0,1-5 0,-7 5 0,-3-8 0,-21-3 0,-2-10 0</inkml:trace>
  <inkml:trace contextRef="#ctx0" brushRef="#br0" timeOffset="13">12528 3232 8912,'-17'-34'0,"-6"7"0,0 4 0,2 4 0,2 2 0,1 7 0,1 5 0,8 3 0,1 2 0</inkml:trace>
  <inkml:trace contextRef="#ctx0" brushRef="#br0" timeOffset="14">12407 3181 8912,'0'25'0,"8"1"0,4 11 0,1 1 0,-2 2 0,5 0 0,-5-6 0,-1-5 0,-1 0 0,1-3 0,-1-4 0,-5 0 0,2-10 0,-4-4 0,-2-1 0,0-7 0,0-13 0,0-6 0,0-6 0,0-6 0,0-1 0,0-3 0,0-1 0,0-4 0,0 4 0,0-4 0,0 5 0,0 7 0,0-3 0,0 8 0,0 2 0,0 2 0,0 2 0,0 7 0,8 16 0,3 11 0,4 12 0,4-1 0,2 5 0,2 1 0,0 1 0,-5-1 0,-1-1 0,0-5 0,2-1 0,4-4 0,-10-10 0,5 3 0,-3-7 0,0-3 0,2-6 0,-5-8 0,-1-3 0,-7-10 0,2-2 0,-4-10 0,-2-1 0,0 0 0,8 7 0,1 12 0</inkml:trace>
  <inkml:trace contextRef="#ctx0" brushRef="#br0" timeOffset="15">12838 3112 8912,'0'-23'0,"0"0"0,0 0 0,0 14 0,0-7 0,0 14 0,0-3 0,0 12 0,0 11 0,2 8 0,3 7 0,5 3 0,7 4 0,-4-4 0,5 5 0,-5-5 0,10-2 0,-2-5 0,2 0 0,2-8 0,4 2 0,3-6 0,-3-6 0,3-5 0,3-4 0,-9-2 0,-3 0 0,-4-8 0,-1-3 0,-3-10 0,-4-2 0,-3-6 0,-8 6 0,0-5 0,0 5 0,-2 2 0,-4 2 0,-3 3 0,-8 5 0,-2 3 0,-4 8 0,3 8 0,-2 3 0,2 6 0,3 4 0,2 4 0,3 2 0,-1 0 0,7 1 0,4 3 0,14-8 0,7 0 0,15-6 0,16-2 0,8-3 0,7-5 0,3-7-834,16-7 0,-3-10 0,12-10 0</inkml:trace>
  <inkml:trace contextRef="#ctx0" brushRef="#br0" timeOffset="16">13922 3198 8912,'-17'-25'0,"-6"0"0,0-3 0,-6 3 0,6 8 0,-8 5 0,3 1 0,-3 9 0,3 2 0,3 0 0,7 7 0</inkml:trace>
  <inkml:trace contextRef="#ctx0" brushRef="#br0" timeOffset="17">13595 3164 8912,'-8'34'0,"-1"0"0,-9 1 0,9-7 0,3 1 0,4-8 0,2 2 0,0-4 0,0-2 0,8-7 0,3-4 0,7-5 0,4-1 0,0-1 0,6-5 0,-1-6 0,2-11 0,1-3 0,-7-9 0,0-5 0,-6-2 0,-1-2 0,-5-4 0,-3-1 0,-8-3 0,0 3 0,0 3 0,0-2 0,0 10 0,-2 3 0,-4 5 0,2 11 0,-7 1 0,7 9 0,-9 18 0,7 11 0,2 12 0,2 12 0,2 6 0,-8-14 0,-1-4 0</inkml:trace>
  <inkml:trace contextRef="#ctx0" brushRef="#br0" timeOffset="18">13819 3198 8912,'7'40'0,"5"0"0,11 0 0,-4-5 0,8-9 0,-5-3 0,-2-5 0,3-7 0,-4-5 0,-2-4 0,0-4 0,0-4 0,4-4 0,-3-7 0,3-6 0,-10 0 0,-3-7 0,-3 1 0,-3-3 0,-2-3 0,0 1 0,0 0 0,0 1 0,0 4 0,0-1 0,-2 9 0,-1 4 0,-3 3 0,0 10 0,6-1 0,0 10 0,0 7 0,0 11 0,0 4 0,0 7 0,2 0 0,4 1 0,1-1 0,5 1 0,3-3 0,-3-3 0,3 1 0,2-7 0,0-2 0,1-9 0,-1 1 0,0-7 0,0-1 0,0-5 0,1-15 0,-1-4 0</inkml:trace>
  <inkml:trace contextRef="#ctx0" brushRef="#br0" timeOffset="19">14111 2785 8912,'-17'10'0,"0"-4"0,-1-3 0,1 3 0,-6-2 0,0 7 0,0 1 0,6 5 0,0 0 0,7 0 0,5-1 0,10-5 0,5-3 0,7-8 0,6 0 0,0 0 0,0-2 0,-6-4 0,0-5 0,1-5 0,-9 5 0,-3 0 0,-4 5 0,-2-6 0,0 9 0,-8-5 0,-3 8 0,-5 0 0,-1 0 0,8 8 0,-14 1 0,4 8 0</inkml:trace>
  <inkml:trace contextRef="#ctx0" brushRef="#br0" timeOffset="20">14696 3060 8912,'0'-17'0,"0"0"0,0 0 0,-7 0 0,-5-1 0,-5 3 0,-6 4 0,-6 3 0,-11 8 0,2 4 0,-8 7 0,2 8 0,-2 16 0,4 1 0,8 4 0,7 4 0,4 8 0,11-3 0,7-3 0,7-6 0,9-3 0,10-11 0,19-3 0,12-5 0,11-7 0,4-3 0,2-8 0,3-14 0,-1-5 0,-6-6 0,-4-5 0,-5-5 0,-10-5 0,0-4 0,-12-7 0,2-1 0,-13 1 0,-2 12 0,-9 5 0,-6 11 0,-12 0 0,-10 6 0,-6 5 0,-9 5 0,2 7 0,-3 0 0,-3 0 0,1 7 0,0 5 0,5 3 0,0 2 0,8 3 0,-2 2 0,6-2 0,5 2 0,-3-2 0,6-3 0</inkml:trace>
  <inkml:trace contextRef="#ctx0" brushRef="#br0" timeOffset="21">14782 3164 8912,'12'7'0,"-1"5"0,1-5 0,5-1 0,-4-4 0,4-2 0,-3 0 0,9-2 0,-4-4 0,-2-5 0,-2-10 0,-3-2 0,1-8 0,-7 3 0,0 1 0,-6-2 0,0 8 0,0-2 0,0-2 0,0 3 0,-6 4 0,0 7 0,-1 7 0,1-2 0,4 6 0,-4 6 0,4 6 0,2 10 0,2-1 0,2 8 0,4 2 0,1 1 0,1-3 0,1-1 0,7-6 0,-3 0 0,6-4 0,0-7 0,4-3 0,-2-8 0,7-2 0,-1-4 0,2-5 0,-3-12 0,3-6 0,-8-11 0,0 2 0,-6-8 0,-2 0 0,-3-6 0,-5-1 0,-7-4 0,0-6 0,0-4 0,-7-2 0,-5 0 0,3 8 0,-3 4 0,1 19 0,-6 7 0,-1 20 0,9 11 0,1 9 0</inkml:trace>
  <inkml:trace contextRef="#ctx0" brushRef="#br0" timeOffset="22">15212 2476 8912,'-17'51'0,"-8"9"0,14 1 0,-10 15 0,15 4 0,0-1 0,8 1 0,4 4 0,6 6 0,-4-39 0,1 1-333,2 5 0,1 1 0,-3-4 0,1 0 333,1-2 0,1 0 0,7 43 0,-2-9 0</inkml:trace>
  <inkml:trace contextRef="#ctx0" brushRef="#br0" timeOffset="23">15522 3748 8912,'10'-40'0,"-4"0"0,-5 2 0,-1 1 0,-1 18 0,-5 8 0,-6 7 0,-3 27 0,-2 11 0,-6 22 0,-2 14 0,-2 14 0,12-36 0,0 0 0,1 3 0,1 1 0,-2 2 0,1 1 0,3-3 0,1 1-197,-2 1 1,1 1 0,4 1-1,1 1 197,-1 0 0,2 0 0,3 2 0,1 1 0,-2 0 0,0 0 0,1-7 0,2-3 0,2 40 0,4-17 0,1-10 0,5-10 0,-7-1 0,-3-5 0</inkml:trace>
  <inkml:trace contextRef="#ctx0" brushRef="#br0" timeOffset="24">16038 4505 8912,'-32'-42'0,"3"1"0,-11 1 0,4 4 0,1 17 0,1 6 0,0 3 0,-1 4 0,1 6 0,-1 8 0,3 5 0,1 8 0,3 8 0,6 9 0,0 2 0,4 6 0,7-6 0,3 2 0,8-2 0,0-5 0,0-1 0,0-7 0,0-10 0,10-7 0,7-5 0,8-3 0,9-2 0,3-15 0,3-10 0,4-11 0,0-10 0,5-9 0,-3-3 0,-4-1 0,-1 2 0,-11 1 0,-1-7 0,-8 2 0,2-2 0,-12 6 0,-5 11 0,-6 8 0,-6 7 0,-3 8 0,-9 12 0,1 7 0,0 16 0,0 10 0,0 9 0,-1 11 0,1 4 0,8 2 0,3-3 0,4 5 0,2-4 0,2-2 0,4 2 0,3-10 0,8-2 0,6-1 0,0-10 0,8 0 0,-2-6 0,3-7 0,3-5 0,-1-10 0,0-9 0,-1-5 0,-4-4 0,-7-7 0,-10 1 0,1-2 0,-7 3 0,0-9 0,-6 9 0,0-9 0,0 9 0,-2 3 0,-4 2 0,2 4 0,-7 2 0,-1 7 0,-5 4 0,0 12 0,6 9 0,-1 8 0,8 8 0,-3-2 0,1 5 0,0 6 0,0-4 0,6 5 0,8-5 0,3-2 0,7 1 0,5-1 0,3-2 0,9-3 0,1-4 0,4-8 0,-1-5 0,6-1 0,-1-9 0,2-2 0,4-23 0,-6-13 0</inkml:trace>
  <inkml:trace contextRef="#ctx0" brushRef="#br0" timeOffset="25">16830 4298 8912,'-9'-17'0,"-5"-6"0,8 0 0,1 0 0,3 12 0,-4-1 0,4 9 0,-6-3 0,8 12 0,0 5 0,2 4 0,4 3 0,-4-1 0,4 0 0,1 0 0,-1 0 0,8 0 0,-7-5 0,5-1 0,3-7 0,-4 2 0,-1-6 0,1-6 0,1-3 0,5-9 0,0-6 0,1-5 0,-7-3 0,0-3 0,-5 6 0,4 1 0,-1-3 0,1-1 0,-1 5 0,3 4 0,3 6 0,-3 5 0,-3 5 0,3 7 0,-1 0 0,5 2 0,-5 3 0,2 5 0,-7 7 0,6 0 0,-7 1 0,7-7 0,-6 1 0,1-3 0,-3 4 0,2-1 0,-1-1 0,-5 7 0,6-1 0,0 0 0,0 0 0,-6 0 0,0 6 0,0 0 0,0 6 0,0-6 0,2 2 0,3-2 0,-3-4 0,4 4 0,-4-4 0,-2-2 0,2-2 0,4-3 0,3-5 0,8-7 0,1 0 0,6-7 0,3-3 0</inkml:trace>
  <inkml:trace contextRef="#ctx0" brushRef="#br0" timeOffset="26">17243 3662 8912,'-42'0'0,"0"0"0,-4 0 0,-2 2 0,10 4 0,4 3 0,3 1 0,12 5 0,2-3 0,7 3 0,10 2 0,2-2 0,4-3 0,11 1 0,12-7 0,5 0 0,6-6 0,-2 0 0,8 0 0,-9-8 0,-3-3 0,-7-5 0,-10-1 0,-7-6 0,-5 0 0,-3 0 0,-2 6 0,-7 2 0,-7 1 0,-7 5 0,-7 1 0,-5 3 0,-1 5 0,-1 7 0,1 5 0,1 9 0,5 2 0,3 7 0,8-3 0,-1 7 0</inkml:trace>
  <inkml:trace contextRef="#ctx0" brushRef="#br0" timeOffset="27">17725 3989 8912,'0'-17'0,"-2"-1"0,-4 1 0,2 2 0,-5 2 0,-1 3 0,1 2 0,-8 5 0,-6 10 0,2 10 0,1 10 0,-2 13 0,-1 6 0,3 4 0,7 1 0,0-5 0,7 0 0,0-2 0,6 2 0,8-4 0,3-8 0,7-9 0,4-6 0,9-7 0,7-5 0,-1-3 0,3-10 0,2-9 0,-2-8 0,2-7 0,-2 1 0,-5-5 0,-1-7 0,-7 5 0,-10-4 0,-5-4 0,-1-2 0,-7 4 0,2 2 0,-12 11 0,-6 7 0,-3 4 0,-2 7 0,-2 3 0,-4 8 0,-2 16 0,-4 6 0,-1 9 0,7 3 0,-4 7 0,8-1 0,4-2 0,-1-2 0,9 4 0,1 0 0,12-1 0,5-11 0,18-3 0,5-8 0,20-7 0,3-4 0,8-5 0,4-1 0,5-13-206,1-4 0,5-12 206,-5 1 0,-8-7 0,-10-3 0,-3-2-62,-3 2 1,-5-6 61,0-2 0,-4-4 0,0-1 0,-7-1 0,-3 0 0,-13 3 0,-1 3 0,-13 12 0,1 11 0,-6 11 0,-6 6 0,2 6 203,-7 6 0,-1 11-203,-5 12 0,0 5 32,0 7 0,0 4 1,-1 11-1,1 1-32,0-2 0,0-7 0,0-2 0,-1-2 0,1 2 0,-8 2 0,-3-8 0,-7-2 0,-5-9 0,-6 1 0,-11-7 0,-6 0 0,-12-6 0,-11-1-185,38-10 0,-1-1 0,-5 0 0,1-2 185,-2-3 0,1 0 0,0 0 0,0 0 0,2 0 0,-1 0 0,-2 0 0,-1 0 0,0 0 0,0 0 0</inkml:trace>
  <inkml:trace contextRef="#ctx0" brushRef="#br0" timeOffset="28">20960 9267 8912,'-17'21'0,"0"-4"0,0-11 0,-1 0 0,18-4 0,14-2 0,18 0 0,18 0 0,11-8 0,14-2 0,7-1 0,8 0 0,0-1 0,-42 5 0,1-1 0,1 1 0,0 0 0,0 2 0,1-1 0,1 1 0,-1-1 0,-1-2 0,-2 0 0,38-5 0,-17 1 0,-22 9 0,-12-3 0,-14 4 0,-14 2 0,-5 0 0,0 0 0,-13 0 0,-1 0 0,1 0 0,-1 0 0,9 0 0,-13 0 0,14 0 0,-5 0 0,7 0 0,15 0 0,4 0 0</inkml:trace>
  <inkml:trace contextRef="#ctx0" brushRef="#br0" timeOffset="29">22991 8648 8912,'-10'8'0,"-5"-6"0,3 3 0,-3-3 0,-2-2 0,-2 0 0,-4 0 0,2 8 0,-8 3 0,-1 7 0,-3 5 0,6 9 0,4 10 0,4 2 0,2 4 0,7 3 0,5 3 0,5-3 0,5-7 0,5-7 0,9-9 0,2-5 0,2-4 0,6-9 0,-6-4 0,5-12 0,-3-7 0,2-9 0,4-6 0,-6-10 0,-3-2 0,-4-8 0,-7 2 0,-3-4 0,-1-1 0,-5 1 0,4 4 0,-14 4 0,-9 8 0,-2-1 0,-10 1 0,6 15 0,-5 7 0,1 9 0,-2 3 0,4 7 0,10 7 0,4 5 0,5 4 0,6 5 0,6-5 0,5 4 0,12-10 0,12 4 0,9-11 0</inkml:trace>
  <inkml:trace contextRef="#ctx0" brushRef="#br0" timeOffset="30">21098 8407 8912,'-17'-19'0,"-1"-2"0,1 0 0,0 4 0,0 4 0,1 18 0,5 9 0,5 16 0,4 14 0,4 8 0,4 5 0,-2-1 0,7 7 0,-5-6 0,6 6 0,1 0 0,2-2 0,2-2 0,1-7 0,1-8 0,4-4 0,-4-11 0,4-6 0,-2-6 0,2-6 0,-2-11 0,7-11 0,-7-14 0,2-9 0,2-16 0,-2-13 0,0-4 0,-6-2 0</inkml:trace>
  <inkml:trace contextRef="#ctx0" brushRef="#br0" timeOffset="31">21476 8493 8912,'10'-34'0,"-2"2"0,-8 3 0,0 10 0,0 7 0,0 9 0,0-1 0,0 15 0,0 12 0,-6 21 0,0 8 0,-5 11 0,5 0 0,0-2 0,6 2 0,0 2 0,0 2 0,2-6 0,4-4 0,3-11 0,9-6 0,6-19 0,5-9 0,4-11 0,1-6 0,1-20 0,-1-15 0,-7-10 0,-4-7 0,-6 3 0,-6-1 0,-7 7 0,-8 8 0,-7 4 0,-12 1 0,-4 14 0,-7 4 0,-1 13 0,1 4 0,-1 16 0,1 12 0,9 14 0,8 10 0,9 7 0,6 2 0,2 6 0,8-13 0,2 5 0</inkml:trace>
  <inkml:trace contextRef="#ctx0" brushRef="#br0" timeOffset="32">23180 8751 8912,'10'-17'0,"-5"2"0,-10 3 0,-3 7 0,-3 12 0,3 9 0,0 5 0,6 7 0,-3-5 0,3 8 0,2-3 0,0-1 0,2 0 0,1-2 0,3-4 0,6-2 0,-7-2 0,9-6 0,-3-1 0,4-2 0,3-5 0,1-3 0,4-5 0,-4-5 0,4-7 0,-4 0 0,-2 0 0,-5-1 0,-1 1 0,-5 6 0,5-1 0,-7 8 0,6-3 0,-5 7 0,-3 0 0,6 7 0,0 1 0,3 6 0,4-3 0,3-5 0,-1 5 0,-4-7 0,4 2 0,-3-4 0,9-2 0,-4 0 0,-2 0 0,-5-8 0,-1-2 0,1-1 0,-3 0 0,4-1 0,-7-5 0,2 2 0,-2 3 0,-5-3 0,7 5 0,-8 1 0,0 3 0,0 12 0,0 5 0,0 6 0,0 6 0,0-4 0,0 4 0,0-4 0,0-1 0,6-7 0,0 1 0,-1-1 0,3-1 0,-4-3 0,7-7 0,-5 0 0,5 0 0,-5-2 0,6-3 0,-7 3 0,5-6 0,0 2 0,-1 1 0,-3-1 0,5 6 0,-5-6 0,6 0 0,1 3 0,2 1 0,2 2 0,3 0 0,2 0 0,3 0 0,4 0 0,2-2 0,-8-4 0,7-4 0,5-14 0,9-3 0</inkml:trace>
  <inkml:trace contextRef="#ctx0" brushRef="#br0" timeOffset="33">24299 8631 8912,'-12'0'0,"1"0"0,5 0 0,-6 0 0,7 0 0,-7 0 0,3 2 0,-3 4 0,-1-3 0,7 9 0,-7-1 0,1 7 0,5 6 0,1 5 0,4 2 0,2-3 0,0 5 0,0-5 0,2 3 0,4-2 0,3-5 0,8-6 0,3-3 0,2-4 0,3-3 0,4-8 0,4-10 0,-7-7 0,3-9 0,0-7 0,-3-3 0,3-4 0,-4 1 0,-8-6 0,-7 6 0,-5-1 0,-3 4 0,-2 2 0,0 7 0,-7 10 0,-5 11 0,-3 8 0,-2 9 0,0 8 0,-1 16 0,9 5 0,3 0 0,4 8 0,2-2 0,0-4 0,0-2 0,8-4 0,3-2 0,12-7 0,6-4 0,3-11 0,5-9 0,1-6 0,2-9 0,6-11 0,-6-5 0,-2-11 0,-9-1 0,2-8 0,-8 3 0,0 3 0,-6 1 0,-8-1 0,-3 2 0,2 6 0,-3 7 0,-1 2 0,-2 10 0,-2 7 0,0 16 0,0 4 0,8 10 0,3 7 0,5 4 0,1 1 0,6 2 0,0 2 0,-2 3 0,-2-3 0,-2 4 0,0-2 0,-5 2 0,-1-2 0,-7-4 0,2 4 0,-14-3 0,-9-3 0,-2-5 0,-10-2 0,-2-3 0,-1-3 0,3-3 0,1-7 0,12-3 0,-1-8 0,11-10 0,1-7 0,10-8 0,5-9 0</inkml:trace>
  <inkml:trace contextRef="#ctx0" brushRef="#br0" timeOffset="34">25675 8476 8912,'-17'0'0,"0"-6"0,0 1 0,7-3 0,4 2 0,5 4 0,14-11 0,4 7 0,12-1 0,-1 1 0,11 2 0,1-7 0,6 7 0,-6-2 0,0 4 0,-6-5 0,1-3 0</inkml:trace>
  <inkml:trace contextRef="#ctx0" brushRef="#br0" timeOffset="35">25847 8923 8912,'-34'8'0,"7"0"0,4 3 0,4-3 0,10-8 0,5-2 0,15-4 0,12-5 0,14-7 0,3-5 0,11 2 0,-5-7 0,13 5 0,-7-6 0,4 6 0,-5-5 0,8-1 0,5-5 0,-5-1 0,0 1 0</inkml:trace>
  <inkml:trace contextRef="#ctx0" brushRef="#br0" timeOffset="36">27104 8201 8912,'-10'-17'0,"4"0"0,-3 0 0,7 7 0,-6 2 0,8 18 0,0 9 0,0 13 0,-5 7 0,-3 10 0,0 5 0,1-1 0,1 7 0,6-3 0,0 0 0,0-5 0,0-1 0,0 1 0,7-2 0,5-5 0,3-10 0,4-14 0,4-8 0,6-7 0,3-19 0,3-7 0</inkml:trace>
  <inkml:trace contextRef="#ctx0" brushRef="#br0" timeOffset="37">27999 7685 8912,'-18'-34'0,"7"1"0,-1 5 0,9 9 0,-5 9 0,0 3 0,6 10 0,-3 15 0,3 14 0,2 14 0,0 11 0,0 6 0,0 4 0,0 2 0,0 7 0,0 4 0,2 3-187,3-3 1,5 2 186,7-7 0,0-9 0,-1-10 0,-3-10 0,-2-12 0,-5-9 0,6-14 0,-1-3 0,4-20 0,-3-10 0,11-13 0,-4-16 0</inkml:trace>
  <inkml:trace contextRef="#ctx0" brushRef="#br0" timeOffset="38">28412 7737 8912,'-2'-17'0,"-4"0"0,4 7 0,-8 2 0,5 8 0,3 10 0,-4 7 0,2 10 0,-2 13 0,5 2 0,-5 4 0,4 3 0,2-3 0,0 4 0,0 2 0,0-1 0,0 1 0,-2-3 0,-4-3 0,4-4 0,-3-7 0,-5-9 0,8-8 0,-6-11 0,10-9 0,4-3 0,6-11 0,11-7 0,3-5 0,11 5 0,1 2 0,2 2 0,0 3 0,-5 5 0,-1 1 0,0 5 0,1 3 0,-1-4 0,-1 12 0,-5 5 0,-3 10 0,-7 2 0,-3 0 0,-4 2 0,-5 0 0,-12 3 0,-11 5 0,-12-4 0,-5-3 0,-6 3 0,2-8 0,-8 2 0,2-4 0,-2-2 0,10-2 0,7-3 0,15-6 0,3-12 0,30-19 0,10-11 0</inkml:trace>
  <inkml:trace contextRef="#ctx0" brushRef="#br0" timeOffset="39">29651 7874 8912,'0'-17'0,"0"0"0,0 0 0,-2 0 0,-4 1 0,-6 5 0,-3 5 0,-10 4 0,-3 2 0,-5 10 0,-1 7 0,7 2 0,4 10 0,4-1 0,4 7 0,3-1 0,6 1 0,4-1 0,2 0 0,2 1 0,4-1 0,4 4 0,7-3 0,6 3 0,0-9 0,0-3 0,-6 3 0,0 0 0,0-3 0,-5-1 0,-1-8 0,-9 3 0,-2 2 0,-9-2 0,-14 3 0,-14-4 0,-14-2 0,-18 0 0,-19 0 0,37-8 0,-1-1 0,-7 1 0,-1 0 0,-3 2 0,-2 0-251,-4 1 1,0-1-1,4 1 1,0-3 250,2-2 0,0-2 0,0 2 0,0-1 0,2-2 0,1-2 0,2 1 0,0 0 0</inkml:trace>
  <inkml:trace contextRef="#ctx0" brushRef="#br0" timeOffset="40">4423 14339 8912,'0'-17'0,"-6"0"0,0 0 0,2-1 0,2 1 0,2 6 0,0-1 0,0 6 0,0-5 0,0 7 0,0-3 0,0 7 0,2 0 0,4 0 0,-4 0 0,8 0 0,-5 0 0,-1 5 0,8 1 0,1-2 0,2-2 0,-3 3 0,-1 1 0,3 2 0,9-2 0,-2-3 0,7 9 0,1-6 0,5 5 0,6-5 0,4 3 0,4 1 0,6-1 0,1-3 0,-3 6 0,1-3 0,5 3 0,-5-3 0,5-3 0,1-4 0,-2 4 0,8-5 0,0-1 0,6 0 0,4 0 0,-7-5 0,-4-1 0,-7 0 0,6 6 0,-7 0 0,1 0 0,-4 0 0,-1 0 0,7 0 0,2 0 0,3 0 0,-1 0 0,0 2 0,6 2 0,-1 2 0,1 7 0,-8-11 0,-3 4 0,-5-4 0,-1 5 0,3-5 0,5 4 0,3-4 0,8-2 0,-6 0 0,7 0 0,-1 0 0,4 0 0,-7 0 0,-5 0 0,4-2 0,-3-4 0,10 4-180,6-3 1,-3-3 179,-3 2 0,-5 0 0,-6 6 0,2-1 0,-7-3 0,-3-2 0,-1 2 0,-3 2 0,1 2 0,2 0 0,3 0 0,-4-2 0,5-3 0,-5 3 0,-1-4 0,-6 4 0,0 2 0,-8 0 0,4 0 0,-2 0 179,0 0 1,2 0-180,-1 0 0,3 0 0,7 0 0,3 0 0,3 0 0,0 0 0,12 0 0,-9 0 0,6 0 0,-2 0 0,-3 0 0,4-2 0,9-4 0,-3 3-159,4-9 1,-3 6 158,3-5 0,-2 5 0,7-5 0,-15 1 0,0-3 0,-6 3-22,-1 3 1,1-5 21,-2 6 0,-3-1 0,3 1 0,4 4 0,2-4 0,0-1 0,2-1 0,0 1 0,-5-1 0,-5-5 0,-3 1 0,5-1 0,1 1 0,5-3 0,-6 3 0,0 3 0,-5-3 0,2 1 0,3-6 0,-11 5 0,0 1 0,-2 1 0,-4-1 0,-2-4 0,-7 3 0,-3-3 0,3-2 0,1-6 0,3 0 0,-1-6 157,1 6 1,5-2-158,0 2 0,2 4 11,-2-4 0,-3 4 1,3 2-1,-4 0-11,-2 0 0,-5 0 0,0-1 0,-8 1 0,2 0 0,-6-6 0,-6 0 0,-1-7 0,-4 1 0,-4-9 0,3-4 0,-3-2 0,-2-4 0,-7-2 0,-5-1 0,-5 5 0,-6 0 0,2 14 0,-8-3 0,4 10 0,-9-3 0,2 7 0,-14-2 0,-2 6 0,-8 3 0,-3 3 0,-2-3 0,0-1 0,-2-2 0,-4 5 0,4 1 0,-4-1 0,-2-5 0,-6-6-214,1 0 0,-9 6 214,3 6 0,2 1 0,-3-1 0,1-3 0,-6 9 0,-2 1 0,-4 2 0,42 2 0,-1 0 0,-3 0 0,-1 0 0,-2 0 0,1 0 0,4 0 0,1 0 0,-43 0 0,14 0 0,0 0 0,-6 0 0,-6 0 0,0 0 0,0-6 0,6 0 0,2-7 0,4 2 0,-16-5 0,1-1 0,44 9 0,-2 1 0,-3 1 0,0 0 0,-2-1 0,-1 1 0,-1 3 0,-1 0 0,-1-1 0,-2 1-232,1-1 0,0 2 1,-3 1-1,0 0 232,2-2 0,2 0 0,5 2 0,1 0 0,4 1 0,1 0 0,-39 0 0,2 0 0,4 0-233,-4 0 1,0 0 232,-10 0 0,3 0 0,-3 0 0,3 0 0,3 0 0,41 3 0,-1 0 0,-5 0 0,-1 0 0,-3 1 0,0-1 0,1-1 0,1 0 0,4 2 0,1 0 0,3 0 0,1 1 0,-1 1 0,0 0 0,-6 2 0,0 1 0,3 0 0,1-1 0,-5 1 0,1 0 0,6-1 0,2 1 0,-42 8 0,3-6 0,2 1 0,7-3 0,5 3 0,5-6-36,6-4 1,-2 3 35,7 1 0,1 2 0,5-3 0,1-1 91,-1 8 0,1-7 0,-1 7 1,0-1-92,1-1 0,-7 3 0,1-7 0,-2 7 0,1-1 0,7 3 454,-1 2 0,6 0-454,6 1 0,4-1 266,-4 0 0,9 0-266,2 0 0,8 1 0,-2-1 0,2 0 43,-2 0 0,4 0-43,-4 1 0,-4 6 0,-1 5 0,-7 0 0,-5 5 0,4 2 0,-4 10 0,-2-2 0,2-4 0,-1-1 0,7 6 0,1-6 0,5 1 0,3-10 0,8-1 0,5 0 0,3 3 0,-1-1 0,1-3 0,5 1 0,-2 5 0,-2 6 0,3 1 0,-1 4 0,6-5 0,0 6 0,0-6 0,0 8 0,0-2 0,8 2 0,3-2 0,4-4 0,2-8 0,8-5 0,2-3 0,2-1 0,-1-4 0,7-2 0,5-1 0,8-1 0,-2 0 0,5-6 0,7 1 0,-3-8 0,8 1 0,-5-3 0,5-2 0,-8 0 0,3 0 0,-5-7 0,-1-5 0,-1-3 0,1-2 0,0 0 0,-1-1 0,1 3 0,-1 4 0,1-5 0,-2 5 0,-2-4 0,-2-3 0,-6 7 0,6 0 0,-2 1 0,1-1 0,3-3 0,-8 8 0,8 1 0,-2 5 0,2 2 0,-2 3 0,-4 13 0,-8 10 0,-1 14 0,-5 10 0,5 7 0,-6 10 0</inkml:trace>
  <inkml:trace contextRef="#ctx0" brushRef="#br0" timeOffset="41">4423 15766 8912,'-2'-17'0,"-4"0"0,-5 0 0,1 7 0,0 2 0,3 1 0,-7 5 0,11-6 0,-9 8 0,8 2 0,-2 4 0,5 5 0,1 5 0,5 8 0,1 5 0,2 5 0,-4 10 0,1 14 0,-1 14 0,-2 10 0,-2 4 0,6 2-278,-1 4 0,1-4 278,-6 4 0,0-14 0,0-9 0,0-10 0,0-13 0,0-6 0,0-4 0,0-15 0,0-4 0,0-15 0,0-8 0,0-26 0,0-21 0</inkml:trace>
  <inkml:trace contextRef="#ctx0" brushRef="#br0" timeOffset="42">3941 15697 8912,'0'-24'0,"0"2"0,0-6 0,-6 5 0,0-4 0,4 0 0,6 1 0,15 3 0,16-6 0,9-7 0,13-10 0,10 2-301,8-2 0,5 10 301,-6 1 0,-5 9 0,-6 9 0,-15 7 0,-2 8 0,-8 12 73,-3 13 1,-10 15-74,-8 8 0,-10 19 0,-12 9 0,-20 8 0,-11 4 0</inkml:trace>
  <inkml:trace contextRef="#ctx0" brushRef="#br0" timeOffset="43">4216 16832 8912,'-11'0'0,"-1"0"0,8 0 0,-3-8 0,9-1 0,3-8 0,13-6 0,12-2 0,8-2 0,8-3 0,6-3 0,5-1 0,-3 5 0,3 0 0,4 1 0,1-7 0</inkml:trace>
  <inkml:trace contextRef="#ctx0" brushRef="#br0" timeOffset="44">5438 16058 8912,'-8'-9'0,"4"-6"0,-7 3 0,0 4 0,-7 1 0,-1 1 0,-4 0 0,2 3 0,-7 8 0,-1 14 0,-6 16 0,-3 7 0,2 11 0,5 3 0,5 1 0,10 6 0,10-6 0,5 1 0,1-7 0,3-7 0,9-4 0,7-11 0,15-6 0,1-4 0,-1-2 0,3-7 0,1-5 0,4-3 0,2-2 0,0 0 0,2 0 0,-6 0 0,-11 0 0,-5 0 0,-6 0 0,-9 2 0,-3 4 0,-8 4 0,-9 7 0,-11 8 0,-18 3 0,-4 5 0,-7 1 0,-1 2 0,0 5 0,1-3 0,-1 8 0,6-8 0,0 2 0,8-4 0,-2-1 0,4-9 0,1-1 0</inkml:trace>
  <inkml:trace contextRef="#ctx0" brushRef="#br0" timeOffset="45">7004 15783 8912,'-2'-9'0,"-4"3"0,-5 8 0,-4 9 0,3 12 0,1 23 0,5 10 0,-4 20 0,3 8 0,3 6 0,4 7 0,6-5 0,7-4 0,8-6 0,0-8 0,6-12 0,-2-11 0,-4-9 0,-8-5 0,-1-3 0,-9-2 0,-1-5 0,-11-10 0,-10 1 0,-16-9 0</inkml:trace>
  <inkml:trace contextRef="#ctx0" brushRef="#br0" timeOffset="46">6711 16471 8912,'0'-17'0,"0"0"0,0-1 0,2 9 0,4 3 0,6-1 0,10-1 0,9-2 0,7-3 0,8-2 0,12-3 0,8-6 0,9-5 0,0 2 0,-7-1 0,-8 7 0,-9-2 0,-9-2 0,-13 2 0,-4-15 0,-8 1 0</inkml:trace>
  <inkml:trace contextRef="#ctx0" brushRef="#br0" timeOffset="47">7383 15783 8912,'9'0'0,"-1"0"0,-6 0 0,3 0 0,-3 0 0,6 8 0,-8 3 0,0 14 0,0 10 0,0 7 0,0 9 0,0 8 0,0 4 0,0 4 0,0 2 0,0 0 0,0-2 0,0-4 0,0-6 0,0-13 0,0-10 0,0-7 0,0-17 0,0-5 0,0-10 0,2-12 0,4-12 0,1-5 0,7-5 0,-3-3 0,2-2 0,-3 0 0,2-1 0,-1 1 0,6 3 0,-5 13 0,-1-1 0,-7 8 0,9 14 0,-5 7 0,2 9 0,-5 14 0,7 6 0,-7 9 0,7 2 0,-1-6 0,7-5 0,-1-2 0,0 1 0,2-3 0,2-8 0,2-1 0,-2-5 0,-2-3 0,-1-8 0,1-2 0,4-4 0,-6-3 0,0-9 0,0-4 0,-5-1 0,3-8 0,0 4 0,-1-1 0,-3-1 0,-5 8 0,5-2 0,-7 10 0,2 1 0,3 8 0,-5-1 0,8 10 0,-8 5 0,1 7 0,-1 0 0,2 1 0,-2 4 0,7 1 0,-5 0 0,5-6 0,-5 1 0,6-1 0,-7-8 0,7-3 0,-1-4 0,6-2 0,1 0 0,-7-8 0,1-3 0,-1-6 0,6-6 0,-5 2 0,-1-8 0,-1 1 0,1-7 0,3 3 0,-7 1 0,1 4 0,0 3 0,5 1 0,-3 5 0,7 11 0,0 7 0,0 13 0,0 12 0,1 2 0,-1 3 0,0 8 0,0 3 0,0 1 0,1-2 0,-1-4 0,0 4 0,-5-4 0,-1-1 0,-7-7 0,2 1 0,-12-8 0,-8 2 0,-7-4 0,-7-2 0,-5-7 0,-1-4 0,-8-12 0,-2-4 0</inkml:trace>
  <inkml:trace contextRef="#ctx0" brushRef="#br0" timeOffset="48">8071 15749 8912,'-17'-8'0,"-1"-9"0,1-2 0,0-4 0,7 12 0,3 3 0,9 8 0,3 0 0,9 2 0,7 4 0,6 3 0,7 8 0,-7 1 0,13-1 0,-4 0 0</inkml:trace>
  <inkml:trace contextRef="#ctx0" brushRef="#br0" timeOffset="49">9878 16076 8912,'0'-52'0,"0"2"0,0 6 0,-2 10 0,-4 9 0,-9 6 0,-10 4 0,-2 3 0,-3 7 0,-9 3 0,-1 2 0,0 7 0,6 5 0,1 5 0,4 6 0,-1 9 0,7 9 0,2 6 0,8-1 0,3 4 0,2 1 0,3 1 0,5 0 0,5-9 0,1-2 0,7-7 0,-1-5 0,5-10 0,6-8 0,-2-7 0,8 2 0,-1-20 0,7-9 0,1-7 0,4-5 0,-9-7 0,3-3 0,-3 1 0,3-2 0,-5 0 0,0-6 0,-8 8 0,2 4 0,-10 12 0,-3 5 0,-3 4 0,-1 11 0,-6 8 0,0 15 0,0 14 0,0 5 0,0 6 0,15-3 0,8 3 0,8-4 0,3-1 0,14-9 0,4-3 0,11-11 0,0-7-698,4-3 0,9-25 0,3-5 1</inkml:trace>
  <inkml:trace contextRef="#ctx0" brushRef="#br0" timeOffset="50">11272 16058 8912,'-2'10'0,"-2"-6"0,-2-8 0,2-8 0,2-3 0,4-2 0,4 0 0,6 0 0,3-1 0,10 3 0,3 4 0,5 5 0,1 4 0,1 4 0,-1 4 0,-1 9 0,-5 12 0,-3 9 0,-9 17 0,-5 5 0,-5 5 0,-4 2 0,-2-2 0,-8 0 0,-3-13 0,-5-12 0,-1-11 0,6-10 0,-1-6 0,8-7 0,-1-15 0,10-10 0,7-20 0,9-4 0,2-13 0,5 3 0,-5-8 0,8 2 0,-2-2 0,3-2 0,3 7 0,-3 11 0,-1 12 0,-3 10 0,3 6 0,-1 4 0,-1 4 0,4 5 0,-5 12 0,13 3 0,2 8 0,3 0 0,0 1 0,-7-1 0,1 0 0,-4-7 0,-2-5 0,-13-3 0,-3-6 0,-5-5 0,-3-8 0,-3-4 0,-7 3 0,-2 1 0,-3 0 0,-7 0 0,-9 2 0,-4 3 0,-2 6 0,5 4 0,-7 2 0,0 2 0,-5 4 0,-1 11 0,3 12 0,1 3 0,3 3 0,5 5 0,-6 0 0,8 2 0,-2-2 0,6-3 0,5 3 0,5-12 0,7-5 0,2-4 0,3-3 0,9-5 0,7-5 0,0-6 0,7-6 0,7-9 0,5-8 0,0-8 0,-5 3 0,-1-3 0,0 1 0,-1 3 0,-4 2 0,-5 2 0,-6 6 0,-3 0 0,-4-1 0,5 9 0,-14 1 0,13 8 0,-11 6 0,7 0 0,1 7 0,7-1 0,4 3 0,-2-6 0,7-3 0,-5 2 0,6-3 0,-6 1 0,6-6 0,-6-7 0,5-5 0,-7 3 0,2-3 0,-4 1 0,-7-1 0,-1 1 0,-7 7 0,-4-4 0,-9 10 0,-9 4 0,3 3 0,4 9 0,-5-1 0,5 0 0,1 6 0,-1 0 0,7 0 0,-4-6 0,3 0 0,-1 0 0,0 1 0,6-1 0,0-8 0,0 7 0,0-15 0,0 7 0,6-16 0,2-3 0,1-4 0,3-2 0,5-1 0,0 1 0,0 0 0,2 0 0,4 0 0,-2 5 0,8 1 0,0 7 0,5-2 0,1 4 0,-1 2 0,2 6 0,4 0 0,-3 7 0,5-2 0,-2 5 0,0 1 0,0-7 0,-5 5 0,-1-6 0</inkml:trace>
  <inkml:trace contextRef="#ctx0" brushRef="#br0" timeOffset="51">13371 16007 8912,'-17'-6'0,"0"0"0,-6-5 0,0 5 0,0 0 0,6 6 0,-1 0 0,1 0 0,0 8 0,0 4 0,0 3 0,-1 2 0,7 8 0,-1 3 0,9-1 0,-3 0 0,4 0 0,2-1 0,0-5 0,8 4 0,3-9 0,4-5 0,3-5 0,-1-8 0,0-10 0,6-7 0,0-15 0,6-2 0,-6-4 0,0 1 0,-6-7 0,0-5 0,0-6 0,4-6 0,-4 5 0,4-12 0,-9-1 0,3-4 0,2-1 0,-7 11 0,-4 13 0,-4 10 0,-2 14 0,0 11 0,-2 18 0,-4 17 0,2 14 0,-7 14 0,-1 11 0,-5 6 0,7 4 0,5 2 0,-3-2 0,2-2 0,2-4 0,3-2 0,1-7 0,0-6 0,7-8 0,5 2 0,3-6 0,2-5 0,0-12 0,1-11 0,6-4 0,5-2 0,-4-8 0,-2-3 0,2-12 0,-2-6 0,5-3 0,-5-3 0,-2 7 0,-9-1 0,1 2 0,-7-2 0,-2 5 0,-2-1 0,-2 11 0,0-3 0,0 12 0,0-3 0,0 10 0,0 4 0,0 3 0,0 8 0,0 8 0,0 4 0,2 1 0,3 1 0,7-4 0,3-3 0,2 1 0,1-2 0,-1-9 0,0 3 0,0-11 0,0-1 0,1-5 0,-1-5 0,-8-5 0,-3-7 0,-4 0 0,-2-1 0,-10-5 0,-7 1 0,0-1 0,-8 5 0,2 1 0,0 0 0,-5 6 0,5-1 0,-6 6 0,6-3 0,2 1 0,2 4 0,2 10 0,-1 6 0,9-5 0,1 16 0,8-4 0</inkml:trace>
  <inkml:trace contextRef="#ctx0" brushRef="#br0" timeOffset="52">14128 16024 8912,'16'-29'0,"-5"3"0,-5 1 0,-4 4 0,-2 2 0,0 1 0,0 11 0,0 7 0,-2 7 0,-4 11 0,4 6 0,-4 5 0,3 9 0,-3 2 0,4 2 0,-4-1 0,2-5 0,-1 4 0,3-4 0,-4-3 0,4-3 0,2-1 0,-2-10 0,-4-2 0,5 1 0,-7-20 0,8-4 0,6-13 0,-1-21 0,14 0 0,-1-12 0,3 4 0,-4-9 0,2-2 0,4 1 0,-2 3 0,8 9 0,-6 4 0,3 10 0,-1 3 0,-4 6 0,-2 12 0,-9 5 0,-4 12 0,-4 11 0,-2 11 0,0 5 0,0 1 0,0 1 0,0-1 0,2-5 0,3-1 0,-3-1 0,4 2 0,-4-4 0,-2-8 0,0-6 0,0 1 0,8-8 0,-7 1 0,5-10 0,-4-5 0,-2-7 0,6-6 0,0 0 0,7-8 0,-2 3 0,10-10 0,2-3 0,6 1 0,-6 6 0,6-1 0,-6 1 0,5 7 0,-5 4 0,-2 6 0,-2 6 0,-1 3 0,-1 8 0,0 8 0,0 3 0,0 10 0,1 2 0,-1 8 0,0-3 0,0 3 0,1-2 0,-7 1 0,0-7 0,-7 0 0,2-4 0,-4 4 0,-10-4 0,-1 6 0</inkml:trace>
  <inkml:trace contextRef="#ctx0" brushRef="#br0" timeOffset="53">16314 15852 8912,'0'-32'0,"0"1"0,0 4 0,0 1 0,0 1 0,-2 0 0,-2 4 0,-2 2 0,-7 9 0,1 4 0,-3 5 0,-2 1 0,-2 1 0,-4 5 0,2 4 0,-8 9 0,-1 4 0,-3 5 0,1 11 0,1 3 0,2 0 0,-1 0 0,5 4 0,2-6 0,10 6 0,3-6 0,2-2 0,5-2 0,10-1 0,10-1 0,8-7 0,10-4 0,1-4 0,4-2 0,-4-2 0,7-1 0,-5-5 0,-4-1 0,3 3 0,-15-5 0,1 5 0,-5-3 0,-3 2 0,-4 3 0,-3 4 0,-8 6 0,-8-2 0,-3 8 0,-6-1 0,-6 7 0,2-7 0,-8 1 0,2-6 0,-1 6 0,-5-10 0,4-2 0,-1-7 0,1-10 0,-3-8 0,5-2 0</inkml:trace>
  <inkml:trace contextRef="#ctx0" brushRef="#br0" timeOffset="54">16744 15972 8912,'-34'0'0,"-1"0"0,1 0 0,-1 0 0,-5 4 0,0 8 0,0 1 0,7 16 0,5 1 0,5 3 0,11 1 0,7 1 0,3-3 0,2-3 0,0-4 0,2-8 0,3 0 0,7 0 0,3-7 0,2-5 0,0-3 0,1-4 0,1-3 0,4-7 0,-4-5 0,4-6 0,-4 2 0,-2-8 0,-5 3 0,-1-3 0,1-2 0,5 9 0,-6-1 0,1 5 0,-8 1 0,11 0 0,-13 7 0,7 5 0,-5 12 0,2 9 0,-2 5 0,0 7 0,1-5 0,-1 8 0,8-3 0,-1-3 0,6-2 0,0-4 0,1-1 0,-1-3 0,0-4 0,0 3 0,1-9 0,4 1 0,1-6 0,0 0 0,-5 0 0</inkml:trace>
  <inkml:trace contextRef="#ctx0" brushRef="#br0" timeOffset="55">17037 16041 8912,'5'-11'0,"1"-1"0,0 8 0,-6-11 0,0 15 0,0 0 0,0 10 0,0 13 0,-2-2 0,-4 7 0,4-5 0,-4 6 0,5-2 0,1 1 0,0 3 0,0-8 0,0 0 0,0-6 0,0 0 0,0 0 0,0-5 0,0-1 0,0-9 0,0-2 0,1-15 0,3-14 0,4-3 0,2-3 0,-1 1 0,3 0 0,3-7 0,-4 1 0,5 2 0,1 9 0,0-1 0,0 7 0,0 2 0,1 9 0,-7 5 0,1 7 0,-3 4 0,3 7 0,-5 3 0,-5 14 0,2 3 0,2 1 0,1 3 0,-1-1 0,-4-5 0,4-3 0,-2-1 0,1-4 0,-3-2 0,4-1 0,-4-9 0,6-1 0,3-8 0,-1-14 0,1-3 0,1-13 0,5-5 0,6-1 0,0-10 0,0 8 0,-6-2 0,-2 9 0,-2 4 0,-1 3 0,1 3 0,-5 1 0,0 11 0,-6 3 0,1 14 0,3 7 0,-2 6 0,5 10 0,3-3 0,1 5 0,3-1 0,-1-1 0,4-2 0,2-8 0,-4 1 0,6-4 0,0-7 0,2 2 0,-2-7 0,-4-2 0,4-10 0,-4 1 0,-2-13 0,-5 3 0,-1-14 0,-5 7 0,6-7 0,-7-6 0,7-5 0,-8 0 0,3 6 0,-1-1 0,0 1 0,-1 2 0,-5 3 0,0 4 0,0 8 0,0 7 0,0 5 0,0 10 0,0 9 0,0 14 0,0 11 0,0 18 0,0 6 0,0 11 0,0-1 0,0 7 0,0 2 0,0 2 0,0 6 0,0-4 0,6-4 0,2-15 0,-1-2 0,1-2 0,-2-9 0,-6-3 0,0-12 0,0-11 0,-8-13 0,-3 3 0,1-13 0,-1 1 0,1-21 0,-1-14 0,-5-11 0,7-12 0</inkml:trace>
  <inkml:trace contextRef="#ctx0" brushRef="#br0" timeOffset="56">17725 15852 8912,'2'-11'0,"4"-1"0,5 3 0,12-3 0,6-1 0,11 7 0,-2 0 0,8 6 0,-2 0 0,2 2 0,-6 4 0,-4 5 0,-9 5 0,-4 1 0,-6 8 0,-5 3 0,-12 7 0,-12 5 0,-13-2 0,-9 8 0,-2 0 0,-10 5 0,2-1 0,-2-4 0,4-4 0,7-8 0,9-13 0,3-4 0,11-11 0,6-13 0,12-16 0,19-23 0,11-8 0</inkml:trace>
  <inkml:trace contextRef="#ctx0" brushRef="#br0" timeOffset="57">18448 15388 8912,'25'-61'0,"-8"3"0,0 20 0,-17 13 0,0 20 0,-10 3 0,-5 9 0,-2 9 0,2 10 0,3 15 0,4 8 0,8 9 0,0 5 0,0 3 0,2 3 0,4 0 0,4 2 0,9-1 0,4-1 0,5-8 0,5-7 0,1-8 0,1-1 0,-1-10 0,1-12 0,-1-18 0,-5-5 0,-1-5 0,-7-12 0,2-12 0,-4-6 0,-1-5 0,-7 4 0,-1-6 0,-3 2 0,-3 0 0,-4 0 0,-6 5 0,-3 7 0,-8-1 0,-6 2 0,0-1 0,-2 10 0,2 13 0,4 3 0,-4 2 0,-2 9 0,2 9 0,0 12 0,6 10 0,2 10 0,3 0 0,6 7 0,5 4 0,1-4 0,0 6 0,15-9 0,8-3 0,9-1 0,8-14 0,6-7 0,4-10 0,2-13 0,-1 0 0,-1-12 0,-4-9 0,-6-12 0,4-9 0,0-16 0</inkml:trace>
  <inkml:trace contextRef="#ctx0" brushRef="#br0" timeOffset="58">19274 15388 8912,'0'-35'0,"2"3"0,3 3 0,7 6 0,3 4 0,2 2 0,6 2 0,0 3 0,8-1 0,-2 7 0,3 2 0,2 10 0,-1 9 0,-4 12 0,-8 6 0,-8 9 0,-5 5 0,-8 5 0,0 5 0,0 1 0,-8-1 0,-3-5 0,-5-1 0,-1 1 0,-2-1 0,-4 1 0,2-1 0,-8 1 0,8-6 0,-2 0 0,4 0 0,2 5 0,2-7 0,3-4 0,5-11 0,-1 3 0,-2-5 0</inkml:trace>
  <inkml:trace contextRef="#ctx0" brushRef="#br0" timeOffset="59">19497 16368 8912,'-11'17'0,"-1"0"0,-1 0 0,-8 3 0,-2 2 0,2 7 0,2 4 0,2 1 0,7-5 0,4-3 0,6-3 0,6-7 0,6-1 0,11-9 0,1-3 0,5-8 0,4-7 0,-7-11 0,3-3 0,0-1 0,-14-6 0,2 5 0,-11-5 0,0-1 0,-12-1 0,-5 1 0,-7 7 0,-5 4 0,-3 6 0,-9 6 0,1 3 0,-1 8 0,-1 8 0,-4 3 0,4 20 0,-6 5 0</inkml:trace>
  <inkml:trace contextRef="#ctx0" brushRef="#br0" timeOffset="60">1979 15886 8912,'-31'-13'0,"-3"-4"0,-2-2 0,1 2 0,5 5 0,3 6 0,0 6 0,0 6 0,-3 13 0,-10 16 0,3 10 0,-1 20 0,6 18 0,16-35 0,3 3 0,2 4 0,1 3 0,-1 4 0,1 2 0,2 1 0,2 2 0,3 0 0,1 1 0,1 4 0,2-1-327,0 1 0,3 0 0,3-5 1,4-2 326,2-6 0,2-4 0,18 31 0,3-30 0,2-20 155,3-17 0,6-10-155,-1-9 0,-4-9 0,-2-8 0,2-10 0,-1-13 0,-1-12 0,-8-13 0,-3-7 0,-6-9 0,-12-8 0,-5-3 0,-4-2-249,-2 3 1,-15 9 248,-8-4 0,-15 13 0,-8 6 0,-6 14 451,-5 11 0,5 15-451,0 10 0,8 9 0,10 14 0,5 17 0,1 11 0,7 6 0,-2 0 0,5-3 0,7 3 0,3-4 0</inkml:trace>
  <inkml:trace contextRef="#ctx0" brushRef="#br0" timeOffset="61">1704 16729 8912,'5'17'0,"1"0"0,2 1 0,-2-1 0,1 8 0,5 3 0,5 7 0,-2 5 0,8 7 0,4 9 0,-4-3 0,5 5 0,7-1 0,5-5 0,0-7 0,-5-16 0,5-6 0,0-12 0,0-5 0,-5-12 0,-7-13 0,1-15 0,0-8 0,5-10 0</inkml:trace>
  <inkml:trace contextRef="#ctx0" brushRef="#br0" timeOffset="62">2633 16505 8912,'-6'-11'0,"0"-1"0,1 9 0,-3-5 0,0 10 0,-3 4 0,3 5 0,8 12 0,2-4 0,4 4 0,4-4 0,7-2 0,0 1 0</inkml:trace>
  <inkml:trace contextRef="#ctx0" brushRef="#br0" timeOffset="63">2788 17073 8912,'-10'7'0,"-3"-3"0,7 8 0,-7-8 0,11 3 0,-4-9 0,12-3 0,3-5 0,9-7 0,-1 0 0,0-1 0,0 1 0,0 0 0</inkml:trace>
  <inkml:trace contextRef="#ctx0" brushRef="#br0" timeOffset="64">2943 18397 8912,'-2'-18'0,"-4"3"0,-5 6 0,-3 12 0,1 18 0,1 18 0,3 10 0,-3 7 0,7 3 0,3 2 0,2 0 0,0 2 0,0-5 0,0-5 0,2-3 0,3-4 0,3-4 0,3-10 0,-11-31 0</inkml:trace>
  <inkml:trace contextRef="#ctx0" brushRef="#br0" timeOffset="65">3230 19049 8482,'-29'-16'0</inkml:trace>
  <inkml:trace contextRef="#ctx0" brushRef="#br0" timeOffset="66">2901 19049 8912,'-4'-20'0,"0"-18"0,2-8 0,-4-6 0,1-5 0,-1-6 0,6-12 0,0-5-325,0-11 0,0-5 325,-1 45 0,2-1 0,1 1 0,2 1 0,-2 0 0,1 2 0,16-38 0,-1 12 0,1 26 0,-8 14 0,5 22 0,-5 18 0,2 23 0,1 30 0,-3 19 0,3 16 0,-9-44 0,-1 1 0,2 1 0,0-1 0,0 0 0,1-1-135,4-1 1,1 0 0,7 42 134,4-10 0,2-7 0,-2-11 0,7-5 0,-1-13 0,-4-4 0,-2-15 0,-4-9 311,-14-8-155</inkml:trace>
  <inkml:trace contextRef="#ctx0" brushRef="#br0" timeOffset="67">2908 18603 8912,'-7'-10'0,"5"3"0,-2-1 0,15-3 0,3 1 0,14-1 0,3-7 0,9-4 0,6-9 0,11 2 0,7-3 0,2-3 0,11-7 0,1-1 0</inkml:trace>
  <inkml:trace contextRef="#ctx0" brushRef="#br0" timeOffset="68">3872 18259 8912,'-2'-9'0,"-4"3"0,2 4 0,-7 2 0,5 0 0,-5 0 0,-1 8 0,3 1 0,3 8 0,4 1 0,-6-9 0,-1-1 0</inkml:trace>
  <inkml:trace contextRef="#ctx0" brushRef="#br0" timeOffset="69">4027 18706 8912,'-2'15'0,"-4"-3"0,4-3 0,-3-3 0,3-4 0,4 4 0,5-12 0,10-5 0,8-20 0,17-5 0,2-16 0</inkml:trace>
  <inkml:trace contextRef="#ctx0" brushRef="#br0" timeOffset="70">3029 11468 8912,'9'-27'0,"5"8"0,-9 8 0,-1-3 0,-2-1 0,0 5 0,4 5 0,-2 5 0,7 5 0,1 5 0,5 5 0,0-3 0,0 3 0,0-4 0,1 3 0,-1-3 0,0 3 0,2-7 0,4 1 0,6-1 0,5-1 0,6-6 0,6-2 0,12-3 0,3-13 0,11-12 0,9-12 0,-36 14 0,2-2 0,6-3 0,1-2 0,3-7 0,0-2 0,4-2 0,1 0 0,-2 0 0,-2 0 0,-5 4 0,-3 0 0,-6 6 0,-3 2 0,18-14 0,-25 31 0,-13 7 0,-9 10 0,-8 8 0,1 3 0,-5 18 0,-5 5 0,-7 4 0,-11-3 0,4-1 0,-13 8 0,5 2 0</inkml:trace>
  <inkml:trace contextRef="#ctx0" brushRef="#br0" timeOffset="71">3218 12276 8912,'10'-17'0,"-3"-2"0,-1-2 0,0-2 0,5 0 0,-5 6 0,5-1 0,-5 1 0,2 8 0,-2 3 0,-3 4 0,7 4 0,-2 4 0,-3 7 0,-5 16 0,0-1 0,0 12 0,6 2 0,0-1 0,7-1 0,-1-6 0,3 0 0,2 1 0,2-8 0,4-4 0,6-12 0,11-5 0,6-16 0,11-13 0,6-13 0,12-23 0,-35 25 0,0-1 0,2-4 0,0 0 0,4-2 0,0-1-165,0 2 0,0 0 0,-2 2 0,0 2 165,-6 3 0,-2 3 0,29-20 0,-19 16 0,-9 15 0,-9 13 0,-14 8 0,-3 9 0,-15 1 0,2 28 0,-5-4 0</inkml:trace>
  <inkml:trace contextRef="#ctx0" brushRef="#br0" timeOffset="72">3149 13393 8912,'12'0'0,"-1"0"0,-7 0 0,4 2 0,-8 4 0,0 9 0,2 10 0,1 2 0,3 4 0,7-5 0,-1 3 0,3-8 0,2 2 0,10-4 0,6-4 0,9-3 0,7-7 0,7-14 0,13-14 0,9-13-255,-35 9 0,0-4 0,4-2 1,2-2 254,5-5 0,1-1 0,3-3 0,0-1 0,3-2 0,-1 2 0,-2 3 0,-1 2 0,-8 4 0,-1 3 0,-5 3 0,-2 3 0,28-13 0,-17 7 0,-18 16 0,-15 2 0,-13 3 0,-4 4 0</inkml:trace>
  <inkml:trace contextRef="#ctx0" brushRef="#br0" timeOffset="73">22784 15646 8912,'-17'0'0,"0"0"0,0-2 0,-1-4 0,1-5 0,2 1 0,3-1 0,5-1 0,-1 3 0,6-7 0,-3 5 0,1-4 0,-2-3 0,4 1 0,-4 0 0,4 0 0,0 0 0,-1-1 0,-3 1 0,2 0 0,-4 6 0,3-1 0,-9 6 0,3-5 0,-6 7 0,-6-2 0,-6 4 0,-3 2 0,-5 0 0,-3 0 0,-6 8 0,-11 4 0,3 1 0,-3-2 0,1 5 0,1-5 0,-2 4 0,-1 3 0,7-7 0,-1 1 0,-2 1 0,-3 2 0,4 2 0,-5 1 0,5-1 0,1 0 0,2 0 0,4 0 0,6 1 0,12-1 0,3 0 0,9 0 0,5 0 0,3 1 0,10-1 0,4 0 0,-4 6 0,4 0 0,-3 2 0,3-2 0,-4-2 0,4 7 0,-4 7 0,-2 5 0,0 7 0,0-1 0,-6 6 0,0 5 0,-1-1 0,1 7 0,4-8 0,-4 2 0,2-3 0,-1-3 0,3 5 0,-4-5 0,4 3 0,2-14 0,8 2 0,3-2 0,-1-4 0,1 5 0,1-5 0,5-2 0,2-7 0,4-4 0,-2 2 0,8-2 0,1-4 0,3-6 0,1 1 0,1-9 0,7 1 0,4-6 0,3 0 0,3 0 0,2 0 0,3 0 0,-4 2 0,5 4 0,-3-4 0,3 3 0,-3 3 0,8-2 0,8 5-192,9-5 0,4 5 192,2-5 0,6 5 0,0-5 0,-43-2 0,-1 0 0,44 0 0,0 1 0,2-1 0,-44-3 0,1 0 0,3-1 0,1 0 0,2 0 0,1-2-155,-4-1 1,1 1-1,-1 1 1,1 0 154,-4-2 0,1 0 0,3 2 0,1 0 0,1 1 0,1 0 0,0 0 0,0 0 0,0 0 0,-1 0 0,-1 0 0,-1 0 0,-3 0 0,1 0 0,1 0 0,1 0 0,2 0 0,1 0 0,5 0 0,2 0 0,-2 0 0,0 0 0,-4 0 0,-1 0 0,39 0 0,-47 0 0,0 0 0,4 0 0,1 0 0,3 0 0,0 0 0,2 0 0,1 0 0,0-3 0,0 0 0,-6 1 0,-1-2 0,6-1 0,1-1-243,1 3 1,2 0 0,2-2 0,2-1 242,3 3 0,1 0 0,-4-3 0,-2 1 0,-7 1 0,0 2 0,1-1 0,1 0 0,3-1 0,0 1 0,-1 1 0,0 0 0,1-4 0,-2 0 0,-5 4 0,-1 0-116,-4 0 0,-1-1 0,1 1 0,0 0 116,-3-1 0,-1 0 0,46 1 0,-2-3 0,-2 1 0,1-2 0,-7 4 0,8-4 0,-6 4 0,12 2 0,-1 0 0,-45 0 0,1 0 0,2 0 0,-1 0 0,-1 4 0,0 0 0,-1-3 0,-1 0 0,41 5 0,3 1 0,-46-4 0,0 0 0,1-1 0,1 0 0,1-1 0,-1 0 0,43 5 0,-8-1 0,-8 1 0,-9-6 0,6 0 0,1 0 0,1 2 17,-1 4 1,1-4-18,-3 3 0,-1-1 0,5 0 0,1 2 0,-1-3 0,4-1 0,10-2 0,-42 0 0,2 0 12,2 0 1,1 0-1,-4 0 1,-1 0-13,42 0 0,-10-2 0,-2-3 0,0 1 0,7-8 0,-3 7 0,-4-7 0,2 7 0,-7-7 0,-1 6 0,-5-3 0,-2-1 363,-4 1 1,6-1-364,0-1 0,2-5 0,5 5 0,-3-6 0,-6-6 0,-10 2 0,0-8 0,-9 4 244,-2-9 1,-2 3-245,2-9 0,2 2 0,-8-2 0,6-6 0,-6-11 0,6 1 0,-6-7 0,-6 0 78,-5-6 0,-6 1 0,2-1 1,-4 2-79,-6 4 0,-9 6 283,0 11 0,-4 2-283,-2 4 0,-2 9 114,-4-3 1,-2 11-115,-3 0 0,-10-2 6,4 2 1,-12-5-1,0 5 1,-7 2-7,-10 2 0,-9-1 0,-20-2 0,0 2-323,-11-2 0,-3 2 323,38 12 0,-2-1 0,-5 1 0,-2-1-250,-3 0 0,0 1 0,-4 2 0,0 0 250,-2 1 0,0-1 0,-7 0 0,-1 0-323,-3-2 0,-1-1 0,-4 1 0,-2 1 323,1 1 0,0 1 0,2-2 0,2 0 0,6 3 0,1 0 0,0 1 0,1-1 0,-2 0 0,1 0 0,0 1 0,1 0-62,2 3 1,0 0 0,-2 0-1,1 0 1,2 0 0,0 0 0,-5 0-1,-1 0 62,-1 0 0,0 0 0,-6 0 0,-1 0 0,3 0 0,-2 0 0,-6 0 0,-2 0-235,4 0 1,-1 0 0,-8 0 0,-1 0 234,29 1 0,0-1 0,0-1 0,-3 1 0,0 0 0,0-1 0,-1-1 0,0 0 0,1 0 0,1 1 0,1 1 0,1-1 0,-27-2 0,2 0 0,5-1 0,2 1 39,6 0 0,2 0 0,2 0 0,3 0 1,10 3-1,2 0 0,-1 0 0,-1 0-39,0 0 0,0 0 0,4 0 0,0 0 0,-1 0 0,1 0 0,3 0 0,2 0 0,3 0 0,0 0 0,-4 0 0,-1 0 108,-2 0 1,-2 0 0,-2 0-1,0 0-108,-3 0 0,0 0 0,-2 1 0,0 0 0,2 2 0,0 0 0,-5-2 0,-1 2-95,-3 2 0,1 1 0,-1-3 0,0 0 95,3 3 0,1-1 0,1-3 0,0 0 0,10 1 0,0 0 0,2 0 0,1 1 0,8 0 0,1 0 0,-44 6 554,4 3 1,4-3-555,4 1 0,-5-5 0,5 5 0,-10-7 0,-1 2 0,-5-2 0,10 1 0,37-1 0,0 2 0,-42 11 0,37-8 0,-1-1-87,-5 1 0,-1-1 0,-4 4 0,-2-1 87,-2 1 0,1-1 0,4 2 0,3-1 0,9-2 0,1 1 0,-39 12 0,14-2 0,5-4 175,19-5 0,4 3 0,16-5 0,1-1-175,3-3 0,12 1 1058,-1-1-1058,11 0 447,-1-6-447,7 0 516,0 0 1,-6 2-517,0 4 0,-7 3 0,1 8 0,-3 10 0,-2 6 0,0 5 0,0-6 0,-1-7 0</inkml:trace>
  <inkml:trace contextRef="#ctx0" brushRef="#br0" timeOffset="74">21476 12104 8912,'0'-17'0,"0"5"0,0 1 0,0-3 0,0 7 0,0-1 0,0 8 0,0 0 0,0 8 0,0-6 0,0 5 0,0-7 0,0 0 0,8 0 0,-4 0 0,7 0 0,-5 0 0,6 0 0,5 0 0,6 0 0,7 0 0,-1 0 0,5 0 0,7 0 0,-3 0 0,8 0 0,0-5 0,7-1 0,3 2 0,1 2 0,-5 2 0,-7 0 0,-4 0 0,5 0 0,-3 0 0,3 0 0,-4 0 0,-7 0 0,5 0 0,2 0 0,2-2 0,4-3 0,-4 3 0,2-4 0,0-2 0,5 3 0,1-7 0,-1 6 0,1-5 0,0 5 0,-1 0 0,1 6 0,5-1 0,1-3 0,-1-2 0,2 2 0,-5 2 0,3 2 0,-3 6 0,-3 0 0,1 5 0,0-5 0,-6 2 0,-1-3 0,-1-3 0,4 4 0,-2-2 0,2 1 0,2-3 0,1 4 0,7-4 0,-1-2 0,-2 2 0,-1 4 0,-4-4 0,-4 3 0,1-1 0,-6 2 0,4-2 0,-4 7 0,6-7 0,-1 4 0,4-3 0,2 1 0,5 2 0,0-3 0,10-3 0,2 4 0,-6-4 0,6-2 0,-6 0 0,2 0 0,0 0 0,6 0 0,-2 0 0,5 0 0,-3 0-103,-2 0 1,-4 0 102,4 0 0,-12 0 0,6 0 0,-13 0 0,-4 0 0,7 0 0,10 0 0,-1 0 0,1 0 0,-6 0 0,6 0 0,-2 0 0,2-2 0,-5-2 0,-5-1 0,-7-1 0,0 6 0,-6 0 0,6 0 0,-6 0 0,4 2 0,0 2 0,0 1 0,-4 3 102,6-2 1,-2-4-103,2 3 0,-2 3 0,-6-2 0,3-1 0,-3 1 0,-2 0 0,-1 0 0,1-6 0,4 0 0,-2 0 0,6 0 0,0 0 0,0 0 0,0 5 0,2 1 0,4 0 0,-4-6 0,1 0 0,1 0 0,-4 0 0,-2 0 0,0 5 0,-1 1 0,-5 0 0,4-6 0,-6 0 0,-3 0 0,-2 0 0,1 0 0,1 0 0,-2 0 0,1 0 0,-7 0 0,2 0 0,-4 0 0,2 0 0,-2 0 0,-8 0 0,-1 0 0,-1 0 0,7 0 0,-7-6 0,0 0 0,-5 1 0,6 5 0,-9-2 0,3-4 0,-4 4 0,-2-5 0,0 7 0,0 0 0,0-8 0,2 4 0,4-7 0,-2 5 0,7-6 0,1 7 0,5-7 0,0-1 0,0-2 0,0-3 0,1 1 0,5-6 0,-1 0 0,9-7 0,-2 1 0,-2-1 0,1-1 0,3 2 0,1-1 0,3-3 0,-1-1 0,1 5 0,-1 1 0,0 5 0,1-6 0,-6 8 0,-1-2 0,3 4 0,1 2 0,-5 0 0,-4-1 0,0-5 0,-6 1 0,4-1 0,-9 5 0,1 1 0,-1 0 0,-5 0 0,-7 0 0,0-1 0,0 1 0,0 0 0,0 0 0,0 0 0,0 0 0,-6-1 0,1 1 0,-7 0 0,6 0 0,-5 0 0,3-1 0,-1 1 0,-5 0 0,-1 0 0,-2 0 0,0-1 0,-2-1 0,-4-2 0,-8-2 0,-7 2 0,1-5 0,-18 6 0,3-2 0,-11 2 0,0 3 0,-9-6 0,-5 2 0,1 4 0,-1 4 0,-5 1 0,2-5 0,-3 6 0,3-1 0,7 1 0,8 1 0,4 1 0,4 3 0,1-2 0,-7-3 0,0 1 0,-6 4 0,-1 5 0,-3-5 0,-2 2 0,3-2 0,3 4 0,6-3 0,-4 3 0,6 2 0,-2-2 0,-1-4 0,-6 4 0,-11-4 0,1-1-183,-6 1 0,11 0 183,-5 6 0,2-5 0,1-1 0,-3 2 0,-8 2 0,8-4 0,-6 1 0,13-1 0,2 6 0,8 0 0,4 0 0,2 0 0,5 0 0,-2 0 0,-3 0 0,-4-2 0,-10-2 0,-2-1 0,-1 1 0,-1 2 0,6 2 0,-7 0-151,-4 0 0,3 0 151,3 0 0,5 0 0,4 0 0,2 0 159,-2 0 0,5 0-159,3 0 0,3 0 0,3 0 0,-1 2 0,1 3 0,-1-3 0,-2 4 0,-3-2 0,-6 2 0,-4-4 0,-2 3 0,0-3 0,1-2 0,1 0 0,4 0 0,-4 0 0,4 0 0,3 0 0,3 0 0,3 0 0,3 0 0,-1 2 0,0 2 0,3 2 0,3-3 0,-4 1 156,4 2 1,-3-2-157,-3 7 0,6-7 18,0 2 1,0 1-19,-5-1 0,5 2 0,0-4 0,0 1 0,2-1 0,2 0 0,7 2 0,-1-4 0,-4 3 0,4 3 0,-4 0 0,3-1 0,3 1 0,-6 5 0,-1-1 0,1-3 0,6 3 0,-1-3 0,1 3 0,2 1 0,3-5 0,6-1 0,4 1 0,2-2 0,-1 2 0,1-7 0,6 7 0,-1-8 0,8 8 0,-11-4 0,4 7 0,-5-5 0,-1 5 0,0 1 0,0 5 0,-2 0 0,-4 0 0,2 0 0,-8 1 0,8-1 0,-2 0 0,4 0 0,2 0 0,-1 1 0,1-1 0,6-6 0,1 1 0,1-1 0,-1-1 0,4 5 0,-5-4 0,7-1 0,-2 1 0,-3 1 0,1 5 0,-3 0 0,-3-5 0,7-1 0,-3 3 0,6 1 0,-9 2 0,7 0 0,-2-1 0,3-5 0,3 4 0,-6-3 0,2 3 0,1 2 0,-7 0 0,6 1 0,-1 3 0,1-4 0,4 4 0,-4-10 0,5 5 0,-1 1 0,-2 0 0,-2 0 0,0 0 0,6 1 0,0-1 0,0 0 0,0 0 0,0 0 0,0 1 0,0-1 0,0 0 0,0 0 0,6 0 0,0 0 0,1 1 0,-1-1 0,-4-6 0,6 1 0,-3 1 0,1 2 0,2 3 0,-2-1 0,-5 0 0,5 0 0,-2-5 0,0-1 0,2 3 0,1-1 0,-1-2 0,-4 5 0,7-9 0,-5 7 0,2-3 0,2-7 0,-3 2 0,-3-3 0,4 3 0,-2-4 0,2 4 0,5-4 0,-3-2 0,1 6 0,-3-1 0,-2 1 0,7-6 0,-5 2 0,6 4 0,-9-4 0,13 7 0,-5-3 0,-1-4 0,1 3 0,-5-3 0,5-2 0,1 0 0,5 0 0,0 0 0,0 0 0,1 0 0,-1 0 0,0 0 0,-7 0 0,-3 0 0,-7 0 0,0 0 0,-7 8 0,5-6 0,-21 13 0,4-5 0</inkml:trace>
  <inkml:trace contextRef="#ctx0" brushRef="#br0" timeOffset="75">29771 10350 8912,'0'-28'0,"-2"1"0,-2 0 0,-1 2 0,1-1 0,2 1 0,2 0 0,0 2 0,2 8 0,2 1 0,1 3 0,9-1 0,-3-5 0,4 8 0,-3 11 0,-1 15 0,-7 9 0,2 15 0,-6 16 0,-6 12 0,-3 17 0,-9 2 0,3 5 0,9-43 0,1-1 0,-2 2 0,0 0-140,4 0 1,1 1 0,-2-1-1,2-1 140,2 48 0,2-7 0,3-11 0,11-7 0,7-16 0,13-9 0,-2-19 0,5-12 0,-5-11 0,1-4 0,-1-2 0,0 0 0,1 0 0</inkml:trace>
  <inkml:trace contextRef="#ctx0" brushRef="#br0" timeOffset="76">29805 11794 8912,'-23'12'0,"1"-1"0,-1-5 0,5 6 0,9-9 0,1 5 0,8-8 0,8 0 0,5-4 0,8-7 0,-2-8 0,6-16 0</inkml:trace>
  <inkml:trace contextRef="#ctx0" brushRef="#br0" timeOffset="77">6195 17864 8912,'-15'2'0,"3"5"0,7 10 0,3 8 0,4 10 0,1 1 0,3 4 0,2-4 0,-4 6 0,1 0 0,-1 4 0,0-4 0,0-2 0,2-3 0,-3-3 0,-1-1 0,-2-5 0,0-3 0,0-8 0,-7-7 0,-3-3 0,1-20 0,3-4 0,-2-19 0,2-5 0,3-8 0,1-9 0,4 3 0,3-8 0,-3 8 0,4-3 0,-2 7 0,2 5 0,-3 6 0,7 11 0,0 8 0,-1 8 0,3 9 0,5 15 0,2 12 0,4 23 0,-2 8 0,8 14 0,-1 7 0,7-1 0,-1-1 0,0-10 0,-5-11 0,0-12 0,-8-12 0,4-12 0,-10-16 0,-4-10 0,-1-20 0,-4-11 0,-4-14 0,5-8 0,-1-2 0,0 2 0,0-4 0,-6 4 0,-2-4 0,-4-2 0,2 8 0,-7 4 0,1 11 0,-1 6 0,-3 11 0,8 6 0,-7 12 0,11 11 0,-4 11 0,5 14 0,2 8 0,5 7 0,6 4 0,3 0 0,2 2 0,0-4 0,8 0 0,2 2 0</inkml:trace>
  <inkml:trace contextRef="#ctx0" brushRef="#br0" timeOffset="78">6987 18087 8912,'9'0'0,"-14"0"0,-13 0 0,-3 0 0,4 2 0,0 4 0,5 9 0,1 8 0,7 10 0,-2 1 0,4 0 0,2 6 0,2-3 0,4-3 0,4-7 0,9-4 0,4-6 0,5-6 0,-1-5 0,2-12 0,0-13 0,5-15 0,-5-8 0,-1-10 0,-12-5 0,1 0 0,-11-1 0,-1 7 0,-12-1 0,-11 1 0,-8 12 0,-14 5 0,-3 19 0,-4 1 0,3 7 0,2 1 0,-4 14 0,6 9 0,-1 12 0,7-3 0</inkml:trace>
  <inkml:trace contextRef="#ctx0" brushRef="#br0" timeOffset="79">24195 13445 8912,'-17'0'0,"0"0"0,0 0 0,0 0 0,7-2 0,4-4 0,12 3 0,5-7 0,5 2 0,1-3 0,0 5 0,-5 0 0,-1 5 0,3-5 0,-5 4 0,3-4 0,-7 4 0,7 2 0,-8 0 0,3 0 0,-7 0 0,0 0 0,8 0 0,-6 0 0,7 2 0,-3 4 0,-4-4 0,13 13 0,-5-5 0,7 7 0,0-6 0,0 1 0,1-1 0,-1-1 0,2 3 0,4-7 0,-4 5 0,4-5 0,4 6 0,0-5 0,-1 3 0,7-6 0,-6 1 0,3-1 0,5 2 0,-12-4 0,17 7 0,-12-3 0,5-4 0,1 4 0,1-4 0,-1-2 0,-5 0 0,-2 0 0,-1 0 0,1 0 0,0 0 0,2 0 0,-3 0 0,-3 0 0,-4-2 0,4-4 0,2 4 0,-2-4 0,6 2 0,-6-1 0,7 3 0,-1-4 0,4 4 0,1 2 0,0-6 0,1 1 0,-3-1 0,-3 6 0,7 0 0,-7 0 0,7 0 0,-7 0 0,-4 0 0,-2 0 0,2 0 0,-2 0 0,0 2 0,1 4 0,-4-4 0,3 3 0,1-3 0,-1-2 0,6 2 0,-6 4 0,8-4 0,-3 3 0,5-3 0,1 0 0,1 2 0,-1 2 0,6 0 0,0-6 0,6 0 0,-6 0 0,0 0 0,-5 0 0,-1-2 0,1-4 0,3 4 0,-4-4 0,5 4 0,-11 0 0,3-1 0,-2-3 0,3 0 0,-3 6 0,3 0 0,3 0 0,-1 0 0,1 0 0,1 0 0,4 0 0,-2-2 0,6-2 0,0-3 0,0-3 0,0 6 0,2-1 0,-4 1 0,-7-2 0,-1 4 0,0-3 0,7 3 0,-1 2 0,0 0 0,-6-2 0,3-2 0,3-2 0,-2 0 0,8 6 0,-8-5 0,2-1 0,-1 0 0,1 6 0,-4-2 0,4-3 0,-4 3 0,-1-4 0,-1 4 0,1 2 0,-1-6 0,1 1 0,-1-1 0,0 6 0,8 0 0,4 0 0,0-6 0,6 0 0,-6 1 0,7 5 0,-5 0 0,0 0 0,0-6 0,-2 0 0,-6 0 0,-12 6 0,5 0 0,-6 0 0,-1 0 0,-1 0 0,-2 0 0,2 0 0,2 0 0,3 0 0,-3 0 0,2 0 0,2 0 0,9 0 0,-2 0 0,8 0 0,-2 0 0,2 0 0,1 0 0,-6 0 0,5 0 0,-6 0 0,-2 0 0,-2 0 0,4 0 0,1 0 0,1 0 0,-2 0 0,-4 0 0,4 0 0,4 0 0,2 0 0,4 0 0,1 0 0,1 0 0,0 0 0,-1 0 0,1 0 0,-6 0 0,0 0 0,-8 0 0,2 0 0,-9 0 0,-3 0 0,1 0 0,6 0 0,-7 0 0,-1 0 0,0 0 0,0 0 0,-5 0 0,7 0 0,-2 0 0,2 0 0,3 0 0,-3 0 0,3 0 0,3 0 0,-1 0 0,1 0 0,-1 0 0,0 0 0,7 0 0,-1 0 0,0 0 0,2 0 0,-4 6 0,8 0 0,-6 0 0,6-6 0,0 0 0,6 0 0,-7 0 0,1 0 0,-2 0 0,2 0 0,-6-2 0,-3-4 0,-3 4 0,1-4 0,-9 3 0,-3-3 0,-4 4 0,-1-4 0,-9 4 0,6-5 0,-13 5 0,6-6 0,-10 8 0,-4 0 0,4 0 0,-5 0 0,7 0 0,0 0 0,-8 0 0,6 0 0,-7 0 0,3 0 0,4 0 0,-13 0 0,3 0 0,-3 0 0,-2 0 0,-8 0 0,-2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3.034"/>
    </inkml:context>
    <inkml:brush xml:id="br0">
      <inkml:brushProperty name="width" value="0.05292" units="cm"/>
      <inkml:brushProperty name="height" value="0.05292" units="cm"/>
      <inkml:brushProperty name="color" value="#3165BB"/>
    </inkml:brush>
  </inkml:definitions>
  <inkml:trace contextRef="#ctx0" brushRef="#br0">13165 6654 8912,'-10'0'0,"2"0"0,7 0 0,-5 0 0,-6 0 0,3 0 0,-3 0 0,3-2 0,-5-2 0,3-2 0,-1 1 0,-5 5 0,6 0 0,-1 0 0,-3 0 0,-6 0 0,0 0 0,-8 0 0,1 0 0,-7 0 0,-9 5 0,-8 1 0,1 7 0,7-3 0,11 7 0</inkml:trace>
  <inkml:trace contextRef="#ctx0" brushRef="#br0" timeOffset="1">12390 6757 8912,'-92'17'0,"1"0"0,41-8 0,0-1 0,-38 10 0,4-7 0,15 1 0,6-3 0,17 3 0,2-3 0,21-5 0,0 2 0,-1-2 0,5-3 0,-4-1 0,3 8 0,3-6 0,8 6 0,1-8 0,8 0 0,0 0 0,0 7 0,8-5 0,1 6 0,8-8 0,8-8 0,2-1 0</inkml:trace>
  <inkml:trace contextRef="#ctx0" brushRef="#br0" timeOffset="2">11908 6568 8912,'18'0'0,"-3"-2"0,-2-2 0,-3-4 0,-2-1 0,-3-3 0,3 3 0,-6-6 0,4 3 0,-5 3 0,-1-3 0,0 6 0,0-5 0,0 7 0,0-4 0,0 7 0,0-5 0,8 4 0,-6-6 0,6 8 0,-8 0 0,-8 0 0,0 2 0,-3 4 0,-4-2 0,3 7 0,-3 1 0,-2 5 0,-8 0 0,-4 0 0,2 2 0,-1 4 0,-1-4 0,2 6 0,2-8 0</inkml:trace>
  <inkml:trace contextRef="#ctx0" brushRef="#br0" timeOffset="3">11547 6774 8912,'-25'25'0,"-4"4"0,-1-3 0,1 3 0,-1-2 0,7 1 0,0-1 0,6-4 0,5-4 0,1 4 0,7-4 0,-2-2 0,4-5 0,2-1 0,0 3 0,0-7 0,0 1 0,2-8 0,4 0 0,3 0 0,9 0 0,1 0 0,4 0 0,3 0 0,9 0 0,1 0 0,2 0 0,2 0 0,-1 0 0,1 0 0,-6 0 0,10 0 0,-9 0 0,-3 0 0,-3 0 0,-2 6 0,1-1 0,-3 3 0,-8-2 0,1-2 0,-1 7 0,0 1 0,-7-1 0,-5 0 0,-3-7 0,0 4 0,4-8 0,5 0 0,-1 0 0,1 0 0,1-15 0,5-4 0</inkml:trace>
  <inkml:trace contextRef="#ctx0" brushRef="#br0" timeOffset="4">12459 8098 8912,'12'0'0,"-1"-2"0,2-2 0,1-3 0,-3-3 0,3 4 0,-7-3 0,3 1 0,-4-5 0,5 1 0,-7 5 0,4-3 0,-8 4 0,0 4 0,0-5 0,-2 7 0,-4 0 0,-7 0 0,-9 0 0,-4 0 0,-9 0 0,-14 6 0,-9-1 0,-9 9 0,-7-3 0,-10-1-261,-8 1 0,40-5 0,-1 0 261,1 2 0,0 1 0,-8 2 0,-2 1 0,-1-1 0,0 1 0,-3-1 0,0 1 0,0-4 0,0 1 0,3 0 0,0 1 0,1 1 0,1 1 0,3-3 0,0-1 0,3 0 0,1 1 0,2 0 0,2-1 0,-36 4 0,8-3-6,3 3 1,16-8 5,13 1 0,12-3 0,17-2 0,7 0 0,4 0 0,12 0 782,-4 0-782,6 0 6,-8 0 0,2 0-6,3 0 0,5 0 0,7 0 0,0 0 0,0 0 0,1-15 0,-1-4 0</inkml:trace>
  <inkml:trace contextRef="#ctx0" brushRef="#br0" timeOffset="5">11048 7806 8912,'0'-27'0,"0"2"0,0 2 0,0 0 0,-2 0 0,-2 6 0,-2 0 0,-7 2 0,2 3 0,-5 6 0,-1 12 0,0 6 0,-16 11 0,-7 7 0,-11 8 0,-12 8 0,-8 4 0,28-25 0,0 1 0,-1 4 0,0 0 0,-2 1 0,0 1 0,2 1 0,0 1 0,-1 0 0,0 0 0,4 0 0,2-1 0,-30 30 0,8-5 0,9-13 0,16-4 0,7-13 0,16-3 0,7-8 0,4-5 0,2-1 0,8-5 0,3 5 0,12 1 0,6 5 0,3-2 0,3-3 0,7 3 0,4-4 0,4 5 0,1 1 0,1-6 0,-1-1 0,3 0 0,3-1 0,3-5 0,3 2 0,-2 1 0,-4-1 0,-3 0 0,5-4 0,-4 1 0,-3 3 0,-6 2 0,-17-2 0,-4 3 0,-8 8 0,0 6 0,-2 2 0,-3 2 0,-12-6 0,-10 4 0</inkml:trace>
  <inkml:trace contextRef="#ctx0" brushRef="#br0" timeOffset="6">19601 5691 8912,'-18'-17'0,"-1"1"0,-4 3 0,-5 4 0,-7 1 0,-5 4 0,-6 4 0,-3 6 0,-9 5 0,1 14 0,1 9 0,3 10 0,3 8 0,2 5 0,4 8 0,2 8 0,4 5 0,9 8 0,6 0 0,12 0 0,5-2 0,4-4 0,4-5 0,4-12 0,7-8 0,8-7 0,12-8 0,7-13 0,0-10 0,2-9 0,2-10 0,8-10 0,-1-9 0,1-21 0,2-7 0,3-7 0,-5-9 0,-1 2 0,-1-4 0,-12-1 0,-5-1 0,-8 0 0,-14 6 0,-5 0 0,-14-4 0,-9-2 0,-21 6 0,-16 18 0,-7 6 0,-10 9 0,4 7 0,-2 11 0,8 7 0,10 10 0,5 9 0,2 12 0,4 11 0,7 5 0,6 4 0,10 5 0,8 1 0,3-1 0,4-1 0,2-4 0,2-4 0,4-10 0,5-3 0,12 4 0,4-7 0</inkml:trace>
  <inkml:trace contextRef="#ctx0" brushRef="#br0" timeOffset="7">19188 6327 8912,'17'0'0,"0"0"0,0 0 0,-5 0 0,-1 0 0,-7 0 0,4 8 0,-8 3 0,0 12 0,0 6 0,0 5 0,0 6 0,0 4 0,0 8 0,2 5 0,3 0 0,7 1 0,9-9 0,4-5 0,1-9 0,9-3 0,5-9 0,0-8 0,-5-9 0,-3-4 0,-3-2 0,11-15 0,-4-4 0</inkml:trace>
  <inkml:trace contextRef="#ctx0" brushRef="#br0" timeOffset="8">19842 6396 8912,'0'-17'0,"0"-1"0,0 1 0,0 0 0,0 6 0,0-1 0,0 10 0,0 2 0,0 8 0,0 11 0,0 4 0,0 6 0,0 3 0,0 2 0,5 1 0,1-1 0,6-5 0,-7 0 0,9-8 0,-3 1 0,-1-2 0,1-3 0,-5-2 0,5-4 0,3-5 0,1-4 0,2-10 0,0-3 0,-5-12 0,-1-6 0,-1 3 0,3-5 0,-3-3 0,-2-4 0,-1-3 0,-1 7 0,-4 7 0,4 2 0,-4 1 0,-2 5 0,0 1 0,0 18 0,0 10 0,0 7 0,0 0 0,0 0 0,0 1 0,5-1 0,1 0 0,7-5 0,-1-3 0,3-1 0,2-4 0,1-3 0,-1-1 0,2 0 0,4 0 0,-4-1 0,4-5 0,2 2 0,-2-7 0,2 1 0,-2-2 0,-10-1 0,4 7 0,-4 1 0,-3 7 0,-4 3 0,-6 5 0,-6 7 0,2-2 0,-7-3 0,7 3 0,-2-3 0,4 3 0,2 2 0,2-2 0,4-3 0,5-7 0,5-3 0,1-2 0,0 8 0,6-6 0,0 4 0,0-4 0,2-18 0,2-3 0</inkml:trace>
  <inkml:trace contextRef="#ctx0" brushRef="#br0" timeOffset="9">20805 6275 8912,'0'-9'0,"-2"-1"0,-3 5 0,-7 3 0,-11-4 0,2 6 0,-6 4 0,3 3 0,3 3 0,-4 1 0,4 7 0,3-1 0,5 0 0,7 0 0,-5 0 0,7 1 0,-2-1 0,4 0 0,4 0 0,4 0 0,-2-7 0,7-4 0,1-4 0,5-2 0,0 0 0,0 0 0,1 0 0,-1 0 0,6-8 0,0-3 0,0-5 0,-6-1 0,0 0 0,0 0 0,0-1 0,-5 3 0,-1 4 0,-7-5 0,4 7 0,-8-1 0,0 5 0,0 10 0,-6 5 0,0 7 0,1 0 0,-1 0 0,0 1 0,2-1 0,2 0 0,1-5 0,-5-1 0,4-5 0,-4 5 0,4-7 0,2 4 0,0-8 0,0 0 0,0-8 0,2-3 0,4-5 0,5-1 0,-1-6 0,1 0 0,-5 0 0,6 6 0,-3 6 0,3-1 0,1 6 0,-7-5 0,7 7 0,-1-2 0,3 4 0,-4 2 0,1 0 0,-1 0 0,7 0 0,-1 6 0,0 2 0,0 0 0,0-1 0,1-1 0,-1-4 0,0 4 0,0-5 0,0 5 0,1-4 0,-1-2 0,0 0 0,0 0 0</inkml:trace>
  <inkml:trace contextRef="#ctx0" brushRef="#br0" timeOffset="10">21459 5828 8912,'10'-26'0,"-4"3"0,-5 4 0,-1 5 0,-1 9 0,-5 10 0,2 13 0,-8 10 0,7 3 0,-7 15 0,8-2 0,-1 3 0,3-1 0,2 2 0,0 2 0,0 1 0,0 1 0,0-1 0,0-7 0,0-4 0,2-3 0,3-3 0,-1-5 0,6-3 0,-3-1 0,-1-2 0,-6-13 0,-7-3 0,-3-7 0</inkml:trace>
  <inkml:trace contextRef="#ctx0" brushRef="#br0" timeOffset="11">21373 6275 8912,'0'-17'0,"0"0"0,0 0 0,0 7 0,0-5 0,2 13 0,4-5 0,5-1 0,5 4 0,1-7 0,8 5 0,3-6 0,5 7 0,1-7 0,1 6 0,-1-5 0,-5 5 0,-1-5 0,-7 7 0,2-2 0,-5 6 0,-5 6 0,-3 5 0,-3 5 0,-1 9 0,-6 3 0,-2-1 0,-4 2 0,4-3 0,-3 3 0,-3 2 0,2-8 0,-5-1 0,5-4 0,0-1 0,6 0 0,-5-5 0,-1-1 0,0-7 0,-2-12 0,-1-11 0</inkml:trace>
  <inkml:trace contextRef="#ctx0" brushRef="#br0" timeOffset="12">21717 5914 8912,'-7'-26'0,"-5"3"0,5 4 0,-1 1 0,0 1 0,6 0 0,2 8 0,12 3 0,5 4 0,6 2 0,6 0 0,3 0 0,5 0 0,3 0 0,-10 2 0,5 4 0,3-5 0,6 7 0</inkml:trace>
  <inkml:trace contextRef="#ctx0" brushRef="#br0" timeOffset="13">22148 5794 8912,'9'0'0,"-1"0"0,-6 0 0,3 0 0,-3 0 0,6 8 0,-8 3 0,0 12 0,0 6 0,0 7 0,0 10 0,0 2 0,0 15 0,-2-6 0,-4 6 0,-1-2 0,-5 2 0,-3-5 0,3-13 0,-11-3 0,-3-7 0</inkml:trace>
  <inkml:trace contextRef="#ctx0" brushRef="#br0" timeOffset="14">21907 6327 8912,'-8'-44'0,"6"4"0,-4 11 0,4 5 0,2 12 0,2 3 0,4 1 0,6 0 0,10 3 0,7 3 0,11-4 0,4 2 0,8-2 0,-6 4 0,0-3 0,0 1 0,5-2 0,3 2 0,3-7 0,4-8 0,8-8 0</inkml:trace>
  <inkml:trace contextRef="#ctx0" brushRef="#br0" timeOffset="15">22767 6035 8912,'-17'0'0,"0"0"0,-1 0 0,1 0 0,-2 0 0,-4 0 0,2 7 0,-8 5 0,3 5 0,-3 6 0,-2-4 0,8 4 0,2 2 0,10-2 0,-4 0 0,5-6 0,1 0 0,3 0 0,6-7 0,6-4 0,3-5 0,8-1 0,2 0 0,4 0 0,-2-7 0,8-5 0,-8-3 0,2 0 0,-4 1 0,-2 3 0,1 5 0,-1-5 0,0 5 0,0-5 0,0 7 0,1-10 0,-1 9 0,0-1 0,0 6 0,0 0 0,1 6 0,-1-1 0,-8 3 0,-3-2 0,4-4 0,-1 13 0,1-13 0,-2 6 0</inkml:trace>
  <inkml:trace contextRef="#ctx0" brushRef="#br0" timeOffset="16">23008 5691 8912,'0'-17'0,"0"-8"0,0 6 0,0 2 0,-2 11 0,-2 14 0,-3 9 0,-1 9 0,0 7 0,-3 9 0,5 4 0,-2 9 0,3 3 0,3-1 0,-4-6 0,4 1 0,2 0 0,0-3 0,0-3 0,0-4 0,0-8 0,-7-7 0,-3-2 0</inkml:trace>
  <inkml:trace contextRef="#ctx0" brushRef="#br0" timeOffset="17">22801 6155 8912,'-11'-17'0,"1"-2"0,3-2 0,3-2 0,2 0 0,4 6 0,4 0 0,9 5 0,12 3 0,3-1 0,7 0 0,3 5 0,0-7 0,-2 7 0,8-7 0,-2 8 0,2-1 0,-10 3 0,-7 2 0,-8 2 0,2 3 0,-12 5 0,-5 7 0,-4 2 0,-2 4 0,-6-2 0,1 8 0,-7-6 0,6 5 0,-5-7 0,5 2 0,-1 2 0,1-2 0,4 0 0,-6-6 0,8 0 0,0-7 0,-7-3 0,-3-7 0</inkml:trace>
  <inkml:trace contextRef="#ctx0" brushRef="#br0" timeOffset="18">23077 5811 8912,'-6'-17'0,"0"0"0,-5 0 0,5 0 0,-1 5 0,1 1 0,4-1 0,-6 1 0,10 1 0,6 2 0,9 5 0,8 1 0,9 2 0,1 0 0,-1 0 0,8 7 0,2 3 0</inkml:trace>
  <inkml:trace contextRef="#ctx0" brushRef="#br0" timeOffset="19">23524 5880 8912,'-17'10'0,"2"5"0,3-4 0,-1-1 0,7 1 0,-1 1 0,1 5 0,4 0 0,-4 0 0,4 3 0,2 2 0,2-2 0,2 2 0,2-2 0,1-9 0,-1 0 0,-4-7 0,13 4 0,-7-10 0,3-4 0,3-5 0,-8-12 0,5 2 0,-3-8 0,1 1 0,5 1 0,-5-6 0,3 5 0,-3 3 0,3 2 0,1 4 0,-7 2 0,5-1 0,-5 1 0,2 8 0,-3 3 0,-1 4 0,8 2 0,-7 2 0,5 4 0,-2 5 0,-5 4 0,5 3 0,-2-1 0,5 0 0,-5 0 0,7 0 0,-3-1 0,7-3 0,0-3 0,1-3 0,-1-1 0,0-6 0,6-2 0,0-4 0,7-5 0,-1-12 0,4 2 0,1-8 0,-7 6 0,-4-3 0,-4-1 0,-2 0 0,-7 6 0,-5-2 0,-5 6 0,-5 6 0,-11 3 0,-7 8 0,-13 4 0,2 5 0,-3 10 0,1 6 0,2-2 0,-1 6 0,3-1 0,3 7 0,4-1 0,8 1 0,7-1 0,5 0 0,3-1 0,4-4 0,3-7 0,7-2 0,9-5 0,2-4 0,7 3 0,-1-9 0,4-1 0,1-9 0,6-5 0,0-7 0,2 0 0,-1-1 0,-5-1 0,4-4 0,-4-3 0,-1-16 0,-1-2 0</inkml:trace>
  <inkml:trace contextRef="#ctx0" brushRef="#br0" timeOffset="20">25021 5639 8912,'-9'-7'0,"-5"-3"0,9-7 0,-7 6 0,5 1 0,-3 2 0,6 3 0,-11 5 0,13 1 0,-4 5 0,4-2 0,2 8 0,2 1 0,4 2 0,-2 0 0,7-3 0,-7 3 0,11-5 0,-5 7 0</inkml:trace>
  <inkml:trace contextRef="#ctx0" brushRef="#br0" timeOffset="21">24918 6035 8912,'-17'9'0,"0"5"0,0-9 0,-1 1 0,1-6 0,8 0 0,1 0 0,12-6 0,5-1 0,9-3 0,4 1 0,1-5 0,6 3 0,4-8 0,1-8 0</inkml:trace>
  <inkml:trace contextRef="#ctx0" brushRef="#br0" timeOffset="22">26346 5467 8912,'-11'-7'0,"0"-5"0,-3-1 0,-1 1 0,0 9 0,3 6 0,-1 15 0,7 12 0,2 7 0,2 3 0,-4 7 0,1-1 0,1 4 0,2 2 0,4 1 0,2 2 0,3 3 0,3-3 0,-4-7 0,5-2 0,-5-2 0,3 2 0,-1-6 0,-2-12 0,-14-18 0,-1-12 0</inkml:trace>
  <inkml:trace contextRef="#ctx0" brushRef="#br0" timeOffset="23">26037 5588 8912,'-8'-35'0,"-1"1"0,-3 2 0,1 3 0,7 12 0,-2 3 0,12 9 0,11-7 0,12 6 0,11-1 0,8 3 0,5-2 0,4 2 0,9-3 0,-3 1 0,-6 0 0,-5 6 0,-8 10 0,-10 7 0,-9 6 0,-8 6 0,-7 5 0,-14-2 0,-8 7 0,-11-1 0,-7 4 0,-5-2 0,-1 0 0,-4-5 0,4-3 0,-5-3 0,1 1 0,6-7 0,-3 0 0,15-6 0,-1 0 0,17-7 0,12-4 0,11-4 0,17-2 0,6-6 0,1 0 0,4 0 0,-4 6 0,-1 0 0,2 0 0,-8 2 0,1 4 0,-5 6 0,-13 10 0,3-1 0,-15 8 0,-1-6 0,-10 6 0,-5-1 0,-12 5 0,-6-3 0,-3-1 0,-8-2 0,-1 1 0,-1 3 0,2-8 0,4 0 0,-4-6 0,0 0 0,5 0 0,5-7 0,12-4 0,9-12 0,3-7 0,4-8 0,25-6 0,6-8 0</inkml:trace>
  <inkml:trace contextRef="#ctx0" brushRef="#br0" timeOffset="24">26914 5760 8912,'0'11'0,"0"1"0,-2-1 0,-3 6 0,-3 8 0,-3 4 0,-3 9 0,8 4 0,3 0 0,1 0 0,4 4 0,3-6 0,1-2 0,11-9 0,-3 0 0,7-10 0,-6-6 0,-3-3 0,-1-12 0,6-8 0</inkml:trace>
  <inkml:trace contextRef="#ctx0" brushRef="#br0" timeOffset="25">26880 5416 8912,'-36'-17'0,"-3"1"0,-1 5 0,2 5 0,9 4 0,6 2 0,6 8 0,6 3 0,3 7 0,8 4 0,0-2 0,2 4 0,4-1 0,5 0 0,12 6 0,6-6 0,3 0 0,3-6 0,-3-6 0,-3 1 0,1-6 0,-7 5 0,8-7 0,-4 4 0</inkml:trace>
  <inkml:trace contextRef="#ctx0" brushRef="#br0" timeOffset="26">27190 5846 8912,'7'9'0,"-3"7"0,8-5 0,-1 4 0,4 4 0,-1 2 0,-3 2 0,-1 8 0,1-2 0,-1 3 0,-4 2 0,-4-1 0,3-4 0,-3-7 0,-2-2 0,0-9 0,0 0 0,0-7 0,0-4 0,0-11 0,0-14 0,0-9 0,2-7 0,4-4 0,3-5 0,9 4 0,1-2 0,4 3 0,-4-1 0,4 11 0,2-1 0,-2 13 0,5-2 0,-5 2 0,8 6 0,-3 0 0,3 0 0,0 7 0,-3-1 0,3-1 0,-1 7 0,-1-7 0,2 8 0,-8-2 0,0 5 0,-12-5 0,1 0 0,-9-2 0,1 5 0,-8-3 0,2 0 0,-7 6 0,3 0 0,4 8 0,-3 3 0,3 12 0,2 6 0,0 3 0,0 5 0,0 1 0,0 2 0,5 6 0,1-6 0,6 8 0,-7-2 0,3-3 0,-2 3 0,-4-7 0,13 3 0,-6-8 0</inkml:trace>
  <inkml:trace contextRef="#ctx0" brushRef="#br0" timeOffset="27">27637 5897 8912,'-9'-7'0,"-5"-3"0,8-7 0,1 5 0,5 1 0,0-2 0,7-3 0,5-1 0,13 0 0,9 0 0,8 1 0,10 5 0,-4-4 0,3 3 0,-9-3 0,10-2 0,-12-6 0,0 0 0,-3 2 0,-3 2 0,-7 2 0,-4-1 0,-6 1 0,-6 0 0,3 6 0,-9-1 0,1 8 0,-6 10 0,0 11 0,0 12 0,0-1 0,0 5 0,0 1 0,0 3 0,0 3 0,-7-4 0,-5 4 0,3-4 0,-3-1 0,1-1 0,-7 1 0,7-3 0,-1-3 0,1-6 0,1-4 0,-3-8 0,7 1 0,1-8 0,5-4 0,3-14 0,7-9 0,7-11 0,10-2 0,-4-10 0,7 6 0,-1-6 0,-2 8 0,2-3 0,-1 11 0,5 3 0,-3 4 0,-1 8 0,-6 0 0,6 9 0,-3 0 0,3 6 0,-4 14 0,-8 3 0,-5 9 0,-1-3 0,-1 6 0,1-6 0,4 6 0,-3-6 0,-3-1 0,3-4 0,-6-1 0,3 0 0,1-2 0,-1-3 0,-3-5 0,6-7 0,-7 0 0,7 0 0,-1-15 0,6-4 0</inkml:trace>
  <inkml:trace contextRef="#ctx0" brushRef="#br0" timeOffset="28">29324 5571 8912,'-18'-18'0,"7"7"0,-1-1 0,9 9 0,-5-5 0,8 21 0,0 5 0,6 8 0,-1-3 0,7 8 0,-6-3 0,5-1 0,-5 2 0,5-8 0,-3 4 0,0-2 0,-1 0 0,7-1 0,-11-6 0,9-5 0,1-5 0,-3-4 0,1-2 0,-5 0 0,6 0 0,-7-8 0,7-3 0,-8 1 0,1-1 0,5 7 0,-6-4 0,7 8 0,-5 0 0,5 0 0,-5 0 0,6 0 0,-1 0 0,6 0 0,1 0 0,-1 0 0,0 0 0,0-2 0,0-3 0,1-7 0,-1 3 0,0-3 0,-6-5 0,1-6 0,-6 0 0,5 6 0,-7-6 0,2 0 0,-4 2 0,-2 2 0,0 2 0,0 0 0,0 7 0,0-5 0,0 5 0</inkml:trace>
  <inkml:trace contextRef="#ctx0" brushRef="#br0" timeOffset="29">29874 5743 8912,'-15'-2'0,"3"-4"0,3 2 0,3-7 0,4 5 0,-3-6 0,3 7 0,2-7 0,2 6 0,3-5 0,5 1 0,7-1 0,0-4 0,0 5 0,1 1 0,-1-7 0,-8 14 0,-3-5 0,-12 7 0,-3 7 0,-8 5 0,-8 5 0,-4 6 0,4-2 0,2 8 0,-2-6 0,3 5 0,4-7 0,7 2 0,7 2 0,-2-2 0,6-6 0,6-7 0,7-3 0,8-3 0,12-2 0,7-2 0,6-2 0,-4-4 0,0-7 0,0-8 0,-2 0 0,-5-8 0,-1 6 0,1-5 0,-3 5 0,-3-6 0,-6 14 0,-12-2 0,4 3 0,-13 5 0,6 3 0,-8 14 0,0 9 0,0 0 0,0 6 0,0-4 0,0-2 0,-6 1 0,1-1 0,-1 0 0,6 0 0,0 0 0,0-7 0,0-4 0,0-12 0,0-4 0,0-7 0,0 0 0,0-6 0,0 0 0,0 0 0,0 6 0,0-2 0,0-4 0,0 4 0,0-4 0,0 4 0,0 2 0,0-1 0,0 1 0,2 6 0,3-1 0,7-1 0,5 5 0,6 3 0,-2 3 0,8 2 0,5 0 0,6 0 0,1 0 0,-7 0 0,-2 0 0,-3 0 0,4 0 0,-5 0 0,-9 5 0,-1 1 0,-14 0 0,-4-4 0,-10 3 0,-7-1 0,-6 8 0,-6-1 0,-9 6 0,-2-1 0,1-5 0,11 4 0,5-3 0,4 3 0,2 2 0,1 1 0,5-1 0,3 0 0,8 0 0,0 0 0,0 1 0,8-3 0,3-4 0,-1 5 0,1-5 0,3 4 0,1 2 0,0 6 0,-3 0 0,3 0 0,-13-6 0,4 1 0,-4-1 0,-2 0 0,0 0 0,-2-2 0,-4-3 0,-4 1 0,-7-7 0,0 6 0,0-7 0,0-1 0,-1-2 0,-3-4 0,4-4 0,-4-3 0,11-16 0,-7-2 0</inkml:trace>
  <inkml:trace contextRef="#ctx0" brushRef="#br0" timeOffset="30">30872 5227 8912,'-9'-8'0,"1"6"0,8-4 0,0 12 0,-2 11 0,-3 12 0,1 11 0,-8 6 0,-1 7 0,-2 11 0,-3-7 0,1 12 0,-6-6 0,0 0 0,0-4 0,6-8 0,0-8 0,0-9 0,7-7 0,2-18 0,10-1 0,4-10 0,6-4 0,5-5 0,4-12 0,4-6 0,1-3 0,1-1 0,2 5 0,3-3 0,-5 8 0,2 0 0,0-2 0,-7 12 0,7-4 0,-8 11 0,2 0 0,-9 4 0,-3 2 0,-1 2 0,1 4 0,-3 4 0,-8 7 0,0 6 0,0 0 0,0 1 0,0-3 0,0 2 0,0-2 0,0-2 0,0-9 0,0-2 0,0-8 0</inkml:trace>
  <inkml:trace contextRef="#ctx0" brushRef="#br0" timeOffset="31">31423 5295 8912,'0'-17'0,"0"0"0,0 0 0,0 0 0,0 0 0,-6 9 0,1 8 0,-9 17 0,3 17 0,-5 12 0,-1 10 0,2 5 0,3 8 0,-1-8 0,7-4 0,1-3 0,5-3 0,1-7 0,5-4 0,4-11 0,7-6 0,0-12 0,0-5 0,6-6 0,2-6 0,0-7 0,0-8 0,0-2 0,-2-11 0,3 1 0,9-13 0,-6 6 0,-1-6 0,-7 8 0,2-2 0,2 4 0,-2 1 0,0 8 0,-12 10 0,-1 13 0,-2 8 0,-3 13 0,-5 12 0,-5 9 0,-1 2 0,-6 6 0,7-6 0,-7 6 0,7-6 0,-3 1 0,2-7 0,4 4 0,-4-4 0,-1 3 0,1-14 0,0-6 0,6-6 0,-7-1 0,-5 1 0,-3-5 0,3-4 0,1-2 0,1-8 0,-1-3 0,-4-12 0,5-4 0</inkml:trace>
  <inkml:trace contextRef="#ctx0" brushRef="#br0" timeOffset="32">31268 5502 8912,'-27'-17'0,"1"-1"0,3 1 0,4-6 0,-4 0 0,9 6 0,3 6 0,5 5 0,-5-5 0,9 7 0,2-2 0,15 6 0,14 6 0,9-2 0,2 7 0,10 0 0,1 7 0,9-1 0,1 0 0,-2 0 0,-7 0 0,-1 1 0,1-1 0,0 0 0,-1 0 0</inkml:trace>
  <inkml:trace contextRef="#ctx0" brushRef="#br0" timeOffset="33">32473 5777 8912,'-17'0'0,"-1"0"0,7 0 0,-1 0 0,7 8 0,-5 3 0,1 6 0,-1 6 0,-1 10 0,-7 7 0,-1 7 0,-4-1 0,2 12 0,-7 3 0,-1 0 0,2-4 0,-5 2 0,3-1 0,2-9 0,-2-8 0,-7-5 0,-8-2 0</inkml:trace>
  <inkml:trace contextRef="#ctx0" brushRef="#br0" timeOffset="34">25280 7548 8912,'-18'-23'0,"1"0"0,0 2 0,2 2 0,1 2 0,5-1 0,1 1 0,2 10 0,6 7 0,0 15 0,0 14 0,0 5 0,0 6 0,6-2 0,0 8 0,-1-6 0,-5 6 0,6-8 0,2 0 0,1-5 0,5-4 0,-5-5 0,3-1 0,-1 0 0,7-13 0,-1-1 0,0-3 0,6-12 0,0-5 0,6-6 0,-7-6 0,7-4 0,-6-7 0,6-6 0,-6-1 0,-6 9 0,-8 9 0,-1 4 0,-4 2 0,-2 7 0,-2 3 0,0 22 0,0 2 0,0 12 0,0-4 0,0-8 0,8 0 0,1-9 0,8-8 0,6-4 0,0-13 0,0 1 0,-6-12 0,1-1 0,-1-7 0,0-3 0,0-1 0,-7-7 0,-5 1 0,-3 6 0,-2 5 0,0 8 0,0 10 0,-7 8 0,-5 3 0,-3 17 0,-2 10 0,0 8 0,-1 7 0,9 8 0,3-4 0,4 1 0,2-7 0,0 0 0,0 1 0</inkml:trace>
  <inkml:trace contextRef="#ctx0" brushRef="#br0" timeOffset="35">25916 7668 8912,'0'-25'0,"0"6"0,0-4 0,0 4 0,0 2 0,0 7 0,0 3 0,2 7 0,4 0 0,5 0 0,5 0 0,1 0 0,6 0 0,0 0 0,0 0 0,-6 0 0,0 0 0,-2-8 0,-3-3 0,-6 3 0,-12 2 0,-4 2 0,-7-1 0,-6 3 0,0-4 0,-5 10 0,5 2 0,-6 9 0,6 2 0,0 0 0,6 6 0,2 2 0,3-2 0,-1 8 0,7-5 0,2 1 0,2-4 0,10-4 0,3-2 0,12-5 0,6-1 0,3-7 0,3 2 0,5-12 0,0-5 0,6-5 0,-6-3 0,0-2 0,2-2 0,-11-5 0,3 5 0,-5-6 0,0 6 0,-10 0 0,-8 6 0,-7 7 0,4 3 0,-8 9 0,-2 3 0,-2 9 0,-2 7 0,3 7 0,-5-1 0,2 2 0,0-8 0,6 2 0,0 2 0,0-2 0,0-1 0,0-4 0,2-9 0,4-3 0,-4-4 0,6-2 0,-8 0 0</inkml:trace>
  <inkml:trace contextRef="#ctx0" brushRef="#br0" timeOffset="36">26364 7341 8912,'-27'-17'0,"2"0"0,8 0 0,0 0 0,7 7 0,2 4 0,8 12 0,2-2 0,4 7 0,6 1 0,9 5 0,3-2 0,3-3 0,0 1 0,2-7 0,3 2 0,-3-3 0,-4-3 0,-2 4 0,2-2 0,-3 1 0,1-3 0,-5 4 0,-7-2 0,1 2 0,1 5 0,-5 4 0,-3 3 0,-12-7 0,-11 1 0,-1-1 0,-9 6 0,7 0 0,-2 1 0,-2-1 0,2 0 0,0 6 0,6 0 0,0-2 0,-1-2 0,9-2 0,3 0 0,4 1 0,2-1 0,2 0 0,4 0 0,3-5 0,9-1 0,-1-7 0,0 2 0,0 1 0,0-1 0,1 0 0,-1 1 0,0-3 0,0 8 0,0-1 0,1 6 0,-7-5 0,1-1 0,-9 1 0,3 5 0,-4 0 0,-2 0 0,0 0 0,0 1 0,0-1 0,0 0 0,-8 0 0,-3 0 0,-4-1 0,-3-5 0,7-3 0,-1-8 0,1 0 0,-6 0 0</inkml:trace>
  <inkml:trace contextRef="#ctx0" brushRef="#br0" timeOffset="37">27069 7221 8912,'-17'0'0,"0"0"0,0 0 0,1 10 0,5 7 0,-3 6 0,9 5 0,-1 11 0,6-3 0,0 6 0,0 6 0,0-4 0,0 2 0,0-8 0,0 2 0,0-4 0,0-1 0,6-9 0,-1-3 0,1-11 0,0-7 0,0-10 0,5-13 0,-5-10 0,5-5 0,-5-1 0,6-6 0,-5 0 0,1 3 0,0 7 0,5-1 0,-2 8 0,-1 0 0,1 6 0,-5 8 0,6 3 0,-7 4 0,7 2 0,-6 13 0,5 5 0,-1 16 0,3 0 0,-2 3 0,3-1 0,1-2 0,2 1 0,1-7 0,-1 1 0,0-8 0,0 2 0,2-12 0,4-5 0,-9-4 0,3-4 0,-2-4 0,0-5 0,3-12 0,-1-6 0,-2-5 0,-3-6 0,3-4 0,-4-8 0,-1-1 0,1-4 0,-7-5 0,4-6 0,-2 1 0,-1 4 0,7 11 0,-6 12 0,-1 11 0,-5 5 0,6 29 0,0 13 0,1 18 0,-3 10 0,2 3 0,-2 3 0,-2 5 0,-2 1 0,5 1 0,1-2 0,6-3 0,-7 3 0,9-6 0,-5-3 0,3-4 0,-1-2 0,-5-2 0,5-5 0,-7-9 0,2-3 0,-4-4 0,-2-9 0,0-2 0</inkml:trace>
  <inkml:trace contextRef="#ctx0" brushRef="#br0" timeOffset="38">27499 7531 8912,'-17'-8'0,"0"4"0,0-7 0,7 7 0,5-10 0,12 9 0,10 1 0,10 0 0,13-2 0,10 4 0,7-3 0,6 3 0,-5 2 0,-1 0 0,-5-8 0,-1-1 0</inkml:trace>
  <inkml:trace contextRef="#ctx0" brushRef="#br0" timeOffset="39">28584 7582 8912,'-27'0'0,"2"8"0,8 3 0,-6 6 0,0 6 0,2 6 0,2 4 0,-4 3 0,0 4 0,2-2 0,9 8 0,-1-8 0,7 2 0,2-1 0,2 1 0,2-10 0,0 5 0,0-12 0,2-6 0,4-12 0,4-10 0,7-5 0</inkml:trace>
  <inkml:trace contextRef="#ctx0" brushRef="#br0" timeOffset="40">28756 7187 8912,'-6'-27'0,"0"4"0,-7 12 0,11 1 0,-4 4 0,4 4 0,2 2 0,0 14 0,0 7 0,0 7 0,0 5 0,2 7 0,4 0 0,-4 8 0,4-2 0,-5 3 0,-1 1 0,0-4 0,0-6 0,0-4 0,0-1 0,0-3 0,0-3 0,0-4 0,0-8 0,0-8 0,0-3 0,0-12 0,2-5 0,2-10 0,4-4 0,1-2 0,-3-1 0,6-7 0,-7 7 0,7-1 0,-1 8 0,7-2 0,-3 10 0,-4 1 0,5 7 0,-5-7 0,6 8 0,4-1 0,2 5 0,-2 5 0,6 5 0,2 7 0,-2 6 0,1 0 0,1 0 0,5-6 0,1-6 0,-1 1 0,1-1 0,-1-1 0,-2-2 0,-3-8 0,-4-2 0,-8-4 0,-7 2 0,-4-7 0,1-3 0,-1-7 0,-4-2 0,-6 2 0,-6 2 0,-7 2 0,0-4 0,0 4 0,-6-2 0,0 13 0,0 0 0,6 6 0,0 2 0,-1 6 0,3 7 0,4 6 0,-3 8 0,8-6 0,1 5 0,5-5 0,2 2 0,3-2 0,5-6 0,7 0 0,2-1 0,4-11 0,-2 1 0,8-6 0,0 0 0,-3 0 0,5-7 0,-8-5 0,2-5 0,-2-6 0,-8 4 0,8-4 0,-10 2 0,5-2 0,-1 10 0,-6-5 0,-1 11 0,1-5 0,-5 8 0,5-1 0,-7 5 0,2 5 0,-4 7 0,-2 11 0,6-2 0,-1 6 0,-1-3 0,-2-3 0,-2 4 0,0-2 0,0 0 0,0-6 0,0 1 0,0-1 0,0-8 0,0-1 0,-8-23 0,-1-4 0</inkml:trace>
  <inkml:trace contextRef="#ctx0" brushRef="#br0" timeOffset="41">29874 7341 8912,'37'0'0,"1"0"0,2 0 0,-2 0 0,-7-7 0,-3-5 0,-6 5 0,-3-7 0,-8 9 0,-9-1 0,-2 6 0,-10 0 0,-7 0 0,-6 0 0,2 2 0,-7 4 0,-1 1 0,-5 5 0,7 3 0,4-4 0,4-1 0,1 1 0,1-1 0,2 3 0,2-1 0,1 1 0,8-3 0,-1 1 0,1-1 0,-2 1 0,4 4 0,-4-3 0,12 3 0,6 2 0,3 1 0,2-1 0,6 0 0,0 0 0,8 2 0,-3 4 0,-1 2 0,0 6 0,-2-3 0,-4 3 0,-4-1 0,-6-1 0,3 4 0,-9-5 0,-1-3 0,-9-2 0,-7-4 0,-11-2 0,4 0 0,-6-1 0,2-5 0,0-5 0,0-4 0,6-2 0,2-2 0,3-4 0,-3-3 0,13-16 0,-6-2 0</inkml:trace>
  <inkml:trace contextRef="#ctx0" brushRef="#br0" timeOffset="42">30511 7204 8912,'11'0'0,"1"0"0,1 0 0,-5 0 0,0 0 0,-8 2 0,0 4 0,0 3 0,-2 8 0,-2 1 0,-2-1 0,-5 6 0,5 0 0,-2 5 0,3-5 0,3 8 0,-4-3 0,-2-1 0,3 2 0,-1-8 0,6 4 0,0-8 0,0-8 0,2-3 0,3-12 0,7-7 0,3-8 0,2-6 0,1-7 0,1 5 0,4 1 0,-10 6 0,4 0 0,-3 4 0,3 7 0,-6 3 0,1 8 0,-8 2 0,1 4 0,-1 5 0,0 12 0,2 8 0,-2 7 0,3-2 0,-1 4 0,7 1 0,-1-7 0,3 2 0,2-13 0,1-2 0,-1-9 0,6-5 0,0-9 0,-2-3 0,-2-7 0,-2-11 0,0-5 0,0-7 0,1-5 0,-1-4 0,0-7 0,-5-1 0,-1 0 0,0-7 0,7-4 0,1-4 0,4-1 0,-10 6 0,4 5 0,-5 13 0,-1 10 0,-3 15 0,-8 21 0,0 17 0,-2 13 0,-4 12 0,-1 13 0,-5 6 0,-3 4 0,3 2 0,-1 0-105,2 0 1,-3-1 104,8 1 0,1-2 0,5-4 0,0 0 0,0-11 0,7-5 0,3-14 0,1-4 0,1-6 0,-1-12 0,6-5 0,1-4 0,-7-12 0,1-7 0,-1-8 0,6-9 0</inkml:trace>
  <inkml:trace contextRef="#ctx0" brushRef="#br0" timeOffset="43">30890 7290 8912,'-52'0'0,"10"2"0,7 4 0,14-5 0,14 7 0,5 0 0,17-6 0,25 3 0,16-5 0,24-5 0,10 1 0,-36-2 0,1 0 0,-2 2 0,-1-1 0,3-1 0,-1 0 0,-5 2 0,0 1 0,42 3 0,-3 2 0,-2 3 0,-7-1-150,-5 8 1,-3-9 0,-2 5 0</inkml:trace>
  <inkml:trace contextRef="#ctx0" brushRef="#br0" timeOffset="44">15987 14236 8912,'-17'0'0,"-1"0"0,1 0 0,0-2 0,0-4 0,0 4 0,9-5 0,8 7 0,10 0 0,-1 0 0,3 0 0,1 0 0,2 0 0,2 0 0,1 0 0,1 2 0,2 1 0,2 5 0,-2 2 0,4-5 0,-2 7 0,7-6 0,-1 5 0,3 1 0,3-3 0,1 6 0,4-3 0,6-3 0,12 3 0,3-3 0,8 3 0,1 1 0,5-7 0,-4 5 0,3-5 0,-5-2 0,-6-2 0,2-4 0,-8-4 0,10-3 0,2-9 0,0-1-176,6-4-1,1 2 177,-1-7 0,-6-1 0,-6-5 0,-8-1 0,2 1 0,-5 0 0,-6-1 0,-6-1 0,-4-4 0,-1 3 0,-1-3 0,-5 2 0,0-2 0,-6 4 0,5-4 0,-7 5 0,2 7 0,2-5 0,-2 4 0,0-3 0,-6-2 0,0-3 176,1-3 1,-7 4-177,1-4 0,-9-4 0,3 0 0,-4 0 0,-2 4 0,-6-2 0,1 2 0,-11 0 0,-1 5 0,0 3 0,-6 3 0,-2-2 0,2 9 0,-7-9 0,1 2 0,-4 4 0,-3 3 0,-2 2 0,-2 3 0,-8-6 0,4 0 0,-2 2 0,0 2 0,0 4 0,-5 4 0,-3-5 0,-3 7 0,-6-3 0,-4 1 0,-10 7 0,-3-2 0,-10 2-262,-2-1 0,2 3 262,10-4 0,4 6 0,7 6 0,-6 1 0,1 5 0,-1 3 0,6-3 0,0 3 0,0 2 0,3 8 0,2 4 0,-2 3 0,2 2 0,-3 1 0,-1-1 0,-7 6 0,1 0 0,1 6-162,10-6 1,3 8 161,9-2 0,7 9 0,4 3 0,11-5 0,6-1 0,10-6 0,3 9 0,1-3 0,-1 1 0,6-3 126,-2-4 1,5 1 0,2 11-1,5 3-126,6 0 0,3 4 0,2-8 0,8 6 0,4-5 0,13-3-109,9-9 0,9-6 109,9-11 0,7-5 0,4-6 0,10-1 0,2 0 0,-2-2 0,-2-3 0,0 1 0,4-3 0,3 3 0,1 6 0,-10 10 0,-6-8 0,-3 8 0,3 1 0,0 3 0</inkml:trace>
  <inkml:trace contextRef="#ctx0" brushRef="#br0" timeOffset="45">20633 9559 8912,'-40'10'0,"0"-4"0,2-3 0,3 1 0,7 4 0,5 3 0,3 9 0,3 6 0,0 16 0,0 12 0,0 13 0,7 9 0,4 10 0,4 0 0,2 0 0,2-2 0,4-4 0,6-13 0,11-15 0,5-12 0,5-10 0,1-14 0,1-16 0,3-12 0,0-16 0,-4-13 0,-1-6 0,1-13 0,-11-3 0,0-9-164,-6-3 0,-7-5 164,-4 6 0,-6-1 0,-6 6 0,-5 2 0,-12 4 0,-6 0 0,-11 12 0,-2 13 0,-6 20 0,4 13 0,2 8 0,-4 17 0,6 14 0,9 8 0,14 10 0,7 5 0,10 0 0,10-1 0,7-11 0,8-3 0,9-7 0,1-8 0,3 1 0,4-11 0,4-7 0,0-6 0</inkml:trace>
  <inkml:trace contextRef="#ctx0" brushRef="#br0" timeOffset="46">20822 10006 8912,'10'0'0,"-2"-7"0,-6 5 0,3-4 0,-1 4 0,10 2 0,5 0 0,0 8 0,9 3 0,1 7 0,6 4 0,-3 7 0,-3 4 0,1 1 0,-7 0 0,4 1 0,-10-1 0,2-1 0,-13-5 0,0-3 0,-6-15 0,-8-5 0,-3-10 0,-3-13 0,3-10 0,-2-7 0,7-5 0,0 4 0,6-4 0,0-2 0,2 2 0,4 0 0,5-2 0,10 11 0,2-3 0,8 11 0,-1 2 0,7 5 0,3 5 0,0 7 0,-6-2 0,1 12 0,-1 4 0</inkml:trace>
  <inkml:trace contextRef="#ctx0" brushRef="#br0" timeOffset="47">21752 9972 8912,'-17'0'0,"-1"0"0,1 0 0,0 0 0,-2 0 0,-2 0 0,-4 2 0,-2 4 0,4-1 0,-5 13 0,5-3 0,-6 14 0,8 1 0,0 8 0,6 4 0,3 2 0,8 0 0,-2 2 0,5-4 0,1-8 0,7-9 0,5-8 0,5-9 0,6-6 0,-2-6 0,8-7 0,-6-10 0,5-19 0,3-6 0,1-4 0,-5-1 0,-4-1 0,-4 0 0,-2 1 0,-1-8 0,-5-4 0,-3 3 0,-8 3 0,-2 4 0,-4 1 0,-3 10 0,-9 8 0,7 9 0,-1 13 0,9 5 0,-5 16 0,8 8 0,0 16 0,0 13 0,6 3 0,-1 3 0,9 5 0,-5-1 0,3-5 0,-1-3 0,1-8 0,5 6 0,0-8 0,0 2 0,-5-11 0,-1-6 0,3-6 0,1-6 0,2-3 0,0-8 0,-5-2 0,-1-4 0,3-7 0,1-8 0,-3-6 0,-1-7 0,-5 0 0,5-1 0,-5 3 0,5 3 0,-7-3 0,2 3 0,-4 10 0,-2 2 0,8 3 0,-7 5 0,13 9 0,-8 11 0,5 12 0,-3 6 0,-1 3 0,1 3 0,3-3 0,-5-3 0,6 1 0,-7-7 0,9 6 0,-3-6 0,-1-6 0,1-6 0,-7-7 0,4 2 0,-8-12 0,7-19 0,3-11 0</inkml:trace>
  <inkml:trace contextRef="#ctx0" brushRef="#br0" timeOffset="48">22130 9714 8912,'-7'-9'0,"-3"-7"0,-5 12 0,3-7 0,5 7 0,7-3 0,0 7 0,7 5 0,5 1 0,3 5 0,2-5 0,1 6 0,-1-7 0,8 9 0,1-5 0</inkml:trace>
  <inkml:trace contextRef="#ctx0" brushRef="#br0" timeOffset="49">22354 9886 8912,'8'34'0,"-6"-7"0,3-4 0,-3-4 0,-2-2 0,0 1 0,0-1 0,0 0 0,0 0 0,0 0 0,0 1 0,0-1 0,0 0 0,0 0 0,8-7 0,-6-3 0,5-14 0,-7-5 0,2-5 0,4-6 0,-4 2 0,4-8 0,1 8 0,-1-1 0,8 2 0,-5 3 0,3 2 0,-1 3 0,2-1 0,10 7 0,-3 1 0,4 5 0,-1 0 0,0 0 0,6 2 0,-6 3 0,7 3 0,-1 3 0,2 5 0,-3-5 0,5-1 0,-4 1 0,1-7 0,-1 2 0,-2-4 0,-4-2 0,-2 0 0,7 0 0,-12-8 0,1-4 0,-10-3 0,3-4 0,-2-2 0,-4-2 0,-3 0 0,-1 6 0,-7 0 0,-5 0 0,3 5 0,-3 1 0,1 7 0,-6-2 0,-1 6 0,1 6 0,6 3 0,-1 9 0,6-1 0,-5 0 0,7 2 0,-2 2 0,5 2 0,1-2 0,0-2 0,0-2 0,1-5 0,5-1 0,4-7 0,7 4 0,0-8 0,0 0 0,1-8 0,-1-3 0,-6 1 0,1-1 0,-7-1 0,7-5 0,-6 6 0,5-1 0,-5 6 0,5-5 0,-5 7 0,6-2 0,-1 4 0,6 4 0,0 4 0,-5-2 0,-1 7 0,3 1 0,1-3 0,8 5 0,0-9 0,0 7 0,-6-6 0,0-1 0,1-5 0,4 0 0,1 0 0,0-7 0,-5-5 0,-1-5 0,0-6 0,-6-4 0,1-7 0,-8-8 0,3-4 0,-1-5 0,0-7 0,0 5 0,-6-5 0,0 7 0,0 5 0,-2 12 0,-4 11 0,4 15 0,-4 14 0,4 13 0,2 21 0,0 6 0,0 9 0,0 5 0,0 1 0,0 2 0,0 5 0,6-6 0,0-5 0,7-9 0,-1-2 0,1-8 0,1 0 0,-3-9 0,2-12 0,3-8 0,1-9 0,-2-2 0,-3-3 0,11-20 0,-4-11 0</inkml:trace>
  <inkml:trace contextRef="#ctx0" brushRef="#br0" timeOffset="50">24264 9439 8912,'-27'0'0,"3"0"0,3-2 0,3-4 0,-3 4 0,12-13 0,-1 13 0,4-5 0,12 7 0,-2 5 0,6 3 0,-1 2 0,1 3 0,1 10 0,6 4 0</inkml:trace>
  <inkml:trace contextRef="#ctx0" brushRef="#br0" timeOffset="51">24161 9989 8912,'-27'10'0,"4"-5"0,4-3 0,2-2 0,0 0 0,7-2 0,4-3 0,6-5 0,6-9 0,6-2 0,3-2 0,8 0 0,0 6 0,7-2 0,-1-4 0,4 4 0,1-6 0,0 8 0</inkml:trace>
  <inkml:trace contextRef="#ctx0" brushRef="#br0" timeOffset="52">25073 9852 8912,'-27'5'0,"4"3"0,4 2 0,2 3 0,2-3 0,3 1 0,5 2 0,-1 3 0,6 1 0,-4 0 0,6 0 0,6 0 0,-4 1 0,11-1 0,-5-2 0,2-3 0,-7-5 0,5-11 0,-8-7 0,0-2 0,0-16 0,0-2 0,0-1 0,0-16 0,0-4 0,0-11 0,0 0 0,2-5 0,4-7 0,-3 6 0,9 1 0,1 8 0,3 7 0,3 11 0,4 7 0,-4 11 0,4 12 0,-4 5 0,-2 7 0,2 17 0,4 11 0,-4 12 0,4 12 0,-6 7 0,-5 4 0,1 10-162,-7 1 0,0 7 162,-6-7 0,5-1 0,1-10 0,0-4 0,-6-7 0,6-3 0,-1-3 0,-1-8 0,-2-7 0,-2-6 0,-4-16 0,-7-3 0,-1-8 0,-11-9 0,-3-8 0,-1-16 0</inkml:trace>
  <inkml:trace contextRef="#ctx0" brushRef="#br0" timeOffset="53">25107 9938 8912,'-9'-18'0,"-6"-1"0,3-4 0,3 4 0,-3-4 0,8 4 0,-3 2 0,7 8 0,15-5 0,12 8 0,13 3 0,11 1 0,20-4 0,4 0 0,15-5-180,-42 8 1,1 0 0,2-3 0,0-1 179,0 1 0,1 0 0,-1-1 0,-1-1 0,-1 0 0,0-1 0,5-3 0,1-1 0,-3 0 0,1-1 0</inkml:trace>
  <inkml:trace contextRef="#ctx0" brushRef="#br0" timeOffset="54">26329 9611 8912,'-49'10'0,"3"-5"0,-4-3 0,4-2 0,-7 2 0,1 4 0,-4-2 0,11 7 0,4 1 0,5 5 0,7 0 0,5 0 0,8 0 0,11 1 0,3-1 0,4-2 0,5-2 0,10-1 0,1-8 0,5 1 0,-2-3 0,1-2 0,0 0 0,6 0 0,-7 0 0,2 0 0,-4 0 0,-1 0 0,-1 2 0,0 4 0,0 3 0,0 9 0,-5 5 0,-1 0 0,-1 7 0,1-1 0,3 9 0,-9 4 0,-1 2 0,-2 4 0,-2 7 0,0 2 0,-7 6 0,-5-5 0,-5-1 0,-6-5 0,-2-8 0,-4-4 0,-3-12 0,3-5 0,2-6 0,1-7 0,1-10 0,4-10 0,7-12 0,3-7 0,7-4 0,-2-1 0,6-6 0,6 0 0,9-8 0,10 4 0,2 0 0,4 4 0,7 0 0,2 6 0,8-10 0,-2 9 0,11-3 0,6 4 0,4 5 0,2 0 0,2-1 0,3-3 0,-1-1 0,7-1 0,-7 1-188,1 0 0,-3-1 188,-2 1 0,-21 1 0,-8 5 0,-23-3 0,-5 6 0,-9 1 0,-3-1 0,-15 9 0,-8 11 0,-15 3 0,-8 2 0,-6 15 0,-5 8 0,4 15 0,-5 8 0,10 4 0,2 1 0,8 1 0,0-1 0,9 1 0,12 0 0,8-3 0,9-3 0,9-4 188,8-7 0,22-5-188,12-7 0,20-2 0,4-15 0,7-2 0,4-10 0,0-6 0,-2-12 0,-4-11 0,-3-7 0,-8-9 0</inkml:trace>
  <inkml:trace contextRef="#ctx0" brushRef="#br0" timeOffset="55">28463 9972 8912,'-8'-27'0,"-3"2"0,-2 3 0,-1-1 0,3 2 0,-1 1 0,3 3 0,3 0 0,2 8 0,0 7 0,-1 11 0,1 16 0,2 11 0,2 10 0,0 11 0,2 7 0,4 2 0,-5 3 0,5 0 0,-4 5 0,-2 1 0,0-1 0,0 3 0,0-14 0,0 0 0,0-10 0,0-7 0,2-11 0,4-12 0,-4-20 0,5-5 0</inkml:trace>
  <inkml:trace contextRef="#ctx0" brushRef="#br0" timeOffset="56">29427 9577 8912,'0'-18'0,"0"-5"0,0 1 0,0 1 0,0 1 0,0 9 0,0 3 0,0 6 0,2 14 0,2 18 0,1 9 0,-1 6 0,-2 11 0,-2 1 0,0 8 0,0-2 0,0-4 0,0-1 0,0-5 0,0-1 0,0-3 0,0-3 0,-2-6 0,-4-11 0,4-12 0,-13-1 0,6-7 0</inkml:trace>
  <inkml:trace contextRef="#ctx0" brushRef="#br0" timeOffset="57">28997 9697 8912,'-12'-19'0,"1"-4"0,7 4 0,-2-4 0,19-2 0,10 2 0,18-6 0,10 5 0,10-3 0,6-4 0,8 6 0,-1 3 0,-1 10 0,-10 6 0,2 6 0,-9 8 0,-7 9 0,-7 10 0,-20 5 0,-11 3 0,-7 7 0,-4 2 0</inkml:trace>
  <inkml:trace contextRef="#ctx0" brushRef="#br0" timeOffset="58">29358 10299 8912,'11'-2'0,"1"-4"0,1-5 0,3-10 0,1-2 0,2 0 0,4 6 0,2 1 0,3 5 0,5-3 0,-4 7 0,3-3 0,3-3 0,-1 5 0,0 2 0,-1-1 0,-4 1 0,-5 0 0,-6 6 0,-1-7 0,0 5 0,-7-6 0,-3 16 0,-9-4 0,-3 7 0,-3 1 0,-5 3 0,3-2 0,2-1 0,1-1 0,1 6 0,2-5 0,-7-1 0,7 1 0,-4-1 0,8 1 0,0-9 0,0 3 0,0-12 0,0 3 0,0-9 0,2 1 0,4-6 0,3-1 0,9 1 0,-1 0 0,0 0 0,0 0 0,0-1 0,8 3 0,4 4 0,-2-3 0,1 9 0,-5-3 0,6 2 0,-2 4 0,2-3 0,-5 8 0,-6 3 0,-1 7 0,-2-1 0,-3 3 0,-7 2 0,-3 1 0,-2-1 0,0 0 0,0 0 0</inkml:trace>
  <inkml:trace contextRef="#ctx0" brushRef="#br0" timeOffset="59">30425 9869 8912,'9'-23'0,"-3"0"0,-4 0 0,-4 6 0,-4 0 0,3 7 0,-9 4 0,6 6 0,-5 6 0,-2 6 0,-3 3 0,-1 10 0,0 3 0,5 5 0,1 1 0,7 1 0,-2-1 0,4-2 0,2-3 0,0 2 0,0-8 0,2-2 0,4-2 0,4-4 0,7-3 0,0-5 0,0-7 0,8-2 0,4-3 0,-2-5 0,1-7 0,-7 0 0,2-3 0,-4-1 0,-1-1 0,-7-7 0,1 6 0,-9 0 0,3 6 0,2 5 0,-3 1 0,1 7 0,-6-2 0,-2 12 0,-2 7 0,-1 8 0,-3 0 0,2 8 0,4 0 0,-3 5 0,5-1 0,5-5 0,1-3 0,9-8 0,5-1 0,-1-5 0,2-3 0,2-8 0,-4-2 0,4-4 0,-4-5 0,-2-12 0,-5-2 0,-1-4 0,-7-3 0,2 3 0,-10 2 0,-2-1 0,-13 1 0,2-2 0,-4 4 0,3 8 0,-4 2 0,-1 4 0,0-3 0,5 8 0,11 1 0,7 5 0,4 5 0,13 1 0,4 6 0,13-7 0,1-1 0,-1 6 0,1-1 0</inkml:trace>
  <inkml:trace contextRef="#ctx0" brushRef="#br0" timeOffset="60">31044 9886 8912,'12'0'0,"-1"0"0,-7 0 0,6 0 0,-4 0 0,-5 0 0,7 0 0,-8 2 0,0 4 0,0 3 0,0 8 0,0 1 0,0-1 0,0 6 0,0 0 0,-6 0 0,1-4 0,1 2 0,2 2 0,0 0 0,-4-6 0,4 0 0,-5-7 0,7-7 0,0-14 0,0-3 0,0-14 0,7-1 0,5-5 0,3-6 0,2 0 0,0-6 0,1 6 0,5 1 0,0 11 0,5-3 0,-5 8 0,0 8 0,-6 9 0,1 4 0,-1 2 0,-6 8 0,1 3 0,-3 7 0,3 5 0,-5-4 0,-7 4 0,6-4 0,0-2 0,0 0 0,-6 0 0,0-7 0,0-1 0,2-5 0,1 0 0,3-6 0,7-2 0,-1-13 0,3 2 0,2-14 0,-5 8 0,-1-2 0,1 0 0,5 6 0,0-4 0,0 10 0,1 3 0,-1 2 0,0 12 0,0 5 0,-5 5 0,-1 1 0,-5 0 0,5 0 0,1-1 0,5-5 0,0-3 0,1-8 0,-1 0 0,0 0 0,2-10 0,4-7 0,-4-2 0,4-10 0,-2-5 0,2-6 0,-4-6 0,2 4 0,-5 0 0,-5 0 0,-7 9 0,2 10 0,-6 12 0,-6 5 0,-9 8 0,-8 10 0,-6 14 0,6 20 0,0 11 0,6 6 0,7-1 0,5 1 0,3-8 0,2 2 0,15-5 0,10-6 0,11-8 0,10-7 0,11-14 0,6-12 0,10-5-109,2-5 0,-6-7 109,-6-11 0,-16-3 0,15-15 0,-16 1 0,-1 0 0</inkml:trace>
  <inkml:trace contextRef="#ctx0" brushRef="#br0" timeOffset="61">20409 12998 8912,'-24'0'0,"5"-2"0,-4-2 0,3-1 0,11-1 0,9 15 0,13 9 0,6 10 0,6 10 0,0 8 0,0 4 0,4 3 0,-6 5 0,-4 5 0,-6 4 0,0 0 0,-7-4 0,0-6 0,-6-11 0,0-8 0,0-8 0,-8-5 0,4-15 0,-7-4 0,5-20 0,-5-9 0,7-17 0,-2-11 0,-1-9 0,1-10 0,0-7 0,-2-9 0,7 4 0,-5 2 0,4 7 0,2 22 0,0 5 0,0 17 0,2 12 0,4 11 0,5 27 0,12 14 0,-2 20 0,8 14 0,-6 2 0,5 9 0,-1-9 0,2-3 0,3-7 0,-3-11 0,3-8 0,3-13 0,-1-12 0,1-17 0,-7-4 0,1-7 0,-6-16 0,6-19 0,-14-11 0,2-6 0,-9-4 0,3-2 0,-9 0 0,-2 1 0,-7-1-104,-11 0 0,-6 2 104,-5 4 0,4 8 0,2 15 0,4 13 0,2 12 0,5 7 0,1 8 0,7 11 0,-2 12 0,12 6 0,5 17 0,10-2 0,2 2 0,8-2 0,-2-4 0,3-6 0,3 0 0,-1 1 0,0-7 0,1 5 0</inkml:trace>
  <inkml:trace contextRef="#ctx0" brushRef="#br0" timeOffset="62">21287 13187 8912,'-17'-9'0,"5"-1"0,1 4 0,5 4 0,-5-3 0,-1 5 0,-5 5 0,6 13 0,-1 10 0,6 10 0,-5 3 0,7 6 0,-2-1 0,4 2 0,2-2 0,10-4 0,7-8 0,2-3 0,10-8 0,-6-2 0,6-16 0,-3-8 0,3-15 0,2-3 0,-8-13 0,-2 3 0,-10-9 0,-3 2 0,-1-2 0,-7 4 0,0-4 0,-3 5 0,-15 7 0,5-3 0,-10 8 0,-2 8 0,2 9 0,-5 4 0,5 2 0,2 10 0,7 5 0,5 6 0,1 0 0,4-2 0,10-2 0,4 0 0,7 1 0</inkml:trace>
  <inkml:trace contextRef="#ctx0" brushRef="#br0" timeOffset="63">21666 13239 8912,'-17'0'0,"-1"5"0,1 1 0,6 2 0,-1-2 0,8-3 0,-1 9 0,3 1 0,2 10 0,0-2 0,0 8 0,2-6 0,3 5 0,-1-1 0,8 2 0,-1-6 0,-1-4 0,-1-2 0,-3 0 0,-4 0 0,6-7 0,-7-2 0,5-8 0,-4-10 0,4-7 0,-4-8 0,0-9 0,1-1 0,3 1 0,6-1 0,-7 1 0,9 5 0,-3 1 0,-1 7 0,1-2 0,-5 6 0,6 5 0,-1-1 0,6 7 0,-2 2 0,-3 10 0,3 5 0,-3 10 0,3 4 0,2 2 0,-5 0 0,-1 1 0,1 3 0,5-8 0,-6 0 0,1-6 0,-6 0 0,5 0 0,-5-7 0,5-4 0,-5-4 0,5-2 0,-7-8 0,4-5 0,-2-8 0,-1-8 0,3 2 0,-2-1 0,-2-1 0,7-6 0,-7 9 0,2 3 0,3 4 0,-5 9 0,7 4 0,-1 6 0,1 6 0,-1 6 0,-4 9 0,5 2 0,5-2 0,-5 3 0,1-1 0,-1-2 0,6-9 0,0 1 0,1-7 0,-1 0 0,0-6 0,0 0 0,0 0 0,1-8 0,-1-3 0,-2-7 0,-1-3 0,-3-3 0,2-3 0,-3 0 0,1-2 0,-7-1 0,2 7 0,-4 6 0,-2 5 0,0 6 0,0-5 0,0 7 0,0-2 0,0 12 0,0 6 0,0 11 0,0 3 0,2 3 0,4 0 0,-3-3 0,9 3 0,-1 2 0,7-8 0,-1 3 0,0-9 0,0 4 0,0-9 0,-5-3 0,-1 3 0,-7-8 0,10 2 0,-9-12 0,-1-6 0,-2-11 0,-2-3 0</inkml:trace>
  <inkml:trace contextRef="#ctx0" brushRef="#br0" timeOffset="64">22302 12792 8912,'-42'-17'0,"8"-1"0,0 1 0,7 2 0,10 3 0,1 3 0,5 3 0,11 4 0,11-4 0,6 5 0,6 1 0,12 1 0,11 5 0,2-2 0,-3 7 0,-3-7 0,1 12 0,1-7 0</inkml:trace>
  <inkml:trace contextRef="#ctx0" brushRef="#br0" timeOffset="65">22836 12981 8912,'-23'17'0,"0"0"0,0-5 0,8-1 0,1 1 0,3-3 0,5 6 0,-5-3 0,7 3 0,-2 2 0,-1 1 0,1-1 0,2 0 0,2 0 0,2 0 0,0 1 0,0-1 0,0 0 0,0-8 0,0-1 0,0-8 0,0-8 0,0-3 0,0-12 0,0-6 0,6-3 0,0-2 0,5 1 0,-3 3 0,1 3 0,5 2 0,1 2 0,2 6 0,0 2 0,0 3 0,3-1 0,3 7 0,-2 0 0,7 6 0,1 8 0,5 3 0,3 5 0,3 1 0,-2 0 0,8 0 0,-6-5 0,6-1 0,0-7 0,4 2 0,-3-4 0,-1-2 0,-9-8 0,-3-4 0,-5-3 0,-6-2 0,-12-6 0,1 0 0,-9-5 0,-3 5 0,-5-2 0,-1 2 0,-9 9 0,-3-3 0,1 12 0,-8-1 0,2 4 0,1 2 0,-7 8 0,6 3 0,0 4 0,6 2 0,0 6 0,-1 0 0,7 0 0,-1-6 0,9 1 0,-3-1 0,4 0 0,2 0 0,0-5 0,2-3 0,4-1 0,3-2 0,8-6 0,1-8 0,-1-4 0,0-3 0,0-2 0,0-6 0,1 0 0,-1-5 0,0 5 0,-6 0 0,1 5 0,-6 7 0,5 0 0,-5 7 0,3 0 0,-1 8 0,0 11 0,-3 8 0,-3 13 0,4-1 0,4 9 0,1-4 0,4 6 0,3-6 0,1 0 0,4-6 0,-2-7 0,7-4 0,1-12 0,6-7 0,-1-10 0,0-11 0,-1-10 0,-4-13 0,3-6 0,-3-11 0,-4 2 0,-2-8 0,-4-6-247,-2-6 1,-2-14 246,-3-3 0,-5 43 0,-1-1 0,-2-1 0,-2 0 0,0-44 0,-6 9 0,0 13 0,-7 22 0,-1 12 0,-5 28 0,0 7 0,-1 16 0,1 3 0,0 19 0,0 6 0,0 18 0,1 3 0,5 8 0,-3 13 0,9 4 0,-1 4 0,6-4 0,0 0 0,0-1 0,0 1-164,0 0 0,8-9 164,3-8 0,4-8 0,3-10 0,-3-9 238,-4-7 0,5-10-238,-5-14 0,10-5 0,6-14 0,4-11 0,5-13 0,2-18 0,-3 4 0,-1-4 0</inkml:trace>
  <inkml:trace contextRef="#ctx0" brushRef="#br0" timeOffset="66">24953 12465 8912,'-18'0'0,"1"-2"0,0-4 0,0 4 0,0-5 0,1 5 0,5-4 0,3 4 0,8-3 0,0 10 0,2 5 0,4 7 0,-2 0 0,7 0 0,-1 6 0,1 0 0,4 15 0,-5-1 0</inkml:trace>
  <inkml:trace contextRef="#ctx0" brushRef="#br0" timeOffset="67">24901 13032 8912,'-17'8'0,"0"-6"0,5 6 0,1-8 0,7 0 0,-4 0 0,8 0 0,6-2 0,0-4 0,7 2 0,-2-7 0,-1 5 0,1-6 0,1 7 0,5-7 0,0 1 0,1-6 0</inkml:trace>
  <inkml:trace contextRef="#ctx0" brushRef="#br0" timeOffset="68">24918 12620 8912,'-17'-17'0,"2"-1"0,3 1 0,-3 0 0,3 0 0,5 7 0,-1 3 0,8 14 0,0 5 0,2 3 0,4 2 0,3 0 0,7 1 0,-3 1 0,-2 4 0,-1-4 0,2 4 0,3 3 0,-6 1 0</inkml:trace>
  <inkml:trace contextRef="#ctx0" brushRef="#br0" timeOffset="69">24815 13187 8912,'-27'2'0,"4"4"0,4-4 0,2 3 0,0-3 0,7-4 0,4-3 0,6-5 0,6-7 0,4 0 0,7 0 0,6-1 0,0 1 0,7-8 0,-3-1 0</inkml:trace>
  <inkml:trace contextRef="#ctx0" brushRef="#br0" timeOffset="70">26949 13101 8912,'-16'-27'0,"3"3"0,4-1 0,1-2 0,4-2 0,2 1 0,2-3 0,0 1 0,0-1 0,0 2 0,0-1 0,0-3 0,0-1 0,0 5 0,0 3 0,0 1 0,0 4 0,0 2 0,-2 9 0,-3 4 0,3 20 0,-4 9 0,4 22 0,2 13 0,-2 14 0,-4 9 0,2 3-255,-7 2 0,5 3 255,-5-3 0,-1 8 0,-3-16 0,2-7 0,1-10 0,-1-11 0,-10-10 0,4-4 0,-4-19 0,9-3 0,3-18 0,-2-8 0,-3-10 0,5-22 0,-1-8 0,8-19 0,-1-3 0,3-8 0,2-4 0,0-6 0,2 2 0,3 6 0,7 8 0,5 13 0,6 5 0,4 14 0,7 10 0,1 9 255,-1 14 0,1 3-255,-1 8 0,-2 8 0,-3 3 0,-2 10 0,-4 2 0,-4 8 0,2-3 0,-6 5 0,-3 1 0,-8-5 0,1 0 0,-10-1 0,-7 7 0,-11-1 0,-6 0 0,-3 1 0,-2-1 0,-8-5 0,-4-1 0,2-1 0,-2 2 0,8-4 0,-3-8 0,7 0 0,5 0 0,4-7 0,18-1 0,7-3 0,9 4 0,14 7 0,6 0 0,11 0 0,-2 0 0,8 1 0,0-1 0,6 0 0,-1 0 0,1 0 0,0-7 0,-1-4 0,1-4 0,-1-2 0,1-8 0,-2-5 0,0-8 0,1-8 0,-9-5 0,10-7 0,-12 3 0,0-8 0,-9 1 0,-3-7 0,-8 8 0,-3 4 0,-8 9 0,-9 3 0,-9 12 0,-8-1 0,-3 6 0,-8-1 0,-1 7 0,-5 10 0,-1 9 0,1 7 0,-4 5 0,3 9 0,-3-1 0,9 1 0,4 5 0,2-2 0,4-4 0,2-3 0,8-4 0,3 1 0,4-5 0,2-4 0,2-9 0,4-4 0,3-5 0,8-1 0,1-1 0,-1-5 0,6-4 0,0-7 0,0-6 0,-6 0 0,6 0 0,0 6 0,0 0 0,-6 5 0,0 1 0,0 7 0,0 2 0,1 8 0,-7 9 0,1 1 0,1 5 0,2 0 0,3 0 0,-1 2 0,2-4 0,4 4 0,4-4 0,7-4 0,0-2 0,1-1 0,-1-8 0,1 1 0,-1-5 0,0-5 0,-7-7 0,-4-11 0,4-4 0,0-7 0</inkml:trace>
  <inkml:trace contextRef="#ctx0" brushRef="#br0" timeOffset="71">28239 12964 8912,'-23'-25'0,"1"8"0,-1 1 0,5 11 0,1-1 0,0 6 0,-6 4 0,0 7 0,-6 4 0,6 18 0,2 5 0,2 4 0,4 4 0,4 6 0,-3 5 0,8 0 0,1 6 0,7-4 0,3-1 0,7-5 0,5-5 0,6-14 0,0-1 0,11-4 0,-3-7 0,11-10 0,0-6 0,4-4 0,4-10 0,1-4 0,9-10 0,1-9 0,2-9 0,0-12 0,-8-7 0,3-10 0,-12-5-167,-6-1 1,-13 3 166,-10 9 0,-2 0 0,-9 11 0,-4 6 0,-14 17 0,1 7 0,-14 12 0,0 10 0,-4 10 0,-9 20 0,-2 10 0,-8 10 0,2 7 0,4 12 0,2 11 0,6 2 0,7-1 0,10-9 0,9-7 0,23-6 0,14-7 0,19-10 0,15-8 0,11-7-246,7-10 1,5-7 245,6-4 0,-42-5 0,3 0 0,4-1 0,1 0 0,-3-3 0,0 0 0,0-1 0,-1-2 0,-1-1 0,0-1 0,-4 3 0,-1-2 0,1-3 0,0-1 0,0 2 0,1-1 0,1 0 0,-1-1 0</inkml:trace>
  <inkml:trace contextRef="#ctx0" brushRef="#br0" timeOffset="72">32370 10144 8912,'-27'8'0,"2"3"0,0 6 0,-4 6 0,-1 8 0,1 7 0,-3 6 0,3 7 0,-4 3 0,-1 3 0,1-3 0,5 5 0,3-2 0,0 1 0,0 5 0,-3-6 0,-13 0 0,5-5 0</inkml:trace>
  <inkml:trace contextRef="#ctx0" brushRef="#br0" timeOffset="73">26519 11176 8912,'-18'-23'0,"1"0"0,2 2 0,1 3 0,5 5 0,1 2 0,3 9 0,5 2 0,0 9 0,1 16 0,3 10 0,2 10 0,-2 11 0,0-1 0,-1 6 0,5 0 0,2 1 0,-6 1 0,1 5 0,5-6 0,-1-5 0,3-6 0,-1-5 0,3-4 0,9-7 0,-2-16 0,7-8 0,1-9 0,5-8 0,3-5 0,1-12 0,0-8 0,-5-7 0,-1 2 0,-9-4 0,-7-4 0,-11-2 0,-3 4 0,-17 0 0,-4 8 0</inkml:trace>
  <inkml:trace contextRef="#ctx0" brushRef="#br0" timeOffset="74">26536 11554 8912,'-17'42'0,"-1"-8"0,7-7 0,-1-10 0,9-7 0,-5-3 0,18-7 0,7-2 0,9-3 0,9-11 0,5-7 0,-2 1 0,8 4 0,-8-5 0,3 1 0,-5 1 0,-2 1 0,-3 9 0,-8-1 0,-8 1 0,-15-6 0,0 0 0</inkml:trace>
  <inkml:trace contextRef="#ctx0" brushRef="#br0" timeOffset="75">26260 11399 8912,'-26'-17'0,"3"0"0,6-1 0,5 1 0,6 0 0,22 0 0,12 0 0,20-8 0,15-4 0,4-3 0,2-1 0,2 3 0,3 1 0,-1 8 0,7-2 0,-9 10-397,-2 1 397,-8 8 0,-9-3 0,-1 7 0</inkml:trace>
  <inkml:trace contextRef="#ctx0" brushRef="#br0" timeOffset="76">27207 11330 8912,'-27'10'0,"-5"-1"0,3-3 0,2-2 0,-1 7 0,-1 1 0,-6 5 0,-3 6 0,4 0 0,-3 7 0,14-3 0,2 2 0,2 0 0,4-1 0,4 7 0,3-9 0,8-3 0,2-4 0,4-1 0,3-9 0,8-3 0,2-4 0,4-2 0,-2-8 0,8-3 0,0-12 0,5-6 0,-5-3 0,0-3 0,-8-5 0,2 0 0,-4-6 0,-2 6 0,-2-8 0,-3 2 0,1 2 0,-7 0 0,-2 2 0,-3 4 0,-1 4 0,0 5 0,0 10 0,0 8 0,-5 9 0,-1 2 0,-2 17 0,3 17 0,3 8 0,-4 10 0,4 0 0,2 1 0,0 2 0,0 3 0,0-1 0,0-5 0,0-8 0,0-4 0,8-4 0,3-2 0,10-7 0,4-6 0,0-8 0,0-7 0,3-12 0,-5-5 0,6-12 0,-6-6 0,0-3 0,-6-2 0,-1-7 0,-5 1 0,2 0 0,-7 6 0,0-1 0,-6 1 0,0 7 0,0 4 0,0 4 0,0 10 0,0 5 0,0 15 0,-2 5 0,-4 18 0,4-3 0,-3 9 0,3-2 0,2 2 0,0-4 0,0 4 0,2-5 0,3-6 0,5 1 0,9-7 0,4-2 0,-10-10 0,4-5 0,3-12 0,3-5 0,0-6 0,-6-6 0,-6 2 0,1-8 0,-7 1 0,5-7 0,-2 3 0,-5 3 0,-1-2 0,-2 9 0,0 4 0,0 7 0,0 7 0,0-4 0,0 16 0,0 5 0,0 7 0,0 2 0,0 7 0,0-6 0,2 0 0,4-6 0,4 0 0,7 1 0,0-3 0,0-4 0,0-3 0,1-8 0,-1 0 0,0 0 0,-2-2 0,-3-4 0,1-5 0,-7-12 0,5 4 0,-5-4 0,-2 4 0,-2 2 0,0 1 0,3 5 0,-3-4 0,6 13 0,-8-4 0,0 12 0,0 5 0,0 10 0,0 4 0,0 2 0,2-1 0,4 3 0,-2 4 0,7-5 0,0 3 0,7-3 0,5 3 0,0-8 0,-2-4 0,-2-6 0,-2-7 0,0-12 0,8-11 0,2-10 0</inkml:trace>
  <inkml:trace contextRef="#ctx0" brushRef="#br0" timeOffset="77">28067 11433 8912,'-11'0'0,"1"2"0,3 4 0,1-4 0,4 11 0,-4-7 0,4 0 0,-5-6 0,7 0 0,0 0 0,7 7 0,-3-5 0,8 4 0,-1-4 0,6 0 0,1 2 0,-1 1 0,0-1 0,2-2 0,4-2 0,-4 0 0,4 0 0,2 0 0,-2 0 0,2 0 0,-2 0 0,-4 0 0,6-7 0,-16 3 0,-3-8 0,-14 8 0,-9-1 0,-2 3 0,-10 2 0,1 7 0,-7 5 0,7 5 0,-1 6 0,2 4 0,-2 7 0,-1 1 0,7-1 0,6 0 0,7 1 0,2-1 0,5 0 0,1-7 0,2-4 0,9-6 0,8-5 0,5-6 0,12-12 0,-3-6 0,9-11 0,-4-3 0,-2-9 0,-1-5 0,-4 0 0,-5-2 0,-6 2 0,-3 4 0,-2-4 0,-3 3 0,-2 3 0,-3 7 0,-5 4 0,-2 12 0,-3 5 0,-5 4 0,-7 12 0,2 7 0,1 10 0,3 5 0,7 8 0,-2 0 0,4 0 0,2-5 0,8-3 0,3-3 0,12 1 0,6-7 0,11-7 0,6-11 0,-2-3 0,2-2 0,-2-13 0,2-4 0,-4-20 0,-8 1 0</inkml:trace>
  <inkml:trace contextRef="#ctx0" brushRef="#br0" timeOffset="78">28911 11107 8912,'-18'-10'0,"1"4"0,6 14 0,-1 9 0,3 10 0,-3 13 0,5 6 0,-1 4 0,6 1 0,-4 1 0,6-1 0,6 1 0,-2 0 0,7-1 0,-7 1 0,2-3 0,-4-3 0,-2-6 0,-8-11 0,-3-6 0,-5-6 0,-1-5 0,-6-5 0,0-7 0,-5-9 0,5-8 0,-6-3 0,6-8 0,6 1 0,5-2 0,8-3 0,-1 3 0,3-1 0,6-1 0,5 4 0,8 3 0,10 1 0,-4 5 0,8 7 0,-3-1 0,5 9 0,1-5 0,1 2 0,-1 1 0,1-1 0,-1 6 0,0 0 0,1 0 0,-1 6 0,1-1 0,-7 7 0,-3-5 0,-4 3 0,-5 3 0,-9-3 0,5 1 0,-9 1 0,3 5 0,-4 6 0,-2 0 0,-2 0 0,-4-6 0,5 2 0,-5 4 0,4-4 0,2 6 0,0-8 0,0 0 0,2-7 0,4-4 0,3-5 0,8-1 0,1-1 0,-1-5 0,0-4 0,0-7 0,0-2 0,1-4 0,-3 10 0,-4-4 0,3 3 0,-7-1 0,3 3 0,-6-3 0,3 13 0,-5-7 0,4 3 0,4 4 0,9-8 0,4 5 0,-2 3 0,7-4 0,1-2 0,6 3 0,1 1 0,4 2 0,-2 2 0,8 0 0,-8 0 0,3 0 0,-7 0 0,-5 0 0,-5 8 0,-6 3 0,-1 4 0,-8 8 0,-3 0 0,-4 0 0,-2-6 0,0 1 0,0-1 0,-8 0 0,-3 0 0,-4 0 0,-3 0 0,1-7 0,0-4 0,-8-4 0,-3-2 0,3 0 0,-15-16 0,3-3 0</inkml:trace>
  <inkml:trace contextRef="#ctx0" brushRef="#br0" timeOffset="79">29358 11365 8912,'-34'-25'0,"-1"6"0,1-4 0,7 4 0,4 2 0,12 5 0,5 1 0,4 7 0,19-4 0,12 8 0,11 0 0,12 0 0,7 0 0,4 0 0,2 0 0,-2 0 0,4 0 0,-6 0 0</inkml:trace>
  <inkml:trace contextRef="#ctx0" brushRef="#br0" timeOffset="80">30494 11055 8912,'-35'-17'0,"1"7"0,0 5 0,-1 7 0,1 11 0,-1 16 0,1 13 0,7 13 0,4 2 0,12 8 0,5-2 0,4-1 0,4 1 0,6 0 0,9-2 0,8-8 0,9-7 0,6-13 0,2-1 0,2-7 0,4-10 0,-4-5 0,2-10 0,-6-8 0,6-3 0,-8-12 0,2-6 0,-11-3 0,-6-3 0,-12 1 0,-5-1 0,-4 1 0,-2 0 0,-8 7 0,-3 4 0,-6 6 0,-6 5 0,-2-1 0,-4 7 0,-3 2 0,5 12 0,-2 7 0,1 6 0,7 10 0,-2-2 0,11 5 0,6 6 0,8-4 0,10 4 0,13-3 0,11-3 0,8-7 0,8-4 0,-1-12 0,3-5 0,-1-6 0,-1-6 0,-4-5 0,-14-12 0,1-12 0,-1-8 0</inkml:trace>
  <inkml:trace contextRef="#ctx0" brushRef="#br0" timeOffset="81">31062 11571 8912,'-8'-17'0,"6"7"0,-7 3 0,3 7 0,4 2 0,-4 3 0,4 7 0,2 11 0,0-2 0,0 7 0,2 1 0,4 5 0,-4 1 0,4-1 0,1-7 0,-1-4 0,7-4 0,-1-2 0,3-7 0,4-5 0,4-3 0,6-2 0,-2-9 0,1-8 0,1-8 0,3-12 0,-1-1 0,-2-2 0,-3 0 0,3 6 0,-4 7 0,-8 4 0,-7 4 0,5 9 0,-13 5 0,4 10 0,-2 7 0,1 11 0,-1-2 0,8 7 0,-3-7 0,3 2 0,3 0 0,-2-4 0,6-3 0,4-1 0,0-8 0,-5-1 0,4-4 0,1-2 0,0-8 0,-5-3 0,-1-4 0,0-2 0,-2-6 0,-3 0 0,-3 0 0,-5 4 0,2-4 0,-8 4 0,-9 1 0,-11 13 0,0 3 0,0 2 0,-2 9 0,1 9 0,-2 1 0,2 9 0,4 1 0,-4 5 0,11 1 0,7-1 0,3 0 0,2 1 0,9-3 0,8-3 0,10-4 0,13-8 0,6-7 0,12-5 0,-3-5 0,6-7 0,0-12 0,1-14 0,-7-9 0,2-10 0,-5-1-134,-6-4 1,-4 1 133,-8-7 0,-1-7 0,-4-11 0,-6 1-271,-12-6 0,-3 2 271,-8-13 0,5 16 0,1 7 0,-8 28 0,-9 23 0,-4 14 0,-5 18 0,-3 16 0,-5 19 0,-5 17 0,-1 19 0,-1 8-205,18-37 0,0 1 1,0 3-1,2-1 205,0 1 0,1-1 0,1 1 0,1-1 0,2-3 0,3 1 0,1 2 0,2 1 0,0-1 0,2 1 0,5 2 0,4 1 0,3-3 0,3-2 0,3-5 0,2-2 0,6 0 0,2-2 0,28 30 0,9-1 0,-26-38 0,0 1 0</inkml:trace>
  <inkml:trace contextRef="#ctx0" brushRef="#br0" timeOffset="82">5903 17090 8912,'-20'0'0,"-2"0"0,2 0 0,-4 0 0,1 0 0,0 0 0,2 0 0,1 0 0,9-6 0,0 1 0,-1-1 0,3-2 0,-5 4 0,8-7 0,1 5 0,7-5 0,3-3 0,7 5 0,11-3 0,-2 1 0,7-6 0,3 1 0,2 5 0,1-4 0,0 3 0,3-1 0,3 1 0,-4 5 0,4 7 0,2 0 0,0 0 0,-1 2 0,-5 3 0,-5 5 0,-7 15 0,3 1 0</inkml:trace>
  <inkml:trace contextRef="#ctx0" brushRef="#br0" timeOffset="83">5920 17348 8912,'-35'44'0,"1"-10"0,0-11 0,-1-11 0,14-5 0,4-7 0,21-7 0,7-5 0,14-11 0,15-5 0,0-5 0,12-1 0,-6-1 0,5 1 0,1 5 0,-6 3 0,4 1 0,1 4 0,-1-2 0,-4 6 0,-10-4 0,-7 9 0,-16-3 0,3-2 0</inkml:trace>
  <inkml:trace contextRef="#ctx0" brushRef="#br0" timeOffset="84">6006 16660 8912,'-10'0'0,"-5"0"0,11 10 0,-7 7 0,5 12 0,-6 16 0,9 11 0,-3 18 0,4 10 0,4 8 0,2-2 0,1-2 0,15-4 0,-3-4 0,4-13 0,-4-16 0,0-9 0,0-13 0,1 0 0,-1-12 0,0-11 0,0-14 0,-5-15 0,-1-23 0,1-15 0,5-17 0</inkml:trace>
  <inkml:trace contextRef="#ctx0" brushRef="#br0" timeOffset="85">6247 16437 8912,'-27'17'0,"2"0"0,8 0 0,0 4 0,-1 8 0,7 3 0,0 20 0,7 3 0,-2 14 0,14 6 0,9 1 0,10 0 0,5 1 0,3-3 0,-1-5 0,2-2-114,4-4 0,-3 0 114,3-11 0,-4 1 0,-1-13 0,-7-7 0,-1-12 0,-2-8 0,-2-21 0,-6-11 0</inkml:trace>
  <inkml:trace contextRef="#ctx0" brushRef="#br0" timeOffset="86">6832 16781 8912,'9'0'0,"-1"0"0,-8 0 0,0 7 0,0 8 0,2 12 0,4 6 0,-2-1 0,9 14 0,4 2 0,4 1 0,4-5 0,-2-4 0,-4-3 0,4-3 0,2-13 0,-2-4 0,-6-11 0,-5 0 0,-3-14 0,3-9 0,1-10 0,-5-11 0,-1-4 0,1-2 0,-2-2 0,-6-5 0,0-1 0,0 0 0,0 9 0,0 2 0,0 5 0,0 4 0,2 1 0,3 2 0,7 16 0,11 2 0,-4-1 0,13 10 0,-5-5 0</inkml:trace>
  <inkml:trace contextRef="#ctx0" brushRef="#br0" timeOffset="87">7744 16832 8912,'-8'10'0,"-3"-5"0,-10-3 0,-2-2 0,-6 0 0,6 0 0,-7 0 0,1 0 0,-6 8 0,-5 3 0,10 5 0,-5 1 0,12 6 0,2 2 0,6-1 0,4 1 0,7 4 0,-2-6 0,4-6 0,2-5 0,0-1 0,8-1 0,1-3 0,9-7 0,-1-2 0,0-3 0,-6-5 0,1-7 0,-1-2 0,7-4 0,-1 4 0,0-4 0,-6 4 0,1 1 0,-3 7 0,3 0 0,3 5 0,-3-6 0,-3 9 0,3-3 0,-7 4 0,7 4 0,1 4 0,3 5 0,1 6 0,0 6 0,2-2 0,4 8 0,-2-1 0,8 7 0,0-8 0,5-5 0,0-4 0,3-7 0,1-5 0,2-4 0,-2-4 0,-9-4 0,4-11 0,-5-12 0,-3-3 0,-2-3 0,-6 1 0,-5-2 0,-7-2 0,-3-3 0,-4 3 0,-3 10 0,-11 3 0,-7 8 0,-5 7 0,5 4 0,-8 6 0,3 6 0,3 11 0,2 12 0,6-2 0,5 1 0,-1-1 0,7 4 0,2-5 0,2-1 0,10-2 0,3-6 0,5 0 0,1 1 0,8-7 0,3 1 0,5-9 0,1 3 0,1-6 0,-1-6 0,-1-3 0,-5-8 0,5-1 0,-6 3 0,-1 2 0,-3 1 0,-5 7 0,-7-7 0,4 8 0,-5-3 0,-1 9 0,-3 3 0,-2-1 0,2 8 0,-4-1 0,3 6 0,-3 0 0,6-7 0,1 5 0,9-13 0,-1 4 0,0-4 0,6-4 0,0-4 0,0 4 0,-6-3 0,0-5 0,1 8 0,-1-4 0,0 4 0,-2 4 0,-3 4 0,3 4 0,-13 7 0,4 0 0,1 0 0,-1 0 0,2 1 0,-3-1 0,-3 0 0,4 0 0,-4 0 0,6-7 0,-5-2 0,9-8 0,-6 0 0,5 0 0,-7 0 0,11 0 0,-5 0 0</inkml:trace>
  <inkml:trace contextRef="#ctx0" brushRef="#br0" timeOffset="88">8811 16523 8912,'-35'0'0,"3"0"0,3 2 0,6 3 0,4-1 0,2 8 0,5-7 0,1 7 0,7-7 0,-2 7 0,12-8 0,4 3 0,7-7 0,-6 0 0,1-2 0,1-3 0,-5-5 0,-2-7 0,-4 6 0,-2-1 0,0 1 0,0-7 0,0 9 0,0 9 0,0 9 0</inkml:trace>
  <inkml:trace contextRef="#ctx0" brushRef="#br0" timeOffset="89">9275 17056 8912,'-28'-12'0,"-1"1"0,6 1 0,-6-1 0,7 3 0,-7 8 0,6 0 0,-6 0 0,6 0 0,-3 2 0,3 4 0,7 5 0,-1 4 0,6 3 0,3-1 0,2 0 0,4 0 0,2 0 0,0 1 0,2-9 0,4-3 0,-2-4 0,7-2 0,1 0 0,5 0 0,0-2 0,0-2 0,1-2 0,-7-1 0,0 1 0,1 4 0,5-4 0,0 4 0,1 2 0,-1 0 0,-2 2 0,-3 4 0,3-4 0,-4 6 0,5-3 0,1 1 0,0 2 0,0-3 0,0-3 0,1 4 0,7-4 0,3-2 0,5 0 0,1 0 0</inkml:trace>
  <inkml:trace contextRef="#ctx0" brushRef="#br0" timeOffset="90">9637 16540 8912,'-21'-33'0,"4"5"0,-4 5 0,9 11 0,4-3 0,1 13 0,7 4 0,0 13 0,0 8 0,0 4 0,0 7 0,0 6 0,2 6 0,3-4 0,5 0 0,0 0 0,-1 6 0,-3-2 0,-2-4 0,7-2 0,-7-4 0,2-1 0,-4-8 0,-2-5 0,0-2 0,0-11 0,0-3 0,0-12 0,5-5 0,1-12 0,6 2 0,-5-8 0,3-1 0,3-3 0,4 1 0,6 3 0,-4 4 0,4 8 0,2 0 0,-2 0 0,6 7 0,-6 4 0,0 4 0,-6 2 0,-2 2 0,-3 4 0,1 9 0,-7 8 0,0 8 0,-6-3 0,-8 5 0,-5 1 0,-7 1 0,-2-1 0,-11 0 0,-1 1 0,5-3 0,-6-3 0,7 1 0,-1-7 0,4-2 0,8-9 0,0-4 0,7-24 0,3-3 0</inkml:trace>
  <inkml:trace contextRef="#ctx0" brushRef="#br0" timeOffset="91">10170 16265 8912,'-5'-27'0,"-1"4"0,-8 4 0,11 9 0,-9 5 0,6 12 0,-5 10 0,5 10 0,-5 13 0,7 4 0,-2 8 0,4 7 0,2 4 0,2-2 0,4 2 0,3 2 0,1 2 0,11-6 0,-4-3 0,10-5 0,-4-1 0,8-10 0,-5-8 0,3-9 0,0-6 0,-1-9 0,7-5 0,-1-5 0,1-5 0,-1-7 0,0-3 0,-5-4 0,0-4 0,-8-2 0,2-4 0,-6-3 0,-5 3 0,-5-5 0,-7-6 0,-7 9 0,-5-3 0,-5 11 0,-6 0 0,2 6 0,-8 5 0,6 6 0,-5 12 0,-1 13 0,-6 16 0,3 9 0,3 5 0,-1 5 0,7 3 0,6-2 0,5 9 0,8-1 0,-2 5 0,14-7 0,9-3 0,8-14 0,10-10 0,1-9 0,4-14 0,4-3 0,8-8 0,7-10 0,4-7 0,2-8 0,-2-9 0,-7 0 0,-9-1 0,-6 7 0,-13-1 0,3 2 0,-8-1 0,-6-3 0,-6 8 0,-7 0 0,2 6 0,-4 0 0,-2 0 0,0 7 0,0 2 0,0 1 0,-8 5 0,6-8 0,-3 5 0,1 1 0,-2-8 0,4 7 0,-4-7 0,-1 6 0,1-5 0,-7 7 0,3-4 0,-7 8 0,0 0 0,7 2 0,4 4 0,-1-2 0,-1 7 0,0 3 0,1 1 0,1 2 0,6 0 0,0 1 0,0-1 0,2 2 0,4 4 0,3-4 0,9 4 0,-7-4 0,0-2 0,1 0 0,5 1 0,0-1 0,1 0 0,-3 0 0,-4 0 0,3-5 0,-9-1 0,1 1 0,-6 5 0,-2-2 0,-3-3 0,-7 1 0,-11-7 0,2 1 0,-8-1 0,6-4 0,-5 4 0,7-4 0,-2 0 0,4 3 0,9-3 0,2 6 0,8-8 0</inkml:trace>
  <inkml:trace contextRef="#ctx0" brushRef="#br0" timeOffset="92">12098 17021 8912,'-18'-7'0,"1"-3"0,0-5 0,0 3 0,7 5 0,5 7 0,10 0 0,9 2 0,14 1 0,13 3 0,6-2 0,15 4 0,6-3 0,5-1-295,13-10 1,0 3 294,-35-2 0,1-2 0,1-1 0,0-1-191,4-2 0,0-1 0,2-3 0,-1-1 191,-3 2 0,-1 0 0,38-11 0,-18 2 0,-20-2 0,-22 2 0,-13 2 0,-21 10 0,-20 5 0,-7-2 0,-17 3 0,2-1 0,-4 6 0,4 2 0,2 4 0,-6 3 271,2 8 0,2 1-271,-1-1 0,4 6 405,-4 0 1,6 7-406,-1-1 0,4-4 0,1-1 0</inkml:trace>
  <inkml:trace contextRef="#ctx0" brushRef="#br0" timeOffset="93">7417 6877 8912,'-10'-2'0,"5"-3"0,3-7 0,2 5 0,0-1 0</inkml:trace>
  <inkml:trace contextRef="#ctx0" brushRef="#br0" timeOffset="94">7469 6688 8912,'7'-19'0,"5"-2"0,3-2 0,2 0 0,0 6 0,-1 0 0,-5 0 0,3 11 0,-9 12 0,1 3 0,-6 16 0</inkml:trace>
  <inkml:trace contextRef="#ctx0" brushRef="#br0" timeOffset="95">7520 6774 8912,'-17'-34'0</inkml:trace>
  <inkml:trace contextRef="#ctx0" brushRef="#br0" timeOffset="96">6918 8476 8912,'9'8'0,"5"-8"0,-8 0 0,-3-10 0,5 1 0,-2-3 0,-2-1 0,-2-2 0,-2-3 0,0 9 0,0 9 0,3 9 0,9 1 0,7 5 0,15-5 0</inkml:trace>
  <inkml:trace contextRef="#ctx0" brushRef="#br0" timeOffset="97">9482 9955 8912,'-17'6'0,"1"1"0,5 3 0,3 3 0,1 2 0,5 3 0,-4-1 0,4 0 0,2 0 0,2 0 0,4 1 0,3-1 0,9 0 0</inkml:trace>
  <inkml:trace contextRef="#ctx0" brushRef="#br0" timeOffset="98">8209 11141 8912,'0'12'0,"0"-1"0,0 2 0,-8 10 0,-2 4 0</inkml:trace>
  <inkml:trace contextRef="#ctx0" brushRef="#br0" timeOffset="99">12373 11021 8912,'17'17'0</inkml:trace>
  <inkml:trace contextRef="#ctx0" brushRef="#br0" timeOffset="100">12373 11004 8912,'0'-18'0,"0"1"0,0 6 0,-2 3 0,-2 6 0,-1 10 0,-9-2 0,5 1 0</inkml:trace>
  <inkml:trace contextRef="#ctx0" brushRef="#br0" timeOffset="101">12253 11090 8912,'-18'0'0,"1"0"0,0-8 0,0-2 0</inkml:trace>
  <inkml:trace contextRef="#ctx0" brushRef="#br0" timeOffset="102">8432 12706 8912,'8'9'0,"3"-3"0,5-4 0,1-2 0,0 0 0,-5-8 0,-1-1 0,1-3 0,-3 1 0,4-1 0,-5-5 0,2 0 0,-7 0 0,5 0 0,-2-1 0,0 1 0,-1 8 0,-5 1 0</inkml:trace>
  <inkml:trace contextRef="#ctx0" brushRef="#br0" timeOffset="103">8587 12517 8912,'0'17'0,"0"0"0,0 0 0,0 8 0,8-6 0,1 6 0</inkml:trace>
  <inkml:trace contextRef="#ctx0" brushRef="#br0" timeOffset="104">7572 14098 8912,'0'-23'0,"0"1"0,0 1 0,0 1 0,0 13 0,0 7 0,0 9 0,0 7 0,0 1 0,0 0 0,0 0 0,0 0 0,0 1 0,0-9 0,0-1 0</inkml:trace>
  <inkml:trace contextRef="#ctx0" brushRef="#br0" timeOffset="105">9637 13789 8912,'0'11'0,"-2"1"0,-4 1 0,2-3 0,-5 1 0,-1 1 0,1-3 0,5 7 0,-2-5 0,4-3 0,2-1 0,0-7 0</inkml:trace>
  <inkml:trace contextRef="#ctx0" brushRef="#br0" timeOffset="106">12820 13806 8912,'18'10'0,"-3"-7"0,-4-6 0,-5-9 0,-4 3 0,-2-3 0,-2 8 0,-4-1 0,3 5 0,-9 3 0,-1 5 0,-3 2 0,-1-7 0,0 5 0</inkml:trace>
  <inkml:trace contextRef="#ctx0" brushRef="#br0" timeOffset="107">17054 13686 8912,'17'-17'0,"-6"-1"0,-1 1 0,0 2 0,-1 3 0,-13 5 0,-3 7 0,-12 0 0,-8 0 0,-8 0 0</inkml:trace>
  <inkml:trace contextRef="#ctx0" brushRef="#br0" timeOffset="108">9069 15199 8912,'0'-54'0,"0"-1"0,0 1 0,2 12 0,4 17 0,5 16 0,4 7 0,10 12 0,0 5 0,-4 6 0,2 2 0,-13-6 0</inkml:trace>
  <inkml:trace contextRef="#ctx0" brushRef="#br0" timeOffset="109">14748 16505 8912,'-6'-17'0,"-2"2"0,1 2 0,-3 3 0,3 4 0,-1 8 0,2 13 0,6 14 0,-2 6 0,-3 5 0,3 4 0,-4 7 0,4 3 0,2 3 0,2-2 0,4 8 0,-3-1 0,9 2 0,-1-2 0,-1-3 0,5-4 0,-3-9 0,-3-10 0,3-7 0,-3-8 0,5 2 0,-3-6 0,3-5 0,-5-5 0,3-7 0,-3-9 0,3-8 0,3-16 0,2-19 0,10-9 0</inkml:trace>
  <inkml:trace contextRef="#ctx0" brushRef="#br0" timeOffset="110">15281 16351 8912,'0'-18'0,"0"-4"0,0-1 0,0 7 0,0 9 0,0 14 0,0 9 0,0 10 0,0 13 0,0 18 0,0 4 0,0 8 0,6 7 0,0 3 0,-2 1 0,-2 0 0,-1 0 0,5 6 0,-2-2-118,7-3 1,-5-13 117,6-10 0,-7-14 0,7-10 0,-1-15 0,14-19 0,2-10 0</inkml:trace>
  <inkml:trace contextRef="#ctx0" brushRef="#br0" timeOffset="111">16176 16884 8912,'-17'0'0,"5"-6"0,1 0 0,7 0 0,-2 5 0,12-3 0,6-2 0,3 2 0,16 0 0,3-1 0,18 1 0,-1-8 0,12 9 0,0-3 0,6-2-169,6 2 0,-3-1 169,9 1 0,-16 4 0,-2-4 0,-10 3 0,-7-3 0,-11 0 0,-12-11 0,-4-4 0,-2-13 0</inkml:trace>
  <inkml:trace contextRef="#ctx0" brushRef="#br0" timeOffset="112">16744 16351 8912,'-34'9'0,"7"1"0,4-4 0,10 11 0,1 11 0,2 14 0,-3 8 0,4 9 0,1 8 0,2 8 0,6 16 0,0-42 0,0 2-264,0 6 1,0 0 0,0-2 0,0-1 263,0 6 0,0 1-257,1 0 0,-2 2 0,-2 1 0,-1 2 0,-1 2 0,0 1 0</inkml:trace>
  <inkml:trace contextRef="#ctx0" brushRef="#br0" timeOffset="113">25779 6894 8912,'0'-11'0,"0"0"0,0-3 0,0-1 0,-6 3 0,-2 3 0,-1 1 0,5 1 0,-2 1 0,2 4 0,-1-4 0,3-3 0,-6 7 0,8-6 0,0 8 0,0 0 0,0-8 0,0 7 0,0-7 0</inkml:trace>
  <inkml:trace contextRef="#ctx0" brushRef="#br0" timeOffset="114">25744 6740 8912,'0'-17'0,"0"7"0,0-5 0,6 5 0,0-7 0,-1 5 0,-5 1 0,0 0 0,0 1 0,0 2 0,2 8 0,4 0 0,4 2 0,7 4 0,2-4 0,4 4 0,0-4 0,11-2 0,4 0 0,14 0 0,7 0 0,4 0 0,6 0 0,6 0 0,-2 0 0,7 0 0,-6-2-312,7-4 0,9 4 312,-39-1 0,1 0 0,-1-1 0,1 1 0,3 0 0,-1 0 0,-1 0 0,-1 0 0,0 3 0,-1 0 0,1 0 0,0 0 0,-1 0 0,1 0 0,-1 0 0,-1 0 0,0 0 0,0 0 0,45 0 0,-1 0 0,0 2 0,-14 4 0,-2-2-93,-20 7 0,3-1 93,2 1 0,8 4 0,15-3 0,6-3 0,-1 3 0,-41-5 0,0 1 0,-1 1 0,-1-1 0,3-1 0,0 0 0</inkml:trace>
  <inkml:trace contextRef="#ctx0" brushRef="#br0" timeOffset="115">28876 6757 8912,'58'3'0,"1"0"0,0 0 0,0-1 0,2 1 0,1-2 0,-2 0 0,0 0 0,-5-1 0,-1 0 0,0 0 0,-1 0 0,39 0 0,0 0 0,-6 0 0,0 0 0,-38-8 0,-10-1 0</inkml:trace>
  <inkml:trace contextRef="#ctx0" brushRef="#br0" timeOffset="116">30270 6740 8912,'59'-12'0,"4"1"0,20-1 0,-3-5 0,12 0 0,-4-2 0,-4-2 0,-4-2 0,8-8 0,-8 3 0,3 3-363,-9 2 1,-3 2 362,3-2 0,-5 2 0,-6-8 0,-5 6 59,-12-5 0,-4-1 0,-6-7 0,2-4-59,2-6 0,8 4 0,-13-12 0,7 5 0,6-1 0,3 0 0,7 4 0</inkml:trace>
  <inkml:trace contextRef="#ctx0" brushRef="#br0" timeOffset="117">31974 5966 8912,'65'-57'0,"4"-1"0,-4-7-501,1 12 0,-12-8 501,3 4 0,-5 3 0,-6-3 0,-12-3 0,-13 3 0,-7 2 161,-9 1 1,-5 3-162,-5-1 0,-7 8 41,-11 4 0,-5-2 1,-11 0-1,-3 0-41,-2 0 0,-3 0 0,-11 2 0,3 4-131,-8-5 0,0-1 131,-6 2 0,0 0 0,0 6 0,0-1 0,0 1 0,1 0 0,-1-1 0</inkml:trace>
  <inkml:trace contextRef="#ctx0" brushRef="#br0" timeOffset="118">31664 4539 8912,'-94'-23'0,"44"11"0,-1 1 0,-5 0 0,-1 1 0,-7 4 0,-2 1 0,-4-3 0,-1 0-643,-4 2 1,0 1 0,0 0-1,-1 0 643,-4-1 0,0 1 0,2 3 0,1 0 0,-1-1 0,1 0 0,3 0 0,1-1 0,3 0 0,0 0 0,0 0 0,1 0-52,-1 1 1,2-1 0,4-2 0,2 0 51,6 3 0,3 1 0,3-2 0,0 0 0,-45 0 0,1-2 37,4 3 0,-5-1-37,46 1 0,0 0 0,-1 2 0,-1 0 0,-1-1 0,0-2 0,-39-3 0,-1 1 0,40 2 0,-1 0 0,-7 1 0,-1 1 0,-4 1 0,-2 0 0,1-2 0,0 0 0,6 1 0,0 0 0,3-1 0,-1 0 0,-2 2 0,0 1 0,-1-3 0,1 0 0,2 2 0,0 0 0,4 1 0,1 0 0,-45 0 0,12 0 0,0 6 0,6-1 0,-6 3 0,-6-2 0,6-2-1,0 7 1,7-5 0,9 5 0,-5 4 0,-5 7 0,-14 4 0,43-9 0,-1 1 0,0 1 0,1 2 133,-4-2 0,1 2 1,1 2-1,2 2-133,2-3 0,1 1 0,4 1 0,2 0 0,-33 22 0,4-4 270,3-7 1,5-3-271,-1-3 0,17 1 308,1-7 0,2 8-308,4-3 0,-8-1 0,2 2 0,-2 1 0,2 3 0,-3 1 0,3 1 0,-4 1 0,-2 4 0,-3 2 0,-1 8 0,1-3 0,-6 1 0,-4-2 0</inkml:trace>
  <inkml:trace contextRef="#ctx0" brushRef="#br0" timeOffset="119">24626 5347 8912,'-35'42'0,"1"-2"0,-1 12 0,9-10 0,3 9 0,4-9 0,1 4 0,3-2 0,4 2 0,5-6 0,4-4 0,2 5 0,0-1 0,6 2 0,1-2 0,3 4 0,3 0 0,3 0 0,1-4 0,0-4 0,0 4 0,6-4 0,0-1 0,6-1 0,-6 1 0,7-5 0,-1 5 0,3-11 0,3 11 0,7-7 0,4 1 0,5 2 0,7-8 0,3 0 0,8-6 0,2-2 0,3-4 0,5 3 0,7-8 0,5-1-247,1-5 1,-6 0 246,-6 0 0,-3 0 0,-2 0 0,-1 0-122,-11 0 0,10 0 122,1 0 0,-1 0 0,-10 0 0,-2 0 0,-3 0 0,5 0 0,4 0 0,2 0 0</inkml:trace>
  <inkml:trace contextRef="#ctx0" brushRef="#br0" timeOffset="120">26415 6774 8912,'27'57'0,"-2"14"0,-15 25 0,-11-1 0,-8-1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3.155"/>
    </inkml:context>
    <inkml:brush xml:id="br0">
      <inkml:brushProperty name="width" value="0.05292" units="cm"/>
      <inkml:brushProperty name="height" value="0.05292" units="cm"/>
      <inkml:brushProperty name="color" value="#3165BB"/>
    </inkml:brush>
    <inkml:brush xml:id="br1">
      <inkml:brushProperty name="width" value="0.05292" units="cm"/>
      <inkml:brushProperty name="height" value="0.05292" units="cm"/>
      <inkml:brushProperty name="color" value="#FF0000"/>
    </inkml:brush>
  </inkml:definitions>
  <inkml:trace contextRef="#ctx0" brushRef="#br0">13922 533 8912,'-8'-17'0,"-3"0"0,3 5 0,0 1 0,1-3 0,-5-1 0,-3 0 0,-2 3 0,5 5 0,1 7 0,5 0 0,-5 0 0,-1 2 0,3 3 0,-7 5 0,5 7 0,-4 10 0,-1 7 0,3 12 0,1 9 0,3 7 0,-3 6 0,5 1 0,7 0 0,0 0 0,0-1 0,9-6 0,8-5 0,3-13 0,8-10 0,1-15 0,5-13 0,7-6 0,-1-6 0,-6-11 0,-7-12 0,-4-5 0,-8-6 0,0 4 0,-9-5 0,-2-1 0,-10 2 0,-5 2 0,-12 9 0,-4-1 0,-7 7 0,-3 8 0,-3 9 0,4 4 0,-4 2 0,-2 8 0,1 3 0,9 12 0,9 6 0,6 1 0,5-1 0,8-6 0,8-4 0,14-2 0,8 0 0</inkml:trace>
  <inkml:trace contextRef="#ctx0" brushRef="#br0" timeOffset="1">14249 774 8912,'-29'34'0,"2"-1"0,2-5 0,4-5 0,2-2 0,2 2 0,8-4 0,3 4 0,4-4 0,2-2 0,8-7 0,7-2 0,8-8 0,5-2 0,-5-4 0,6-6 0,-6-10 0,6-5 0,-6-8 0,-6 3 0,-6 3 0,-7-3 0,2 3 0,-4 4 0,-2 2 0,-2 4 0,-4 2 0,-9 8 0,-8 3 0,-2 4 0,2 2 0,4 8 0,-4 5 0,4 6 0,2 4 0,1 8 0,5-5 0,5 1 0,-3 5 0,-1-5 0</inkml:trace>
  <inkml:trace contextRef="#ctx0" brushRef="#br0" timeOffset="2">14662 997 8912,'0'23'0,"0"0"0,-2 0 0,-4 2 0,2 2 0,-5 7 0,-1 2 0,1 4 0,3 4 0,-6 8 0,9-6 0,-3 0 0,6-6 0,6 6 0,3-8 0,8 2 0,2-17 0,4-6 0,-3-11 0,12-14 0,-5-11 0</inkml:trace>
  <inkml:trace contextRef="#ctx0" brushRef="#br0" timeOffset="3">15281 550 8912,'-7'-9'0,"-5"3"0,3 4 0,-3 2 0,1 0 0,-12 10 0,0 7 0,4 11 0,5 11 0,-1 6 0,5 13 0,-1 7 0,-1 7 0,9-1 0,-3 3 0,12-5 0,5-6 0,6-9 0,6-12 0,2-12 0,4-18 0,3-6 0,-5-12 0,2-8 0,-1-7 0,-7-7 0,2-12 0,-9 1 0,-5-6 0,-1-1 0,-4 2 0,-2 2 0,-2 7 0,-8 3 0,-3 3 0,-10 6 0,-2 12 0,-2 3 0,2 8 0,-2 4 0,-4 8 0,4 5 0,8 11 0,2 5 0,3-4 0,9 1 0,6-1 0,9-6 0,11-12 0,4-3 0,15-8 0,2 0 0</inkml:trace>
  <inkml:trace contextRef="#ctx0" brushRef="#br0" timeOffset="4">16090 395 8912,'-15'2'0,"3"4"0,-1 6 0,7 10 0,0 5 0,6 8 0,0 9 0,0 7 0,0 8 0,0 12 0,0 2 0,0 1 0,6 6 0,0-5 0,7-1 0,-1-5 0,3-15 0,2-9 0,-7-6 0,5-13 0,-5-1 0</inkml:trace>
  <inkml:trace contextRef="#ctx0" brushRef="#br0" timeOffset="5">16417 1032 8912,'0'17'0,"-2"2"0,-4 4 0,-3 5 0,-8 13 0,-1 3 0,1 7 0,6 6 0,1 1 0,3-3 0,3-1 0,2-10 0,2-4 0,7-12 0,-5-3 0,6-8 0</inkml:trace>
  <inkml:trace contextRef="#ctx0" brushRef="#br0" timeOffset="6">17914 533 8912,'10'-11'0,"-4"-1"0,-5-1 0,-1 5 0,-1 0 0,-3 10 0,-2 4 0,0 6 0,6 9 0,0 3 0,0 3 0,-2 2 0,-2 5 0,-1 1 0,1-1 0,2 0 0,2 1 0,-2-1 0,-4 0 0,4-1 0,-3-2 0,3-5 0,2-1 0,0-2 0,0-6 0,7 0 0,3-7 0,9-10 0,4-12 0,-4-18 0,6-6 0</inkml:trace>
  <inkml:trace contextRef="#ctx0" brushRef="#br0" timeOffset="7">18138 688 8912,'10'-17'0,"-3"-1"0,-7 1 0,0 6 0,0-1 0,0 8 0,0-3 0,-6 16 0,1 9 0,-1 4 0,6 7 0,0 4 0,0-5 0,0 5 0,0 1 0,0-1 0,0-5 0,2-3 0,4-8 0,3-1 0,8-5 0,1-3 0,1-8 0,2-4 0,2-8 0,5-7 0,-5-15 0,-2-1 0,-9 1 0,1 0 0,-7-1 0,0 3 0,-6 3 0,-8 1 0,-3 8 0,-5 7 0,-1 3 0,-2 5 0,-4 5 0,4 7 0,-4 5 0,11 3 0,-3 2 0,6 1 0</inkml:trace>
  <inkml:trace contextRef="#ctx0" brushRef="#br0" timeOffset="8">18603 653 8912,'-18'0'0,"1"0"0,0 8 0,0 3 0,0 5 0,-1 1 0,3 2 0,4 4 0,-3 2 0,8 3 0,1 3 0,7-8 0,3-2 0,7-2 0,5-9 0,6-5 0,-2-5 0,8-5 0,-3-5 0,3-7 0,2-8 0,-8-4 0,-2-3 0,-2-3 0,-10 3 0,-3 3 0,-4-3 0,-2 3 0,0 2 0,0-1 0,-8 14 0,-3 3 0,-12 7 0,-6 4 0,3 8 0,-3 3 0,8 12 0,-2 6 0,6 3 0,5 1 0,6-5 0,-3 5 0,-1-6 0</inkml:trace>
  <inkml:trace contextRef="#ctx0" brushRef="#br0" timeOffset="9">18981 860 8912,'-7'9'0,"-1"6"0,-4-3 0,-3 5 0,4 6 0,1 4 0,1 9 0,-1 2 0,0 2 0,7 8 0,-3-2 0,6 2 0,6-2 0,3-1 0,8-10 0,1-5 0,-1-12 0,0-1 0</inkml:trace>
  <inkml:trace contextRef="#ctx0" brushRef="#br0" timeOffset="10">19394 550 8912,'17'-23'0,"-1"-2"0,-5-1 0,-3 12 0,-8 1 0,-2 21 0,-2 9 0,-2 10 0,-1 5 0,1 4 0,-4 2 0,1 3 0,-1 6 0,5-1 0,3-2 0,-4 2 0,-2-2 0,2 2 0,1 7 0,5-7 0,0 0 0,0-12 0,-2-7 0,-4-4 0,4-4 0,-5-17 0,7-4 0</inkml:trace>
  <inkml:trace contextRef="#ctx0" brushRef="#br0" timeOffset="11">19756 481 8912,'-18'0'0,"7"0"0,-1 0 0,3 2 0,-3 4 0,-1-2 0,7 7 0,-5 8 0,5 10 0,2 5 0,2 7 0,2 3 0,0 7 0,0 1 0,0-1 0,8 1 0,3-1 0,3 1 0,-3 0 0,3-8 0,-9-4 0,1-12 0,2-3 0,1-8 0</inkml:trace>
  <inkml:trace contextRef="#ctx0" brushRef="#br0" timeOffset="12">20100 653 8912,'-17'0'0,"-1"2"0,1 4 0,0 5 0,0 5 0,-1 3 0,3 2 0,2 4 0,1 1 0,9 3 0,-3 5 0,6-7 0,6-4 0,3-6 0,8-5 0,6-5 0,2-7 0,2-1 0,3-5 0,-5-6 0,-2-11 0,-4 2 0,-1-7 0,-9 5 0,-3-6 0,-4 2 0,-2-1 0,-8-3 0,-3 8 0,-7 2 0,-5 2 0,4 10 0,-4 3 0,-1 4 0,1 2 0,0 0 0,5 0 0,1 8 0,0 9 0,0 10 0</inkml:trace>
  <inkml:trace contextRef="#ctx0" brushRef="#br0" timeOffset="13">20719 911 8912,'-7'-9'0,"-3"3"0,-7 12 0,0 5 0,-1 12 0,1 4 0,0 7 0,2 1 0,3-1 0,-1 6 0,7 0 0,0 0 0,6-5 0,0-1 0,0 0 0,2-7 0,4-4 0,4-4 0,7-2 0</inkml:trace>
  <inkml:trace contextRef="#ctx0" brushRef="#br0" timeOffset="14">21063 464 8912,'-5'-34'0,"-1"1"0,2 5 0,2 5 0,-4 13 0,1 10 0,1 10 0,2 20 0,2 10 0,0 8 0,0 6 0,0 1 0,0 2 0,0 1 0,0-7 0,0 1 0,0-1 0,2 5 0,2-3 0,1-5 0,-1-4 0,-2 0 0,-2-10 0,0-3 0,0-14 0,0 0 0</inkml:trace>
  <inkml:trace contextRef="#ctx0" brushRef="#br0" timeOffset="15">21287 550 8912,'0'-11'0,"0"-1"0,0 7 0,0-7 0,2 1 0,4-7 0,3 9 0,10 1 0,2 2 0,2 1 0,6-1 0,-6 6 0,0 8 0,-6 5 0,0 8 0,1 8 0,-9 3 0,-3 3 0,-6 1 0,-6 4 0,-3-2 0,-9 8 0,1-8 0,0 0 0,0-5 0,0-4 0,1-8 0,5 2 0,-4-4 0,13-10 0,2-1 0,11-10 0,4-4 0,12-3 0,8-9 0,1-4 0,10-1 0,-6-2 0,6 2 0,-8-4 0,4-7 0,-7-1 0</inkml:trace>
  <inkml:trace contextRef="#ctx0" brushRef="#br0" timeOffset="16">22010 619 8912,'-35'6'0,"3"1"0,1 3 0,3 3 0,1 4 0,-2 6 0,-1-4 0,7 4 0,7-2 0,11 2 0,3-9 0,2 3 0,2-6 0,5 1 0,9-6 0,5-5 0,9-2 0,-1-5 0,-2-9 0,1-8 0,-7-2 0,2 2 0,-5 2 0,-7-8 0,-3 2 0,-8-1 0,5-3 0,1 8 0,-2 0 0,-10 6 0,2 2 0,-7 3 0,-4 7 0,-6 3 0,3 4 0,1 3 0,2 5 0,9 7 0,0 8 0,6 2 0</inkml:trace>
  <inkml:trace contextRef="#ctx0" brushRef="#br0" timeOffset="17">22423 860 8912,'6'-12'0,"-1"1"0,-1-3 0,-2-1 0,-2 4 0,-2 1 0,-4 2 0,-3 7 0,-8 12 0,-2 2 0,-4 16 0,4 2 0,-3 7 0,7 4 0,4 2 0,-1-4 0,-5 6 0,7-6 0,5 6 0,-3-10 0,2-2 0,1 1 0,5-16 0,0 6 0</inkml:trace>
  <inkml:trace contextRef="#ctx0" brushRef="#br0" timeOffset="18">23283 619 8912,'0'-17'0,"-2"0"0,-1-3 0,-3-2 0,-8 2 0,1-2 0,-6 2 0,-4 3 0,-8 2 0,3 3 0,1 5 0,0 7 0,0 4 0,1 7 0,5 2 0,-2 16 0,4-6 0,1 6 0,7-3 0,1 5 0,3-4 0,3-2 0,4-2 0,6-6 0,-1-8 0,13-3 0,-3-4 0,14-2 0,-1 0 0,7 0 0,-1-8 0,0-3 0,1-4 0,-3-3 0,-1 3 0,-2 4 0,-8-3 0,2 8 0,-10 1 0,-2 5 0,-5 9 0,6 9 0,-8 6 0,1 11 0,-5 7 0,-5 4 0,-5 5 0,-7 6 0,5-3 0,3 1 0,1-5 0,4-4 0,-3-14 0,1 3 0,0-12 0,16-6 0,7-11 0,8-20 0,9-5 0</inkml:trace>
  <inkml:trace contextRef="#ctx0" brushRef="#br0" timeOffset="19">23714 585 8912,'0'-18'0,"0"1"0,-2 2 0,-4 3 0,-4 5 0,-7 7 0,-2 2 0,-4 3 0,4 7 0,-4 11 0,-2-2 0,2 7 0,4 3 0,6 2 0,5 1 0,8 0 0,0 1 0,0-1 0,2-5 0,4-1 0,3 1 0,8 5 0,1-5 0,-1 0 0,0-3 0,0 3 0,-1-4 0,-5-8 0,2 0 0,-7 1 0,-2-1 0,-2 0 0,-10-8 0,-7-1 0,-8-8 0,0 0 0,6 0 0,0-9 0,-1-9 0,1-6 0,-8-18 0,-1-2 0</inkml:trace>
  <inkml:trace contextRef="#ctx0" brushRef="#br0" timeOffset="20">23473 636 8912,'0'-17'0,"0"0"0,0 0 0,0-1 0,7 7 0,5-1 0,3 7 0,2-7 0,8 8 0,4-1 0,9 3 0,2 2 0,8 6 0,-2-1 0,11 9 0,4-5 0</inkml:trace>
  <inkml:trace contextRef="#ctx0" brushRef="#br0" timeOffset="21">24299 1066 8912,'-12'-11'0,"1"-1"0,5 8 0,-6-2 0,1 8 0,-6 10 0,2-1 0,3 12 0,-3 4 0,3 2 0,-1 3 0,1 3 0,-1-1 0,7 0 0,-5 1 0,5-1 0,0-7 0,6-4 0,0-12 0,16 4 0,3-5 0</inkml:trace>
  <inkml:trace contextRef="#ctx0" brushRef="#br0" timeOffset="22">24918 585 8912,'-17'-27'0,"0"-4"0,0 8 0,-3 6 0,-3 8 0,-5 1 0,-5 4 0,-3 6 0,-4 9 0,3 3 0,-3 15 0,6-3 0,5 3 0,4 3 0,8-3 0,8 2 0,3-3 0,6-5 0,6-4 0,11-3 0,11-5 0,7-3 0,5-8 0,-2 0 0,8 0 0,-6-2 0,6-4 0,-8 2 0,3-7 0,-11 7 0,-1-2 0,-8 4 0,4 2 0,-10 2 0,-3 6 0,-7 9 0,-5 8 0,-5 9 0,-7 3 0,-11 3 0,4-4 0,-4 4 0,4 0 0,2-5 0,5 3 0,1-10 0,7-3 0,-2-2 0,6-11 0,6-7 0,5-3 0,12-17 0,4-4 0</inkml:trace>
  <inkml:trace contextRef="#ctx0" brushRef="#br0" timeOffset="23">25452 550 8912,'-18'0'0,"-5"0"0,1 0 0,-9 14 0,2 3 0,-3 9 0,-3-3 0,9 10 0,3-3 0,5 5 0,7-3 0,5-7 0,12 4 0,11-14 0,12 2 0,3-11 0,5-2 0,1-8 0,2-7 0,0-10 0,-5-2 0,-9-8 0,-3 2 0,-5-3 0,-7-2 0,-3-1 0,-8 1 0,-4-1 0,-8 1 0,-7 7 0,-15 4 0,-1 6 0,1 6 0,0 3 0,-1 8 0,3 13 0,3 5 0,12 10 0,9-1 0,8 7 0</inkml:trace>
  <inkml:trace contextRef="#ctx0" brushRef="#br0" timeOffset="24">26002 946 8912,'16'11'0,"-5"1"0,-1-7 0,-5 7 0,-3-1 0,4 6 0,-6 6 0,-6 0 0,-5 14 0,-12-1 0,-6 6 0,-3 6 0,3-4 0,0 1 0,3 1 0,-3 6 0,-4-8 0,7-2 0</inkml:trace>
  <inkml:trace contextRef="#ctx0" brushRef="#br0" timeOffset="25">27758 224 8912,'-18'0'0,"1"1"0,0 7 0,0 9 0,5 10 0,3 13 0,1 6 0,4 4 0,2 3 0,2 1 0,0-1 0,0-3 0,2-4 0,4-2 0,5-10 0,5-9 0,3-14 0,4-5 0,-4-12 0,13-11 0,-5-10 0</inkml:trace>
  <inkml:trace contextRef="#ctx0" brushRef="#br0" timeOffset="26">28136 206 8912,'0'-17'0,"0"0"0,0 0 0,0 7 0,-7 10 0,-5 12 0,-3 11 0,-2 5 0,-1 7 0,1 3 0,0 4 0,0 2 0,0 0 0,-1 2 0,7 1 0,-1-7 0,9 1 0,-3-9 0,6-3 0,6-6 0,5-6 0,12-6 0,6-5 0,11-12 0,-2-5 0,8-12 0,0 2 0,5-8 0,-1 8 0,-4-2 0,-6 4 0,-11 2 0,-6 0 0,-12 0 0,-3-1 0</inkml:trace>
  <inkml:trace contextRef="#ctx0" brushRef="#br0" timeOffset="27">28171 430 8912,'-12'-15'0,"1"3"0,5-1 0,-6 7 0,7 2 0,-7 10 0,8 5 0,-1 12 0,-3 6 0,2 9 0,2 4 0,3 2 0,1 0 0,0 2 0,7 2 0,5-8 0,5 4 0,6-10 0,-4-3 0,4-14 0,11-8 0,3-1 0</inkml:trace>
  <inkml:trace contextRef="#ctx0" brushRef="#br0" timeOffset="28">28618 430 8912,'-27'0'0,"-3"6"0,7-1 0,-6 14 0,6-1 0,-6 16 0,6 2 0,4 6 0,6 6 0,0-4 0,7 2 0,8-8 0,9 2 0,6-7 0,6-10 0,-2-8 0,8-15 0,0-2 0,3-4 0,-1-7 0,-2-8 0,-8-12 0,2-7 0,-4-6 0,-2 6 0,-8-6 0,-3 6 0,-4-2 0,-2 2 0,-2 6 0,-4-3 0,-7 11 0,-8 7 0,0 5 0,-8 14 0,8 2 0,-2 4 0,4 11 0,10 10 0,1 7 0</inkml:trace>
  <inkml:trace contextRef="#ctx0" brushRef="#br0" timeOffset="29">29031 705 8912,'17'17'0,"-7"0"0,-3 0 0,-14 1 0,-5-1 0,-3 0 0,-2 0 0,0 6 0,-1 0 0,3 10 0,4-1 0,3 8 0,0 4 0,6-6 0,-3 2 0,3-3 0,2-3 0,0-7 0,0-4 0,0-12 0,0-3 0,0-8 0</inkml:trace>
  <inkml:trace contextRef="#ctx0" brushRef="#br0" timeOffset="30">29461 327 8912,'0'-10'0,"-2"2"0,-3 8 0,1 0 0,-8 0 0,7 10 0,-5 7 0,0 12 0,1 9 0,5 6 0,-2 8 0,4-1 0,2 1 0,0-3 0,0-3 0,6 2 0,4-10 0,3-5 0,6-8 0,2-14 0,-4-5 0,1-20 0,-1-5 0</inkml:trace>
  <inkml:trace contextRef="#ctx0" brushRef="#br0" timeOffset="31">29840 327 8912,'-25'0'0,"6"0"0,-4 0 0,-2 2 0,2 3 0,-7 7 0,3 11 0,2 5 0,8 5 0,1-5 0,11 1 0,1 2 0,10 9 0,5-10 0,12 5 0,2-5 0,5 5 0,-3-3 0,-2-3 0,-4 1 0,-9-7 0,1 0 0,-7-6 0,-1 8 0,-6-8 0,-5 1 0,-4-3 0,-7-9 0,-8-2 0,-4-10 0,-1-8 0,1-7 0,-3-13 0,5-10 0</inkml:trace>
  <inkml:trace contextRef="#ctx0" brushRef="#br0" timeOffset="32">29616 447 8912,'2'-15'0,"4"3"0,-4-3 0,3 4 0,5-5 0,1-1 0,5 6 0,1-1 0,10 8 0,7-1 0,2-3 0,10 2 0,6 2 0,5 8 0,-1 4 0,-3 1 0,-9-5 0,6 12 0,-6-7 0</inkml:trace>
  <inkml:trace contextRef="#ctx0" brushRef="#br0" timeOffset="33">30356 499 8912,'-25'17'0,"-7"0"0,-8 0 0,-6 2 0,6 4 0,-1-2 0,7 8 0,7-6 0,4 4 0,6-3 0,6-3 0,11-7 0,11-3 0,12-7 0,6 2 0,5-4 0,6-2 0,-3-14 0,5-5 0,-2-4 0,0-2 0,-2-5 0,-9 1 0,0-3 0,-12-3 0,2 7 0,-13-1 0,5 2 0,-5-1 0,-8-3 0,-10 8 0,-5 2 0,-6 8 0,-5 3 0,-5 3 0,4 3 0,1 10 0,7 3 0,-4 8 0</inkml:trace>
  <inkml:trace contextRef="#ctx0" brushRef="#br0" timeOffset="34">30786 842 8912,'-15'8'0,"2"4"0,-1 3 0,-5 2 0,2 8 0,-6 4 0,-2 3 0,2 2 0,0 1 0,6-1 0,2 2 0,3 5 0,5-11 0,7 5 0,5-7 0,1 1 0,7-4 0,-1-8 0,-4-8 0,15-1 0,-4-8 0</inkml:trace>
  <inkml:trace contextRef="#ctx0" brushRef="#br0" timeOffset="35">30907 378 8912,'0'-9'0,"0"16"0,0 12 0,0 16 0,2 1 0,2 4 0,1 6 0,-1 4 0,0 3 0,0 3 0,1 1 0,-1-2 0,-2-3 0,-2-6 0,0-6 0,0-11 0,0-5 0</inkml:trace>
  <inkml:trace contextRef="#ctx0" brushRef="#br0" timeOffset="36">31440 395 8912,'0'-34'0,"-2"2"0,-3 3 0,-5 12 0,-7 15 0,0 11 0,-1 10 0,1 16 0,-8 7 0,-3 4 0,-3 3 0,2 3 0,-1 0 0,7-1 0,0-7 0,6-4 0,1-4 0,5-1 0,3-8 0,16-10 0,3-11 0,14-5 0,10-1 0,7-7 0,9-5 0,1-9 0,0-2 0,-3 2 0,-3 2 0,-4 2 0,-7 0 0,-3 5 0,-3 1 0,-4-8 0,-8-8 0</inkml:trace>
  <inkml:trace contextRef="#ctx0" brushRef="#br0" timeOffset="37">31440 533 8912,'-17'10'0,"0"-5"0,2-1 0,3 2 0,-3 0 0,3 11 0,-1-2 0,1 14 0,-1-1 0,7 7 0,1 5 0,5 2 0,0 0 0,0 0 0,9 4 0,8-6 0,8 0 0,10-6 0,-1-9 0,0-8 0,1-7 0,-1-10 0</inkml:trace>
  <inkml:trace contextRef="#ctx0" brushRef="#br0" timeOffset="38">31716 447 8912,'-10'-8'0,"-5"5"0,3-9 0,5 6 0,1-5 0,4 5 0,2-5 0,4 7 0,7-2 0,8 4 0,16 4 0,-3 4 0,-3 5 0,2-1 0,-8 1 0,-1 1 0,-4 5 0,-3 0 0,-4 0 0,-3 1 0,-8-1 0,-8 2 0,-3 2 0,-4 2 0,-3-2 0,-3 0 0,4 2 0,-4-4 0,10 4 0,-3-4 0,3-2 0,3 0 0,8 0 0,0 1 0,0-1 0,8 0 0,3 0 0,10-1 0,2-5 0,8 4 0,-2-3 0,-3 5 0,3 6 0,-14-4 0,3 4 0,-13-2 0,1 0 0,-6 2 0,-6-2 0,-11-2 0,-12-2 0,-3 0 0,-3 1 0,7-1 0,-1 0 0,2-2 0,-1-3 0,3-5 0,8-7 0</inkml:trace>
  <inkml:trace contextRef="#ctx0" brushRef="#br0" timeOffset="39">32180 860 8912,'17'0'0,"-7"2"0,-4 3 0,-4 14 0,-2 16 0,-2 1 0,-4 10 0,-9 6 0,-8 5 0,-8 8 0,4-2 0,-1 2 0,-1-2 0,6-6 0,-6-11-301,1 4 1,-14-14-1,-2 6 1</inkml:trace>
  <inkml:trace contextRef="#ctx0" brushRef="#br0" timeOffset="40">29891 1599 8912,'-17'-25'0,"0"6"0,0-2 0,0 8 0,-1 7 0,-5 14 0,1 11 0,0 15 0,3 16 0,8 11 0,1 11 0,3 5 0,3 1 0,8-3 0,1 5 0,15-13 0,-1 2 0,4-5 0,1-2 0,-1-7 0,-5-15 0,-1-7 0,0-16 0</inkml:trace>
  <inkml:trace contextRef="#ctx0" brushRef="#br0" timeOffset="41">30304 1616 8912,'-17'0'0,"0"0"0,0 0 0,-6 15 0,0 8 0,-8 12 0,3 11 0,3 9 0,2 20 0,4 5 0,2 4 0,7-8 0,4-7 0,12-16 0,5-12 0,5-13 0,1-5 0,6-11 0,0-10 0,0-12 0,2-13 0,-6-9 0,4-9 0,-4 5 0,-2-4 0,-7-2 0,-5 2 0,-3-8 0,-2 2 0,0 10 0,0 2 0,-7 5 0,-5 0 0,-3 10 0,-4 10 0,-2 5 0,-2 11 0,-6 7 0,6 20 0,0-3 0,6 9 0,0 4 0,0 0 0</inkml:trace>
  <inkml:trace contextRef="#ctx0" brushRef="#br0" timeOffset="42">30821 1874 8912,'-16'-9'0,"5"-5"0,-12 8 0,2 4 0,0 14 0,-2 11 0,2 7 0,2 5 0,2-1 0,7 1 0,4-1 0,12 0 0,7-1 0,9-6 0,6-10 0,5-8 0,1-9 0,-1-2 0,-5-3 0,-3-12 0,-8-12 0,-5-4 0,-1-1 0,-9-2 0,-2-3 0,-9-1 0,-7 2 0,-10 2 0,-9 1 0,-7 3 0,-10 3 0,-7 12 0,-4 11-350,4 12 1,-8 11 0,6 10 0</inkml:trace>
  <inkml:trace contextRef="#ctx0" brushRef="#br0" timeOffset="43">30167 1565 8912,'7'-12'0,"5"1"0,1 5 0,-1-6 0,-3 9 0,-3-3 0,-2-2 0,7 3 0,-7 6 0,2 11 0,-6 5 0,-6 6 0,-3 4 0,-9 9 0,-1 4 0,-4 6 0,4 4 0,-4 1 0,-3 9 0,-1 1 0</inkml:trace>
  <inkml:trace contextRef="#ctx0" brushRef="#br0" timeOffset="44">12752 361 8912,'-2'-17'0,"-2"0"0,-2-1 0,0 1 0,6 0 0,0 0 0,0 0 0,0 0 0,0-1 0,-1 7 0,-5 1 0,-6 3 0,-3 1 0,-4 6 0,-4 2 0,-6 4 0,-9 5 0,-4 12 0,-2 6 0,-4 3 0,-3 4 0,-7 5 0,5-3 0,-3 6 0,8-2 0,8-4 0,12-4 0,5-5 0,11-2 0,6-4 0,14-10 0,9 4 0,10-5 0,13-1 0,6-3 0,11-8 0,-3 0 0,3 0 0,-3 0 0,-3 0 0,1 0 0,0 0 0,-10 2 0,-8 3 0,-9 5 0,-13 9 0,-7 6 0,-3 9 0,-13 10 0,-12 13 0,-6-1 0,-17 7 0,0 0 0,-5 6 0,1-8 0,2-6 0,2-5 0,-2-4 0,-1-8 0,-3 2 0,2-4 0,5-1 0,2-3 0,9-3 0,2 2 0,3-9 0,12-4 0,11-7 0,4-7 0,10 4 0,3-8 0,4-2 0,3-4 0,-1 4 0,0-4 0,0 4 0,0 2 0,1 4 0,-1 8 0,-2 9 0,-3 19 0,1 13 0,-7 16 0,1 9 0,-3 16 0,0-43 0,0 1 0,0 4 0,1 1 0,1 2 0,2 0-214,2 2 1,3-1-1,3-3 1,4-2 213,4 0 0,4-1 0,0-2 0,3-3 0,2-2 0,3-2 0,1-2 0,2-4 0,1-6 0,1-3 0,4 1 0,1-2 0,-1-1 0,0-1 0,4-1 0,0 0 0,0-3 0,-1 1 0</inkml:trace>
  <inkml:trace contextRef="#ctx0" brushRef="#br0" timeOffset="45">31767 1943 8912,'-27'-44'0,"4"4"0,4 5 0,2 5 0,0 3 0,2 2 0,3 4 0,5 2 0,7 2 0,1 2 0,7 1 0,7 5 0,6 1 0,10-3 0,-2 5 0,1 0 0,1 6 0,-4 0 0,-2 0 0,3 8 0,-5 3 0,-8 14 0,-11 9 0,-8 12 0,-7 10 0,-18 5 0,-5 8 0,-10-1 0,2-1 0,0-2 0,0-2 0,2 0 0,5 6 0,3-8 0,3-3 0,4-7 0,8-5 0,7-12 0,5-11 0,10-11 0,7-7 0,11-3 0,5-2 0,13-3 0,6-7 0,7-9 0,3-6 0,6 2 0,-5-6 0,-3 8 0,-9-1 0,-12 2 0,-9 3 0,-23 10 0,-7 7 0,-17 15 0,-6 14 0,-10 16 0,-3 7 0,-4 19 0,4 3 0,3 8 0,2 4 0,9 8 0,15-46 0,1 1 0,4 4 0,3 1 0,0 1 0,2-1 0,1-3 0,0-1 0,1 40 0,-2-10 0,-4-11 0,-11-10 0,-12-13 0,-13-8 0,-9-15 0,-18 0 0,-19-13 0,39-5 0,-1-1 0,-4 0 0,0-2 0,-1-1 0,0 0-229,0-1 0,1 0 0,-4 0 0,-1 0 229,-6 0 0,-2 0 0,-9-3 0,-3-2 0,-3-1 0,-2-1 0,-5-2 0,0 1 0,2 1 0</inkml:trace>
  <inkml:trace contextRef="#ctx0" brushRef="#br0" timeOffset="46">22199 2441 8912,'-17'-24'0,"6"4"0,1 1 0,4 12 0,6 16 0,4 16 0,8 11 0,-7 16 0,-1 1 0,-2 5 0,-12 3 0,-5 10 0,-10 5 0,-7 10 0,15-35 0,-1 1 0,-5 7 0,-3 1 0,-2 1 0,0 0 0,-1-1 0,-1-2 0,-2 0 0,-1-3 0,-3-4 0,-3-1 0,0 0 0,-2-2-275,-1-2 1,0-1 0,2-4-1,0-1 275,-1-2 0,1-2 0,3-3 0,0-3 0,-4-1 0,-1-2 0,-2-2 0,-3-1 0,-6 0 0,-1-2 0,-3-5 0,-1-1 0,-7 1 0,-2 0 0,1-4 0,-2-1 0,-4 1 0,-1 1 0,-6-1 0,-3 0 0,-8 1 0,-1-1 0,5-2 0,-1-1 0,-7 2 0,-1-1 0,1 0 0,-1-1-286,29-2 0,-1 0 0,-1-1 0,-1-1 0,0 1 1,-1-1 285,-3 2 0,0 0 0,1-1 0,1-2 0,1-1 0,-2 0 0,-2 0 0,-1 0 0,1 0 0,2-1 0,0 1 0,0 0 0,-3 2 0,1-1 0,-1 1 0,2 0 0,0 0 0,-1 0 0,-2-1 0,-1 1 0,1 0 0,4 0 0,2 0 0,-1 1 0,3 0 0,0 1 0,0 0 0,2 1 0,0 0 0,1 1 0,-29 6 0,0 1 0,2-1 0,1 0-257,1-1 1,2-1 0,9 2-1,1 1 257,3-3 0,1 0 0,6-1 0,0-1-175,5 0 0,0-1 1,-4 1-1,-2 1 175,-2-2 0,-1 1 0,6 2 0,2 0 0,3-2 0,2-1 0,-1 4 0,1 1 0,-4-2 0,0 1 0,-2 1 0,0 2 0,-2 1 0,0 0 0,3 2 0,2 0 15,3 1 0,3 0 0,6 0 1,3 2-16,3 1 0,1 2 0,-33 24 677,13 1 1,13-6-678,16-1 0,7-6 570,10 1 0,5-2-570,1 2 0,7-4 253,-2 4 0,-1 2 1,1-1-1,2-3-253,2-2 0,2-9 358,0-4 1,-6-4-359,1-2 0,-1-5 252,6-1-252,-8-7 0,6 3 0,-5-7 0,7 0 0,0 0 0,0-7 0,0 5 0,-2-6 0,-4 8 0,4 0 0,-7 0 0,3 0 0,4 0 0,-6-7 0,8-3 0,-7-15 0,5-2 0,-6-7 0</inkml:trace>
  <inkml:trace contextRef="#ctx0" brushRef="#br0" timeOffset="47">14008 5278 8912,'0'-17'0,"0"0"0,0 7 0,0-1 0,0 11 0,-2 19 0,-4 21 0,4 17 0,-3 12 0,3 11 0,2 10 0,-3-42 0,0 2 0,0 4 0,0 1 0,-1 1 0,1 0-183,-1 4 1,2 1-1,1-4 1,2 0 182,-2-4 0,2-3 0,6 33 0,11-32 0,1-17 0,4-16 0,5-11 0,13-12 0,4-15 0,13-14 0,5-10 0,11-13 0,3-2 0,-38 27 0,0 1 0,32-27 0,-6 5 0,-15 9 0,1 4 0,-10 11 0,-1 6 0,-12 12 0,-3 3 0,-15 16 730,-4 3-730,-4 4 0,-2-5 0,0-2 0,0-8 0</inkml:trace>
  <inkml:trace contextRef="#ctx0" brushRef="#br0" timeOffset="48">4268 705 8912,'-6'-12'0,"-2"1"0,1-2 0,-3-1 0,1 3 0,5 11 0,-4 13 0,2 8 0,1 8 0,-1 3 0,6 3 0,0-1 0,0 0 0,6 7 0,-1-1 0,3 0 0,-4-6 0,4-1 0,1-5 0,1 3 0,1-8 0,2-6 0,-7-6 0,2-7 0,-2 2 0,-3-6 0,7-6 0,-2-5 0,-1-10 0,-1-2 0,-2-13 0,7 1 0,-7-1 0,2 7 0,2-1 0,-3 7 0,7-6 0,-7 6 0,9 8 0,-3 9 0,5 4 0,-1 12 0,-4 7 0,5 2 0,-5 10 0,4-1 0,3 7 0,-3-3 0,-2-3 0,-1-6 0,1-4 0,3-9 0,1-5 0,6-3 0,0-2 0,-2-9 0,-10-9 0,4-14 0,-3-14 0,-3-2 0,1 1 0,-2 1 0,-5-2 0,-1 0 0,-2 2 0,-2 1 0,-3 10 0,1 6 0,-8 18 0,7 3 0,-7 8 0,8 12 0,-1 9 0,3 13 0,2 8 0,2-4 0,3 3 0,13-5 0,8-2 0</inkml:trace>
  <inkml:trace contextRef="#ctx0" brushRef="#br0" timeOffset="49">5145 894 8912,'-26'-8'0,"1"1"0,8-5 0,-8-3 0,6 13 0,1-6 0,18 8 0,4 0 0,8-1 0,1-5 0,2 4 0,-3-6 0,-1 8 0,-9 0 0,-2 0 0,-2 8 0,-9 3 0,-1 5 0,-5 1 0,2 8 0,3 3 0,-1 5 0,7 1 0,2 1 0,3-1 0,1-5 0,0-1 0,1-7 0,5 2 0,9-9 0,8-3 0,8-7 0,-2 2 0,3-12 0,3-6 0,-7-11 0,1-5 0,0-5 0,-3-1 0,5 0 0,-8-1 0,-2 1 0,-10-1 0,3 3 0,-8 3 0,-1 4 0,-5 8 0,0 6 0,0-1 0,0 10 0,0 2 0,0 10 0,0 7 0,0 6 0,0 4 0,0 7 0,0 1 0,0-1 0,6 0 0,0 1 0,1-7 0,-3-1 0,4-2 0,1-4 0,-3-2 0,6-2 0,-8-7 0,3-2 0,-14-24 0,-3-3 0</inkml:trace>
  <inkml:trace contextRef="#ctx0" brushRef="#br0" timeOffset="50">5386 791 8912,'-11'-17'0,"-1"-1"0,3 1 0,-5 2 0,5 2 0,1 1 0,2 8 0,6-3 0,8 7 0,6 0 0,7 0 0,7 0 0,5 0 0,9 0 0,2 0 0</inkml:trace>
  <inkml:trace contextRef="#ctx0" brushRef="#br0" timeOffset="51">5782 808 8912,'-34'0'0,"-6"0"0,-1 0 0,9 0 0,9 2 0,4 2 0,2 2 0,7 7 0,4-2 0,4-1 0,2 1 0,8-5 0,4 4 0,5-1 0,6 1 0,-2-4 0,7 5 0,-7-7 0,2 2 0,-4 3 0,-1 3 0,-3 3 0,-2 2 0,-3 0 0,-2 0 0,3 8 0,-5 4 0,1 3 0,-1 3 0,-4-1 0,4 1 0,-4-1 0,-2-2 0,0-1 0,0-2 0,-2-6 0,-4 5 0,4-7 0,-4 2 0,5-11 0,1-7 0,0-12 0,0-11 0,0-14 0,0-12 0</inkml:trace>
  <inkml:trace contextRef="#ctx0" brushRef="#br0" timeOffset="52">5971 533 8912,'-7'-10'0,"5"-5"0,-12 15 0,9 0 0,-7 10 0,7 13 0,-7 3 0,6 9 0,1 7 0,5 4 0,0-2 0,0 1 0,0 1 0,0 6 0,0-1 0,0 1 0,0-10 0,0-8 0,1-7 0,5-10 0,-4 1 0,12-11 0,-9-7 0,9-9 0,-3-14 0,-1-6 0,-1-9 0,1-4 0,-1-2 0,-3 6 0,6-2 0,-7 3 0,7 3 0,-8 7 0,1 4 0,3 10 0,-2 1 0,1 9 0,-3-1 0,4 9 0,1 13 0,3 8 0,5 15 0,-2 1 0,-3 3 0,5 3 0,-2-8 0,6-2 0,0-1 0,4-5 0,-2-3 0,2-12 0,-2-11 0,-4-4 0,4-2 0,-4-10 0,-2-7 0,1-12 0,-1-9 0,-2 0 0,-3-8 0,3 2 0,-4-2 0,-1-3 0,1 3 0,-5-4 0,6-1 0,-9-1 0,5 2 0,-2 6 0,0 10 0,-1 7 0,-5 10 0,0 7 0,0 10 0,0 18 0,2 12 0,4 8 0,-4 6 0,4 8 0,-4 5 0,-2 1 0,0-1 0,0 2 0,0-3 0,0 7 0,0-10 0,0-1 0,1-1 0,3-9 0,4-2 0,1-5 0,1-12 0,1 0 0,5-12 0,-14-3 0,5-24 0,-7-3 0</inkml:trace>
  <inkml:trace contextRef="#ctx0" brushRef="#br0" timeOffset="53">6281 928 8912,'-17'0'0,"0"0"0,0 0 0,-1 0 0,9 0 0,3 0 0,12 0 0,5 0 0,18 0 0,7-1 0,6-5 0,6-6 0,8 3 0,1-3 0,0 1 0,-5-6 0,-8-8 0,6 6 0,-6-6 0</inkml:trace>
  <inkml:trace contextRef="#ctx0" brushRef="#br0" timeOffset="54">7606 292 8912,'-25'-7'0,"1"-1"0,-5-3 0,4 9 0,0 11 0,-2 12 0,-7 21 0,1 10 0,5 9 0,-3 8 0,8 5 0,0 6 0,8 14 0,9-45 0,0 1 0,3 1 0,1 0 0,1-1 0,2-1 0,4 37 0,5-15 0,7-8 0,8-10 0,2-9 0,0-10 0,-4-9 0,-4-7 0,-2-7 0,0-11 0,0-10 0,1-7 0</inkml:trace>
  <inkml:trace contextRef="#ctx0" brushRef="#br0" timeOffset="55">7813 722 8912,'-25'-6'0,"-4"1"0,-1 1 0,1 2 0,-2 10 0,8 3 0,-1 12 0,1 6 0,5 5 0,1 6 0,8-2 0,9 6 0,2-2 0,3-4 0,5-3 0,7-6 0,8-7 0,4-10 0,5-4 0,6-8 0,-5-14 0,-1-3 0,-2-12 0,-9 1 0,0-7 0,-5-5 0,-9 4 0,-3-4 0,-4 3 0,-2 3 0,-2 5 0,-4 1 0,-3 1 0,-9-2 0,-5 6 0,0 12 0,-5 1 0,5 5 0,0 3 0,6-4 0,7 12 0,4 5 0,4 5 0,10-7 0,2 6 0,7-5 0</inkml:trace>
  <inkml:trace contextRef="#ctx0" brushRef="#br0" timeOffset="56">8019 739 8912,'-5'-11'0,"-1"-1"0,-2 7 0,2-7 0,4 8 0,-11-1 0,7 10 0,1 5 0,5 7 0,-2 6 0,-4 0 0,4 8 0,-4-3 0,4 5 0,2 1 0,6-7 0,0-4 0,5 2 0,-5-3 0,7-4 0,-1-7 0,-2-7 0,1 2 0,0-6 0,7-6 0,-1-6 0,0-10 0,0 1 0,-1-8 0,-3-2 0,-2-1 0,-5 3 0,6 1 0,-9 7 0,3-2 0,-4 3 0,-2 3 0,0 6 0,0-1 0,0 9 0,2-3 0,4 12 0,-4 9 0,3 10 0,-3 0 0,-2-1 0,6 1 0,0-2 0,7-4 0,-1 4 0,-3-4 0,3-2 0,-1-7 0,6 3 0,1-7 0,-3-2 0,-4-10 0,5-3 0,-5-9 0,4 1 0,3 0 0,-7-6 0,1 0 0,-3 0 0,3 6 0,1 0 0,-7 0 0,-1 5 0,-5 1 0,8 7 0,-6-4 0,6 10 0,-8 4 0,0 7 0,0 8 0,0 0 0,0 8 0,-6-6 0,0 6 0,0-8 0,6 2 0,-5-4 0,-1-2 0,0 0 0,6 0 0,0-9 0,0-10 0,0-13 0,8-3 0,3-4 0,-1-5 0,1-2 0,1 4 0,5 2 0,0-1 0,1 1 0,-5 0 0,4 5 0,-9 7 0,9 0 0,-4 7 0,5-2 0,-1 4 0,0 2 0,-6 8 0,1 3 0,-8 12 0,1 6 0,3 1 0,-2-1 0,0 3 0,-6-3 0,0-2 0,0 2 0,0-3 0,0 3 0,0-4 0,0-16 0,0-1 0</inkml:trace>
  <inkml:trace contextRef="#ctx0" brushRef="#br0" timeOffset="57">9155 550 8912,'-17'-7'0,"-6"3"0,0-8 0,-2 8 0,2-1 0,-6 7 0,-3 9 0,3 2 0,1 16 0,5 2 0,-6 9 0,14-2 0,-1 6 0,7 0 0,5 0 0,2 2 0,2 5 0,2-9 0,4-7 0,3-3 0,8-11 0,3-4 0,3-3 0,-4-10 0,4 1 0,-4-10 0,-2-7 0,6-5 0,0-6 0,2-2 0,-4-5 0,2 1 0,-2-2 0,-6-1 0,2-3 0,-11 7 0,5-1 0,-1 6 0,-4-5 0,-1 7 0,-5-2 0,0 4 0,-1 9 0,-5 4 0,-2 14 0,-3 9 0,-5 2 0,5 10 0,3 5 0,3 6 0,-3 0 0,2-5 0,0-1 0,8-1 0,4-5 0,6-5 0,3-4 0,2-1 0,6-9 0,0-3 0,7-12 0,-1-5 0,6-12 0,5-6 0,-4-3 0,4-3 0,-11 1 0,-6-1 0,-4 1 0,-2 0 0,-2 1 0,-3 5 0,-4-3 0,-8 8 0,0 6 0,0 5 0,-2 9 0,-4-3 0,4 4 0,-8 10 0,5 3 0,3 10 0,-4 2 0,4 6 0,2-6 0,0 5 0,2-3 0,2 0 0,2 0 0,5 3 0,-5-5 0,5 6 0,-5-6 0,6 0 0,-7-6 0,1 0 0,-6 0 0,0-7 0,-2-2 0,-4-8 0,-5 0 0,-4-8 0,-3-4 0,1-10 0,0-5 0,0-8 0</inkml:trace>
  <inkml:trace contextRef="#ctx0" brushRef="#br0" timeOffset="58">9327 103 8912,'-2'-48'0,"-2"8"0,1 24 0</inkml:trace>
  <inkml:trace contextRef="#ctx0" brushRef="#br0" timeOffset="59">9380 0 8912,'10'8'0,"34"22"0,0 8 0,0 8 0,2 4 0,6 2 0,-6 7-185,-1 4 1,-6 7 184,1-1 0,-11 4 0,-7-10 0,-10 4 0,-6 1 0,-20 5 0,-9-4 0,-7 3 0,-5-9 0,-5-3 0,0-3 0,-4-11 0,8-6 0,5-8 0,4-9 0,4-2 0,6-15 0,0 0 0,7-16 0,5-7 0,3-8 0,2-9 0</inkml:trace>
  <inkml:trace contextRef="#ctx0" brushRef="#br0" timeOffset="60">10738 602 8912,'-17'-8'0,"6"6"0,-1-4 0,2 3 0,-3-1 0,2-2 0,7 0 0,-11 6 0,15 0 0,0 0 0,1 0 0,11 0 0,-1 0 0,7 0 0,-3 8 0,-4 3 0,5 5 0,-7 1 0</inkml:trace>
  <inkml:trace contextRef="#ctx0" brushRef="#br0" timeOffset="61">10721 963 8912,'-17'17'0,"0"0"0,7 0 0,2-7 0,8-2 0,0-8 0,0 0 0,2-8 0,2-4 0,6-3 0,5-2 0,-2-8 0,12-2 0,-8-7 0</inkml:trace>
  <inkml:trace contextRef="#ctx0" brushRef="#br0" timeOffset="62">2788 14700 8912,'-12'-2'0,"1"-4"0,7 5 0,-4-9 0,8 4 0,0-3 0,0-3 0,0 1 0,0 7 0,8-6 0,4 5 0,-5 3 0,1-6 0,-1 8 0,-5 0 0,6 0 0,-8-7 0,0 5 0,0-6 0,0 8 0,0 0 0,-8 10 0,-3 7 0,-4 8 0,-3 9 0,-6 10 0,-5 7 0,-4 11 0,-1 12 0,-4-3 0,3 3 0,-3-11 0,11-5 0,0-7 0,5-5 0,10-12 0,6-11 0,4-11 0,2-5 0,0-7 0,0-1 0,2-3 0,4-2 0,-4-7 0,4 1 0,1 3 0,-1-3 0,-2-1 0,-2-2 0,4-5 0,-1-3 0,1 4 0,-6-4 0,0 4 0,8-5 0,1-3 0</inkml:trace>
  <inkml:trace contextRef="#ctx0" brushRef="#br0" timeOffset="63">2839 14580 8912,'10'0'0,"-2"0"0,-8 0 0,-2 0 0,-4 0 0,2 0 0,-7 0 0,-3 0 0,-1 0 0,-4 0 0,-4 0 0,-4 2 0,-7 3 0,-1 5 0,-1 7 0,-2 2 0,-2 4 0,-6-4 0,6 4 0,1 2 0,11-2 0,-5 0 0,22-6 0,11-15 0,23-8 0,15-22 0,6-9 0</inkml:trace>
  <inkml:trace contextRef="#ctx0" brushRef="#br0" timeOffset="64">2822 14631 8912,'-17'0'0,"2"8"0,3 3 0,7 5 0,3 1 0,2 0 0,0 0 0,0 6 0,0 0 0,7 2 0,5-4 0,3 2 0,2-2 0,0 0 0,1 2 0,-1-4 0,0 4 0,0-4 0,0-2 0</inkml:trace>
  <inkml:trace contextRef="#ctx0" brushRef="#br0" timeOffset="65">1359 15680 8912,'-15'12'0,"2"-3"0,1 1 0,-1-3 0,0 3 0,-1-1 0,5 7 0,1 5 0,-4-2 0,7 6 0,1-2 0,2 0 0,2 7 0,0-3 0,0 2 0,0-1 0,0-7 0,0 2 0,0-4 0,0-2 0,0-5 0,0-1 0,0-7 0,0 2 0,0-12 0,0-3 0,0-9 0,0-1 0,0-4 0,0 2 0,0-5 0,0-1 0,0 0 0,6 0 0,-1-1 0,3 3 0,-2 8 0,-4-1 0,4 1 0,-3 0 0,3 0 0,-4 7 0,13 3 0,-3 7 0,1 7 0,-1 5 0,1 9 0,-7 2 0,7 5 0,-1-5 0,-5 6 0,1-6 0,-2-2 0,-1-2 0,7-2 0,-6 0 0,-1-5 0,-5-1 0,8-7 0,-6 4 0,13-8 0,-13-8 0,4-3 0,1-5 0,-1-1 0,6 0 0,-7 0 0,1 2 0,2 3 0,-6-3 0,3 3 0,-1 5 0,2 1 0,-4-4 0,6 9 0,-1-7 0,-3 16 0,6 3 0,-3 4 0,7-5 0,-5 5 0,8-13 0,1 6 0,-1-8 0,-6 0 0,1 0 0,-1 0 0,6-6 0,-1-2 0,-3-1 0,-1-5 0,-7 5 0,7-3 0,-8 1 0,9-1 0,-7 1 0,-1 7 0,-5-4 0,0 10 0,0 4 0,0-2 0,0 7 0,0 5 0,0 5 0,6-2 0,0 4 0,0-4 0,-6-2 0,5 0 0,1 0 0,2-5 0,-2-1 0,-3-7 0,9 2 0,-8-12 0,3-3 0</inkml:trace>
  <inkml:trace contextRef="#ctx0" brushRef="#br0" timeOffset="66">1790 15629 8912,'-10'0'0,"1"-6"0,3 0 0,4 0 0,-6 6 0,8 0 0,8 0 0,5 0 0,6 0 0,4 0 0,8 8 0,3 2 0,10 7 0</inkml:trace>
  <inkml:trace contextRef="#ctx0" brushRef="#br0" timeOffset="67">2031 15749 8912,'-18'8'0,"7"-7"0,-1 5 0,9-2 0,-3 2 0,-2-2 0,3 7 0,-1-7 0,6 11 0,0-3 0,0 3 0,-6 2 0,0 0 0,1-5 0,5-1 0,0 1 0,0 5 0,0-6 0,0 1 0,0-6 0,0 5 0,0-7 0,1 2 0,5-12 0,-2-4 0,8-7 0,-1-2 0,6-4 0,0 4 0,1-4 0,-1-2 0,0 2 0,-5 2 0,-1 10 0,0-5 0,7 5 0,-1 3 0,0 3 0,0 3 0,-5 2 0,-1 0 0,-5 7 0,5 5 0,-5 9 0,6 2 0,-7 0 0,7-6 0,-8-8 0,11 7 0,-5-7 0</inkml:trace>
  <inkml:trace contextRef="#ctx0" brushRef="#br0" timeOffset="68">15901 14528 8912,'0'-7'0,"0"7"0,-6 1 0,0 11 0,-5-1 0,3 5 0,-1-3 0,-5-1 0,5-1 0,-1 6 0,1-2 0,-1-3 0,4 3 0,-5-5 0,-1 1 0,3 1 0,-1-7 0,4 7 0,3-8 0,-9 1 0,6-3 0,-5-2 0,7 0 0,-3-7 0,7-3 0,0-7 0,0 5 0,0 1 0,0 5 0,0-5 0,0 5 0,-2-3 0,-4 1 0,4 2 0,-6 6 0,6 0 0,-3 0 0,3 0 0,-6 0 0,2-2 0,1-3 0,-1 3 0,6-14 0,0 14 0,0-7 0,0 3 0,0 4 0,0-5 0,0 5 0,0-4 0,2 4 0,4-4 0,3 4 0,6 10 0,-3 4 0,3 3 0,-3 2 0,5 2 0,6 4 0,-2 4 0,8 7 0,-7 1 0,7-1 0,2-2 0,1-3 0,3 4 0,-1-5 0,-1-3 0,-5-2 0,-3-10 0,-8-1 0,-5-8 0,-1 1 0,-7 5 0,4-10 0,-10 2 0,-4-6 0,-3-4 0,-9 3 0,1 1 0,0-8 0,0 7 0,-1-7 0,-4 6 0,-1-5 0,0 5 0,5-5 0,1 7 0,0-19 0,0 4 0</inkml:trace>
  <inkml:trace contextRef="#ctx0" brushRef="#br0" timeOffset="69">15970 14528 8912,'-18'0'0,"1"0"0,0 0 0,0 0 0,0 0 0,-1 0 0,1 0 0,0 0 0,0 0 0,-2 2 0,-4 4 0,4 3 0,-4 9 0,4 6 0,1 5 0,1-2 0,0 1 0,2 1 0,3 6 0,-1-7 0,7-1 0,2-2 0,2-4 0,2-10 0,0-3 0,0-8 0</inkml:trace>
  <inkml:trace contextRef="#ctx0" brushRef="#br0" timeOffset="70">15746 14494 8912,'0'17'0,"0"0"0,0 0 0,0-5 0,0-1 0,0-7 0,8 10 0,5-9 0,8-1 0,8-2 0,11-2 0,6 0 0,9-6 0,3 1 0,-1-9 0,-5 3 0,-8 3 0,-4 2 0,-12 6 0,-5 6 0,-4 4 0,-9 14 0,-2 3 0</inkml:trace>
  <inkml:trace contextRef="#ctx0" brushRef="#br0" timeOffset="71">15419 15474 8912,'-27'-8'0,"2"1"0,10-7 0,2 5 0,1 1 0,8 2 0,-3 8 0,7 4 0,0 5 0,0 5 0,5 7 0,3 1 0,0 1 0,-1 0 0,1 0 0,-2-2 0,-4-4 0,3 4 0,-3-4 0,-2-2 0,0 0 0,0 1 0,0-9 0,0-1 0,6-12 0,0-6 0,-2-9 0,-2-6 0,3-3 0,1-7 0,5 1 0,-5 0 0,6 5 0,-7 0 0,9 8 0,-10-2 0,7 12 0,-7 3 0,6 10 0,-5 4 0,-3 9 0,4 8 0,-4 2 0,-2-4 0,0 4 0,0 2 0,6-6 0,-1 1 0,1-2 0,-6-3 0,0 0 0,0 0 0,0-7 0,0-3 0,6-14 0,-1-5 0,3-9 0,-2-4 0,3 1 0,1-1 0,0 0 0,-5 2 0,-1 4 0,8-4 0,-7 10 0,7 1 0,-6 8 0,5-1 0,-5 3 0,5 2 0,-5 0 0,5 0 0,-1 7 0,1 5 0,3-3 0,-7 3 0,3-1 0,3-1 0,3 3 0,1-7 0,0 0 0,0-6 0,1 0 0,-1 0 0,0 0 0,0 0 0,0-2 0,1-4 0,-3 2 0,-4-7 0,-1-1 0,-6-5 0,3 2 0,3 3 0,-6-3 0,2 4 0,-5-5 0,-1-1 0,0 6 0,0-1 0,-1 8 0,-5-1 0,2 3 0,-8 2 0,7 2 0,-7 3 0,1 7 0,1 3 0,-3 2 0,7 0 0,-7 1 0,1-1 0,5 6 0,1 0 0,2 0 0,-2-6 0,4 0 0,-3 0 0,3 0 0,9 1 0,3-1 0,7-8 0,0-3 0,1-4 0,-1-2 0,2 0 0,4 0 0,-4-8 0,4-3 0,2-4 0,-2-3 0,-2 1 0,6-8 0,-1-1 0</inkml:trace>
  <inkml:trace contextRef="#ctx0" brushRef="#br0" timeOffset="72">16107 15319 8912,'-26'8'0,"1"-6"0,7 3 0,9 5 0,1-6 0,8 7 0,2-5 0,4 5 0,3-5 0,9 6 0,1-7 0,2 5 0,4-1 0,1 1 0,-3-6 0,6 2 0,-8-3 0,2 3 0,2-4 0,-2 4 0,2-4 0,-2-2 0,-4 0 0,4 0 0,-4 0 0,-2 0 0,0-8 0,0-2 0</inkml:trace>
  <inkml:trace contextRef="#ctx0" brushRef="#br0" timeOffset="73">16417 15199 8912,'-6'11'0,"1"1"0,-9-9 0,5 11 0,-9-8 0,3 9 0,4 2 0,-10 2 0,3 12 0,-1 7 0,0 12 0,-4 3 0,0 10 0,-2 0 0,3 6 0,4 0 0,1-1 0,2-8 0,9-9 0,0-7 0,-1-9 0,-3-1 0</inkml:trace>
  <inkml:trace contextRef="#ctx0" brushRef="#br0" timeOffset="74">15987 15491 8912,'-17'0'0,"-1"0"0,1 0 0,2 2 0,2 2 0,3 3 0,2 3 0,3 1 0,5 9 0,0 2 0,0 7 0,7 4 0,5 3 0,3 4 0,2 6 0,8-2 0,4-2 0,3-6 0,3 2 0,-1-11 0</inkml:trace>
  <inkml:trace contextRef="#ctx0" brushRef="#br0" timeOffset="75">8105 5227 8912,'0'9'0,"0"-1"0,-5-16 0,-1-3 0,-2 3 0,4 1 0,-3 1 0,-3 0 0,6-7 0,-3 9 0,5-6 0,-4 3 0,4 1 0,-6 6 0,8 0 0,2 0 0,4 0 0,4 2 0,7 4 0,0-3 0,0 9 0,8-6 0,4 5 0,3 1 0,-13-3 0,-3-1 0</inkml:trace>
  <inkml:trace contextRef="#ctx0" brushRef="#br0" timeOffset="76">8656 5330 8912,'36'2'0,"4"4"0,-3-5 0,3 5 0,4 2 0,2-2 0,0 5 0,5-5 0,-1 1 0,13-1 0,-6-4 0,7 4 0,-1-2 0,6 1 0,-6-3 0,-2 4 0,-2-4 0,-3-2 0,-3 0 0,-1 0 0,-6 6 0,-1-1 0,-6 3 0,1-2 0,-2-3 0,2 9 0,4-8 0,8 2 0,-2-5 0,-5-1 0,3 0 0,-8 0 0,1 0 0,-7 0 0,-1 6 0,-5 0 0,3 0 0,-6-6 0,1 0 0,5 0 0,2 0 0,1 0 0,0 0 0,1 0 0,5 0 0,0 0 0,6 0 0,-6 0 0,8-6 0,-4-2 0,2-1 0,0-5 0,-6 5 0,6-3 0,-8 7 0,2-7 0,-4 3 0,-1-3 0,-3-3 0,-3 3 0,-4 5 0,-8-1 0</inkml:trace>
  <inkml:trace contextRef="#ctx0" brushRef="#br0" timeOffset="77">11392 5278 8912,'46'-23'0,"0"0"0,-8 1 0,8-1 0,-8 0 0,1 2 0,-15 2 0,5-1 0,-8-1 0,-4-1 0,1-1 0,-1 5 0,-2-1 0,-3-4 0,1 4 0,-7-4 0,1-3 0,-1-3 0,-4 4 0,4 0 0,-4 0 0,-2-3 0,-2-1 0,-4-5 0,4 3 0,-13 4 0,5 12 0</inkml:trace>
  <inkml:trace contextRef="#ctx0" brushRef="#br0" timeOffset="78">11754 4539 8912,'-18'-27'0,"1"-7"0,0-1 0,-8-1 0,-4 8 0,-3-1 0,-3 0 0,1 1 0,-8 7 0,-4-2 0,-4 4 0,-1 1 0,-3 1 0,-3 0 0,-4 0 0,-1 0 0,-3 5 0,8 1 0,-14 1-202,2-1 1,-13 3 201,-4 8 0,0-6 0,-6 1 0,4 1 0,2 2 0,8 2 0,3 0 0,-5-6 0,-6 0 0,-6 1 0,-5 5 0,9 0 0,8 0 0,13 1 0,-2 5 0,13-2 0,3 6 0,7-1 0,4 1 0,-6-5 0,2 7 0,-4-3 0,-1 3 0,5 1 0,0-5 0,0 1 0,2 5 0,-6 1 0,5 2 0,-5 1 0,-2-1 0,1 0 100,-1 0 1,-5 0 0,-1 0 0,3 1-101,1-1 0,5 2 0,3 4 0,4-4 0,7 4 0,6-2 0,1 2 0,7-4 0,-4 6 0,8-8 0</inkml:trace>
  <inkml:trace contextRef="#ctx0" brushRef="#br0" timeOffset="79">8088 4608 8912,'-8'17'0,"-3"0"0,-4 0 0,-1 6 0,5 0 0,-2 0 0,7-6 0,-6 1 0,7 1 0,1 2 0,2 2 0,0-1 0,-4-4 0,4 5 0,-3 0 0,3 5 0,2-5 0,0 2 0,0-2 0,2-2 0,1 6 0,3-1 0,-2 1 0,4-6 0,-3 2 0,7-4 0,-6-2 0,7 6 0,-2 0 0,7-6 0,5-5 0,-12-1 0,4 6 0</inkml:trace>
  <inkml:trace contextRef="#ctx0" brushRef="#br0" timeOffset="80">9430 5330 8912,'18'8'0,"-7"-5"0,1 9 0,1 1 0,-4-3 0,3 1 0,-3 6 0,5 6 0,-3-2 0,1-9 0,5-5 0</inkml:trace>
  <inkml:trace contextRef="#ctx0" brushRef="#br0" timeOffset="81">7400 15955 8912,'-17'10'0,"-1"3"0,1-7 0,0-2 0,0-2 0,-1-2 0,1 0 0,0 0 0,6 0 0,-1 0 0,8-8 0,-3 6 0,7-6 0,0 8 0,2 0 0,3 0 0,5 0 0,7 6 0,0 0 0,2 5 0,4-5 0,-4 2 0,6-4 0,-2 1 0,0-1 0,8-2 0,-3-2 0,5 0 0,1 0 0,3 0 0,3 0 0,4 0 0,7 0 0,1 6 0,0-1 0,-1 1 0,1-6 0,0 0 0,-1 0 0,1 0 0,-1 0 0,1 0 0,0 0 0,1 0 0,5 0 0,-3 0 0,6 0 0,-1 0 0,-5 0 0,-1 0 0,-3 0 0,-7 0 0,-2 0 0,-2 0 0,1 0 0,-1 2 0,-6 4 0,2-4 0,5 3 0,3-3 0,7-2 0,10 0 0,8 0 0,2 0-179,9 0 0,-5 0 179,5 0 0,4 0 0,2 0 0,4 0 0,-10 0 0,10 0 0,2 0 0,-4 0 0,-6 0 0,-11 0 0,-8 0 0,-5 0-64,5 0 1,0 0 63,6 0 0,-1 0 0,1 0 0,0-5 0,0-1 0,-2-2 0,-4 3 0,2 1 0,-8-8 0,3 8 0,-3-1 0,2-3 0,4 0 0,-5 1 0,-5-1 0,-9 1 0,-4 1 0,-5 2 0,-7-7 0,-3 5 0,-8-6 0,-5 8 177,-1-1 0,-7-5-177,2-1 0,-4 1 65,-2-1 1,6-3-66,-1-9 0,1 2 0,-6-7 0,0 5 0,0-4 0,0 0 0,0 1 0,-6 5 0,1-2 0,-11-2 0,-1 2 0,-2-2 0,-10 2 0,-7 4 0,-10-4 0,-4 4 0,-1 2 0,-7 0 0,1-1 0,-12 1 0,6 0 0,-2 2 0,10 1 0,-5 3 0,-1-2 0,-4 3 0,-9-1 0,1 1 0,-7-1 0,-3 3 0,-1 0 0,-6 6 0,4-3 0,10-3 0,13 2 0,2 1 0,-2 5 0,-2 0 0,7 0 0,1 0 0,5 0 0,1 0 0,-1 0 0,2 0 0,4 0 0,-2 0 0,8 0 0,-2 0 0,2 0 0,-6 0 0,-3 0 0,-3 1 0,0 5 0,1-2 0,-1 7 0,0-5 0,1 6 0,1-7 0,4 7 0,-4-8 0,5 1 0,2-3 0,3-2 0,4 0 0,2 0 0,-3 0 0,-3 0 0,-2 0 0,-6 0 0,2 0 0,-1 0 0,-3-5 0,-2-1 0,2-2 0,5 2 0,3 5 0,7-5 0,-5 4 0,0 2 0,-2 0 0,2 0 0,-2-2 0,-4-4 0,-6 4 0,0-3 0,1 3 0,-7 2 0,5 0 0,1 0 0,1 0 0,-1 0 0,2 0 0,4 0 0,4 0 0,8 0 0,-1 0 0,1 0 0,2 0 0,3 0 0,-2 0 0,8 0 0,-2 0 0,3 0 0,1 0 0,-8 0 0,6 0 0,-4 0 0,0 2 0,1 3 0,5-3 0,-2 4 0,3 2 0,3-3 0,-2 7 0,-2-5 0,-2 3 0,2 3 0,-4 3 0,2 1 0,-5 2 0,3 2 0,0 4 0,0 2 0,-4-1 0,6 3 0,-1-2 0,1-4 0,4-4 0,-4 4 0,9-6 0,3-6 0,5 5 0,-5-5 0,7-1 0,-2 1 0,4-5 0,2 5 0,0-5 0,0 5 0,0 3 0,0 1 0,0 2 0,0 0 0,0 1 0,0-1 0,2 0 0,4 0 0,-2 0 0,7 1 0,-5-7 0,5 1 0,-5-1 0,5 6 0,-5 0 0,6 1 0,-3 5 0,3-1 0,3 1 0,-4-5 0,5-1 0,1-2 0,0-2 0,0-1 0,1-3 0,-1 3 0,6 1 0,0-7 0,0-2 0,1-2 0,-4-2 0,3 0 0,1 0 0,-1 0 0,0-6 0,-6 0 0,1-5 0,-1 5 0,0 0 0,0 6 0,-5-5 0,-1-1 0,-5 0 0,5 6 0,-5 0 0,6 0 0,1 0 0,2 0 0,3 0 0,-1 2 0,0 4 0,2-2 0,2 5 0,4 1 0,2-1 0,1-3 0,7 5 0,5-5 0,0 4 0,-2-3 0,-1-3 0,1 6 0,-4 1 0,-3 5 0,-14 1 0,0 0 0</inkml:trace>
  <inkml:trace contextRef="#ctx0" brushRef="#br0" timeOffset="82">2960 15061 8912,'-12'0'0,"1"0"0,-2 0 0,3 6 0,-1 0 0,7-1 0,-4-5 0,8 0 0,6-2 0,0-3 0,-1 3 0,-5-8 0,0 5 0,0 3 0,0-6 0,0 8 0,0 0 0,0-8 0,-7 6 0,5-5 0,-6 7 0,8 0 0,0 2 0,0 3 0,-8-3 0,5 14 0,-9-5 0,8-1 0,-1 1 0,1 1 0,0 5 0,-2 0 0,0 0 0,6 0 0,0 1 0,0-1 0,2 2 0,4 4 0,-2-4 0,7 4 0,-5-4 0,6-2 0,-3 0 0,3 0 0,1-5 0,-7-1 0,-1 1 0,-5 5 0,0 0 0,0-5 0,0-1 0,-1 1 0,-5-3 0,-4 6 0,-7-3 0,-2 3 0,-4 2 0,2-7 0,-8-4 0,8-4 0,-19-2 0,4 0 0</inkml:trace>
  <inkml:trace contextRef="#ctx0" brushRef="#br0" timeOffset="83">2874 15078 8912,'0'-11'0,"0"-1"0,0 9 0,2-7 0,3 4 0,-3 4 0,14-7 0,-5 3 0,-1 4 0,1-3 0,3 3 0,9 2 0,-4-2 0,4-4 0,-4 4 0,-2-6 0</inkml:trace>
  <inkml:trace contextRef="#ctx0" brushRef="#br0" timeOffset="84">3132 15147 8912,'0'12'0,"0"-1"0,-6 1 0,1 5 0,1 0 0,-4-6 0,2 1 0,1-1 0,5 7 0,0-1 0,0 0 0,0 0 0,0 0 0,0 2 0,0 4 0,0-4 0,0 4 0,1 2 0,3-2 0,2-2 0,-2-2 0,-2-2 0,-2 1 0,0-1 0,0 0 0,-2 0 0,-4 0 0,-3 1 0,-9-3 0,1-4 0,0-3 0,0-8 0,0 0 0,-1-8 0,1-1 0</inkml:trace>
  <inkml:trace contextRef="#ctx0" brushRef="#br0" timeOffset="85">3149 15164 8912,'8'-17'0,"1"0"0,9 0 0,-1 5 0,0 1 0,0 7 0,0-2 0,6 4 0,0 2 0,6 0 0,-6 0 0,8-7 0,-5-3 0</inkml:trace>
  <inkml:trace contextRef="#ctx0" brushRef="#br0" timeOffset="86">3906 14786 8912,'0'12'0,"-2"-3"0,-3-1 0,3-1 0,-6-3 0,1 2 0,5 7 0,-12-3 0,7 7 0,-3 0 0,4 0 0,-3 1 0,1-1 0,2 0 0,6 0 0,0 0 0,0 1 0,0-1 0,0 0 0,0 0 0,0 0 0,2-1 0,4-5 0,-2-3 0,7-8 0,-5 0 0,5 0 0,1 0 0,3-8 0,-3-3 0,1 1 0,-7-1 0,-2-3 0,-2 5 0,-2-3 0,0 7 0,0-7 0,-2 8 0,-4-1 0,-4 3 0,-7 2 0,0 0 0,5 2 0,1 3 0,0-3 0,-5 6 0,5-1 0,-5-5 0,7 6 0</inkml:trace>
  <inkml:trace contextRef="#ctx0" brushRef="#br0" timeOffset="87">4130 14889 8912,'-17'0'0,"0"0"0,-1 0 0,1 0 0,0 0 0,2 2 0,1 2 0,5 4 0,1 1 0,2-3 0,6 5 0,2 1 0,4 5 0,4-2 0,7-3 0,-4 3 0,4-3 0,-3 3 0,9 2 0,-10-6 0,-1 1 0,-1-1 0,1 5 0,-3-3 0,-1-1 0,-4 1 0,-4-4 0,-6 3 0,-4-6 0,-7 5 0,4-5 0,-5 5 0,5-7 0,-10 2 0,4-4 0,2-2 0,-8-16 0,-2-3 0</inkml:trace>
  <inkml:trace contextRef="#ctx0" brushRef="#br0" timeOffset="88">4113 14872 8912,'9'0'0,"7"0"0,-7 8 0,8-6 0,1 5 0,-1-7 0,0 0 0,0 0 0,1 0 0,1 0 0,4 0 0,-4 0 0,6 0 0</inkml:trace>
  <inkml:trace contextRef="#ctx0" brushRef="#br0" timeOffset="89">4405 14855 8912,'-9'2'0,"3"4"0,2-5 0,-1 5 0,3-4 0,-8-2 0,4 0 0,4 0 0,-5 0 0,9 0 0,3 0 0,-1 0 0,8 0 0,-7 0 0,7 0 0,-1 8 0,5-4 0,-5 7 0,3-5 0,-9 5 0,3 1 0,-2 5 0,-4 0 0,3 0 0,-3 2 0,-2 4 0,-7-4 0,-5 4 0,3-4 0,-3-1 0,1-1 0,-7 0 0,1 0 0</inkml:trace>
  <inkml:trace contextRef="#ctx0" brushRef="#br0" timeOffset="90">4337 15044 8912,'17'0'0,"0"0"0,0 0 0,0 0 0,1-8 0,-1-3 0,6 1 0,2-1 0,-1-1 0,1 3 0,14-14 0,-3 4 0</inkml:trace>
  <inkml:trace contextRef="#ctx0" brushRef="#br0" timeOffset="91">4681 14906 8912,'-6'18'0,"0"-1"0,-7-6 0,1 1 0,3-7 0,-3 7 0,3-1 0,-3 7 0,-3-1 0,4 0 0,3 0 0,2 0 0,4 1 0,2-1 0,0 0 0,2-2 0,4-3 0,5-7 0,5-3 0,1-2 0,0 0 0,0-7 0,1-5 0,-3-3 0,-4-2 0,5 0 0,-5-1 0,-3 1 0,-3 0 0,-3 0 0,-2 0 0,0-1 0,0 1 0,0 0 0,0 0 0,0 5 0,0 1 0,-7 7 0,-3-11 0,-7 13 0,0-6 0</inkml:trace>
  <inkml:trace contextRef="#ctx0" brushRef="#br0" timeOffset="92">4784 14906 8912,'17'-5'0,"-1"-3"0,-3 0 0,-2 1 0,1-5 0,5 7 0,-5-7 0,-1 6 0,-5-5 0,5 5 0,3 2 0,-7 4 0,-1 6 0,2 4 0,-3 7 0,1 0 0,-6 0 0,0 6 0,0 0 0,0 6 0,0-6 0,0 5 0,0-5 0,-6 0 0,1-6 0,-7 6 0,5 0 0,-1 0 0,0 2 0,-5-8 0,1 0 0,-3 1 0,-2-7 0,0-3 0,-1-1 0</inkml:trace>
  <inkml:trace contextRef="#ctx0" brushRef="#br0" timeOffset="93">4801 15061 8912,'-11'12'0,"1"-1"0,3 2 0,-7-5 0,12 0 0,2-8 0,12 0 0,11-2 0,5-4 0,5 2 0,1-7 0,-1-3 0,-5-1 0,5-2 0,-6 0 0</inkml:trace>
  <inkml:trace contextRef="#ctx0" brushRef="#br0" timeOffset="94">5111 14941 8912,'-15'11'0,"3"1"0,3-8 0,3 1 0,4 5 0,-6-1 0,8 9 0,-5-1 0,-1 0 0,2 0 0,2 0 0,2 2 0,0 4 0,0-2 0,0 8 0,0-8 0,0 2 0,0-4 0,0-2 0,0 1 0,0-1 0,0-8 0,-2 5 0,-4-9 0,3 1 0,-9-6 0,1-8 0,-6-1 0</inkml:trace>
  <inkml:trace contextRef="#ctx0" brushRef="#br0" timeOffset="95">4939 14924 8912,'9'0'0,"7"-2"0,-5-4 0,5 2 0,1-7 0,2 5 0,4-5 0,2 7 0,5-4 0,-1 2 0,2 1 0,-7-1 0,9-2 0,-6-1 0</inkml:trace>
  <inkml:trace contextRef="#ctx0" brushRef="#br0" timeOffset="96">5868 15130 8912,'-11'10'0,"-1"-5"0,8-3 0,-1-2 0,10 0 0,-1-2 0,8-3 0,-1-5 0,6-7 0</inkml:trace>
  <inkml:trace contextRef="#ctx0" brushRef="#br0" timeOffset="97">6298 15113 8912,'10'-2'0,"-4"-4"0,-4 4 0,-2-5 0,0 7 0,0 7 0,0 3 0</inkml:trace>
  <inkml:trace contextRef="#ctx0" brushRef="#br0" timeOffset="98">809 6207 8912,'2'-12'0,"2"1"0,1-3 0,-1-1 0,-2-2 0,-2 5 0,-2 1 0,-2-2 0,-1-3 0,-1-1 0,6 0 0</inkml:trace>
  <inkml:trace contextRef="#ctx0" brushRef="#br0" timeOffset="99">740 6035 8912,'-8'17'0,"-1"8"0,-8 2 0,-1 15 0,1 5 0,-2 9 0,-4 7 0,4 4 0,-4 1 0,6 1 0,5 0 0,7-2 0,3-4 0,2-4 0,0-7 0,2-16 0,3-7 0,5-10 0,7-8 0,0-3 0,1-8 0,-1 0 0,0 0 0,6-8 0,0-3 0,6-12 0,-7-6 0,7 2 0,-6-1 0,-6-1 0,-7-5 0,-1-1 0,1 1 0,-6 0 0,2-1 0,-5 8 0,-1 4 0,0 4 0,0 2 0,0 8 0,0 1 0,0 21 0,0 5 0,-5 12 0,-1 3 0,2 7 0,2 4 0,4-4 0,4 6 0,-2-10 0,7-2 0,1-7 0,5-10 0,0-1 0,0-5 0,0-5 0,1-12 0,-1-4 0,0-7 0,0 0 0</inkml:trace>
  <inkml:trace contextRef="#ctx0" brushRef="#br0" timeOffset="100">1084 6705 8912,'0'-34'0,"0"0"0,0 1 0,0 4 0,-8-1 0,-3 7 0,-10 0 0,-2 6 0,-8 7 0,3 5 0,-5 3 0,1 2 0,1 2 0,2 3 0,14 3 0,-2 3 0,11 5 0,1-5 0,3 4 0,2-5 0,7-2 0,10-24 0,10-3 0</inkml:trace>
  <inkml:trace contextRef="#ctx0" brushRef="#br0" timeOffset="101">1359 6258 8912,'-24'0'0,"5"-2"0,-4-3 0,-2 3 0,2-4 0,0 6 0,8 6 0,3 5 0,-1 4 0,7 3 0,0 7 0,6 3 0,2-1 0,4 2 0,3-3 0,9 3 0,-1-2 0,0-4 0,6-10 0,0 4 0,0-5 0,-6-1 0,0 3 0,0-9 0,1 1 0,-1-6 0,0-2 0,0-4 0,-1-3 0,-5-8 0,4-6 0,-3 0 0,-4-6 0,-3 6 0,3-2 0,-2 2 0,-1 2 0,-5-7 0,0 7 0,0-2 0,0 4 0,0 9 0,0 2 0,-5 12 0,-1 8 0,0-1 0,6 12 0,0-4 0,0-2 0,2 4 0,4-3 0,-2 3 0,7-10 0,2 3 0,3-3 0,-5-3 0,1-8 0,-1 0 0,6 0 0,1-2 0,-1-4 0,0-4 0,0-7 0,0-2 0,1-4 0,-7 2 0,1-7 0,-9 7 0,3-4 0,-4 2 0,-2 0 0,0 0 0,0 6 0,0 7 0,0 3 0,0 8 0,0 5 0,0 4 0,0 7 0,0 2 0,0 4 0,0-4 0,0 4 0,0-4 0,0-2 0,0 0 0,0 1 0,0-1 0,0 0 0,0 0 0,0 0 0,0-5 0,0-1 0,0-9 0,0-2 0,2-7 0,4-11 0,-2-1 0,7-4 0,-5-1 0,5-5 0,-1-2 0,1 8 0,5 0 0,-5 6 0,2 0 0,-1 0 0,3 7 0,-3 5 0,3 3 0,2 2 0,-5 4 0,-1 7 0,-5 2 0,5 16 0,-5-6 0,4 6 0,-1-1 0,1-1 0,-6 0 0,1-4 0,3-4 0,-2 4 0,7-4 0,-11-10 0,6-1 0</inkml:trace>
  <inkml:trace contextRef="#ctx0" brushRef="#br0" timeOffset="102">2134 5639 8912,'-8'-23'0,"-1"-1"0,-1-1 0,4 0 0,-3 2 0,7 15 0,-4 8 0,4 21 0,2 14 0,0 13 0,0 3 0,0 1 0,0 9 0,0 0 0,0 2 0,0 8 0,0-8 0,2 2 0,4-2 0,-2 2 0,7-8 0,-5-9 0,5-14 0,-1-7 0,1-10 0,5-7 0,-5-5 0,-1-3 0,1-2 0,1-13 0,5-4 0,-6-12 0,1 0 0,-1-3 0,-1-3 0,-2 1 0,-8 0 0,1-4 0,5 3 0,-4-3 0,4 9 0,-4 12 0,-2 2 0</inkml:trace>
  <inkml:trace contextRef="#ctx0" brushRef="#br0" timeOffset="103">2289 6035 8912,'7'17'0,"-5"0"0,8 2 0,-4 4 0,-3-2 0,9 8 0,-6-6 0,5 5 0,-1-5 0,1 6 0,4-6 0,-5 4 0,1-2 0,1-4 0,-8 5 0,5-7 0,-3 4 0,-4-4 0,4-3 0,-12-5 0,0-3 0,-11-8 0,4-2 0,-10-4 0,-4-11 0,0-10 0</inkml:trace>
  <inkml:trace contextRef="#ctx0" brushRef="#br0" timeOffset="104">1893 6104 8912,'-27'0'0,"4"0"0,4 0 0,2 0 0,11 5 0,12 1 0,21-2 0,24-10 0,18-11 0,17-12 0,-40 10 0,2-2 0,5-1 0,1-2 0,3 0 0,1-1-377,4-1 1,2 0-1,0 0 1,0-1 376,2-2 0,0 0 0,-7 3 0,-1-1 0,1-3 0,0 1 0</inkml:trace>
  <inkml:trace contextRef="#ctx0" brushRef="#br0" timeOffset="105">465 7290 8912,'9'-2'0,"-3"-4"0,-4-5 0,-2 1 0,0-1 0,-8 7 0,-3-2 0,-5 4 0,-1 2 0,0 2 0,0 4 0,-2 7 0,-4 8 0,4 6 0,-4 9 0,4 4 0,1 6 0,3 12 0,4 5 0,-3 4 0,8 1 0,3-1 0,1-4 0,2 4 0,0-4 0,0-9 0,0-3 0,0-13 0,0-3 0,2-3 0,3-9 0,-1-8 0,8-9 0,1-4 0,2-2 0,3-2 0,-1-4 0,0-5 0,0-12 0,0-11 0,1-10 0</inkml:trace>
  <inkml:trace contextRef="#ctx0" brushRef="#br0" timeOffset="106">482 7651 8912,'-25'0'0,"6"0"0,-4 0 0,4 0 0,2 0 0,7 0 0,4 0 0,12 0 0,11 0 0,12 0 0,5-2 0,6-4 0,-1-3 0,7-8 0,-8 1 0,2 5 0,-4-4 0,-1 5 0,-3-1 0,-3-1 0,-4 8 0,-8-1 0,0-5 0,-7 8 0,-3-6 0</inkml:trace>
  <inkml:trace contextRef="#ctx0" brushRef="#br0" timeOffset="107">516 7840 8912,'-11'21'0,"-1"-4"0,8 4 0,-1-19 0,10 4 0,5-12 0,7-5 0,8-6 0,4-4 0,3-4 0,3-2 0,-3 6 0,-3-2 0,2 4 0,-9 2 0,7 0 0,-6-1 0,-6 1 0,-5 0 0,-8 5 0,1 1 0,-3 0 0,-2-7 0</inkml:trace>
  <inkml:trace contextRef="#ctx0" brushRef="#br0" timeOffset="108">654 7427 8912,'-12'2'0,"1"4"0,7-4 0,-3 13 0,7-5 0,0 7 0,0 8 0,0 4 0,0 3 0,0 2 0,5 6 0,1 1 0,2 6 0,-3-1 0,-1-4 0,8-2 0,-7-3 0,7-3 0,-8-1 0,1-5 0,-3-5 0,-2-4 0,0-9 0,8-3 0,2-7 0</inkml:trace>
  <inkml:trace contextRef="#ctx0" brushRef="#br0" timeOffset="109">757 7341 8912,'0'-17'0,"0"6"0,0-1 0,0 9 0,-2-3 0,-3 12 0,3 11 0,-4 11 0,4 7 0,2 5 0,0 10 0,0 7 0,0 0 0,0-5 0,2-1 0,4 1 0,-3-2 0,9-5 0,-6 3 0,5-8 0,1-1 0,-3-3 0,6-17 0,-13-4 0,14-22 0,-7-3 0</inkml:trace>
  <inkml:trace contextRef="#ctx0" brushRef="#br0" timeOffset="110">1050 7427 8912,'11'0'0,"1"0"0,-9 0 0,5 2 0,-8 4 0,0 4 0,0 7 0,0 2 0,-2 4 0,-2 6 0,-1 3 0,-1 4 0,6 4 0,-6-5 0,0-1 0,1 1 0,5-7 0,0 3 0,0-3 0,0-3 0,0-13 0,0-1 0,0-7 0,0-4 0,0-11 0,2-5 0,3-1 0,5-2 0,-1-4 0,7 4 0,-5-4 0,10-2 0,2 2 0,2 0 0,-2 6 0,-2 2 0,8 3 0,-6-1 0,5 7 0,-7 1 0,2 5 0,-9 0 0,-3 0 0,1 1 0,-3 5 0,-1 6 0,-8 11 0,-8-4 0,-3 4 0,-6 1 0,-6-1 0,4 6 0,-4-6 0,3 0 0,3-6 0,6-2 0,-1-3 0,16-5 0,-2-7 0</inkml:trace>
  <inkml:trace contextRef="#ctx0" brushRef="#br0" timeOffset="111">1532 7496 8912,'0'-17'0,"-2"7"0,-4 5 0,2 1 0,-7-2 0,-1 6 0,-5 0 0,0 4 0,0 13 0,-1-2 0,1 14 0,6-2 0,-1 2 0,8 3 0,-1-3 0,3 1 0,2-1 0,0-6 0,0-4 0,0-2 0,7 0 0,3-7 0,7-4 0,-2-12 0,-3-6 0,3-5 0,-3-6 0,-3 4 0,3-4 0,-3-2 0,3 2 0,1 1 0,-5 4 0,-1 1 0,1 0 0,0 6 0,-3-1 0,-3 8 0,14-3 0,-14 9 0,3 3 0,-3 5 0,0 7 0,2 2 0,2 4 0,1-4 0,-1 4 0,-4-4 0,4-2 0,1 1 0,-1-1 0,7 0 0,-3-8 0,7-3 0,0-4 0,1-10 0,-1-1 0</inkml:trace>
  <inkml:trace contextRef="#ctx0" brushRef="#br0" timeOffset="112">1859 7307 8912,'0'-17'0,"0"0"0,0 0 0,0-1 0,-2 9 0,-4 3 0,-2 12 0,-3 5 0,-5 10 0,5 2 0,3 0 0,1-6 0</inkml:trace>
  <inkml:trace contextRef="#ctx0" brushRef="#br0" timeOffset="113">1772 7496 8912,'0'23'0,"0"0"0,0 8 0,2-10 0,4 7 0,-2-7 0,7 2 0,-7-11 0,10-3 0,-9-3 0,1-4 0,-4 4 0,2-12 0,2-6 0,-3-3 0,5-2 0,-2 0 0,7 0 0,-1-1 0,3 1 0,2 0 0,0 2 0,1 3 0,-7-1 0,1 7 0,1-5 0,8 5 0,2 2 0,0 2 0,-8 10 0,-3 3 0,-5 5 0,-7 1 0,-2 2 0,-3 4 0,-5 4 0,-7 7 0,-8-2 0,-4-3 0,3 4 0,-3-5 0,8-3 0,-2-2 0,-4-4 0,0-2 0</inkml:trace>
  <inkml:trace contextRef="#ctx0" brushRef="#br0" timeOffset="114">2134 7376 8912,'0'-17'0,"0"5"0,0 1 0,8 7 0,-7-2 0,5 12 0,-4 3 0,-2 9 0,0 5 0,0 1 0,0 1 0,0 0 0,2 4 0,4-6 0,-4 5 0,3-5 0,3 0 0,-2-6 0,1 1 0,-1-1 0,-4-6 0,4 1 0,3-8 0,1 3 0,1-9 0,1-3 0,-8-5 0,1-7 0,3 0 0,-2-1 0,0 1 0,-6 0 0,0 6 0,0-1 0,0 8 0,0-3 0,0 14 0,0 5 0,0 3 0,1 2 0,5 0 0,-2-1 0,7-5 0,-5 2 0,6-7 0,-1 0 0,6-6 0,1 0 0,-1 0 0,-4 0 0,4 0 0,-3-8 0,9-3 0,-10 1 0,-1-1 0,-1 1 0,6-3 0,0 1 0,1 1 0,-1 1 0,-6 3 0,1 7 0,-8 2 0,1 3 0,-3 7 0,-2 3 0,0 2 0,-5-5 0,-1-1 0,-8 1 0,3 5 0,-4-2 0,-3-3 0,1 3 0,0-13 0,0 6 0</inkml:trace>
  <inkml:trace contextRef="#ctx0" brushRef="#br0" timeOffset="115">2272 7170 8912,'-18'-8'0,"7"6"0,-1-4 0,3 2 0,-3-1 0,-3 3 0,11-8 0,-7 5 0,7 3 0,-2-6 0,12 8 0,4 0 0,7 0 0,8 0 0,1 0 0,9 0 0</inkml:trace>
  <inkml:trace contextRef="#ctx0" brushRef="#br0" timeOffset="116">2409 6877 8912,'10'-17'0,"-1"8"0,-3 3 0,6 6 0,10 6 0,1 5 0,10 14 0,5 9 0,4 10 0,-9 8 0,1 5 0,-11 4 0,-2 10 0,-7 5 0,-9 10 0,-5-2 0,-5 2 0,-15-2-273,-14-9 0,-8-6 273,-10-6 0,-7-8 0,5-3 0,-5-10 0</inkml:trace>
  <inkml:trace contextRef="#ctx0" brushRef="#br0" timeOffset="117">1153 7651 8912,'0'-12'0,"0"1"0,0-2 0,2-1 0,4 3 0,-4 5 0,3 12 0,-3 11 0,-2 12 0,2 3 0,4 3 0,-2-1 0,7 0 0,3 1 0,1-1 0,-4-1 0,1-3 0,1-1 0,10-8 0,4 4 0</inkml:trace>
  <inkml:trace contextRef="#ctx0" brushRef="#br0" timeOffset="118">2203 7187 8912,'0'-12'0,"0"1"0,0 5 0,0-5 0,-2 7 0,-4-2 0,2 10 0,-7 2 0,7 7 0,-4-3 0</inkml:trace>
  <inkml:trace contextRef="#ctx0" brushRef="#br0" timeOffset="119">7262 10557 8912,'10'-12'0,"-5"1"0,-3 7 0,-4-10 0,-3 9 0,1-1 0,-8 6 0,8 0 0,-3-2 0,7-4 0,0 4 0,0-5 0,0 5 0,0-4 0,0 4 0,0-5 0,-2 7 0,-2-2 0,-2-4 0,1 4 0,5-6 0,0 1 0,0 5 0,0-6 0,0 8 0,0-2 0,0-3 0,-2 3 0,-4-4 0,4 4 0,-6 2 0,8 0 0,0 0 0,0 8 0,0-4 0,0 7 0,0 0 0,0 7 0,0-1 0,6 0 0,0 0 0,0 0 0,-6 1 0,0-1 0,0-6 0,0 1 0,0-7 0,0 7 0,0 1 0,0-3 0,0 1 0,0-5 0,0 5 0,0 1 0,0 5 0,0 0 0,0 1 0,0-7 0,0 0 0,0 1 0,0 5 0,0 0 0,0-5 0,0-1 0,0 1 0,0 5 0,0 0 0,0 0 0,0 0 0,0 1 0,0-7 0,0 1 0,0-1 0,0 6 0,0-5 0,0-1 0,0 1 0,0 5 0,0 0 0,0 0 0,0 0 0,0-5 0,0-1 0,0 1 0,0 5 0,0 0 0,0-5 0,0-1 0,0 2 0,5 3 0,1 1 0,0-6 0,-6 1 0,0-6 0,0 5 0,0 1 0,7 5 0,-5 0 0,4 0 0,-4 0 0,-2 0 0,0 1 0,0-7 0,0 1 0,0-1 0,0 6 0,0 0 0,0-5 0,0-1 0,0-5 0,0 6 0,8-1 0,-6 6 0,3 0 0,-3 1 0,-2-1 0,0 0 0,0 0 0,0 0 0,0 1 0,0-1 0,0 0 0,0 0 0,0 0 0,0-5 0,0-1 0,0 1 0,0 5 0,0 0 0,0 0 0,0 0 0,0 1 0,0-7 0,0 1 0,0-1 0,0 6 0,0 0 0,0 1 0,0-7 0,0 1 0,0 1 0,0 2 0,0 2 0,0 1 0,0-7 0,0 1 0,0-7 0,0 7 0,0 1 0,0 2 0,0 3 0,0-1 0,0 0 0,0 0 0,0 0 0,0 1 0,0-1 0,0 0 0,0 0 0,0 0 0,0 1 0,0-1 0,0 0 0,0 0 0,0 0 0,0 0 0,0 1 0,0-1 0,0 0 0,0 0 0,0 0 0,0 1 0,0-1 0,0 0 0,0 0 0,0 0 0,0 1 0,0-1 0,0 0 0,0 0 0,0 0 0,0 1 0,0-7 0,0 0 0,0 1 0,2 5 0,2 0 0,2 1 0,-2-1 0,-3-6 0,-1 1 0,0-1 0,0 6 0,0 1 0,0-1 0,0 0 0,0-6 0,0 1 0,0 1 0,0 2 0,0 3 0,0-1 0,0 0 0,0 0 0,0 0 0,0 1 0,0-1 0,0 0 0,0 0 0,0 0 0,0 1 0,0-1 0,0-6 0,0 1 0,0-7 0,0 7 0,0-6 0,0 5 0,0-5 0,0 5 0,0 3 0,0 1 0,0 2 0,0 0 0,0 1 0,0-1 0,0-6 0,0 1 0,0-1 0,0 6 0,0 0 0,0 1 0,0-1 0,0 0 0,0-5 0,0-1 0,0 0 0,0 7 0,0-1 0,0 0 0,0 0 0,0 0 0,0 1 0,0-1 0,0 0 0,0-6 0,0 1 0,0 1 0,0 3 0,0 1 0,0 0 0,0 0 0,0 0 0,0 1 0,0-1 0,0-6 0,0 1 0,0-1 0,0 6 0,0 1 0,0-1 0,0 0 0,0-6 0,0 1 0,0 1 0,0 2 0,0-3 0,0-1 0,0-7 0,0 12 0,0-7 0,0 3 0,0-1 0,0-7 0,0 11 0,0-3 0,0-3 0,0 3 0,0-7 0,0 7 0,0-1 0,0 6 0,0 1 0,2-3 0,4-4 0,-4 5 0,6-7 0,-8 8 0,0 1 0,0-1 0,0 0 0,0 0 0,0 0 0,0-5 0,0-1 0,0 3 0,0 1 0,0 2 0,0 0 0,0-5 0,0-1 0,0-5 0,0 5 0,0-5 0,0 6 0,0-7 0,0 7 0,0-8 0,0 11 0,0-13 0,0 5 0,0 1 0,0-6 0,0 6 0,0-8 0,0 0 0,0 7 0,0-3 0,0 8 0,0-9 0,0 13 0,-6-12 0,0 7 0,0-5 0,6 5 0,0-7 0,0 11 0,0-13 0,0 13 0,0-5 0,0 7 0,0-7 0,0 5 0,0-13 0,0 6 0,0-1 0,0-5 0,0 6 0,0-8 0,0 0 0,0-8 0,0 6 0,0-5 0,0 7 0,0 0 0,-7 0 0,5 0 0,-6 0 0,8 0 0,0 0 0,0-8 0,0 6 0,0-6 0,0 1 0,0 5 0,0-8 0,0 5 0,0 3 0,0-6 0,0 6 0,0-4 0,0 4 0,0-5 0,0 7 0,0-8 0,0 4 0,0-7 0,-5 5 0,-1-5 0,0-1 0,6-5 0</inkml:trace>
  <inkml:trace contextRef="#ctx0" brushRef="#br0" timeOffset="120">7262 10333 8912,'-8'10'0,"-1"-3"0,-1 1 0,-5-6 0,4 4 0,1-5 0,0 1 0,3 4 0,-7-4 0,11 6 0,-9-8 0,6 0 0,-5 0 0,5 0 0,-5 0 0,5 0 0,-6 0 0,-1 0 0,5 0 0,-7-8 0,6-2 0</inkml:trace>
  <inkml:trace contextRef="#ctx0" brushRef="#br0" timeOffset="121">7004 10333 8912,'-17'0'0,"7"0"0,3 0 0</inkml:trace>
  <inkml:trace contextRef="#ctx0" brushRef="#br0" timeOffset="122">6935 10350 8912,'-17'0'0,"0"2"0,-1 4 0,1-2 0,-2 7 0,0 3 0,2 1 0,-12 2 0,18 0 0,-12 0 0,9 1 0,5-1 0,1 0 0,2 0 0,6-7 0,0-3 0,0-7 0</inkml:trace>
  <inkml:trace contextRef="#ctx0" brushRef="#br0" timeOffset="123">6797 10522 8912,'-11'0'0,"-1"0"0,-1 0 0,-2 0 0,-4 0 0,-2 0 0,-4 0 0,-2 0 0,4 6 0,-6 0 0,8 5 0,-2-5 0,4 0 0,2 1 0,0-5 0,0 6 0,-1-8 0</inkml:trace>
  <inkml:trace contextRef="#ctx0" brushRef="#br0" timeOffset="124">6298 10522 8912,'-26'8'0,"1"-6"0,8 3 0,-1-3 0,-1-2 0,-2 0 0,-2 0 0,0 0 0,6-5 0,0-1 0,0 0 0,-1 6 0,1 0 0,0 0 0,0 0 0,0 0 0,-1 0 0,1 0 0,2-2 0,3-3 0,-3 3 0,6-14 0,-9 5 0,7 3 0,-1 3 0,7 3 0,-7 2 0,6 0 0,-5 0 0,5 2 0,-5 3 0,-1-1 0,-5 6 0,0-3 0,-6-1 0,0-6 0,0 0 0,6 0 0,0 0 0,-1 0 0,1 0 0,0 0 0,0 2 0,0 4 0,-1-4 0,1 3 0,0-3 0,0-2 0,0 6 0,-1 0 0,1-1 0,0-5 0,0 0 0,0 0 0,-1 0 0,1 0 0,0 0 0,0 0 0,-1 0 0,1 2 0,0 2 0,0 2 0,0-2 0,-1 3 0,1-1 0,6 2 0,-1-3 0,1-1 0,-6 8 0,-1-8 0,1 1 0,0-3 0,0-2 0,5 0 0,1 0 0,7 0 0,-4 0 0,8 0 0,-7-7 0,-3-3 0,-7-7 0</inkml:trace>
  <inkml:trace contextRef="#ctx0" brushRef="#br0" timeOffset="125">4818 10591 8912,'-17'0'0,"0"0"0,0 0 0,0 0 0,-1 0 0,1 0 0,0 0 0,0 0 0,5 0 0,1 0 0,5 0 0,-5 0 0,5 0 0,-6 0 0,7 0 0,-7 0 0,-1 0 0,3 0 0,-1 0 0,-1 0 0,-5 0 0,6-6 0,-1 1 0,1-3 0,-7 2 0,7 4 0,0-3 0,-1-5 0,-5 8 0,0-4 0,-1 4 0,7 2 0,-1 0 0,1 0 0,-6 0 0,0 6 0,-1 0 0,1 0 0,0-6 0,0 0 0,0 0 0,-1 0 0,1 0 0,0 0 0,0 0 0,-1 0 0,7 0 0,0 0 0,-1 0 0,-5 0 0,0 0 0,-1 0 0,1 0 0,0 0 0,0 0 0,0 0 0,-1 0 0,-6 0 0,-3 0 0</inkml:trace>
  <inkml:trace contextRef="#ctx0" brushRef="#br0" timeOffset="126">3769 10591 8912,'-18'0'0,"1"0"0,6-6 0,-1 1 0,1-1 0,-6 4 0,-1-2 0,1-2 0,6 1 0,-1 5 0,7 0 0,-7 0 0,8 0 0,-11 0 0,11 5 0,-7 1 0,5 0 0,-6-6 0,7 6 0,-7-1 0,1 1 0,-6-6 0,-1 0 0,7 0 0,-1 0 0,1 0 0,-6 0 0,0 0 0,-1 0 0,1 0 0,0 0 0,0 6 0,-2-1 0,-2-1 0,-2-2 0,0-2 0,5 0 0,1 6 0,0 0 0,0-1 0,0-5 0,-1 0 0,1 0 0,0 0 0,0 0 0,5 0 0,1 0 0,-1 0 0,-5 0 0,0 0 0,0 0 0,5 0 0,1 0 0,7 0 0,-11 0 0,5 0 0</inkml:trace>
  <inkml:trace contextRef="#ctx0" brushRef="#br0" timeOffset="127">2925 10729 8912,'-24'17'0,"-1"0"0,-4 0 0,4-2 0,8-3 0,0-5 0,0-7 0,7 0 0,2 0 0,10-5 0,4-1 0,-2-5 0,5 3 0,-1-2 0,-2-1 0,-6 1 0,-8 3 0,-1 7 0,-9 0 0,7 0 0,-1 0 0,1 0 0,-6 0 0,0 0 0,3 0 0,-3 0 0,4 0 0,-10 0 0,2 0 0,-2 0 0,4 0 0,-4 0 0,3 2 0,3 1 0,0 3 0,0-2 0,0-2 0,-1-2 0,9 0 0,1 0 0,8 0 0,0 0 0,-7 0 0,5 0 0,-8 0 0,4 0 0,4 0 0,-7 0 0,3 0 0,2 0 0,-7 0 0,7 0 0,-11 0 0,11 0 0,-8 0 0,9 0 0,-7 0 0,4 0 0,4 0 0,-5 0 0,7-8 0,-8 6 0,6-5 0,-5-1 0,7-1 0</inkml:trace>
  <inkml:trace contextRef="#ctx0" brushRef="#br0" timeOffset="128">2306 10643 8912,'0'9'0,"0"-1"0,0-8 0,0 0 0,-8 0 0,6 0 0,-7 0 0,3 0 0,4 0 0,-5 0 0,5 0 0,-4 0 0,4 7 0,-8-5 0,7 6 0,-3 0 0,0-7 0,6 7 0,0-6 0,0 4 0,0-4 0,0 5 0,0-7 0,0 0 0,2-7 0,4-5 0,-4 5 0,11-9 0,-7 5 0,0 3 0,-6 1 0,0 7 0,0 0 0,-2 5 0,-2 3 0,-2 1 0,-5-3 0,5 6 0,0-7 0,6 7 0,-2-6 0,-4 5 0,5-7 0,-7 4 0,10-8 0,4 0 0,3-8 0,6-2 0,-3-7 0,-4 6 0,-8-1 0,0 6 0,0-5 0,0 0 0,0 1 0,0 2 0,-8 24 0,-2 3 0</inkml:trace>
  <inkml:trace contextRef="#ctx0" brushRef="#br0" timeOffset="129">1136 10230 8912,'0'11'0,"-2"-1"0,-2-1 0,-2 1 0,-1-4 0,1 5 0,4-5 0,-4 5 0,4 3 0,2 1 0,0 2 0,2 0 0,4 1 0,-2-3 0,5-2 0,1-3 0,0-2 0,-1 5 0,3-2 0,3-1 0,-6 1 0,3 1 0,-1-3 0,-1 7 0,1-5 0,-3 4 0,-8 3 0,6-7 0,-1 1 0,-3 1 0,-5 2 0,-1 8 0,-8 0 0,1 0 0,-6-6 0,-6 0 0,0 1 0,0-1 0,6 0 0,-1-8 0,1-3 0,-2-4 0,-4-2 0,4 0 0,-6-15 0,8-4 0</inkml:trace>
  <inkml:trace contextRef="#ctx0" brushRef="#br0" timeOffset="130">1015 10230 8912,'0'-17'0,"0"0"0,0-1 0,0 9 0,0 1 0,4 6 0,8-2 0,11-1 0,7-1 0,5 6 0,5-6 0,2-1 0,2-1 0,4 0 0,-6-5 0,7 3 0,-5-7 0</inkml:trace>
  <inkml:trace contextRef="#ctx0" brushRef="#br0" timeOffset="131">1686 10196 8912,'-17'0'0,"0"1"0,0 3 0,0 2 0,-1 0 0,1-1 0,0 1 0,0 8 0,0-3 0,7 4 0,4 2 0,4-5 0,2-1 0,0 3 0,8-1 0,3-1 0,-1 3 0,2-6 0,1 3 0,2-1 0,-3-1 0,-1 1 0,1 5 0,5-5 0,-6 4 0,1 3 0,1-1 0,2 0 0,3 0 0,-9 0 0,5 1 0,-9-1 0,-1 0 0,-2 0 0,-4 0 0,-4 1 0,-3-7 0,-8 0 0,-1-1 0,1 1 0,0-1 0,0-6 0,0 2 0,-1-3 0,1-1 0,0-2 0,6-2 0,-1-3 0,8-13 0,-11-8 0,5-9 0</inkml:trace>
  <inkml:trace contextRef="#ctx0" brushRef="#br0" timeOffset="132">1600 10213 8912,'6'17'0,"0"0"0,0 0 0,-6 0 0,2-7 0,3-4 0,7-12 0,11-5 0,5-5 0,5-1 0,9-2 0,4-4 0,9 4 0,3-4 0,5 4 0,-6 2-298,0 0 1,-5-1 0,0 1 0</inkml:trace>
  <inkml:trace contextRef="#ctx0" brushRef="#br0" timeOffset="133">24454 14717 8912,'-18'10'0,"9"5"0,3-3 0,6-5 0,6-1 0,5-4 0,5-2 0,1-2 0,0-2 0,0-2 0,-2-1 0,-1 3 0,-3-2 0,-5 1 0,6 5 0,-9 0 0,13 0 0,-13 0 0,9 0 0,-8 0 0,5 1 0,-3 5 0,4 4 0,-1-1 0,6-1 0,-13-6 0,4 4 0,-4-5 0,6 7 0,-6-8 0,5 0 0,-7 0 0,0 0 0,-7 0 0,5 0 0,-6 0 0,8 0 0,0-8 0,0-1 0,0-8 0,0-2 0,0-4 0,-2 4 0,-4-4 0,4-4 0,-3-2 0,3-3 0,2-3 0,0 1 0,0 0 0,-6-6 0,0-1 0,1 1 0,5 6 0,-2 0 0,-4-1 0,4 6 0,-4 1 0,-1-1 0,-1-5 0,0 0 0</inkml:trace>
  <inkml:trace contextRef="#ctx0" brushRef="#br0" timeOffset="134">24419 11243 8912,'0'-22'0,"0"-1"0,0 1 0,0 4 0,0-1 0,0-4 0,0 2 0,0-7 0,0 5 0,0-6 0,0 8 0,0-2 0,0 4 0,0 2 0,0 0 0,0-1 0,0 1 0,0 0 0,0 0 0,0 0 0,0 5 0,0 1 0,0-1 0,0-5 0,0 0 0,0 0 0,0 0 0,0-1 0,0 1 0,0 0 0,0 0 0,0 5 0,0 1 0,0 5 0,0-5 0,0-3 0,0 5 0,0-3 0,0 8 0,0-3 0,0 7 0,0 0 0,8 2 0,3 3 0,-1-3 0,1 4 0,-7-2 0,2 2 0,-2-4 0,1 3 0,-3-3 0,6-2 0</inkml:trace>
  <inkml:trace contextRef="#ctx0" brushRef="#br0" timeOffset="135">24591 10625 8912,'-17'0'0,"0"0"0,0 0 0,-1 0 0,1 0 0,8-7 0,1-3 0,8 1 0,6-1 0,-1 4 0,1 4 0,-4-5 0,4 7 0,-4 0 0,3 0 0,-10 0 0,1 0 0,-8 0 0,7 0 0,-7 0 0,8 0 0,-11 0 0,13 7 0,-4 5 0,5-4 0,-7-1 0,-2-7 0</inkml:trace>
  <inkml:trace contextRef="#ctx0" brushRef="#br1" timeOffset="136">24367 10849 8912,'-9'-8'0,"1"4"0,8-7 0,0 5 0,0-5 0,0-3 0,0 5 0,0-3 0,0 7 0,0-7 0,0 8 0,0-5 0,0 3 0,0 4 0,0-5 0,0 7 0,0 0 0,0 7 0,0 5 0,0-3 0,0 3 0,0-1 0,6 6 0,0 0 0,-2 1 0,-3-1 0,-1 0 0,2-5 0,4-1 0,-4 0 0,4 7 0,-4-1 0,0 0 0,1 0 0,3 0 0,0 1 0,-6-1 0,6 6 0,-1 0 0,-1-2 0,-2-2 0,-2 4 0,0 0 0,2 1 0,4-1 0,-4-4 0,3 4 0,-3-3 0,-2-3 0,0 0 0,0 0 0,0 0 0,0 0 0,0 1 0,0-7 0,0 1 0,0 1 0,0 2 0,0 2 0,0-5 0,0-1 0,0-5 0,0 6 0,0-1 0,0 6 0,0 0 0,0 1 0,0 1 0,0 4 0,0-10 0,0 4 0,0-3 0,0 3 0,0 0 0,0 0 0,0 0 0,0 1 0,0-7 0,0 0 0,0 3 0,0 1 0,6 2 0,0 0 0,0 1 0,-6-1 0,0 2 0,0 4 0,0-4 0,0 4 0,0-4 0,1-2 0,3 2 0,2 4 0,0-4 0,-6 6 0,0-8 0,0-5 0,0-1 0,0 1 0,2 5 0,3 0 0,-3 0 0,6 1 0,-8-1 0,0 0 0,2 0 0,2 0 0,1 1 0,1-1 0,-6 0 0,2-6 0,4 1 0,-4-1 0,3 6 0,-3 1 0,-2-1 0,6-6 0,0 1 0,0-1 0,-6 6 0,0 1 0,0-1 0,1-6 0,3 1 0,2 1 0,-2 2 0,-2-3 0,-2-1 0,0 1 0,0 5 0,0 0 0,0 0 0,0 1 0,0-1 0,0 0 0,0 0 0,0 6 0,0 0 0,0-6 0,0-5 0,0-1 0,0 6 0,0 1 0,0-1 0,0 0 0,0 0 0,0 0 0,0 0 0,0 1 0,0-1 0,0 0 0,0 0 0,0 0 0,0 6 0,0 0 0,0 0 0,0-6 0,0 6 0,0 0 0,0 2 0,0-4 0,0 2 0,0-2 0,0-2 0,0-2 0,0 2 0,0 4 0,0-4 0,0 4 0,2-4 0,3-1 0,-3-1 0,4 2 0,-4 2 0,-2 2 0,0 6 0,0-6 0,0 5 0,0-5 0,0 8 0,0-3 0,0 11 0,0 1 0,0 0 0,0-8 0,0-1 0,0-3 0,0 1 0,0 5 0,0-7 0,0-4 0,0-2 0,0 0 0,0 2 0,0-2 0,0-2 0,0-2 0,0 3 0,0 2 0,0-2 0,0 2 0,0-2 0,0-3 0,0 0 0,0 0 0,0 0 0,0 1 0,0-1 0,0 0 0,0 0 0,0 0 0,0 1 0,0-1 0,0 0 0,0 0 0,-2 0 0,-2 0 0,-1 1 0,1-1 0,2 0 0,-4 0 0,0 0 0,1 1 0,5-1 0,0 0 0,0 0 0,0-5 0,0-1 0,0 1 0,0 5 0,0 0 0,0 0 0,0 0 0,-2 2 0,-4 4 0,4-4 0,-4 4 0,4 2 0,2 0 0,0 2 0,0 3 0,0-3 0,0 2 0,0-2 0,0 1 0,0 3 0,0-8 0,0 0 0,0-6 0,0 0 0,0 0 0,0-5 0,0-1 0,0-7 0,0 11 0,0-11 0,0 8 0,0-9 0,0 7 0,0-4 0,0-4 0,0 5 0,0-7 0,0 0 0,0-7 0,0-11 0,2-12 0,4-8 0,-4-24 0,4-18 0,-5 32 0,0-3 0,-1-6 0,0 1 0</inkml:trace>
  <inkml:trace contextRef="#ctx0" brushRef="#br1" timeOffset="137">24402 10763 8912,'-8'11'0,"-3"1"0,-5-6 0,-1 3 0,0-1 0,8 5 0,1-13 0,8 0 0,2 0 0,4-6 0,-5 4 0,7 1 0,-8-5 0,0 4 0,0-6 0,0 1 0,0 3 0,0-8 0,0 7 0,0-7 0,0-1 0,0 3 0,0-1 0,0 7 0,0-11 0,0 13 0,-2-12 0,-4 9 0,5-9 0,-15 12 0,14-5 0,-13 7 0,11 5 0,-5 3 0,1 2 0,4 3 0,2 2 0,2 10 0,0 2 0,0 0 0,0-4 0,2-6 0,2-4 0,4-3 0,1-3 0,3-1 0,5-6 0,0 0 0,0-2 0,0-4 0,-1-3 0,-5-8 0,5-1 0,-15 1 0,5 0 0,-4 0 0,-2 0 0,0 0 0,-8 1 0,-3 5 0,1 1 0,-1 4 0,-1 5 0,-5-5 0,0 12 0,0 3 0,2 10 0,1 2 0,3 2 0,7 0 0,-2-6 0,4 0 0,2 1 0,0-1 0,0 0 0,2-5 0,4-1 0,-2-7 0,7 2 0,3-5 0,1-1 0,2 0 0,0-7 0,0-5 0,1-3 0,-3-2 0,-4 0 0,3-1 0,-8 1 0,-1 0 0,-5 0 0,0 0 0,0 0 0,-2-1 0,-3 1 0,-5 2 0,-7 3 0,5-3 0,1 4 0,-1 3 0,-5 2 0,0 4 0,0 4 0,0 4 0,5 5 0,1 12 0,7 2 0,-2 4 0,4 3 0,2-3 0,0-4 0,0-2 0,8 0 0,3-6 0,-1 4 0,1-12 0,3 1 0,1-4 0,2-4 0,0-2 0,1-8 0,-1-3 0,0-7 0,0-5 0,-5 2 0,-1-7 0,-7 5 0,2-6 0,-4 1 0,-2 1 0,0-4 0,0 8 0,-6 0 0,0 6 0,-7 2 0,1 3 0,-3-1 0,-2 7 0,5 1 0,1 5 0,-1 0 0,-3 7 0,4 5 0,-3 5 0,9 4 0,1 2 0,2-2 0,2-2 0,0-2 0,0 0 0,0 1 0,0-7 0,0 0 0,0-7 0,2 10 0,4-9 0,-3 1 0,9-8 0,1-4 0,-3 3 0,1-9 0,-7 1 0,6-6 0,-5-1 0,-3 1 0,6 0 0,-8 0 0,-8 0 0,4 7 0,-7 4 0,5 4 0,-5 2 0,5 6 0,-5 2 0,-1 1 0,3 5 0,-5 1 0,8 2 0,-5 0 0,5 1 0,0-1 0,6 0 0,0 0 0,0-5 0,0-1 0,0-7 0,8 3 0,2-7 0,7 0 0,0-7 0,-5 3 0,-1-7 0,-7 5 0,2-6 0,-5 7 0,-1-7 0,0-1 0,0 5 0,0-1 0,0 3 0,0 4 0,-7-6 0,-5 8 0,5 8 0,1 3 0,-2 5 0,3 1 0,-1 6 0,6 0 0,0 0 0,0-6 0,0 0 0,0 0 0,6 0 0,-1 1 0,9-9 0,-3-3 0,4-4 0,3-2 0,-1-2 0,0-6 0,0-9 0,1-10 0,-1-3 0,0 1 0,-2-3 0,-3 3 0,-5-2 0,-7 3 0,0 1 0,0 6 0,0-2 0,-5 6 0,-1 5 0,-7 9 0,1-3 0,-3 14 0,-2 9 0,1 8 0,5 9 0,-5 6 0,7 0 0,-1-2 0,5-1 0,3-5 0,2-3 0,0 1 0,0-7 0,0-6 0,0-5 0,2-8 0,3 0 0,7-8 0,3-8 0,2-11 0,-5-1 0,-1-5 0,-7-2 0,2 8 0,-4-5 0,-2 5 0,0 0 0,-2 8 0,-2 1 0,-2 3 0,-7 7 0,1-2 0,3 14 0,-3 9 0,3 2 0,-3 10 0,7 1 0,3 3 0,9-6 0,3-3 0,7-6 0</inkml:trace>
  <inkml:trace contextRef="#ctx0" brushRef="#br1" timeOffset="138">16727 6482 8912,'-2'11'0,"-4"-1"0,-5-1 0,-5-1 0,-1 0 0,6 5 0,1-2 0,3 7 0,3 5 0,2 3 0,2 9 0,0 1 0,0 4 0,0-2 0,0 8 0,6-6 0,1 6 0,1 0 0,-1-2 0,-1-2 0,-6-8 0,0-5 0,0-2 0,0-2 0,0-4 0,-2-10 0,-3-5 0,-5-4 0,-15-2 0,-2 0 0</inkml:trace>
  <inkml:trace contextRef="#ctx0" brushRef="#br1" timeOffset="139">16641 6499 8912,'0'-42'0,"0"2"0,0 0 0,-2 7 0,-4 16 0,4 8 0,-5 1 0,8 8 0,5 0 0,4 0 0,9 0 0,4 0 0,6 0 0,5 0 0,6 0 0,-4 8 0,5 3 0,-5-1 0,-2 1 0,-7 2 0,-4 10 0,-10-2 0,-3 6 0,-4 0 0,-8 0 0,-6 1 0,-9 7 0,-8-1 0,-4 0 0,-3 1 0,-2-1 0,-1 1 0,1-3 0,-1-1 0,1-3 0,1-9 0,5-1 0,9-9 0,7-9 0,8-8 0,4-9 0,10-10 0</inkml:trace>
  <inkml:trace contextRef="#ctx0" brushRef="#br1" timeOffset="140">17037 6533 8912,'1'-17'0,"5"0"0,-4 0 0,13 0 0,-7 5 0,5 3 0,-1 1 0,1 4 0,-3 10 0,1 5 0,-5 5 0,6 1 0,-9 8 0,3 3 0,-4 5 0,-2 1 0,0 2 0,0 5 0,-8-5 0,-3 4 0,1-6 0,-1-5 0,7 2 0,-2-8 0,-3-1 0,7-12 0,-6-10 0,8-10 0</inkml:trace>
  <inkml:trace contextRef="#ctx0" brushRef="#br1" timeOffset="141">17174 6705 8912,'8'-25'0,"3"-3"0,5-5 0,1-1 0,2 7 0,4 4 0,-4 4 0,4 2 0,-4 2 0,-2 3 0,-7 1 0,-4 11 0,-4-2 0,-2 13 0,0 7 0,0 4 0,-2 7 0,-4-6 0,4 8 0,-4-3 0,4 3 0,2-3 0,0 3 0,0-8 0,0 6 0,0-6 0,8-1 0,2-4 0,7-9 0,0-1 0</inkml:trace>
  <inkml:trace contextRef="#ctx0" brushRef="#br1" timeOffset="142">17518 6723 8912,'18'-20'0,"-1"-3"0,-2-1 0,-3-5 0,1-2 0,-7 9 0,-1-1 0,-5 5 0,-7 3 0,-7 2 0,-5 3 0,-4 3 0,-7 1 0,1 6 0,4 0 0,2 0 0,-3 0 0,6 7 0,3 3 0,13 7 0,8 0 0,6-7 0,7-4 0,8-4 0,4-2 0,-5 0 0,9-8 0,-6-2 0</inkml:trace>
  <inkml:trace contextRef="#ctx0" brushRef="#br1" timeOffset="143">17742 6465 8912,'17'-18'0,"-1"1"0,-5 0 0,-3 6 0,-8-1 0,0 8 0,0-3 0,0 9 0,0 3 0,-2 12 0,-4 12 0,2 6 0,-7 5 0,7 4 0,-2 7 0,-1 3 0,1 3 0,0 2 0,6 4 0,0-2 0,0-3 0,0-5 0,0 4 0,0-16 0,0-9 0,0-5 0,0-12 0,0-7 0</inkml:trace>
  <inkml:trace contextRef="#ctx0" brushRef="#br1" timeOffset="144">17725 6551 8912,'-6'-29'0,"0"0"0,1 1 0,5-7 0,0 7 0,0-1 0,5 8 0,1-2 0,13 6 0,-1 5 0,4-1 0,1 7 0,-3 0 0,2 6 0,0 0 0,0 0 0,-8 2 0,3 4 0,-5 9 0,-1 8 0,-3 8 0,-8-2 0,-8-1 0,-3 7 0,-11-5 0,0 10 0,-7-3 0,6-3 0,2 2 0,2 4 0,2-11 0,-1 0 0,9-8 0,3-4 0,4-8 0,2-1 0,8-23 0,1-4 0</inkml:trace>
  <inkml:trace contextRef="#ctx0" brushRef="#br1" timeOffset="145">18155 6379 8912,'-2'-10'0,"-3"4"0,1 4 0,-8 2 0,6 0 0,-5 0 0,0 8 0,-7 4 0,3 3 0,4 2 0,-3 6 0,8 2 0,3 0 0,1-1 0,4-1 0,3-5 0,-1-1 0,8 0 0,-1-7 0,6-5 0,1-3 0,-1-2 0,0-2 0,0-2 0,0-3 0,1-3 0,-9-1 0,-3-6 0,-2-1 0,1 1 0,-3 0 0,4 0 0,-4 0 0,-2-1 0,0 1 0,0 0 0,0 0 0,0 0 0,0-1 0,0 9 0,8-4 0,3 7 0,-1 0 0,1 6 0,-5 0 0,5 0 0,-7 0 0,10 2 0,-9 4 0,3-4 0,-2 3 0,-2 3 0,5 0 0,1-1 0,-1 1 0,-3 3 0,5-5 0,-1 7 0,1-1 0,3-2 0,-8 1 0,1 0 0,-3 7 0,2-1 0,-1 0 0,-5 0 0,-1 0 0,-5 1 0,-4-3 0,-7-4 0,0 5 0,0-9 0,-1 5 0,1-5 0,2-9 0,3-3 0,5-5 0,7-7 0,2-8 0,3-4 0,5-5 0,7-4 0,0-4 0,1-2 0,5 0 0,0-2 0,1-4 0,-1 5 0,2-3 0,4 2 0,7 0 0,-7 12 0,5-3 0,-13 15 0,-3 1 0,-5 1 0,-9 3 0,3 8 0,-7 3 0,0 12 0,0 5 0,0 6 0,0 6 0,-2 12 0,-1 9 0,-5 3 0,-2 5 0,7-10 0,-3 10 0,-2-7 0,3 1 0,-1-2 0,6-4 0,0-11 0,0 0 0,0-3 0,0-3 0,0-7 0,7-16 0,5-12 0,3-5 0,2-6 0,1-2 0,-1-4 0,0-3 0,0 3 0,2-1 0,4 1 0,-9-1 0,3 9 0,-4 3 0,-3 5 0,3 7 0,-7-5 0,7 7 0,-11 4 0,4 11 0,-4 7 0,-2 3 0,0 3 0,0 3 0,0-6 0,0 2 0,0-2 0,0 2 0,8-4 0,-7 6 0,15-10 0,-5-3 0,5-6 0,-5-6 0,0-6 0,-5-4 0,6-7 0,-1 0 0,6-16 0,1-3 0</inkml:trace>
  <inkml:trace contextRef="#ctx0" brushRef="#br1" timeOffset="146">19050 6035 8912,'0'0'0</inkml:trace>
  <inkml:trace contextRef="#ctx0" brushRef="#br1" timeOffset="147">19033 6018 8912,'0'0'0</inkml:trace>
  <inkml:trace contextRef="#ctx0" brushRef="#br1" timeOffset="148">19067 6035 8912,'0'11'0,"0"1"0,0-1 0,0 6 0,8 1 0,1-1 0</inkml:trace>
  <inkml:trace contextRef="#ctx0" brushRef="#br1" timeOffset="149">18551 6361 8912,'-10'-7'0,"3"3"0,7-7 0,0-1 0,0-5 0,2 0 0,3-1 0,13 1 0,10 0 0,7-6 0,5 0 0,6 0 0,9 6 0,4 0 0,3 0 0,-3-4 0,-2 4 0,-3-3 0,-20 15 0,-3-1 0,-14 6 0,0 0 0,-9 0 0,-8 0 0,-8 6 0,-9 1 0,0 3 0,0 3 0,-1 3 0,1 1 0,2 6 0,3 0 0,-1 0 0,7-6 0,1 0 0,5 0 0,0-5 0,0-1 0,1-1 0,5 1 0,6-5 0,3-4 0,2-2 0,0-8 0,1-3 0,-1-5 0,0-1 0,-2-6 0,-3 0 0,1 0 0,-7 6 0,0 0 0,-6 0 0,0 5 0,0 1 0,2 1 0,3-1 0,-3-4 0,8 13 0,-4-4 0,3 4 0,8 2 0,1 0 0,-1 0 0,0 0 0,-6 0 0,1 0 0,1 0 0,1 2 0,-3 4 0,-1-4 0,-5 3 0,-3 5 0,4 1 0,2-1 0,-3 1 0,1-5 0,-6 5 0,0 1 0,-2 5 0,-3 0 0,-7 1 0,2-7 0,-1 0 0,7-7 0,-11 4 0,13-8 0,0-13 0,8-5 0,9-3 0,2 4 0,-7 0 0,5 0 0</inkml:trace>
  <inkml:trace contextRef="#ctx0" brushRef="#br1" timeOffset="150">19515 6018 8912,'17'-8'0,"0"-2"0</inkml:trace>
  <inkml:trace contextRef="#ctx0" brushRef="#br1" timeOffset="151">24092 10746 8912,'-11'5'0,"-1"1"0,6 0 0,-5-6 0,7 0 0,-3 0 0,5 0 0,-4 0 0,-4 0 0,-7 0 0,0 0 0,0 0 0,-1 0 0,1 0 0,0 0 0,-2 0 0,-4 0 0,2 0 0,-8 0 0,6 0 0,-5 0 0,-1 0 0,-5 0 0,-1 0 0,1 0 0</inkml:trace>
  <inkml:trace contextRef="#ctx0" brushRef="#br1" timeOffset="152">23128 10746 8912,'-17'0'0,"0"2"0,0 1 0,0 3 0,-1 0 0,1-6 0,0 0 0,0 0 0,0 0 0,-1 0 0,1 0 0,0 0 0,0 0 0,0 0 0,-1 0 0,1 0 0,0 0 0,7 0 0,-5-8 0,5-1 0</inkml:trace>
  <inkml:trace contextRef="#ctx0" brushRef="#br1" timeOffset="153">22733 10746 8912,'-19'0'0,"-4"0"0,3 0 0,-2 0 0,2 0 0,3 0 0,6 0 0,-1 0 0,1 0 0,-6 0 0,-1 0 0,1 0 0,0 0 0,0 0 0,0 0 0,-1 0 0,1 0 0,0 0 0,0 0 0,-1 0 0,1 0 0,0 0 0,0 0 0,7 0 0,-5 0 0,11-6 0,-7 0 0,7 1 0,-11 5 0,5 0 0,-7 0 0,5 0 0,1 0 0,-1 5 0,-5 1 0,0-2 0,0 0 0,0 1 0,-1-3 0,1 6 0,0-8 0,0 0 0,7 0 0,3-8 0,7 4 0,0-7 0,0 7 0,-8-3 0,-2 7 0,-7 0 0,0 0 0,0 0 0,-1 0 0,-4 1 0,-1 5 0,-2-4 0,2 4 0,4 1 0,-4-1 0,4-2 0,1-2 0,1-2 0,0 0 0,7 0 0,3 0 0,7 0 0</inkml:trace>
  <inkml:trace contextRef="#ctx0" brushRef="#br1" timeOffset="154">21700 10763 8912,'-25'0'0,"0"6"0,-3-1 0,1 1 0,4-6 0,2 0 0,-8 0 0,1 0 0,-7 0 0,8 0 0,5 0 0,2 0 0,3-8 0,0-1 0</inkml:trace>
  <inkml:trace contextRef="#ctx0" brushRef="#br1" timeOffset="155">21322 10711 8912,'-18'-11'0,"1"-1"0,0 7 0,0-7 0,-8 6 0,-4-5 0,-1 7 0,1-2 0,-2 5 0,8 1 0,-7 0 0,1 0 0,-2 5 0,3 1 0,5-2 0,4-2 0,2-2 0,7 0 0,-5 7 0,5 3 0</inkml:trace>
  <inkml:trace contextRef="#ctx0" brushRef="#br1" timeOffset="156">20719 10746 8912,'-19'9'0,"-4"-3"0,2 2 0,-8-3 0,7 1 0,-7-6 0,6 0 0,-6 0 0,8 2 0,-2 4 0,4-4 0,10 5 0,1-7 0,10-5 0,4-1 0,3-8 0,6 11 0,-3-9 0,-4 6 0,-8-5 0,-8 7 0,-4-2 0,-11-1 0,-5 1 0,-7-2 0,-5 3 0,-2 3 0,-6-4 0,2 4 0,-1 2 0,3 0 0,-2 0 0,9 0 0,3 0 0,2 0 0,9 0 0,0 0 0,5 0 0,7 6 0,-1 0 0,9 1 0,-3-1 0,2-4 0,-2 4 0,3-4 0,-7-1 0,0 3 0,1 2 0,3 0 0,-5-6 0,-1 0 0,-5 0 0,0 2 0,0 3 0,-6-3 0,0 4 0,-2-4 0,4-2 0,-2 0 0,-6 6 0,4-1 0,-1-1 0,4 4 0,0-2 0,2-1 0,3-5 0,0 0 0,0 0 0,5 0 0,1 0 0,7 0 0,-6-5 0,5-1 0,3 0 0,-6 6 0,1 0 0,-11 0 0,-8 0 0</inkml:trace>
  <inkml:trace contextRef="#ctx0" brushRef="#br1" timeOffset="157">19308 10780 8912,'-17'6'0,"0"0"0,0-1 0,-1-5 0,-5 0 0,0 0 0,0 0 0,6 0 0,-8 0 0,6 0 0,-6 0 0</inkml:trace>
  <inkml:trace contextRef="#ctx0" brushRef="#br1" timeOffset="158">19084 10780 8912,'8'-9'0,"-6"1"0,-2 8 0,-11 0 0,1 0 0,-2 0 0,1 2 0,-6 2 0,0 3 0,-1 3 0,1-4 0,0 5 0,5 0 0,1 7 0,7-7 0,-2 1 0,5-7 0,2 7 0,5 1 0,4-5 0,7-2 0,6-5 0,0-1 0,0 0 0,-6 0 0,0 0 0,0 0 0,1 0 0,-1 0 0,-6-5 0,-1-3 0,-2-1 0,-5-5 0,-1-1 0,-2-2 0,0-1 0,-7 1 0,-5 0 0,-3 0 0,-2 0 0,-1 0 0,1 1 0,0 5 0,6-3 0,-1 9 0,-1 1 0,3 2 0,-1 2 0,7 8 0,-2 3 0,-2 4 0,3 3 0,-1 4 0,6 1 0,0 2 0,0-2 0,2-4 0,4 4 0,-3-4 0,9-2 0,1 1 0,-3-9 0,1-3 0,1-4 0,5-2 0,0 0 0,-7-2 0,-4-4 0,1-3 0,-1-9 0,0 1 0,-6 0 0,-2 0 0,-2 0 0,-4-1 0,-1 1 0,-3 8 0,-5 3 0,-2-2 0,-4 3 0,-2-1 0,-4 6 0,-3 8 0,3 3 0,2 6 0,-1 6 0,7-2 0,-2 8 0,11-6 0,7 5 0,3 1 0,2-2 0,2-2 0,3-8 0,11-8 0,7-3 0,7-4 0,-1-2 0,-2 0 0,1 0 0,-7-8 0,2-3 0,-4-6 0,-1-6 0,-3 4 0,-2-4 0,-3 4 0,-3 1 0,-1 1 0,-6 0 0,-2 0 0,-3 0 0,-5 7 0,-7 4 0,0-1 0,-1 1 0,-5 2 0,0 8 0,2 4 0,2 1 0,2 3 0,0 5 0,5 0 0,1 0 0,7 6 0,-2 0 0,4 0 0,2-6 0,2-1 0,4-5 0,0 2 0,11-7 0,-4 0 0,10-6 0,-3 0 0,-3 0 0,0-6 0,0 0 0,6-7 0,0 2 0,-6-5 0,-5-1 0,-7 0 0,5 0 0,-2-1 0,-4 3 0,-10 4 0,-6 3 0,-11 8 0,2 0 0,-7 0 0,-1 2 0,-5 4 0,-1 3 0,1 8 0,7 1 0,4-1 0,6 0 0,5 0 0,-3 0 0,5 1 0</inkml:trace>
  <inkml:trace contextRef="#ctx0" brushRef="#br1" timeOffset="159">18895 11090 8912,'42'-16'0,"-5"-18"0,5-20 0</inkml:trace>
  <inkml:trace contextRef="#ctx0" brushRef="#br1" timeOffset="160">17604 10247 8912,'0'-11'0,"0"-1"0,0-1 0,0 5 0,0-7 0,0 13 0,0-13 0,0 11 0,0-8 0,0 9 0,0-13 0,0 12 0,-1-5 0,-5 1 0,4 1 0,-4 1 0,2 4 0,-1-4 0,3 4 0,-14 2 0,9 2 0,-5 4 0,-1 4 0,5 7 0,1 2 0,-1 4 0,-5-12 0,3 5 0</inkml:trace>
  <inkml:trace contextRef="#ctx0" brushRef="#br1" timeOffset="161">17501 10350 8912,'8'17'0,"1"1"0,9-1 0,5-2 0,0-3 0,1 1 0,-1-7 0,-4 5 0,4-5 0,-3 0 0,-3 1 0,-2-3 0,-4 8 0,-3-7 0,-8 7 0,0-1 0,-2 6 0,-4 1 0,-3-1 0,-8-2 0,-2-2 0,-4-1 0,2-3 0,-8 3 0,6-4 0,-6-8 0,8 0 0,-2 0 0,10-8 0,1-4 0,1-18 0,-6-6 0</inkml:trace>
  <inkml:trace contextRef="#ctx0" brushRef="#br1" timeOffset="162">17518 10110 8912,'-17'0'0,"0"5"0,0 1 0,0 0 0,-1-6 0,3-2 0,4-4 0,5-3 0,12-9 0,13 1 0,15 0 0,2 0 0,10 0 0,0 5 0,6 1 0,0-3 0,-1-1 0,1 4 0,-1-1 0,-7 8 0,6-11 0,-6 5 0</inkml:trace>
  <inkml:trace contextRef="#ctx0" brushRef="#br1" timeOffset="163">18241 10006 8912,'-9'0'0,"-7"0"0,13 6 0,-9 0 0,1 7 0,-1-3 0,1 7 0,7 6 0,-2 0 0,4 0 0,2 2 0,0-4 0,0 7 0,0 1 0,8-10 0,1-4 0</inkml:trace>
  <inkml:trace contextRef="#ctx0" brushRef="#br1" timeOffset="164">18224 10367 8912,'8'18'0,"-6"-1"0,7 0 0,-3 0 0,-4 0 0,5 1 0,-9-3 0,-3-4 0,1-3 0,-8-8 0,1-2 0,1-4 0,-5-11 0,6-10 0</inkml:trace>
  <inkml:trace contextRef="#ctx0" brushRef="#br1" timeOffset="165">18104 10006 8912,'11'-11'0,"0"-1"0,-5 1 0,6-6 0,-1 5 0,6 1 0,6-1 0,0-5 0,8 6 0,-2-1 0,5 3 0,6-3 0,2-3 0,4 4 0,9 3 0,-3 2 0,-2 4 0,-4 2 0,-14 8 0,3 3 0,-12 5 0,1 1 0</inkml:trace>
  <inkml:trace contextRef="#ctx0" brushRef="#br1" timeOffset="166">17054 10952 8912,'-8'27'0,"4"-4"0,-7-12 0,7-1 0,-2-5 0,6-3 0,8 4 0,9-4 0,16-4 0,14-2 0,11-3 0,11-3 0,15-3 0,-36 2 0,1-1 0,3 2 0,0 1 0,2-3 0,1-1 0,2 1 0,2-1-256,3-1 1,0-1 0,0 2 0,1 0 255,3-2 0,0 1 0,-8 3 0,-2 1 0,0-2 0,-3 1 0,41-8-94,-19 2 0,-5 0 94,-18-1 0,-12 9 0,-17 3 0,-11 4 0,-5 4 0,-7 4 0,-5-2 0,-3 5 0,0 1 0,1-1 0,-7 3 500,3 5 0,-5-2-500,-1-3 52,0-5 0,0 1 1,0 1-1</inkml:trace>
  <inkml:trace contextRef="#ctx0" brushRef="#br1" timeOffset="167">16968 11674 8912,'-8'10'0,"-3"-5"0,-3-1 0,3 2 0,1-4 0,4 4 0,5-4 0,-5-2 0,12-2 0,5-2 0,4-2 0,8 0 0,0 6 0,8-5 0,-3-1 0,3 2 0,-2 2 0,3 2 0,-3 0 0,-2-2 0,1-3 0,-7 3 0,4-6 0</inkml:trace>
  <inkml:trace contextRef="#ctx0" brushRef="#br1" timeOffset="168">16899 12052 8912,'-27'10'0,"2"3"0,8-7 0,6 2 0,-1-3 0,8-3 0,10 4 0,11-12 0,14-3 0,3-8 0,10-8 0,12-4 0,3-3 0,2-3 0,-3 1 0,5-1 0,-8 1 0,2 0 0,-13 7 0,-9 4 0,-16 4 0,-13 2 0,-12 0 0,-4-1 0</inkml:trace>
  <inkml:trace contextRef="#ctx0" brushRef="#br1" timeOffset="169">17019 11485 8912,'27'-8'0,"-4"5"0,-10-7 0,-1 2 0,-6 3 0,5 5 0,-7 9 0,2 8 0,-4 10 0,-2 13 0,2 4 0,1 12 0,3 5 0,-2 7 0,-2 5 0,-2-4 0,0-2 0,0-4 0,0 2 0,0-8 0,0-9 0,0-14 0,2-7 0,3-10 0,-3-7 0,14-10 0,-14-18 0,5-8 0</inkml:trace>
  <inkml:trace contextRef="#ctx0" brushRef="#br1" timeOffset="170">17226 11416 8912,'0'-17'0,"-8"8"0,6 9 0,-3 11 0,3 18 0,2 5 0,0 14 0,0 3 0,5 3 0,1 9 0,8 0 0,-1 6 0,6-2 0,4-4 0,0 2 0,-6-8 0,-2-6 0,-3-5 0,3-9 0,-3-3 0,-5-7 0,9-18 0,-7-1 0</inkml:trace>
  <inkml:trace contextRef="#ctx0" brushRef="#br1" timeOffset="171">17622 11468 8912,'-18'0'0,"1"0"0,0 0 0,6 0 0,-1 0 0,8 4 0,-1 7 0,3 2 0,2 16 0,2 0 0,3 5 0,-3-7 0,6-2 0</inkml:trace>
  <inkml:trace contextRef="#ctx0" brushRef="#br1" timeOffset="172">17604 11829 8912,'0'30'0,"0"5"0,0 3 0,0-11 0,0-4 0,0-4 0,0-2 0,0-7 0,0-5 0,0-10 0,0-7 0,6-5 0,0-6 0,2 2 0,-3-8 0,5 6 0,7-5 0,-7 7 0,-3-4 0</inkml:trace>
  <inkml:trace contextRef="#ctx0" brushRef="#br1" timeOffset="173">17742 11777 8912,'17'0'0,"1"-5"0,-1-1 0,-8 0 0,-1 6 0</inkml:trace>
  <inkml:trace contextRef="#ctx0" brushRef="#br1" timeOffset="174">17828 11794 8912,'0'18'0,"0"-1"0,0 8 0,-2-6 0,-3 4 0,1-2 0,-8 0 0,-1 2 0,-2-2 0,-3-2 0,1-2 0,2 0 0,3 0 0,-3-7 0,13-2 0,-5-8 0,14-16 0,3-3 0</inkml:trace>
  <inkml:trace contextRef="#ctx0" brushRef="#br1" timeOffset="175">18017 11726 8912,'-17'17'0,"0"-6"0,0 1 0,0-8 0,-1 1 0,1-3 0,0 6 0,0 1 0</inkml:trace>
  <inkml:trace contextRef="#ctx0" brushRef="#br1" timeOffset="176">17880 11794 8912,'-2'18'0,"-4"-1"0,4 0 0,-3 0 0,3-5 0,2-1 0,2-7 0,3 2 0,-1 1 0,8-1 0,-1 0 0,6-6 0,0-6 0,1 0 0,-1-5 0,0 3 0,0-1 0,-5 3 0,-1-5 0,1 7 0,5-4 0,0 8 0,0 0 0,1 8 0,-3-4 0,-4 7 0,5-7 0,-13 3 0,9-7 0,-8 0 0,11 0 0,-5 0 0</inkml:trace>
  <inkml:trace contextRef="#ctx0" brushRef="#br1" timeOffset="177">18276 11468 8912,'-12'2'0,"1"3"0,7 5 0,-2 7 0,-2 8 0,3 4 0,-9 3 0,12-13 0,-5-3 0</inkml:trace>
  <inkml:trace contextRef="#ctx0" brushRef="#br1" timeOffset="178">18190 11812 8912,'0'32'0,"0"-3"0,0 1 0,0-7 0,0 8 0,1-14 0,5 0 0,-4-7 0,8-18 0,-5-3 0,-1-6 0,8-6 0,-1-4 0,-1 8 0,-3 3 0</inkml:trace>
  <inkml:trace contextRef="#ctx0" brushRef="#br1" timeOffset="179">18293 11760 8912,'17'-17'0,"-5"0"0,-1 0 0,0 7 0,7-5 0,-3 15 0,-4 0 0,-5 9 0,-4 7 0,-2 1 0,0 6 0,0 0 0,-8-1 0,-3-4 0,1 1 0,-1 2 0,-2 2 0,-3-2 0,5-8 0,-1-1 0,8-9 0,-11 13 0,6-7 0</inkml:trace>
  <inkml:trace contextRef="#ctx0" brushRef="#br1" timeOffset="180">18482 11640 8912,'17'0'0,"1"0"0,-7 0 0,0 0 0,-7 0 0,4 0 0,-10 2 0,-4 3 0,4 5 0,-7 7 0,3 0 0,4 1 0,-5-1 0</inkml:trace>
  <inkml:trace contextRef="#ctx0" brushRef="#br1" timeOffset="181">18499 11794 8912,'6'18'0,"0"-1"0,1-8 0,-3-1 0,2 0 0,7-6 0,-3 5 0,0-7 0,-3 0 0</inkml:trace>
  <inkml:trace contextRef="#ctx0" brushRef="#br1" timeOffset="182">18603 11777 8912,'0'-17'0,"0"8"0,1-5 0,5 8 0,-4-7 0,6 11 0,-8-5 0,0 7 0,0 0 0</inkml:trace>
  <inkml:trace contextRef="#ctx0" brushRef="#br1" timeOffset="183">18620 11794 8912,'0'18'0,"7"-1"0,-3-2 0,8-3 0,-7 1 0,7-7 0,-8-1 0,11-5 0,-5 0 0,7 0 0,0 0 0,0 0 0,0 0 0,-5 0 0,-1 0 0,-7 2 0,2 4 0,-4 6 0,-2 3 0,0 2 0,0 0 0,0 0 0,-8 1 0,-3-1 0,-5 0 0,-1 0 0,0-5 0,0-1 0,0-5 0,-1 5 0,-5-7 0,1 2 0,-9-12 0,4-3 0</inkml:trace>
  <inkml:trace contextRef="#ctx0" brushRef="#br1" timeOffset="184">18482 11382 8912,'-9'-8'0,"-7"1"0,5-5 0,3 3 0,2 3 0,-3 4 0,7-6 0,-4 8 0,12 0 0,3-7 0,9-3 0</inkml:trace>
  <inkml:trace contextRef="#ctx0" brushRef="#br1" timeOffset="185">27362 14820 8912,'-12'0'0,"1"0"0,7 0 0,-6 0 0,7-1 0,-3-5 0,-7 4 0,9-6 0,-8 8 0,6 0 0,-5 0 0,7-7 0,-3 5 0,-1-6 0,6 6 0,-4-4 0,4 5 0,2-7 0,0 8 0,-2 0 0,-3 0 0,3 0 0,-6 2 0,8 4 0,0 5 0,-2 6 0,-4 6 0,5 0 0,-5 11 0,-2-1 0,2 13 0,-1 0 0,1 5 0,-2 8 0,-3 4 0,-4 4 0,3 2 0,-1-6 0,1 0 0,3-9 0,3-3 0,4 1 0,-4-6 0,4-4 0,2-2 0,0-6 0,0-5 0,2 3 0,4-3 0,-2-2 0,5-1 0,-1-1 0,4-2 0,-7-6 0,1-5 0,-6-1 0,0-7 0,0 4 0,0-8 0,0 0 0,0-8 0,0 6 0,0-5 0,-8 1 0,-3 0 0,3 0 0,-7 6 0,4 0 0,1-5 0,-1-1 0,7 0 0,-12-9 0,7-4 0</inkml:trace>
  <inkml:trace contextRef="#ctx0" brushRef="#br1" timeOffset="186">26846 15715 8912,'-18'-8'0,"1"4"0,0-7 0,7-1 0,3 3 0,7 1 0,0 10 0,0 4 0,7 9 0,5 10 0,5 3 0,6 9 0,-2-3 0,8 6 0,-6-2 0,5 2 0,1-3 0,5 3 0,1-6 0,-1-5 0,1-4 0,-1-8 0,0 0 0,1 0 0,-3-7 0,-3-4 0,-4-4 0,-8-2 0,-7-4 0,-5-8 0,5-7 0,0-15 0</inkml:trace>
  <inkml:trace contextRef="#ctx0" brushRef="#br1" timeOffset="187">27637 15732 8912,'0'-17'0,"0"-1"0,0 1 0,-4 10 0,-7 7 0,-10 9 0,-19 14 0,-4 9 0,-8 9 0,0 4 0,3-3 0,1 2 0,2 4 0,15 0 0,3 0 0,9-4 0,7-2 0,4-10 0,1 1 0,-3-7 0</inkml:trace>
  <inkml:trace contextRef="#ctx0" brushRef="#br1" timeOffset="188">27981 16162 8912,'0'-10'0,"0"2"0,-7 8 0,3 8 0,-8 3 0,3 12 0,-3 6 0,-3 4 0,4 1 0,1 0 0,-1 1 0,5 1 0,-6 4 0,8-9 0,-1 3 0,-3-5 0,2-1 0,1-3 0,5-8 0,0 1 0,0-9 0,0-22 0,0-18 0,0-9 0,5 0 0,1-6 0,7 0 0,-1-5 0,-2-1 0,1 1 0,-1 1 0,1 4 0,4 4 0,-3 8 0,1 1 0,-1 4 0,3 1 0,-4 11 0,5-2 0,1 13 0,0 0 0,0 6 0,-1 2 0,-3 4 0,-1 5 0,-9 4 0,3 3 0,-4 5 0,-2-1 0,-2 9 0,-4-2 0,-1 3 0,-5 3 0,-3-1 0,3 0 0,5-5 0,1 0 0,-2-6 0,3 5 0,-1-7 0,6 2 0,0-9 0,0-3 0,2-7 0,4 2 0,7-5 0,8-1 0,0-7 0,6-7 0,0-5 0,-1-4 0,1-1 0,2 1 0,-6-4 0,-4 0 0,-2-5 0,0 5 0,0-2 0,1 1 0,-7 7 0,1-4 0,1 0 0,0 6 0,-1-4 0,-4 11 0,-8 5 0,0 9 0,0 3 0,0 5 0,0 7 0,0 0 0,0 1 0,0-1 0,0 2 0,0 2 0,0 2 0,0-6 0,0-6 0,1 3 0,5 1 0,-2-5 0,7-5 0,1-3 0,5-2 0,-2-2 0,-3-3 0,3-5 0,-3-9 0,3-2 0,2-2 0,0-2 0,1 2 0,-7 4 0,1-4 0,-7 10 0,7 1 0,-7 7 0,7-7 0,-6 8 0,5-1 0,-7 10 0,2 7 0,-4 3 0,3 2 0,1 1 0,8-1 0,-5-2 0,8-3 0,0-5 0,1-7 0,-1 0 0,0 0 0,2-2 0,4-3 0,-2 1 0,8-8 0,-6 1 0,6-6 0,-7-1 0,7 1 0,-8 0 0,2 0 0,-11 5 0,-7 1 0,-5 7 0,-5-2 0,-7 6 0,-11 6 0,4 4 0,-4 7 0,4-6 0,2 1 0,0-1 0,-1 6 0,7-7 0,-1-4 0,7 1 0,-5 1 0,2 2 0,3-7 0,5 5 0,7-8 0,-3 0 0,8 0 0,1 0 0,2 0 0,3 0 0,-1 2 0,0 4 0,0 3 0,0 10 0,1 6 0,-1 9 0,-8 3 0,-3 9 0,-4-1 0,-2 7 0,-2 2 0,-4 3 0,-3-6 0,-8 1 0,-1-8 0,1-10 0,-2-7 0,-4-4 0,10-6 0,-4-5 0,1-9 0,1-6 0,3-9 0,1-11 0,7 2 0,-2-7 0,5-1 0,1-5 0,1-3 0,5-3 0,4 4 0,7-4 0,0 5 0,0 7 0,6-5 0,2 6 0,2 1 0,4 3 0,9-4 0,4 0 0</inkml:trace>
  <inkml:trace contextRef="#ctx0" brushRef="#br1" timeOffset="189">29995 16024 8912,'-17'-17'0,"-3"0"0,1-1 0,0 3 0,6 2 0,1 3 0,3 3 0,5 1 0,-2 15 0,12 9 0,2 6 0,3 11 0,2 1 0,-5 2 0,0 4 0,-1 2 0,5 0 0,-6 2 0,-1-2 0,-5-4 0,6-4 0,0 5 0,0 1 0,-6-2 0,-6-2 0,-2-8 0,-1-3 0,-5-2 0,-7-4 0,-2-9 0,-15-5 0,2-7 0</inkml:trace>
  <inkml:trace contextRef="#ctx0" brushRef="#br1" timeOffset="190">29995 15852 8912,'0'-27'0,"0"4"0,0 4 0,0 2 0,0 6 0,0-1 0,2 8 0,3-1 0,5 3 0,7 2 0,6 0 0,0 0 0,8 5 0,-5 3 0,3 2 0,0 3 0,-8 4 0,2 6 0,-6-2 0,-6 8 0,-3-6 0,-8 5 0,-2 1 0,-4 5 0,-9-1 0,-10-3 0,-2-1 0,-3 2 0,3-5 0,-2 3 0,1-8 0,-7 2 0,9-6 0,3-5 0,4 1 0,1-7 0,1-8 0,0-8 0</inkml:trace>
  <inkml:trace contextRef="#ctx0" brushRef="#br1" timeOffset="191">30477 15611 8912,'0'-17'0,"0"0"0,0 0 0,0 9 0,0 8 0,0 17 0,0 18 0,0 7 0,0 2 0,0 11 0,0-3 0,1 3 0,5-3 0,-4 5 0,4 0 0,-4 1 0,-2-7 0,0-3 0,0-8 0,7 0 0,3-13 0</inkml:trace>
  <inkml:trace contextRef="#ctx0" brushRef="#br1" timeOffset="192">30855 15852 8912,'-17'-9'0,"0"1"0,0 8 0,-1 9 0,1 9 0,0 6 0,0 11 0,5-1 0,1 1 0,7 5 0,-2 0 0,4-2 0,2-2 0,8-9 0,3-4 0,5-12 0,1-5 0,6-4 0,0-2 0,5-15 0,-5-8 0,0-8 0,-5-3 0,-1 0 0,0-1 0,-7 1 0,-5-1 0,-3 3 0,-2 3 0,-2 6 0,-3 4 0,-5 2 0,-7 0 0,-2 7 0,-4 5 0,2 5 0,-8 5 0,8 5 0,-2 7 0,10 0 0,1 0 0,8 8 0,-3 2 0</inkml:trace>
  <inkml:trace contextRef="#ctx0" brushRef="#br1" timeOffset="193">31182 15732 8912,'2'-33'0,"2"5"0,2 5 0,-3 4 0,-1 1 0,-2 9 0,0 3 0,0 12 0,0 5 0,0 12 0,0 6 0,-2 5 0,-1 4 0,-5 4 0,-2 2 0,-1 2 0,-6 6 0,5 5 0,1 0 0,5 1 0,-5-7 0,5-1 0,-6-4 0,9-4 0,-3-8 0,4-5 0,2 0 0,8-16 0,3-2 0,6-7 0,6-4 0,4-2 0,7-3 0,-3-5 0,3-7 0,-9 0 0,10-1 0,-20-6 0,8-3 0,-14-7 0</inkml:trace>
  <inkml:trace contextRef="#ctx0" brushRef="#br1" timeOffset="194">31062 16024 8912,'-18'-8'0,"3"5"0,4-9 0,3 6 0,8-5 0,4 1 0,7-1 0,10-10 0,21 4 0,10-4 0,9-4 0,6 6 0,2-4 0,0 4 0,0 1 0,-2 3 0,-4 4-210,-4-5 1,-7 7 0,-1-8-1</inkml:trace>
  <inkml:trace contextRef="#ctx0" brushRef="#br1" timeOffset="195">20857 14717 8912,'0'12'0,"0"-1"0,0-7 0,0 4 0,0-8 0,0-2 0,0-4 0,0 4 0,0-7 0,0 3 0,-2 2 0,-4-7 0,4 7 0,-13-4 0,11 6 0,-7-2 0,-3-1 0,7-1 0,-9-2 0,7 6 0,-3-11 0,1 7 0,7-1 0,-2 1 0,4 4 0,-3-8 0,-1 5 0,0 3 0,4-6 0,-3 8 0,3-7 0,-6 5 0,8-6 0,0 8 0,0 2 0,0 4 0,0 3 0,0 8 0,0 1 0,0-1 0,0 8 0,0 3 0,0 5 0,0 1 0,0 0 0,0 1 0,0-1 0,0 1 0,0-3 0,0-3 0,0 1 0,0-7 0,0 0 0,0-6 0,0-5 0,0-1 0,0-7 0,0 4 0,0-16 0,0-1 0,0-9 0,0 1 0,0-2 0,0-2 0,0-4 0,0-2 0,0 5 0,0-7 0,0 6 0,0-6 0,0 6 0,0-5 0,-2 7 0,-4-2 0,4 4 0,-3 2 0,3-6 0,2 0 0,0 2 0,0 2 0,0 1 0,-8 9 0,6-6 0,-5 13 0,7-6 0,0 8 0,0 8 0,0-5 0,0 9 0,0 1 0,0 8 0,0 2 0,0-2 0,0-2 0,0 4 0,0 0 0,0 0 0,0-6 0,0 0 0,0 1 0,0-1 0,0 0 0,0 0 0,0 0 0,0 1 0,0-7 0,0 1 0,0-9 0,0 5 0,0-10 0,0-4 0,0 3 0,0-9 0,0 1 0,0-7 0,-6-1 0,0-4 0,0-1 0,4-7 0,-1 2 0,-3-1 0,0-1 0,6 3 0,0-3 0,0 8 0,0 0 0,0 6 0,0 0 0,0 0 0,0 7 0,0 2 0,0 24 0,0-3 0,0 16 0,0-6 0,0 5 0,0 1 0,0 5 0,0-1 0,0-5 0,0 3 0,0-6 0,0 0 0,0 0 0,0-3 0,0-4 0,0-1 0,0 0 0,0-7 0,0 5 0,0-13 0,0 5 0,0-14 0,0-5 0,0-3 0,0-4 0,0-4 0,0-4 0,0 1 0,2-7 0,4 4 0,-4-3 0,3-2 0,-3 5 0,-2 0 0,0 8 0,0-2 0,0 4 0,0 2 0,0 6 0,0-1 0,0 10 0,0 2 0,0 14 0,0 8 0,0 7 0,0-6 0,0 8 0,0-3 0,0-1 0,2 0 0,2-1 0,2 1 0,0-4 0,-6 6 0,0-6 0,0 5 0,2-7 0,3 2 0,-3-4 0,4-1 0,-4-1 0,-2 0 0</inkml:trace>
  <inkml:trace contextRef="#ctx0" brushRef="#br1" timeOffset="196">24712 14597 8912,'-12'0'0,"3"-2"0,-1-2 0,1-1 0,3-3 0,-6 2 0,7 4 0,-7-3 0,8 5 0,-1 5 0,-3-1 0,2 8 0,2 1 0,2 2 0,2 2 0,0 1 0,0 4 0,0 1 0,0 2 0,0-4 0,0 4 0,0 2 0,0-6 0,0 2 0,0-4 0,0-2 0,0 0 0,0 0 0,0-5 0,0-1 0,0-7 0,2 4 0,4-8 0,-4-2 0,4-4 0,-4-3 0,-2-9 0,0-1 0,0-4 0,0 2 0,0-7 0,0 5 0,0-6 0,0 6 0,-2-3 0,-2 1 0,-2 4 0,0 2 0,6 1 0,0 1 0,0 8 0,0 3 0,0 12 0,0 5 0,2 12 0,4 6 0,-4 3 0,4 3 0,-2-1 0,1 0 0,-1 1 0,8-1 0,-9-1 0,3-5 0,4 3 0,1-8 0,-3-8 0,15 0 0,-4-5 0</inkml:trace>
  <inkml:trace contextRef="#ctx0" brushRef="#br1" timeOffset="197">24918 14683 8912,'-17'-6'0,"2"-1"0,1-1 0,3 0 0,5-3 0,-5 5 0,7-7 0,-4 11 0,8-6 0,0 16 0,0 3 0,2 10 0,4 2 0,-4 2 0,3-2 0,-1-2 0,0 6 0,2-1 0,-2 1 0,-2-6 0,-2 2 0,0 2 0,0-2 0,0 0 0,0-6 0,0 0 0,1-1 0,5-5 0,-4-3 0,13-8 0,-5 0 0</inkml:trace>
  <inkml:trace contextRef="#ctx0" brushRef="#br1" timeOffset="198">24987 14614 8912,'0'-9'0,"0"-7"0,0 22 0,0 0 0,-2 9 0,-4 8 0,4 6 0,-3 11 0,-3-2 0,2 8 0,1-2 0,5 2 0,0 7 0,0-7 0,0 0 0,0-12 0</inkml:trace>
  <inkml:trace contextRef="#ctx0" brushRef="#br1" timeOffset="199">18310 9542 8912,'6'-32'0,"0"3"0,-3 6 0,5 4 0,-2 2 0,-2 0 0,-3-1 0,-2 7 0,-5 1 0,-6 3 0,3 1 0,-5 6 0,-3 0 0,-4 0 0,-9 6 0,1 0 0,-6 7 0,-3-2 0,-6 5 0,-5 1 0,1-2 0,-10-3 0,-1 9 0,2-4 0,-3 0 0,3-2 0,-4 4 0,0 0 0,-4 1 0,7-3 0,-9 6 0,-1 0 0,6 5 0,-1-5 0,2 2 0,4-2 0,1-4 0,10 4 0,8-2 0,8 2 0,-1-10 0,8 4 0,0-3 0,6 3 0,5 0 0,1 0 0,1 1 0,-1-1 0,-4 0 0,5 2 0,0 2 0,5 2 0,-3 6 0,2-6 0,-1 7 0,1-1 0,2 9 0,-7 2 0,5 10 0,-6 1 0,1 3 0,-6 7 0,1-2 0,5-3 0,-4 3 0,3-2 0,3 8 0,-3-2 0,8-2 0,-1 2 0,3 0 0,2 6 0,0 0 0,0-2 0,2-4 0,3-6 0,-1-3 0,8-3 0,-7 7 0,7-1 0,-8-6 0,1-5 0,3-2 0,-2 2 0,0 2 0,-6-6 0,1 0 0,5 0 0,-4 0 0,4-2 0,2 2 0,-3 4 0,7 2 0,-7-8 0,7 6 0,-6-6 0,5 0 0,-5-6 0,5-1 0,-5-3 0,-2-3 0,-2-2 0,4 4 0,-1-7 0,3 7 0,-2-6 0,-4 6 0,3-6 0,-1 7 0,2-1 0,-2 1 0,7-1 0,-5 4 0,5-5 0,1-3 0,5-2 0,-5-4 0,-1-4 0,2-1 0,3-3 0,1-1 0,0 1 0,2-3 0,4-8 0,4 0 0,7 0 0,3 0 0,3 0 0,6 0 0,11 0 0,6 0 0,4 0 0,10-2 0,3-4 0,4 2-331,2-7 1,10 5 330,-45 0 0,1 1 0,0 2 0,1 0 0,4-2 0,1-1 0,-4 1 0,-1 0 0,1-2 0,1 1 0,-2 1 0,-1 0 0,0 1 0,-1 0 0,45-3 0,-4 1 0,-4 2 0,-2-7 0,-6-1 0,-2-5 0,-3-2-79,-8-4 1,-6 2 78,-9-8 0,1 1 0,5-7 0,-11 7 0,5-1 0,-6 2 0,-2-3 0,-8 3 0,-5 2 0,-10-3 0,2 5 0,-12-8 0,-5 2 0,-2-5 0,2-6 0,-5-4 0,5-8 0,-2-13 0,2-3 0,-2-16 64,7-8 1,-1-4 0,-4 42 0,1-1 0,-2 2 0,0-1-65,-1 0 0,-1 0 0,1 0 0,-2 1-97,-2-5 0,0 1 0,0 7 0,0 1 97,0-49 0,0 8 0,0 4 0,-6 4 0,1-4 0,-1 10 0,6-10 0,0 2 0,0-8 0,0-3 0,0 44 0,0 0 0,0 2 0,0-1 0,0-47 0,0-1 0,0 47 0,0-1 0,-3 1 0,0-1 0,1-1 0,-2 3 0,-9-29 0,1 16 0,-5 10 0,-6 13 0,4 0 0,-4 5 0,4 1 0,2 0 0,-2-1 0,-4 1 0,4-1 0,-4 1 0,-2 5 125,2 1 1,0 1-126,6-2 0,0 3 0,-1 5 0,1-2 283,0 2 0,0 7-283,0 3 0,-3 5 0,-3-5 0,2 7 0,-7-2 0,-1 4 0,-5 2 0,-8-6 0,-4 1 0,-12-1 0,-5 6 0,-13 6 0,-8 1 0,-10 3 0,43-4 0,1 1 0,-42 9-214,43-8 1,0 1 0,-42 14 213,-1 0 0,42-8 0,0 0 0,-1-1 0,-1 1 0,-1 1 0,1 0 0,5 1 0,2 1 0,-37 16-67,13 0 0,10-1 67,13-4 0,4-5 0,9-6 0,5-1 0,5 0 0,4 0 0,9-5 0,4-1 0,14-5 0,9 5 0,10-7 315,13 2 1,4-4-316,8-2 0,-1 7 0,1 3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3.355"/>
    </inkml:context>
    <inkml:brush xml:id="br0">
      <inkml:brushProperty name="width" value="0.05292" units="cm"/>
      <inkml:brushProperty name="height" value="0.05292" units="cm"/>
      <inkml:brushProperty name="color" value="#FF0000"/>
    </inkml:brush>
  </inkml:definitions>
  <inkml:trace contextRef="#ctx0" brushRef="#br0">18344 16660 8912,'0'-17'0,"0"6"0,0-1 0,0-1 0,0 3 0,2 1 0,4 1 0,2 0 0,5 4 0,-1-3 0,1-3 0,4 5 0,6-7 0,-4 6 0,4-3 0,-2-1 0,2 1 0,-2 5 0,8-2 0,-8-2 0,4 3 0,-2 1 0,0 2 0,5-4 0,-5 1 0,6-3 0,-6 2 0,6 2 0,-6-7 0,5 5 0,-5-5 0,6-1 0,-6-5 0,-2-2 0,-2-4 0,4 2 0,0-8 0,2 1 0,-2-7 0,-4-1 0,4-4 0,-22 38 0</inkml:trace>
  <inkml:trace contextRef="#ctx0" brushRef="#br0" timeOffset="1">19682 14372 8912,'28'-31'0,"-17"17"0</inkml:trace>
  <inkml:trace contextRef="#ctx0" brushRef="#br0" timeOffset="2">19792 14234 8912,'4'-6'0,"19"-22"0,0 1 0,-6 0 0</inkml:trace>
  <inkml:trace contextRef="#ctx0" brushRef="#br0" timeOffset="3">19903 14097 8912,'17'-22'0,"6"0"0,-4-1 0</inkml:trace>
  <inkml:trace contextRef="#ctx0" brushRef="#br0" timeOffset="4">19997 13994 8912,'17'-16'0,"0"-1"0,0 0 0,0 5 0</inkml:trace>
  <inkml:trace contextRef="#ctx0" brushRef="#br0" timeOffset="5">20215 13856 8912,'11'-4'0,"12"0"0,6-2 0,-8 4 0,2 2 0,-4 0 0,-2 0 0,-2 2 0,-3 4 0,0 2 0</inkml:trace>
  <inkml:trace contextRef="#ctx0" brushRef="#br0" timeOffset="6">26379 16265 8681,'31'17'0,"32"17"0,0 14 0,6 6 0,1 5 0,-33-27 0,1 1 0,1 1 0,2 0 0,5 4 0,0-1 0,-2-2 0,0 1 0,2 1 0,0 0 0,26 22 0,-10-13 0,-13-15 0,-9-10 0,-11-10 0,-6 1 0,-11-8 0,-5 1 0,-7-10 0,-7 1 0,-7-8 0,-7-1 0,2-18 0,-6-5 0</inkml:trace>
  <inkml:trace contextRef="#ctx0" brushRef="#br0" timeOffset="7">28394 12280 7531,'18'-4'0</inkml:trace>
  <inkml:trace contextRef="#ctx0" brushRef="#br0" timeOffset="8">26054 11519 8912,'0'-17'0,"-2"0"0,-4 0 0,4 0 0,-5 1 0,1 3 0,0 2 0,1 5 0,5-6 0,0 1 0,-6-6 0,0-1 0,-7 1 0,3 2 0,-9 2 0,-4 1 0,4 8 0,-4-1 0,-4-3 0,-1 2 0,-5 1 0,-3 5 0,-4 0 0,-6 0 0,2-6 0,-2 0 0,0 0 0,-6 6 0,-1 0 0,-5 0 0,3 0 0,-6 2 0,0 4 0,-1 5 0,3-1 0,-10 1 0,12 1 0,-6 5 0,7-2 0,5-3 0,5 3 0,2-5 0,4 1 0,7 1 0,1-7 0,9 7 0,6-8 0,5 1 0,1 5 0,-7-6 0,1 5 0,0-1 0,0 0 0,0-3 0,-1-1 0,1 8 0,0-1 0,0 6 0,-6 0 0,0 1 0,0-1 0,-2 0 0,4 6 0,-8 0 0,8 5 0,-2-5 0,6 0 0,6-5 0,-3 4 0,9 1 0,-3 6 0,4-4 0,-2 0 0,2 0 0,-3 5 0,1-1 0,-5-2 0,5 1 0,-8 1 0,3 5 0,1-5 0,-1 0 0,1-1 0,-3 7 0,3-1 0,3 0 0,-5-5 0,7 0 0,-1-3 0,6 3 0,-6 2 0,0-8 0,1 7 0,5-1 0,0 5 0,0 4 0,0 2 0,0-1 0,0-1 0,0 2 0,0-4 0,0 4 0,0 2 0,0-1 0,0 1 0,0-2 0,0-2 0,0 8 0,2-6 0,1 6 0,3 0 0,-2-3 0,0 5 0,2-8 0,-3 6 0,9-6 0,-1 6 0,7-6 0,-7-1 0,0-11 0,1 3 0,5-8 0,0 7 0,1-3 0,-1 0 0,0-4 0,-6-2 0,1 2 0,-1 1 0,7 5 0,-1-2 0,0-4 0,0 2 0,0 5 0,1-1 0,-1 1 0,2 1 0,4-2 0,-4 1 0,4-7 0,2 6 0,-2-6 0,7 0 0,-1-6 0,-2 0 0,2 0 0,5 0 0,6-1 0,0-3 0,2-2 0,-3-7 0,6 2 0,-4-4 0,4-2 0,-6 0 0,1 0 0,-4 0 0,-1 0 0,5-2 0,0-4 0,0 2 0,-6-5 0,1-1 0,-1 1 0,6-1 0,1-1 0,6-4 0,-1 3 0,4-3 0,2-2 0,-1-6 0,1 0 0,-2-6 0,-4 6 0,1-9 0,-5-1 0,2-5 0,4 0 0,-4-4 0,2 2 0,-6-6 0,6 6 0,-8-8 0,2 2 0,-9-4 0,-2-1 0,-6-3 0,5-3 0,-5-6 0,4-10 0,-2-1 0,-4 1 0,-2-3 0,-2 1 0,-1 1-122,-5 5 0,-1 0 122,-5 1 0,-3 3 0,4-4 0,-4-4 0,-2 3 0,0-3 0,0 16 0,0-1 0,0 7 0,0-1 0,0 1 0,0 7 0,0 2 0,0 2 0,0-1 0,-8 1 0,-3 6 0,-6-1 0,-6 1 0,2 0 0,-8-1 0,0 3 122,-5 3 0,-1-1-122,1 7 0,0-6 0,-1 4 0,1 0 0,-1 1 0,1 1 0,0 5 0,1 1 0,4 0 0,-1 0 0,7 0 0,0 7 0,6 2 0,-1 3 0,1-1 0,0-7 0,0 11 0,0-8 0,-1 4 0,7 5 0,-1-5 0,1-4 0,1 8 0,-5-5 0,13 7 0,-5 0 0,7 0 0,0 0 0,0 7 0,0 5 0,0 5 0,0 6 0,0-4 0,0 14 0,0-7 0</inkml:trace>
  <inkml:trace contextRef="#ctx0" brushRef="#br0" timeOffset="9">24540 9112 8912,'17'0'0,"-2"-2"0,-2-1 0,-3-5 0,-2-2 0,-5-3 0,-1 5 0,-2 1 0,-5 9 0,-3 3 0,0 7 0,1 3 0,-7 2 0,3 1 0,-4 1 0,-5 4 0,-2 5 0,-7 5 0,-4 7 0,-1 0 0,-8 8 0,-4-2 0,-6 11-223,-5 6 1,3-2 222,-3 2 0,-2-9 0,3-3 0,5-7 0,3-2 0,12-13 0,1-1 0,6-1 0,7-4 0,2 0 0,-3-6 0,6 0 0,6 1 0,-3-7 0,9 1 445,-1-9-445,6 5 0,0-8 0,0 0 0,0-8 0,0 6 0,-8-13 0,-1 6 0</inkml:trace>
  <inkml:trace contextRef="#ctx0" brushRef="#br0" timeOffset="10">23696 9542 8912,'-17'-9'0,"6"-5"0,-1 9 0,6-1 0,-5 6 0,5 2 0,-5 3 0,1 7 0,-1 11 0,-3 4 0,9 7 0,-9 2 0,5 4 0,-3 4 0,1 0 0,7 4 0,-2-8 0,4 6 0,2-6 0,0 0 0,0-5 0,6-3 0,0-3 0,7-4 0,0-8 0,7-2 0,3-3 0,7-5 0,-1-7 0,5 0 0,6 0 0,4-7 0,8-5 0,0-5 0,-1-6 0,7 2 0,-1-8 0,8-7 0,-4-8 0</inkml:trace>
  <inkml:trace contextRef="#ctx0" brushRef="#br0" timeOffset="11">23473 16591 8912,'7'-9'0,"-5"-1"0,4 5 0,2 1 0,-3-8 0,1 8 0,-6-11 0,0 11 0,0-7 0,0 7 0,0-4 0,0 7 0,0-5 0,0 4 0,0-6 0,-6 10 0,1 4 0,-7-2 0,6 7 0,-5 1 0,5 5 0,-5 2 0,5 4 0,-6-4 0,7 4 0,-1-4 0,6-2 0,-2 0 0,-4 1 0,4-1 0,-3 0 0,3 0 0,4-7 0,3-5 0,-1-3 0,8-2 0,-7 0 0,7 0 0,-1-7 0,7-5 0,-3-5 0,-4-6 0,3 4 0,-8-4 0,5-2 0,-5 2 0,-2 2 0,-3 2 0,-1 2 0,0 0 0,-1 0 0,-5 1 0,-6 5 0,-3-3 0,-2 9 0,-2 1 0,-4 10 0,4 5 0,-4 12 0,6-2 0,5 8 0,-3-1 0,3 7 0,5-3 0,1-3 0,4 1 0,2-7 0,0 0 0,0-5 0,2-3 0,4-4 0,3-3 0,8-8 0,1-2 0,-1-4 0,0-3 0,0-8 0,0-6 0,1 0 0,-7-6 0,-1 4 0,-1 0 0,1 1 0,-6-1 0,1 2 0,-3 4 0,-2-4 0,-2 4 0,-3 1 0,1 1 0,-8 2 0,-1 3 0,-2 7 0,3-3 0,1 2 0,1 3 0,-1 8 0,-5 5 0,5 7 0,1 2 0,-1 4 0,5-2 0,-5 8 0,7-6 0,-2 5 0,4-7 0,2 2 0,0-4 0,0-1 0,0-1 0,0 0 0,8-8 0,3-3 0,5-4 0,1-4 0,0-4 0,-6-3 0,1-8 0,1 0 0,3-1 0,-5-5 0,1 1 0,-7-1 0,7 5 0,-8-6 0,3-3 0,-7 0 0,0 4 0,-2 10 0,-3 1 0,1 8 0,-8-1 0,1 3 0,-6 4 0,-1 3 0,7 7 0,-1 11 0,7-4 0,-7 4 0,7 4 0,-7 1 0,8-1 0,-1 0 0,3-2 0,2-4 0,0-2 0,0-2 0,0 0 0,7-2 0,5-3 0,-3-4 0,3-8 0,-1-8 0,6-4 0,-5-3 0,-1-2 0,-1-6 0,1 0 0,-3 0 0,0-2 0,-6 6 0,3-4 0,-3 4 0,-2 2 0,0 0 0,0 0 0,-7-1 0,-1 7 0,-4-1 0,-3 9 0,6-5 0,-9 16 0,3 5 0,2 6 0,1 4 0,8 8 0,-1-3 0,-3-1 0,2 2 0,1-8 0,5 2 0,0-4 0,0-2 0,2-2 0,3-3 0,-1-5 0,8-7 0,-3-2 0,4-3 0,-3-7 0,-2-3 0,3-2 0,-5 0 0,2-1 0,-3 1 0,-3 0 0,4-2 0,-4-4 0,-4 4 0,-4-4 0,2 4 0,-7 2 0,1 5 0,-3 3 0,1 1 0,1 2 0,-4 14 0,3 3 0,-1 10 0,5 6 0,1 4 0,-1 5 0,2 2 0,6-3 0,0-3 0,0-3 0,0 1 0,0-7 0,8-2 0,3-9 0,5-7 0,1-12 0,0-10 0,0-3 0,0-8 0,-5 1 0,-1-2 0,-7-1 0,2 7 0,-4-6 0,-2 6 0,0 2 0,0-5 0,-6 6 0,-2-1 0,-1 8 0,-3-2 0,-5 3 0,0 5 0,0 1 0,2 14 0,1 9 0,5 10 0,1 5 0,2 4 0,6 4 0,0-3 0,0 3 0,0-4 0,0-1 0,0-3 0,0-3 0,8-5 0,1-14 0,9-4 0,-7-4 0,1-2 0,-1-8 0,6-3 0,-5-10 0,-3-4 0,1-2 0,-1-4 0,-5 5 0,2-3 0,-4 2 0,-2-1 0,0-3 0,0 6 0,-2 0 0,-4 1 0,2 1 0,-7 5 0,5 3 0,-5 4 0,-3 5 0,-1 4 0,0 15 0,3 5 0,-1 16 0,7 0 0,-5 6 0,5 1 0,0-5 0,6 4 0,0-6 0,0-5 0,0-2 0,2-8 0,4-2 0,5-7 0,-1-7 0,1-3 0,1-9 0,5-8 0,0-2 0,0-10 0,-1 0 0,-5-5 0,3 0 0,-9-1 0,1 7 0,-6-1 0,0 6 0,0-6 0,-6 8 0,-1 0 0,-3 6 0,-3 3 0,3 9 0,-1-3 0,-1 6 0,-5 6 0,2 11 0,1 12 0,5 3 0,1 2 0,2 3 0,6 3 0,0-10 0,0 5 0,0-10 0,0 3 0,8-12 0,4 1 0,3-12 0,2 1 0,0-12 0,0-5 0,1-6 0,-1-6 0,-2 2 0,-3-8 0,1 6 0,-7-5 0,-1 7 0,-5-2 0,-1-2 0,-5 2 0,-4 2 0,1 2 0,-7 7 0,5 1 0,-2 5 0,1-5 0,-3 7 0,5 0 0,-1 10 0,-1 11 0,7 2 0,-7 10 0,8-1 0,-1 7 0,3-1 0,2 1 0,0-9 0,2-3 0,3-4 0,7-1 0,-3-3 0,3-4 0,-1-3 0,6-8 0,1-2 0,-1-4 0,-6-5 0,1-12 0,-3 2 0,3-8 0,-5 8 0,-7-2 0,0-2 0,0 3 0,0 4 0,0 7 0,-1-1 0,-5-5 0,-6 2 0,-3 3 0,-2 5 0,0 7 0,-1 0 0,1 0 0,2 9 0,3 9 0,-3 6 0,4 11 0,3 5 0,2 2 0,4 0 0,2 0 0,2-8 0,4-5 0,6-14 0,10 2 0,-1-11 0,8 0 0,0-14 0,5-9 0,1-15 0,-1-12 0,1-8 0</inkml:trace>
  <inkml:trace contextRef="#ctx0" brushRef="#br0" timeOffset="12">23541 16574 8912,'-11'0'0,"0"0"0,7 0 0,-4 0 0,6 0 0,-4 0 0,4 0 0,-5 0 0,7 0 0,0 0 0,0-7 0,0 5 0,0-6 0,0 8 0,0 0 0,0-8 0,0 6 0,0-5 0,0 7 0,0 0 0,-8 0 0,-1 0 0</inkml:trace>
  <inkml:trace contextRef="#ctx0" brushRef="#br0" timeOffset="13">25641 13755 8912,'-12'0'0,"3"-2"0,1-4 0,3 2 0,5-7 0,-2 7 0,-4-2 0,2-2 0,-7 3 0,1 7 0,-1 9 0,-3 12 0,8 6 0,-7 3 0,3 4 0,1 3 0,3 1 0,4 0 0,2-6 0,0-1 0,0-5 0,8 1 0,3-12 0,7-3 0,5-14 0,-2-4 0,7-8 0,1-11 0,-2-7 0,3-10 0,-7 0 0,0-8 0,-6 2 0,-7 2 0,-4-2 0,-8 14 0,-10-3 0,-1 12 0,-16 0 0,-5 6 0,-6 8 0,0 9 0,-3 9 0,7 8 0,-4 6 0,11 4 0,6 8 0,12-3 0,5-3 0,6-5 0,6-6 0,11-1 0,17-8 0,10-1 0</inkml:trace>
  <inkml:trace contextRef="#ctx0" brushRef="#br0" timeOffset="14">26174 13462 8912,'-34'-17'0,"1"6"0,5-1 0,-3 8 0,8-1 0,2 3 0,2 2 0,4 2 0,3 3 0,5 5 0,7 7 0,0 8 0,0 4 0,0 5 0,0 6 0,7-2 0,5 8 0,3 4 0,2 5 0,-5-3 0,-1-1 0,1 1 0,5-6 0,-8-2 0,-3 2 0,2-8 0,-2 2 0,-3-11 0,-8-7 0,-7-2 0,-11-3 0,-3 0 0</inkml:trace>
  <inkml:trace contextRef="#ctx0" brushRef="#br0" timeOffset="15">25830 13892 8912,'-17'0'0,"2"-2"0,3-4 0,5 5 0,14-15 0,9 5 0,8-5 0,11-1 0,13 6 0,3-1 0,1 3 0,5-3 0,3-1 0,-3 7 0,8-7 0,-4 3 0</inkml:trace>
  <inkml:trace contextRef="#ctx0" brushRef="#br0" timeOffset="16">26519 13755 8912,'-12'-16'0,"1"5"0,7 1 0,-2 4 0,4 5 0,2-5 0,0 12 0,0 5 0,0 6 0,0 6 0,0-2 0,0 8 0,2-2 0,2 3 0,2-3 0,-3-2 0,-1 3 0,-2-5 0,0 0 0,0-6 0,0 1 0,0-9 0,2-3 0,4-12 0,-4-11 0,6-12 0,-3-5 0,1-6 0,2 4 0,-3-5 0,3-1 0,4 2 0,1 0 0,-7 6 0,5 7 0,-5 4 0,7 0 0,-1 6 0,3 7 0,2 22 0,0 11 0,1 9 0,-1 8 0,-6-1 0,1 6 0,-6-1 0,5 2 0,-7 2 0,2-8 0,-5-6 0,-1-7 0,0-2 0,0-2 0,0-13 0,2-18 0,4-15 0,2-13 0,5-6 0,-1-2 0,1-4 0,8 0 0,2 2 0,0 4 0,-6 8 0,6 9 0,0 8 0,0 7 0,0 12 0,0 4 0,0 11 0,-6 12 0,0 3 0,0 3 0,1-3 0,-1-3 0,6 1 0,0-7 0,5-2 0,-5-9 0,6-5 0,-6-7 0,6 0 0,-6-1 0,-2-5 0,-2-6 0,-8-9 0,1-2 0,-7-5 0,7 5 0,-8-8 0,2 3 0,-5 3 0,-1 2 0,-1 0 0,-5 4 0,-6 4 0,-3 9 0,-2 0 0,0 6 0,-1 6 0,1 5 0,0 12 0,0-2 0,1 6 0,3 0 0,2-1 0,5-3 0,-6 6 0,9-8 0,-3 2 0,4-4 0,2-2 0,0-5 0,0-1 0,8-7 0,3 2 0,4-6 0,3-6 0,1-4 0,4-7 0,-4-2 0,4-4 0,-4 4 0,-2-4 0,0 2 0,0-2 0,1 4 0,-1-4 0,0 4 0,-7 8 0,-5-1 0,-1 8 0,2-1 0,-4 10 0,5 5 0,-7 7 0,6-5 0,0-1 0,0 1 0,1-3 0,-3 4 0,8-7 0,-1 6 0,6-7 0,-1 3 0,-5-2 0,4-4 0,-3 3 0,3 3 0,2-2 0,-1-1 0,-5 3 0,4-6 0,-5 13 0,0-13 0,-3 6 0,-5-8 0,4 0 0,-4-8 0,3-3 0,3-5 0,-2-3 0,-2-4 0,5-3 0,1-9 0</inkml:trace>
  <inkml:trace contextRef="#ctx0" brushRef="#br0" timeOffset="17">27672 13342 8912,'-35'-17'0,"8"-1"0,4 1 0,4 0 0,2 0 0,9 7 0,8 5 0,8 3 0,9 2 0,14-6 0,3 0 0,6 1 0,1 5 0,-5 7 0,14 3 0,-6 7 0</inkml:trace>
  <inkml:trace contextRef="#ctx0" brushRef="#br0" timeOffset="18">27981 13634 8912,'-17'12'0,"0"-3"0,0 1 0,-1-1 0,7-5 0,0 2 0,7-2 0,-2 1 0,-2-1 0,3 8 0,-1-7 0,6 7 0,0 1 0,0 3 0,0-5 0,0 0 0,0 1 0,0 5 0,0-5 0,0-1 0,0-7 0,0 3 0,7-20 0,5-4 0,-2-12 0,1 1 0,0 1 0,7-2 0,-1 2 0,0-1 0,0-3 0,-1 8 0,-3 2 0,-2 2 0,1 8 0,5-1 0,0 8 0,1-1 0,-1 10 0,0 5 0,0 9 0,2 2 0,4 2 0,-4 0 0,4-6 0,4 0 0,0 1 0</inkml:trace>
  <inkml:trace contextRef="#ctx0" brushRef="#br0" timeOffset="19">28704 13514 8912,'-17'-15'0,"2"1"0,1 5 0,3 1 0,7 2 0,-4 6 0,8 8 0,0 5 0,0 8 0,0 8 0,0-2 0,0 1 0,6 1 0,0 5 0,-1-5 0,-5 0 0,0-3 0,0 3 0,0-6 0,0-4 0,0-2 0,0 0 0,0-9 0,0-8 0,2-9 0,2-14 0,4-8 0,1-7 0,3 0 0,5-8 0,-2 8 0,-3-3 0,3 5 0,-3 2 0,1 7 0,0 4 0,-1 4 0,1 2 0,-3 7 0,1 5 0,-5 5 0,5 5 0,-5 5 0,6 7 0,-7 6 0,7 0 0,-8 6 0,1-7 0,-3-1 0,-2-1 0,6-3 0,0 0 0,0-6 0,-6 1 0,0-8 0,7 3 0,5-7 0,3-7 0,2-5 0,-5-9 0,-1-2 0,-1 0 0,1 6 0,3 0 0,-9 0 0,9 0 0,-12-1 0,13 9 0,-13 3 0,4 12 0,-3 2 0,3 3 0,-2 4 0,5-3 0,1 3 0,0 2 0,-5-5 0,7-1 0,-1-5 0,6 5 0,1-7 0,-1 2 0,-4-4 0,5-2 0,-11 0 0,10 0 0,-3 0 0,3-2 0,0-2 0,0-2 0,1-1 0,-1 1 0,-6 4 0,1-4 0,-7-1 0,7 1 0,-8 0 0,3 4 0,-7-3 0,0 3 0,0-8 0,0 4 0,0 3 0,0-9 0,0 6 0,0-5 0,-1-1 0,-5-5 0,2 2 0,-8 3 0,9 5 0,-13 7 0,5 0 0,1 0 0,-1 0 0,1 2 0,-1 3 0,3-3 0,8 14 0,0-7 0</inkml:trace>
  <inkml:trace contextRef="#ctx0" brushRef="#br0" timeOffset="20">29874 13325 8912,'-17'-27'0,"-2"4"0,-2 4 0,-2 2 0,-6 7 0,6 4 0,-7 5 0,1 1 0,-2 7 0,3 5 0,3 5 0,8 6 0,1 5 0,5 5 0,-2 1 0,7 1 0,0 3 0,6-4 0,2 4 0,4-9 0,-2-4 0,7-2 0,1-6 0,5-5 0,0-5 0,2-7 0,2-2 0,2-3 0,2-7 0,-2-11 0,-2-4 0,8-7 0,-3 0 0,3-1 0,-4-5 0,-8 0 0,0-8 0,-1 2 0,-3-3 0,-2-3 0,-7 1 0,2-1 0,-4 2 0,-2 4 0,0 6 0,0 12 0,0 10 0,-2 13 0,-2 12 0,-4 13 0,-1 12 0,3 18 0,-5 13 0,5 11 0,-5 6 0,7-1-182,-2 1 1,4-2 181,2 3 0,4-3 0,5-7 0,9-3 0,1-7 0,8-15 0,1-11 0,5-9 0,1-8 0,1-9 0,-1-3 0,-5-19 0,-1-10 0,3-10 0,1-7 0,1-4 0,-4-7 0,3-3 0,-3-3 0,-2-6 0,1-12 0,-9-3 0,0-10 0,-7 0 0,-4 2 0,-3 4 181,-5 13 1,-2 25-182,-3 16 0,-5 14 0,-7 14 0,-8 16 0,-2 8 0,-1 15 0,-1 12 0,8 10 0,-2 14 0,10-3-152,1 9 0,8-9 152,-1 3 0,3-12 0,2-6 0,2-3 0,3-7 0,9-7 0,7-11 0,0-8 0,7-4 0,-5-7 0,6-4 0,-8-5 0,2-1 0,-4-9 0,-2-8 0,-7 0 0,5-24 0,-5 5 0</inkml:trace>
  <inkml:trace contextRef="#ctx0" brushRef="#br0" timeOffset="21">22234 16351 8912,'-10'7'0,"0"-5"0,7 6 0,-3 0 0,-6-5 0,7 9 0,-1-8 0,6 3 0,0-7 0,0 0 0,0-7 0,0 5 0,0-6 0,0 0 0,0 7 0,0-9 0,0 4 0,0 4 0,-2-5 0,-4 7 0,3 2 0,-9 3 0,8 5 0,-2 7 0,-3 6 0,-3 0 0,3 7 0,-3-1 0,7 2 0,-7-3 0,8 3 0,-1-8 0,-3 0 0,2-6 0,2 0 0,3 0 0,1-7 0,0 5 0,0-13 0,0 4 0,0-12 0,0-5 0,0-12 0,1-2 0,3-6 0,2 3 0,-2-3 0,-2 1 0,-2 1 0,0 2 0,0 4 0,0 4 0,0-4 0,0 4 0,0 2 0,0 15 0,0 8 0,-2 15 0,-4 7 0,4 5 0,-4 1 0,5 1 0,1-1 0,0-5 0,0-1 0,0-7 0,0 2 0,0-4 0,0-1 0,0-1 0,0-8 0,0-1 0,1-8 0,5 0 0,-4-8 0,4-3 0,-4-10 0,-2-2 0,5-8 0,1 3 0,-2-3 0,-2 2 0,-2-1 0,0 7 0,0 0 0,0 6 0,0 0 0,0 7 0,0 4 0,0 12 0,0 4 0,0 7 0,0 6 0,0 2 0,0 1 0,0 5 0,0-4 0,0 1 0,-6-7 0,0 2 0,1-9 0,5-3 0,0 1 0,0 5 0,0-8 0,0-3 0,0-12 0,5-5 0,1-10 0,0-2 0,2 2 0,-7 2 0,5 2 0,-4-1 0,-2 1 0,0 6 0,0-1 0,0 8 0,0-7 0,0 11 0,0 4 0,0 13 0,8-7 0,1-3 0</inkml:trace>
  <inkml:trace contextRef="#ctx0" brushRef="#br0" timeOffset="22">23628 10849 8912,'0'-12'0,"0"1"0,0-2 0,0-3 0,0 5 0,0-1 0,0-1 0,0-2 0,1 3 0,3 1 0,2-3 0,-2-1 0,-2 4 0,-2-1 0,2 1 0,3 1 0,-3-5 0,6 5 0,-8 1 0,0 3 0,0 12 0,0 3 0,-2 10 0,-2 4 0,-2 6 0,-1 5 0,1 7 0,-2 2 0,-3 9 0,-2 2 0,7 3 0,-6 6 0,7 11 0,-3-3 0,4 6 0,-2-3 0,3 1 0,1-5 0,2-1 0,0-10 0,0 10 0,5-4 0,1 4 0,0-1 0,-6 1 0,6 0 0,-1 0 0,-1 0 0,-2-1 0,-2 3 0,0 4 0,0 1-234,0 4 0,-6 10 234,1-4 0,-1 6 0,6-1 0,-2-10 0,-4-1 0,4-10 0,-3-5 0,3-3 0,2-3 0,0-10 0,0-8 0,0 2 0,0 3 0,0 4 0,0 2 0,-6-1 0,-2 3 0,-1 3 0,-5 6 0,1 10 0,1 1 0,-3 8-236,4-2 1,1 5 235,-1 1 0,5-1 0,-6 1 0,7-5 0,-5-1 0,1 0 0,-1-2 0,4-1 0,-5-8 0,5-8 222,-5-4 1,5-3-223,-6-3 0,7 1 0,-7-1 0,6 7 0,-3 1 0,1 0 0,4 0 0,-3 10 0,1-6 0,-5 8 0,5-8 0,-8 6-165,3 5 0,-4 3 165,-3 3 0,9-4 0,3-7 0,4-2 0,2-4 0,-5 0 119,-1-12 1,0-9-1,6-15 1,0-2-120,0-4 0,0-2 0,0-2 0,0-5 0,0-1 0,0 1 0,0 5 0,0 0 346,-8-7-346,7-3 0,-7-7 0,8 0 0,0 0 0,0 8 0,0-4 0,0 7 0,0 1 0,0-3 0,2-1 0,4-8 0,-5 0 0,15 0 0,-7 0 0</inkml:trace>
  <inkml:trace contextRef="#ctx0" brushRef="#br0" timeOffset="23">22079 16643 8912,'-10'-17'0,"4"0"0,-1-1 0,1 1 0,2 0 0,2 0 0,-3 5 0,-1 1 0,0 7 0,6 4 0,0 12 0,0 3 0,0 2 0,0 0 0,0 0 0,0 1 0,0 5 0,0-1 0,0 3 0,0-4 0,0 2 0,0-2 0,0-2 0,0-1 0,0-1 0,0 0 0,2 0 0,4 0 0,-4-7 0,5-4 0,-7-12 0,2-6 0,4-3 0,-4-8 0,4 0 0,-4-7 0,-2 1 0,0 2 0,0-1 0,0 5 0,0-6 0,0 8 0,0-2 0,0 4 0,-8 2 0,6 0 0,-13 7 0,11 4 0,-6 12 0,3 6 0,3 3 0,2 2 0,2 0 0,0 0 0,0 1 0,0-1 0,0 0 0,0 0 0,0 0 0,0 1 0,0-9 0,2-1 0,4-8 0,-5 0 0,9-2 0,-4-4 0,-4-3 0,3-9 0,-3 1 0,-2 0 0,0 0 0,0 0 0,0-1 0,0 1 0,0 0 0,0 0 0,0 5 0,0 1 0,0 7 0,-7-4 0,3 16 0,-8 4 0,9 10 0,-3 7 0,4-2 0,2 2 0,0-3 0,0 3 0,0 1 0,0-5 0,0 0 0,0 0 0,6-2 0,-1-6 0,1-5 0,-6-1 0,2-7 0,4 2 0,1-12 0,5-6 0,-3-5 0,-5-4 0,2-4 0,-2-1 0,-2-3 0,-2-5 0,0 5 0,0 0 0,0 8 0,0-2 0,0 4 0,0 2 0,0 6 0,0-1 0,-2 8 0,-4-1 0,2 3 0,-5 4 0,1 3 0,2 11 0,6 6 0,-5 3 0,-1-2 0,0-2 0,6 8 0,0-8 0,0 2 0,0-4 0,0-2 0,0 0 0,0-7 0,8-2 0,-6-10 0,3-4 0,-1-4 0,2-7 0,-4-6 0,4 0 0,-4 0 0,-2 6 0,0 0 0,0 0 0,0 0 0,0-1 0,0 1 0,-2 2 0,-4 3 0,4 5 0,-6 7 0,8 2 0,0 3 0,0 5 0,0 7 0,0 0 0,0 1 0,0-1 0,0 0 0,0 0 0,2 0 0,4 1 0,-4-1 0,6 0 0,-1 0 0,3 0 0</inkml:trace>
  <inkml:trace contextRef="#ctx0" brushRef="#br0" timeOffset="24">26639 16488 8912,'-11'-11'0,"-1"-1"0,-1-1 0,5 5 0,0 8 0,8 12 0,0 3 0,0 2 0,0 2 0,0 2 0,0 2 0,0-2 0,0-2 0,0-1 0,0-1 0,0 0 0,0 0 0,0 0 0,2-7 0,4-4 0,4-4 0,7-10 0,-6-4 0,1-10 0,-8 2 0,1-3 0,-3 4 0,-2 2 0,0 0 0,0 0 0,0 0 0,0-1 0,0 7 0,-2 1 0,-3 3 0,1 1 0,-8 6 0,7 8 0,-7 3 0,6 10 0,-3 2 0,1 0 0,4 2 0,2-6 0,2 4 0,0-4 0,0-2 0,0 0 0,0 1 0,0-9 0,0-1 0,2-8 0,4 0 0,-4-2 0,4-4 0,1-3 0,-1-9 0,0 1 0,-6 0 0,0-2 0,0-2 0,0-2 0,0 2 0,0 2 0,-2 2 0,-4-1 0,4 9 0,-7 1 0,3 8 0,-2 8 0,-3 3 0,1 7 0,5 4 0,3-2 0,-4 2 0,4-2 0,2-3 0,-2 0 0,-4 0 0,4-5 0,-3-1 0,3 2 0,2-5 0,2 0 0,3-8 0,-1-8 0,8-3 0,-8-5 0,1-1 0,3-6 0,-2 0 0,-1-5 0,-5 5 0,0-6 0,0 6 0,0 0 0,0 6 0,0 0 0,-7 7 0,-5 5 0,-3 3 0,4 11 0,1 6 0,2 6 0,4 1 0,3-3 0,1-2 0,0 0 0,0 0 0,0-5 0,1-1 0,5 2 0,-2-5 0,8-2 0,-9-12 0,5-3 0</inkml:trace>
  <inkml:trace contextRef="#ctx0" brushRef="#br0" timeOffset="25">22939 16763 8912,'0'12'0,"-2"-1"0,-3 3 0,-7-1 0,-3 0 0,-2-1 0,-1-6 0,1 3 0,0 1 0,0-1 0,-1 3 0,1 3 0,0-2 0,0-1 0,0-3 0,-1 3 0,3 3 0,2-5 0,3 1 0,3 1 0,-5-7 0,6 7 0,1-1 0,5 1 0,2-3 0,3-1 0,5 5 0,7-5 0,0 3 0,0-1 0,1-4 0,-1-3 0,0 9 0,-5-6 0,-1 5 0,0-5 0,7 5 0,-7-5 0,1 5 0,-9-7 0,13 12 0,-7-7 0</inkml:trace>
  <inkml:trace contextRef="#ctx0" brushRef="#br0" timeOffset="26">25193 16849 8912,'-11'0'0,"0"0"0,5 0 0,-6 0 0,7 0 0,-7 0 0,8 0 0,-3 0 0,7 0 0,0 0 0,0-7 0,-8 5 0,6-6 0,-6 0 0,8 7 0,2-7 0,6 8 0,9 0 0,0-6 0,6 0 0,4-1 0,2 1 0,11 2 0,4-5 0,2-1 0,0 1 0,-8 3 0,2-6 0,-5 9 0,-7-3 0,-3-2 0,-8 2 0,-5 1 0,-1 5 0,-7 0 0,4 7 0,-10 5 0,-4 3 0,-3 4 0,-9 2 0,1 4 0,0 2 0,-6-4 0,0 5 0,0-1 0,6 2 0,0 1 0,-1-7 0,-5 0 0,1-6 0,4 1 0,7-1 0,-1 0 0,3 0 0,1-7 0,8-5 0,0-10 0,8-5 0,1-7 0</inkml:trace>
  <inkml:trace contextRef="#ctx0" brushRef="#br0" timeOffset="27">20323 13772 8912,'0'-17'0,"0"-1"0,0 1 0,8 0 0,-6 5 0,6 3 0,-1 1 0,-5-5 0,6 11 0,-8-6 0,-2 8 0,-4 0 0,4 0 0,-7 0 0,3 0 0,4 0 0,-11-2 0,7-3 0,0 3 0,-1-6 0,5 8 0,-8-6 0,4 1 0,3-1 0,-9 6 0,8 0 0,-3-8 0,7 6 0,-2-5 0,-4 7 0,2 6 0,-7-1 0,7 9 0,-6-5 0,5 8 0,3 1 0,-4-1 0,4 0 0,2 0 0,0 0 0,0 1 0,0 6 0,0 5 0,0 3 0,0 3 0,-6 1 0,1 4 0,-3-2 0,2 8 0,-2 6 0,-3 5 0,-4 2 0,3-1 0,3-10 0,-3 3 0,8-3 0,-1 3 0,-3-7 0,2-4 0,1-11 0,5-6 0,-2-4 0,-4-2 0,4-7 0,-6-10 0,8-12 0,0-3 0,0-2 0,0 0 0,0 5 0,0 1 0,0 7 0,0-4 0,0 16 0,0 4 0,0 9 0,0 3 0,0 5 0,0 7 0,0 4 0,0 6 0,0 10 0,0-5 0,2 10 0,4-3 0,4-1 0,7-5 0</inkml:trace>
  <inkml:trace contextRef="#ctx0" brushRef="#br0" timeOffset="28">20134 15336 8912,'-17'0'0,"0"-2"0,0-3 0,-1 3 0,1-6 0,6 16 0,-1 3 0,8 12 0,-1 4 0,3 2 0,2-1 0,0 7 0,0 5 0,0 6 0,0-6 0,2 5 0,3-4 0,-3 4 0,4-4 0,-4-3 0,-2-10 0,0-3 0,0-8 0,0 1 0</inkml:trace>
  <inkml:trace contextRef="#ctx0" brushRef="#br0" timeOffset="29">20031 15990 8912,'-8'9'0,"6"-1"0,-5-8 0,7 2 0,0 3 0,0 5 0,0 7 0,0 2 0,0 4 0,0 6 0,0 11 0,0-2 0,0 8 0,0-8 0,0 2 0,7-3 0,3-3 0</inkml:trace>
  <inkml:trace contextRef="#ctx0" brushRef="#br0" timeOffset="30">20151 16523 8912,'-7'9'0,"5"6"0,-6-5 0,8 7 0,0 2 0,0 4 0,0-2 0,0 8 0,0 1 0,0 11 0,0-5 0,-2 2 0,-2-7 0,-1-8 0,-1 3 0,6-7 0,0-1 0,2-11 0,4-7 0,1-7 0,7-5 0,-3-3 0,-7-2 0,2-1 0,-3 7 0,3 0 0,-4 5 0,4-6 0,-4 7 0,-2-7 0,0 8 0,0-11 0,0 13 0,-2-5 0,-4 7 0,4 0 0,-5 0 0,7 0 0,0 0 0,-8 0 0,6 0 0,-6 0 0,8 0 0,0 0 0,-7 0 0,3 0 0,-8 0 0,9 0 0,-13 1 0,5 5 0,3-4 0,1 6 0,7-8 0,0 0 0,7 0 0,5 0 0,-5-8 0,7 4 0,-9-7 0,1 7 0,-6-11 0,0 5 0,0 1 0,-2-5 0,-4 8 0,5 1 0,-9 5 0,4 0 0,4 2 0,-3 3 0,3-3 0,2 6 0,0-8 0,0 0 0,7 0 0,-5 0 0,6 0 0,-8 0 0,0 0 0,-8 0 0,6-2 0,-3-4 0,-5 4 0,1-5 0,-9 7 0,7 2 0,-1 3 0,3-1 0,-3 8 0,5-9 0,7 13 0,0-14 0,2 5 0,3-7 0,3-2 0,5-1 0,-1-5 0,1-2 0,-5 5 0,-2-7 0,3 1 0,-7-6 0,4 1 0,-12 5 0,-3 3 0,-9 8 0,9 0 0,-7 0 0,7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3.386"/>
    </inkml:context>
    <inkml:brush xml:id="br0">
      <inkml:brushProperty name="width" value="0.05292" units="cm"/>
      <inkml:brushProperty name="height" value="0.05292" units="cm"/>
      <inkml:brushProperty name="color" value="#FF0000"/>
    </inkml:brush>
  </inkml:definitions>
  <inkml:trace contextRef="#ctx0" brushRef="#br0">11564 3937 8912,'-6'-23'0,"-1"0"0,-3 2 0,5-3 0,-7 1 0,1 0 0,-7 5 0,1 1 0,0 0 0,-2-4 0,-4 2 0,-6 6 0,-3 3 0,-3 6 0,1 10 0,-8 7 0,-2 18 0,-2 17 0,0 17 0,2 13 0,21-33 0,0 2 0,-1 0 0,0 1 0,4 3 0,2 1 0,1 0 0,2-1-164,1 1 1,3 0 0,1-1 0,3 1 163,0-1 0,2 1 0,1-1 0,0-1 0,4 48 0,14-22 0,3-19 0,14-13 0,1-15 0,8-8 0,4-8 0,-4-5 0,6-8 0,-7-4 0,1-7 0,-4-3 0,-2-14 0,1-3 0,-1-1 0</inkml:trace>
  <inkml:trace contextRef="#ctx0" brushRef="#br0" timeOffset="1">11788 4264 8912,'-12'-19'0,"3"-2"0,1-2 0,-5 0 0,1 6 0,-3 0 0,-4 1 0,-4 5 0,2 3 0,-6 12 0,0 6 0,1 7 0,-3 19 0,-5 4 0,1 10 0,4 7 0,5 2 0,6 6 0,3-4 0,4-1 0,3-3 0,10-7 0,4-5 0,5-4 0,10-13 0,2-5 0,8-11 0,-5-7 0,3-5 0,0-5 0,-1-13 0,7-10 0,1-12 0,1-6 0,-1-4 0,-4-1 0,-9-1 0,0 0 0,-11 1 0,-7-1 0,-3 8 0,-2 4 0,-9 4 0,-8 2 0,-8 9 0,-10 7 0,1 9 0,-1 9 0,1 4 0,0 7 0,5 3 0,0 14 0,8-7 0,-11 12 0,5-7 0</inkml:trace>
  <inkml:trace contextRef="#ctx0" brushRef="#br0" timeOffset="2">11650 4539 8912,'0'-17'0,"0"0"0,-7 7 0,5-5 0,-6 15 0,8 0 0,0 9 0,2 12 0,4 2 0,-2 8 0,7-3 0,-1 3 0,1-2 0,4 1 0,-3-5 0,1 0 0,-1 0 0,3-4 0,-4-10 0,5 3 0,1-9 0,6 1 0,0-6 0,-6-8 0,-5-3 0,-1-12 0,6-6 0,-2-5 0,-1-4 0,-3-2 0,3 1 0,-5 3 0,3 2 0,-8 5 0,1 0 0,-3 8 0,-2-3 0,0 14 0,0 2 0,0 24 0,0-5 0,0 12 0,0 2 0,0-2 0,0 2 0,0-2 0,6-4 0,0 4 0,1-6 0,-3-4 0,4-1 0,1 1 0,3-5 0,5-1 0,0-7 0,0-3 0,1-9 0,-1 1 0,0-12 0,-2 2 0,-3-2 0,1 4 0,-7-4 0,0-2 0,-6 2 0,5 0 0,1 6 0,0 7 0,-6-5 0,0 15 0,0 2 0,0 13 0,0 2 0,0 6 0,6 2 0,-1-2 0,9 6 0,-3-6 0,3-2 0,-3-2 0,12-10 0,-6-1 0,12-8 0,-4 0 0,-8 0 0,0-2 0,0-4 0,1 2 0,-1-7 0,-2 0 0,-1-7 0,-3 1 0,0-8 0,7-1 0</inkml:trace>
  <inkml:trace contextRef="#ctx0" brushRef="#br0" timeOffset="3">12648 4384 8912,'-17'0'0,"0"0"0,0 0 0,0 4 0,-3 6 0,-1 9 0,-2 6 0,0 3 0,6 7 0,0-7 0,0 1 0,7 0 0,5 5 0,3-7 0,2-4 0,2-12 0,3-5 0,7-4 0,3-2 0,2 0 0,0 0 0,3-14 0,3-3 0,-4-11 0,4-1 0,-4-2 0,-2 3 0,0-3 0,0 8 0,1-2 0,-1 2 0,0 10 0,0-4 0,-7 3 0,-1 5 0,-3 3 0,-4 6 0,4 6 0,-2 2 0,1 3 0,-3 4 0,8-7 0,-5 3 0,5-3 0,5-6 0,-3 4 0,3-4 0,-3 3 0,-3-3 0,3-2 0,-7 2 0,7 4 0,-6-2 0,5 7 0,-5-5 0,5 5 0,-7 1 0,2 5 0,-4-6 0,-2 1 0,0-8 0,0 3 0,-2-9 0,-4-3 0,4-5 0,-4-7 0,6-2 0,6-4 0,-4 4 0,4-4 0,3 4 0,3 2 0,-3-1 0,3 1 0,-6 2 0,5 4 0,1 3 0,5 8 0,0 0 0,0 0 0,0 0 0,-1 8 0,-5 3 0,4 4 0,-3 2 0,3 1 0,2-1 0,1-6 0,-1 1 0,0-3 0,0 3 0,-5-5 0,-1-7 0,1 0 0,5 0 0,0-7 0,0-5 0,1-11 0,-1-3 0</inkml:trace>
  <inkml:trace contextRef="#ctx0" brushRef="#br0" timeOffset="4">13474 3886 8912,'-7'-12'0,"-5"3"0,-3 1 0,4 2 0,1 10 0,0 6 0,1 7 0,5 13 0,-2 5 0,4 1 0,2 10 0,0 2 0,0 1 0,0-3 0,0 0 0,8-8 0,3 2 0,-1-3 0,2-3 0,-1-7 0,6-4 0,0-4 0,1-4 0,-1-3 0,-6-5 0,1-7 0,-7-7 0,7-5 0,-1-3 0,7-2 0,-7-2 0,1-4 0,-3-2 0,5-4 0,-5 6 0,-1 4 0,3 2 0,-5 0 0,0 0 0,1-1 0,-5 9 0,12 3 0,-9 12 0,1 5 0,2 5 0,-4 1 0,7 0 0,1 0 0,5 0 0,0 0 0,0 1 0,0-3 0,1-4 0,-1 3 0,0-8 0,8-1 0,2-5 0</inkml:trace>
  <inkml:trace contextRef="#ctx0" brushRef="#br0" timeOffset="5">13887 3748 8912,'-26'-23'0,"3"2"0,4 4 0,1 4 0,1 9 0,0-2 0,5 4 0,1 2 0,7 8 0,-3 1 0,7 10 0,0 2 0,0 2 0,0 0 0,0-6 0,0 1 0,0 7 0,0 1 0</inkml:trace>
  <inkml:trace contextRef="#ctx0" brushRef="#br0" timeOffset="6">13096 4298 8912,'-17'0'0,"7"-7"0,2-3 0,8-7 0,10-2 0,7-4 0,16-2 0,14-6 0,9 1 0,7-6 0,6 3 0,5-1 0,3-1-261,3 7 1,4-12-1,-5-4 1</inkml:trace>
  <inkml:trace contextRef="#ctx0" brushRef="#br0" timeOffset="7">14146 3748 8912,'-2'-9'0,"-4"3"0,4 4 0,-6 4 0,8 5 0,-2 13 0,-3 12 0,3 10 0,-4 10 0,4 1 0,2 3 0,0 3 0,0 2 0,0-4 0,0 6 0,-2-2 0,-4 2 0,-3-3 0,-8-9 0,-1 1 0</inkml:trace>
  <inkml:trace contextRef="#ctx0" brushRef="#br0" timeOffset="8">13991 4247 8912,'0'-35'0,"5"7"0,1-1 0,8 2 0,-3-3 0,6 5 0,6 6 0,-2 0 0,6 13 0,0 0 0,-1-1 0,9 5 0,5-4 0,0 4 0,-5 2 0,-1 2 0,0 4 0,-1-4 0,-4 3 0,-6-1 0,-12 2 0,-3-4 0,-10 5 0,-4-7 0,-4 2 0,-7 4 0,0-2 0,0 5 0,-2 1 0,-4 0 0,4 1 0,-4 6 0,4 0 0,1 1 0,7-1 0,-1 0 0,9-6 0,-3 1 0,-2-1 0,3 7 0,-1-7 0,6 0 0,2-7 0,3 2 0,5-4 0,7-2 0,6 0 0,2 0 0,2 0 0,3 0 0,-3 0 0,2-2 0,1-2 0,3-2 0,-4 1 0,-1 5 0,-5-6 0,6 0 0,-6-1 0,6 1 0,-8-4 0,3-7 0</inkml:trace>
  <inkml:trace contextRef="#ctx0" brushRef="#br0" timeOffset="9">14713 3628 8912,'-24'-8'0,"10"4"0,-3-7 0,4 7 0,-3 0 0,5 8 0,-3 7 0,9 12 0,-1 8 0,-2 7 0,6 8 0,-3 11 0,3-3 0,2 3 0,2 2 0,1 1 0,5-1 0,2 0 0,-5-9 0,7-10 0,-3-6 0,3-5 0,-3-4 0,-3-8 0,4-8 0,5-9 0,-3-11 0,-3-10 0,-5-4 0,4 0 0,1 0 0,1-5 0,1 1 0,3-1 0,-9 1 0,7-2 0,-6 9 0,5-1 0,-3 7 0,1 5 0,-5-4 0,6 15 0,-5 0 0,-3 13 0,4 10 0,-4 6 0,-2-7 0,0 9 0,0-2 0,6-3 0,-1 3 0,1-8 0,-6 2 0,6-4 0,0-2 0,-1-7 0,3-3 0,2-7 0</inkml:trace>
  <inkml:trace contextRef="#ctx0" brushRef="#br0" timeOffset="10">15058 3748 8912,'-8'-17'0,"-4"0"0,-3 0 0,6 7 0,-1 2 0,4 8 0,4 0 0,-5 2 0,7 6 0,0 7 0,0 6 0,-2 2 0,-4-6 0,-11 8 0,-10 2 0</inkml:trace>
  <inkml:trace contextRef="#ctx0" brushRef="#br0" timeOffset="11">14352 4247 8912,'-27'-2'0,"6"-4"0,8-5 0,5-5 0,8-1 0,10 0 0,7 0 0,15-2 0,14-4 0,6 4 0,5-4 0,3-2 0,3 2 0,-6 2 0,-3 2 0,-3-6 0,1-2 0</inkml:trace>
  <inkml:trace contextRef="#ctx0" brushRef="#br0" timeOffset="12">15350 3903 8912,'-17'0'0,"0"0"0,7 0 0,-3 2 0,7 3 0,0 5 0,6 7 0,0 0 0,0 1 0,0 5 0,0-1 0,0 7 0,0-6 0,2 6 0,4-6 0,-4 0 0,4-6 0,1 0 0,-1 0 0,7-7 0,-9 3 0,8-7 0,-7 0 0,7-6 0,-6-8 0,5-4 0,-5-11 0,5-5 0,1-5 0,-3-1 0,7-2 0,-5-4 0,-1 1 0,1-7 0,-1 10 0,3 0 0,-3 7 0,-3 4 0,1 2 0,-2 6 0,-4 8 0,7 3 0,-3 12 0,-2 3 0,7 8 0,-5 8 0,3 2 0,1 2 0,0-1 0,1-1 0,6 2 0,0-4 0,1-8 0,-1 0 0,0 0 0,2-7 0,2-5 0,4-3 0,2-2 0,-6-2 0,2-3 0,2-5 0,-2-7 0,0-6 0,-6 0 0,-6-6 0,1 7 0,-8-9 0,1 2 0,-3 3 0,-2-3 0,-2 8 0,-3-2 0,-5 10 0,-7 1 0,5 8 0,1-1 0,-3 5 0,-1 5 0,-2 11 0,0 7 0,0 7 0,-1-1 0,9 3 0,3 3 0,4-7 0,2 1 0,2-2 0,4 1 0,9-3 0,8-8 0,8 1 0,-3-1 0,5-8 0,1-3 0,3-6 0,3-6 0,-6-5 0,1-12 0,-1-4 0,-7-7 0</inkml:trace>
  <inkml:trace contextRef="#ctx0" brushRef="#br0" timeOffset="13">16193 2854 8912,'-17'-2'0,"0"-2"0,0-1 0,7-1 0,16 10 0,15 7 0,8 12 0,7 8 0,16 13 0,-1 7 0,5 12-374,-5 17 0,-23-36 1,0 2 373,-1 8 0,-3 1 0,0 1 0,-4 1 0,-6 2 0,-5 2 0,0 3 0,-4 0 0,-6 2 0,-4 0 0,-6 4 0,-5-1 0,-5 1 0,-4-2 0,-4 0 0,-5-2 0,-3-5 0,-2 0 0,0 2 0,-1 0 0,3-2 0,-2-2 0,-3 2 0,-2-1 0,-1-4 0,0 0 0</inkml:trace>
  <inkml:trace contextRef="#ctx0" brushRef="#br0" timeOffset="14">16331 14116 8912,'12'-2'0,"-1"-4"0,2-6 0,3-1 0,1 0 0,0 1 0,6 7 0,2-5 0,0 0 0,0 1 0,5-3 0,-1-5 0,3-2 0,3-4 0,-3 4 0,-1-4 0,-4 4 0,-2 2 0,-3 0 0,-4-1 0,-11 7 0,-7 0 0,-2 7 0,-9-2 0,-1 4 0,-5 2 0,-6 0 0,0 0 0,-1 0 0,1 0 0,-4 0 0,-10 2 0,-1 4 0,-2 5 0,-8-1 0,2 1 0,-5 1 0,-7 5 0,-3 6 0,-8 0 0,-7 2-305,-4-3 0,-12-2 305,43-9 0,0 1 0,0 0 0,-1 0 0,1 0 0,0-1 0,-1 1 0,1-1 0,-43 8 0,2 2 0,2 2 0,-3 0 0,-1-6 0,6 6 0,5 0 0,11 0-53,1-6 1,4 1 52,13-1 0,4-2 0,14-4 0,7 3 0,4-8 0,4-1 0,10-5 603,9 0-603,9 0 0,3 0 56,-1 0 0,-5-5-56,5-1 0,-5 0 0,4 4 0,-3-4 0,1 5 0,-2-5 0,-4 4 0,13-13 0,-6-4 0</inkml:trace>
  <inkml:trace contextRef="#ctx0" brushRef="#br0" timeOffset="15">14937 13892 8912,'-8'-17'0,"-1"0"0,-8-1 0,5 9 0,1 3 0,-3 4 0,-1 4 0,-2 4 0,5-2 0,1 7 0,1 3 0,-1 9 0,-4-2 0,3 7 0,-5 1 0,-4 5 0,-4 1 0,-2-1 0,6 0 0,-2 1 0,-2-1 0,2 1 0,-1-1 0,1 0 0,5 1 0,1-1 0,2-5 0,9-1 0,0-7 0,6 2 0,2-9 0,6-5 0,11 1 0,14-1 0,3-5 0,10 2 0,0-4 0,5-2 0,1 0 0,0 0 0,-1 0 0,9-8 0,1-1 0</inkml:trace>
  <inkml:trace contextRef="#ctx0" brushRef="#br0" timeOffset="16">17278 13617 8912,'0'-34'0,"0"7"0,0 4 0,0 4 0,0 11 0,0 8 0,0 10 0,-2 13 0,-4 7 0,-6 7 0,-3 3 0,-2 7 0,0-1 0,-1 6 0,3 3 0,2 3 0,1-3 0,7-2 0,-7-1 0,8 0 0,-1-1 0,3-1 0,2-4 0,0-8 0,0-8 0,0-5 0,-8-15 0,-2-3 0</inkml:trace>
  <inkml:trace contextRef="#ctx0" brushRef="#br0" timeOffset="17">17123 13703 8912,'0'-25'0,"0"12"0,0-4 0,2 5 0,1-1 0,7 3 0,5 3 0,6-5 0,14 6 0,1-1 0,4 1 0,6 2 0,11-7 0,-3 7 0,3-2 0,-11 4 0,-8 2 0,-7 0 0,-8 10 0,-12 7 0,-11 6 0,-11 6 0,-12 5 0,-6 0 0,-3 1 0,-3 5 0,1-4 0,0-2 0,5 1 0,0-1 0,8-5 0,-2-2 0,4-3 0,2-2 0,7-3 0,5-2 0,5-8 0,5-3 0,7 2 0,11-3 0,4 1 0,7-6 0,0 0 0,1 0 0,-1 0 0,-1 0 0,-3 0 0,-1 0 0,-8 6 0,2 0 0,-10 5 0,-1-5 0,-10 7 0,-2-1 0,-10 3 0,-13 2 0,-4 6 0,-9 0 0,-4 0 0,-6 2 0,-4-6 0,-1 4 0,5-4 0,0-2 0,8-5 0,-2-1 0,3-7 0,3 2 0,13-5 0,6-2 0,5-5 0,4-11 0,14-10 0,1-7 0</inkml:trace>
  <inkml:trace contextRef="#ctx0" brushRef="#br0" timeOffset="18">17931 13944 8912,'0'-10'0,"-1"2"0,-5 8 0,2 8 0,-8 4 0,7 10 0,-5 7 0,3 4 0,3 1 0,2 6 0,2 0 0,0 0 0,0-5 0,7-1 0,5 1 0,3-9 0,2-3 0,3-4 0,3-2 0,-2-7 0,7-4 0,1-4 0,5-2 0,1-10 0,-1-7 0,-1-8 0,-5-9 0,-3-3 0,-10-1 0,-3-4 0,-6-2 0,-6 6 0,-6-2 0,-11 4 0,-12 1 0,-5 7 0,-6-1 0,-3 16 0,-4 1 0,3 8 0,2 4 0,1 2 0,7 4 0,7-2 0,4 7 0,4 1 0,2 5 0</inkml:trace>
  <inkml:trace contextRef="#ctx0" brushRef="#br0" timeOffset="19">18379 13858 8912,'0'-8'0,"0"8"0,0 10 0,0 5 0,0 10 0,0 3 0,8 7 0,3 5 0,4 4 0,2 0 0,1 5 0,-1-3 0,8-2 0,3 2 0,3-8 0,-2 2 0,3-9 0,-3-4 0,1-4 0,-1-8 0,-4 2 0,-8-5 0,0-5 0,-7 1 0,-2-8 0,-8 0 0</inkml:trace>
  <inkml:trace contextRef="#ctx0" brushRef="#br0" timeOffset="20">18895 13858 8912,'-34'0'0,"-3"2"0,-3 7 0,-6 14 0,-17 19 0,-6 21 0,30-24 0,0 2 0,0 3 0,2 0 0,-2 2 0,1 0-414,0 1 1,0 0 0,-3-1-1,1-1 414,2-2 0,2 0 0,1 0 0,1 0 0,1 0 0,3 0 0,-20 37 57,-2 1 0,20-16-57,3-2 0,8-10 0,2-7 0,-4-6 0,8-7 0,-8-11 0,0-6 0</inkml:trace>
  <inkml:trace contextRef="#ctx0" brushRef="#br0" timeOffset="21">17570 12190 8912,'23'-19'0,"0"-2"0,-2 0 0,-4 4 0,-3 5 0,-5 3 0,-1-1 0,3 4 0,-5-5 0,0 7 0,-12-6 0,0 5 0,-7 3 0,1-4 0,-3 4 0,4 2 0,-1 0 0,1 0 0,-8 0 0,-4 2 0,-6 4 0,0 1 0,-5 5 0,1 3 0,-13-3 0,-5 5 0,-7 6 0,-7-4 0,2 4 0,2 2 0,-2-2 0,2 1 0,-4-3 0,4 2 0,1-2 0,-3 0 0,6 2 0,-14-2 0,2 8 0,-1 0 0,-1-3 0,2 7 0,0-4 0,0 1-173,1-1 1,-1 3 172,0-3 0,-6 1 0,1-1 0,-12 7 0,5-7 0,9 5 0,14-11 0,5 6 0,1-4 0,1 0 0,-1 0 0,2 3 0,4-5 0,-3 0 0,3-6 0,-10 2 0,-1 4 0,-6-4 0,5 4 0,1-4 0,5-1 0,3 6 0,3 5 0,-4-2 0,4 1 0,-5 1 0,-7-2 0,5 3 0,-5-7 0,12 0 0,6-6 0,4 1 0,2-1 172,-1 0 1,8-6-173,4 1 0,4-6 0,2 5 0,-6-1 0,0 3 0,2-1 0,2 1 0,2 0 0,0-1 0,-1 3 0,1-4 0,0-3 0,0-2 0,7 3 0,3-7 0,7 6 0,0-8 0,0 0 0,0-8 0,0 6 0,0-5 0,0 7 0,2 0 0,3 0 0,-1 0 0,8 0 0,-1-8 0,6-1 0</inkml:trace>
  <inkml:trace contextRef="#ctx0" brushRef="#br0" timeOffset="22">14232 13153 8912,'0'-17'0,"0"5"0,0 1 0,0 7 0,-2-2 0,-4 12 0,2-2 0,-7 7 0,-1 4 0,3 6 0,-7 0 0,5 8 0,-10-6 0,-2 6 0,2-1 0,2-1 0,0 6 0,-4-5 0,4 3 0,-4-3 0,3 3 0,3-6 0,2 0 0,3-1 0,-1-1 0,7-5 0,-7-1 0,11 0 0,-4 0 0,4-7 0,10-3 0,4-7 0,-3 0 0,3 0 0,-1 0 0,6 0 0,0 0 0,1 0 0,-7 0 0,1 0 0,-7 2 0,7 4 0,-1-4 0,6 6 0,1-8 0,-1 0 0,-6 0 0,1 0 0,-1 0 0,7 0 0,-1 0 0,0 0 0,0-6 0,0 0 0,1 0 0,-1 6 0,0-5 0,0-1 0,0 2 0,1 2 0,-1 2 0,0 0 0,0 0 0,0 0 0</inkml:trace>
  <inkml:trace contextRef="#ctx0" brushRef="#br0" timeOffset="23">18190 11932 8912,'-12'-8'0,"3"-3"0,-1-2 0,0 1 0,7 3 0,-3 3 0,4 12 0,2-1 0,0 9 0,0 3 0,0 2 0,0 4 0,0 4 0,0-1 0,0 7 0,0-5 0,0-1 0,0 2 0,0-2 0,0 3 0,0-3 0,0-2 0,0-2 0,0-6 0,-2-2 0,-4-3 0,4-5 0,-5-11 0,7-7 0,0-2 0,0-16 0,2-2 0,1-7 0,3-2 0,-2 2 0,4-2 0,-3 5 0,7-3 0,-6 10 0,1 3 0,-1 2 0,-2 4 0,7 3 0,3 5 0,-1 5 0,-1 12 0,3 3 0,-4 9 0,5 5 0,1 0 0,0 7 0,0-1 0,-1 1 0,-5-1 0,2 2 0,-7-9 0,0-1 0,2-1 0,-7-3 0,5 0 0,-4-6 0,-2 1 0,0-8 0,0 3 0,0-20 0,0-6 0,0-6 0,0-6 0,6 5 0,0-3 0,5 2 0,-5-1 0,5-3 0,-5 8 0,7 2 0,-1 10 0,3-3 0,2 9 0,1 1 0,4 2 0,1 2 0,0 2 0,-5 3 0,5-1 0,-1 8 0,7-3 0,-6 3 0,6-3 0,-4-5 0,1 2 0,5-2 0,-6-4 0,-2-6 0,-4-4 0,-2-7 0,-2 0 0,-3 0 0,-4 0 0,-8-1 0,-2 1 0,-4 0 0,-4 2 0,-7 3 0,-2 3 0,-4 3 0,2 6 0,-8 0 0,6 8 0,-5 9 0,1 8 0,-2 3 0,4 5 0,8 1 0,8 1 0,3-1 0,4-2 0,2-3 0,10-4 0,7-8 0,15-2 0,14-3 0,10-4 0,1-8 0,6-10 0,-6-7 0,8-16 0,-3-11 0</inkml:trace>
  <inkml:trace contextRef="#ctx0" brushRef="#br0" timeOffset="24">19394 11709 8912,'-32'0'0,"3"0"0,-2 0 0,8 0 0,-7 7 0,1 5 0,2 5 0,-1 6 0,12-2 0,-1 7 0,6 1 0,-1 4 0,7-3 0,3-1 0,2-8 0,0 2 0,2-4 0,3-2 0,5-7 0,7-5 0,0-3 0,0-2 0,3-4 0,3-7 0,-4-2 0,4-16 0,1 0 0,-1-5 0,8-8 0,-2-4 0,-4 2 0,-3-2 0,-4 2 0,-7-2 0,4-3 0,-5 5 0,0 0 0,-5 4 0,-3 5 0,-2 7 0,-2 3 0,-3 8 0,-5 7 0,-7 12 0,0 15 0,5 10 0,3 11 0,1 4 0,4 2 0,2 2 0,2 6 0,0-3 0,0-3 0,2 2 0,2-8 0,4-2 0,1-2 0,3-3 0,5-4 0,0-6 0,0-12 0,0-3 0,6-10 0,0-4 0,-2-5 0,-2-7 0,-1-5 0,-3-3 0,-4-9 0,5 1 0,-5-1 0,-1 3 0,1 3 0,-5-1 0,5 7 0,-7 6 0,2 5 0,2 16 0,-3 2 0,1 9 0,-6 8 0,0 4 0,0 7 0,0 4 0,0-3 0,0 3 0,2-9 0,2 1 0,2-1 0,5-4 0,-5-8 0,1-2 0,-1-3 0,-2-5 0,8-7 0,-1-7 0,6-3 0</inkml:trace>
  <inkml:trace contextRef="#ctx0" brushRef="#br0" timeOffset="25">19790 11416 8912,'-17'-17'0,"0"0"0,1 0 0,5-1 0,-5 9 0,15 1 0,-5 8 0,13 0 0,11 0 0,1 8 0,10 3 0,-1 5 0,7 1 0,-1 0 0</inkml:trace>
  <inkml:trace contextRef="#ctx0" brushRef="#br0" timeOffset="26">20117 11537 8912,'-25'0'0,"-4"0"0,-1 0 0,1 0 0,-1 0 0,7 0 0,-6 2 0,6 3 0,0 11 0,6 8 0,2 1 0,3 0 0,2 6 0,5-3 0,3 3 0,-4-3 0,10 3 0,2-8 0,7 0 0,-1-6 0,3-7 0,2-5 0,2-3 0,4-2 0,-4-7 0,6-5 0,-2-3 0,0-2 0,6-6 0,-6 0 0,7-8 0,-1 3 0,-4 1 0,-2 0 0,-4 0 0,-2 1 0,0 5 0,0-2 0,1 4 0,-9 7 0,-3 1 0,-4 7 0,-2 4 0,0 13 0,0 6 0,0 4 0,0 2 0,0-2 0,2-4 0,3 4 0,-1-4 0,8-2 0,-3 1 0,3-1 0,3-6 0,-3-1 0,3-3 0,2-1 0,0-8 0,0-4 0,1-3 0,-3-8 0,-4 0 0,5-1 0,-5 1 0,-1 2 0,1 3 0,-7 5 0,6 7 0,-5 0 0,-3 0 0,6 0 0,-8 0 0,2 0 0,2-2 0,1-4 0,9 2 0,-3-7 0,-1-1 0,1-5 0,1 0 0,5 0 0,0 0 0,0-1 0,6 1 0,0 0 0,6 6 0,-6-1 0,6 8 0,-5-1 0,3 3 0,4 2 0,-4 2 0,1 3 0,-7 11 0,2 6 0,-4 7 0,-1-6 0,5 6 0,-1-6 0,9-8 0,-4 0 0,7-5 0</inkml:trace>
  <inkml:trace contextRef="#ctx0" brushRef="#br0" timeOffset="27">17604 9663 8912,'-1'9'0,"-5"-3"0,-4-4 0,1 0 0,3 3 0,-4-3 0,-1 4 0,-4-2 0,-3 2 0,1-5 0,0 7 0,-2-2 0,-4 0 0,-4 1 0,-7-1 0,-8 4 0,-4 7 0,-4-6 0,-2 1 0,-1 3 0,-4 6 0,3-2 0,-3 4 0,3-4 0,3-2 0,-9 2 0,-3 2 0,-4 2 0,-2-2 0,-13 6 0,-4 2 0,38-13 0,-1 0-154,0 2 0,0-1 1,1-3-1,0 0 154,0 1 0,-1-1 0,1 0 0,0 1 0,0 1 0,-1 2 0,1-1 0,0 0 0,2 0 0,0 1 0,-28 16-139,-1 0 0,10-1 139,2-4 0,-6 3 0,1-3 0,-9 3 0,-11 3 0,42-17 0,0 0 0,-2 2 0,-1 0 0,-2-1 0,-1 0 0,-3 4 0,1 0 0,0-3 0,0 0-210,-3 3 0,0 0 0,0-4 0,1 0 210,-2 1 0,1 0 0,8-1 0,1-1 0,-38 16 0,26-1 0,9-5 0,5-3 0,6-8 0,0 0 136,5 1 0,6-3 0,3-2 0,-1-3-136,0-3 0,-2 5 67,-5-6 1,5 5-1,3-3 1,-1 1-68,0 5 0,6-5 919,-2 3-919,4-9 0,8 7 0,-1-4 0,8-4 0,-3 5 0,7-7 0,0 0 0,7-7 0,3-3 0</inkml:trace>
  <inkml:trace contextRef="#ctx0" brushRef="#br0" timeOffset="28">13664 10746 8912,'0'-17'0,"0"-1"0,0 1 0,0 0 0,0 7 0,-2 3 0,-4 7 0,-4 7 0,-9 5 0,-2 5 0,-2 6 0,-7-2 0,1 8 0,-3-1 0,-3 7 0,1-1 0,-1 0 0,1 7 0,0-1 0,-1 6 0,1-6 0,1-2 0,4-2 0,-1-1 0,7-1 0,0-2 0,6-3 0,7-4 0,3-8 0,7-5 0,0-1 0,2-7 0,3 2 0,7-5 0,3-1 0,2 0 0,0 0 0,3 0 0,1 0 0,3 0 0,3 0 0,8 0 0,5 0 0,0 0 0,-6 0 0,8 0 0,4 0 0,4 0 0,2 0 0,-3 0 0,-3 0 0,2 0 0,-8 0 0,-2 0 0,-9 0 0,-4 0 0,-8 0 0,-5 0 0,-1 0 0,-7 0 0,4 0 0,-8 0 0,0 0 0,7 0 0,3 0 0,7-7 0,0-3 0</inkml:trace>
  <inkml:trace contextRef="#ctx0" brushRef="#br0" timeOffset="29">18104 9611 8912,'5'-11'0,"3"-1"0,0-1 0,1-1 0,1 1 0,3 1 0,-3 3 0,1-4 0,1 1 0,-3-1 0,6-3 0,-3-1 0,1 0 0,1 0 0,-5-2 0,-1-4 0,-2 4 0,-6-4 0,0 4 0,0 1 0,0 1 0,0 0 0,0 0 0,0 7 0,0 3 0,-6 9 0,0 3 0,0 7 0,6 11 0,0-2 0,0 7 0,2 1 0,4 5 0,-4 3 0,4 3 0,1-4 0,-1 4 0,0-5 0,1-7 0,-5 3 0,4-8 0,2 0 0,-1-8 0,3-4 0,1-3 0,5-10 0,-5-4 0,3-9 0,-9-8 0,3-7 0,-2 1 0,-2 4 0,7 2 0,-7 4 0,2 2 0,-5 0 0,7 7 0,2 3 0,7 9 0,0 5 0,0 10 0,2 2 0,4 10 0,2-8 0,4 2 0,3-4 0,-3-2 0,9-7 0,3-4 0,4-6 0,-4-6 0,-3-11 0,-10-12 0,-3-3 0,-7-3 0,-3-1 0,-4-2 0,-7-2 0,-8 1 0,-7 3 0,-12 2 0,2 5 0,-8 2 0,0 4 0,3 8 0,-1 0 0,4 9 0,10-5 0,-5 5 0,13 2 0,-1 10 0,4-4 0,2 13 0,0-5 0</inkml:trace>
  <inkml:trace contextRef="#ctx0" brushRef="#br0" timeOffset="30">19170 9130 8912,'0'-29'0,"0"2"0,0 2 0,0 4 0,0 2 0,0 12 0,0 8 0,0 15 0,0 11 0,0 13 0,0 4 0,0 1 0,0 1 0,0 0 0,0 6 0,0-6 0,0-3 0,0-1 0,0-3 0,0-3 0,0-2 0,0-7 0,0-4 0,0-11 0,2-14 0,4-16 0,2-6 0,3-11 0,5 1 0,-5-1 0,2-5 0,-1 0 0,3 0 0,-3 6 0,1 1 0,-2 5 0,5 3 0,-5 8 0,-1 7 0,1 4 0,-1 6 0,1 6 0,3 5 0,-9 12 0,9 2 0,-3 6 0,3-3 0,-3 3 0,4-4 0,-3 1 0,3-7 0,2 2 0,6-5 0,0-7 0,0 2 0,-6-7 0,1 0 0,-1-6 0,6-6 0,0 0 0,-2-13 0,-10 2 0,5-4 0,-5 4 0,2 0 0,-1-1 0,1 1 0,-7 0 0,0 0 0,-6 0 0,0 7 0,0 10 0,0 12 0,0 3 0,0 2 0,0 0 0,0 0 0,2-1 0,3-5 0,-3 4 0,4-3 0,4-4 0,1-3 0,4-3 0,3-2 0,-1 0 0,2-2 0,2-3 0,2-7 0,0-3 0,-6-2 0,0-2 0,0-4 0,-5 4 0,-1-4 0,-1-2 0,1 2 0,3-2 0,-8 2 0,-1 10 0,-5-4 0,8 11 0,-6-2 0,7 8 0,-5 2 0,4 6 0,1 9 0,-3 2 0,6 10 0,-3-8 0,3 2 0,1 3 0,-7 3 0,5-4 0,-5-2 0,6 2 0,-7-3 0,1 1 0,-6-5 0,-13 3 0,-5-4 0,-10 2 0,-1-13 0,-3-1 0,-3-5 0</inkml:trace>
  <inkml:trace contextRef="#ctx0" brushRef="#br0" timeOffset="31">19549 9095 8912,'-8'-25'0,"1"6"0,-5-4 0,-3 4 0,13 2 0,-6 7 0,16 5 0,4 10 0,5-1 0,6 8 0,7-1 0,9-1 0,-3 5 0,6-13 0,-8 6 0</inkml:trace>
  <inkml:trace contextRef="#ctx0" brushRef="#br0" timeOffset="32">20306 8854 8912,'0'-26'0,"0"3"0,0 4 0,0 9 0,0 4 0,0 14 0,0 9 0,-2 16 0,-2 14 0,-1 7 0,1 3 0,2 8 0,2-2 0,0-4 0,0-1 0,0 1 0,0-2 0,6-1 0,-1-10 0,9-4 0,-3-8 0,-1-7 0,1-4 0,1-12 0,5-5 0,0-20 0,0-5 0</inkml:trace>
  <inkml:trace contextRef="#ctx0" brushRef="#br0" timeOffset="33">20599 9095 8912,'0'-25'0,"0"-3"0,0 3 0,0 2 0,-2 10 0,-4 1 0,-3 8 0,-11-1 0,-1 10 0,-2 7 0,2 3 0,2 4 0,2 4 0,0 4 0,-2 7 0,-2 2 0,-2 5 0,6-5 0,5 4 0,3-4 0,-3-1 0,-1 3 0,7-4 0,0-3 0,6-14 0,8 0 0,3 0 0,12-7 0,6-4 0,5-12 0,7-5 0,-3-7 0,8-5 0,-2-1 0,2-5 0,-4-4 0,-8 5 0,-1-5 0,-3-1 0,-3 1 0,-2 5 0,-2-3 0,-6 8 0,-8 0 0,-1 6 0,-8 8 0,0 3 0,0 12 0,0 5 0,-2 12 0,-4 6 0,5-3 0,-5 3 0,4-2 0,2 1 0,0 3 0,2-8 0,2 0 0,1 2 0,9-12 0,-3 4 0,5-5 0,1-1 0,-4-3 0,4-8 0,-3 0 0,9 0 0,-2-8 0,2-3 0,-4-5 0,4-1 0,2-6 0,-2 0 0,5-5 0,-5 5 0,0-6 0,-6 6 0,1 4 0,-1 6 0,-8-3 0,-3 5 0,4 3 0,-9 1 0,7 14 0,-6 3 0,4 7 0,-2 0 0,7 1 0,1-7 0,5-1 0,0-1 0,0 1 0,6-7 0,0 3 0,8-4 0,-3-2 0,-1-6 0,2 1 0,-1-9 0,7 3 0,-3-10 0,-3-2 0,2-2 0,-8 2 0,0 2 0,-6-8 0,-2 8 0,-3-1 0,-5 2 0,-7 3 0,0 6 0,0-1 0,0 8 0,0 4 0,0 12 0,2 5 0,4 6 0,-2-2 0,5 8 0,-1 1 0,-4 3 0,-2 1 0,-2 1 0,-10-1 0,-7 0 0,-10 6 0,-13 1 0,-12 1 0,-11-2 0,-11-4-346,-7 4 1,-7 2 345,40-22 0,-1 0 0,2 3 0,0 0 0,-7-2 0,-1-2 0,8 1 0,0-2 0,-1-3 0,-1-1 0,2 3 0,0 0 0,-43 10 0,1-2 0,-3 0 0</inkml:trace>
  <inkml:trace contextRef="#ctx0" brushRef="#br0" timeOffset="34">21649 9663 8912,'0'-41'0,"0"1"0,0 4 0,1 5 0,5 9 0,4 4 0,7 7 0,0 5 0,-2 6 0,-1 6 0,-3 5 0,3 5 0,7 8 0,2 5 0,7 4 0,1 1 0,7 2 0,8 4 0,4-3 0,3 5 0,5-2 0,5 0 0,6 8 0,5-2 0,-1 5-42,-33-23 0,0 1 1,27 34-1,-34-26 0,-1 3 1,-2 3-1,-3 4 42,0 5 0,-4 3 0,-5 0 0,-3 2-278,0 6 1,-2 0-1,-2 6 1,-3 0 277,-1 2 0,-2 1 0,-2 10 0,-2 2 0,-6 5 0,-2 0 0,2 1 0,-3 0 0,-5 1 0,-3 1 0,1 1 0,0-1 0,-1 2 0,-1 0 0,0-6 0,0-1 0,0 0 0,-1-2 0,1-11 0,0-3 0,0-1 0,-1-2 0,1-8 0,-2-2 0,0-3 0,-2-1 0,-1-1 0,-2-1 0,-3 0 0,-1 0 0,-2-1 0,0 1-174,0-1 0,-1 1 0,3-1 1,-1-1 173,-2-1 0,-1 0 0,0 1 0,-1 1 0,-4-2 0,-1-1 0,-1-1 0,0 0 0,-4-1 0,0 0 0,-4 1 0,0-1 0,-1 0 0,0 0 0,0 0 0,-1 0 0,0 0 0,0 1 0,4-3 0,0 0 0,0 2 0,-1 0 0,-5-1 0,-2 0-261,-1 1 1,-1-1 0,-3 0 0,0 0 260,-3 4 0,1-1 0,6-6 0,1-1 0,1-1 0,1 0 0,1-3 0,-1-2-21,-3 0 1,-1-1-1,-5 1 1,-1-1 0,-3 0-1,0-1 1,1-1 0,2 1 20,3-2 0,1 1 0,-1-1 0,-1 1 0,0 2 0,-2 1 0,-3-1 0,-2 0-22,-6 1 0,1-1 1,5 0-1,2 1 22,0 0 0,1-1 0,-2-2 0,0-1 0,2-1 0,0 1 0,-3 0 0,-2 1 0,-1 1 0,1 1 0,5-2 0,1 1 0,2 4 0,0 0 0,4-1 0,-1-1 0,-3 0 0,0-1 0,0 0 0,-1-1 0,-2-2 0,0 1 0,4 0 0,1 1 53,9-5 1,1 1 0,0 0 0,0-1 0,2-2 0,0 0 0,0-1 0,-1-1-54,1 0 0,2-2 0,-40 22 0,15-4 0,10-3 0,7 3 0,2-6 0,10-5 0,6 1 533,5-7 1,2 0-534,-1-6 0,-3 1 0,6-1 0,0 0 223,0 0 1,-5 0-224,1 1 0,-3-7 615,-3 0 0,1 1-615,-1 5 0,-5-2 53,0-3 0,0 3 1,5-5-1,1 1-53,0 1 0,-7-7 0,1 7 0,-7-3 0,1 3 0,-6-3 0,-5-3 0,-5 2 0,-6 3 0,-13-1 0,1-6 0,4 1 0,3-1 0,10 0 0,0 2 0,-6-2-167,-6 7 0,-1-1 167,1 1 0,-3 4 0,-8-3 0,2 3 0,5 2 0,10-1-3,10-5 1,6 2 2,1-7 0,8 0 0,4-6 0,3 0 0,3 0 0,7 0 0,4 0 0,4 0 0,2 0 334,7 0-334,3 0 2,7 7 1,0-3-3,0 8 0,-2-8 0,-2 3 0,-2 1 0,1-6 0,5 5 0,0-7 0,0 0 0,5-2 0,1-3 0,7-5 0,-1-7 0,5-4 0,6-8 0,-4 1 0,6-22 0,-8 6 0</inkml:trace>
  <inkml:trace contextRef="#ctx0" brushRef="#br0" timeOffset="35">14731 16849 8912,'-8'-17'0,"6"6"0,-4-1 0,4-1 0,-5 5 0,-5 2 0,-3 5 0,-2 2 0,0 5 0,-1 9 0,1 8 0,-6 8 0,-2-2 0,-1 5 0,-5 6 0,-3-2 0,-7 8 0,-1 0 0,-4 6 0,-1-7 0,7 1 0,-6-6 0,5 2 0,3-3 0,2-7 0,7-3 0,1-1 0,7 3 0,-2-8 0,11 0 0,6-6 0,3 6 0,-3 0 0,4 6 0,-4-7 0,4 7 0,2-6 0,0 0 0,0-6 0,6 0 0,0 1 0,7-7 0,-1 0 0,9-7 0,3 4 0,3-2 0,4-1 0,1 1 0,3-6 0,-1 6 0,1 0 0,10 5 0,1-5 0,8-1 0,-8-5 0,3 6 0,5 0 0,1-2 0,3-2 0,-7-2 0,-5 0 0,-7-8 0,3-2 0</inkml:trace>
  <inkml:trace contextRef="#ctx0" brushRef="#br0" timeOffset="36">23128 8407 8912,'10'-17'0,"-2"0"0,-8 0 0,0 0 0,0-1 0,0 1 0,-8 8 0,-3 3 0,-5 4 0,-1 2 0,0 0 0,5 2 0,1 4 0,7-4 0,-4 13 0,8-13 0,0 5 0,0-7 0,0 0 0,0 8 0,0-6 0,0 6 0,0-8 0,0 0 0,0 15 0,0 8 0,0 17 0,0 13 0,2 18 0,4 19 0,-4-39 0,0 1 0,3 8 0,1 0 0,1 0 0,0-1 0,0-1 0,1-1 0,5 38 0,1-17 0,1-13 0,-2-13 0,-1-16 0,-1-13 0,3-13 0,-12-10 0,-10-10 0,-9-13 0,-18-4 0</inkml:trace>
  <inkml:trace contextRef="#ctx0" brushRef="#br0" timeOffset="37">22853 9009 8912,'-11'-17'0,"1"0"0,2 0 0,5-1 0,1 7 0,2 0 0,9-7 0,8-5 0,10 0 0,6-1 0,9 3 0,4-8 0,5 6 0,7-6 0,-5 10 0,5 2 0,-5 0 0,-1 5 0,-8 3 0,-8-3 0,-11-1 0,-2-2 0,-14-2 0</inkml:trace>
  <inkml:trace contextRef="#ctx0" brushRef="#br0" timeOffset="38">23455 8407 8912,'-7'-9'0,"5"-6"0,-6 13 0,8-4 0,0 12 0,0 13 0,0 15 0,0 8 0,0 10 0,0 1 0,0 3 0,0 5 0,0 6 0,0-2 0,0 9 0,0-11 0,0-6 0,0-3 0,0-2 0,0-10 0,0-8 0,0-15 0,0-11 0,0-18 0,2-7 0,2-10 0,2-5 0,5-10 0,-5-4 0,7-2 0,-1 2 0,1-1 0,-1 6 0,3 3 0,-4 10 0,3 3 0,-3 8 0,5 7 0,-5 4 0,-1 6 0,1 6 0,1 13 0,5 14 0,0 5 0,0 0 0,8-2 0,4-1 0,3-3 0,3-3 0,1-10 0,4-8 0,2-7 0,4 2 0,2-6 0,-8-6 0,-8-9 0,-9-8 0,-5 0 0,-7 4 0,-5-2 0,-4-2 0,-4 0 0,-4 6 0,-9 0 0,-8-1 0,-6 1 0,6 0 0,-5 8 0,5 3 0,-6-2 0,6 2 0,-8 1 0,12 10 0,-4 1 0,6 8 0,4-3 0,3 4 0,3 2 0,1 1 0,6-1 0,0 0 0,0 0 0,7-1 0,5-5 0,3-3 0,2-8 0,1 0 0,-1 0 0,6-6 0,0 0 0,-2-7 0,-8 3 0,-1-1 0,1-1 0,-3 7 0,1-7 0,-5 6 0,5-5 0,-7 7 0,11-4 0,-11 10 0,8 4 0,-7 4 0,5 7 0,0 2 0,-1 4 0,-3-4 0,5 4 0,1-2 0,5 2 0,0-10 0,0 4 0,1-5 0,-1-1 0,0-3 0,0-16 0,0-3 0,1-12 0,-1-6 0,0-3 0,0-3 0,-5-7 0,-1-3 0,-5-5 0,5-2 0,-7-1 0,2-4 0,-4-3 0,-2-3 0,0 4 0,0 7 0,0 10 0,0 8 0,0 7 0,0 33 0,0 11 0,-2 20 0,-4 8 0,4 13 0,-3 5 0,3-2 0,2 2 0,0-8 0,0 3 0,2-5 0,1-1 0,5-3 0,2-3 0,1-4 0,6-7 0,-5-9 0,-1-3 0,1-11 0,5-7 0,-6-3 0,1-2 0,-6-7 0,5-5 0,-7-18 0,4-7 0</inkml:trace>
  <inkml:trace contextRef="#ctx0" brushRef="#br0" timeOffset="39">24161 8751 8912,'-27'10'0,"2"3"0,8-7 0,8 7 0,5-9 0,15 8 0,8-9 0,20 1 0,5-8 0,7-7 0,12-6 0,0-6 0,6-4-700,6-7 700,-4-1 0,13-7 0,-6-2 0</inkml:trace>
  <inkml:trace contextRef="#ctx0" brushRef="#br0" timeOffset="40">26106 8545 8912,'0'-27'0,"0"-3"0,0 7 0,0 2 0,-4 2 0,-6 3 0,-7 5 0,-6-2 0,0 7 0,-4 2 0,1 2 0,-7 12 0,6 7 0,-1 11 0,-1 11 0,8-1 0,-2 8 0,10 5 0,3 9 0,2 1 0,5 4 0,1 0 0,2-2 0,9-4 0,8-10 0,8-3 0,2-6 0,11-7 0,-3-10 0,5-8 0,0-15 0,4-2 0,8-4 0,3-13 0,-1-13 0,-5-10 0,1-8 0,-8 2 0,0-11 0</inkml:trace>
  <inkml:trace contextRef="#ctx0" brushRef="#br0" timeOffset="41">26467 8665 8912,'-2'-15'0,"-4"4"0,2-5 0,-7 5 0,5 3 0,-5 2 0,7 5 0,-11 2 0,3 5 0,3 9 0,-3 8 0,3 8 0,-3-2 0,-1 3 0,7 3 0,0-7 0,6 1 0,0-1 0,0-1 0,0-2 0,0-8 0,8-1 0,3-5 0,5-3 0,1-8 0,0-2 0,0-4 0,6-5 0,0-12 0,-6 2 0,-5-8 0,-1 8 0,5-2 0,-5 4 0,-5 2 0,-2 0 0,1-1 0,-3 7 0,4-1 0,-4 9 0,-2-13 0,0 14 0,6-3 0,-1 10 0,-1 7 0,0 3 0,2 2 0,3 1 0,1-1 0,11 0 0,-4 0 0,6 0 0,0 0 0,-2-7 0,8-4 0,-1-4 0,7-2 0,-1-2 0,1-4 0,-3-4 0,-3-7 0,2-6 0,-9-1 0,-2-1 0,-7 0 0,0-4 0,-7 6 0,0-2 0,-6 3 0,0 8 0,0-3 0,0 9 0,0-3 0,-8 7 0,6 4 0,-3 11 0,3 14 0,2 8 0,0 9 0,0 7 0,0 1 0,0 13 0,5 0 0,1 6 0,6-6 0,-7 0 0,9-2 0,-3 2 0,3-5 0,-3-13 0,-1-4 0,-5-13 0,-3-7 0,4-15 0,-19-16 0,-7-16 0</inkml:trace>
  <inkml:trace contextRef="#ctx0" brushRef="#br0" timeOffset="42">26828 8597 8912,'16'-35'0,"-3"3"0,-2 3 0,3 6 0,7 10 0,2 1 0,13 3 0,-1-3 0,5 5 0,0 7 0,2 0 0,6 0 0,-6 0 0,-6 0 0,0 7 0,-13 5 0,-7 9 0,-11 2 0,-3 13 0,-2-2 0,-9 12 0,-8 0 0,-8-2 0,-10 2 0,1-2 0,-1 2 0,1-4 0,2-10 0,3-3 0,6-6 0,-4-4 0,8-25 0,-6-5 0</inkml:trace>
  <inkml:trace contextRef="#ctx0" brushRef="#br0" timeOffset="43">27482 8218 8912,'17'-17'0,"-1"-6"0,-5 0 0,-3 6 0,-8 6 0,0 7 0,-2 4 0,-2 13 0,-2 8 0,3 8 0,1 11 0,2 6 0,2-2 0,3 2 0,-1-6 0,8 6 0,-1-8 0,6 2 0,1-4 0,-1-1 0,2-9 0,4-3 0,-4 0 0,4-6 0,-4-7 0,-9-6 0,5-6 0,-4-4 0,-1-3 0,1-9 0,-5-1 0,6-4 0,-7 2 0,7-7 0,-7 5 0,7-6 0,-8 8 0,2-2 0,1 4 0,1 4 0,1 3 0,-5 5 0,6 7 0,-5 0 0,-3 2 0,4 3 0,2 5 0,-2 7 0,1 0 0,-1 0 0,-4 1 0,5-3 0,1-2 0,4-1 0,-5-1 0,9-1 0,-7-3 0,8-7 0,1 0 0,-7-13 0,0-4 0,-5-6 0,6 0 0,-7 2 0,7-8 0,-6 6 0,3-3 0,-1 1 0,-4 4 0,3 2 0,-1 1 0,0 1 0,-4 8 0,3 3 0,-3 4 0,14 2 0,-7 8 0,8 3 0,-5-1 0,-1 1 0,1-1 0,5 1 0,2-1 0,2-6 0,2 1 0,-2-1 0,-2-2 0,-2-2 0,3-2 0,3-4 0,-4 5 0,6-13 0,-8 8 0,-6 1 0,1 5 0,-7-2 0,7-4 0,-1 4 0,7-6 0,-1 1 0,2 3 0,4-7 0,-2-1 0,8-5 0,-7-6 0,7 0 0,-8-2 0,2 2 0,-4 4 0,-3-6 0,-3 2 0,-2 1 0,-7 4 0,2 7 0,-4 7 0,-4 0 0,-4 16 0,-9 7 0,-8 15 0,0 6 0,6 0 0,0 8 0,-1-4 0,3 2 0,4 0 0,3-8 0,8 2 0,2-9 0,4-3 0,3-14 0,8-3 0,8-7 0,4-4 0,9-10 0,2-7 0,-1-9 0,-3-7 0,-5-3 0,-9-4 0,1-4 0,-13-8 0</inkml:trace>
  <inkml:trace contextRef="#ctx0" brushRef="#br0" timeOffset="44">27190 8493 8912,'-52'18'0,"8"-1"0,19-8 0,20-3 0,22-8 0,23-9 0,13-8 0,24-18 0,11-3 0,-38 18 0,1-2 0,4-1 0,1-1 0,4-3 0,1 0 0,-2 2 0,0-1-266,-1-3 1,-1-1-1,-1 1 1,-1-1-1,-4-2 1,1-1 0</inkml:trace>
  <inkml:trace contextRef="#ctx0" brushRef="#br0" timeOffset="45">24867 10110 8912,'-44'-8'0,"3"-2"0,3 1 0,0 3 0,-4 4 0,0 2 0,0 4 0,3 7 0,9 10 0,3 20 0,2 6 0,4 9 0,10 3 0,5 4 0,4-8 0,2-7 0,8-6 0,3-9 0,6-7 0,6-8 0,4-9 0,8-9 0,1-4 0,2-7 0,2-14 0,-1-11 0,-5-8 0,-5-8 0,1-1 0,-7-5 0,-2 3 0,-9-8 0,1 8 0,-7-3 0,0-5 0,-6-4 0,-2-3 0,-4 3 0,-4 6 0,-7 9 0,2 8 0,3 4 0,3 19 0,3 10 0,4 7 0,-6 13 0,10 9 0,4 8 0,4 16 0,7 8 0,0 7 0,0 4 0,6 2 0,0 6 0,2-8 0,-2-3 0,-2-11 0,8-1 0,-6-4 0,5-2 0,-5-7 0,6-16 0,-2-7 0,5-5 0,-1-7 0,-1-9 0,7-2 0,-9-16 0,5 2 0,1-1 0,-7-5 0,-4 4 0,-10 5 0,-1 1 0,-8-2 0,2 2 0,-6 4 0,-6 5 0,-10 1 0,-6 7 0,-7 1 0,6 5 0,-6 2 0,6 3 0,-5 5 0,5 7 0,0 0 0,5 0 0,1 1 0,0-1 0,6 0 0,-1 0 0,8 6 0,-1 0 0,3 0 0,2-6 0,0-5 0,0-1 0,7-7 0,7 2 0,5-5 0,4-1 0,2-7 0,-2-5 0,-2-9 0,7-2 0,-7-5 0,2 5 0,-6-6 0,-5 6 0,1-5 0,-7 5 0,-2 2 0,5 2 0,-7 9 0,6 4 0,-8 12 0,6 6 0,1 9 0,3 1 0,3-1 0,3 4 0,1-2 0,0 0 0,0-6 0,6 1 0,0-1 0,0-8 0,-6-3 0,1-4 0,-1-2 0,0 0 0,0-2 0,0-4 0,1-5 0,-7-12 0,0-6 0,-5-3 0,6-3 0,-8-7 0,11 6 0,-6-6 0</inkml:trace>
  <inkml:trace contextRef="#ctx0" brushRef="#br0" timeOffset="46">25744 9680 8912,'-7'-17'0,"5"-1"0,-6 1 0,8 10 0,0 7 0,0 7 0,0 10 0,0 14 0,0 3 0,2 12 0,2-2 0,1 2 0,-1 0 0,4-6 0,-2 6 0,1-2 0,-1 2 0,-4 1 0,4-7 0,-4 1 0,-10-7 0,-2 0 0</inkml:trace>
  <inkml:trace contextRef="#ctx0" brushRef="#br0" timeOffset="47">25555 10144 8912,'-15'-12'0,"3"1"0,4 5 0,8-5 0,0 5 0,0-5 0,2 1 0,4-1 0,11-5 0,14 5 0,7-4 0,8-3 0,6 1 0,5 0 0,4 0 0,8 0 0,0-1 0,-2 3 0,-2 2 0,-2 1 0,-15 3 0,-2-3 0,-16-1 0,-7 7 0,-11 0 0,-12 8 0,-14 2 0,-9 4 0,-11 1 0,-2 5 0,-10 9 0,7-2 0,-1 7 0,6-7 0,5 2 0,2 2 0,4-2 0,6 0 0,0-6 0,2 0 0,9 1 0,2-3 0,10-4 0,3-3 0,9-8 0,5 0 0,0 0 0,7-8 0,-1-3 0,1-4 0,-1-3 0,4 1 0,-5 0 0,3 6 0,-2-1 0,3 8 0,-5-1 0,0 3 0,-4 2 0,1 0 0,-1 0 0,0 5 0,-5 1 0,-1 7 0,0-1 0,0 3 0,0 2 0,1 1 0,-1-1 0,0 0 0</inkml:trace>
  <inkml:trace contextRef="#ctx0" brushRef="#br0" timeOffset="48">27637 9783 8912,'-8'-19'0,"-3"-2"0,-4-2 0,-2 2 0,5 2 0,1 3 0,-3 5 0,7 3 0,-1 10 0,8 4 0,2 5 0,4 5 0,1 7 0,5 0 0,3 1 0,-4-1 0,3-4 0,-1 4 0,-1-4 0,1-1 0,-3-3 0,1-4 0,-5 5 0,5-5 0,1-1 0,5 1 0,0-9 0,0-2 0,-5-2 0,-1-9 0,-5-1 0,6-5 0,-9 0 0,5 2 0,-2 1 0,-1 3 0,3 7 0,-2-2 0,-2-1 0,7 1 0,-5 0 0,5 6 0,1 0 0,5 6 0,0 0 0,0-1 0,1-5 0,-1 0 0,0 0 0,0-2 0,1-3 0,-1-7 0,0-3 0,-6-4 0,1-4 0,-8-4 0,1-7 0,-3-1 0,-2 1 0,-2 1 0,-3 5 0,1-3 0,-8 8 0,1 2 0,1 2 0,-5 10 0,6 1 0,-1 16 0,4 3 0,4 4 0,2 3 0,8-3 0,3-4 0,12 12 0,4-4 0</inkml:trace>
  <inkml:trace contextRef="#ctx0" brushRef="#br0" timeOffset="49">28394 9611 8912,'-11'8'0,"-1"3"0,9-1 0,-3 1 0,4 1 0,2 5 0,0 0 0,0 0 0,0 0 0,0 1 0,0-1 0,0 0 0,0-8 0,0-1 0</inkml:trace>
  <inkml:trace contextRef="#ctx0" brushRef="#br0" timeOffset="50">28308 9422 8912,'-25'-25'0,"8"6"0,0-4 0,0 4 0,7 2 0,3 7 0,8 4 0,15 4 0,9 2 0,9 0 0,6-1 0,0-5 0,16 4 0,-3-6 0</inkml:trace>
  <inkml:trace contextRef="#ctx0" brushRef="#br0" timeOffset="51">28842 9147 8912,'-8'-17'0,"-1"1"0,-9 5 0,9-4 0,1 16 0,8 5 0,2 6 0,4 16 0,1 3 0,5 9 0,3-2 0,-3 8 0,-3-6 0,3 6 0,-7-6 0,7 6 0,-8-2 0,1 2 0,-3 3 0,-17-5 0,-4 8 0</inkml:trace>
  <inkml:trace contextRef="#ctx0" brushRef="#br0" timeOffset="52">28652 9663 8912,'-11'-18'0,"-1"1"0,3-6 0,-3 0 0,7 2 0,3 2 0,2 2 0,0 0 0,9 5 0,9 1 0,8-1 0,15-5 0,-1 6 0,11-1 0,-1 1 0,15-6 0,4-1 0,4 1 0,-5 0 0,-5 0 0,-9 0 0,-2-1 0,-8-4 0,-10-1 0,-15 0 0,-7 6 0,-9-1 0,-10 9 0,-5 3 0,-9 4 0,-2 2 0,2 0 0,4 8 0,6 3 0,-3 6 0,8 6 0,-1-2 0,1 8 0,2 0 0,-7 5 0,7-1 0,-2-5 0,-1 5 0,1-5 0,0-3 0,6-2 0,-2-4 0,-4-2 0,5 1 0,-5-1 0,4-8 0,10-1 0,1-14 0,8 1 0,6-9 0,0 3 0,8-7 0,-3-4 0,5 8 0,1-3 0,1 4 0,-1-5 0,6 3 0,1 4 0,-3 3 0,-2 0 0,-1 6 0,-1-3 0,-7 3 0,-4 2 0,-4 0 0,-2-8 0,0-1 0</inkml:trace>
  <inkml:trace contextRef="#ctx0" brushRef="#br0" timeOffset="53">30081 9336 8912,'-17'-8'0,"-1"-1"0,1-9 0,0 7 0,0 0 0,7 7 0,3-2 0,7 12 0,0 5 0,5 4 0,3 3 0,1-1 0,5 0 0,-5 6 0,3 0 0,-6 0 0,5-6 0,-7 0 0,4 0 0,-3 1 0,1-1 0,0-8 0,1 7 0,3-7 0</inkml:trace>
  <inkml:trace contextRef="#ctx0" brushRef="#br0" timeOffset="54">29995 9078 8912,'-33'-27'0,"5"4"0,3 4 0,9 2 0,5 0 0,3 7 0,10 3 0,4 7 0,13 7 0,15 5 0,3-3 0,9 3 0,-2-1 0,2 6 0,1-1 0,-7-5 0,1 4 0,1-5 0,2 7 0</inkml:trace>
  <inkml:trace contextRef="#ctx0" brushRef="#br0" timeOffset="55">30356 9301 8912,'-8'10'0,"7"0"0,-5-5 0,-2-1 0,2 8 0,1-7 0,5 7 0,0-8 0,0 5 0,0-3 0,0-4 0,0 5 0,0-8 0,2-3 0,3-2 0,-1-7 0,8 1 0,-1-3 0,6-2 0,1-1 0,-1 1 0,0 0 0,0 0 0,0 2 0,1 1 0,-1 5 0,0 1 0,6 0 0,0 3 0,7 3 0,-1-4 0,6 12 0,5 5 0,-4 5 0,4 1 0,-3 0 0,-3 0 0,0 8 0,1 2 0</inkml:trace>
  <inkml:trace contextRef="#ctx0" brushRef="#br0" timeOffset="56">25658 11571 8912,'-6'-25'0,"1"-2"0,-1-1 0,0 1 0,0 0 0,3 1 0,1 5 0,2-2 0,-2 3 0,-4 3 0,2 8 0,-7 3 0,5 4 0,-5 4 0,-5 4 0,-5 5 0,0 6 0,-7 6 0,-3 10 0,-7 9 0,-2 4 0,1 7 0,3-1 0,2 5 0,7-3 0,6-3 0,7 1 0,9-1 0,7-9 0,9-7 0,16-9 0,19-8 0,13-7 0,10 1 0,-2-9 0,2 3 0,-8-4 0,-10-2 0,-5 8 0,0 3 0,-17 4 0,-6 3 0,-14-1 0,-7 0 0,-11 0 0,-9 0 0,-6 6 0,-11 0 0,-5 0 0,0-6 0,-8 1 0,2-1 0,-4 0 0,-1 0 0,5-7 0,0-5 0,8-3 0,-12-17 0,6-4 0</inkml:trace>
  <inkml:trace contextRef="#ctx0" brushRef="#br0" timeOffset="57">26140 11640 8912,'-42'17'0,"6"-4"0,-5 5 0,1-3 0,4 15 0,5 5 0,5 3 0,5 2 0,9-6 0,6 1 0,12-1 0,6-7 0,10-4 0,5-6 0,8-5 0,1-5 0,4-7 0,-4-9 0,5-9 0,-5-1 0,-2-11 0,-1-5 0,-4-3 0,-6-4 0,-12 2 0,-3 4 0,-8-4 0,-4 1 0,-8-1 0,-1 6 0,-16 0 0,-5 3 0,-6 14 0,-6-2 0,6 13 0,0 2 0,5 10 0,10 3 0,6 9 0,8-1 0,3 0 0,2 0 0,22 0 0,3 1 0</inkml:trace>
  <inkml:trace contextRef="#ctx0" brushRef="#br0" timeOffset="58">26536 11502 8912,'0'10'0,"0"-3"0,0 1 0,0 2 0,0 7 0,0 0 0,0 0 0,0 0 0,0 1 0,0 1 0,0 4 0,0-4 0,-2 4 0,-4-4 0,4-2 0,-7-8 0,3-3 0,4-6 0,-4-6 0,4-5 0,2-12 0,0-4 0,0-7 0,2-6 0,4 0 0,2 0 0,5 5 0,-1 1 0,1-1 0,2 9 0,2 3 0,1 4 0,-1 1 0,0 9 0,0 3 0,0 6 0,1 6 0,-1 5 0,0 12 0,-2-2 0,-3 8 0,1-6 0,-7 6 0,0-8 0,-6 1 0,5-2 0,1-3 0,-2 0 0,-2-7 0,-2-5 0,0-10 0,-2-7 0,-4-11 0,4 2 0,-3-8 0,3 1 0,2-7 0,5 7 0,1-1 0,2 8 0,-2-2 0,3 6 0,8 6 0,-5 3 0,-1 8 0,5 2 0,5 4 0,-2 3 0,4 8 0,-2 6 0,2 0 0,1 6 0,5-6 0,4-2 0,-5-10 0,3 3 0,-2-9 0,1 1 0,-7-6 0,6-8 0,-6-5 0,-2-8 0,-2-8 0,-4-3 0,-3-3 0,-5 1 0,-7 0 0,0-3 0,0-3 0,-2 6 0,-3 0 0,-5 7 0,-7 10 0,0 7 0,0 4 0,-3 6 0,-1 8 0,-2 9 0,2 10 0,4 13 0,6 6 0,-3-2 0,9 2 0,-1-8 0,6 2 0,0-4 0,0-1 0,9-3 0,9-3 0,3-4 0,13-8 0,6-8 0,18-3 0,5-6 0,13-8 0,10-9 0,-39 5 0,2-3 0,5-4 0,1-2 0,1-1 0,1 0 0</inkml:trace>
  <inkml:trace contextRef="#ctx0" brushRef="#br0" timeOffset="59">28601 10832 8912,'-31'-33'0,"-3"5"0,-4 3 0,1 9 0,-1 5 0,-2 5 0,-12 4 0,6 6 0,4 6 0,4 7 0,4 13 0,-1 5 0,8 1 0,6 8 0,8-2 0,7-4 0,6-1 0,6-3 0,-2-2 0,7-3 0,7-4 0,4-8 0,3-5 0,-2-1 0,-4-7 0,4 2 0,-2-12 0,2-6 0,-4-9 0,4-1 0,-4-7 0,-1 6 0,-1 0 0,0-2 0,0 8 0,1-2 0,-1 5 0,0 11 0,-2-1 0,-3 8 0,-3 13 0,-3 12 0,-4 13 0,6 7 0,-3 9 0,1 3 0,7 0 0,-1 2 0,-3-6 0,3-11 0,-1-12 0,7-11 0,-7-6 0,1-5 0,-1-6 0,6-12 0,0-13 0,1-16 0,-1-8 0,0-15 0,0 3 0,0-6 0,-1 0 0,-5-1 0,3-1 0,-9-5 0,3 8 0,-4 7 0,2 9 0,-3 8 0,-1-1 0,-2 14 0,0 8 0,0 8 0,0 7 0</inkml:trace>
  <inkml:trace contextRef="#ctx0" brushRef="#br0" timeOffset="60">29169 10763 8912,'-27'-8'0,"2"1"0,8-5 0,5 3 0,1 3 0,7 6 0,-2 0 0,4 9 0,2 7 0,2 3 0,2 4 0,2 5 0,7-1 0,-1 2 0,-3-6 0,3 3 0,-1-1 0,-1-4 0,3-2 0,-7-1 0,2-3 0,-3-4 0,-1-3 0,8-8 0,-9 0 0,11-4 0,-8-7 0,5-3 0,-5-14 0,5 1 0,-3-4 0,0 5 0,-1 1 0,5-4 0,-7 6 0,7 6 0,-6 6 0,7 7 0,-9-4 0,7 8 0,-5 8 0,6 3 0,-1 6 0,6 6 0,-5-2 0,-1 8 0,1-8 0,5 2 0,6-4 0,0-2 0,7-7 0,-3-4 0,2-5 0,-1-1 0,1-7 0,6-7 0,-1-5 0,0-4 0,-5-7 0,0 1 0,-8-3 0,2-3 0,-10 3 0,-3 3 0,-5 8 0,-7 8 0,-5-1 0,-12 9 0,-4 3 0,-6 6 0,-1 5 0,-1 10 0,2 4 0,-1 6 0,5-2 0,2 1 0,4-7 0,2 4 0,-1-2 0,1 0 0,8 0 0,1-6 0,8-7 0,9-3 0,9-7 0,1-7 0,9-5 0,-5-3 0,6-2 0,-6 1 0,6 5 0,-6-4 0,3 5 0,-1-1 0,-4-1 0,-2 6 0,-1-5 0,-1 7 0,0-2 0,0 4 0,0 2 0,1 0 0,-1 0 0,0 0 0,0 0 0,1-1 0,-1-5 0,6 4 0,0-4 0,-2 4 0,-2 2 0,-2 0 0,0 0 0,0 0 0,1 0 0,-7 0 0,1 0 0,-1-7 0,6-3 0</inkml:trace>
  <inkml:trace contextRef="#ctx0" brushRef="#br0" timeOffset="61">30098 10660 8912,'-2'-17'0,"-4"-1"0,4 1 0,-7 8 0,5 5 0,-2 8 0,1 11 0,5 8 0,0 7 0,0-1 0,0 4 0,0 1 0,0 0 0,0 1 0,0-7 0,0 1 0,0-8 0,0 2 0,0-4 0,0-2 0,0-7 0,1-10 0,5-12 0,-4-5 0,4-6 0,-2-4 0,1-7 0,5 2 0,7 3 0,0-4 0,1 5 0,-1 3 0,0 2 0,0 4 0,0 2 0,6 7 0,0 4 0,0 5 0,-6 2 0,1 7 0,-1 9 0,-6 2 0,1 10 0,-8 0 0,1 5 0,-3-5 0,-2-1 0,0-7 0,0 2 0,0-4 0,0-1 0,0-9 0,0-9 0,0-9 0</inkml:trace>
  <inkml:trace contextRef="#ctx0" brushRef="#br0" timeOffset="62">30683 10006 8912,'-17'-17'0,"0"0"0,-1 11 0,1 12 0,6 13 0,-1 21 0,7 6 0,-7 11 0,8-1 0,-1 7 0,3 0 0,2 6 0,7-1 0,5 1 0,3-8 0,2-3 0,0-13 0,1-4 0,-1-13 0,0-7 0,0-7 0,0-9 0,-5-10 0,-1-7 0,1-5 0,5-6 0,0 2 0,1-8 0,-1-1 0,0-3 0,-2 5 0,-3-1 0,3 8 0,-11-2 0,7 12 0,-7 11 0,2 11 0,-4 12 0,-2 6 0,0-3 0,2 1 0,2 0 0,1 0 0,7-6 0,-7 2 0,7-10 0,-6-2 0,7-14 0,-3 1 0</inkml:trace>
  <inkml:trace contextRef="#ctx0" brushRef="#br0" timeOffset="63">31027 10041 8912,'-17'0'0,"0"-2"0,0-4 0,-1 4 0,1-3 0,8 5 0,3 5 0,4 7 0,2-5 0,0 9 0,2-14 0,4 3 0,-4-3 0,11-4 0,-7-3 0,-1 3 0,-5-6 0,-2 8 0,-3 2 0,-7 4 0,-3 3 0,-10 16 0,-2 2 0</inkml:trace>
  <inkml:trace contextRef="#ctx0" brushRef="#br0" timeOffset="64">30373 10643 8912,'-17'-12'0,"0"1"0,0-3 0,-1-1 0,9 4 0,3-1 0,6 3 0,8-5 0,11 3 0,13-3 0,12-3 0,14-6 0,9 4 0,7-4 0,3 2-141,-3-2 1,-5 2 140,0-7 0,-8-9 0,-9-7 0</inkml:trace>
  <inkml:trace contextRef="#ctx0" brushRef="#br0" timeOffset="65">31561 9852 8912,'-6'-23'0,"-2"0"0,-1 2 0,-3 9 0,-5 7 0,6 12 0,-1 10 0,1 12 0,-7 17 0,1 2 0,0 17 0,-2 5 0,-4 9 0,10 5 0,-5 2 0,13 5-253,-1 1 0,6-2 253,6-10 0,3-13 0,8-15 0,8-10 0,4-16 0,3-7 0,3-5 0,-6-12 0,-1-2 0,1-8 0,5-9 0,3-8 0,3-4 0,-4-5 0,4-4 0,-3-4 0,-3-2 0,-1-4 0,-5-9 0,-5 3 0,-11-3 0,-5 3 0,-7 3 0,-4 7 0,-7 4 0,-4 13 253,-20 10 0,5 15-253,-10 13 0,1 18 0,3 9 0,2 8 0,7 8 0,6 3 0,4 0 0,7-1 0,4 7 0,6-8 0,6 2 0,13-11 0,16-6 0,8-3 0,7-3 0,4-15 0,3-7 0,2-9 0,4-3 0,-3-3 0,-1-9 0,-13 1 0,11-29 0,-13 3 0</inkml:trace>
  <inkml:trace contextRef="#ctx0" brushRef="#br0" timeOffset="66">12493 6533 8912,'-34'0'0,"2"0"0,1 0 0,2 0 0,1 0 0,-1 0 0,0 0 0,6 0 0,-3 0 0,-1 2 0,0 4 0,-2-2 0,-5 7 0,1 3 0,5 1 0,-7 8 0,1 0 0,5 9 0,-5 1 0,3 7 0,4 4 0,-3 2 0,7 5 0,0 8 0,4 5 0,-2 4 0,-2 7 0,0 11 0,14-38 0,1 1 0,0 2 0,0 1-169,2 3 0,1-1 1,0-1-1,2-1 169,3 3 0,0-1 0,0-2 0,0-1 0,0 47 0,8-12-123,3-12 1,7-5 122,5-6 0,-2-6 0,7-11 0,3-8 0,1-7 0,5 0 0,3-9 0,4 1 0,7-5 0,3-9 0,3-3 0,-1-4 0,7-2 0,0 0 0,6 0 0,-8 0 0,-4 0 0,-3-2 0,-4-2 0,-1-4 329,3-1 0,-10-4-329,10-10 0,-10 2 131,4-8 0,0 0-131,5-5 0,-1-6 0,-4 0 0,2-8 0,-8 2 0,-2-4 0,-9-1 0,1-1 0,-7 3 0,-2 1 0,-2 2 0,-1 0 0,-1-6 0,-6 1 0,1-1 0,-7 1 0,7-1 0,-6-5 0,5 0 0,-5-8 0,5 2 0,-5 1 0,4-3 0,-3-1 0,-3-1 0,-2-6 0,-2 10 0,-10-2 0,-7 2 0,-8-2 0,-9 8 0,-8 1 0,-4 11 0,-13 10 0,-12 10 0,-11 4 0,-8 4 0,-4 4 0,2 13 0,6 0-180,0 0 1,8 2 179,9 3 0,16 5 0,7 7 0,7-2 0,7-1 0,3-3 0,12 1 0,9 5 0,22 0 0,3 0 0,19-1 0,4-5 0,8 2 0,4-7 0,7 0 0,2-6 0</inkml:trace>
  <inkml:trace contextRef="#ctx0" brushRef="#br0" timeOffset="67">17037 6688 8912,'0'-17'0,"0"0"0,0 0 0,0-1 0,0 1 0,-6 6 0,-2-1 0,-1-1 0,-5-2 0,3 5 0,-5 2 0,-3 3 0,0-1 0,-9 0 0,-7 6 0,1 0 0,-8 2 0,0 2 0,-4 2 0,-6 7 0,-5-2 0,1 5 0,-7 1 0,-4 2 0,-5 4 0,-3-2 0,-11 8 0,-4-6-244,39-9 0,-1 0 0,-4 0 0,-1 1 244,-3 2 0,0 0 0,-5 1 0,0 1 0,-7 1 0,0 0 0,1-2 0,-1 0 0,-4 2 0,-1 0 0,-2-1 0,-1-2 0,-1 1 0,0-1 0,0 0 0,-1 0 0,-4 1 0,0-1 0,6-3 0,1 0 0,-2 1 0,2-1 0,8-3 0,2-1 0,8 1 0,2 1 0,4-2 0,3-1 0,2-1 0,2 1 0,-34 8 0,1 1 0,18-7 0,12-1 0,9-3 0,5-3 0,16-2 0,4-2 0,11 0 0,-1 0 0,7 0 0,2 0 488,3 0 0,5 6-488,7-1 0,0 3 0,1-2 0,6-4 0,5 3 0,6-3 0,5-2 0,-2-7 0,8-5 0,0-18 0,5-7 0</inkml:trace>
  <inkml:trace contextRef="#ctx0" brushRef="#br0" timeOffset="68">14438 6688 8912,'0'-27'0,"0"3"0,0-1 0,-2 8 0,-4-1 0,3 3 0,-9 9 0,-1 2 0,-3 4 0,-1 6 0,-2 6 0,-4 11 0,-4 0 0,-7 11 0,-6-2 0,0 14 0,-8 0 0,2 6 0,-4-1 0,-3 3 0,-3 1 0,-1 2 0,0-1 0,5-10 0,2-4 0,4-8 0,-1-1 0,6-5 0,9-3 0,11-8 0,7 0 0,7 1 0,7-1 0,7-8 0,5 7 0,11-5 0,2-1 0,3 1 0,11-1 0,-5 1 0,12 4 0,0-3 0,4-3 0,1 3 0,1-6 0,-1 5 0,1-5 0,0 5 0,-1-7 0,1 4 0,0-2 0,-1-1 0,1 7 0,-1-7 0,-1 3 0,-4-2 0,-6-4 0,-11 3 0,-4 3 0,-10 0 0,-3 1 0,-5-3 0,-7 5 0,-7-7 0,-3 4 0</inkml:trace>
  <inkml:trace contextRef="#ctx0" brushRef="#br0" timeOffset="69">18190 6499 8912,'0'-17'0,"0"0"0,-2-1 0,-2 1 0,-4 0 0,-1 0 0,-5 0 0,-1-1 0,-8 3 0,-2 2 0,-2 3 0,-3 3 0,-8 5 0,-3 13 0,-1 10 0,2 19 0,4 6 0,-4 11 0,9 6 0,6 12 0,4 5 0,6 4 0,9-3 0,0-1 0,6-10 0,6-1 0,11-17 0,12-18 0,5-11 0,7-10 0,3-9 0,7-15 0,1-10 0,-1-19 0,7-6 0,-1-11 0,-1-6-195,-10-12 0,-12 4 195,-11-3 0,-12-3 0,-7 3 0,-11 3 0,-16 6 0,-12 6 0,-16 7 0,-7 16-38,1 8 0,-6 14 38,5 8 0,7 8 0,5 10 0,15 15 0,3 18 0,8 5 0,9 2 0,3-3 0,8-3 0,0 0 0,0 0 0,0 7 0</inkml:trace>
  <inkml:trace contextRef="#ctx0" brushRef="#br0" timeOffset="70">18517 6740 8912,'-2'-10'0,"-4"4"0,2-1 0,-7 1 0,-1 0 0,-5 6 0,5 14 0,1 5 0,-1 4 0,3 2 0,-4 5 0,7-1 0,0 3 0,6 3 0,0-1 0,0 0 0,2-1 0,4-4 0,3-7 0,8-10 0,1 1 0,-1-7 0,8-2 0,3-10 0,3-5 0,-2-12 0,3-4 0,-3-7 0,-4-1 0,-2 1 0,-4-1 0,-4 1 0,-1 0 0,-3-1 0,-7 9 0,2 3 0,-5 4 0,-1 1 0,0 18 0,0 12 0,0 13 0,0 15 0,0 4 0,0 7 0,0-5 0,0 0 0,8-8 0,4 2 0,5-3 0,6-3 0,-2-9 0,7-8 0,5-9 0,5-6 0,-1-10 0,3-4 0,-6-10 0,-5-7 0,1-6 0,-7-5 0,0-4 0,-6-7 0,-1-1 0,-5 1 0,3-1 0,-9 1 0,1-9 0,-6-3 0,0 6 0,0 5 0,0 10 0,0 14 0,0 3 0,0 15 0,0 5 0,0 12 0,0 10 0,0 8 0,0 10 0,0 7 0,0 3 0,0 5 0,0 2 0,0 1 0,0 5 0,0-5 0,0 2 0,0-5 0,0-4 0,6-8 0,0 2 0,7-3 0,-2-3 0,3-7 0,-1-4 0,-1-4 0,-9-17 0,5-4 0</inkml:trace>
  <inkml:trace contextRef="#ctx0" brushRef="#br0" timeOffset="71">19067 6877 8912,'-17'0'0,"0"-2"0,0-3 0,7 3 0,4-14 0,12 5 0,7-4 0,8-3 0,8 1 0,11 0 0,4-2 0,8-4 0,0 2 0,-1-8 0,1 1 0,-1-7 0</inkml:trace>
  <inkml:trace contextRef="#ctx0" brushRef="#br0" timeOffset="72">19790 6361 8912,'-27'-1'0,"4"-3"0,4-4 0,2-1 0,5 5 0,1-2 0,5 8 0,-5 9 0,1 3 0,-1 14 0,-3 9 0,9 9 0,-7 5 0,6 6 0,1 5 0,5 6 0,0 1 0,0 0 0,2-2 0,3-4 0,-1-6 0,8-9 0,1-6 0,2-6 0,3-5 0,-1-22 0,0-3 0,0-4 0,0-15 0,1-5 0,-1-10 0,0-1 0,0-9 0,0-2 0,-5-2 0,-1 2 0,-5 3 0,6-3 0,-3 4 0,3 1 0,-5 9 0,-7 3 0,6 9 0,0 3 0,-1 9 0,-5 2 0,0 15 0,0 14 0,0 9 0,0 2 0,0 6 0,0-6 0,0 0 0,0-5 0,6-1 0,0 1 0,5-3 0,-5-3 0,8-6 0,-3-12 0,-1-3 0,1-8 0,0-8 0,7-1 0</inkml:trace>
  <inkml:trace contextRef="#ctx0" brushRef="#br0" timeOffset="73">20065 6585 8912,'-17'11'0,"-2"-1"0,-2 0 0,-2-1 0,0-3 0,6 5 0,7-7 0,3 4 0,16-8 0,8 0 0,8-6 0,10 0 0,-1-7 0,1 1 0,-7-3 0,1-2 0,-2 6 0,1-1 0,-3-1 0,-8-10 0,-7 4 0,-4-4 0,-4 4 0,-2 1 0,-2 1 0,-6 0 0,-9 0 0,-10 0 0,-7 1 0,-6 5 0,3 3 0,-3 8 0,4 14 0,1 3 0,3 13 0,3 5 0,4 7 0,8 9 0,7 1 0,5 0 0,5-1 0,5 1 0,9-8 0,15-4 0,1-12 0,16-5 0,2-11 0,9-6 0,-1-5 0,7-1 0,-10-3 0,-1-9 0,0-7 0,-9-15 0</inkml:trace>
  <inkml:trace contextRef="#ctx0" brushRef="#br0" timeOffset="74">20564 6568 8912,'-11'11'0,"-1"1"0,7-8 0,-7 1 0,8-3 0,4 0 0,12 2 0,3 4 0,2 1 0,1 4 0,-1 10 0,0-2 0,0 8 0,0 0 0,1 5 0,-7 0 0,1 1 0,-9-6 0,3-1 0,-4-7 0,-2 2 0,0-4 0,0-9 0,-2-10 0,-4-12 0,4-11 0,-3-5 0,3-7 0,2-5 0,2 2 0,3-8 0,11 2 0,7-2 0,2-1 0,-2 7 0,11-3 0,12 3 0,5 4 0,7-4 0,3 4-117,8 1 0,-2 1 0,-2-1 117,-2 1 0,-8 2 0,3 1 0,-9 4 0,-8 2 0,-9-3 0,-15 5 0,-7 6 0,-6 7 0,-8 3 0,-11 1 0,-8 6 0,-14 7 0,3 5 0,-10 9 0,4 4 0,1 1 0,-1 1 175,6 2 1,3 1-176,14-7 0,2 6 0,3-6 0,5 6 0,7-6 0,2-1 0,3-4 0,13 1 0,10 4 0,5 2 0,1 3 0,-1 7 0,-5-1 0,3 0 0,-8 6 0,-2-3 0,-2-3 0,-2 1 0,-1-1 0,-5-2 0,-5-1 0,-4-2 0,-12-6 0,-7 5 0,-16-1 0,-13 2 0,-11 9 0,-6-4 0,-6 1 0,-5-5 0,-12 3 0,38-20 0,0 0 0</inkml:trace>
  <inkml:trace contextRef="#ctx0" brushRef="#br0" timeOffset="75">10050 13634 8912,'-8'-9'0,"6"1"0,-5 0 0,7 6 0,-2-5 0,-4 7 0,4 0 0,-7 0 0,3 0 0,2 0 0,-7 0 0,-3 0 0,-1 0 0,-2 0 0,-1 0 0,-5 6 0,-3-1 0,-5 1 0,-5 2 0,-2-6 0,3 3 0,-5 3 0,0-2 0,5-1 0,7-5 0,-1 0 0,-5 0 0,-1 0 0</inkml:trace>
  <inkml:trace contextRef="#ctx0" brushRef="#br0" timeOffset="76">9430 13720 8912,'-17'0'0,"0"0"0,0 0 0,0 0 0,-1 0 0,1 0 0,8 0 0,1 0 0,8 0 0,8 0 0,3 0 0,4 0 0,3-8 0,-1-1 0</inkml:trace>
  <inkml:trace contextRef="#ctx0" brushRef="#br0" timeOffset="77">9310 13737 8912,'-8'-9'0,"6"-1"0,-3 4 0,3 5 0,2-15 0,0 14 0,0-13 0,7 13 0,3-5 0</inkml:trace>
  <inkml:trace contextRef="#ctx0" brushRef="#br0" timeOffset="78">9362 13634 8912,'-18'0'0,"-5"0"0,0 0 0,0 0 0,6 2 0,0 2 0,0 2 0,0 7 0,-1-2 0,3-1 0,4 1 0,-3-5 0,9 6 0,-1-1 0,6 6 0,0-7 0,0 5 0,7-13 0,5 4 0,3-4 0,2-2 0,1 0 0,-1 0 0,0-2 0,0-4 0,0 2 0,1-5 0,-3-1 0,-4 1 0,5 3 0,-5-6 0,3 7 0,-3-7 0,2 6 0,-7-5 0,2 1 0,-4-3 0,1 2 0,-7 7 0,-9-2 0,-4-2 0,-2 3 0,-6-1 0,0 6 0,-6 8 0,4 1 0,0 3 0,0-1 0,2 1 0,6 5 0,0 0 0,0 0 0,7 0 0,5 1 0,3-1 0,4 0 0,3 0 0,5-7 0,7-5 0,8-3 0,4-2 0,-3 0 0,3 0 0,-8-2 0,2-3 0,0 1 0,-4-6 0,-4 1 0,1-1 0,-9-1 0,-1-6 0,-4 5 0,-2 1 0,-8-1 0,-3-5 0,-4 5 0,-3 1 0,1 1 0,-2-1 0,-2 5 0,-2 4 0,0-3 0,6-1 0,0 0 0,-1 6 0,7 6 0,-1 0 0,3 7 0,-3-2 0,7 5 0,3 1 0,2 0 0,0 0 0,0 1 0,7-3 0,5-4 0,3 3 0,2-9 0,1-1 0,-1-2 0,-6-2 0,1 0 0,-1 0 0,6 0 0,-5 0 0,-1 0 0,-7-2 0,2-4 0,2-3 0,-3-8 0,1 5 0,-6 1 0,0-3 0,0-1 0,0-2 0,-6 0 0,1 0 0,-9 7 0,3 4 0,1-1 0,-1 1 0,-3 2 0,-1 2 0,-2 2 0,0 0 0,-1 8 0,1 3 0,6-1 0,-1 1 0,8 1 0,-3 5 0,7 0 0,0 0 0,2-7 0,3-4 0,-1 1 0,8-1 0,-7 0 0,7-6 0,-1 0 0,7 0 0,-1 0 0,-8-2 0,-1-2 0,0-2 0,-6-1 0,3 1 0,-3 4 0,-4-11 0,-3 7 0,-5 0 0,-7 6 0,0 0 0,-1 0 0,1 0 0,0 2 0,0 4 0,5-2 0,1 7 0,5-1 0,-3 3 0,1-2 0,4 3 0,4-7 0,6-1 0,5 2 0,12-2 0,4-8 0,7-8 0</inkml:trace>
  <inkml:trace contextRef="#ctx0" brushRef="#br0" timeOffset="79">6057 13256 8912,'0'-12'0,"-1"1"0,-3-2 0,-2-3 0,0 7 0,6-7 0,2 15 0,4-5 0,5 4 0,5 4 0,1 4 0,6-3 0,0 7 0,0 0 0,2-1 0,-6 1 0,4 1 0,1 4 0,-1-3 0,0 3 0,-5 2 0,-1 2 0,0 4 0,-7-4 0,-5 4 0,-3-2 0,-2 2 0,-4-2 0,-7 8 0,-1-8 0,-11 2 0,-1-4 0,1-2 0,0-2 0,6-3 0,-1 3 0,1-5 0,9 7 0,8-2 0,10-3 0,7 1 0,6-7 0,-2 5 0,8-5 0,0 5 0,5-5 0,-5 6 0,-3-5 0,-1 1 0,-4 0 0,-2 5 0,-9-3 0,-10 7 0,-11 0 0,-14 0 0,-8 0 0,-7 0 0,-4 1 0,4 5 0,-6 0 0,6-1 0,-6-4 0,8-1 0,-12 0 0,6 0 0</inkml:trace>
  <inkml:trace contextRef="#ctx0" brushRef="#br0" timeOffset="80">7021 13170 8912,'0'-17'0,"0"0"0,0 7 0,0 10 0,0 15 0,-4 10 0,-7 10 0,-1 10 0,-9 1 0,6 2 0,4-2 0,7 2 0,-2-8 0,4-2 0,2-8 0,2-3 0,4-2 0,3-2 0,9-6 0,1 0 0,4-1 0,3-3 0,1-2 0,0-7 0,-4 2 0,-4 4 0,4-1 0,-12 8 0,-13-1 0,-15-5 0,-8 10 0,-9-4 0,-8 4 0,-4-4 0,-2 3 0,0 1 0,4 0 0,2-6 0,-5-6 0,3-9 0</inkml:trace>
  <inkml:trace contextRef="#ctx0" brushRef="#br0" timeOffset="81">6935 13187 8912,'2'-25'0,"4"8"0,5 8 0,12 9 0,4 1 0,7 5 0,8-4 0,4 4 0,6-2 0,5 1 0,4-3 0,8 4 0,-6-4 0,1-2 0,-9-8 0,4-1 0</inkml:trace>
  <inkml:trace contextRef="#ctx0" brushRef="#br0" timeOffset="82">6401 15779 8912,'-6'-1'0,"3"-3"0,2 3 0,1-4 0,0 5 0,4 0 0,4 0 0,1 0 0,2 0 0,4 0 0,3-1 0,5-1 0,5-2 0,14-8 0,-13 7 0,3 0 0,3-5 0,1 0 0,10 0 0,1-1 0,5-2 0,1-1-354,-14 3 1,2 1-1,-1 0 1,4-1-1,-1 0 1,1 1 353,3-1 0,-1 0 0,1 0 0,-2 1 0,0 0 0,1-1 0,-1 1 0,0 1 0,0-1 0,1 0 0,-1 0 0,0 0 0,0-1 0,0 0 0,0 0 0,4-1 0,1 1 0,0-1 0,1-2 0,0-1 0,1 1 0,-2 2 0,1 0 0,0 1-347,2-2 0,1-1 0,0 1 1,-2 0-1,-1 1 0,1-1 347,1 1 0,1 0 0,0 1 0,-2-1 0,1-1 0,-1 2 0,0 0 0,-1 0 0,-1 1 0,-4-1 0,-2 1 0,0 0 0,-1 0 0,0 0 0,-2 1 0,17-4 0,-1 1-175,-5 1 1,-2 0 0,-4 2 0,-2 0 174,-8-1 0,-1 2 0,19-1 0,-19 2 0,-11 1 0,-9 3 1395,-8-1-1395,-3 4 0,-12 0 2321,-3 0-2321,-2 0 0,3-3 1183,-1-1-1183,0-4 0,0 2 0,1-5 0,-6 0 0,-1 1 0</inkml:trace>
  <inkml:trace contextRef="#ctx0" brushRef="#br0" timeOffset="83">9822 14504 8912,'0'-21'0,"0"-1"0,0 6 0,0 5 0,4 6 0,4 6 0,2 4 0,5 6 0,3 10 0,7 11 0,-2 7 0,5 7 0,-2 4 0,-2 2 0,-3 3 0,-3 2 0,-8-28 0,-1 1-138,-1 0 1,-2 0 0,4 27 137,-6-7 0,-4 2 0,-4-6 0,-13 0 0,-11-3 0,-12-5 0,14-19 0,-1-2 0,-1-1 0,0-1 0,-7 0 0,0 0 0,-2 0 0,1-1 0,-2 1 0,0-1 0</inkml:trace>
  <inkml:trace contextRef="#ctx0" brushRef="#br0" timeOffset="84">3389 15672 8912,'-11'-14'0,"0"-1"0,0 2 0,2 1 0,2 2 0,3-1 0,3 5 0,2 2 0,3 8 0,-3 7 0,4 6 0,-2 5 0,1 3 0,-1 6 0,-3 7 0,0 2 0,0 4 0,-3 6 0,-1 0 0,-3 2 0,2-2 0,1-4 0,-1-2 0,1-7 0,4-5 0,0-9 0,0-9 0,6-7 0,5-3 0,6-3 0,3-1 0,6-6 0,3-5 0,2-1 0,1-6 0,3-1 0,1-6 0,4 2 0,-6-5 0,-3 1 0,-5-1 0,-3 5 0,-2-2 0,-4 0 0,-3 3 0,-7 0 0,-3 7 0,-4 1 0,-4 3 0,-3 1 0,-7-1 0,1 5 0,-5 2 0,0 3 0,2 1 0,-1 1 0,3 3 0,5 2 0,-2 5 0,4 8 0,0 2 0,2 4 0,5 0 0,0-1 0,2 3 0,1-1 0,4-2 0,8-1 0,2-2 0,5-5 0,3-5 0,2-2 0,6-5 0,3-2 0,4-6 0,0-6 0,0-8 0,1-12 0,-3-3 0</inkml:trace>
  <inkml:trace contextRef="#ctx0" brushRef="#br0" timeOffset="85">4225 15479 8912,'-16'-15'0,"4"3"0,-2-3 0,-1 8 0,0 4 0,-3 1 0,3 5 0,0 4 0,-1 7 0,5 7 0,4 4 0,5 2 0,-2 5 0,3 5 0,1 2 0,1 3 0,4 1 0,4 0 0,5-1 0,5 1 0,-1 0 0,-2 0 0,2 0 0,-6-9 0,-1-2 0,-2-8 0,-5-2 0,-5-1 0,-5-4 0</inkml:trace>
  <inkml:trace contextRef="#ctx0" brushRef="#br0" timeOffset="86">3935 16004 8912,'0'-11'0,"-3"1"0,-1-1 0,2-1 0,5-2 0,3 2 0,5-3 0,6 2 0,4-1 0,7-4 0,3-2 0,2 2 0,3 0 0,-2 0 0,6-3 0,-6-4 0,2 0 0,-3-5 0,-1 3 0</inkml:trace>
  <inkml:trace contextRef="#ctx0" brushRef="#br0" timeOffset="87">4568 15308 8912,'0'-8'0,"0"1"0,0 4 0,0-4 0,-1 4 0,-3 0 0,3 6 0,-3 4 0,2 9 0,-2 5 0,3 5 0,-2 7 0,3 0 0,3 3 0,0-2 0,4 5 0,0-3 0,4 3 0,-2-4 0,-2 1-266,3-3 1,-4-1-1,5 0 1</inkml:trace>
  <inkml:trace contextRef="#ctx0" brushRef="#br0" timeOffset="88">4493 15661 8912,'-4'-11'0,"1"1"0,-1 3 0,4-1 0,3 5 0,4-4 0,5 1 0,10-3 0,3 2 0,4-1 0,3-2 0,4 0 0,1 0 0,2 3 0,-2-1 0,-5 4 0,-5 1 0,0 12 0,-6 3 0</inkml:trace>
  <inkml:trace contextRef="#ctx0" brushRef="#br0" timeOffset="89">4257 16443 8912,'-27'0'0,"2"-3"0,6-1 0,2 2 0,1 0 0,-2 6 0,4 2 0,1 2 0,1 4 0,3 2 0,1 1 0,4-2 0,4 4 0,0-1 0,0 1 0,4-1 0,4 2 0,5 1 0,2-4 0,1-1 0,-1 1 0,3-3 0,-4 3 0,4-3 0,-3-2 0,2 1 0,-2 0 0,0 3 0,-1 0 0,-2 2 0,3-2 0,-3-2 0,-2 3 0,1 0 0,0-1 0,-5 1 0,-3 0 0,-2-2 0,-1 5 0,-4-5 0,-3 1 0,-3 1 0,-1 0 0,-3-1 0,0-3 0,-2-2 0,3-2 0,-2-3 0,-2-3 0,4-2 0,-1-3 0,5-3 0,2-7 0,5-3 0,-3-4 0</inkml:trace>
  <inkml:trace contextRef="#ctx0" brushRef="#br0" timeOffset="90">4439 16486 8912,'0'-11'0,"0"1"0,0-1 0,0 0 0,0 5 0,0 1 0,0 7 0,1 2 0,3 7 0,2 6 0,5 7 0,-1 2 0,1 1 0,1 2 0,2 3 0,-2 1 0,3 3 0,-4-2 0,0 6 0,0-6 0,0 1 0,-1-6 0,-4 2 0,-1-3 0</inkml:trace>
  <inkml:trace contextRef="#ctx0" brushRef="#br0" timeOffset="91">4697 16475 8912,'-15'0'0,"1"0"0,0 0 0,-2 0 0,4 0 0,-2 0 0,-1 4 0,0 1 0,2 2 0,1 5 0,5-2 0,0 5 0,1 1 0,-1 2 0,2 4 0,5 3 0,0-2 0,0 6 0,0-2 0,0 2 0,5-3 0,2-4 0,2-2 0,2-2 0,1-5 0,2-5 0,0-3 0,3-5 0,2-6 0,6-5 0,-1-4 0,5-7 0,-5 1 0,1-1 0,1 0 0,-1-2 0,-1-1 0,-2 1 0,-5 2 0,-3 0 0,-2 2 0,-1 2 0,-5-1 0,-2 5 0,-3 3 0,-1 4 0,-5 4 0,-2 0 0,-3 2 0,0 1 0,-1 1 0,0 2 0,2 6 0,1 4 0,0 0 0,5 5 0,-5-4 0,5 4 0,-1-4 0,4 4 0,1-5 0,3 1 0,2 2 0,5-2 0,3-3 0,0-4 0,4-5 0,-2 2 0,-1-3 0,1-1 0,2-2 0,-4-5 0,4-2 0,-4-8 0,0 2 0,-3-3 0,-1 1 0,-3-5 0,1 1 0,-4-1 0,-1 1 0,-3 1 0,0 1 0,0 1 0,0 5 0,0-2 0,0 8 0,0 2 0,0 5 0,0 6 0,1 4 0,2 4 0,0 3 0,2-3 0,-1 4 0,2-5 0,4 1 0,1 2 0,0-2 0,-2-3 0,0-5 0,-2 0 0,1 0 0,2-4 0,0 2 0,-2-3 0,-1-1 0,-1-5 0,1-2 0,2-6 0,-3-1 0,1 0 0,1 3 0,-2-4 0,1 1 0,2 0 0,-2 3 0,2 4 0,-2 0 0,2 4 0,-1 0 0,-3 0 0,3 1 0,0-2 0,1 2 0,2 1 0,0 1 0,0-5 0,-1-2 0,1-3 0,0 0 0,-5-6 0,-3-2 0,-1-2 0,-2-2 0,-2-2 0,-1-1 0,-7-4 0,-4 4 0,-5-1 0,1 1 0,3 2 0,0-2 0,3 3 0,2 0 0,-1 1 0,0-1 0</inkml:trace>
  <inkml:trace contextRef="#ctx0" brushRef="#br0" timeOffset="92">10172 13089 8912,'-8'-1'0,"4"-4"0,2 3 0,-4-4 0,2 4 0,-5-2 0,6 2 0,-5-4 0,3 6 0,-3 0 0,-6 0 0,-1 0 0,1 0 0,-5 1 0,0 4 0,-5-3 0,4 4 0,-3-1 0,-2 0 0,3 1 0,-2-1 0,5-4 0,-5 4 0,7-2 0,-2 2 0,3-4 0,1 4 0,1-3 0,0-2 0</inkml:trace>
  <inkml:trace contextRef="#ctx0" brushRef="#br0" timeOffset="93">9801 13089 8912,'-10'-4'0,"2"-3"0,2-1 0,-5-1 0,3 1 0,-6-3 0,-1 6 0,1 2 0,0 8 0,-1-2 0,1 6 0,6-6 0,-11 10 0,3-5 0</inkml:trace>
  <inkml:trace contextRef="#ctx0" brushRef="#br0" timeOffset="94">9458 13032 8912,'-14'0'0,"4"0"0,1 0 0,4-1 0,-5-4 0,-1-5 0,-2 4 0,-1 0 0,0 6 0,4-5 0,1 0 0,4 0 0,-4 5 0,5 0 0,-8 0 0,10 0 0,-4 0 0</inkml:trace>
  <inkml:trace contextRef="#ctx0" brushRef="#br0" timeOffset="95">9301 12975 8912,'-8'0'0,"-3"2"0,6 2 0,0-2 0,-1 11 0,3-5 0,-5 6 0,1 0 0,3-4 0,4-1 0,0 1 0,0 4 0,6-4 0,3-3 0,4 0 0,1-2 0,1-12 0,-1-2 0,-6-4 0,-2-1 0,-6-1 0,0 1 0,0 0 0,0 0 0,-1 4 0,-4 1 0,-3 5 0,-6-2 0,1 8 0,2 2 0,1 6 0,2 3 0,-1 1 0,3 0 0,6 0 0,0 1 0,6-7 0,3-4 0,4-2 0,1-2 0,1 0 0,-1 0 0</inkml:trace>
  <inkml:trace contextRef="#ctx0" brushRef="#br0" timeOffset="96">8615 12875 8912,'-8'-6'0,"-3"3"0,6-7 0,2-1 0,-3 3 0,1-1 0,2-3 0,7 5 0,8-1 0,5 1 0,-1 3 0,3 4 0,-3 0 0,-2 0 0,0 0 0,1 0 0,-1 0 0,-1 1 0,-4 4 0,-1 1 0,-3 4 0,-4 2 0,4-2 0,-3 3 0,-2 1 0,0 0 0,-2 0 0,-1 1 0,-2-1 0,-4 0 0,4 1 0,-5-1 0,6 0 0,-6 0 0,5 1 0,2-1 0,2 0 0,1 0 0,0 7 0,4-5 0,1 3 0,6-8 0,-1-1 0,3-1 0,1-1 0,0 3 0,0-6 0,-4 1 0,-1-1 0,-5-2 0,0 7 0,-2-6 0,-2 6 0,-2-5 0,-2 4 0,-4-4 0,-7 3 0,0 0 0,-5 0 0,5-3 0,-4 4 0,3-6 0,1 2 0,1-3 0,0-2 0,0 0 0,-1-7 0,1-1 0</inkml:trace>
  <inkml:trace contextRef="#ctx0" brushRef="#br0" timeOffset="97">9029 12761 8912,'-14'0'0,"0"0"0,-1 0 0,1 0 0,5 0 0,-1 0 0,7 2 0,-2 2 0,4 4 0,1 7 0,0-1 0,4 0 0,3 2 0,1 1 0,3 2 0,1 2 0,3-2 0,-1 2 0,0 2 0,1 4 0,-1-3 0,-1 2 0,-4-3 0,2 4 0,-6-3 0,4-3 0,-4-2 0,0 1 0,-5-1 0,-2-1 0,-2-2 0,-9-7 0,-6 1 0,-5-7 0,5 2 0,-5-4 0,5-2 0,2-4 0,1-5 0,3-9 0,4-4 0,2-11 0,7-4 0,11-3 0,5-2 0,6 0 0,9 1 0,-1-1 0,8 0-583,-6 0 0,9 0 0,-5 0 0</inkml:trace>
  <inkml:trace contextRef="#ctx0" brushRef="#br0" timeOffset="98">9972 16058 8912,'-8'7'0,"0"-6"0,4 6 0,-6-3 0,-3 1 0,-1 0 0,0 1 0,-1-4 0,0 4 0,-3-1 0,-1 0 0,0 4 0,5-4 0,1 0 0,4 1 0,-7-3 0,5 5 0,-1-2 0,1-1 0,-3 2 0,0 0 0</inkml:trace>
  <inkml:trace contextRef="#ctx0" brushRef="#br0" timeOffset="99">9801 16201 8912,'-15'0'0,"1"2"0,0 1 0,0 2 0,-1 4 0,1-4 0,-5 6 0,-2-3 0,1 1 0,-1 1 0,0-7 0,2 2 0,4 1 0,-5-1 0,5-2 0,0-1 0,1-2 0,-7 0 0,-1 0 0</inkml:trace>
  <inkml:trace contextRef="#ctx0" brushRef="#br0" timeOffset="100">9429 16258 8912,'-8'0'0,"0"0"0,4 0 0,2 0 0,-11 0 0,10 0 0,-6 0 0,5 0 0,-2 0 0,6 0 0,0 0 0,0-6 0,0-2 0</inkml:trace>
  <inkml:trace contextRef="#ctx0" brushRef="#br0" timeOffset="101">9386 16244 8912,'-6'8'0,"4"-2"0,-4-6 0,6 0 0,0 0 0,0-6 0,0 3 0,0-7 0,5 5 0,0-4 0,-1 6 0,-4-10 0,0 3 0,0 4 0,0 0 0,-1 6 0,-4 0 0,2 4 0,-5 3 0,2 1 0,-1 1 0,3 6 0,2-6 0,-3 1 0,4-7 0,1 9 0,0-2 0,0-4 0,1 1 0,4-7 0,1-2 0,4-3 0,1 2 0,-5-5 0,2 2 0,-5-5 0,2 1 0,-3 4 0,-2-7 0,0 12 0,0-12 0,-7 13 0,-2 0 0,-4 6 0,0 9 0,4-1 0,-2-5 0,6 1 0,2 1 0,1-3 0,2 1 0,0-5 0,2 2 0,3-6 0,4 0 0,2-2 0,-1-2 0,1 0 0,-6-5 0,1 4 0,-3-4 0,2-3 0,0 5 0,-5-3 0,-2 7 0,-3-2 0,2-1 0,-6 1 0,-1 0 0,-3 7 0,4 3 0,3 3 0,-1 6 0,-1 0 0</inkml:trace>
  <inkml:trace contextRef="#ctx0" brushRef="#br0" timeOffset="102">8544 15973 8912,'-5'-10'0,"-2"2"0,-1 2 0,5-1 0,-1 3 0,2 8 0,2 3 0,0 9 0,0 7 0,0 6 0,0 4 0,0 5 0,0 4 0,0 0 0,0 1 0,0 3 0,0-1 0,0-4 0,0 0 0,0-6 0,0-2 0,0-9 0,6-3 0,2-7 0</inkml:trace>
  <inkml:trace contextRef="#ctx0" brushRef="#br0" timeOffset="103">8744 16101 8912,'0'-9'0,"0"-1"0,0 7 0,0-3 0,0 9 0,0 6 0,0 2 0,0 13 0,0 1 0,0 2 0,4 2 0,1 0 0,6-6 0,-1 1 0,2-6 0,3 1 0,-1-4 0,0 0 0,2-7 0,3-4 0,-3-4 0,3-4 0,2-6 0,-2-9 0,-5-5 0,-6-7 0,-2-3 0,-2 3 0,-9-4 0,-5 1 0,-10 3 0,-9 7 0,-7 6 0,-6 7 0,-5 11 0,-1 10 0,-6 15 0,3 5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3.490"/>
    </inkml:context>
    <inkml:brush xml:id="br0">
      <inkml:brushProperty name="width" value="0.05292" units="cm"/>
      <inkml:brushProperty name="height" value="0.05292" units="cm"/>
      <inkml:brushProperty name="color" value="#FF0000"/>
    </inkml:brush>
  </inkml:definitions>
  <inkml:trace contextRef="#ctx0" brushRef="#br0">1153 9628 8912,'0'-17'0,"0"-6"0,0 0 0,0 2 0,0 2 0,0 2 0,0 0 0,0-1 0,-6 7 0,1-1 0,-9 9 0,3-3 0,-5 4 0,-1 2 0,0 0 0,0 0 0,0 0 0,-3 0 0,-3 0 0,-3 6 0,-9 1 0,1 3 0,-1 3 0,7 3 0,-1 1 0,-5 0 0,-6 0 0,-1 6 0,7 0 0,0 6 0,-1-6 0,1 7 0,-1 1 0,1 5 0,-1 4 0,1 8 0,0-2 0,-1 3 0,1 3 0,1 2 0,5 3 0,3-4 0,8 5 0,5-5 0,2-1 0,3-1 0,3 1 0,2-2 0,2-5 0,0 11 0,0-5 0,0-1 0,0-4 0,-2 0 0,-4-2 0,5 5 0,-5-3 0,4-4 0,2-2 0,0 2 0,2 2 0,4 2 0,5 2 0,2 0 0,-1-8 0,9-4 0,-4 4 0,10 0 0,-4-5 0,7 3 0,-1-11 0,6-1 0,5-3 0,-2 2 0,8-2 0,-8-6 0,2-7 0,-3-1 0,-3 1 0,6-6 0,0 1 0,0-3 0,-5-2 0,-1 0 0,3 0 0,1 0 0,2 0 0,0-5 0,-5-1 0,5-9 0,0-3 0,6-1 0,-4-9 0,2-5 0,4-5 0,-4-8 0,1-11 0,-1 1 0,2-7 0,-4 0 0,-7-5 0,-1-1 0,1 0 0,-9 0 0,-3 0 0,-11-5-221,-6-1 0,-5-9 221,-1-2 0,-13-1 0,5 38 0,-1 0 0,-1 0 0,-1-1 0,-1-1 0,-1 1 0,0-4 0,-1 1 0,-2-5 0,-2 1 0,0 3 0,-1 1 0,0-4 0,-2-1 0,-1 5 0,-2 1 0,0 2 0,-1 3 0,-29-33 0,-3 11 0,3 27 0,-3 7 0,-2 14 0,-1 10 0,1 5 0,0 4 0,3 10 0,10 3 0,6 5 0,12 1 0,5 6 0,11 0 0,6-2 0,12-2 0,4-2 0</inkml:trace>
  <inkml:trace contextRef="#ctx0" brushRef="#br0" timeOffset="1">1667 11170 8912,'0'-13'0,"0"0"0,0 1 0,0-1 0,2 6 0,1 2 0,1-1 0,6-1 0,-2-6 0,-1 6 0,0 2 0,-1-1 0,4 5 0,-8-5 0,7 6 0,-6 0 0,2 0 0,-5 0 0,0 0 0,6 0 0,1 0 0,6 0 0,1 0 0,2 0 0,0 1 0,5 4 0,0-4 0,4 3 0,2-2 0,2-2 0,-2 1 0,3 3 0,-1-2 0,-4 2 0,3-3 0,-7-1 0,2 0 0,-2 0 0,-3 0 0,-5 0 0,-1 0 0,1 0 0,0 0 0</inkml:trace>
  <inkml:trace contextRef="#ctx0" brushRef="#br0" timeOffset="2">2236 11094 8912,'0'-9'0,"0"1"0,6 5 0,1-2 0,5 5 0,1-5 0,-1 1 0,1 1 0,4 2 0,0 1 0,0 6 0,1-5 0,2 5 0</inkml:trace>
  <inkml:trace contextRef="#ctx0" brushRef="#br0" timeOffset="3">2653 11119 8912,'0'-12'0,"0"-1"0,0 4 0,0 1 0,0 5 0,0-4 0,1 4 0,3-1 0,3 0 0,6 4 0,0 6 0,-1 1 0</inkml:trace>
  <inkml:trace contextRef="#ctx0" brushRef="#br0" timeOffset="4">897 11006 8912,'-7'-13'0,"1"7"0,6 6 0,2 7 0,2 5 0,-1 6 0,5 3 0,-4 4 0,5 5 0,-1 2 0,-1 0 0,3 9 0,-6-3 0,6 4 0,-3 0 0,1 3 0,1-1 0,-5 0 0,3-8 0,-1-2 0,-3-5 0,2 1 0,-1-5 0,1-2 0,0-28 0,2-3 0</inkml:trace>
  <inkml:trace contextRef="#ctx0" brushRef="#br0" timeOffset="5">1187 11056 8912,'-7'-13'0,"-4"2"0,3 3 0,1 2 0,-2 6 0,0 0 0,3 0 0,0 6 0,5 2 0,-2 5 0,-1 4 0,0 1 0,4 4 0,0-1 0,0 2 0,1-4 0,3 2 0,-1-4 0,5 4 0,1-4 0,4 3 0,-1-1 0,1 1 0,4-5 0,0 2 0,-1-3 0,-3-1 0,0 4 0,-2 0 0,-1-2 0,-2-1 0,-5-1 0,1-1 0,-2 1 0,-4 0 0,-2-1 0,-5 1 0,-2 4 0,-1-1 0,-5 3 0,0-3 0,0-1 0,4 1 0,1-3 0,-1-5 0,-5 4 0,-2-5 0</inkml:trace>
  <inkml:trace contextRef="#ctx0" brushRef="#br0" timeOffset="6">1137 11043 8912,'-9'-1'0,"1"-3"0,5 2 0,9-3 0,11 5 0,12 0 0,11 0 0,9 0 0,8 0 0,6 0 0,5 0-520,-4 0 1,-27 0 0,1 0 0,32 0 0</inkml:trace>
  <inkml:trace contextRef="#ctx0" brushRef="#br0" timeOffset="7">5306 5591 8912,'-13'0'0,"5"0"0,-1 0 0,1 0 0,-5 0 0,0 0 0,5 0 0,0 0 0,5 0 0,-3-1 0,6-3 0,2 2 0,2-2 0,3-3 0,11 0 0,2-6 0</inkml:trace>
  <inkml:trace contextRef="#ctx0" brushRef="#br0" timeOffset="8">5394 5553 8912,'-4'-12'0,"0"-1"0,-6 6 0,4 0 0,-2 3 0,-3 2 0,2-2 0,-2 3 0,-2 2 0,1 3 0,2-2 0,-3 2 0,3 3 0,-7 0 0,3 1 0,2 1 0,-5-6 0,0 1 0,-5 3 0,2 0 0</inkml:trace>
  <inkml:trace contextRef="#ctx0" brushRef="#br0" timeOffset="9">4889 5541 8912,'-20'-7'0,"2"-3"0,1-3 0,0 2 0,-4 5 0,4-2 0,-7 5 0,1-1 0,-4 3 0,3 1 0,-1 0 0,4 0 0,-2 0 0,2 0 0,-1 0 0,5 0 0,0 4 0,4 0 0,1 0 0,-1-4 0,-5 6 0,-2 1 0</inkml:trace>
  <inkml:trace contextRef="#ctx0" brushRef="#br0" timeOffset="10">4181 5591 8912,'-25'-1'0,"1"-2"0,2-1 0,1 1 0,4 2 0,-4 1 0,-2 0 0,-6 0 0,2-2 0,-2-2 0,2-3 0,2-6 0</inkml:trace>
  <inkml:trace contextRef="#ctx0" brushRef="#br0" timeOffset="11">3272 5642 8912,'-18'0'0,"2"-2"0,-5-2 0,4 3 0,-4-4 0,-1 4 0,-2 1 0,-1 0 0,-1 0 0,1 0 0</inkml:trace>
  <inkml:trace contextRef="#ctx0" brushRef="#br0" timeOffset="12">2653 5705 8912,'-25'0'0,"1"0"0,1 0 0,2 0 0,0 0 0,-3 0 0,2 1 0,1 3 0,4-2 0,-4 2 0,1 2 0,-2-1 0,2 1 0,2-1 0,1 0 0,4-5 0,1 0 0</inkml:trace>
  <inkml:trace contextRef="#ctx0" brushRef="#br0" timeOffset="13">2185 5755 8912,'-12'0'0,"-2"0"0,-2 0 0,-1 0 0,1-1 0,3-3 0,-4 2 0,-1-2 0,0 3 0,-1 1 0,-2 0 0,5 0 0,-1 1 0,4 3 0,0-2 0,1 2 0,5-3 0,1-1 0,6 0 0</inkml:trace>
  <inkml:trace contextRef="#ctx0" brushRef="#br0" timeOffset="14">1857 5743 8912,'-17'0'0,"0"-2"0,2-2 0,5 3 0,2-4 0,5 4 0,-3 1 0,6 0 0,0 0 0,-5 6 0,-2 1 0</inkml:trace>
  <inkml:trace contextRef="#ctx0" brushRef="#br0" timeOffset="15">1819 5730 8912,'0'-13'0,"-1"1"0,-4-1 0,4 0 0,-3 1 0,-3 5 0,-2 3 0,-2 2 0,-1 2 0,0 2 0,4 2 0,-3 3 0,2 5 0,2 3 0,0 0 0,2 2 0,2-2 0,-3 3 0,2-1 0,0 0 0,4-4 0,0-1 0,1 0 0,3-4 0,-2-1 0,2-3 0,3-2 0,1 2 0,4-3 0,0-2 0,1-3 0,1-3 0,3-6 0,-3 0 0,3 1 0,1-2 0,-1-3 0,-5 3 0,-5-3 0,-1 3 0,-3 1 0,-2 1 0,-1-1 0,-1 5 0,-3-1 0,-3 6 0,-6-1 0,-4 3 0,0 1 0,-4 1 0,4 2 0,1 3 0,-3 1 0,5 1 0,-3 5 0,5 4 0,3-1 0,0 1 0,4-4 0,1-1 0,4 1 0,0 0 0,0-1 0,4-3 0,1-1 0,4-5 0,0 1 0,2-4 0,2-4 0,3 1 0,1-5 0,0 4 0,-4-5 0,-1-1 0,1-1 0,-5-2 0,1 1 0,-6-1 0,1 1 0,2-1 0,-2 0 0,0 1 0,-4-1 0,-1 0 0,-4 1 0,3-1 0,-7 1 0,1-1 0,-5 5 0,0-1 0,5 6 0,0-1 0,-1 4 0,-2 6 0,1 5 0,2 4 0,5 4 0,-1-3 0,2-2 0,2 3 0,0 2 0,0-3 0,2 1 0,2-4 0,-1-2 0,5-3 0,2-2 0,1 0 0,3-5 0,3 3 0,-3-4 0,3-4 0,-4 1 0,-5-5 0,2-1 0,-5-3 0,1-1 0,0 1 0,-2-5 0,-4 0 0,-4 0 0,-1 4 0,-4-3 0,0-1 0,-2 6 0,-2 5 0,1 2 0,-1 0 0,-1 1 0,-3 7 0,2 9 0,-6 8 0,5 2 0,-1 3 0,8-1 0,0 0 0,8-1 0,1-2 0,8-2 0,8-2 0,5-2 0,8-8 0,9-2 0,13-12 0,6-1 0</inkml:trace>
  <inkml:trace contextRef="#ctx0" brushRef="#br0" timeOffset="16">240 5326 8912,'1'-13'0,"4"1"0,3-1 0,3 2 0,1 1 0,-4 2 0,3 5 0,-1-1 0,4 2 0,3 2 0,0 0 0,-3 2 0,1 1 0,2 1 0,0 6 0,-4-2 0,-1 3 0,1 2 0,-6-1 0,-3 1 0,2 0 0,-2-1 0,-1 1 0,-2 0 0,-1-1 0,0 1 0,-4-1 0,0 1 0,-5 0 0,5-1 0,-2 1 0,2 0 0,1-5 0,-4 0 0,2 2 0,1-3 0,4 2 0,0-7 0,5 8 0,4-6 0,3 1 0,5-5 0,-2 1 0,7 3 0,-6-1 0,5 5 0,-1-3 0,1 3 0,-3-4 0,-6 5 0,-3-1 0,0-1 0,-6 4 0,1-2 0,-4 2 0,-4 2 0,-8 1 0,-4 2 0,-7-2 0,2 3 0,-7 2 0,-1-3 0,0 1 0,8-4 0,-1-2 0,5-3 0,3-2 0,4 0 0,-1-5 0,10 3 0,-4-8 0,15-4 0,7-9 0,6-3 0,2-11 0,0-1 0</inkml:trace>
  <inkml:trace contextRef="#ctx0" brushRef="#br0" timeOffset="17">745 5427 8912,'-4'-13'0,"0"1"0,-6 5 0,2 3 0,1 2 0,-2 2 0,1 0 0,-5 0 0,1 2 0,-1 2 0,6 3 0,3 5 0,2 1 0,2 0 0,2 1 0,2 3 0,4-3 0,9 2 0,-1 0 0,5 1 0,0-3 0,4 2 0,-4 0 0,0-1 0,0 2 0,-1-1 0,-2-1 0,-5 2 0,-1-3 0,1 3 0,-6-2 0,-3 2 0,-8-3 0,-5 3 0,-7-3 0,-5-2 0,-7 1 0,-2 0 0,1-2 0,5-1 0,1-3 0,2-2 0,6 0 0,-9-17 0,4-2 0</inkml:trace>
  <inkml:trace contextRef="#ctx0" brushRef="#br0" timeOffset="18">745 5364 8912,'0'-13'0,"0"1"0,0-1 0,0 0 0,0-1 0,3-1 0,6-2 0,7-1 0,18 1 0,8 2 0,17-6 0,-25 10 0,1-1-945,8-2 0,2-1 945,3 2 0,1-1 0,13-9 0,1-2 0,1 2 0,0 0 0</inkml:trace>
  <inkml:trace contextRef="#ctx0" brushRef="#br0" timeOffset="19">8375 13946 8912,'-8'-7'0,"-1"3"0,0 3 0,2 1 0,0-2 0,0-1 0,0-1 0,2 0 0,-3 4 0,0 0 0,-4-1 0,2-2 0,2-1 0,4-1 0,-5 5 0,5 0 0,-4 0 0,4 0 0,-5 0 0,5 0 0,-4 0 0,-1 5 0,-4 0 0,-1 1 0,-2-1 0,0 5 0,-5-1 0,0-2 0,-4 1 0,1-1 0,3 2 0,-9 2 0,4-4 0</inkml:trace>
  <inkml:trace contextRef="#ctx0" brushRef="#br0" timeOffset="20">7592 14072 8912,'-24'-1'0,"2"-2"0,1-2 0,-2-2 0,-1 4 0,-1-1 0,0 2 0,0 2 0,-5 0 0,1 0 0,-1 6 0,5 2 0,0-1 0,-1 2 0,7-1 0,2 3 0,1-1 0,0-1 0,6-7 0,-3 3 0,-2-4 0,-5-1 0</inkml:trace>
  <inkml:trace contextRef="#ctx0" brushRef="#br0" timeOffset="21">6670 14110 8912,'-32'-5'0,"1"3"0,5-2 0,1-1 0,1 0 0,3 4 0,4 4 0,-2 0 0,-2 5 0,1 0 0,-1 5 0,0-5 0,-4-1 0,-2 0 0,-2 0 0,2-4 0,-4 8 0,6-4 0</inkml:trace>
  <inkml:trace contextRef="#ctx0" brushRef="#br0" timeOffset="22">5849 14161 8912,'-32'-6'0,"2"-2"0,3-2 0,2 2 0,5-2 0,4 6 0,2-1 0,1 5 0,0 0 0,1 0 0,-1 0 0,0 0 0,1 0 0,3 2 0,1 2 0,-2-3 0,-7 4 0,3-4 0,-3-1 0,-2 0 0,-2 0 0,-3 6 0,-1 1 0</inkml:trace>
  <inkml:trace contextRef="#ctx0" brushRef="#br0" timeOffset="23">5167 14148 8912,'-33'0'0,"3"0"0,4 0 0,1 0 0,0 0 0,1 0 0,3 0 0,-2 0 0,6 0 0,-1 0 0,1 0 0,3 6 0,-2 2 0,1 3 0,-1-2 0,-1-1 0,0-1 0,4 2 0,1-2 0,-1-3 0,-5-3 0,-2 5 0</inkml:trace>
  <inkml:trace contextRef="#ctx0" brushRef="#br0" timeOffset="24">4232 14262 8912,'-49'-6'0,"2"-2"0,-5-2 0,5 2 0,0 3 0,3 4 0,0 1 0,2 0 0,3 4 0,-3 0 0,4 6 0,4-1 0,-1 2 0,5 1 0,2 1 0,7 0 0,3-5 0,5 0 0,1 2 0,5-4 0,-5-12 0,5-8 0</inkml:trace>
  <inkml:trace contextRef="#ctx0" brushRef="#br0" timeOffset="25">3335 14287 8912,'-25'0'0,"1"-4"0,3 0 0,-2-1 0,6 5 0,-4 0 0,3 0 0,-1 2 0,-4 2 0,-1-1 0,-1 5 0,4-5 0,0 1 0,0-2 0,1-2 0,-2 0 0,5 0 0,0 0 0,4 0 0,-3-6 0,-1-2 0,-6-4 0,4 0 0,-7-1 0</inkml:trace>
  <inkml:trace contextRef="#ctx0" brushRef="#br0" timeOffset="26">2716 14287 8912,'-20'0'0,"2"0"0,5 0 0,1 0 0,-1 0 0,5 0 0,-1 0 0,5 0 0,-4 0 0,3 0 0,-3 0 0,0 0 0,-5 0 0,0 0 0,1 1 0,-1 4 0,0-4 0,1 3 0,-1-2 0,1-2 0,-7 5 0,0 2 0</inkml:trace>
  <inkml:trace contextRef="#ctx0" brushRef="#br0" timeOffset="27">2223 14287 8912,'-24'-1'0,"3"-4"0,3 3 0,6-5 0,-1 1 0,4 2 0,1 4 0,5-6 0,-2 5 0,5-5 0,0 8 0,0 2 0,-6-1 0,-2 5 0,-4 0 0,0 5 0,-1-2 0,0-2 0,-1 2 0,-2-3 0,-3-2 0,-2-2 0,-3-2 0,-1-2 0,-7 0 0</inkml:trace>
  <inkml:trace contextRef="#ctx0" brushRef="#br0" timeOffset="28">1794 14325 8912,'-11'-2'0,"2"-2"0,-2 3 0,5-6 0,-2 3 0,2 2 0,6-9 0,0 10 0,0-5 0,0 6 0,0 6 0,0 1 0,0 1 0,0 0 0,0-5 0,0 3 0,2-6 0,2 0 0,3-6 0,1-1 0,1-5 0,-6-1 0,2 0 0,-5 1 0,0 3 0,0 1 0,0 5 0,-1-2 0,-3 5 0,-5 0 0,-2 5 0,-2 4 0,1 3 0,-1 5 0,5-3 0,-1 3 0,5 1 0,-4-1 0,5 4 0,-1-4 0,2 0 0,2-5 0,0 1 0,2-5 0,2 1 0,3-7 0,5 3 0,7-10 0,2-3 0,3-7 0,1-2 0,-4-4 0,-1 3 0,-2-1 0,-3 1 0,-1-3 0,-1 4 0,-6-4 0,-3 4 0,-5 1 0,-8 3 0,1 2 0,-9 2 0,-3 2 0,-1 3 0,2 3 0,-2-4 0,0 5 0,1 5 0,-3 2 0,7 5 0,-1 1 0,4 0 0,0 3 0,1 1 0,5 1 0,3-1 0,-2-3 0,2 3 0,0-3 0,9-3 0,4-2 0,2-5 0,1-3 0,1-1 0,1-4 0,3 0 0,-3-7 0,3-2 0,1 0 0,-1-3 0,0 2 0,-5 1 0,0-4 0,-3 0 0,-1 2 0,-3 1 0,-1 1 0,-4 1 0,0 3 0,0 1 0,-5 5 0,-4-1 0,-2 8 0,-2 4 0,1 5 0,-1 4 0,1-3 0,-1 3 0,4 1 0,1-1 0,5 0 0,-1-5 0,3 1 0,1 0 0,0-6 0,5 4 0,2-4 0</inkml:trace>
  <inkml:trace contextRef="#ctx0" brushRef="#br0" timeOffset="29">1086 13972 8912,'-1'-13'0,"-2"0"0,-2 1 0,-1-1 0,-1 0 0,0 1 0,-2 1 0,-3 2 0,-1 5 0,1 3 0,-1 2 0,0 3 0,1 5 0,0 7 0,3 4 0,0 1 0,-1 0 0,5 4 0,1 5 0,2-1 0,2-4 0,0 2 0,0 3 0,6-4 0,2 4 0,8-4 0,0 0 0,3-5 0,-2-2 0,4 1 0,2-1 0,-1-3 0,-1 1 0,-6-3 0,2-2 0,-3 1 0,-1 0 0,-6-1 0,-2 1 0,-6-1 0,-5 1 0,-6 0 0,-3 4 0,-6-1 0,0 3 0,-4-3 0,0-2 0,1 3 0,3-3 0,4-1 0,3-6 0,1-3 0,1-2 0,5-14 0,-4-7 0,4-14 0</inkml:trace>
  <inkml:trace contextRef="#ctx0" brushRef="#br0" timeOffset="30">834 13908 8912,'0'-12'0,"1"1"0,3 2 0,9 4 0,9 3 0,7-1 0,4-1 0,16-6 0,10 2 0,-21 0 0,1-1-205,9-1 0,1-1 0,5-1 0,2-1 0,8-2 0,2-1 205,2-2 0,-1-2 0,-3-3 0,-2-3 0,1-3 0,-1 0 0</inkml:trace>
  <inkml:trace contextRef="#ctx0" brushRef="#br0" timeOffset="31">11142 8873 8912,'8'0'0,"-1"-2"0,0-1 0,0-2 0,3-2 0,-3 3 0,2-5 0,-1 1 0,5-5 0,-6 6 0,-2 0 0,-5 3 0,0 2 0,0-3 0,0 5 0,0 0 0,-5 0 0,-2 0 0,-6 0 0,-4 1 0,0 3 0,-7-2 0,-1 2 0,-2 2 0,-6-2 0,-1 0 0,-4-2 0,0 0 0,0 3 0,-5-1 0,-3-4 0,-2 4 0,2 0 0,-4 0 0,4-4 0,1 0 0,-1 0 0,7 0 0,1 0 0,0 0 0,5 0 0</inkml:trace>
  <inkml:trace contextRef="#ctx0" brushRef="#br0" timeOffset="32">9929 8898 8912,'-13'-13'0,"1"2"0,-2 1 0,-3 2 0,3 5 0,-3-1 0,-3 2 0,-2 2 0,-6 2 0,-6 2 0,-2 3 0,-2 6 0,0-6 0,0-3 0,-5 3 0,-2 0 0</inkml:trace>
  <inkml:trace contextRef="#ctx0" brushRef="#br0" timeOffset="33">8729 8860 8912,'-32'-13'0,"1"5"0,6 0 0,-5 3 0,1-2 0,-1 2 0,-1 2 0,3 6 0,-5 1 0,0 4 0,-3-3 0,-2-3 0,3 5 0,-9 0 0</inkml:trace>
  <inkml:trace contextRef="#ctx0" brushRef="#br0" timeOffset="34">7617 8873 8912,'-21'-6'0,"2"-2"0,-1-2 0,0 1 0,5 0 0,-3 4 0,1 3 0,0 0 0,-5 2 0,0 0 0,3 0 0,-1 0 0,1 0 0,-1 0 0,-1 0 0,1-5 0,2-3 0</inkml:trace>
  <inkml:trace contextRef="#ctx0" brushRef="#br0" timeOffset="35">6531 8910 8912,'-25'-1'0,"1"-2"0,3-1 0,4 1 0,2 2 0,-2 1 0,-3 0 0,-5 0 0</inkml:trace>
  <inkml:trace contextRef="#ctx0" brushRef="#br0" timeOffset="36">5482 9024 8912,'-42'0'0,"2"0"0,2 0 0,4 1 0,2 4 0,0 3 0,3-2 0,0-2 0,4-3 0,4-1 0,2 0 0,7 0 0</inkml:trace>
  <inkml:trace contextRef="#ctx0" brushRef="#br0" timeOffset="37">4106 9062 8912,'-57'0'0,"5"0"0,8 0 0,4-1 0,9-2 0,8-1 0,-1-1 0,3 5 0,-2 0 0,2 0 0,-1 0 0,5 0 0,0-4 0,4-2 0,1-1 0,-7-1 0,0-5 0</inkml:trace>
  <inkml:trace contextRef="#ctx0" brushRef="#br0" timeOffset="38">3272 9024 8912,'-20'11'0,"2"-2"0,1-5 0,0-3 0,-1-2 0,3-2 0,-4-3 0,0-1 0,-2 5 0,-5-3 0,-5 4 0,-1 1 0,0 0 0,2 0 0,0 0 0,0 0 0,1 1 0,3 4 0,2-4 0,3 3 0,3-2 0,6-2 0,-7-6 0,5-1 0,-4-6 0</inkml:trace>
  <inkml:trace contextRef="#ctx0" brushRef="#br0" timeOffset="39">2375 9037 8912,'-25'19'0,"-5"-2"0,1-8 0,3-4 0,5-5 0,6 0 0,-2 0 0,3-4 0,1 0 0,6 0 0,-2 2 0,4-2 0,1 1 0,4-5 0,0-2 0,0 3 0,0-2 0,0 1 0,-5-5 0,-2 1 0</inkml:trace>
  <inkml:trace contextRef="#ctx0" brushRef="#br0" timeOffset="40">1945 9062 8912,'-25'13'0,"0"-6"0,0-3 0,4-3 0,-1-1 0,7 0 0,-2 0 0,3 0 0,2 0 0,3 0 0,1 0 0,5 0 0,-3 0 0,6 0 0,6 0 0,1-5 0,6-2 0,-1-6 0</inkml:trace>
  <inkml:trace contextRef="#ctx0" brushRef="#br0" timeOffset="41">1819 9049 8912,'8'0'0,"1"0"0,-6 0 0,2-5 0,-5-2 0,0-6 0,-5 0 0,-4 1 0,2 5 0,-1 3 0,5-3 0,-8 5 0,4-8 0,-6 6 0,1 1 0,3 2 0,1 1 0,3 0 0,-3 0 0,4 4 0,-5 0 0,5 6 0,-4-1 0,5-2 0,-1 1 0,2 2 0,2 1 0,0 2 0,0-1 0,0-3 0,0-1 0,0 1 0,6 3 0,1-5 0,6-3 0,-5-2 0,0-2 0,2 0 0,2 0 0,0-6 0,1-2 0,-2 1 0,-3-2 0,2 1 0,-6-5 0,1 1 0,-5-1 0,-2 2 0,-2 2 0,-3 4 0,-6 5 0,-1 0 0,-2 0 0,0 5 0,-5 4 0,6 2 0,-4 2 0,3-1 0,-1 1 0,1 4 0,8 0 0,-2-1 0,6-3 0,0 0 0,4-1 0,0 1 0,1-6 0,3-3 0,5-2 0,6-4 0,2-2 0,5-3 0,-1-6 0,-1-4 0,1 1 0,-4-1 0,4 4 0,-10 1 0,2-1 0,-2 0 0,-5 1 0,-2-1 0,-4 6 0,-4 3 0,-3 1 0,-6-1 0,0 2 0,1-2 0,-5 4 0,0 4 0,0-1 0,5 6 0,-1-1 0,0 5 0,1-1 0,-1 1 0,6-5 0,3 1 0,2-1 0,2 5 0,3-6 0,6-3 0,9-3 0,9-1 0,11 0 0,8 0 0,3-11 0,1-3 0</inkml:trace>
  <inkml:trace contextRef="#ctx0" brushRef="#br0" timeOffset="42">670 8746 8912,'-7'-12'0,"1"-1"0,2 1 0,-1-1 0,1 4 0,6 2 0,2 2 0,7-4 0,6 5 0,0 0 0,1-2 0,0 5 0,5-3 0,-4 2 0,0 2 0,-3 0 0,-3 0 0,-2 2 0,-1 2 0,-1 4 0,-8 5 0,-1 4 0,-6 3 0,-8 6 0,-1 2 0,-2 2 0,-5 1 0,1-2 0,1-1 0,-1 6 0,5-10 0,0 1 0,6-4 0,1 0 0,7-3 0,-3-5 0,4-5 0,1 1 0,11-7 0,6 3 0,7-10 0,5-3 0,4-3 0,6-3 0,3-2 0,4-1 0,-2-4 0,-2 5 0,-3-7 0,-1 3 0</inkml:trace>
  <inkml:trace contextRef="#ctx0" brushRef="#br0" timeOffset="43">1200 8595 8912,'-13'4'0,"1"0"0,-1-1 0,1 0 0,-1 1 0,0 3 0,6 6 0,3-1 0,3 1 0,1 0 0,0-1 0,4 1 0,0 0 0,4-1 0,-2 1 0,1-1 0,3 1 0,1-5 0,2 1 0,-5-2 0,1 1 0,-5 2 0,4-6 0,-3 2 0,3-2 0,-4-2 0,5 2 0,-7-3 0,4-1 0,-6 0 0,0 0 0,0-5 0,-4 2 0,0-6 0,-1 6 0,0-8 0,3 10 0,-3-6 0,5 3 0,-6 2 0,5-3 0,-6 5 0,2 0 0,4 0 0,-5 0 0,6-6 0,-5 5 0,-2-5 0</inkml:trace>
  <inkml:trace contextRef="#ctx0" brushRef="#br0" timeOffset="44">1124 8671 8912,'-12'-7'0,"3"-5"0,1 4 0,5 1 0,-1-1 0,2 5 0,4-3 0,2 6 0,3 0 0,6 0 0,-1 0 0,1 0 0,0 0 0,-1 0 0,1 2 0,-1 2 0,-3-1 0,-1 5 0,-3-1 0,3 1 0,-5 4 0,2-4 0,1 3 0,-5 2 0,4 0 0,-5-1 0,-5 1 0,3-1 0,-7 1 0,5-5 0,-4 1 0,3-2 0,-3 1 0,5 3 0,-1-2 0,1-2 0,-1 1 0,2-3 0,-2 3 0,3-4 0,2 3 0,3-1 0,-1-1 0,6 0 0,-1-4 0,5 3 0,-1 3 0,1-4 0,0 5 0,-1-3 0,1 3 0,-5-4 0,1 5 0,-6-1 0,1 5 0,-3-1 0,-1 1 0,-10 5 0,-2 3 0,-9-1 0,0 1 0,1 0 0,-1 4 0,4-4 0,-4 0 0,6-4 0,-2 4 0,3-5 0,1 0 0,0-7 0,1-4 0</inkml:trace>
  <inkml:trace contextRef="#ctx0" brushRef="#br0" timeOffset="45">13542 10614 8912,'-24'0'0,"2"2"0,1 1 0,-3 1 0,-4-1 0,-6-2 0,-8 5 0,-3 1 0</inkml:trace>
  <inkml:trace contextRef="#ctx0" brushRef="#br0" timeOffset="46">12809 10703 8912,'-63'5'0,"24"-4"0,-2 0 0,-1 1 0,0 1 0</inkml:trace>
  <inkml:trace contextRef="#ctx0" brushRef="#br0" timeOffset="47">21494 4659 8912,'0'-26'0,"-8"1"0,4 8 0,-5-1 0,1 1 0,0 0 0,4 0 0,-1 0 0,1-1 0,2 7 0,2-1 0,0 9 0,0-3 0,0 14 0,0 9 0,0 10 0,0 7 0,0 6 0,0 6 0,0 4 0,6 1 0,-1 1 0,1-6 0,-6-1 0,6-6 0,2 1 0,1-6 0,5-5 0,-5-1 0,3-10 0,5-5 0,6-13 0,7 0 0,-1 0 0,-2-15 0,1-8 0,-1-8 0,2-3 0,-2-1 0,-4 1 0,-10 2 0,2 3 0,-5 6 0,-6 4 0,-2 7 0,-2 1 0,2 9 0,3 2 0,-3 8 0,4 9 0,-2 8 0,1 3 0,-1 3 0,8 0 0,1-3 0,2 3 0,5-6 0,2-3 0,-2-10 0,3-6 0,1-4 0,-1-2 0,6-10 0,-6-7 0,0-8 0,-6-9 0,-2-3 0,-3-3 0,-4-4 0,-8-7 0,-2-1 0,-4 1 0,-2-1 0,-3 0 0,-8 8 0,7 4 0,-7 17 0,8 6 0,3 11 0,0 8 0,8 16 0,0 8 0,0 14 0,8 2 0,5 6 0,6-4 0,4-2 0,8-2 0,-4-5 0</inkml:trace>
  <inkml:trace contextRef="#ctx0" brushRef="#br0" timeOffset="48">22578 4763 8912,'0'-27'0,"0"4"0,0 4 0,0 2 0,0 7 0,-2 2 0,-4 8 0,4 10 0,-4 7 0,5 16 0,1 12 0,0 3 0,0-2 0,0 4 0,0-4 0,0-4 0,0-2 0,1-4 0,5-2 0,-4-7 0,13 6 0,-5-7 0</inkml:trace>
  <inkml:trace contextRef="#ctx0" brushRef="#br0" timeOffset="49">22440 4573 8912,'-2'-34'0,"-2"2"0,-1 3 0,1 6 0,-6 4 0,8 9 0,-3 3 0,10 7 0,13 7 0,10 5 0,10 9 0,3 2 0,5 2 0,-4-4 0,2 1 0,-6 1 0,4-5 0</inkml:trace>
  <inkml:trace contextRef="#ctx0" brushRef="#br0" timeOffset="50">22974 4677 8912,'-18'9'0,"1"-1"0,0-8 0,-6 2 0,0 3 0,-6 5 0,6 7 0,-7 2 0,3 6 0,-2 8 0,1 5 0,9 8 0,1-6 0,3 6 0,9-6 0,1 0 0,5-6 0,7-13 0,5-4 0,9-11 0,2 0 0,7-6 0,-1-6 0,3-5 0,5-12 0,1-8 0,2-7 0,-2-4 0,-9-4 0,2-4 0,-8 5 0,2-13 0,-3-5 0,-8 2 0,3-2 0,-11 2 0,0-2 0,-5-2 0,-1 8 0,0 15 0,0 13 0,-7 16 0,-5 7 0,5 19 0,1 10 0,4 10 0,2 7 0,0 11 0,0 12 0,0-2 0,0 2 0,6-7 0,0 1 0,5 2 0,-5-1 0,7-7 0,-1-5 0,3-13 0,2-1 0,0-5 0,0-6 0,1-4 0,-1-5 0,6-5 0,0-7 0,7-9 0,-1-9 0,4-14 0,1-12 0</inkml:trace>
  <inkml:trace contextRef="#ctx0" brushRef="#br0" timeOffset="51">23559 4281 8912,'0'-27'0,"0"-3"0,0 7 0,0 6 0,0 5 0,0 8 0,0 6 0,0 15 0,0 8 0,0 10 0,0 9 0,0 7 0,-6 1 0,0 5 0,0 2 0,6-1 0,0 1 0,0-2 0,0 2 0,0 4 0,0-7 0,0-8 0,0-1 0,0-7 0,0 4 0,0-9 0,0-12 0,0-8 0,0-5 0</inkml:trace>
  <inkml:trace contextRef="#ctx0" brushRef="#br0" timeOffset="52">23335 4866 8912,'-10'-8'0,"3"-2"0,7-7 0,-6 6 0,0-1 0,1 7 0,5-7 0,9 1 0,8-6 0,12 1 0,9 5 0,6-10 0,8 4 0,5-4 0,1 3 0,7-5 0,-2 0 0,2-7 0,-2 1 0,-10-1 0,-7 1 0,-13-2 0,1 9 0,-13 4 0,-4 7 0,-7 7 0,-18-2 0,-3 10 0,-4 4 0,-3 1 0,5 3 0,-4 5 0,9 2 0,-9 4 0,3-2 0,-3 8 0,0-1 0,0 7 0,5-1 0,1 1 0,-1-1 0,-5 0 0,6-5 0,-1 0 0,8-6 0,-1 5 0,3-7 0,2 2 0,2-6 0,3-5 0,9-6 0,7-5 0,0-4 0,8-9 0,-3-1 0,3-16 0,2 6 0,-8-5 0,5 7 0,-5-2 0,0 4 0,-6 1 0,1 3 0,-1 4 0,0-5 0,0 14 0,0-3 0,-1 10 0,-5 7 0,4 3 0,-5 2 0,0 1 0,-5-1 0,3 0 0,-2 0 0,-1 0 0,-5 0 0,0 1 0</inkml:trace>
  <inkml:trace contextRef="#ctx0" brushRef="#br0" timeOffset="53">22062 3318 8912,'-12'0'0,"1"0"0,-1 2 0,3 4 0,-5 11 0,8 14 0,3 5 0,1 4 0,4 10 0,1 1 0,3 10 0,-2 6 0,4 0 0,-3-4 0,-1-5 0,-2-5 0,-2-9 0,0-4 0,0-4 0,0-17 0,6-5 0,0-20 0,7-5 0,-2-14 0,5-8 0,1-5 0,0-10 0,0 3 0,-1-3 0,-5 2 0,4 6 0,-3 11 0,-3 4 0,3 8 0,-1 2 0,5 5 0,-5 10 0,4 10 0,-3 13 0,1 11 0,-1 12 0,3 2 0,-3-2 0,9 1 0,2-7 0,5 1 0,-5-7 0,6-9 0,-6-8 0,2-2 0,-4-9 0,2-2 0,-2-10 0,-10-5 0,3-10 0,-9-2 0,3-8 0,-2 3 0,-4 1 0,3-2 0,-3 2 0,-2-1 0,2-3 0,4 8 0,-4 6 0,3 6 0,-1 9 0,2 2 0,-4 7 0,4 10 0,1 6 0,-1 0 0,2 6 0,-3-6 0,-3 6 0,6-7 0,-2 0 0,0-3 0,1 4 0,-1-1 0,-4-4 0,4-7 0,-5-7 0,-1 4 0,0-8 0</inkml:trace>
  <inkml:trace contextRef="#ctx0" brushRef="#br0" timeOffset="54">22492 3559 8912,'-10'-11'0,"4"-1"0,5 8 0,10-3 0,8 7 0,8 0 0,10 0 0,5 2 0,0 3 0,0-3 0,2 13 0,2-5 0</inkml:trace>
  <inkml:trace contextRef="#ctx0" brushRef="#br0" timeOffset="55">22956 3593 8912,'-17'10'0,"0"-4"0,5-3 0,1 1 0,-2 4 0,-3 1 0,1 3 0,4 5 0,-3 2 0,7 2 0,-1 2 0,0-2 0,2-2 0,6-2 0,0 1 0,0-1 0,6 0 0,2-2 0,1-3 0,5-6 0,3 1 0,6-1 0,-2 0 0,8-6 0,-3 0 0,3 0 0,2 7 0,-8 5 0,5 3 0,-5 2 0,0 2 0,-6 4 0,-1-2 0,-5 8 0,-5 3 0,-4 7 0,-4-9 0,-4 5 0,-11-5 0,-12 5 0,1-3 0,-7-3 0,10-1 0,-9-9 0,3-5 0,5-5 0,-5-3 0,8-6 0,0-4 0,6-7 0,7-8 0,3-16 0</inkml:trace>
  <inkml:trace contextRef="#ctx0" brushRef="#br0" timeOffset="56">23301 3525 8912,'1'-20'0,"3"-1"0,2-1 0,-2 1 0,-2 1 0,-2 3 0,0 8 0,2 11 0,1 13 0,5 8 0,2 4 0,-6 7 0,1 6 0,3 6 0,-2-6 0,-1 6 0,-5-6 0,0 0 0,0-6 0,0 7 0,0-1 0,0-6 0,0-5 0,0-8 0,0 4 0,0-16 0,0-1 0,-2-22 0,-3-3 0,3-4 0,-4 4 0,4 0 0,2 0 0,0 5 0,0 1 0,0 7 0,0-6 0,0 5 0,0 3 0,0-6 0,0 6 0,0-4 0,0 5 0,0-7 0,0 8 0,0 0 0,0 8 0,0-7 0,0 9 0,0-4 0,0-2 0,0 7 0,0 0 0,0 7 0,0-1 0,0 0 0,0 0 0,-6-5 0,1-1 0,-1 1 0,6 5 0,0 0 0,0-7 0,0-3 0,0-7 0,2-7 0,2-5 0,1-3 0,9-2 0,-3-1 0,5-1 0,1-2 0,0-2 0,0 2 0,-5 8 0,-1 2 0,1 1 0,5-1 0,-6 3 0,1 8 0,-1 0 0,6 2 0,-1 5 0,-5 11 0,5 1 0,-5 9 0,4-7 0,3 2 0,-1 2 0,0-2 0,6 0 0,0-6 0,5-5 0,-5-1 0,2-7 0,-2 2 0,-2-6 0,8-6 0,-8-4 0,2-7 0,2-2 0,-2-4 0,-6 2 0,-7-8 0,-1 1 0,1 1 0,-7-5 0,3 3 0,-6 2 0,-6-1 0,-3 7 0,-10 0 0,-4 7 0,4 7 0,-4 7 0,4 1 0,1 5 0,-5 9 0,1 8 0,4 10 0,7-1 0,-1 7 0,3-1 0,1-2 0,8-2 0,2 1 0,4-1 0,3-5 0,9 0 0,6-10 0,5-2 0,9-2 0,3-9 0,-1 0 0,-6-6 0,6-8 0,0-4 0,1-5 0,-7-6 0,-2 2 0,-3-7 0,4-1 0,-7-5 0</inkml:trace>
  <inkml:trace contextRef="#ctx0" brushRef="#br0" timeOffset="57">24264 3697 8912,'-9'0'0,"1"0"0,0 0 0,8 0 0,0 1 0,10 3 0,5 2 0,2 7 0,1-1 0,1 5 0,4 6 0,-2-2 0,6 10 0,-3 3 0,-3 4 0,-7 2 0,-3-5 0,-7-7 0,2 1 0,-4-6 0,-2 4 0,0-3 0,-8-8 0,0-11 0,-3-10 0,3-12 0,8-12 0,2-11 0,4-6 0,7-4 0,8-1 0,-1-1 0,2 0 0,5 3 0,2 3 0,3-2 0,3 8 0,-1 6 0,1 5 0,-1 8 0,0-2 0,1 4 0,-1 2 0</inkml:trace>
  <inkml:trace contextRef="#ctx0" brushRef="#br0" timeOffset="58">28635 17984 8912,'-2'-15'0,"-3"3"0,3-3 0,-6 11 0,6-7 0,-4-3 0,4 5 0,-5-1 0,-1 3 0,4-5 0,-5 4 0,-1 1 0,1-1 0,-3-3 0,-5 5 0,0 2 0,-2-3 0,-4 1 0,2 0 0,-8 6 0,-2 0 0,-1 0 0,-4 0 0,-5 0 0,-1 0 0,-4 0 0,-3 2 0,3 4 0,2-4 0,-2 5 0,0-1 0,2 0 0,-6-1 0,5-5 0,-5 6 0,-2 0 0,-5 2 0,-1-3 0,-7-3 0,2 4 0,-4-4 0,-1-2 0,4 0 0,3 2 0,0 2 0,0 1 0,5 1 0,-1-6 0,4 0 0,1 0 0,-5 0 0,-1 0 0,-5 0 0,4 2 0,0 2 0,-1 2 0,-5-1 0,2-5 0,-9 0-151,-3 0 1,-2 0 150,3 0 0,5 0 0,0 0 0,2 0 0,10 0 0,2 0 0,7 0 0,4 0 0,2 0 0,2 0 0,5 0 0,6 0 0,1 0 0,12 0 0,-1 0 0,2 0 0,7 0 0,3 0 0,10 0 150,-3 0 1,8 0-151,-5 0 0,-3 0 0,6 0 0,-8 0 0,0 0 0,8 0 0,1 0 0,8 0 0,3 0 0,3 0 0,3-7 0,9-3 0</inkml:trace>
  <inkml:trace contextRef="#ctx0" brushRef="#br0" timeOffset="59">26260 17503 8912,'2'-16'0,"2"3"0,2 2 0,-2-3 0,-2-1 0,-2-2 0,0-1 0,0 1 0,0 6 0,0-1 0,0 9 0,0-5 0,0 8 0,-8 0 0,-2 2 0,-7 4 0,-6 3 0,0 8 0,-5-5 0,5-1 0,-8 1 0,2 5 0,-3 0 0,-2 0 0,-1 0 0,1 1 0,-3 1 0,-3 4 0,4-4 0,-4 4 0,-2-2 0,1 2 0,-6-2 0,1 7 0,2-5 0,-2 6 0,8-6 0,-2 5 0,3-1 0,3 2 0,7-4 0,4-8 0,4 0 0,2 0 0,5-1 0,1-5 0,7 4 0,-4-13 0,8 6 0,8-8 0,-6-8 0,6 6 0,-8-5 0,1 7 0,5 0 0,-4 2 0,4 3 0,-4-1 0,0 6 0,3-3 0,-1 5 0,8-7 0,-7 9 0,7-3 0,-1-1 0,7 1 0,-1-1 0,0 1 0,0 5 0,0-5 0,6 4 0,0 3 0,8-1 0,-2 2 0,3 4 0,10-4 0,-4 8 0,6-6 0,-2 2 0,6 7 0,-6-9 0,4 8 0,4-8 0,-4 2 0,2-10 0,-3-1 0,3-3 0,-9 3 0,-7-7 0,-7-3 0,-12-2 0,-1 0 0,-8 0 0,1 0 0,-10 0 0,3 0 0,-6 0 0,2-2 0,1-3 0,-1 1 0,6-8 0,0 7 0,0-7 0,0 1 0,0-7 0,0 1 0,0-8 0,0-1 0</inkml:trace>
  <inkml:trace contextRef="#ctx0" brushRef="#br0" timeOffset="60">14128 842 8912,'12'-19'0,"-3"-2"0,-1-2 0,-2-5 0,-6 5 0,0-6 0,-2 6 0,-4 2 0,-5 2 0,-5 4 0,-1 3 0,0 5 0,0 7 0,-2 0 0,-4 0 0,-4 13 0,-8 6 0,1 6 0,0 6 0,5 7 0,0 4 0,1 0 0,1 0 0,4-2 0,11-6 0,5 1 0,7-1 0,0 1 0,0-1 0,13-5 0,4-1 0,14-5 0,3 6 0,1-8 0,5 2 0,-6-6 0,-5-6 0,4 5 0,-5-5 0,-9 3 0,-1-3 0,-11 2 0,5-7 0,-10 8 0,-2-5 0,-10 3 0,-5-1 0,-4-1 0,-4 1 0,-4 2 0,-8-7 0,7 6 0,-1-7 0,8 1 0,-2-6 0,6-2 0,5-6 0,7-9 0,3-2 0,2-9 0,15-1 0,4-6 0</inkml:trace>
  <inkml:trace contextRef="#ctx0" brushRef="#br0" timeOffset="61">14404 980 8912,'-18'2'0,"1"4"0,-2 5 0,-4 4 0,4 3 0,-4-1 0,10 8 0,1 3 0,8 5 0,-1 1 0,5-5 0,5-1 0,7-7 0,11 2 0,4-5 0,7-7 0,2-7 0,5-8 0,-5-6 0,4-7 0,-4-8 0,-1-3 0,-8-5 0,-5-1 0,-4 0 0,-7-1 0,-3 1 0,-8-1 0,-8 3 0,-3 3 0,-7 6 0,-4 4 0,-3 10 0,-4 3 0,-2 4 0,8 2 0,0 8 0,6 3 0,8 4 0,3 3 0,4-9 0,2 6 0,0-5 0</inkml:trace>
  <inkml:trace contextRef="#ctx0" brushRef="#br0" timeOffset="62">14834 928 8912,'9'8'0,"-1"-4"0,-8 7 0,0-5 0,0 6 0,6-1 0,0 6 0,1 2 0,-3 2 0,2 2 0,-2-2 0,-1 0 0,3 2 0,-4-9 0,4 3 0,-4-4 0,-2-3 0,-8-3 0,4-14 0,-7-5 0,7-11 0,-2-3 0,4-3 0,2 0 0,8 1 0,3-7 0,5 1 0,1-1 0,2 7 0,4-1 0,4 6 0,7-5 0,1 7 0,-1-12 0,0 6 0</inkml:trace>
  <inkml:trace contextRef="#ctx0" brushRef="#br0" timeOffset="63">15471 585 8912,'0'-12'0,"-2"1"0,-4-3 0,4 7 0,-8-1 0,5 8 0,3 10 0,-4 7 0,4 11 0,2 11 0,0 5 0,0 7 0,0 1 0,0-1 0,0 7 0,0-1 0,0 6 0,0-6 0,0-5 0,0-6 0,-7-8 0,-3 4 0,-7-8 0</inkml:trace>
  <inkml:trace contextRef="#ctx0" brushRef="#br0" timeOffset="64">15212 997 8912,'-7'-11'0,"-3"-1"0,-1 1 0,-1 1 0,8-5 0,-3 5 0,14 1 0,5 3 0,17 4 0,7 0 0,8-1 0,9-3 0,-1 0 0,5 6 0,5-8 0,-1-1 0</inkml:trace>
  <inkml:trace contextRef="#ctx0" brushRef="#br0" timeOffset="65">16383 980 8912,'-44'8'0,"4"3"0,5 4 0,6 3 0,5 1 0,6 4 0,9-4 0,3 4 0,6-4 0,6-4 0,5-4 0,6 3 0,6-8 0,-2-3 0,8-8 0,-6 1 0,6-8 0,-8-5 0,2-6 0,-10 0 0,-1 6 0,-9-6 0,3 0 0,-4-5 0,-2 5 0,-2-2 0,-2 4 0,-3-2 0,-3 2 0,-1 2 0,-7 4 0,1 3 0,8 4 0,-7 1 0,7-3 0</inkml:trace>
  <inkml:trace contextRef="#ctx0" brushRef="#br0" timeOffset="66">16968 894 8912,'7'15'0,"5"-3"0,1 3 0,1-3 0,-3 3 0,2 2 0,-3-6 0,0 1 0,-3 1 0,1 1 0,-2-3 0,-4-5 0,3-14 0,-3-7 0,-2-6 0,6-8 0,0 6 0,7-7 0,-1 3 0,5-2 0,6 1 0,-2 1 0,7-2 0,1 4 0,6 8 0,5 0 0,0 0 0,8 0 0,-4 0 0</inkml:trace>
  <inkml:trace contextRef="#ctx0" brushRef="#br0" timeOffset="67">18276 791 8912,'-18'9'0,"1"-3"0,0-4 0,2 0 0,3 4 0,-3-4 0,11 7 0,-5-3 0,1 5 0,0 5 0,3 1 0,3 0 0,-4 0 0,4 6 0,2 0 0,0 0 0,0-6 0,-6-5 0,0-1 0,1-7 0,5 4 0,2-8 0,1-4 0,3-8 0,8-1 0,-3-16 0,4 1 0,3 1 0,1-4 0,4 8 0,-4-5 0,4 5 0,2 0 0,-2 6 0,-1 5 0,-4 1 0,-1 7 0,0-2 0,0 4 0,0 2 0,-1 4 0,-5 8 0,5-1 0,-5 12 0,4 2 0,3-2 0,4 0 0,1-6 0,0-8 0,-5-3 0,6 4 0,3-1 0</inkml:trace>
  <inkml:trace contextRef="#ctx0" brushRef="#br0" timeOffset="68">18826 722 8912,'-17'0'0,"-2"0"0,-4 0 0,4 2 0,-4 4 0,6 5 0,5 12 0,-3-2 0,5 8 0,1-1 0,3-1 0,10 4 0,2-8 0,13-2 0,-2-10 0,12-3 0,-1-8 0,-1-2 0,2-4 0,-8-5 0,2-12 0,-6 4 0,-6-6 0,-5 2 0,-4 0 0,-2-6 0,0 6 0,-8 0 0,-3 6 0,-4 0 0,-3 0 0,1 5 0,0 1 0,0 7 0,0-2 0,7 5 0,-5-7 0,5-2 0</inkml:trace>
  <inkml:trace contextRef="#ctx0" brushRef="#br0" timeOffset="69">19480 516 8912,'2'-17'0,"4"-3"0,3-1 0,1-1 0,5 1 0,-3 9 0,9-1 0,2 7 0,5 0 0,-3 6 0,0 0 0,0 0 0,4 14 0,-6 3 0,-2 6 0,-10 0 0,3-2 0,-9 7 0,1-5 0,-6 6 0,-2 1 0,-4 3 0,-3-4 0,-8-1 0,-1-1 0,1 2 0,-6 3 0,0-3 0,-5 3 0,5 3 0,-2-1 0,2 0 0,4 1 0,-14 7 0,6 2 0</inkml:trace>
  <inkml:trace contextRef="#ctx0" brushRef="#br0" timeOffset="70">19601 1393 8912,'-18'0'0,"7"0"0,0 0 0,5 0 0,-6 0 0,8-2 0,-1-4 0,3 2 0,2-7 0,0 5 0,0-5 0,0-1 0,-8-5 0,-1 0 0</inkml:trace>
  <inkml:trace contextRef="#ctx0" brushRef="#br0" timeOffset="71">11908 688 8912,'-7'-42'0,"-3"7"0,-1 12 0,-1 8 0,-1 6 0,-2 3 0,-3 8 0,1 13 0,2 14 0,1 5 0,3 6 0,1 10 0,-3 9 0,3 4 0,3 8 0,1 3 0,6 7 0,0-9 0,0-7 0,8-2 0,5-9 0,6-9 0,4-6 0,8-16 0,-3-18 0,5-7 0,1-7 0,1-12 0,-1-10 0,6-9 0,1-17 0,4-10-204,-4-8 1,-5-5 203,-13 6 0,-8-1 0,-15 6 0,-11 6 0,-12 0 0,-15 2 0,-10 6 0,-6 7 0,-3 19 0,5 12 0,1 12 0,1 12 0,10 10 0,5 10 0,7 13 0,8 4 0,3 8 0,8 3 0,9-1 0,0-5 0,-6-9 0,0 1 0,0-5 0</inkml:trace>
  <inkml:trace contextRef="#ctx0" brushRef="#br0" timeOffset="72">11840 1049 8912,'17'9'0,"-6"-1"0,1-8 0,-8 2 0,1 4 0,-3 3 0,-2 8 0,6 2 0,2 4 0,1 8 0,5 7 0,1 4 0,2 4 0,0 4 0,0-4 0,3-3 0,3 3 0,-2-13 0,7 1 0,-7-13 0,2-4 0,-4-7 0,6-18 0,2-1 0</inkml:trace>
  <inkml:trace contextRef="#ctx0" brushRef="#br0" timeOffset="73">12528 894 8912,'0'-17'0,"0"0"0,0-1 0,0 7 0,0 0 0,2 9 0,4 2 0,-3 7 0,9 10 0,-1 1 0,7-1 0,-1 0 0</inkml:trace>
  <inkml:trace contextRef="#ctx0" brushRef="#br0" timeOffset="74">12683 1341 8912,'-27'0'0,"4"0"0,4 0 0,2 0 0,5 0 0,1 0 0,7 0 0,-2 0 0,12-2 0,5-4 0,12-11 0,4-10 0</inkml:trace>
  <inkml:trace contextRef="#ctx0" brushRef="#br0" timeOffset="75">21855 791 8912,'-15'-8'0,"1"-1"0,3-1 0,-3 4 0,-1 4 0,6 18 0,1 7 0,2 9 0,0 8 0,-5 4 0,5 8 0,1-1 0,-3 1 0,4 0 0,-5-3 0,-1-3 0,0-6 0,1-9 0,-5-5 0,3-1 0,0-9 0,1-11 0,4-12 0,4-10 0,2-10 0,2-15 0,4-10 0,5-7 0,12-10 0,4-7 0,8-4 0,-1 1 0,2-3 0,3-2 0,1 0 0,-17 39 0,1 0-123,22-35 1,-4 13 122,-1 10 0,-13 20 0,-5 20 0,-4 8 0,-3 13 0,-3 9 0,-1 16 0,-9 18 0,3 16 0,-2 4 0,2 2 0,-4-2 0,3-4 0,5 2 0,1-8 0,5 8 0,1-2 0,0-4 0,0-1 0,0-11 0,1-1 0,-1-8 0,0 3 0,-2-13 0,-5-7 0,-10-7 0,-10-9 0,-7-3 0,-6-2 0,-4 0 0</inkml:trace>
  <inkml:trace contextRef="#ctx0" brushRef="#br0" timeOffset="76">21924 946 8912,'-35'-18'0,"3"1"0,3 0 0,12 7 0,9 3 0,12 5 0,8-4 0,9 2 0,19-7 0,11 5 0,13-5 0,4-5 0,7-5 0,1 2 0,5-4 0,11-3 0,-4-1 0</inkml:trace>
  <inkml:trace contextRef="#ctx0" brushRef="#br0" timeOffset="77">22956 722 8912,'-26'0'0,"6"-2"0,9-4 0,7 5 0,0-15 0,16 5 0,7 3 0,15 2 0,1-3 0,-1-1 0,1-7 0</inkml:trace>
  <inkml:trace contextRef="#ctx0" brushRef="#br0" timeOffset="78">23060 1324 8912,'-35'-8'0,"8"1"0,4-5 0,12 3 0,5 3 0,4-6 0,12-1 0,7 2 0,23-5 0,18 5 0,14-12 0,7-4 0</inkml:trace>
  <inkml:trace contextRef="#ctx0" brushRef="#br0" timeOffset="79">2977 17038 8912,'-11'-2'0,"1"-3"0,1-5 0,-1 1 0,6 1 0,-2 8 0,12 0 0,6 0 0,-3 0 0,3 0 0,-1 0 0,6 0 0,1 0 0,-1 0 0,0 0 0,0 0 0,0 0 0,1 2 0,-1 2 0,0 1 0,0 1 0,0-6 0,3 0 0,2 0 0,-1 0 0,8 0 0,0 6 0,5 0 0,3-3 0,3-1 0,-2-2 0,8 0 0,-6 0 0,6 0 0,-6 0 0,6 0 0,0 0 0,5 0 0,1 0 0,0 0 0,-1 0 0,1 0 0,5 0 0,1 0 0,1 0 0,-2 0 0,-1 0 0,7 0 0,-2 0 0,2 0 0,-4 0 0,1 0 0,1-5 0,8-1 0,7 0-159,5 6 0,-5 0 159,-1 0 0,-5-6 0,-1 1 0,6-1 0,-1 6 0,9 0 0,-3 0 0,4 0 0,2 0 0,-2 0 0,-4 0 0,-3 0 0,-8 0 0,0 0 0,-1 0 0,7 0 0,0 2 0,-1 2 0,3 1 0,-1 7 0,4-6 0,5 5 0,-5-5 0,-4 0 0,-1-6 0,3 0 0,3 0 0,9 0 0,1 0 0,1 0 0,-6 0 0,0 0 0,0 0 0,6-2 0,0-4 0,0 4 0,-6-4 0,0 4 0,0 2 0,0-2 0,0-3 0,0 3 0,0-4 0,2 4-320,4 2 0,1 0 320,5 0 0,-3 0 0,-3 0 0,-43 0 0,2 0 0,2 0 0,1 0 0,1 0 0,1 0 0,1 1 0,0-2 0,-2-1 0,-1-2 0,-5 2 0,0-1 0,46-5 0,-3 2 0,2 4 0,-45 0 0,-1-1 0,46-5 0,-8 2 0,-7 1 0,-5 5 0,-3 0-126,-2 0 1,1 0 125,5 0 0,-2-6 0,7 0 0,-2 0 0,3 6 0,-5 0 0,-9 0 0,-2 0 0,-2 0 0,-2-1 0,2-5 0,2 4 0,-7-4 0,-7 4 0,-5 2 0,-4 0 0,-1 0 0,-1 0 96,-12 0 1,-3-5 0,-2-1-97,-4 2 0,-7 2 642,-1 2-642,-7 0 277,4 0-277,-8 0 0,0 0 0,-8 0 0,4 0 0,-7 0 0,5-6 0,-5 1 0,1-3 0,-1 2 0,-5-3 0,7-9 0</inkml:trace>
  <inkml:trace contextRef="#ctx0" brushRef="#br0" timeOffset="80">11444 16419 8912,'-12'0'0,"1"0"0,-3 0 0,7 0 0,7 6 0,11 0 0,5 7 0,3-3 0,2 1 0,2 1 0,7-1 0,-1 5 0,3-3 0,3-2 0,5 1 0,0 5 0,2-2 0,-4-1 0,5-3 0,1 2 0,-1 3 0,3 1 0,-4-6 0,-7 1 0,-6 5 0,-3 6 0,-1 0 0,-4 2 0,-9-4 0,-7 7 0,-3 1 0,-2 5 0,-4 7 0,-7-1 0,-2 0 0,-16-6 0,0 1 0,-7-1 0,-2-2 0,-2-3 0,-3 2 0,3-8 0,4 5 0,-4-5 0,4 0 0,1-6 0,8-1 0,4-5 0,10 2 0,2-7 0,7 2 0,-2-2 0,12-5 0,5 5 0,4-4 0,3-2 0,-1 0 0</inkml:trace>
  <inkml:trace contextRef="#ctx0" brushRef="#br0" timeOffset="81">5748 17056 8912,'0'-18'0,"0"1"0,-2 0 0,-4 0 0,4 5 0,-4 1 0,4-2 0,2 5 0,0-7 0,0 3 0,0 5 0,0-3 0,0 4 0,-1 4 0,-5-3 0,-2 10 0,-5 9 0,1 5 0,-1 4 0,0 5 0,1-5 0,-1 8 0,7-2 0,-6 1 0,7-1 0,-1 3 0,6-3 0,0-4 0,0-2 0,2-4 0,4-2 0,3-6 0,8 1 0,6-8 0,0 1 0,6-3 0,-6-2 0,8-7 0,-3-5 0,-3-5 0,-2-6 0,-4-4 0,-4-7 0,-1 0 0,-3-1 0,-7 1 0,2-1 0,-6-1 0,-6-4 0,-9 4 0,-8-4 0,-8 11 0,3 6 0,-5 4 0,-1 2 0,5 7 0,2 4 0,2 5 0,4 1 0,4 3 0,6 9 0,3-1 0,8 12 0,8-4 0,3-2 0,12 1 0,4-1 0,7 0 0</inkml:trace>
  <inkml:trace contextRef="#ctx0" brushRef="#br0" timeOffset="82">5989 16849 8912,'-6'-17'0,"0"0"0,-5 5 0,5 1 0,0 7 0,8-3 0,4 7 0,3 0 0,9 0 0,5 0 0,0 1 0,-2 5 0,-2 6 0,0 5 0,4 6 0,-10-2 0,4 7 0,-9-5 0,3 6 0,-7-6 0,2 4 0,-4-1 0,-2 1 0,-8-6 0,-3 2 0,1-4 0,-1-2 0,-1-5 0,-5-1 0,6-7 0,-1 2 0,8-12 0,-1-5 0,3-12 0,2-6 0,2-3 0,3-3 0,9 1 0,7-1 0,-2-5 0,4 0 0,4 2 0,1 9 0,-1 5 0,2 6 0,-8 1 0,11 8 0,-5 1 0</inkml:trace>
  <inkml:trace contextRef="#ctx0" brushRef="#br0" timeOffset="83">6557 16987 8912,'-16'-12'0,"1"1"0,0-1 0,-5 3 0,-1-4 0,4 7 0,0 0 0,0 6 0,0 2 0,-1 4 0,3 5 0,4 4 0,-3 8 0,9 0 0,-7 6 0,6-6 0,1 0 0,5-6 0,0 8 0,1-6 0,5 4 0,-2-12 0,8-5 0,-1-4 0,6-2 0,2-2 0,4-4 0,-4-9 0,4-8 0,2-7 0,-2 1 0,6-4 0,-6-1 0,-2-2 0,-10-4 0,5 3 0,-5-3 0,-1-2 0,1 2 0,-7 2 0,2 9 0,-4 6 0,-2 4 0,-2 4 0,-4 3 0,2 5 0,-7 7 0,7 9 0,-2 9 0,-2 6 0,3 11 0,-1 5 0,6 0 0,0 8 0,0-2 0,6-2 0,1-1 0,3-1 0,3-3 0,3-3 0,1-2 0,0-5 0,0 0 0,0-14 0,1 2 0,-1-11 0,0 0 0,-6-4 0,1-2 0,-6-10 0,5-7 0,-5-2 0,3-8 0,-1 0 0,-4 0 0,-2 6 0,-2-1 0,0 2 0,0 3 0,0 0 0,0 0 0,0 7 0,0 5 0,0 10 0,0 7 0,0 5 0,0 4 0,0 4 0,0 2 0,6 1 0,-1 7 0,3-7 0,-2 1 0,-2-2 0,7 1 0,-7-3 0,2-8 0,3 0 0,-7-7 0,6-2 0,-8-8 0</inkml:trace>
  <inkml:trace contextRef="#ctx0" brushRef="#br0" timeOffset="84">6901 16729 8912,'-18'-17'0,"1"1"0,0 5 0,6 1 0,-1 5 0,8 3 0,-3 2 0,9 11 0,1 5 0,3 1 0,7 0 0,5 0 0,8 0 0</inkml:trace>
  <inkml:trace contextRef="#ctx0" brushRef="#br0" timeOffset="85">7090 16987 8912,'-10'0'0,"-5"0"0,13 0 0,-5 2 0,7 3 0,-6 5 0,0 7 0,2 0 0,2 1 0,-3-1 0,-1 0 0,-6 6 0,7 0 0,-7 0 0,6-6 0,1-6 0,5 1 0,-6-6 0,0 5 0,1-7 0,6 0 0,5-14 0,6-7 0,3-2 0,8-8 0,0-2 0,7 3 0,-1-3 0,-2 8 0,2-2 0,-8 4 0,2 2 0,1 2 0,-1 3 0,0 4 0,-6 8 0,1 2 0,-1 4 0,-6 4 0,-1 9 0,-1 2 0,1 2 0,0 5 0,1-5 0,2 6 0,-7-6 0,8-8 0,-5 0 0,8-5 0</inkml:trace>
  <inkml:trace contextRef="#ctx0" brushRef="#br0" timeOffset="86">7572 17021 8912,'-17'0'0,"-1"0"0,1 0 0,0 0 0,0 0 0,0 0 0,-1 2 0,1 4 0,2-2 0,1 7 0,5 3 0,1 1 0,-3 2 0,5 0 0,0 0 0,6 1 0,0-7 0,0 0 0,0 3 0,2-6 0,4-3 0,-2-3 0,7-2 0,-5-2 0,5-3 0,1-7 0,-3-3 0,7-2 0,-5-1 0,3 1 0,-3 0 0,3 6 0,-9-1 0,9 3 0,-5-5 0,1 3 0,5 7 0,-5-4 0,5 10 0,-4 4 0,3 3 0,-9 9 0,7-1 0,-6 0 0,7 0 0,-1 0 0,3 1 0,2-3 0,0-2 0,0-1 0,1-8 0,-1 1 0,2-3 0,4-2 0,-2-7 0,8-5 0,-8-11 0,2-6 0,2-9 0,-3-2 0,1-10 0,-5-1 0,-1-1 0,-2-5 0,-3 4 0,-7 1 0,-5 2 0,-5 4 0,-5 8 0,-7 15 0,0 2 0,-1 16 0,1 6 0,0 11 0,0 13 0,0 9 0,-1 16 0,1 15 0,0 7 0,0 9 0,5-3 0,1 2 0,7-2-231,-2 3 1,4 5 230,2 0 0,0 0 0,0 3 0,0-6 0,0 4 0,0-6 0,0-5 0,0-3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3.577"/>
    </inkml:context>
    <inkml:brush xml:id="br0">
      <inkml:brushProperty name="width" value="0.05292" units="cm"/>
      <inkml:brushProperty name="height" value="0.05292" units="cm"/>
      <inkml:brushProperty name="color" value="#FF0000"/>
    </inkml:brush>
  </inkml:definitions>
  <inkml:trace contextRef="#ctx0" brushRef="#br0">2925 5433 8912,'-17'-10'0,"6"-3"0,3 7 0,6 3 0,0 1 0,14 4 0,1 3 0,2 5 0,3 5 0,-1-2 0,0-1 0,8-2 0,4 1 0,7-3 0,10-8 0,15 0 0,16 0 0,14-2 0,-35 0 0,3-2 0,9-6 0,4-3-399,9-3 1,4-2-1,-22 3 1,3-2-1,0 1 399,6-1 0,1 0 0,0-1 0,-1 1 0,1 0 0,0 0 0,2-2 0,1-1 0,0 1 0,0 1 0,0 1 0,0-1 0,-1 1 0,0-1 0,1 1 0,2 0 0,0 1 0,1 0 0,1 0 0,1 1 0,-1 0 0,-2 0 0,-1 1 0,1 1 0,2 1 0,-1 1 0,1-1 0,-1 1 0,-1 0 0,0-1 0,1 1 0,-1-1 0,0 1 0,2-1 0,-1 1 0,0-1 0,-2 1 0,-1-1 0,0 1 0,-6 0 0,0 0 0,-2 0 0,0 2 0,-1-1 0,-1 1 0,30-7 0,-1 1 0,-5 4 0,-2-1 0,1-3 0,-2 0-66,-3 0 1,-2 1 0,-3 1-1,-3-1 1,-3 1 0,-2 0-1,-3 0 1,-1 1 65,-3 1 0,-1 1 0,-8 1 0,-1 1 0,32-4 0,-16-1 0,-12 7 0,-12-6 0,-6 7 0,-11-1 0,-12 6 0,-15 2 0,-8 4 466,-15-4 1,9-10-1,-12-11 1</inkml:trace>
  <inkml:trace contextRef="#ctx0" brushRef="#br0" timeOffset="1">18981 11210 8912,'0'-12'0,"0"1"0,0-2 0,0-3 0,0-1 0,0 0 0,0 6 0,0-1 0,0 6 0,0-5 0,0-1 0,-6-5 0,-1 2 0,-3 3 0,4-1 0,-5 7 0,0-1 0,-7 1 0,-1 4 0,-4-4 0,-5 4 0,-5 2 0,-1 2 0,-1 4 0,-5 4 0,0 7 0,-2 2 0,2 4 0,3 4 0,-3 7 0,4 0 0,1 1 0,7 1 0,1 4 0,2 6 0,4 4 0,8 1 0,1 1 0,8-1 0,-1 1 0,3-8 0,2-4 0,7 2 0,5-2 0,3-5 0,2-7 0,1-1 0,-1 2 0,8-10 0,3-8 0,1-1 0,6 1 0,-5-3 0,10-8 0,-2-8 0,3-3 0,5-6 0,3-6 0,1-2 0,-4-4 0,2-5 0,-8-1 0,0 1 0,-6-6 0,-1-2 0,-4 2 0,-5-8 0,-6 2 0,-1-4 0,-2-1 0,-3-3 0,-7-3 0,-3 2 0,-2-8 0,-9 5 0,-9-5 0,-1 10 0,-9 1 0,5 10 0,-6 14 0,-5 3 0,-7 7 0,-4 9 0,3 3 0,-2 4 0,-4 2 0,0 6 0,2 0 0,6 7 0,11-1 0,12-3 0,11 3 0,6-1 0,6 6 0,11-7 0,25-3 0,12-7 0</inkml:trace>
  <inkml:trace contextRef="#ctx0" brushRef="#br0" timeOffset="2">24419 6344 8912,'12'0'0,"-1"0"0,1-2 0,-3-3 0,1-3 0,-7-5 0,3 1 0,0 1 0,-8-7 0,-4 1 0,2 0 0,-7 2 0,-2 3 0,3-3 0,-1 4 0,1 1 0,-1-1 0,-5 7 0,5-2 0,-6 2 0,-6-1 0,4 3 0,-4-4 0,-2 6 0,2 6 0,-8-1 0,2 13 0,-5-5 0,-6 10 0,4 4 0,-5 1 0,-1 10 0,2 3 0,0 6 0,4-1 0,-3 6 0,-1 5 0,6 6 0,5 12 0,2-5-152,-1 5 0,5-5 152,11-1 0,5-8 0,7-3 0,0-7 0,0-5 0,13-4 0,6-9 0,8-3 0,9-1 0,-1-8 0,5 2 0,4-4 0,2-2 0,3 0 0,3 0 0,0-7 0,-1-4 0,1-6 0,0-6 0,-1-4 152,1-7 0,-1-2-152,1-4 0,-6-2 0,0-3 0,-6-7 0,6 1 0,-14-2 0,3-10 0,-12 0 0,-2-8 0,-6-3 0,-3-6 0,-10-4 0,-2-2 0,-10 1 0,-13-1 0,-6 8 0,-11 3 0,2 9 0,-6 7 0,0 9 0,0 7 0,4 8 0,-6 7 0,2 7 0,-2-2 0,-2 10 0,8 2 0,2 13 0,9-2 0,4 10 0,10-2 0,4 2 0,5 3 0,6 6 0,6-1 0,18 3 0,13-11 0</inkml:trace>
  <inkml:trace contextRef="#ctx0" brushRef="#br0" timeOffset="3">18947 12018 8912,'0'10'0,"0"-3"0,0-7 0,0 8 0,0-6 0,0 5 0,-2-7 0,-4 0 0,4 0 0,-5 2 0,7 4 0,0-2 0,-2 5 0,-2 1 0,-2 0 0,0 3 0,6 10 0,0-2 0,0 7 0,-5 3 0,-1 9 0,0 4 0,6 8 0,0-1 0,0 1 0,0-1 0,0 1 0,0 15 0,0 4 0</inkml:trace>
  <inkml:trace contextRef="#ctx0" brushRef="#br0" timeOffset="4">18878 13136 8912,'0'17'0,"0"0"0,0 0 0,0 0 0,0 2 0,0 4 0,0-2 0,0 8 0,0 2 0,0 1 0,-2 2 0,-4 1 0,-3 7 0,-9 2 0</inkml:trace>
  <inkml:trace contextRef="#ctx0" brushRef="#br0" timeOffset="5">18930 14202 8912,'-2'34'0,"-2"2"0,-2 4 0,2 6 0,0 4 0,-1 1 0,3 9 0,-6 5 0,2 3 0,1 1 0,-1 4 0,6-10 0,0-4 0,0-2 0,0-5 0,2-6 0,2-6 0,1-4 0,7-3 0,-6-5 0,5 3 0,-3-6 0,-1 1 0,1 5 0,3 3 0,-5 7 0,6 8 0,-7 8 0,3 8 0,-2-2 0,-4 12-209,3 5 1,-3 4 208,-2 2 0,0 2 0,0 4 0,6-6 0,2 2 0,-1-10-11,1-7 1,4-14 10,-7-17 0,7-9 0,-7-3 0,9-7 0,-6 4 0,3-8 0,-1 1 0,-5-1 0,-3 6 104,4 0 0,-4 7-1,-2-1 1,2 3-104,3 3 0,-3-1 11,4 0 1,-4 1-12,-2-1 0,0-5 0,0 0 0,0-7 0,0 7 0,0-6 0,0 6 0,0-6 0,0 5 0,0-7 0,8 4 0,1-8 0</inkml:trace>
  <inkml:trace contextRef="#ctx0" brushRef="#br0" timeOffset="6">24178 7513 8912,'-7'-9'0,"5"3"0,-4 12 0,4 3 0,2 9 0,0-1 0,0 0 0,0 6 0,0 2 0,0 1 0,0 5 0,0 7 0,0 4 0,0 4 0,0 8 0,0-1 0,0 10 0,-6 8 0,1 9 0,1 4 0,2 2 0,-4 6 0,0-1 0,1-39 0,-1 0-185,3-4 1,0 1 0,-3 7 0,-1 1 184,1-3 0,0 1 0,1 3 0,-1 2 0,-1 4 0,-2 0 0,0 4 0,-1 2 0,1 3 0,-1 1 0,-3 4 0,-1 0 0,1 5 0,-2 1 0,-4-2 0,0 2 0,-2 6 0,1 1 0,1 0 0,0 0-370,1 1 1,0-1 0,1-3 0,-1-2 369,1-8 0,0-1 0,3-2 0,1-1 0,1-2 0,1-1 0,1-8 0,1-2-111,1 0 1,-1-1-1,0-10 1,1-1 110,-9 37 0,-1-8-118,1-9 1,6 2 117,-1 3 0,6 10 0,-5 8 0,7 0 0,-2-8 0,4-4 0,2-6 0,0 5 0,0 1 0,0 6 0,0 6 0,0-5 0,0 5 0,-5-4 0,-3-2 0,-1 2 0,-5 4 0,1-5 0,1 5 0,-1-6 0,7-6 0,-5-3 0,5-8 0,-2-3 0,3-3 0,3 4 0,-4-4 0,-2 10 0,3 1 0,-1 1 0,6-6 0,0-6 0,0-2 0,0 0 0,0 0 0,0 2 0,0 6 0,0 0 0,0-2 0,0-1 247,0 3 1,0-11-248,0 5 0,0-8 722,0-3 0,2-1-722,3 1 0,-1-6 271,8-1 0,-7-4-271,7 4 0,-6 9 0,5 9 0,-7-4 0,2-2 0,-4 5 0,-2 1 0,0-2 0,0 0 0,0 0 0,0 0 0,0-4 0,0 7 0,0-7 0,0 6 0,0-10 157,0-1 0,0-2-157,0-10 0,2 0 48,3-6 0,3-7-48,3-4 0,5-4 0,-5-2 0,-1-5 0,-1-1 0,-1 2 0,-4 3 0,-2 3 0,-2 4 0,0 4 0,0 9 0,0 2 0,0 2 0,-6 2 0,0-2 0,-7-3 0,3 5 0</inkml:trace>
  <inkml:trace contextRef="#ctx0" brushRef="#br0" timeOffset="7">27018 9697 8912,'0'27'0,"0"-4"0,0-4 0,0-2 0,0 0 0,0 0 0,0 2 0,2 2 0,1 4 0,3 2 0,0-4 0,-6 6 0,6-1 0,-1 9 0,1 3 0,2 5 0,-6 13 0,3 5 0,-3 11 0,-2 7 0,0 10 0,0 5 0,0 1 0,0 1 0,0-1-209,0-46 0,0 1 1,0 1-1,0-1 209,0 3 0,0-1 0,0 44 0,0-1 0,0-3-267,0-8 1,0 5 266,0-5 0,0 0 0,0 6 0,6-2 0,0 1 0,-1 1 0,-5-42 0,-1 1 0,-1 2 0,0-1 0,-1 1 0,0 0 0,-3-1 0,1 1 0,2-2 0,0 1 0,-3-1 0,0 1 0,3 0 0,1-1 0,-4 43 0,6-6 0,0-6 0,0 0 0,0-4 0,0 2 0,0-7 0,0 1 0,0-3 0,0 0 0,0 1 0,0 3 0,2-1 0,3-5 0,-3 6-111,4-1 0,2 5 111,-2-11 0,-1 5 0,-5-10 0,0 4 0,2 4 0,2 1 0,2 3 0,-1-1 0,-5-5 0,6-2 0,0-4 0,0 2 0,-6-8 0,0 2 192,0-1 0,0-1 0,0 10 0,0 3-192,0 1 0,0 0 0,0-2 0,0-6 0,0 0 0,0 0 0,0 5 0,-2-6 0,-2-3 0,-2-2 282,2 0 1,2 1-283,2-7 0,2-5 0,4 0 0,-4-8 0,4 2 0,1 2 128,-1-2 1,0 3-129,-6-3 0,6-4 0,-1 4 0,1 8 0,-6-2 0,0 13 0,0-8 0,0 7 0,0-1 0,0 0 0,0 1 0,0-3 0,0-15 0,0-2 0,0-9 0,0 2 0,0-8 0,0-6 0,0-6 0,8-15 0,1 2 0</inkml:trace>
  <inkml:trace contextRef="#ctx0" brushRef="#br0" timeOffset="8">32404 14442 8912,'0'17'0,"-6"1"0,0-1 0,3 0 0,-1 0 0,-2 0 0,4 1 0,-4-1 0,5 0 0,1 0 0,0 0 0,0 6 0,0 0 0,5 8 0,1-3 0,0 5 0,1 1 0,-5 1 0,4-1 0,-4 8 0,-2 4 0,0 4 0,0 1 0,0 8 0,0 4 0,0 10 0,0 2 0,0 1 0,-2-3 0,-2 1 0,-2-1 0,1 1 0,5-5 0,0-2 0,0-10 0,0-1 0,0 7 0,0 0 0,0 5 0,5-5 0,1 0 0,0-7 0,-6 1 0,0 2 0,0-1 0,0 1 0,0-2 0,0-1 0,0 7 0,0 5 0,0 7 0,0-1 0,0-5 0,0 0 0,0 0 0,0 5 0,0 1 0,0-6 0,0-6 0,0-2 0,0 2 0,0 0 0,0-12 0,0-3 0,0-13 0,-6-3 0,0-3 0,-5 1 0,5-7 0,-7-8 0,11-7 0,-13-8 0,13 0 0,-14-8 0,15-1 0,-5-8 0,4-1 0,2 1 0,0-2 0,0-4 0,0 4 0,8-13 0,1 5 0</inkml:trace>
  <inkml:trace contextRef="#ctx0" brushRef="#br0" timeOffset="9">25658 17726 8912,'-11'0'0,"-1"0"0,-1 0 0,-2 0 0,5-8 0,-5 7 0,11-13 0,-8 8 0,1-7 0,-6 9 0,-1-5 0,1 1 0,-6 2 0,0 6 0,-7 0 0,1 0 0,-3 8 0,-3 3 0,-1 5 0,-4 1 0,1 8 0,-6 3 0,6 5 0,-1 1 0,4 8 0,1 4 0,3 4 0,3 1 0,-1 9 0,7 3 0,0 4 0,7 1 0,3 1 0,2 0 0,7-2 0,-2-4 0,10-6 0,2-11 0,13-6 0,-2-11 0,6 1 0,0-7 0,4 0 0,7-6 0,0-5 0,3-3 0,1 1 0,2-1 0,8-5 0,-2 2 0,4-4 0,1-2 0,7 0 0,-1 0 0,0-8 0,-5-3 0,-2-5 0,-5-1 0,5-6 0,-4 0 0,-4-7 0,-2 1 0,-3-3 0,-3-3 0,4 1 0,-3 0 0,1-7 0,-13 1 0,6 0 0,-6 6 0,-8-6 0,-9 0 0,-4 1 0,-2 3 0,0-6 0,0-4 0,-14-3 0,-3-3 0,-4 6 0,4 0 0,-8 8 0,-4-2 0,-1 0 0,1 5 0,-4-1 0,5 13 0,1 0 0,-2 8 0,-1 4 0,-3 5 0,-1 4 0,-1 2 0,1 2 0,0 4 0,-1 5 0,1 12 0,5 4 0,0 7 0,10 0 0,2 1 0,2 1 0,9 4 0,0-11 0,6 11 0,0-13 0</inkml:trace>
  <inkml:trace contextRef="#ctx0" brushRef="#br0" timeOffset="10">26708 18018 8912,'0'-17'0,"0"0"0,0 7 0,0-5 0,0 4 0,0-5 0,0-1 0,0 0 0,0 6 0,0-1 0,-2 12 0,-4 6 0,-5 15 0,-5 13 0,-1 12 0,-8 11 0,-1 22 0,-3 9 0,14-42 0,1 1 0,1 2 0,-1 0 0,0 2 0,0 1 0,-2-4 0,1-1 0,-8 45 0,-5-12 0,5-5 0,2-8 0,1-10 0,5-7 0,4-17 0</inkml:trace>
  <inkml:trace contextRef="#ctx0" brushRef="#br0" timeOffset="11">27104 18259 8912,'-2'-17'0,"-2"0"0,-2 0 0,0 1 0,-1 5 0,5 5 0,-4 12 0,4 5 0,-3 12 0,-3 8 0,0 7 0,1 8 0,-1 3 0,4 3 0,-2 0 0,3-1 0,-5 1 0,2-1 0,-2-5 0,5-2 0,-5-2 0,-2-4 0,5-1 0,-7-3 0,7-7 0,-7-4 0,6-12 0,-5-5 0,7-4 0,-11-10 0,5-1 0</inkml:trace>
  <inkml:trace contextRef="#ctx0" brushRef="#br0" timeOffset="12">27035 18328 8912,'-8'-34'0,"6"5"0,-3 0 0,3 8 0,2-2 0,0 4 0,0 2 0,7 5 0,5 1 0,9 1 0,2-1 0,7-2 0,-1 7 0,-2 0 0,1 6 0,-7 0 0,2 0 0,-3 8 0,-5 3 0,-4 5 0,-5 1 0,-4 8 0,-2 3 0,-8 5 0,-3 1 0,-6 1 0,-6-1 0,-2 0 0,-4 1 0,-1-1 0,7 0 0,-6-7 0,6-4 0,-6 2 0,6-2 0,2 0 0,8-8 0,1-3 0,9-5 0,-3-9 0,12-3 0,11-13 0,10-8 0</inkml:trace>
  <inkml:trace contextRef="#ctx0" brushRef="#br0" timeOffset="13">27310 18328 8912,'0'-17'0,"6"0"0,0-1 0,7 1 0,-3 2 0,7 3 0,0 5 0,0 7 0,-5 13 0,-1 4 0,-5 12 0,5 0 0,-7 3 0,2 2 0,2 1 0,-3-1 0,1-5 0,-6 0 0,0-8 0,0 1 0,0-2 0,-2-5 0,-4-4 0,4-3 0,-13-8 0,13-10 0,-3-7 0,3-2 0,2-10 0,0 1 0,0-7 0,5 3 0,1 3 0,6-1 0,-5 7 0,3 2 0,3 2 0,-3 3 0,1 5 0,1 1 0,5 5 0,0 3 0,8-6 0,2 8 0</inkml:trace>
  <inkml:trace contextRef="#ctx0" brushRef="#br0" timeOffset="14">27912 18276 8912,'-11'-5'0,"0"-1"0,-1-6 0,-5 7 0,0 1 0,-1 2 0,1 10 0,0 3 0,0 4 0,0 3 0,5 6 0,1 5 0,7-2 0,-2-1 0,4-1 0,2-4 0,2-2 0,4-1 0,3-3 0,9-4 0,-1-3 0,0-8 0,0 0 0,0 0 0,1-8 0,-1-5 0,0-6 0,0-4 0,-5-8 0,-1 3 0,-7 1 0,2-2 0,1 6 0,-1-5 0,0 7 0,-6-2 0,-2 9 0,-4 3 0,2 7 0,-7 0 0,-2 8 0,3 0 0,-1 7 0,7 1 0,-4 5 0</inkml:trace>
  <inkml:trace contextRef="#ctx0" brushRef="#br0" timeOffset="15">28033 18276 8912,'0'-17'0,"0"0"0,0 7 0,0 12 0,0 15 0,0 10 0,0 13 0,2 4 0,4 8 0,-5 7 0,5 2 0,-2 2 0,2 0 0,-2-5 0,7 5 0,-7-6 0,2 6 0,-4-8 0,-2 3 0,0-23 0</inkml:trace>
  <inkml:trace contextRef="#ctx0" brushRef="#br0" timeOffset="16">27999 18414 8912,'5'-35'0,"1"1"0,5 0 0,-5 1 0,0 3 0,2 1 0,-5 10 0,9 2 0,-6 1 0,5 11 0,1-1 0,5 6 0,0 0 0,-6 2 0,1 4 0,-6 5 0,5 12 0,-7-2 0,2 8 0,-4-3 0,-2 3 0,-8 4 0,-4-5 0,3 5 0,-3 1 0,-1 0 0,-2 1 0,-2-7 0,-1 1 0,3-2 0,4 2 0,-3-5 0,8-6 0,-7-1 0,4 0 0</inkml:trace>
  <inkml:trace contextRef="#ctx0" brushRef="#br0" timeOffset="17">28274 18311 8912,'-17'-8'0,"1"8"0,5 0 0,-3 8 0,9 9 0,-1 8 0,6 1 0,0 3 0,0 0 0,0-2 0,0 1 0,8 3 0,3-8 0,4-2 0,3-10 0,-1 3 0,0-9 0,0 1 0,0-8 0,1-4 0,-1-5 0,-6-6 0,1-6 0,-6 2 0,5-8 0,-7 8 0,2-2 0,-4-2 0,-2 2 0,0 0 0,0 6 0,-2 0 0,-4 0 0,-4 0 0,-7 0 0</inkml:trace>
  <inkml:trace contextRef="#ctx0" brushRef="#br0" timeOffset="18">28463 18345 8912,'0'-17'0,"0"5"0,0 1 0,0 5 0,0-5 0,2 7 0,4-4 0,5 3 0,5-1 0,1 0 0,0 6 0,2 2 0,4 4 0,-4 3 0,4 9 0,-10-7 0,-1 0 0,-2 1 0,1 5 0,-3 0 0,-8 0 0,0 3 0,0 2 0,-6-8 0,0 3 0,-7-4 0,1 5 0,3-9 0,-3-3 0,7 2 0,-7-3 0,8 1 0,-3-14 0,7-7 0,0-8 0,0 2 0,0 2 0,2-4 0,3 0 0,5-2 0,7 2 0,0 4 0,0-4 0,1-3 0,-1-1 0</inkml:trace>
  <inkml:trace contextRef="#ctx0" brushRef="#br0" timeOffset="19">28997 17984 8912,'-10'-8'0,"-5"6"0,3-3 0,3 1 0,-3-2 0,7 6 0,-5 0 0,0 10 0,1 5 0,3 12 0,-5 7 0,5 2 0,-6 10 0,9 0 0,-3 6 0,4-1 0,2 1 0,0-8 0,0-4 0,0-6 0,0-5 0,8 3 0,-5-14 0,9-1 0,-6-8 0,5-11 0,2-3 0,3-5 0,1-7 0,0-2 0,0-4 0,1 4 0,-1-4 0,0-2 0,0 2 0,-1 0 0,-5 6 0,2 0 0,-5 2 0,2 3 0,-7 5 0,13 7 0,-14 7 0,3 5 0,-3 5 0,-2 6 0,6-4 0,0 4 0,1-2 0,-1 2 0,-4-4 0,4 4 0,-2-6 0,1-6 0,-1 3 0,8-9 0,-9 1 0,20-6 0,-3 0 0</inkml:trace>
  <inkml:trace contextRef="#ctx0" brushRef="#br0" timeOffset="20">29306 17967 8912,'-9'-17'0,"-5"5"0,9 1 0,-1 7 0,6-4 0,0 8 0,0 0 0,0 8 0,-8 1 0,-1 9 0,-8-1 0</inkml:trace>
  <inkml:trace contextRef="#ctx0" brushRef="#br0" timeOffset="21">28756 18431 8912,'-27'0'0,"2"-2"0,8-4 0,0 4 0,1-13 0,5 4 0,17-5 0,11-1 0,12 4 0,-1-4 0,10 9 0,3-9 0,4 5 0,-4 1 0,8 1 0,1 7 0,6-3 0,9-15 0,-4 2 0</inkml:trace>
  <inkml:trace contextRef="#ctx0" brushRef="#br0" timeOffset="22">29754 18190 8912,'-27'-7'0,"-4"5"0,8-4 0,-5 4 0,5 2 0,-6 2 0,6 6 0,2 9 0,4 0 0,6 6 0,3-2 0,8 2 0,0-4 0,0 4 0,6 2 0,-1-2 0,9 0 0,-3-6 0,5-8 0,1-3 0,-6-2 0,1 0 0,1 2 0,2-3 0,-3-3 0,-1-5 0,-5-3 0,5-4 0,-7-3 0,2 4 0,-4-5 0,-2-1 0,0 0 0,0 0 0,-8 0 0,-1 0 0,-3 1 0,1 5 0,5-3 0,-5 9 0,5-7 0,-6 6 0,9 1 0,-13 5 0,16 0 0,0 0 0,8 0 0,9 0 0,2 0 0,4 0 0,-2 0 0,8 0 0,-6 0 0,6 0 0,-8 0 0,2 0 0,1 2 0,-1 3 0,0-1 0,-7 8 0,-3-1 0,-2-1 0,-7 5 0,2-4 0,-4 10 0,-2 2 0,-2 0 0,-4-6 0,-1 1 0,-7-3 0,3-2 0,-3-1 0,7-6 0,1 5 0,-4-7 0,8 3 0,-5-14 0,7-5 0,2-5 0,3-6 0,-1 2 0,8-6 0,1 3 0,2 3 0,3-2 0,-1 5 0,0-6 0,0 12 0,1-5 0,-1 11 0,0 1 0,0 5 0,0 1 0,1 7 0,-1 7 0,0 6 0,0 10 0,0-2 0,6 1 0,0-1 0,2-4 0,-2-8 0,-2-2 0,8-3 0,-2-5 0,3-7 0,-3-2 0,-2-3 0,3-7 0,-5-11 0,6-5 0,-6-13 0,2 3 0,-2-8 0,-4 1 0,4-7 0,2 0 0,-2 1 0,-2-1 0,-2 1 0,-2 7 0,0 4 0,-1 5 0,-5 7 0,-3 10 0,-8 11 0,0 9 0,0 3 0,0 7 0,0 11 0,0 3 0,-2 9 0,-2-1 0,-2 1 0,-7 1 0,1 4 0,-9-4 0,-2 4 0,-13 2 0,2-1 0,-12 4 0,0-4 0,-8 6-264,-9-1 1,-4 4 263,25-24 0,-2-1 0,-1 2 0,-2 0 0,-6 2 0,-3-1 0,2-3 0,-1 0 0,-4 3 0,-2 1 0,-3 2 0,0-1 0,-3 3 0</inkml:trace>
  <inkml:trace contextRef="#ctx0" brushRef="#br0" timeOffset="23">3528 13892 8912,'-17'-2'0,"-3"-2"0,1-3 0,0-1 0,4 0 0,0 5 0,1 3 0,3 5 0,5 9 0,4 7 0,2 7 0,0 12 0,0 4 0,0 8 0,2 0 0,4-1 0,3 1 0,1-1 0,5 5 0,-3-5 0,3 5 0,2-10 0,-7-4 0,-3-2 0,-1-4 0,0-2 0,0-7 0,-6-4 0,0-12 0,-16-3 0,-3-8 0</inkml:trace>
  <inkml:trace contextRef="#ctx0" brushRef="#br0" timeOffset="24">3046 14270 8912,'-25'-34'0,"6"7"0,-4 4 0,12-3 0,3 6 0,8-4 0,4-1 0,7-4 0,4-3 0,20-3 0,-1-5 0,18 0 0,0-8 0,16 2 0,-8-1-164,9 1 0,-4 11 164,3 12 0,-5 12 0,1 5 0,-19 8 0,-4 10 0,-13 7 0,-11 15 0,1 1 0</inkml:trace>
  <inkml:trace contextRef="#ctx0" brushRef="#br0" timeOffset="25">3820 14322 8912,'16'23'0,"-5"0"0,-3 0 0,-8-6 0,0 0 0,0 0 0,0 0 0,0 1 0,0 1 0,0 4 0,0-10 0,2 4 0,3-1 0,5-7 0,7 3 0,0-9 0,1 3 0,-1-12 0,0-5 0,2-6 0,4-6 0,-6-2 0,2-6 0,-7 3 0,-4-3 0,-3 4 0,-5-1 0,-7 5 0,-5-6 0,-5 10 0,-6 2 0,2 0 0,-8 5 0,1 5 0,-7 1 0,8 4 0,4 2 0,4 0 0,2 0 0,2 8 0,3 3 0,5 4 0,7 3 0,0-1 0,15 0 0,4 0 0</inkml:trace>
  <inkml:trace contextRef="#ctx0" brushRef="#br0" timeOffset="26">4956 14081 8912,'-2'-17'0,"-4"0"0,-5 0 0,1 1 0,-1 3 0,-2 3 0,-3 3 0,-3 1 0,-4 6 0,-2 0 0,-3 0 0,-5 10 0,6 5 0,1 6 0,3 0 0,0 0 0,6 2 0,-3-4 0,15 4 0,-1 2 0,6-2 0,0 0 0,0-6 0,0-6 0,0 1 0,8-9 0,3 3 0,4-4 0,3-2 0,-1 0 0,0 0 0,0-2 0,0-2 0,1-1 0,-1 1 0,0 0 0,0-2 0,0 4 0,1-3 0,-1 10 0,0 7 0,6 11 0,0 5 0,6 7 0,-6 5 0,7 11 0,-1 13 0,-4 10-206,-2 6 0,-6 2 206,-6-1 0,3-1 0,-9-11 0,-1-10 0,-2-9 0,-9-10 0,-5-12 0,-9-5 0,-2-11 0,-8-5 0,3-7 0,-3-2 0,3-3 0,-5-5 0,4-7 0,4-8 206,3-4 0,2-3-206,3-2 0,6-7 0,-1 1 0,8-2 0,-1 2 0,5-4 0,5 0 0,7-5 0,11 3 0,4 2 0,7-2 0,2 6 0,5-6 0,1 2 0,3-2 0,3 4 0,-8 8 0,6 5 0,-6 1 0,-1 1 0,-11-2 0,-3 6 0,-9 10 0,-5 1 0,-3 7 0,-8-7 0,-2 8 0,-4-1 0,-4 3 0,-7 2 0,0 5 0,0 1 0,5 8 0,1-3 0,-1 4 0,-5 3 0,8 4 0,3 1 0,4 6 0,2-4 0,0 2 0,0 3 0,0 1 0,0-3 0,8-1 0,3-4 0,6-4 0,6 4 0,-2-11 0,8-7 0,5-3 0,7-2 0,1-7 0,-2-5 0,-4-11 0,4-5 0,-3-13 0,-3-4 0,-1-5 0,-5-2 0,-3 1 0,-8-1 0,-1-7 0,-5-4 0,-5-4 0,-4-2 0,-2-1 0,0-5 0,0 12 0,0 0 0,0 15 0,0 8 0,-2 13 0,-4 10 0,4 10 0,-4 12 0,4 12 0,2 12 0,-5 17 0,-1 6 0,0 12 0,6 5 0,2 10 0,4 5 0,2 0 0,3-4 0,10-4-114,-4-7 0,6-6 114,0 0 0,2-11 0,4-4 0,-4-14 0,-1-7 0,-4-10 0,2-6 0,-10-9 0,-6-2 0,-4-7 0,-2-11 0</inkml:trace>
  <inkml:trace contextRef="#ctx0" brushRef="#br0" timeOffset="27">5610 14064 8912,'-25'17'0,"6"-2"0,-4-3 0,12 3 0,5-3 0,15-7 0,14-5 0,14-9 0,20-14 0,4-6 0,8-11 0,0-4-275,0-7 0,2-1 275,3 0 0,-35 20 0,0-2 0,5-2 0,-1 1 0</inkml:trace>
  <inkml:trace contextRef="#ctx0" brushRef="#br0" timeOffset="28">7176 13875 8912,'-2'15'0,"-2"-1"0,-3-3 0,-1 2 0,-2 3 0,3 1 0,-3 0 0,1 0 0,3 2 0,-4 2 0,1 2 0,-1-2 0,6-2 0,-1-1 0,3-9 0,4-1 0,3-10 0,7-4 0,3-7 0,2-8 0,-5-6 0,-1-7 0,-1 1 0,1 3 0,-5 3 0,-4 2 0,-2 0 0,0 2 0,0 12 0,-8-5 0,-3 16 0,-4 2 0,-3 4 0,1 9 0,0 8 0,2 8 0,1-4 0,5 1 0,1 1 0,2-8 0,16 2 0,7-12 0,8-5 0,9-12 0,1-11 0,-1-10 0</inkml:trace>
  <inkml:trace contextRef="#ctx0" brushRef="#br0" timeOffset="29">7778 13187 8912,'10'-8'0,"-2"-1"0,-8-8 0,5 5 0,1 1 0,-2 7 0,-10 2 0,-5 12 0,-7 26 0,-5 27 0,-3 21 0,9-34 0,-1 3 0,1 7 0,0 2-361,-1 9 0,1 2 1,0 3-1,0 2 361,-1 8 0,2 0 0,2 0 0,3-2 0,0 0 0,3-1 0,1-4 0,2 0 0,1-2 0,1-3 0,-1-9 0,2-2-124,1-7 0,2-3 1,-1 41 123,0-20 0,2-9 0,3-19 0,-3-12 0,4-11 0,-4-4 0,-2-1 0</inkml:trace>
  <inkml:trace contextRef="#ctx0" brushRef="#br0" timeOffset="30">8071 14322 8912,'-8'15'0,"-3"-1"0,-5-5 0,-1-1 0,0 5 0,0-1 0,2 9 0,1 2 0,5-1 0,1 3 0,2-6 0,6 4 0,0-4 0,0-1 0,8-9 0,3-3 0,5-4 0,1-2 0,0 0 0,0 0 0,-1-8 0,-5-3 0,2-7 0,-7-3 0,0-3 0,2-3 0,-7 6 0,5-2 0,-10 4 0,-1 2 0,-9-1 0,5 3 0,-9 4 0,7 3 0,0 8 0,-1 2 0,-5 4 0,7 3 0,5 8 0,3-7 0,9-2 0,3-8 0,7 0 0</inkml:trace>
  <inkml:trace contextRef="#ctx0" brushRef="#br0" timeOffset="31">8862 13961 8912,'-7'27'0,"3"-3"0,-7-6 0,7-1 0,-2 0 0,4 0 0,10-7 0,3-5 0,12-3 0,6-2 0,11-9 0,6-8 0,4-2 0,3-8 0,3 0 0,1 0 0,0 1 0,-5-3 0,-8 4 0,-4 8 0,-6 5 0,-5 1 0,-12 7 0,-1-11 0,-7 5 0</inkml:trace>
  <inkml:trace contextRef="#ctx0" brushRef="#br0" timeOffset="32">11272 13136 8912,'0'-18'0,"-2"-1"0,-4-2 0,-4-2 0,-1 2 0,-2 4 0,-5 6 0,-3 5 0,-7 4 0,3 4 0,-2 6 0,-4 9 0,7 17 0,-1 18 0,4 11 0,4 9 0,-5 1 0,11 7 0,3-7 0,3 1 0,5-3 0,5-2 0,5-10 0,7-7 0,6-16 0,2-13 0,2-6 0,3-6 0,5-3 0,5-8 0,-2-9 0,8-9 0,-8-3 0,2-13 0,-3 3 0,-11-18 0,-1 5 0</inkml:trace>
  <inkml:trace contextRef="#ctx0" brushRef="#br0" timeOffset="33">11409 13479 8912,'0'-17'0,"0"0"0,-7 7 0,3 3 0,-8 7 0,9 2 0,-3 3 0,-2 7 0,2 11 0,1-2 0,5 8 0,0-7 0,0 7 0,2-8 0,3 0 0,7-6 0,3-3 0,4-8 0,4 1 0,-2-3 0,8-2 0,-8-7 0,2-5 0,0-5 0,-6-6 0,2 2 0,-13-8 0,0 7 0,-6-7 0,-10 8 0,-7-4 0,-8 4 0,-2 4 0,-5-2 0,3 13 0,2 0 0,-1 6 0,12 0 0,-1 0 0,11 0 0,-1 8 0,7 1 0</inkml:trace>
  <inkml:trace contextRef="#ctx0" brushRef="#br0" timeOffset="34">11805 13376 8912,'8'10'0,"-6"-3"0,5-5 0,-7 4 0,0 4 0,0 7 0,0 0 0,0 6 0,0 2 0,0 0 0,0-1 0,0 1 0,0-2 0,0-4 0,0 4 0,0-4 0,0-1 0,8-9 0,2-1 0,7-10 0,-2-4 0,-2-7 0,-1-8 0,-1 0 0,7-8 0,-7 2 0,1-1 0,-7-3 0,7 8 0,-8 0 0,1 6 0,3 0 0,-2 0 0,-1 7 0,3 2 0,-4 14 0,7 0 0,-5 7 0,4-1 0,-1 3 0,1 2 0,-1-5 0,3-1 0,1-5 0,-7 5 0,7-7 0,-1 2 0,-3-4 0,3-2 0,-1 0 0,7 0 0,-1 0 0,0 0 0,-6-2 0,1-4 0,-1 2 0,7-7 0,-1 7 0,0-11 0,-2 11 0,-3-8 0,-3 7 0,-3-7 0,-4 8 0,6-11 0,-8 13 0,0-7 0,0 3 0,0 4 0,0-6 0,2 10 0,1 4 0,3 6 0,0-3 0,-6 3 0,2-1 0,3 6 0,-3 0 0,4 1 0,-2-1 0,2 0 0,-4 0 0,3 0 0,-3 1 0,-2-1 0,0-8 0,2-1 0,2-10 0,2-4 0,-2-5 0,-1-6 0,3-6 0,-4 2 0,4-8 0,1 6 0,-1-5 0,6 6 0,-7 0 0,7 2 0,-6 3 0,5 6 0,-3 1 0,1 3 0,3 1 0,5 6 0,0 8 0,0 3 0,1 4 0,-1 2 0,0-1 0,0-5 0,0 3 0,1-9 0,1 1 0,2-6 0,2 0 0,-2 0 0,-2-10 0,-2-7 0,-5-8 0,-1-9 0,-7-8 0,2-4 0,-5-3 0,-1-3 0,0-5 0,0-1 0,-7 3 0,-5 9 0,-1 6 0,1 11 0,5 8 0,-1 8 0,6 5 0,-5 24 0,7 6 0,0 19 0,0 10 0,0 3 0,0 9 0,5-2 0,1 2 0,6 4 0,-7-4 0,9-2 0,-3 0 0,3-2 0,-3-3 0,4-3 0,-3-1 0,3-16 0,2 4 0,1-13 0</inkml:trace>
  <inkml:trace contextRef="#ctx0" brushRef="#br0" timeOffset="35">12838 13307 8912,'25'0'0,"3"0"0,12-1 0,8-5 0,10-6 0,10-3 0,-5-2 0,6 0 0,-11 0 0,-3 1 0,-7 5 0,-6-12 0,-8 4 0</inkml:trace>
  <inkml:trace contextRef="#ctx0" brushRef="#br0" timeOffset="36">10514 14477 8912,'-26'0'0,"3"0"0,4 0 0,21 5 0,17 3 0,25 0 0,21-1 0,21-3 0,-35-6 0,3-2 0,5-1 0,2-3 0,6-2 0,2-1 0,14-2 0,4-3 0,-23 3 0,1-1 0,1-1 0,5-1 0,0-1 0,1-1-144,4-2 0,0 0 0,0-1 0,0-1 1,1 0-1,-1 1 0,1-1 0,-1 1 1,-1 1-1,-5 1 0,-1 0 0,-2 1 144,26-6 0,-4 0 0,-10 4 0,-5 0 0,-12 5 0,-3 2 0,-8 0 0,-1 1 0,30-3 0,-19 3 201,-17 6 0,-17 4-201,-15 2 0,-9 8 0,3 4 0,-13 5 0,-11 6 0,-8 5 0,-7 5 0,-9-1 0,-4-3 0,-4 3 0,-1-5 0</inkml:trace>
  <inkml:trace contextRef="#ctx0" brushRef="#br0" timeOffset="37">10463 15199 8912,'15'2'0,"-3"3"0,-7 7 0,-5 11 0,-3 5 0,-5 9 0,-2 9 0,7 3 0,-3 18 0,4 6 0,2 3 0,0-3 0,2 1 0,2-3 0,1-2 0,9-1 0,-5-1 0,1-6 0,-4-9 0,-5-8 0,-8-17 0,-3-2 0</inkml:trace>
  <inkml:trace contextRef="#ctx0" brushRef="#br0" timeOffset="38">10222 15886 8912,'0'-17'0,"-6"6"0,0-1 0,1 7 0,5-7 0,2 1 0,3 1 0,7-3 0,11 7 0,5-5 0,13 5 0,3-8 0,7 3 0,3-4 0,3-2 0,4-1 0,1 1 0,1-2 0,-12-4 0,-5 6 0,-17 0 0,-12 0 0,-9 15 0,-16-4 0,-3 12 0,-5 7 0,-1 8 0,-6 6 0,0 7 0,6 6 0,5 0 0,9 6 0,-3-6 0,4 6 0,2-6 0,0-1 0,0-3 0,8-8 0,3 1 0,10-10 0,2-2 0,2-7 0,-2-10 0,-2-15 0,8-8 0,-8-8 0,2-3 0,-4-8 0,-2-4 0,-8 4 0,-3 2 0,-4-2 0,-2 2 0,-2 1 0,-4 3 0,-3 9 0,-8 4 0,-6 1 0,0 4 0,0-1 0,6 14 0,-1-1 0,9 6 0,9 0 0,9 0 0</inkml:trace>
  <inkml:trace contextRef="#ctx0" brushRef="#br0" timeOffset="39">11117 15319 8912,'9'0'0,"-1"0"0,-8 13 0,0 5 0,0 16 0,0 0 0,6 18 0,-1 0 0,9 11 0,-3-2 0,3 0 0,-3-4 0,4 2 0,-3-1 0,-4-9 0,-1 1 0,-7-6 0</inkml:trace>
  <inkml:trace contextRef="#ctx0" brushRef="#br0" timeOffset="40">11048 15766 8912,'27'-27'0,"-2"3"0,-8 6 0,2 1 0,4-2 0,7-2 0,9-2 0,-1-6 0,8 7 0,0-7 0,5 6 0,1-2 0,-2 4 0,-4-2 0,-6 2 0,-4 2 0,-2 2 0,-7 0 0,-4 9 0,-11 8 0,-12 8 0,-12 9 0,-3 2 0,-2 4 0,-1-2 0,1 8 0,0-7 0,0 7 0,0-2 0,-1 2 0,3 1 0,4-7 0,1 6 0,4-6 0,4 1 0,-3-1 0,3-9 0,2 3 0,2-6 0,3 1 0,5-8 0,7-16 0,0-1 0,1-16 0,-3 1 0,-4-7 0,5-1 0,-7-2 0,1-1 0,-4 7 0,1-2 0,-1 5 0,0 4 0,-6 0 0,7 8 0,1 9 0,3 8 0,5 8 0,-5 9 0,5 2 0,1 2 0,0 4 0,0 2 0,0-6 0,1 2 0,-1-6 0,0-5 0,0 1 0,0-7 0,1-1 0,-1-5 0,0-2 0,0-3 0,2-7 0,4-11 0,-7-9 0,7-8 0,-14-8 0,8 2 0,-3-5 0,-5-7 0,-1 3 0,-8-8 0,0-6 0,0-5 0,-10-7 0,-7 7 0,0 1 0,-6 12 0,4 9 0,2 10 0,5 21 0,1 10 0,5 13 0,-5 15 0,7 12 0,-2 22 0,4 16 0,2 8 0,0 13-222,0 3 1,3-41 0,2 0 221,0-1 0,1-1 0,9 46 0,3-3 0,7-3 0,3-2 0,5-2-160,1-4 1,-5-11 159,-1-11 0,-12-15 0,1-8 0,-17-5 0,0-12 0,-2-9 0</inkml:trace>
  <inkml:trace contextRef="#ctx0" brushRef="#br0" timeOffset="41">10979 16574 8912,'-17'0'0,"0"0"0,0 0 0,-1 0 0,1 0 0,0 0 0,0 2 0,-1 4 0,1 7 0,0 8 0,6 8 0,1 11 0,2 8 0,5 7 0,8 6 0,7 6 0,5-4 0,6-6 0,-2-5 0,8-6 0,-1-10 0,5-11 0,-3-6 0,-1-9 0,-2-8 0,2-8 0,1-11 0,-7-12 0,0-3 0,2-3 0,2 1 0</inkml:trace>
  <inkml:trace contextRef="#ctx0" brushRef="#br0" timeOffset="42">11444 16712 8912,'-25'25'0,"4"-4"0,-8 7 0,8 1 0,-2 5 0,4 1 0,4-1 0,3 0 0,7 1 0,3-3 0,2-3 0,7-4 0,5-8 0,9-2 0,4-3 0,1-7 0,5-3 0,-4-9 0,2-5 0,-8-9 0,1-2 0,-2-7 0,-3 1 0,-8 2 0,-3-1 0,-4-1 0,-2-5 0,-2-1 0,-4 1 0,-3 5 0,-8 1 0,-3 7 0,-2-2 0,2 5 0,-3 7 0,4-2 0,2 7 0,0 0 0,2 8 0,3 4 0,-3-4 0,13 13 0,-6-5 0</inkml:trace>
  <inkml:trace contextRef="#ctx0" brushRef="#br0" timeOffset="43">11736 16781 8912,'0'9'0,"0"6"0,0-5 0,0 7 0,0-5 0,0-1 0,0 0 0,2 5 0,2-3 0,2-1 0,7-9 0,-3 5 0,7-8 0,-2-2 0,-3-4 0,3-3 0,-4-8 0,-1-1 0,2 1 0,-7-2 0,7-4 0,-8 4 0,3-4 0,1 4 0,-6 8 0,3-1 0,-3 8 0,0-3 0,4 7 0,-4 7 0,4 5 0,1 3 0,-1 2 0,7 1 0,-1-1 0,3-2 0,2-4 0,1 3 0,-1-8 0,0 5 0,0-5 0,6-1 0,0-5 0,0-1 0,-8-5 0,-1-8 0,-3-7 0,-5 2 0,5-4 0,-7-1 0,2 1 0,-4-6 0,-2 6 0,0 0 0,0 6 0,0 6 0,0-1 0,0 8 0,0 4 0,0 12 0,6 9 0,-1 2 0,7 7 0,-6-1 0,5-2 0,-5 1 0,5-5 0,-3 4 0,0-2 0,-1-4 0,-1-2 0,-4-4 0,4-3 0,-4-5 0,5-9 0,-7-3 0,0-9 0,0-7 0,0 0 0,0-7 0,0-1 0,0-5 0,0 5 0,0 0 0,0 8 0,0-2 0,0 4 0,0 2 0,8 0 0,-4 7 0,7 4 0,-5 5 0,5 1 0,1 1 0,5 3 0,0 2 0,0 0 0,1-6 0,-1 0 0,0 0 0,2 0 0,4 0 0,-4-2 0,4-4 0,-2-9 0,2-8 0,-4-2 0,4 2 0,-6-2 0,-5-3 0,1-5 0,-7 5 0,0-5 0,-6-1 0,0-3 0,0-3 0,-8 4 0,-3-4 0,1 5 0,-1 7 0,5-1 0,-6 12 0,9 4 0,-7 14 0,4 5 0,4 11 0,-3 12 0,3 17 0,2 6 0,5 11 0,1 0 0,8 2 0,-3-2 0,4 2 0,3-6 0,1 2 0,4 4 0,-2-6 0,7-2 0,-7-3 0,2-3 0,-4-7 0,-3-5 0,-5-9 0,-3-13 0,-8-9 0</inkml:trace>
  <inkml:trace contextRef="#ctx0" brushRef="#br0" timeOffset="44">12476 16505 8912,'-23'0'0,"0"0"0,2 0 0,10 0 0,7 0 0,16 0 0,7-9 0,15-8 0,14-8 0,4-10 0,11-7 0,0-3 0,4-7-186,1-5 1,-29 20 0,-1-3 0,1-4 0,0 0 0</inkml:trace>
  <inkml:trace contextRef="#ctx0" brushRef="#br0" timeOffset="45">13836 13755 8912,'-17'0'0,"1"1"0,5 5 0,3 0 0,8 11 0,2 8 0,4 5 0,11 14 0,12 8 0,9 7 0,6 12 0,4 0 0,5-3 0,5-3 0,-1-13 0,-3-4 0,3-6 0,-7-12 0,-10-9 0,-8-7 0,-15-14 0</inkml:trace>
  <inkml:trace contextRef="#ctx0" brushRef="#br0" timeOffset="46">14386 13806 8912,'-17'10'0,"-2"-3"0,-4 1 0,2-4 0,-8 9 0,-1 8 0,-3 12 0,-3 11 0,-4 13 0,2 14 0,-8 15 0,9-1 0,20-39 0,0 0 0,-10 40 0,10-6 0,2-3 0,3-1 0,5-9 0,7-4 0,0-13 0,0-22 0,7-10 0,3-11 0</inkml:trace>
  <inkml:trace contextRef="#ctx0" brushRef="#br0" timeOffset="47">14507 13909 8912,'0'-17'0,"0"-6"0,0 0 0,0 0 0,6 18 0,-1 10 0,1 22 0,-6 25 0,0 9 0,0 6 0,6 3 0,0 5 0,1-5-131,-1 5 0,4-4 131,7-3 0,6-5 0,0 1 0,5-19 0,-5-5 0,8-11 0,-4-12 0</inkml:trace>
  <inkml:trace contextRef="#ctx0" brushRef="#br0" timeOffset="48">14886 13978 8912,'-8'-25'0,"-2"12"0,-7-4 0,6 11 0,-1 0 0,1 6 0,-7 10 0,1 13 0,0 15 0,6 12 0,-1 7 0,8 2 0,-1 4 0,6 2 0,11-8 0,1-1 0,16-10 0,7-6 0,10-12 0,4-10 0,2-13 0,-1-7 0,1-9 0,-2-2 0,-5-16 0,-6-2 0,-9-1 0,-13-8 0,-11 0 0,-6-6 0,-6 6 0,-7 1 0,-8 3 0,-6 2 0,-7-1 0,-1 3 0,1 3 0,7 6 0,4 12 0,10-3 0,1 9 0,9-1 0,-1 14 0,15 3 0,1 4 0,20 3 0,-5-1 0</inkml:trace>
  <inkml:trace contextRef="#ctx0" brushRef="#br0" timeOffset="49">15471 13978 8912,'-23'6'0,"0"-1"0,2 1 0,2 2 0,1 3 0,1 12 0,6 4 0,-1 7 0,8 1 0,-1-1 0,5 1 0,5-1 0,5 0 0,7 1 0,2-14 0,2-6 0,4-5 0,2-7 0,-4-5 0,6-9 0,-7-8 0,7-15 0,-8-3 0,2-3 0,-11-2 0,-7-6 0,-3 2 0,-2-1 0,-7-3 0,-5-2 0,-5-3 0,-6 3 0,-10 5 0,-7 12 0,-6 16 0,6 8 0,-8 11 0,3 11 0,4 18 0,7 22 0,0 9 0,7 8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3.627"/>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definitions>
  <inkml:trace contextRef="#ctx0" brushRef="#br0">9069 2218 8912,'-27'-25'0,"2"-2"0,8-5 0,2 1 0,3 5 0,7 1 0,3 4 0,4 2 0,1 1 0,5 1 0,2 0 0,5 0 0,6 0 0,0 5 0,8 3 0,1-1 0,3 1 0,3 5 0,2 0 0,4 6 0,2 4 0,-5 15 0,1 1 0,-12 11 0,-5 7 0,-5 6 0,-7 4 0,-5 9 0,-12 6 0,-9 5 0,-12 5 0,-9 1 0,-16-1 0,-7 1 0,29-36 0,-1-1 0,-32 29 0,-1-8 0,9-9 0,-2-5 0,11-12 0,6-11 0,11-11 0,6-6 0,4-6 0,2-6 0,7-4 0,4-7 0,4-8 0,2-3 0,2-5 0,4-1 0,6-3 0,10-3 0,0 4 0,6-4 0,7 4 0,5 1 0,6 7 0,-4 1 0,2 4 0,4 8 0,3 5 0,6 10 0,-9 2 0,4 4 0,-12 11 0,0 11 0,-3 5 0,-3 1 0,-7 1 0,-4-1 0,-10 1 0,-1-3 0,3-3 0,6-6 0,-10-4 0,20-10 0,-12-1 0</inkml:trace>
  <inkml:trace contextRef="#ctx0" brushRef="#br0" timeOffset="1">10136 2184 8912,'0'-25'0,"0"-2"0,0 0 0,0 2 0,2 16 0,4 3 0,-3 12 0,9 7 0,1 8 0,3 8 0,6 3 0,1 3 0,0-1 0,-5 0 0,6 1 0,5-1 0,-2 1 0,2-1 0,-6-7 0,5-4 0,-5-4 0,6-2 0,-6-7 0,5-5 0,-7-10 0,2-7 0,-3-11 0,-1-5 0,0-7 0,-2-5 0,2 4 0,-13-4 0,0-2 0,-6 1 0,0-2 0,0 8 0,0-1 0,0 13 0,0 0 0,0 6 0,1 5 0,5 3 0,6 1 0,3 4 0,10 2 0,4 2 0,3 6 0,2 0 0,1 2 0,-1-5 0,-1 3 0,-5-2 0,3 4 0,-8-3 0,0 1 0,-6-6 0,0 0 0,-7-2 0,-4-4 0,-6 4 0,-6-3 0,-9 3 0,-8 2 0,-10 7 0,-1 5 0,-3 9 0,-8 2 0,6 9 0,-1 3 0,4-1 0,1 6 0,3-2 0,3 1 0,8 1 0,8-2 0,-1-4 0,9-5 0,3-4 0,13-10 0,12-3 0,8-7 0,5-10 0,4-7 0,-1-11 0,6-5 0,-6-5 0,1-1 0,-6-6 0,-5-1 0,1 1 0,-7 6 0,-5 5 0,-7 1 0,-7 7 0,2-2 0,-4 9 0,-2 3 0,0 9 0,0 2 0,0 8 0,0 9 0,2 0 0,3 0 0,-1-2 0,8-3 0,-1 3 0,6-3 0,0-3 0,1 3 0,-1-7 0,0 7 0,0-8 0,0 5 0,1-3 0,-1-4 0,-2-2 0,-1-12 0,-3-3 0,-7-2 0,2 0 0,-4 0 0,-1-1 0,3 1 0,2 0 0,0 0 0,-6 0 0,0-1 0,2 3 0,3 4 0,-1 3 0,8 8 0,-1 0 0,6 0 0,1 4 0,-1 7 0,0 1 0,0 11 0,0 3 0,1 3 0,-7 4 0,-1-1 0,-3-1 0,-3-3 0,-2-1 0,-2 2 0,-2-3 0,-4-3 0,4-9 0,-3 3 0,-5-11 0,8-1 0,-3-10 0,3-7 0,2-11 0,7-4 0,5-7 0,5 0 0,6-1 0,-4 1 0,4 1 0,-4 3 0,-2 1 0,0 8 0,1-2 0,-1 4 0,0 2 0,-5 7 0,-1 5 0,-5 3 0,5 2 0,-5 2 0,5 3 0,-5 13 0,6 10 0,-7 5 0,7 1 0,-8 1 0,1-1 0,3-2 0,0-1 0,-1-2 0,1 1 0,0-3 0,-3 2 0,-3-8 0,4 2 0,-4-10 0,-2-2 0,0-7 0,-8-11 0,-1-13 0</inkml:trace>
  <inkml:trace contextRef="#ctx0" brushRef="#br0" timeOffset="2">11771 1840 8912,'-17'-35'0,"1"-3"0,5 4 0,1 3 0,6 14 0,-1 0 0,-1 0 0,6 9 0,2 6 0,4 6 0,3 15 0,8-2 0,2 6 0,4 0 0,-2 4 0,8 7 0,-8-1 0,2-5 0,2-1 0,-2-4 0,7 4 0,-3 7 0</inkml:trace>
  <inkml:trace contextRef="#ctx0" brushRef="#br0" timeOffset="3">12270 2063 8912,'-27'0'0,"2"0"0,8 0 0,-8 0 0,-4 0 0,-3 2 0,-3 4 0,1 5 0,0 5 0,-1 8 0,1 3 0,1 2 0,5-1 0,5-1 0,11 2 0,5-2 0,7-4 0,0-4 0,0 4 0,7-10 0,5-4 0,5-1 0,6-4 0,4-4 0,7-6 0,0-9 0,1-8 0,-1-6 0,1 6 0,3-5 0,-4 5 0,3-6 0,-14 6 0,1 2 0,-2 8 0,-1 1 0,-6-1 0,2 5 0,-15 3 0,4 10 0,-4 5 0,-2 7 0,2 0 0,3 1 0,3-1 0,3 0 0,5 0 0,-5 0 0,4-5 0,3-1 0,-1-7 0,0 2 0,0-4 0,-1-4 0,-5-4 0,4-11 0,-5-10 0</inkml:trace>
  <inkml:trace contextRef="#ctx0" brushRef="#br0" timeOffset="4">12511 1908 8912,'-12'-43'0,"1"2"0,1 7 0,-3 5 0,3 6 0,3 4 0,1 10 0,0 3 0,0 12 0,1 5 0,5 12 0,-2 12 0,-4 10 0,4 5 0,-4 2 0,4-1 0,2 1 0,0 5 0,0 0 0,0-1 0,0-10 0,0 1 0,0-6 0,0 1 0,0-2 0,0-12 0,0 1 0,0-14 0,2-5 0,4-3 0,-2-10 0,7-15 0,1-6 0,5-11 0,6-1 0,0-2 0,-2 0 0,-2 5 0,4 1 0,0 9 0,6-2 0,-4 6 0,-1 0 0,1 3 0,4 11 0,-6-1 0,0 4 0,-6 2 0,-2 2 0,-3 4 0,-5 9 0,-7 8 0,-9 9 0,-8 3 0,-14 1 0,-11 8 0,-2 0 0,-4 0 0,4-6 0,0 2 0,4-6 0,8-5 0,5-4 0,2-8 0,-2 0 0</inkml:trace>
  <inkml:trace contextRef="#ctx0" brushRef="#br0" timeOffset="5">12907 1651 8912,'-2'19'0,"-2"4"0,-2 7 0,2 8 0,2 6 0,2 8 0,0 1 0,0 3 0,0 1 0,0-2 0,2-3 0,2-6 0,4-6 0,1-4 0,3-9 0,5-4 0,2-6 0,2-5 0,4-7 0,2-3 0,1-4 0,7-3 0,-1-7 0,1-11 0,-3-4 0,-3-7 0,0-6 0,-12 0 0,2-2 0,-13 2 0,-1 3 0,-5-3 0,0 4 0,-2 4 0,-3 5 0,-7 10 0,-5 9 0,-6 14 0,-2 7 0,-4 16 0,-3 7 0,3 16 0,3-1 0,-3 1 0,10 5 0,2 0 0,7-1 0,12-8 0,6-5 0,9 0 0,10-7 0,13-13 0,6-8 0,11-15 0,4-10 0,8-7 0,0-15 0,0-14 0,-1-4 0,1-1 0,-8-1 0,-3 1 0,-7 1 0,-5 4 0,-7 4 0,-16 8 0,-2-1 0,-16 1 0,1 1 0,-6 5 0,0 3 0,-2 15 0,-4 5 0,4 5 0,-3 5 0,1 9 0,-2 7 0,4 2 0,-3 11 0,3-2 0,2 14 0,0-7 0,0 3 0,0-2 0,0 0 0,0 6 0,0-6 0,0-2 0,0-2 0,-8-1 0,-4-1 0,-10 6 0,-9 0 0,-7-2 0,-8-1 0,-4-1 0,-2 4 0,-1-9 0,-4 3-483,3-11 1,-5-6-1,7-9 1</inkml:trace>
  <inkml:trace contextRef="#ctx0" brushRef="#br0" timeOffset="6">23780 2270 7895,'-2'6'0,"-20"75"0,0-4 0,2-3 0,2-7 0,1-2 0,3-8 0,1-1 0,1-7 0,1-1 0,-2 38 0,3-11 0,3-12 0,3-8 0,2-11 0,2-4 0,0-11 0,0-6 0,0-12 0,8-3 0,3-10 0,5-4 0,1-11 0,0-10 0</inkml:trace>
  <inkml:trace contextRef="#ctx0" brushRef="#br0" timeOffset="7">27138 2270 5993,'0'13'0,"0"54"0,0-9 0,0-2 0,0 42 0,0-18 0,0-13 0,0-16 0,0-10 0,0-7 0,0-5 0,8 3 0,-4-20 734,7-1-734,0-7 0,7-19 0,-1-5 0</inkml:trace>
  <inkml:trace contextRef="#ctx0" brushRef="#br1" timeOffset="8">24092 963 8912,'-8'-35'0,"1"7"0,-7 1 0,5 2 0,1 4 0,1 2 0,3 2 0,-2 0 0,0-1 0,-1 1 0,5 0 0,-4 0 0,4 0 0,2 0 0,0-1 0,0 1 0,0 0 0,0 0 0,8-6 0,3-2 0,3 0 0,-3 0 0,2-5 0,-7 1 0,2-1 0,-4-1 0,1 4 0,-1 2 0,-2 2 0,-2 6 0,0 0 0,0 8 0,-6 3 0,1 12 0,-3 18 0,2 18 0,-5 14 0,-4 13 0,-3 24 0,10-37 0,-1 3 0,-3 8 0,-1 3-458,-1 9 0,0 3 0,-3 5 0,-1 3 458,5-22 0,0 1 0,-1 1 0,0 2 0,-1 0 0,0 2-292,-2 5 1,-1 2 0,1-1 0,2-6 0,1-2-1,-1 0 292,2-2 0,-1-1 0,1-2 0,-2 23 0,0-4 0,0-7 0,1-3 0,3-7 0,1-2 0,-1-13 0,-1-2 0,-7 38-13,2-17 0,7-20 13,4-13 0,4-3 0,2-3 0,2-9 0,4-8 0,9-7 361,8-10 1,16-16 0,-3-3-1</inkml:trace>
  <inkml:trace contextRef="#ctx0" brushRef="#br1" timeOffset="9">21270 499 8912,'-8'-18'0,"6"1"0,-3 0 0,3 0 0,2 0 0,-2-1 0,-2 1 0,-2 0 0,-1 0 0,1 0 0,-4 5 0,-7 3 0,-2 3 0,-4 8 0,-4 5 0,-7 13 0,-2 4 0,-5 11 0,5 1 0,-4 10 0,5-6 0,7 4 0,5 0 0,4 0 0,9-12 0,4 3 0,8-10 0,10 3 0,1-7 0,16 2 0,3-4 0,7-2 0,-3 1 0,4-1 0,-2 0 0,2 0 0,-5-5 0,-1-1 0,1 1 0,-18 5 0,0 0 0,-9 0 0,-6 0 0,-18 1 0,-7-1 0,-7 2 0,-5 4 0,-5-4 0,0 4 0,-2-6 0,4-4 0,-2-3 0,1-2 0,11 3 0,5-5 0,4-2 0,1-10 0,9 4 0,1-21 0,8 4 0</inkml:trace>
  <inkml:trace contextRef="#ctx0" brushRef="#br1" timeOffset="10">21390 791 8912,'18'-10'0,"-7"-5"0,1 4 0,-9 3 0,5-7 0,-8 13 0,-8-4 0,-3 12 0,-4 3 0,-3 8 0,1 3 0,0 1 0,0 3 0,0 3 0,1 0 0,5 2 0,-3 1 0,9-7 0,-7 2 0,6-2 0,1-10 0,5 4 0,2-5 0,3-1 0,5-11 0,7-11 0,2-6 0,4-6 0,-4 2 0,4-8 0,-6 8 0,-3-2 0,-3 4 0,3 2 0,-1 5 0,-1 1 0,3 7 0,-6-4 0,1 16 0,-4 4 0,-2 5 0,1 6 0,-3-2 0,4 7 0,-2-5 0,1 6 0,-3-8 0,4 2 0,4-4 0,-6-4 0,7-3 0,-7-5 0,11-7 0,-5 0 0</inkml:trace>
  <inkml:trace contextRef="#ctx0" brushRef="#br1" timeOffset="11">21752 430 8912,'0'-27'0,"-2"4"0,-4 4 0,4 10 0,-5 5 0,7 15 0,-6 10 0,0 19 0,0 4 0,6 8 0,0 5 0,0 0 0,0 1 0,0-7 0,0 1 0,0-1 0,8 1 0,3 0 0,5-10 0,1-8 0,2-7 0,4-10 0,4-7 0,7-5 0,1-12 0,-1-11 0,-5-6 0,-1-11 0,-1-1 0,2-2 0,-8-2 0,-8 1 0,1 3 0,-9 2 0,1 1 0,-6 5 0,0 3 0,-2 9 0,-4 5 0,-3 3 0,-8 22 0,0 3 0,-1 12 0,1-1 0,2-1 0,3 2 0,-1-1 0,7 5 0,0-3 0,-1-1 0,5-8 0,-4 2 0,4-4 0,2-2 0,0-5 0,0-1 0,8-7 0,3 2 0,3-12 0,-3-6 0,10-3 0,-4-2 0,5-6 0,-5 0 0,0-5 0,0 3 0,-2 0 0,-3 0 0,1 2 0,-7 6 0,7 0 0,-11 5 0,4 1 0,-4 7 0,-2-4 0,8 16 0,-6-4 0,3 7 0,-1-1 0,2 1 0,-2 3 0,7-9 0,-5 7 0,5-6 0,-5-1 0,6-5 0,-9 8 0,5 1 0</inkml:trace>
  <inkml:trace contextRef="#ctx0" brushRef="#br1" timeOffset="12">22371 739 8912,'10'-9'0,"-1"1"0,-3 8 0,-4-8 0,13 7 0,-11-5 0,8 12 0,1 5 0,-3 2 0,1-1 0,-7 3 0,2-3 0,3 3 0,-1 2 0,5-2 0,-1-3 0,-7-3 0,7-3 0,-6-4 0,5 4 0,-1-6 0,1-6 0,4-4 0,-3-7 0,3 0 0,2 2 0,1 1 0,-1 3 0,0-1 0,0-5 0,0 8 0,-7 3 0,-4 12 0,-4-2 0,-2 7 0,0 0 0,0 7 0,5-1 0,1 0 0,0 0 0,2 0 0,1-7 0,8-4 0,-5-4 0,-1-2 0,1-2 0,5-4 0,0 2 0,0-7 0,1-6 0,-1-6 0,0 0 0,0 5 0,-2 1 0,-3 0 0,3 0 0,-5 7 0,-1 12 0,-3 15 0,-6 8 0,-6 10 0,-3 9 0,-8 7 0,-1 3 0,1 9 0,0 0 0,0 6 0,0-1 0</inkml:trace>
  <inkml:trace contextRef="#ctx0" brushRef="#br1" timeOffset="13">25331 224 8912,'-25'-18'0,"-1"1"0,-3 0 0,2 2 0,2 1 0,4 5 0,2 1 0,4 4 0,3 10 0,7 7 0,3 8 0,2 6 0,0 9 0,0 3 0,0 1 0,-6 8 0,0-3 0,0 5 0,6 0 0,0-3 0,0-1 0,-5-2 0,-3 2 0,0-6 0,1-4 0,-7-9 0,3-4 0,1-6 0,-1-5 0,7-20 0,-2-15 0,4-15 0,2-8 0,0-3 0,0-3 0,0 0 0,0 1 0,0-1 0,0 1 0,6 7 0,0 4 0,5 11 0,-5 6 0,7 0 0,-1 6 0,3 4 0,2 13 0,-5 1 0,-1 5 0,-5 4 0,6 7 0,-9 8 0,3 3 0,-4 5 0,-2 1 0,-2 3 0,-4 3 0,3-2 0,-9 8 0,3-6 0,-5 4 0,5-2 0,1-4 0,-3-4 0,5-5 0,0 2 0,6-8 0,0-2 0,13-12 0,5-9 0,12-8 0,5-9 0,1-8 0,10-3 0,-8-3 0,2 3 0,-3-5 0,-3 4 0,-1-1 0,-5 1 0,-9 4 0,-7 8 0,-8 0 0,1 0 0,-3 0 0,-9 7 0,-5 4 0,-3 4 0,-2 2 0,-1 2 0,1 4 0,0 6 0,0 10 0,0-2 0,-1 2 0,9 3 0,3-2 0,2 6 0,0-6 0,-1-2 0,1-2 0,4-2 0,6 0 0,-3-5 0,9-3 0,1-1 0,3-4 0,8-4 0,5-6 0,-2-4 0,2-7 0,-6 0 0,5 0 0,-7-6 0,2 0 0,-4-2 0,-1 2 0,-3 4 0,-4-4 0,-3 12 0,-8-4 0,0 13 0,0-4 0,0 12 0,0 3 0,0 8 0,0 1 0,0-1 0,0 6 0,0 0 0,0 0 0,0-6 0,0 0 0,0 0 0,0-5 0,0-1 0,0 0 0,0-1 0,0-2 0,0-8 0,0 0 0,6-8 0,1-3 0,3-5 0,-4-3 0,3-2 0,1-2 0,-1 2 0,-3 8 0,5 1 0,-7 1 0,12-4 0,-5 3 0,-3 5 0,7 7 0,-5 0 0,7 7 0,-2 3 0,-2 5 0,-3-2 0,-2-1 0,5-8 0,-3 9 0,7-7 0,0 0 0,0-12 0,-1-2 0,-3-1 0,-2-5 0,-1-7 0,1-2 0,3-7 0,-8 1 0,5 2 0,-5-1 0,0 1 0,-6-2 0,0 4 0,0 8 0,0 8 0,0-7 0,0 22 0,0 2 0,0 11 0,0 10 0,0 9 0,0 2 0,-6 2 0,0-2 0,0-4 0,6 4 0,0-3 0,0-3 0,2-1 0,4-5 0,-4 3 0,4-8 0,-3 3 0,3-8 0,-4 3 0,13-27 0,-5 4 0</inkml:trace>
  <inkml:trace contextRef="#ctx0" brushRef="#br1" timeOffset="14">26381 309 8912,'-8'10'0,"4"-2"0,-7-8 0,5 0 0,-5 0 0,5 0 0,-5 0 0,7 0 0,-6 7 0,4 5 0,3 3 0,-9 2 0,6 2 0,-5 4 0,5-2 0,-5 8 0,-1 0 0,-5 5 0,6 0 0,-1 1 0,6-7 0,-5 1 0,7-2 0,-2 1 0,6-3 0,6-8 0,6-5 0,10-1 0,7-7 0,11 2 0,10-4 0,7-2 0,8-15 0,-3-5 0</inkml:trace>
  <inkml:trace contextRef="#ctx0" brushRef="#br1" timeOffset="15">27276 344 8912,'-10'-2'0,"3"-2"0,-1-2 0,6 4 0,-4 14 0,4 11 0,2 7 0,0 14 0,0 10 0,0 13 0,0 11 0,0-27 0,0 3 0,0 4 0,0 1 0,0 4 0,-2 2 0,0 4 0,-1 1 0,1 2 0,0 1 0,-3 5 0,0 1 0,0 1 0,1 0-483,-1 3 1,0 1 0,0-3 0,-1 0 482,-3-1 0,0 0 0,1 2 0,-1-1 0,1 0 0,-1 0 0,0 0 0,-1 1 0,-1-1 0,-1 0 0,3-4 0,-1-1 0,-2-4 0,1-1 0,1-2 0,1 0 0,0-3 0,1-1 0,0-3 0,0-1 5,3-5 1,-1-1 0,-1-5 0,0-1-6,2 31 0,-3-5 0,2-12 0,4-2 0,-3-15 0,3-2 0,2-22 0,7-6 0,3-9 706,7-7 0,8-15-706,4-8 0,3-11 0,3-12 0,-9 0 0,-1-13 0</inkml:trace>
  <inkml:trace contextRef="#ctx0" brushRef="#br1" timeOffset="16">28136 516 8912,'6'-12'0,"0"1"0,-3-3 0,-1-1 0,-4 0 0,-1 2 0,-3 1 0,-2 8 0,3-1 0,-3 10 0,-5 9 0,3 7 0,2 7 0,-3 5 0,5 3 0,0 2 0,-1 2 0,5 1 0,-4-9 0,2-1 0,-2-3 0,5-1 0,-5 2 0,4-5 0,2-6 0,0-9 0,0-3 0,0-12 0,0-11 0,0-14 0,0-5 0,0-4 0,6-8 0,-1 2 0,9-9 0,-3-2 0,3-1 0,-3 7 0,4 1 0,-1 4 0,5 6 0,4 4 0,6 11 0,-7 8 0,7 7 0,-6 10 0,8 10 0,-3 7 0,3 10 0,0 13 0,-5 6 0,-1 3 0,-4 3 0,-9 0 0,1-3 0,-7-3 0,0 2 0,-6-8 0,0 2 0,0-2 0,-10-5 0,-7-1 0,-8-7 0,-9-10 0,-1 0 0</inkml:trace>
  <inkml:trace contextRef="#ctx0" brushRef="#br1" timeOffset="17">28033 688 8912,'-27'-23'0,"4"0"0,4 2 0,10 2 0,3 9 0,12 4 0,11 3 0,11-3 0,20 2 0,10-7 0,9 5 0,7-6 0,4 9-241,9-3 1,-1-2 240,0 3 0,-8-9 0,-2 5 0</inkml:trace>
  <inkml:trace contextRef="#ctx0" brushRef="#br1" timeOffset="18">28962 430 8912,'-11'0'0,"-1"0"0,-1 0 0,-8 0 0,-4 0 0,-2 0 0,-1 0 0,-7 0 0,6 6 0,1-1 0,7 9 0,-2-3 0,4 4 0,1 3 0,7-1 0,1 0 0,3 0 0,3 0 0,4-5 0,6-1 0,3-5 0,8 5 0,1-7 0,-1 2 0,6-4 0,0-2 0,5-6 0,-5 0 0,0-5 0,-5 5 0,-1-5 0,0 5 0,0 0 0,0 6 0,1 0 0,-1 0 0,-6 10 0,1 7 0,-8 4 0,1 14 0,-5-3 0,-5 14 0,-5 0 0,-7 5 0,-2 1 0,-4-1 0,2-1 0,-6-4 0,2-6 0,4-4 0,0-9 0,-2-4 0,4-12 0,-6-3 0,10-16 0,3-3 0,5-6 0,7-6 0,0-6 0,0-9 0,0-2 0,0 2 0,5 9 0,1 6 0,6 4 0,-7 2 0,3 2 0,-2 3 0,-2-1 0,7 7 0,-5 0 0,5 6 0,1 0 0,5 0 0,6 0 0,2 0 0,1 0 0,5 0 0,2-2 0,1-3 0,8 1 0,4-8 0,4-5 0,1-6 0,7-2 0,-1 2 0,-2-1 0,-9-5 0,-5 2 0,-13 4 0,-3 4 0,-8-4 0,-9 10 0,-8 1 0,-10 9 0,-13-3 0,-3 14 0,-9 9 0,-5 8 0,0 9 0,-8 0 0,2 1 0,4 5 0,2 0 0,9 8 0,3-2 0,9 9 0,1 4 0,15 0 0,12 1 0,18 3 0,19-6 0,11 4-167,6-9 0,2-5 167,-2-12 0,4-8 0,-4-4 0,-1-1 0,1-4 0,0-5 0</inkml:trace>
  <inkml:trace contextRef="#ctx0" brushRef="#br1" timeOffset="19">28670 2648 8912,'-6'-27'0,"-2"4"0,1 4 0,-1 2 0,4 0 0,2-1 0,2 1 0,2 0 0,4 0 0,5 5 0,12 1 0,6-2 0,3-3 0,3 1 0,1 2 0,2 3 0,3 2 0,-3 3 0,-9 5 0,-1 7 0,-9 7 0,-5 7 0,-5 7 0,-5 7 0,-10 5 0,-11-2 0,-12 8 0,-3-6 0,-2 6 0,1-8 0,4 2 0,-1-5 0,7-7 0,0-3 0,8-8 0,3 0 0,4-7 0,8-4 0,0-12 0,16 2 0,7-7 0,9-1 0,8 3 0,-1-7 0,7 5 0,-1 3 0,7 3 0,-8 3 0,-4 2 0,-9 0 0,-3 0 0,-12 7 0,-1 5 0,-7 5 0,-10 6 0,-14 4 0,-12 7 0,-10 0 0,-3 1 0,-4-1 0,4 1 0,3-1 0,2 0 0,3-7 0,5-4 0,3-12 0,8-3 0,-1-8 0</inkml:trace>
  <inkml:trace contextRef="#ctx0" brushRef="#br1" timeOffset="20">29582 2304 8912,'-19'-6'0,"-2"0"0,-4 3 0,-2 1 0,0 4 0,-2 3 0,3 13 0,3 10 0,4 7 0,-2 5 0,7 7 0,8 9 0,5-3 0,1 5 0,1 1 0,5-2 0,4 0 0,7-5 0,0-8 0,0-4 0,3 2 0,2-2 0,-2-7 0,4-8 0,-6-8 0</inkml:trace>
  <inkml:trace contextRef="#ctx0" brushRef="#br1" timeOffset="21">29719 2837 8912,'0'-17'0,"0"-1"0,0 1 0,2 2 0,4 4 0,4-3 0,7 8 0,0 3 0,0 1 0,0 2 0,1 2 0,-1 3 0,-6 13 0,1 10 0,-8 5 0,1 1 0,-5 2 0,-5 4 0,-3-3 0,-4 3 0,-1-4 0,7-1 0,-1-1 0,1 0 0,4-5 0,-4 0 0,4-14 0,2 2 0,8-11 0,5 0 0,8-6 0,8-6 0,4-9 0,1-8 0,2-8 0,5 2 0,-3-3 0,8-2 0,-8 7 0,4-13 0,-8 3 0</inkml:trace>
  <inkml:trace contextRef="#ctx0" brushRef="#br1" timeOffset="22">30735 2304 8912,'-6'-23'0,"0"0"0,2 2 0,1 2 0,-3 2 0,4 9 0,-4 10 0,4 13 0,2 12 0,0 13 0,0 6 0,0 4 0,0 7 0,0 2 0,0 0 0,0 1 0,-2-5 0,-1-7 0,-3-4 0,2-2 0,-4-4 0,3-9 0,-1-5 0,6-6 0,0-11 0,0-7 0,0-9 0,0-14 0,0 2 0,2-8 0,4-1 0,5-3 0,4-1 0,2-1 0,1 3 0,-1 3 0,0 6 0,0 4 0,2 4 0,4 3 0,-3-1 0,2 7 0,3 1 0,-2 5 0,0 1 0,-6 5 0,-1 6 0,-5 11 0,-3-2 0,-8 7 0,-2 1 0,-4 5 0,-11 6 0,-12 1 0,-5-1 0,-6 2 0,1-6 0,-6 4 0,6-9 0,-1-3 0,4-7 0,1 4 0</inkml:trace>
  <inkml:trace contextRef="#ctx0" brushRef="#br1" timeOffset="23">31217 2476 8912,'0'17'0,"0"0"0,-6 2 0,0 4 0,-2 4 0,3 7 0,-3 1 0,-3-1 0,-3 2 0,7 1 0,-3-3 0,-2 4 0,-5-11 0</inkml:trace>
  <inkml:trace contextRef="#ctx0" brushRef="#br1" timeOffset="24">31113 2166 8912,'-2'-28'0,"-1"1"0,-5 2 0,-2 4 0,7 2 0,-3 9 0,12 5 0,9 3 0,8 2 0,7 0 0,-1 0 0,5 2 0,5 3 0,1 7 0,-2 3 0,-2 4 0,-1 4 0,-8-2 0,-4 8 0,1 0 0,-1 5 0,-7 2 0,-11 4 0,-3-3 0,-2 3 0,0-4 0,0-2 0,0-1 0,0-4 0,-2 1 0,-1-7 0,-3-2 0,2-2 0,-6-9 0,9-3 0,-7-7 0,14-7 0,1-7 0,3-5 0,3-4 0,2-7 0,3 1 0,-1 2 0,0-1 0,0 5 0,1-6 0,-1 6 0,0-5 0,-6 12 0,1-1 0,-1 4 0,7-5 0,-1 1 0</inkml:trace>
  <inkml:trace contextRef="#ctx0" brushRef="#br1" timeOffset="25">31905 2269 8912,'-2'-15'0,"-4"4"0,4 3 0,-7 8 0,3 0 0,-5 0 0,1 8 0,-1 3 0,5 4 0,-6 3 0,7-1 0,-5 2 0,2 2 0,5 2 0,-5 6 0,2-6 0,0-1 0,6-4 0,0-1 0,0 0 0,8-7 0,4-5 0,10-10 0,-2-5 0,3-7 0,-4-6 0,-2 0 0,0-6 0,0 6 0,-1 0 0,-5 6 0,2 0 0,-7 0 0,6 5 0,-7 1 0,3 7 0,-2-2 0,-4 4 0,11 4 0,-7 4 0,-2 6 0,5-3 0,3 3 0,-3-7 0,3 7 0,-1-8 0,6 3 0,1-7 0,-1 0 0,0 0 0,0 0 0,6-2 0,0-3 0,0-5 0,-6-7 0,0 5 0,1 1 0,-1 1 0,0-1 0,-7-4 0,5 5 0,-13 1 0,11 3 0,-7 12 0,-2 5 0,-2 4 0,-2 8 0,0 0 0,5 2 0,1-2 0,2-2 0,-2 8 0,-3-8 0,9 2 0,-8-4 0,1-2 0,-1 0 0,2 0 0,-4-7 0,6-3 0,-8-7 0</inkml:trace>
  <inkml:trace contextRef="#ctx0" brushRef="#br1" timeOffset="26">32352 2046 8912,'-7'-17'0,"-3"0"0,1-1 0,1 1 0,8 6 0,0-1 0,8 8 0,3-1 0,6 3 0,6 2 0,-2 6 0,8-1 0,0 9 0,5-5 0</inkml:trace>
  <inkml:trace contextRef="#ctx0" brushRef="#br1" timeOffset="27">32628 2132 8912,'-25'8'0,"0"-5"0,-4 9 0,2-6 0,5 5 0,2-1 0,-3 1 0,4 4 0,2-3 0,2 3 0,3 2 0,5 0 0,7 1 0,0-7 0,0 1 0,0 1 0,7-5 0,5-3 0,3-3 0,2-2 0,1 0 0,-1 0 0,0 0 0,0 0 0,0-5 0,1-1 0,-1 0 0,0 6 0,0 0 0,0 0 0,1 0 0,-3 2 0,-4 4 0,-1-4 0,-4 3 0,-4 5 0,7-2 0,-3 3 0,-4-3 0,5-1 0,-7 3 0</inkml:trace>
  <inkml:trace contextRef="#ctx0" brushRef="#br1" timeOffset="28">32834 1840 8912,'0'-27'0,"0"2"0,0 0 0,0 14 0,-2-4 0,-2 18 0,-1 9 0,-1 7 0,6 15 0,0 3 0,0 3 0,0 4 0,0 7 0,0-5 0,0 0 0,8-8 0,3 2 0,-1 2 0,1-2 0,-5-5 0,5-7 0,-5-5 0,6 6 0,-1-8 0,6-4 0,0-11 0,-5-4 0,-1-2 0,7-8 0,5-3 0,-1-5 0,-4-1 0,-7-2 0,1-2 0,-1-2 0,-1 2 0,3 2 0,-7 2 0,-2 0 0,-3 5 0,-1 1 0,-5 15 0,-1 1 0,-5 9 0,5 5 0,2 2 0,2 2 0,2 2 0,0-2 0,2-4 0,4 4 0,3-4 0,8-2 0,8-2 0,4-3 0,4-5 0,1-7 0,0 0 0,1 0 0</inkml:trace>
  <inkml:trace contextRef="#ctx0" brushRef="#br1" timeOffset="29">32851 2132 8912,'-34'0'0,"7"0"0,10 0 0,11-6 0,12 0 0,13-5 0,16 5 0,8-5 0,15 5 0,-5-5 0,5 5 0,-7 0 0,-5 6 0,4 0 0,-6 0 0</inkml:trace>
  <inkml:trace contextRef="#ctx0" brushRef="#br1" timeOffset="30">31578 3714 8912,'0'-12'0,"0"1"0,-6 11 0,0 6 0,-5 13 0,5 21 0,-7 6 0,1 11 0,3-2 0,-3 8 0,-1 0 0,-2-1 0,-1 4 0,5-3 0,-2-3 0,7-3 0,0-11 0,6-6 0,0-4 0,0-1 0,0-1 0</inkml:trace>
  <inkml:trace contextRef="#ctx0" brushRef="#br1" timeOffset="31">31406 3782 8912,'0'-34'0,"7"2"0,5 3 0,3 4 0,2 8 0,8 7 0,2 5 0,0 3 0,-4 2 0,-4 7 0,-2 5 0,0 3 0,1 2 0,-1 6 0,0 0 0,-2 2 0,-3-2 0,-5-2 0,-7 8 0,0-3 0,0 3 0,-5 2 0,-1-9 0,-9 7 0,-3-6 0,1 6 0,-6-6 0,4-4 0,2-6 0,0 2 0,-1-5 0</inkml:trace>
  <inkml:trace contextRef="#ctx0" brushRef="#br1" timeOffset="32">31905 3318 8912,'-17'-17'0,"-1"0"0,1 7 0,0 5 0,6 12 0,1 10 0,0 14 0,1 13 0,3 2 0,-5 11 0,7 2 0,-2-1 0,4 5 0,2-6 0,0 6 0,0-6 0,10-1 0,5-10 0,6-6 0,0-4 0,6-9 0,-8-2 0,6-8 0</inkml:trace>
  <inkml:trace contextRef="#ctx0" brushRef="#br1" timeOffset="33">32180 3559 8912,'-25'0'0,"6"2"0,-4 4 0,2 3 0,-2 8 0,4 8 0,-4 4 0,4 3 0,2 3 0,7-1 0,5 0 0,12-7 0,10-4 0,10-11 0,13-7 0,-3-3 0,3-2 0,-4-13 0,-1-4 0,-7-6 0,1 0 0,-10 2 0,-2-8 0,-7 6 0,-10-5 0,-2 7 0,-4-2 0,-3 4 0,-9 1 0,-6 3 0,-5 4 0,2-3 0,-2 9 0,8-1 0,-3 6 0,6 0 0,1 0 0</inkml:trace>
  <inkml:trace contextRef="#ctx0" brushRef="#br1" timeOffset="34">32903 3009 8912,'-23'-23'0,"0"0"0,2 4 0,2 5 0,2 7 0,-2 14 0,-4 5 0,4 13 0,-4 9 0,2 8 0,0 12 0,-2 5 0,2 10 0,1-6 0,3 5 0,8-8 0,3 3 0,4-10 0,4-1 0,4-10 0,5-6 0,4-9 0,3-4 0,5-12 0,0-5 0,7-4 0,-1-2 0,3-8 0,3-3 0,5-12 0,0-6 0,2 1 0,-2-7 0,-3 5 0,3-12 0,-4 0 0,-2-4 0,-7 4 0,-4 2 0,-4 5 0,-1 7 0,-9-5 0,-1 22 0,-8-5 0,-6 30 0,0 5 0,2 6 0,3 5 0,1 3 0,0 1 0,5 2 0,1 4 0,5-3 0,-5 3 0,0-2 0,-6 0 0,0 2 0,0-1 0,-4-3 0,-7-2 0,-3-1 0,-14-5 0,-3 5 0,-9-4 0,2-5 0,-8-1 0,6-5 0,-4-7 0,2-5 0,-6-4 0,4-2 0</inkml:trace>
  <inkml:trace contextRef="#ctx0" brushRef="#br1" timeOffset="35">32542 3439 8912,'-44'-8'0,"9"4"0,12-7 0,4 7 0,11-4 0,8 8 0,18-7 0,16-5 0,33-5 0,25-6 0,-36 7 0,3-2 0,7-5 0,1 0 0,4-3 0,2 0-1422,3-2 0,3-1 1422,9-1 0,1-1 0,-28 8 0,0 0 0,1 0 0,4 0 0,-1 0 0,1 0 0</inkml:trace>
  <inkml:trace contextRef="#ctx0" brushRef="#br1" timeOffset="36">25503 9714 8912,'-11'-6'0,"-1"1"0,7-3 0,-7 4 0,1-3 0,1-3 0,2 4 0,8-5 0,0 5 0,0-5 0,0 5 0,0-6 0,0 7 0,0-7 0,-5 7 0,-1-7 0,-7 8 0,1-2 0,-3 5 0,-2 1 0,-6 0 0,0 0 0,-6 0 0,6 0 0,-6 7 0,5 5 0,-3 3 0,-4 2 0,4 2 0,-1 4 0,5 4 0,-6 7 0,8 8 0,-2 4 0,4 4 0,2 1 0,1 3 0,3 1 0,4 3 0,1-3 0,2 0 0,6 3 0,0-7 0,0 1 0,2-8 0,4-10 0,-2 1 0,7-1 0,2-9 0,9-6 0,2-8 0,3-3 0,2-2 0,5-6 0,3 0 0,3 0 0,4-14 0,7-3 0,7-11 0,1-1 0,0-5 0,1-7 0,-3 3 0,-5-8 0,-9 2 0,-2-1 0,-5-3 0,-2 8 0,-7-6 0,-4 6 0,-6-12 0,-5 6 0,-5-9 0,-7 3 0,-7 1 0,-7-7 0,-7 5 0,-7 1 0,-12 10 0,-6 8 0,-6 7 0,-5 10 0,-3 7 0,-3 5 0,4 5 0,7 5 0,8 7 0,4 11 0,6 5 0,5 13 0,12-5 0,11 6 0,6-2 0,6 0 0,21-4 0,19-13 0,19 0 0,13-13 0</inkml:trace>
  <inkml:trace contextRef="#ctx0" brushRef="#br1" timeOffset="37">21683 1375 8912,'9'0'0,"-1"0"0,-16 8 0,-1-6 0,-8 6 0,0-1 0,-1 5 0,1 3 0,0 2 0,0 2 0,-1 4 0,1-2 0,-2 8 0,-2 1 0,-2 3 0,0 1 0,6 1 0,0-1 0,0 1 0,7-1 0,4 0 0,4-7 0,2-4 0,2-6 0,4-5 0,11-5 0,12-7 0,3-2 0,3-3 0,7-5 0,4-7 0,2 0 0,-3-2 0,-4-2 0,-5-2 0,-4 5 0,-3 7 0,-4 7 0,-15-3 0,-18 7 0,-11 0 0</inkml:trace>
  <inkml:trace contextRef="#ctx0" brushRef="#br1" timeOffset="38">21528 1530 8912,'17'8'0,"0"3"0,-7 5 0,-4 1 0,-4 2 0,-2 4 0,0 4 0,0 7 0,-6 6 0,0 0 0,0 6 0,6-6 0,0 8 0,0-2 0,0-4 0,0-2 0,6-10 0,0-1 0,7-8 0,-1 2 0,3-11 0,2-7 0,1-3 0,-1-2 0</inkml:trace>
  <inkml:trace contextRef="#ctx0" brushRef="#br1" timeOffset="39">22096 1565 8912,'0'-18'0,"0"1"0,0 0 0,-2 2 0,-4 3 0,4 5 0,-5 14 0,7 10 0,0 12 0,0 4 0,0 7 0,0 2 0,0 0 0,0 0 0,0-2 0,0-6 0,0 4 0,0-3 0,0 1 0,0-13 0,0 0 0,0-6 0,0-5 0,0-1 0,0-7 0,0 2 0,0-12 0,0-6 0,0-5 0,0-6 0,0-3 0,0-9 0,0-1 0,0-4 0,5 4 0,1-5 0,6 5 0,-5 2 0,1 1 0,0 5 0,5-3 0,-2 8 0,-1 6 0,2 7 0,1 3 0,2 3 0,2 4 0,1 6 0,-3 9 0,-4 8 0,3 7 0,-9-1 0,7 4 0,-6 1 0,-1-5 0,-5-1 0,0-7 0,0 2 0,0-4 0,0-2 0,0 1 0,0-11 0,0-7 0,0-9 0,0-14 0,8-4 0,4-7 0,3-8 0,2-4 0,2-2 0,4 2 0,-2-2 0,8 8 0,-6-4 0,5 10 0,-5 5 0,6 18 0,-8 3 0,4 12 0,-2 8 0,0 10 0,0 17 0,-6 7 0,-2 5 0,-3 6 0,3 1 0,-3-1 0,-3 0 0,3-13 0,1 0 0,10 6 0,4-6 0</inkml:trace>
  <inkml:trace contextRef="#ctx0" brushRef="#br1" timeOffset="40">24970 1307 8912,'-12'0'0,"1"0"0,5 0 0,-5 0 0,7 0 0,-10 7 0,9 5 0,-1-3 0,6 3 0,0 1 0,0 2 0,0 3 0,0-1 0,0 0 0,0 0 0,2 6 0,2 0 0,3-2 0,3-2 0,1-2 0,7 1 0,-7 5 0,-1-1 0,-1-1 0,1-1 0,-5 2 0,7 1 0,-8 2 0,1-4 0,-3 2 0,-2-2 0,-7 0 0,-5 2 0,-5-4 0,-6 4 0,2-4 0,-8-2 0,6-7 0,-5-4 0,-1-4 0,-5-2 0,-1 0 0</inkml:trace>
  <inkml:trace contextRef="#ctx0" brushRef="#br1" timeOffset="41">24849 1479 8912,'18'0'0,"-1"0"0,0 0 0,0 0 0,2-2 0,4-4 0,-4 4 0,4-4 0,-2-1 0,2 1 0,-2-7 0,8 1 0,0-1 0,5 1 0,0-3 0,1 4 0,-1-5 0,1-1 0,-1 0 0</inkml:trace>
  <inkml:trace contextRef="#ctx0" brushRef="#br1" timeOffset="42">25624 1358 8912,'-12'-2'0,"1"-1"0,-3-3 0,5 0 0,-3 6 0,1 2 0,-6 4 0,-6 11 0,0 13 0,2 9 0,2 7 0,3 3 0,5 3 0,3 5 0,8 0 0,8 1 0,3-7 0,7-9 0,4-7 0,5-10 0,8-14 0,-1-3 0,1-8 0,-7-16 0,1-7 0,-2-7 0,1-5 0,3-7 0,-8-3 0,-6-5 0,-5-2 0,-9 7 0,3-1 0,-6 0 0,-6 2 0,-11 8 0,-12 7 0,-5 14 0,-6-3 0,-10 15 0,-7 3 0,-1 7 0,-1 10 0,-2 1 0</inkml:trace>
  <inkml:trace contextRef="#ctx0" brushRef="#br1" timeOffset="43">27878 1496 8912,'-8'17'0,"-3"0"0,3-7 0,1-3 0,9-7 0,3 0 0,7 0 0,3 0 0,10-7 0,2-3 0</inkml:trace>
  <inkml:trace contextRef="#ctx0" brushRef="#br1" timeOffset="44">28532 1565 8912,'0'17'0,"0"0"0,0-7 0,2-3 0,4-7 0,3-2 0,10-3 0,4-7 0,6-3 0,9-8 0,2 0 0,8-2 0,-2 2 0,4 4 0,1-13 0,1 5 0</inkml:trace>
  <inkml:trace contextRef="#ctx0" brushRef="#br1" timeOffset="45">25400 10075 8912,'0'10'0,"-2"-3"0,-4-7 0,4 0 0,-5 0 0,7 0 0,-2 0 0,-4 0 0,4 0 0,-5 0 0,7 0 0,-2 0 0,-4 0 0,4 0 0,-8 0 0,5 0 0,1 2 0,-8 4 0,9-4 0,-5 13 0,2-11 0,0 7 0,1-7 0,5 4 0,0-8 0,0 0 0,7 0 0,-5-2 0,4-4 0,-4 2 0,-2-7 0,0 5 0,0-5 0,-2 7 0,-4-2 0,-3 6 0,-8 6 0,-1 5 0,1 5 0,0 1 0,2 0 0,3 0 0,-1 1 0,7-1 0,2 0 0,2 0 0,2-5 0,0-1 0,2-7 0,4 2 0,3-5 0,9-1 0,-1-1 0,0-3 0,0-4 0,1-1 0,-1-3 0,0-5 0,-7 0 0,3 0 0,-7-1 0,-1 1 0,-5 0 0,0 0 0,0 5 0,-2 3 0,-3 1 0,3 2 0,-13 6 0,5 8 0,-7 2 0,7-1 0,3 6 0,7-13 0,0 6 0,1-6 0,5 4 0,-4-4 0,6 5 0,-8-7 0,0 0 0,7 0 0,-5 0 0,8 0 0,-4 0 0,-4-2 0,3-3 0,-3 3 0,6-6 0,-6 8 0,11-2 0,-7-4 0,1 4 0,-3-5 0,4 1 0,2 0 0,1-5 0,6 5 0,-5-2 0,-1 3 0,-5 3 0,5-6 0,3 1 0,-7 5 0,1-6 0,-8 16 0,0 1 0</inkml:trace>
  <inkml:trace contextRef="#ctx0" brushRef="#br1" timeOffset="46">19583 7720 8912,'-32'0'0,"1"0"0,5 0 0,1 0 0,9 0 0,9 0 0,7 0 0,2 0 0,2 2 0,1 3 0,7 5 0,-7 7 0,7-5 0,-6-1 0,7 0 0,-1 7 0,-3-1 0,3 0 0,-1 0 0,6 0 0,6 3 0,0 2 0,2-2 0,-4 4 0,4-1 0,2 0 0,-1 6 0,3-6 0,4 7 0,-5-1 0,5 5 0,1 7 0,-3-1 0,3 11 0,-3-3 0,9 9 0,4 3-189,2-3 1,4 8 188,1-2 0,7-4 0,-1-2 0,0-3 0,-5-3 0,0 3 0,-3-1 0,-1-1-36,-2-8 0,-8-4 36,2 0 0,4-4 0,2 5 0,6 1 0,5-2 0,2 8 0,6-3 0,-1 7 0,1 5 0,-6-3 0,-2 3 0,-3 4-249,-3 2 0,3 0 249,3 6 0,1-10 0,10 10 0,-1-12 0,-27-28 0,1 0 0,33 32 0,-33-30 0,-1 1 0,27 29 0,1 2 0,-8-6 0,3 6 0,-4-5 0,10 5 0,-4-14 0,11 3 0,-1 0 0,-1 3 0,1 0 0,-6 8 0,-2-7 0,-4 1 0,-4-3 0,-7-3 0,7-1 0,4-4 0,2 1 0,0-5 0,-4 0-128,-1 1 0,-1 2 128,-2-5 0,-11 6 0,0-6 0,-2 2 0,-4-1 0,8-3 0,-2 8 0,6-1 0,7 5 0,8-2 0,5-2 0,1-2 0,-10 2 0,-4-4 0,-7-8 0,2 2 0,3 4 0,-4-1 0,5 6 0,-3-4 0,3 2 0,5 3 0,4 4 0,0-4 0,-4 5 0,-6 1 0,-11-6 0,2-4 0,-8-2 0,6 2 172,-6-2 1,2-5-173,-2-7 0,4 3 0,12 7 0,5 4 0,8 2 0,3-4 0,-3 6 0,-8 0-114,-3 5 1,-1 1 113,-5-1 0,3-7 0,-9-3 0,-2 1 0,2-2 0,-2 0 245,2-6 1,2-1-246,-8-5 0,0 3 136,-6-8 1,1 5-137,-1-5 0,0 0 0,1-5 0,-1-1 0,1-2 0,-3-2 0,-3-1 0,3-1 160,-3 6 1,4 3-161,1 3 0,14 11 0,3 12 0,7-2 0,-1 2 0,-3-1 0,3 7 0,-3-8 0,-3-4 0,-9-4 0,-5-3 0,-9-5 0,-3-5 0,-2-4 0,-6-1 0,1-9 0,-1 6 0,0-7 0,0 4 0,-5 1 0,-1-7 0,-5-1 0,3-3 0,-1 4 0,4-2 0,-7 7 0,1-7 0,0 6 0,-1-5 0,1-3 0,-6 6 0,0-8 0,2 0 0,4 0 0,-4 8 0,13-6 0,-5 11 0,7-7 0,-6 5 0,1-5 0,-8 0 0,3-6 0,-7 0 0,0-2 0,0-4 0,0-11 0,-15-18 0,-4-9 0</inkml:trace>
  <inkml:trace contextRef="#ctx0" brushRef="#br1" timeOffset="47">17966 10643 8912,'-12'-10'0,"3"2"0,1 1 0,2 3 0,6-8 0,0-1 0,0 4 0,0-3 0,0-1 0,2 5 0,2 0 0,2 1 0,0 3 0,-6-8 0,0 9 0,0-7 0,0 4 0,0 4 0,2-5 0,3 7 0,-3 7 0,4 5 0,-2 13 0,0 9 0,1 12 0,-1 9 0,4 16 0,-2 15 0,-3-36 0,1 1-261,-1 6 0,0 1 0,-2 7 0,0 2 261,2 1 0,0 1 0,-2-2 0,-1 0 0,1-3 0,-2-2 0,1-3 0,0-1 0,0 0 0,0-2 0,0 42 0,0-7 0,-7-18 0,-3-18 0,-1-5 0,-1-4 0,9-16 0,-3-1 0,4-14 0,2-3 0,0-8 0,0 3 1044,0-7-1044,0 0 0,8 0 0,-5 0 0,9 0 0,-8 8 0,3 1 0</inkml:trace>
  <inkml:trace contextRef="#ctx0" brushRef="#br1" timeOffset="48">17759 12070 8912,'-17'-18'0,"2"7"0,3-1 0,-3 9 0,13-5 0,-5 8 0,8 8 0,5 3 0,6 6 0,3 4 0,2 2 0,0 8 0,1-3 0,-1-1 0,0 2 0,0-6 0,0 5 0,1-1 0,-1 2 0,-2-2 0,-2-6 0,-1 2 0,1-2 0,3-4 0,1-6 0,0 4 0,0-5 0</inkml:trace>
  <inkml:trace contextRef="#ctx0" brushRef="#br1" timeOffset="49">18362 11863 8912,'-27'0'0,"4"0"0,10 2 0,1 4 0,1-2 0,-7 7 0,3 3 0,2 7 0,1 3 0,-1 3 0,3 2 0,-1 5 0,-1 8 0,-5 2 0,0 2 0,0 0 0,5-2 0,1 2 0,1 1 0,-1-6 0,3-7 0,8-5 0,0-16 0,8 10 0,1-14 0</inkml:trace>
  <inkml:trace contextRef="#ctx0" brushRef="#br1" timeOffset="50">22285 14769 8912,'-17'9'0,"0"-1"0,0-2 0,-1 0 0,1-3 0,0-1 0,0-2 0,7 0 0,3 0 0,7 0 0,7 0 0,7 0 0,7 0 0,7 0 0,12 0 0,6 0 0,14 0 0,7 0 0,7 0 0,5 0 0,-5 0 0,6 0 0,6 0 0,6 0 0,0 0 0,-6 0 0,-2 0 0,-4 0 0,1 0 0,-12 0 0,-12 0 0,-17 0 0,-17-5 0,-6-1 0,-11 0 0,2 6 0,-16 0 0,-2 0 0,-7 0 0,8 0 0,-7 0 0,13 0 0,-9 0 0,6 0 0,-5 0 0,5-2 0,-5-4 0,7 5 0,-11-15 0,5 7 0</inkml:trace>
  <inkml:trace contextRef="#ctx0" brushRef="#br1" timeOffset="51">23387 14391 8912,'-18'0'0,"7"0"0,-1 0 0,1-6 0,-6 0 0,7 0 0,10 6 0,12 0 0,11 0 0,5 0 0,5 8 0,1 4 0,1 5 0,-1 6 0,0 3 0,1 9 0,-1 1 0,-1 4 0,-3 6 0,-1 4 0,-16 9 0,-1 4 0,-10 4 0,-8 2 0,-11 7-204,-12 4 1,-3-3 203,-3-3 0,-14 5 0,-5-1 0</inkml:trace>
  <inkml:trace contextRef="#ctx0" brushRef="#br1" timeOffset="52">11272 16316 8912,'0'-11'0,"0"-1"0,0 1 0,0-1 0,0 1 0,0 5 0,0-5 0,2 7 0,3-2 0,-3 4 0,6 2 0,-8 0 0,8 0 0,1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3.680"/>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3165BB"/>
    </inkml:brush>
  </inkml:definitions>
  <inkml:trace contextRef="#ctx0" brushRef="#br0">8484 11399 8912,'9'-11'0,"-1"-1"0,-2-1 0,1-3 0,3 1 0,3 2 0,3 1 0,1 7 0,0-5 0,-2 1 0,-1 1 0,-3 0 0,3 4 0,3-5 0,6-3 0,2 3 0,3-3 0,-3 7 0,-8-7 0,3-1 0,2-2 0,0-3 0,6 1 0,1 0 0,5 0 0,6-6 0,3-2 0,0 0 0,5 0 0,4 1 0,5 1 0,-3 2 0,3-8 0,-3 6 0,-3-4 0,1 0 0,0 1 0,-7-1 0,1-2 0,-7-3 0,1 3 0,4 2 0,2-1 0,5-1 0,5-5 0,3-3 0,2-3 0,2 2 0,6-8 0,-6 0-157,0-5 0,-7 5 157,1 0 0,-1 6 0,1-6 0,4 14 0,8-5 0,0 1 0,0-2 0,-1-4 0,1 2 0,-8 4 0,-3-5 0,-7 3 0,-5-2 0,10 2 0,-3-8 0,5 0 0,1 2 0,6-4 0,-2 8 0,6-2 0,6 2 0,-12 4 0,2-4 0,-6 2 0,-2-3 0,8 3 0,-2-8 0,4 2 0,2-1 0,0 1 0,0 5 0,-2-3 0,-4-1 0,-6 4 0,-11-1 0,-2 6 0,-4 5 0,-2-3 0,6 5 0,0 0 0,0 4 0,4-2 0,10 2 0,-3-7 0,8 1 0,0-3 0,6-3 0,-6-1 0,0-2 0,2-4 0,2-2 0,-6 6 0,-3-2 0,1 3 0,-2 3 0,1 0 0,-7-1 0,-7 3 0,-4 3 0,-3 4 0,-3 0 0,1 4 0,-1-7 0,0 5 78,1-6 1,1 0-1,4-5 1,6 0-79,4-1 0,11-5 0,8 0 0,0-8-253,5 2 1,3-1 252,-3 1 0,-7-2 0,-9 8 0,-5 2-25,-1 1 0,-2 3 25,-5 0 0,-1 5 0,-3 0 0,-3 6 0,8-5 0,0-1 0,5-5 0,1-1 0,0 1 0,-3 0 0,-1-1 0,-2 1 0,2-1 0,-8 3 0,-6 3 0,-1 4 251,-10 8 0,5-4-251,-5 4 53,-7-4-53,-1 12 0,-13-1 0,6 2 0,-10 8 0,-4 0 0,4 0 0,-6 0 0,8 0 0,0 0 0,-7 0 0,-3-7 0,-7-3 0</inkml:trace>
  <inkml:trace contextRef="#ctx0" brushRef="#br0" timeOffset="1">20530 1118 8912,'-6'-23'0,"-1"0"0,-1 2 0,-2 2 0,1 1 0,5 11 0,-2 9 0,4 13 0,8 12 0,2 11 0,1 4 0,5 2 0,1-4 0,2 4 0,2-2 0,4-4 0,-4-7 0,6-5 0,-2-1 0,0-4 0,2-3 0,-4-7 0,2-5 0,-2-4 0,6-12 0,1-7 0,-3-14 0,-2-9 0,-4-8 0,-3 3 0,-3-3 0,-2 2 0,-7-2 0,2 8 0,-4 0 0,-2 6 0,0 7 0,0 4 0,-6 21 0,0 13 0,1 20 0,5 15 0,0 13 0,0 10 0,0 2 0,0 9 0,5-2-192,1 2 1,8-1 191,-3-5 0,-3-5 0,-3 2 0,-3-8 0,-2-4 0,-2-4 0,-3-9 0,-11-10 0,-7-7 0,-7-2 0,1 2 0,-1-7 0,-1-8 0,4-5 0,2-1 0,-3-2 0,5-6 0,0-2 191,6-4 1,1-3-192,5-9 0,-3-1 0,9-4 0,-1 4 0,6-4 0,0-2 0,0 3 0,0-17 0,0 3 0</inkml:trace>
  <inkml:trace contextRef="#ctx0" brushRef="#br0" timeOffset="2">21459 1375 8912,'-17'0'0,"0"0"0,7 0 0,5-1 0,10-5 0,14-2 0,16-5 0,7 1 0,2-1 0,6 0 0,-5-1 0,5 3 0,-6 7 0,-2-4 0</inkml:trace>
  <inkml:trace contextRef="#ctx0" brushRef="#br0" timeOffset="3">21408 1874 8912,'7'-17'0,"10"0"0,14-1 0,7 1 0,8 0 0,6-6 0,3-2 0,6 0 0,6 1 0,-9-15 0,9 3 0</inkml:trace>
  <inkml:trace contextRef="#ctx0" brushRef="#br0" timeOffset="4">23008 1066 8912,'0'-27'0,"0"4"0,0 4 0,0 2 0,0 9 0,-2 10 0,-4 14 0,-5 10 0,-4 9 0,-5 5 0,-1 6 0,-2 3 0,-7 3 0,1 1 0,-3 3 0,-3 1 0,1 0 0,1-7 0,3-2 0,1-2 0,8-4 0,0 0 0,8-10 0,7-5 0,4-10 0,2-5 0,15-9 0,8 3 0,10-8 0,7-9 0,2-1 0,4-11 0,9-3 0,-3-3 0,-2 4 0,-4 2 0,-8-2 0,2 3 0,0 0 0,-6 9 0,-7 4 0,-6 1 0,-11 2 0,-2-1 0,-22 5 0,-3-4 0,-12 4 0,2-6 0,-7-1 0</inkml:trace>
  <inkml:trace contextRef="#ctx0" brushRef="#br0" timeOffset="5">22870 1272 8912,'-5'-17'0,"-3"0"0,-2 0 0,7 7 0,-5 4 0,8 14 0,0 9 0,2 16 0,4 13 0,-3 11 0,7 6 0,-2 6 0,-5 5 0,1 5 0,2 7 0,-4-1-214,4 1 1,-3-2 213,3-3 0,-4-12 0,4-12 0,1-19 0,-1-9 0,0-16 0,2-5 0,1-8 0</inkml:trace>
  <inkml:trace contextRef="#ctx0" brushRef="#br0" timeOffset="6">23541 1118 8912,'-17'-25'0,"2"6"0,3-4 0,7 4 0,3 1 0,11 1 0,9 0 0,6 7 0,11 5 0,1 3 0,4 2 0,-1 4 0,5 5 0,0 10 0,0 6 0,-6 6 0,2 9 0,-6-4 0,-5 4 0,-6-3 0,-4-3 0,-4 0 0,-3 1 0,-4-1 0,-8 0 0,-10 1 0,-7-1 0,-8-5 0,-10 0 0,-1-7 0,-4 7 0,-4-2 0,-6 3 0,4-3 0,6-2 0,10-2 0,1-6 0,0-7 0,-5-3 0</inkml:trace>
  <inkml:trace contextRef="#ctx0" brushRef="#br0" timeOffset="7">24333 842 8912,'-17'0'0,"0"0"0,-6 2 0,0 4 0,-6 6 0,4 12 0,-2 11 0,-3 9 0,-1 15 0,3 10 0,-3-1 0,8 7 0,4-4 0,6-3 0,5-3 0,8-7 0,8-11 0,3-18 0,14-10 0,9-7 0,1-8 0,5 1 0,2-10 0,-2-7 0,0-5 0,2-6 0,-5 2 0,3-8 0,-4 8 0,-9-11 0,-2 5 0</inkml:trace>
  <inkml:trace contextRef="#ctx0" brushRef="#br0" timeOffset="8">25469 842 8912,'-12'-7'0,"1"-3"0,-1-1 0,3-1 0,1 10 0,8 2 0,0 10 0,0 5 0,0 2 0,0 1 0,0-1 0,0 0 0,6 0 0,0 0 0,-2 1 0,-3-1 0,1-6 0,4 1 0,-4-7 0,4 7 0,-4-8 0,-2 3 0,0-7 0,0-7 0,0 3 0,0-8 0,0 7 0,0-7 0,0 8 0,0-5 0,0 3 0,0 4 0,0-5 0,0 7 0,0-8 0,0 6 0,0-6 0,0 8 0,0 0 0,7-7 0,3-3 0</inkml:trace>
  <inkml:trace contextRef="#ctx0" brushRef="#br0" timeOffset="9">25297 928 8912,'-12'-5'0,"1"-1"0,-1-7 0,-5 3 0,0 0 0,7 3 0,8 16 0,10 7 0,2 9 0,3 7 0,-3 6 0,1 14 0,2 1 0,3 5 0,-7 8 0,-3 9 0,2 7 0,-3-2 0,-1 4 0,-2 2 0,-2-7 0,0-5 0,0-11 0,-2-9 0,-2-10 0,-1-10 0,-1-17 0,6 0 0,0-11 0,-8 2 0,-9-16 0,-10-1 0</inkml:trace>
  <inkml:trace contextRef="#ctx0" brushRef="#br0" timeOffset="10">24884 1616 8912,'-17'0'0,"1"-2"0,5-3 0,3 1 0,8-8 0,15 7 0,8-7 0,12-1 0,11-3 0,3-3 0,20-4 0,0 2-349,17-7 0,-4 7 349,10-2 0,-10 4 0,-1 1 0,-14 7-5,1 0 0,-18-1 0,0-5 0</inkml:trace>
  <inkml:trace contextRef="#ctx0" brushRef="#br0" timeOffset="11">26278 1083 8912,'0'-30'0,"0"-3"0,0-1 0,0 3 0,15-3 0,10 5 0,11-3 0,10-3 0,4 7 0,1-1 0,-1 16 0,-2 1 0,-4 8 0,-2 4 0,-4 2 0,-9 4 0,-6 5 0,-12 10 0,-5 4 0,-4 2 0,-2 2 0,0 5 0,-15 6 0,-8 0 0,-2 6 0,-4-6 0,2 0 0,-1-5 0,-3-7 0,8 1 0,-6-6 0,7 6 0,0-8 0,9 0 0,2-8 0,7 2 0,0-13 0,15 4 0,10-4 0,20-2 0,3 0 0,7 0 0,7 0 0,-1 0 0,6 6 0,-6-1 0,7 14 0,-9-1 0,-7 3 0,-12 3 0,-9 3 0,-10 8 0,-9 1 0,-8 4 0,-19 4 0,-22 8 0,-6 1 0,-22 4 0,-4 3-178,31-29 1,-2 1-1,2-2 1,0-1 177,-38 22 0,11-7 0,11-4 0,9-5 0,9-6 0,7-12 0,27-17 0,12-12 0,4-11 0,15-3 0</inkml:trace>
  <inkml:trace contextRef="#ctx0" brushRef="#br0" timeOffset="12">30064 1204 8912,'-12'-16'0,"1"5"0,5-5 0,-4 5 0,1-4 0,-1-2 0,6 5 0,-3 3 0,1-1 0,0 0 0,-7 7 0,1-5 0,-3 0 0,-2 6 0,-2-3 0,-4 3 0,-6 2 0,-5 0 0,-6 0 0,-10 0 0,-11 0 0,-4 6 0,-16-1 0,-1 9 0,-10-3 0,43-3 0,-1 1 0,-3 3 0,-1-1 0,2-4 0,1 0-146,-1 1 0,0 1 0,-41 2 146,12 1 0,7 1 0,11-7 0,7-2 0,8-2 0,8-2 0,12 0 0,3 0 0,8 0 0,7 0 0,4 1 0,12 5 0,-2 4 0,7 7 0,-5 0 219,5 0 0,3 2-219,9 4 0,-4-11 0,13 11 0,-5-14 0</inkml:trace>
  <inkml:trace contextRef="#ctx0" brushRef="#br0" timeOffset="13">28756 860 8912,'0'-25'0,"0"6"0,0-4 0,-6-2 0,0 2 0,2 2 0,-5 10 0,5-3 0,-7 8 0,5 1 0,-6 5 0,-1 5 0,-10 1 0,-4 13 0,-7-2 0,-8 12 0,-4 0 0,-12 11 0,-5 8 0,-5 7 0,30-24 0,1 1 0,-32 33 0,0-2 0,2 8-230,10-8 0,5 6 230,7-12 0,12-2 0,1-7 0,5-6 0,6-6 0,9-3 0,7-10 0,3-4 0,2 6 0,0-8 0,7-6 0,5 1 0,5-8 0,6 1 0,-2 3 0,9-2 0,5-2 230,3-2 0,10-2-230,-2 0 0,11 0 0,6 0 0,6 0 0,6 0 0,3 0 0,8 0 0,-2 0 0,-3 1 0,-9 5 0,-7 6 0,-7 3 0,-12 2 0,-12-5 0,-11-1 0,-12-5 0,-5 5 0,-4-7 0,-2 4 0,-8-8 0,6 0 0,-13 0 0,11 0 0,-7 0 0,-1 7 0,-5-5 0,0 14 0,0-7 0</inkml:trace>
  <inkml:trace contextRef="#ctx0" brushRef="#br0" timeOffset="14">8880 11193 8912,'0'-12'0,"0"1"0,0 7 0,5-11 0,1 3 0,2 5 0,-4-1 0,1 0 0,1 6 0,0-7 0,0 3 0,-1 4 0,1-7 0,0 3 0,5 2 0,-3-7 0,1-3 0,3 1 0,5 1 0,0-1 0,1 7 0,-1-1 0,0 1 0,0 4 0,0-4 0,1 4 0,-1 2 0,2 0 0,4 0 0,-4 0 0,4 0 0,-4 0 0,-2 0 0,0 0 0,1 0 0,1-5 0,4-1 0,-4-2 0,4 3 0,-2 1 0,0-8 0,2-1 0,-2-2 0,6-4 0,1-4 0,5 2 0,1-8 0,-1 8 0,-5-2 0,5 4 0,-4 2 0,1-4 0,-1 4 0,-4-5 0,-8 11 0,6 1 0,0-1 0,-2 0 0,-2 1 0,-2-3 0,0 7 0,1-7 0,-1 1 0,6-3 0,0-2 0,5-6 0,-5 0 0,8-2 0,-2 2 0,3-2 0,4-5 0,3 1 0,1-2 0,2-7 0,-2-2 0,2-6 0,4 6 0,4 0 0,-4 6 0,3-1 0,3 1 0,5-1 0,1 1 0,-3 2 0,-1 3 0,-8-4 0,-1 5 0,-1-3 0,2 3 0,-4-5 0,-7 4 0,1-1 0,4 1 0,4-9 0,8 4 0,1-5 0,3 5 0,3 0 0,2-1 0,-7 3 0,-2 3 0,-9 2 0,-8 4 0,-1 4 0,1-4 0,-8 4 0,-5 2 0,-2 2 0,-3 3 0,0-3 0,0 4 0,0-3 0,1 3 0,-1-5 0,0 5 0,0 1 0,0-1 0,6 0 0,0-7 0,2 1 0,-2 0 0,4-6 0,7 0 0,-1-2 0,-4 2 0,3 2 0,-3-7 0,1 7 0,1-2 0,-4 4 0,-2 1 0,-3 1 0,-4 0 0,-1 6 0,0-1 0,-5 1 0,-1-6 0,0 1 0,7 5 0,-1-5 0,0 5 0,0-4 0,1-2 0,4-3 0,3-1 0,2-3 0,4-3 0,-1 4 0,-1-6 0,3 6 0,-3-5 0,6 5 0,5-6 0,-4 6 0,2-5 0,-5-3 0,-5-2 0,1 3 0,6-4 0,-1 9 0,0-10 0,-5 5 0,0-5 0,-6 7 0,5-1 0,-7 6 0,2-6 0,-3 8 0,-1-1 0,2 2 0,2 3 0,1-2 0,-1-4 0,4 4 0,8-4 0,1-4 0,4-1 0,2-5 0,4-1 0,4 1 0,-4 5 0,-2-5 0,0 5 0,-2-3 0,-4 2 0,-8 3 0,-1 3 0,-6 4 0,6-4 0,-8 4 0,2 1 0,-4-1 0,-2-4 0,6 4 0,0-4 0,8 2 0,-3 0 0,7-3 0,5-3 0,10 0 0,7-2 0,2-3 0,-1 3 0,-5 2 0,4-1 0,1 1 0,-7-2 0,-1-1 0,-10 7 0,-3-6 0,5 6 0,-2 2 0,0 2 0,6 2 0,-6 0 0,0 0 0,-5-1 0,-1 1 0,0 0 0,-1 0 0,-4 0 0,3 0 0,-3-1 0,3 1 0,3 0 0,-3 0 0,-3 0 0,2-1 0,-9 1 0,1 2 0,-5 3 0,-7-1 0,1 7 0,-9 1 0,5 5 0,-8 0 0,-2 0 0,-4 0 0,4 0 0,-5 0 0,7 0 0,0 0 0,-8 7 0,-1 3 0,-9 7 0,1 0 0,-6 2 0,0 4 0,-7-2 0,1 8 0,-5-6 0,-7 5 0,3 1 0,-10 5 0,-5 3 0,-8 3 0,-14 4 0,-5 7 0,-4-5-309,-2 0 1,5-8 308,1 2 0,9-3 0,2-3 0,14-7 0,11-4 0,0-4 0,0-2 0,0 6 0,-2 0 0,4 0 0,8-6 0,-6 6 0,-1 0 0,-1 7 0,2-1 0,4-2 0,-6 2 0,-2 1 0,-8 3 0,-5 1 0,-6 0 0,-10 1 135,4-1 1,2 6-136,4 0 0,15-7 0,3-10 0,6-2 0,5 2 0,5-2 0,1 7 0,-1-7 0,-6 2 0,-1 2 0,-4-2 0,-4 10 0,-8 1 0,-7 0 0,-4 6 0,2 2 0,-2 0 0,-2 2 0,-2 4 0,0 0 0,4-2 0,-4 2 0,4-8 0,-6 2 0,-2-4 0,0 2 0,4-2 0,10-3 0,0-7 0,3 5 0,3-5 0,7 5 0,2 1 0,-1 3 0,-2 3 0,-7-4 0,-5 4 0,-1 2-34,-11-2 1,4 8 33,-9-2 0,3 3 0,4 3 0,2 0 0,2-1 0,8-5 0,-3 0 0,-3 0 0,-2 5 0,2-1 0,-2-4 0,7-2 0,-1-4 0,1-4 0,-1 4 0,11-3 0,0-3 0,8-2 0,4-3 0,-8 4 0,-4-5 0,2 5 0,-2 1 0,-2-1 0,-9-5 0,1 5 0,-5-5 0,2 5 0,3 1 0,3 1 0,1-1 0,4 6 0,-3 0 0,9 0 0,-10-5 0,4-1 0,-3 1 0,-3-1 0,-3 0 0,3 1 0,-3-3 0,5-1 0,6-3 0,-4-5 0,5 6 0,3-2 0,1 1 0,7 5 0,5-4 0,-3-3 0,3 3 0,-3 0 206,-3-3 1,1 5-207,-1-8 0,3 0 0,3-6 0,4 0 0,8 0 0,8-7 0,1-2 0,8-8 0,0 0 0,8-8 0,1-2 0</inkml:trace>
  <inkml:trace contextRef="#ctx0" brushRef="#br0" timeOffset="15">17896 10979 8912,'20'-4'0,"13"0"0,9 0 0,4-1 0,3 3 0,3-4 0,5-4 0,1-1 0,-1 1 0,-5-1 0,-3 1 0,-3-1 0,2-4 0,-8 3 0,6 3 0,-6-3 0,6 3 0,-4-5 0,2 3 0,4-3 0,0-3 0,-2-6 0,3 2 0,-3-5 0,4-1 0,2 0 0,-3 4 0,-3-6 0,4 8 0,-4-2 0,-2 4 0,2 2 0,0 6 0,5-1 0,1 7 0,-1-7 0,1 6 0,0-5 0,-3 1 0,-1-3 0,-4 2 0,-2-3 0,-2-1 0,-5-2 0,5 1 0,0 5 0,0-4 0,-5 3 0,1-3 0,4-2 0,-3 5 0,3 1 0,-4 1 0,-2-3 0,1 3 0,-1 3 0,-1-5 0,-5 6 0,5-5 0,-4 5 0,3-7 0,3 1 0,-1-3 0,0-2 0,1 0 0,-1 0 0,6-6 0,1 0 0,4-2 0,-4 2 0,4 4 0,-4-4 0,6 4 0,-1 2 0,-4-6 0,-1 0 0,1 0 0,-2 6 0,2-2 0,-4-2 0,2-2 0,-2 2 0,-1 2 0,-3 1 0,3-1 0,3-4 0,-4 2 0,4-7 0,-3 7 0,-3-2 0,2-4 0,4-2 0,-3 3 0,3-3 0,-4 6 0,-1-6 0,-1-1 0,0-3 0,1 5 0,-1-1 0,1 0 0,-1-5 0,1 0 0,-1-1 0,-5 1 0,-1-1 0,7-5 0,5 0 0,4-8 0,2 3 0,-6 1 0,12-2 0,-7 8 0,1-3 0,-4 3 0,0-2 0,-5 4 0,3-4 0,-9 5 0,-3 7 0,1-12 0,3 1 0,-1-3 0,-2 2 0,-6-4 0,5-2 0,-5 1 0,6-7 0,-2 12 0,3-8 0,-1 6 0,2 2 0,-5-2 0,3 2 0,-2 9 0,3-3 0,-3 1 0,-2 1 0,0-4 0,-2-5 0,-4 5 0,4-4 0,-4 2 0,-2-2 0,-5 2 0,-1-8 0,1 7 0,5-1 0,-6-2 0,1 2 0,-1-2 0,6 4 0,-1-2 0,-5 2 0,5 1 0,-5 3 0,4-2 0,3-4 0,-7 3 0,0-3 0,1-2 0,5 2 0,0-8 0,1 2 0,-1 2 0,0-1 0,0 4 0,0-2 0,1 1 0,-1 3 0,0 3 0,0 2 0,0-1 0,1 1 0,-1-1 0,0 1 0,0 0 0,0-1 0,1 1 0,-1 0 0,0-7 0,0 1 0,1-2 0,-1 2 0,6 2 0,2-6 0,-1 0 0,1 0 0,-2 6 0,-6-2 0,6 4 0,0 1 0,-2 3 0,-2 3 0,-7-3 0,-1 3 0,-5 2 0,6-2 0,-3 3 0,5-3 0,-5 4 0,-1 0 0,-3 6 0,-5-4 0,6 4 0,0 2 0,0 0 0,-6 0 0,0 5 0,0 1 0,0-1 0,0 3 0,2-5 0,3 9 0,-3-3 0,4 2 0,-4 4 0,-2-5 0,0 7 0,0 0 0,0 7 0,-8 3 0,-1 7 0</inkml:trace>
  <inkml:trace contextRef="#ctx0" brushRef="#br0" timeOffset="16">25039 6258 8912,'0'-11'0,"0"-1"0,-2-1 0,-2-2 0,-4-1 0,-1 5 0,5 3 0,-4 10 0,8 4 0,2-4 0,2 6 0,4-3 0,1 1 0,5 0 0,8-6 0,-2 0 0,4-2 0,1-2 0,4-2 0,-2-7 0,1 1 0,7-9 0,5-2 0,0-7 0,-5 1 0,-7-1 0,1 1 0,-16-2 0,-1 7 0,-8-1 0,-4 0 0,-16 4 0,-7 10 0,-15 3 0,-8 8 0,-3 9 0,-3 9 0,2 8 0,4 14 0,-1 6 0,4 12 0,1 5 0,0 4 0,10 1 0,9 1 0,11-2 0,7-4 0,7 0 0,9-11 0,16-12 0,19-17 0,11-6 0,8-6 0,6-5 0,3-4 0,1-10 0,-6-3 0,0-12 0,-1-4 0</inkml:trace>
  <inkml:trace contextRef="#ctx0" brushRef="#br0" timeOffset="17">25744 6069 8912,'0'-17'0,"0"0"0,0 0 0,0 5 0,2 3 0,4 1 0,-2 2 0,7 6 0,3 2 0,7 4 0,3 5 0,3 5 0,-4 1 0,6 0 0,-1 6 0,7 0 0,-1 5 0,1-5 0,-1 6 0,1-6 0,-9 6 0,-3-6 0,4-1 0,0-4 0</inkml:trace>
  <inkml:trace contextRef="#ctx0" brushRef="#br0" timeOffset="18">26174 5983 8912,'-17'-9'0,"-6"-5"0,0 9 0,0-1 0,6 6 0,-8 9 0,-3 10 0,-5 14 0,-1 11 0,-1 13 0,1 6 0,5 0 0,0 6 0,8-12 0,0 6 0,8-9 0,7-8 0,4-4 0,2-8 0,4-7 0,8-4 0,-1-12 0,12-5 0,4-12 0,0-3 0</inkml:trace>
  <inkml:trace contextRef="#ctx0" brushRef="#br0" timeOffset="19">26260 6138 8912,'8'-44'0,"4"4"0,-3 6 0,3 5 0,-9 14 0,3 15 0,-4 9 0,-2 14 0,-6 11 0,1 12 0,-1 4 0,-2 2 0,6-1 0,-3 1 0,3-1 0,2 1 0,0-6 0,0 0 0,0-1 0,0 7 0,0-8 0,2-4 0,1-4 0,3-1 0,0-1 0,9-7 0,4-2 0</inkml:trace>
  <inkml:trace contextRef="#ctx0" brushRef="#br0" timeOffset="20">26364 6000 8912,'0'-23'0,"0"-1"0,0-1 0,0 0 0,0 8 0,0 5 0,0 7 0,0-7 0,7 8 0,7-1 0,5 3 0,4 2 0,2 0 0,-2 0 0,-4 2 0,4 3 0,-4 5 0,-2 7 0,-7 8 0,-5 4 0,-3 9 0,-2 2 0,-13 8 0,-4-3 0,-12 5 0,-2 4 0,-5 1 0,-4 2 0,0-7 0,5-10 0,-7 4 0,-2 0 0</inkml:trace>
  <inkml:trace contextRef="#ctx0" brushRef="#br0" timeOffset="21">26708 6104 8912,'-8'-12'0,"-3"1"0,1 7 0,-1-2 0,-1 14 0,-5 9 0,2 2 0,1 10 0,3 1 0,-3 3 0,7 1 0,1 0 0,4-5 0,2 0 0,2-6 0,4 2 0,7-4 0,8-6 0,-2-9 0,4-1 0,2-5 0,-2-5 0,6-11 0,-6-7 0,5-7 0,-5 1 0,0-3 0,-7-3 0,-5 1 0,-5 0 0,-4-1 0,-2 1 0,-4 7 0,-8 4 0,-1 6 0,-16 5 0,-1 5 0,-10 7 0,9 9 0,-3 9 0,11-1 0,-2 8 0</inkml:trace>
  <inkml:trace contextRef="#ctx0" brushRef="#br0" timeOffset="22">27035 6121 8912,'0'-17'0,"0"-1"0,0 1 0,0 0 0,0 0 0,0 9 0,0 8 0,0 10 0,0 13 0,-6 3 0,0 9 0,-5-1 0,5 1 0,-2-7 0,3 1 0,3-2 0,-4 1 0,4-5 0,2-4 0,0-2 0,0 1 0,0-1 0,0-8 0,2-3 0,4-12 0,3-5 0,9-12 0,-1-4 0,0-7 0,0-6 0,0-2 0,1 0 0,-1 0 0,0 2 0,0 5 0,0 3 0,1 3 0,-3 4 0,-4 8 0,-1 7 0,-4 5 0,-4 12 0,5 11 0,-1 8 0,0 7 0,5 1 0,-5 1 0,7-7 0,-1 1 0,9-2 0,2 1 0,2-3 0,-2-8 0,2-7 0,3-4 0,9-5 0,-9-1 0,9-7 0,-9-5 0,3-3 0,-3-2 0,-3-6 0,-7 0 0,-1-6 0,0 6 0,-7-5 0,-5 5 0,-3-6 0,-2 6 0,0 0 0,0 6 0,-2 6 0,-3-1 0,1 8 0,-8-3 0,-1-1 0,3 6 0,-1-3 0,-1 3 0,3 2 0,-7 0 0,15 0 0,-7 0 0,8 2 0,0 3 0,0-3 0,0 6 0,0-8 0,0 0 0,8 0 0,-7 0 0,7-2 0,-8-4 0,0 4 0,0-5 0,0 7 0,0 0 0,0-8 0,0 6 0,0-6 0,0 8 0,0 0 0,8 0 0,-6 0 0,5 0 0,-7 0 0,0 0 0,-7 0 0,5 2 0,-4 4 0,4-4 0,-6 13 0,5-11 0,-9 8 0,8-7 0,-1 7 0,3-1 0,2 6 0,0 1 0,0-1 0,0 0 0,0 2 0,0 2 0,0 2 0,0-2 0,7-2 0,5-2 0,9 1 0,2-1 0,7 0 0,-1 0 0,6-7 0,3-5 0,4-3 0,2-2 0,-4-2 0,6-3 0,-8-5 0,2-7 0,-3-6 0,-3 0 0,-2-2 0,-3 2 0,0-2 0,-12-3 0,2 3 0,-13 8 0,-2 0 0,-2-1 0,-2-6 0,-8 4 0,-2-4 0,-7 14 0,6 2 0,-1 8 0,8 2 0,-1 6 0,1 9 0,-2 10 0,4 3 0,-3-1 0,3 9 0,2-3 0,-2 5 0,-4 0 0,4-4 0,-4 4 0,2-3 0,-1-3 0,3 0 0,-4 1 0,2-8 0,-1-4 0,3-4 0,-6-2 0,8-10 0,0-7 0,0-13 0,0-10 0,6-7 0,-1 1 0,9-9 0,-3-2 0,5-6 0,1 6 0,0-6 0,0 6 0,0 1 0,1 3 0,-1 4 0,0 3 0,0 6 0,0 12 0,1 3 0,-1 10 0,-2 4 0,-1 7 0,-3 8 0,-5 0 0,5 8 0,1-8 0,5 2 0,6 0 0,0-6 0,0 2 0,-6-13 0,6 5 0,0-5 0,-2-2 0,-2-2 0,-2-4 0,0-4 0,1-4 0,-1-7 0,0-2 0,-2-4 0,-1-6 0,-3-3 0,-5-4 0,5-4 0,-7 1 0,2-6 0,2-1 0,-3-6 0,7 2 0,-5 5 0,1 4 0,0 5 0,-2 9 0,-6 3 0,5 22 0,1 7 0,0 18 0,-6 12 0,0 9 0,0 5 0,-6 11 0,0 3 0,-5 0 0,5 5 0,-5-3 0,5 10 0,0-4 0,6-3 0,0 3 0,0 3 0,0-10 0,0-1 0,-8-8 0,-1-3 0</inkml:trace>
  <inkml:trace contextRef="#ctx0" brushRef="#br0" timeOffset="23">26433 4831 8912,'-23'-23'0,"2"0"0,3 2 0,5 2 0,1 2 0,3 0 0,1 7 0,8 5 0,0 12 0,2 9 0,2 6 0,4 7 0,1 7 0,-5-1 0,4 7 0,-3-2 0,1 0 0,0 0 0,-6-5 0,2-3 0,2-1 0,1-5 0,-1-1 0,-2-2 0,-2-6 0,0-7 0,0-4 0,0-12 0,0-7 0,0-9 0,0-6 0,6-7 0,0-5 0,5-2 0,-5-4 0,7-3 0,-1 3 0,-3 4 0,3 2 0,-3 4 0,3 1 0,3 3 0,-5 3 0,-1 6 0,6 12 0,-7 7 0,4 15 0,1 3 0,-7 14 0,-1 7 0,-3 5 0,2 0 0,2 2 0,0-8 0,-6 1 0,5-1 0,1-5 0,0-4 0,-6-3 0,6-2 0,-1-3 0,3-8 0,-2-3 0,-3-6 0,9-6 0,-1-11 0,7-12 0,5-3 0,0-2 0,1-1 0,-1 1 0,-2-6 0,8 0 0,-6 0 0,4 5 0,0 3 0,-1 3 0,-3 4 0,6 8 0,-8 2 0,2 3 0,-4 6 0,-2 12 0,0 9 0,1 8 0,-1 8 0,0-2 0,-2 3 0,-3 3 0,3 5 0,-3 0 0,1 0 0,-2-6 0,5-1 0,-5-5 0,5 5 0,1-6 0,0-1 0,0-3 0,6-6 0,0-5 0,15-4 0,-1-8 0</inkml:trace>
  <inkml:trace contextRef="#ctx0" brushRef="#br0" timeOffset="24">27844 4694 8912,'-18'-35'0,"7"7"0,-1-1 0,-5 16 0,-6 1 0,-3 8 0,-1 6 0,-10 4 0,-5 5 0,2 12 0,-6 6 0,10 5 0,2 7 0,1-5 0,10 4 0,2-9 0,10-3 0,3-7 0,8 2 0,0-2 0,0 2 0,8-11 0,3-1 0,4-7 0,3-4 0,1 0 0,4 0 0,-2-2 0,7-4 0,-5-5 0,6-12 0,-6 4 0,6-4 0,-8-2 0,2 2 0,-4 2 0,-2 2 0,-6 2 0,1 0 0,-1-1 0,-1 1 0,-2 8 0,-8 3 0,0 12 0,0 3 0,0 8 0,0 1 0,0-1 0,0 0 0,0 0 0,5 2 0,1 4 0,7-8 0,-1 8 0,1-13 0,-1 7 0,3-5 0,-3 1 0,3-4 0,2-1 0,0-2 0,0-6 0,8 0 0,2 0 0</inkml:trace>
  <inkml:trace contextRef="#ctx0" brushRef="#br0" timeOffset="25">28033 4745 8912,'0'-17'0,"-2"2"0,-4 3 0,4-3 0,-5 13 0,7-5 0,2 7 0,3 0 0,-1 5 0,6 3 0,-1 1 0,1 5 0,-1 1 0,3 2 0,1-5 0,-7-1 0,7-1 0,-1 1 0,-3-1 0,3-4 0,-1-5 0,9 5 0,1-4 0,1-2 0,1-2 0,-5-4 0,-1-3 0,0-8 0,4 0 0,-4-1 0,4 1 0,-9 0 0,-3 0 0,1 0 0,-2-1 0,-5 1 0,-1 6 0,-2-1 0,0 8 0,-2 1 0,-3 14 0,1 2 0,-8 16 0,7 2 0,-7 9 0,8 2 0,-1 6 0,3-3 0,2 3 0,-2-4 0,-4 2 0,4-8 0,-4 2 0,4-3 0,2-3 0,-7-7 0,-5-4 0,1 0 0,-4-4 0,-5-6 0,1-3 0,-2-5 0,-2-5 0,-3-7 0,-9-3 0</inkml:trace>
  <inkml:trace contextRef="#ctx0" brushRef="#br0" timeOffset="26">28721 4092 8912,'0'-36'0,"0"-3"0,0 17 0,-5-1 0,-1 5 0,0 9 0,6 3 0,0 14 0,0 9 0,0 10 0,0 5 0,6 10 0,0 4 0,-1 9 0,-5 3 0,0 7 0,0-2 0,0-2 0,0 0 0,0 0 0,0 0 0,-5-7 0,-1-3 0,0-7 0,6-9 0,-6-9 0,1-3 0,-1-11 0,6-8 0,0-14 0,0-9 0,0-6 0,8-3 0,3-7 0,4 1 0,2-1 0,8 3 0,4 3 0,4 1 0,-1 8 0,-1 5 0,-3 0 0,1 7 0,5 3 0,-1 10 0,-4 7 0,-6 5 0,-12 6 0,-3 5 0,-8 13 0,-8-3 0,-5 6 0,-8-2 0,-8-4 0,-9 0 0,-2 2 0,-6-9 0,5 3 0,1-5 0,6 0 0,-1-5 0,1-6 0,0-1 0,-1 0 0</inkml:trace>
  <inkml:trace contextRef="#ctx0" brushRef="#br0" timeOffset="27">29100 4608 8912,'0'-10'0,"-2"4"0,-4 12 0,4 6 0,-3 11 0,5-4 0,5 4 0,7-4 0,3-2 0,8 0 0,0 0 0,8-1 0,-3-5 0,5 2 0,1-7 0,1 0 0,-1-6 0,0-8 0,1-3 0,-1-6 0,1-6 0,-10 2 0,-8-8 0,-2 8 0,-9-2 0,-2-2 0,-10 2 0,-11 0 0,-12 6 0,-5 2 0,-7 3 0,-4 7 0,-5 3 0,4 4 0,0 3 0,6 7 0,-6 11 0,8 4 0,-2 7 0,11 0 0,6 1 0,11 5 0,7 0 0,5 0 0,5 2 0,18-6 0,12 5 0,13-13 0,3-5 0,9 2 0,8-2 0,-5-2 0,1-10-277,-9 5 0,4-7 0,-7 8 0</inkml:trace>
  <inkml:trace contextRef="#ctx0" brushRef="#br0" timeOffset="28">28394 6190 8912,'0'-12'0,"0"1"0,0 5 0,0-6 0,2 9 0,4-5 0,7 0 0,8-3 0,6 1 0,9-1 0,7-3 0,8-1 0,5-2 0,9 0 0,2 0 0,-2-1 0,-8 9 0,0 3-176,-11-3 1,4-1 0,-6-7 0</inkml:trace>
  <inkml:trace contextRef="#ctx0" brushRef="#br0" timeOffset="29">29203 5966 8912,'-2'10'0,"-4"-5"0,5 5 0,-7-1 0,8 9 0,-6-1 0,0 0 0,1 2 0,3 4 0,-2 4 0,-2 0 0,-1 5 0,1-3 0,2 3 0,-7 2 0,5 1 0,-6-1 0,1-7 0,-6-2 0</inkml:trace>
  <inkml:trace contextRef="#ctx0" brushRef="#br0" timeOffset="30">29100 5914 8912,'0'-26'0,"0"1"0,0 0 0,2 6 0,4-4 0,3 12 0,8 5 0,2 4 0,4 2 0,12 0 0,9 0 0</inkml:trace>
  <inkml:trace contextRef="#ctx0" brushRef="#br0" timeOffset="31">29788 6018 8912,'-44'0'0,"2"-2"0,8-4 0,-6 4 0,-1-4 0,7 4 0,7 2 0,2 0 0,4 0 0,2 10 0,2 7 0,2 0 0,3 6 0,-1 4 0,7 2 0,0-3 0,6 3 0,0-8 0,0 2 0,0-4 0,0-2 0,8-5 0,4-1 0,3-7 0,2 2 0,0-6 0,0-6 0,3-4 0,3-7 0,-4-2 0,4-4 0,-2 2 0,0-5 0,2-1 0,-2 0 0,-2 6 0,-2-2 0,-2 4 0,-3 2 0,3 0 0,-3-1 0,-5 7 0,-1-1 0,-4 9 0,-2 3 0,0 11 0,0 6 0,0 6 0,0 2 0,0 4 0,7 1 0,5-7 0,3 6 0,2-6 0,1 0 0,-1-6 0,0-6 0,2-1 0,2-2 0,2-5 0,0-1 0,-6-2 0,6-5 0,0-1 0,0-8 0,-6 3 0,1-6 0,-1-6 0,0 4 0,0-4 0,-2 2 0,-3-2 0,1 4 0,-7-4 0,0 4 0,-6 2 0,0-1 0,0 1 0,0 6 0,0-1 0,-8 8 0,4 3 0,-7 6 0,7 9 0,-2-3 0,2 2 0,-1-1 0,3 3 0,-4-3 0,4-5 0,2 9 0,0-14 0,0 5 0,0-7 0,0 0 0,0-7 0,0-5 0,2-1 0,4 1 0,-4-3 0,3 3 0,-3-3 0,-2-2 0,0-6 0,0 0 0,6-2 0,0 2 0,0-5 0,-4-10 0,1-4 0,3-2 0,0 0 0,-6-2 0,2-6 0,3 1 0,-3 5 0,4-6 0,-4 14 0,-2 4 0,0 5 0,-2 10 0,-4 2 0,3 13 0,-9 21 0,1 16 0,-7 12 0,-5 5 0,0 2 0,-1 7 0,1 4 0,4-2 0,-4 2 0,4-8 0,3 3 0,5-5 0,5-1 0,4 1 0,2 5 0,2-11 0,4 5 0,3-14 0,9-3 0,6-1 0,3-7 0,2-2 0,-1-8 0,-5-2 0,6-9 0,0-1 0,5 3 0,1 2 0</inkml:trace>
  <inkml:trace contextRef="#ctx0" brushRef="#br0" timeOffset="32">31182 5106 8912,'6'-36'0,"2"0"0,-1 1 0,1 9 0,1 16 0,-9 16 0,-13 19 0,-20 24 0,-7 14 0,-4 18 0,21-35 0,0 3 0,-2 7 0,-1 3 0,0 2 0,0 2 0,0 8 0,1 3 0,-1 3 0,2 1-525,0 3 0,2 2 0,1 4 0,2 0 525,3-1 0,3 0 0,1 0 0,1-2 0,5-8 0,1-3 0,-2-5 0,0-2 9,5-11 0,-1-1 1,-11 41-10,3-9 0,-6-4 0,-6-13 0,2 4 0,-8-10 0,0 3 0</inkml:trace>
  <inkml:trace contextRef="#ctx0" brushRef="#br0" timeOffset="33">27018 8098 8912,'-18'-25'0,"7"6"0,-1-6 0,1 2 0,0-2 0,-1 1 0,-1-1 0,3-4 0,-1 6 0,-3 2 0,-1 2 0,-8 4 0,-2 3 0,-2 7 0,-3 3 0,-3 13 0,-1 12 0,-1 15 0,1 10 0,0 19 0,-1 7 0,8 10 0,4 6 0,4 6 0,10-45 0,1-1 0,-1 34-162,3 2 0,14-13 162,9-10 0,2-14 0,11-16 0,5-14 0,3-11 0,16-14 0,-3-6 0,14-16 0,4-7 0,0-11 0,5 1 0,-10-13 0,-9-5 0,-5-4 0,-4-1 0,-23-1-105,-6 0 1,-13 0 104,-10 1 0,-21-1 0,-19 0 0,-11 16 0,-12 7 0,-7 9 0,-5 9 0,5 5 0,3 11 0,8 9 0,8 6 0,11 16 158,6 16 1,5 1-159,7 10 0,5-2 0,11 2 0,5 2 0,7-8 0,1 5 0,5-4 0,6-5 108,3-6 0,4-1-108,4-12 0,-2 4 0,8-9 0,-6-5 0,5-1 0,-7-10 0,2-3 0,-2-3 0,2-3 0,-4-1 0,4 3 0,-9-4 0,-3 3 0,1 5 0,5 1 0,0 8 0,0 9 0,-5 4 0,-1 20 0,1 7 0,-3 6 0,7 5 0,-5 4 0,4-1 0,3 7 0,-5-8 0,4 3 0,-3-7 0,8-5 0,5-12 0,2-11 0,5-11 0,7-6 0,2-20 0,9-5 0</inkml:trace>
  <inkml:trace contextRef="#ctx0" brushRef="#br0" timeOffset="34">27448 8304 8912,'0'-26'0,"0"1"0,-8 8 0,6 7 0,-5 10 0,7 11 0,0 12 0,0 6 0,0 3 0,2 3 0,1-1 0,3 1 0,2-7 0,-3 1 0,3-8 0,4 2 0,3 4 0,-6-10 0,9 0 0,7-7 0,3-10 0,-1-4 0,2-8 0,-1-7 0,7-17 0,-3-4 0,-3-6 0,2-6 0,-9-5 0,-4 5 0,-7 1 0,-7 1 0,2 10 0,-4 8 0,-2 14 0,0 13 0,0 14 0,0 14 0,0 6 0,0 17 0,0 0 0,0 5 0,2 1 0,3-1 0,5-7 0,7-4 0,2-11 0,4-6 0,4-6 0,7-5 0,1-7 0,-1-10 0,2-7 0,5-11 0,-5 2 0,4-8 0,-4-1 0,-1-3 0,-8-1 0,5 0 0,-5-1 0</inkml:trace>
  <inkml:trace contextRef="#ctx0" brushRef="#br0" timeOffset="35">28429 8150 8912,'-17'0'0,"-1"0"0,1 0 0,0-6 0,0 0 0,-8 0 0,0 6 0,-4 0 0,4 6 0,8 0 0,8 7 0,3-1 0,-2 9 0,3 2 0,-1 1 0,6-3 0,0 2 0,0-2 0,0 4 0,0-2 0,0 0 0,0-6 0,0-5 0,2-3 0,3-1 0,5-4 0,7-10 0,8-4 0,4-7 0,-2-6 0,-1-2 0,1 1 0,0-1 0,-6 2 0,2 6 0,2 1 0,-2 5 0,0-2 0,-6 7 0,0 0 0,0 8 0,0 4 0,1 5 0,-1 6 0,0 6 0,6-4 0,0 4 0,8 4 0,-5 0 0</inkml:trace>
  <inkml:trace contextRef="#ctx0" brushRef="#br0" timeOffset="36">28945 8046 8912,'-34'-7'0,"-1"3"0,1-8 0,-1 9 0,1-3 0,5 12 0,1 5 0,5 12 0,-6 6 0,14 5 0,-1 4 0,7 2 0,5-1 0,2-3 0,2-2 0,13-1 0,5-5 0,8-5 0,-3-11 0,6-5 0,-4-7 0,0 0 0,0 0 0,3-7 0,-5-5 0,0-9 0,-6-2 0,1-7 0,-1 1 0,0-3 0,0-3 0,-7-1 0,-3-2 0,-1-4 0,0-2 0,0 8 0,-6 1 0,0 1 0,0 5 0,-8 4 0,6 0 0,-6 18 0,8 7 0,2 9 0,4 14 0,4 4 0,7 6 0,2-3 0,4-1 0,-2-1 0,8 7 0,-8-3 0,2-3 0,1 1 0,-1-7 0,-2 6 0,-7-8 0,-5-4 0,-1-3 0,5-11 0,-1 3 0,-4-4 0,7-10 0,-13-1 0,5-8 0,1 0 0,-6-1 0,6 7 0,-8-1 0,0 9 0,0-5 0,1 8 0,5 0 0,-4 0 0,6 0 0,-8 0 0,2 0 0,3 0 0,7 0 0,-3 0 0,3 0 0,-6 0 0,5 0 0,3 0 0,8 0 0,0-6 0,6 0 0,1-7 0,5 2 0,8-5 0,2-1 0</inkml:trace>
  <inkml:trace contextRef="#ctx0" brushRef="#br0" timeOffset="37">29874 8029 8912,'-7'-9'0,"3"1"0,-8 8 0,1 0 0,-6 0 0,-2 2 0,-4 4 0,3-3 0,-3 11 0,4 3 0,2 4 0,0 4 0,0-2 0,1-4 0,5 4 0,-2 2 0,7-2 0,-6 0 0,7-6 0,1 0 0,2-6 0,2 1 0,8-8 0,3 1 0,4-5 0,3-5 0,6 1 0,5-8 0,-2 1 0,0-4 0,-1 1 0,1 3 0,-4 1 0,6-1 0,-8-3 0,2 9 0,-4-1 0,-2 6 0,0 0 0,-1-2 0,-3-2 0,-2-2 0,1 1 0,5 5 0</inkml:trace>
  <inkml:trace contextRef="#ctx0" brushRef="#br0" timeOffset="38">30287 7617 8912,'0'-18'0,"0"1"0,0 0 0,-2 7 0,-3 5 0,1 10 0,-6 11 0,1 9 0,-1 9 0,6 12 0,-1 0 0,-3 3 0,2 3 0,0-1 0,6 1 0,0 2 0,0 3 0,0-9 0,2-1 0,2-7 0,2-7 0,7-10 0,-1 0 0,5-12 0,6-5 0,-4-12 0,4-5 0,2-12 0,-2-6 0,-2-3 0,-2-3 0,-4 3 0,-3 3 0,3-3 0,-4 3 0,-3 4 0,7 0 0,-13 16 0,12 9 0,-9 11 0,3 10 0,-2 2 0,-2 2 0,7-2 0,-5-4 0,5 4 0,1 2 0,5-4 0,0-4 0,0-4 0,1-1 0,-1 5 0</inkml:trace>
  <inkml:trace contextRef="#ctx0" brushRef="#br0" timeOffset="39">30786 7685 8912,'-15'-26'0,"2"5"0,3 5 0,2 5 0,-5 7 0,2-2 0,1 4 0,-1 2 0,1 10 0,-1 5 0,5 6 0,4 0 0,2-2 0,0-1 0,2-3 0,4-4 0,3 5 0,8-15 0,0 5 0,-7-4 0,3-4 0,-7-4 0,0 3 0,-6-9 0,-8 6 0,-3-5 0,-6 7 0,-6-2 0,-4 5 0,-8 1 0,1 0 0</inkml:trace>
  <inkml:trace contextRef="#ctx0" brushRef="#br0" timeOffset="40">29960 8184 8912,'-26'0'0,"1"-6"0,7 0 0,5-7 0,7 2 0,18-5 0,22-1 0,16-6 0,13 0 0,6-2 0,5 3-329,5 2 0,-33 1 1,2-2-1,-1 3 0,1 0 1</inkml:trace>
  <inkml:trace contextRef="#ctx0" brushRef="#br0" timeOffset="41">31767 7427 8912,'-51'0'0,"-9"0"0,-3 0 0,-11 16 0,-7 9 0,-5 11 0,40-14 0,1 2 0,-34 27-370,5 7 0,22 1 370,23 4 0,14-2 0,21-4 0,13-3 0,17 1 0,14-7 0,11-8 0,19-4 0,6-1 0,-37-18 0,0 0 0,0 1 0,-1-1 0,40 9 0,-2-3 0,-11-11 0,5 1 0,-7-3 0,-4 5 0,-8 6 0</inkml:trace>
  <inkml:trace contextRef="#ctx0" brushRef="#br0" timeOffset="42">15004 9180 8317,'-13'-41'0,"-6"-21"0,1 0 0,4-1 0,0 0 0,-1 2 0,1 2 0,3 3 0,1 1 0,-2 2 0,1 3 0,-8-38 0,2 13 0,1 4 0,5 3 0,-2 7 0,5 5 0,0 7 0,1 3 0,-5 7 0,6-1 0,-5 6 0,5 5 0,-1-1 0,1 7 0,4-6 0,-4 6 297,4 0 1,0 8-298,-3 4 0,3 3 0,-6 8 0,8 0 0,0 0 0,2 8 0,4 3 0,-4 4 0,5 1 0,1-3 0,3-2 0,12 1 0,4 5 0,7 0 0</inkml:trace>
  <inkml:trace contextRef="#ctx0" brushRef="#br0" timeOffset="43">18465 11193 8912,'-8'9'0,"6"7"0,-5-15 0,7 5 0,0-12 0,0-5 0,0-4 0,0-2 0,0-1 0,0 1 0,0 0 0,0 0 0,0 0 0,0-1 0,0 1 0,0-8 0,0-1 0</inkml:trace>
  <inkml:trace contextRef="#ctx0" brushRef="#br0" timeOffset="44">9499 17915 8912,'-17'0'0,"0"-2"0,0-1 0,-1-5 0,1 0 0,0 1 0,2 1 0,3-2 0,-3 6 0,3-5 0,-3 1 0,-2 0 0,0-7 0,-1 9 0,1-6 0,0 1 0,0-1 0,-8 7 0,0-7 0,-4 6 0,7-2 0,-5 1 0,0 5 0</inkml:trace>
  <inkml:trace contextRef="#ctx0" brushRef="#br0" timeOffset="45">8260 17950 8912,'-17'0'0,"5"0"0,1 0 0,7 0 0,-3 0 0,7 0 0,0 0 0,7 0 0,5 0 0,-3 0 0,3 0 0,-7 0 0,7 0 0,-1 0 0,7-2 0,1-2 0,4-2 0,-2-5 0,7 5 0,-5-7 0,6 1 0,0-3 0,5-2 0,2-6 0,3-2 0,1 0 0,-2 0 0,0-3 0,2 5 0,-3-8 0,3 2 0,-6 5 0,-5 1 0,4 4 0,-5 1 0,-1 1 0,2 0 0,1 0 0,3 0 0,-5 5 0,1 1 0,6-1 0,5-5 0,6 0 0,-6 0 0,6-1 0,-6 1 0,2 0 0,-4-2 0,2-2 0,-2-2 0,-3 6 0,-6 5 0,1 1 0,-7-6 0,8 1 0,-3 5 0,5-4 0,1 3 0,6-3 0,3-2 0,1 0 0,3-1 0,1-5 0,-2 1 0,4-1 0,-4 5 0,-4-5 0,-2 1 0,-4-3 0,-1 2 0,-1 4 0,0-4 0,-1 4 0,-2 1 0,-3 1 0,3 0 0,1 6 0,3-1 0,-1 1 0,1-6 0,7 5 0,3 1 0,5-3 0,2-1 0,-1-2 0,1 0 0,0-1 0,-1 1 0,1-6 0,0-2 0,-1 1 0,1-1 0,-1 0 0,1 2 0,2 4 0,3-4 0,-3 4 0,3 2 0,-4-6 0,-1 0 0,0 2 0,-1 2 0,-1 1 0,-4 1 0,-2 0 0,-4 0 0,0 0 0,12 0 0,-10-1 0,10 1 0,-3 0 0,9 0 0,-5 5 0,4 1 0,-5-3 0,-6-1 0,-2 0 0,-4 3 0,-4-3 0,5 4 0,-5-5 0,-2 1 0,3 2 0,3 1 0,-2 1 0,8-6 0,-6 1 0,6 5 0,0-4 0,6 1 0,-1-5 0,1-4 0,-2 0 0,-5 6 0,3 0 0,-8 0 0,2-1 0,-1 1 0,-5 0 0,4 0 0,-4 2 0,-1 3 0,5-3 0,0 3 0,2 3 0,-2-3 0,-9 3 0,3-3 0,-3-3 0,3 4 0,1 1 0,-1-1 0,1-3 0,-1-1 0,-3-2 0,3 0 0,-9-1 0,9 1 0,-3 0 0,3 0 0,1 0 0,-1-1 0,1 1 0,-1 0 0,-5 0 0,-1 0 0,1 5 0,5 1 0,-5-1 0,0-3 0,-1 2 0,-1 1 0,6 1 0,-5-6 0,-1-1 0,2 1 0,0 0 0,7-2 0,2-2 0,2-2 0,-5 0 0,-7 6 0,-1 0 0,2-1 0,1 3 0,-7 4 0,2-3 0,-4 7 0,2-1 0,-2 0 0,4-5 0,-2 2 0,8-3 0,-3 3 0,-1-5 0,2 5 0,-6-4 0,5-3 0,-1 1 0,4 0 0,-3 0 0,3 0 0,2-6 0,1 0 0,0 0 0,1 6 0,-8 0 0,-4-1 0,1 1 0,-1 0 0,-2 2 0,-2 3 0,-7 3 0,-1 3 0,-1 2 0,1-7 0,-1 7 0,-4-2 0,-4 4 0,5-5 0,-7 5 0,0-6 0,0 8 0,0 0 0,-7 0 0,-3 8 0,-7 1 0</inkml:trace>
  <inkml:trace contextRef="#ctx0" brushRef="#br0" timeOffset="46">10170 17795 8912,'0'-17'0,"0"5"0,0 1 0,0-3 0,0 7 0,0-9 0,0 15 0,0-15 0,0 14 0,0-5 0,0 5 0,0-4 0,0 4 0,0-5 0,0 7 0,0 0 0,0 7 0,0 3 0,0 7 0,-2 2 0,-3 4 0,1 2 0,-6 5 0,3-1 0,3 2 0,0-1 0,-2-1 0,4 1 0,-3-7 0,3 0 0,2-6 0,0 1 0,0-1 0,0-6 0,0 1 0,0-1 0,0-1 0,0-3 0,0-7 0,0-2 0,0-3 0,0-5 0,0-7 0,2-2 0,3-4 0,-3-2 0,4-4 0,-4-3 0,-2 3 0,0-3 0,0-3 0,6 7 0,-1-1 0,1 8 0,-6-2 0,0 4 0,0 2 0,0 0 0,0 7 0,0 4 0,0 12 0,0 6 0,0 11 0,0 5 0,0 5 0,-2 1 0,-2 0 0,-1 1 0,-1-1 0,6 1 0,0-3 0,0-3 0,0 1 0,0-7 0,0 0 0,0-6 0,0 1 0,0-9 0,0-1 0,0-27 0,0-4 0,0-6 0,0 6 0,0 2 0,0-8 0,0 7 0,0-7 0,0 8 0,0-2 0,0-2 0,0 2 0,0 0 0,0 6 0,0 0 0,0 5 0,0 1 0,0 7 0,0-3 0,0 14 0,0 5 0,0 5 0,0 6 0,0 2 0,0 3 0,0 5 0,0-5 0,0-1 0,0 2 0,0-2 0,0 1 0,0-3 0,0-8 0,0 8 0,0 2 0</inkml:trace>
  <inkml:trace contextRef="#ctx0" brushRef="#br0" timeOffset="47">10360 16695 8912,'0'-10'0,"0"-5"0,0 13 0,0-8 0,0 5 0,0 3 0,0-14 0,-6 13 0,0-9 0,-1 8 0,1-2 0,4 3 0,-4-3 0,-3 4 0,5-6 0,-8 8 0,7 0 0,-7 0 0,6 0 0,-5 0 0,7 2 0,-2 4 0,-3-4 0,5 13 0,-8-3 0,3 3 0,-3 2 0,-3 2 0,4 4 0,1-4 0,1 6 0,-1-2 0,0 0 0,5 2 0,-7-2 0,8-4 0,-1 4 0,3-4 0,2-2 0,0 0 0,0 0 0,0 1 0,0-1 0,0-6 0,0 1 0,0 1 0,0 2 0,0-3 0,0-1 0,0 1 0,0 5 0,0 0 0,0 0 0,7 1 0,-5-1 0,4 0 0,-4 0 0,-2 0 0,6-5 0,-1-1 0,1-5 0,-6 5 0,2-5 0,4 6 0,-4-7 0,3 7 0,3-6 0,-2 5 0,0-7 0,-5 3 0,5-7 0,-4 0 0,13 0 0,-5 0 0,7 0 0,-2-1 0,-1-3 0,-3-2 0,-5-5 0,6 5 0,-1-6 0,6 7 0,-1-9 0,-5 3 0,4-3 0,-3 3 0,1-4 0,-1 3 0,3-3 0,-6-2 0,1 0 0,3-1 0,-7 1 0,6 0 0,-5 0 0,1 0 0,0-1 0,3-1 0,-5-4 0,1 4 0,-1-4 0,-4 2 0,4-2 0,-4 2 0,-2-7 0,0 7 0,0-2 0,0-2 0,0 0 0,0 0 0,0 0 0,-2 3 0,-4 4 0,2 1 0,-5 0 0,-1 0 0,1 0 0,3 5 0,-6 1 0,3 5 0,-3-6 0,-3 3 0,4-3 0,-5 5 0,-1 7 0,0 0 0,0-6 0,-1 0 0,1 3 0,2 3 0,3 5 0,-1-1 0,5 6 0,-1-1 0,-5 1 0,7-5 0,1 7 0,-3-1 0,5 7 0,-8-1 0,8 0 0,-1 0 0,3 0 0,9 1 0,3-1 0</inkml:trace>
  <inkml:trace contextRef="#ctx0" brushRef="#br1" timeOffset="48">10411 16514 8912,'-9'0'0,"1"0"0,-1 0 0,1 1 0,3 2 0,-2-1 0,4 3 0,-1-3 0,1 1 0,3-2 0,-4 0 0,3 1 0,-2 1 0,2 0 0,-4-3 0,2 0 0,1 1 0,-3 2 0,2-1 0,-3 3 0,1-2 0,-1 3 0,-1-3 0,1 2 0,1 0 0,0 2 0,-1-1 0,1 0 0,-2-1 0,5 1 0,-5 0 0,2 2 0,-1-2 0,1 0 0,3-4 0,-2 3 0,0-1 0,3 3 0,-4-3 0,2 1 0,2 3 0,-1-2 0,-2 1 0,1 2 0,1 0 0,-2 0 0,1 3 0,0-3 0,3 3 0,-2-2 0,-1 2 0,-1-2 0,2 3 0,-2 0 0,-1-3 0,3 3 0,0-2 0,-2 4 0,1-4 0,0 0 0,3-2 0,-3 0 0,0 0 0,1 2 0,1 0 0,1-2 0,0-3 0,0-1 0,0 4 0,0 2 0,0 1 0,-2-1 0,-1-2 0,1 0 0,1 3 0,1-3 0,0 3 0,-3-2 0,0 2 0,0-3 0,3 3 0,0-3 0,0 0 0,0 0 0,0-1 0,0 1 0,0-1 0,0 1 0,0-3 0,0-1 0,0-2 0,0 3 0,3-3 0,0 3 0,0-4 0,-2 3 0,1 0 0,1 0 0,-1-2 0,-2 2 0,3-2 0,0 3 0,0-3 0,-3 3 0,1-4 0,2 4 0,-2-3 0,2 3 0,-2 0 0,1-1 0,1 1 0,1-1 0,-1 0 0,-2 3 0,4-4 0,-2 2 0,-1 1 0,2-1 0,0 2 0,2-3 0,-3 1 0,3-4 0,-1 6 0,4-6 0,-1 3 0,1-3 0,0 2 0,-1-4 0,-2 0 0,0 0 0,0 0 0,2 0 0,1 0 0,-4 0 0,1 0 0,0 0 0,2 0 0,4-1 0,-1-1 0,0-2 0,-2 0 0,3 1 0,-1-3 0,1 3 0,-3-3 0,2 4 0,0-4 0,1 3 0,-3-3 0,-1 0 0,1-2 0,-1 2 0,1 0 0,-3 1 0,-1-4 0,-2 1 0,3-1 0,0 0 0,-1 1 0,1-1 0,-3 1 0,4-4 0,-1 1 0,-2-5 0,2 2 0,-1 1 0,2-2 0,-2 0 0,2-1 0,-2-4 0,0 0 0,-2-1 0,3 1 0,-4-1 0,1-2 0,-2-2 0,-1 2 0,0 2 0,0 0 0,-1 1 0,-2 0 0,1 1 0,-4 4 0,2-1 0,-2 2 0,-2-2 0,2-2 0,-1 1 0,-2 0 0,1 0 0,-1 0 0,-1-3 0,-1 3 0,1-2 0,-1 5 0,-2 1 0,-2 2 0,-1 2 0,0 4 0,0 1 0,2 0 0,1 3 0,-2-2 0,-1 2 0,7 5 0,1 2 0,2 1 0,4 3 0,-1 2 0,1 6 0,5 3 0,2 4 0</inkml:trace>
  <inkml:trace contextRef="#ctx0" brushRef="#br1" timeOffset="49">9275 18268 8912,'-1'-10'0,"-1"0"0,-1-2 0,1 2 0,-1 0 0,0 2 0,0-1 0,-1 0 0,2 1 0,-4 0 0,0 1 0,-2 2 0,-3 2 0,-1-2 0,1 1 0,-2 2 0,4 1 0,-3 1 0,3 0 0,0 0 0,0 5 0,-2 3 0,0 3 0,4 3 0,-1 1 0,5 5 0,-2 2 0,2 4 0,1 0 0,1 3 0,1-2 0,0 2 0,3-3 0,0 0 0,3 0 0,-1-1 0,1-2 0,0-3 0,-4 1 0,4-1 0,-4 0 0,1-3 0,-2-1 0,-1-1 0,0 5 0,-4-6 0,-1 7 0</inkml:trace>
  <inkml:trace contextRef="#ctx0" brushRef="#br1" timeOffset="50">9077 18440 8912,'5'-9'0,"-1"0"0,-4 1 0,1 2 0,2 0 0,2 1 0,3 0 0,2-2 0,1 4 0,0 0 0,3 0 0,3 1 0,3-3 0,-1 0 0,0 0 0,-2 3 0,0-4 0,-1 1 0,-1-1 0,-3 2 0,-3 1 0,-5 2 0,-4-2 0,-5 6 0,-3 4 0,-1 5 0,-2 3 0,-1-1 0,2 3 0,4 0 0,-1 0 0,2 0 0,0-1 0,2-1 0,2 0 0,1-3 0,0-1 0,1-3 0,2-3 0,2-1 0,3-4 0,4-1 0,0-3 0,2-3 0,1-4 0,0-4 0,0 1 0,-3-3 0,-3 0 0,-2 1 0,-1 2 0,-2-2 0,-4 5 0,0-1 0,-4 5 0,-2 1 0,-1 4 0,-2 4 0,0 3 0,1 3 0</inkml:trace>
  <inkml:trace contextRef="#ctx0" brushRef="#br1" timeOffset="51">9439 18336 8912,'0'-8'0,"0"-1"0,0 1 0,0 3 0,1 1 0,1 5 0,4 2 0,2 3 0,0 2 0,1 4 0,1-2 0,1 5 0,-1-2 0,1 1 0,-1 2 0,-3-4 0,0 0 0,-1 1 0,-3-2 0,2-2 0,-3-1 0,2 1 0,-4-4 0,-1-2 0,-2-6 0,2-3 0,-2-5 0,2 0 0,1-3 0,0-1 0,0-2 0,3 0 0,0 0 0,8 0 0,-2-1 0</inkml:trace>
  <inkml:trace contextRef="#ctx0" brushRef="#br1" timeOffset="52">9817 18431 8912,'0'-5'0,"0"1"0,4 2 0,2-1 0,1-1 0,2 1 0,1 1 0,0-4 0,2 0 0,-2-2 0,3-1 0,-2 1 0,1-2 0,-1 0 0,-1-3 0,-2 0 0,0 0 0,-5-2 0,-1 0 0,-2 4 0,-3 0 0,-3 5 0,-3 0 0,-1 3 0,-3 1 0,0 1 0,2 6 0,-4 3 0,2 5 0,-2 4 0,3 1 0,3 2 0,2 1 0,1 2 0,-1 2 0,4-2 0,3 1 0,1-1 0,2-2 0,6-4 0,1-1 0,8-2 0,0-2 0,2-6 0,6-3 0,4-3 0</inkml:trace>
  <inkml:trace contextRef="#ctx0" brushRef="#br1" timeOffset="53">10230 18251 8912,'-13'-3'0,"0"0"0,2 1 0,-1 1 0,1 2 0,2 2 0,-2 2 0,-1 3 0,1 5 0,2 1 0,1 2 0,0 1 0,1 0 0,2 1 0,3-2 0,-1-2 0,2 2 0,1-5 0,0 0 0,1-3 0,2-2 0,-1-2 0,3-4 0,2 0 0,1 0 0,0-1 0,1-2 0,0-5 0,-1-3 0,4-1 0,-1 4 0,1-4 0,-4 1 0,4-1 0,-2 4 0,-1-1 0,-3 0 0,0 1 0,3-1 0,-4 5 0,-2 2 0,-3 7 0,-2 2 0,-1 7 0,-3 1 0,3 2 0,1 0 0,1 0 0,1 0 0,0 1 0,4-5 0,1-1 0,3-3 0</inkml:trace>
  <inkml:trace contextRef="#ctx0" brushRef="#br1" timeOffset="54">10402 18225 8912,'-5'-9'0,"-1"1"0,-1 3 0,2 1 0,0 4 0,3 0 0,-2 1 0,4 2 0,0 2 0,1 7 0,1 2 0,2 2 0,0-2 0,1 2 0,1-2 0,2 0 0,-3 0 0,2-3 0,-1 0 0,1-1 0,-1-2 0,2 1 0,0-1 0,1-3 0,3 3 0,2-3 0</inkml:trace>
  <inkml:trace contextRef="#ctx0" brushRef="#br1" timeOffset="55">10592 18079 8912,'0'-14'0,"-1"3"0,-2 1 0,2 5 0,-3 3 0,4 4 0,0 4 0,0 6 0,0 2 0,0 5 0,0 2 0,0 1 0,0-2 0,0 3 0,0-3 0,0 3 0,0-3 0,0 3 0,0-4 0,0 1 0,0-2 0,0-1 0,1 1 0,1-2 0,1-2 0,-1-2 0,-1-6 0,-1 0 0,3-4 0,-1 2 0,4-4 0,-1-1 0,1-2 0,4-3 0,-1-5 0,1-3 0,-1-2 0,0 1 0,3 1 0,-3 0 0,3 0 0,-3 2 0,0 3 0,0 1 0,-1 3 0,1-3 0,-1 7 0,0-1 0,-2 4 0,1 7 0,-5 5 0,1 2 0,-3 1 0,3 3 0,0 0 0,4 4 0,1-6 0,6 3 0</inkml:trace>
  <inkml:trace contextRef="#ctx0" brushRef="#br1" timeOffset="56">10987 18225 8912,'-4'-12'0,"1"1"0,6-1 0,1 8 0,6 1 0,0 2 0,2 1 0,2 4 0,-1 1 0,0 3 0,2 1 0,-1 2 0,0 0 0,-3 5 0,0-3 0,-2 1 0,-4 1 0,2-4 0,-4 4 0,0-2 0,-3 1 0,-4 2 0,-2-4 0,-1 0 0,-2 1 0,0-1 0,-3 0 0,2-3 0,-5 3 0,5-3 0,-2 0 0,3-3 0,0-1 0,3 0 0,1 1 0,6-2 0,0-4 0</inkml:trace>
  <inkml:trace contextRef="#ctx0" brushRef="#br1" timeOffset="57">11289 18130 8912,'-5'-13'0,"-3"1"0,2 7 0,-1 1 0,-2 4 0,1 5 0,-2 3 0,-1 6 0,0 6 0,-4 2 0,0 3 0,2 4 0,-1 0 0,3 3 0,0 0 0,5 0 0,3 0 0,2-7 0,1-5 0,5-2 0,3-5 0,6-4 0,2-6 0,2-2 0,2-1 0,1-3 0,2-3 0,2-6 0,-3-1 0,4-4 0</inkml:trace>
  <inkml:trace contextRef="#ctx0" brushRef="#br1" timeOffset="58">11813 18319 8912,'-3'-5'0,"-3"-1"0,-2 4 0,1 0 0,0 4 0,1 4 0,-1 1 0,3 6 0,-2 1 0,-1 2 0,0 1 0,-2-2 0,0-1 0,4 0 0,0 4 0,0-1 0,0 0 0,1 0 0,-2 0 0,-2 1 0,3-1 0</inkml:trace>
  <inkml:trace contextRef="#ctx0" brushRef="#br1" timeOffset="59">12054 18113 8912,'0'-11'0,"0"-1"0,-1 3 0,-1 3 0,0 6 0,0 5 0,2 3 0,2 4 0,1 2 0,2 2 0,-2 1 0,3 1 0,0-1 0,-2 0 0,4-1 0,-3-1 0,0 0 0,1 0 0,-1-2 0,1 2 0,0-5 0,-2 1 0,0-4 0,0-1 0,0-4 0,-1 1 0,-2-2 0,3-2 0,-1-2 0,2-4 0,0-3 0,2-3 0,-1-5 0,2 1 0,0 0 0,0-3 0,-2 0 0,1 0 0,-1 3 0,1-3 0,-1 3 0,1-2 0,-1 6 0,2-1 0,0 2 0,1 3 0</inkml:trace>
  <inkml:trace contextRef="#ctx0" brushRef="#br1" timeOffset="60">12433 18122 8912,'-14'0'0,"0"0"0,1 1 0,-1 1 0,3 0 0,-3 4 0,2 0 0,-1 3 0,0 2 0,3 0 0,0 4 0,2-4 0,0 3 0,2-2 0,3-2 0,2 0 0,1-1 0,1-2 0,2-1 0,2-2 0,4-4 0,2-1 0,1-2 0,0-2 0,0-3 0,-3-1 0,3 0 0,-2 1 0,2-1 0,-3 1 0,3-1 0,-3 0 0,0 1 0,-1-1 0,1 3 0,0 1 0,-5 3 0,4-2 0,-7 8 0,2 2 0,-2 5 0,-1 3 0,1 3 0,2 0 0,-2 0 0,2 4 0,-3 1 0</inkml:trace>
  <inkml:trace contextRef="#ctx0" brushRef="#br1" timeOffset="61">12536 18139 8912,'0'-9'0,"0"1"0,0-1 0,4 1 0,2 2 0,1 1 0,2 1 0,0 1 0,-1 3 0,1 1 0,-1 2 0,4 3 0,-1 5 0,1 0 0,-4 3 0,1-3 0,0 4 0,-5-2 0,-1 2 0,-2-1 0,-1-2 0,0 3 0,0-4 0,0 3 0,0-2 0,0-2 0,-1 0 0,-2-1 0,-1-1 0,-2-3 0,0-2 0,4-6 0,-1-3 0,3-4 0,3-2 0,-1-2 0,4 2 0,0-2 0,2 3 0,1-4 0,-1 4 0,4-4 0,-1 4 0,4-3 0,-4 2 0,4 4 0,-4 2 0,0 0 0,-2 1 0,0 2 0,-1 3 0,-2 0 0,0 0 0,0 1 0,-2 1 0,3 3 0,-4 4 0,1-3 0,-1 3 0,-2-2 0,5 4 0,-4-1 0,1-2 0,-1 4 0,1-1 0,-2 4 0,2-4 0,-2 1 0,-2-1 0,-2 1 0,-3 2 0,2-4 0,-7 7 0,1-4 0</inkml:trace>
  <inkml:trace contextRef="#ctx0" brushRef="#br1" timeOffset="62">12812 18053 8912,'-4'-22'0,"3"2"0,-2 5 0,2-1 0,2 8 0,1-2 0,2 4 0,0 3 0,5 0 0,2 3 0,5 0 0,-3 3 0,4 2 0</inkml:trace>
  <inkml:trace contextRef="#ctx0" brushRef="#br1" timeOffset="63">12992 18113 8912,'-11'0'0,"-1"0"0,2 0 0,0 0 0,2 0 0,-1 0 0,3 4 0,1 2 0,1 1 0,-1 2 0,3 2 0,-1 1 0,2-1 0,1-2 0,0-1 0,1 1 0,1 0 0,1-1 0,4-3 0,-2-2 0,3-2 0,1-1 0,0 0 0,3 0 0,-3-4 0,3-2 0,-3-1 0,0-3 0,-1-1 0,1 0 0,1 0 0,1 2 0,-4 0 0,1 1 0,-1 0 0,2 2 0,-4-1 0,1 1 0,-4 1 0,1 0 0,2 3 0,-4-2 0,2 5 0,-3 2 0,0 1 0,0 5 0,0 0 0,0-1 0,0 1 0,0-1 0,1 0 0,2-2 0,-1 1 0,4-1 0,-3-2 0,3-1 0,-4-2 0,4-1 0,0 0 0,2 0 0,-2 0 0,0 0 0,-4-1 0,1-2 0,-2 2 0,-1-3 0,0 0 0,0 3 0,1-2 0,2 3 0,-3 0 0,8-1 0,-2-2 0,2 1 0,0-4 0,1 4 0,-1-1 0,1-1 0,0 2 0,-1-4 0,1 3 0,-4-3 0,1 3 0,1 2 0,-2 0 0,0 1 0,-3 0 0,2 1 0,-4 1 0,4 3 0,1 4 0</inkml:trace>
  <inkml:trace contextRef="#ctx0" brushRef="#br1" timeOffset="64">13397 18010 8912,'-9'0'0,"1"-1"0,3-2 0,-3 3 0,3 0 0,0 5 0,2 5 0,3 3 0,0 0 0,0 2 0,1 1 0,1-1 0,4-1 0,2 2 0,3-3 0,1 1 0,2-4 0,-1-1 0,0-3 0,2-2 0,1-1 0,2-3 0,-4 0 0,0-2 0,2-3 0,0-4 0,-2-4 0,1 2 0,-8-5 0,2 2 0,-2-2 0,-3-1 0,0-1 0,-4 1 0,-3 4 0,0 1 0,-3 3 0,0 0 0,-2 4 0,0 3 0,-1 1 0,0 1 0,2 3 0,0 3 0,2 3 0,2 2 0,0 0 0,3 3 0,4-2 0,1 2 0,4 0 0,2 0 0,6-2 0,3-3 0,4-1 0,5 1 0,7-1 0</inkml:trace>
  <inkml:trace contextRef="#ctx0" brushRef="#br1" timeOffset="65">14008 18079 8912,'0'-9'0,"0"0"0,0 1 0,0 3 0,0 2 0,0 6 0,0 3 0,0 2 0,0 3 0,2 0 0,1 0 0,3-2 0,-3 0 0,1-3 0,-1-1 0,-2 0 0,5 1 0,1-3 0,1-2 0,0-1 0,1 0 0,0-1 0,3-2 0,0-2 0,4-3 0,-2-2 0,0-1 0,0-4 0,2 3 0,-7-3 0,3 3 0,-3 2 0,0 0 0,-4 1 0,-1 5 0,-3 0 0,1 4 0,0 7 0,4 5 0,-4 3 0,1 2 0,1 3 0,-1 1 0,2-1 0,-2-3 0,-1 0 0,-1 0 0,-1-3 0,0 1 0,0-5 0,-4 2 0,-2-6 0,2-3 0,-2-3 0,0 0 0,-2 0 0,-2 0 0,-1 0 0,1-3 0,-1-2 0,1 0 0,-2-7 0,-2 3 0</inkml:trace>
  <inkml:trace contextRef="#ctx0" brushRef="#br1" timeOffset="66">14042 17898 8912,'-9'-12'0,"1"2"0,-1 0 0,1 3 0,-1 3 0,0 4 0,1 0 0,-1 0 0,1 4 0,3 2 0,1-3 0,8 1 0,1-4 0,3 0 0,1 0 0,0 0 0,2 0 0,-1-1 0,-2-2 0,1 2 0,-4-1 0,-1-3 0,0 4 0,-8-3 0,-2 4 0,-5 4 0,-4 2 0,-4 2 0,-1 4 0,0 1 0,-1 4 0,-1 0 0</inkml:trace>
  <inkml:trace contextRef="#ctx0" brushRef="#br1" timeOffset="67">14704 18328 8912,'0'-22'0,"0"3"0,1 3 0,2 2 0,3 1 0,1 0 0,-1 1 0,0 1 0,-3 2 0,2-1 0,-1 0 0,-2-2 0,-2 1 0,0 2 0,0 4 0,0-1 0,0 3 0,0-3 0,0 4 0,0 0 0,0 4 0,0 3 0,0 5 0,0 1 0,0 4 0,0 4 0,0 1 0,0 3 0,0-3 0,0-1 0,-3-1 0,2 1 0,-2-2 0,2 1 0,1-6 0,0-1 0,0-2 0,0-1 0,0 1 0,0-4 0,0-1 0,4-15 0,1-4 0,3-5 0,0-2 0,-3-1 0,6-1 0,-2 4 0,-2 0 0,-1 3 0,0 3 0,2 3 0,1 1 0,0 6 0,-2 2 0,-1 4 0,2 2 0,-3 5 0,0 0 0,1-1 0,-1-2 0,0 0 0,3-2 0,-2 2 0,1 2 0,2-3 0,0-1 0,-5 0 0,4-4 0,-7-1 0,2-2 0,-2 1 0,-1-3 0,0-2 0,0-1 0,0 0 0,0 2 0,0 0 0,0 4 0,-1-2 0,-2 1 0,2 3 0,-2 0 0,2 2 0,1 5 0,0 4 0,0 1 0,1 2 0,2 0 0,1 2 0,2-2 0,2-1 0,0-2 0,2-2 0,1-3 0,1 0 0,0-3 0,0-4 0,0-4 0,-3-4 0,3-3 0,-4-2 0,-2-2 0,-2-1 0,-4 0 0,-2-1 0,-4 1 0,0 4 0,-9 1 0,0 4 0,-1 2 0,-4 2 0,-1 4 0,2 1 0,5 2 0,-1 6 0,3 5 0,-3 2 0,2 1 0</inkml:trace>
  <inkml:trace contextRef="#ctx0" brushRef="#br1" timeOffset="68">15229 18010 8912,'-8'-5'0,"0"-3"0,2 3 0,-1 1 0,1 1 0,2 6 0,1 3 0,2 6 0,1 4 0,0 4 0,0 2 0,3 4 0,0 3 0,3 3 0,-3 0 0,2 2-909,-2 3 909,0-1 0,1 10 0,1-3 0</inkml:trace>
  <inkml:trace contextRef="#ctx0" brushRef="#br1" timeOffset="69">15126 18225 8912,'-9'-9'0,"2"1"0,1-1 0,7 3 0,8 0 0,4 4 0,8-4 0,5-1 0,4 0 0,9-5 0,4 1 0,-20 4 0,2 1-257,2 0 1,0 1-1,-1 0 1,1 0-1,0-1 1,1 0-1</inkml:trace>
  <inkml:trace contextRef="#ctx0" brushRef="#br1" timeOffset="70">13508 18655 8912,'-8'-7'0,"0"-2"0,2 0 0,5 3 0,6 3 0,2 2 0,7 1 0,2 0 0,0 0 0,1-4 0,4 0 0,2-5 0,2-1 0,1-1 0,-3 0 0,0-2 0,0 0 0,-1-1 0,-2 3 0,-6-3 0,-5 3 0,-7 0 0,-2 2 0,-6 3 0,-6 3 0,-3 2 0,-5 5 0,0 2 0,-4 3 0,1 2 0,-2 2 0,0 5 0,1 0 0,1 2 0,7 2 0,-1 4 0,6-1 0,-1 1 0,7-1 0,6-2 0,7-3 0,6-3 0,5-3 0,7-5 0,5-5 0,3-4 0,1-5 0,-1-3 0,0-5 0,1-4 0,-6-4 0,-2-1 0,-4-1 0,-2 0 0,-2 4 0,-4-1 0,-7 5 0,-5 0 0,-4 6 0,-5 0 0,0 2 0,-8 4 0,1 1 0,0 1 0,1 1 0,-2 0 0,3 4 0,0 1 0,4 0 0,1 1 0,3 0 0,-1 2 0,0 1 0,2-1 0,1 1 0,1 0 0,0-1 0,0 1 0,4-1 0,2 1 0,-2-4 0,2-1 0,1-1 0,0-2 0,2 2 0,0-3 0,-1-3 0,1 1 0,-1-3 0,1-1 0,0-2 0,-1 3 0,1 2 0,-3 3 0,-1 3 0,-2 5 0,3 7 0,0 2 0,1 2 0,0 2 0,-1 1 0,-1-2 0,0 3 0,0-5 0,-2-1 0,-1-4 0,3-4 0,-2 0 0,0-5 0,-2-2 0,2-7 0,-1-2 0,4-7 0,-4-4 0,2-2 0,-2 0 0,1-1 0,3 3 0,-3-2 0,4-2 0,-3 0 0,5-4 0</inkml:trace>
  <inkml:trace contextRef="#ctx0" brushRef="#br1" timeOffset="71">14180 18577 8912,'-9'0'0,"4"0"0,1 7 0,4 1 0,0 7 0,0-1 0,0 2 0,0 2 0,0-1 0,0 0 0,4-1 0,2-1 0,-1 0 0,0-4 0,2 0 0,-2-6 0,1-2 0,-1-2 0,4-1 0,-3-2 0,0-3 0,-1-2 0,4-7 0,-2-2 0,0-3 0,-1-2 0,1-1 0,-1 3 0,0-1 0,2 3 0,-3 3 0,-1 1 0,-1 5 0,-2 3 0,0 1 0,1 6 0,1 3 0,-1 3 0,-1 7 0,-1-1 0,4 5 0,1 1 0,4 0 0,2-3 0,0-3 0,3-3 0,1 1 0,6-4 0,-2 2 0,4-7 0,0 0 0,2-3 0</inkml:trace>
  <inkml:trace contextRef="#ctx0" brushRef="#br1" timeOffset="72">14532 18603 8912,'-11'0'0,"-1"0"0,1 0 0,2 0 0,-2 0 0,-1 0 0,4 4 0,2 2 0,4 1 0,-1 2 0,2-1 0,1 1 0,0 0 0,1-1 0,2 1 0,2-4 0,4 1 0,-1-4 0,1 1 0,-1-2 0,1-1 0,0-1 0,-1-2 0,1-1 0,-2-2 0,0 0 0,-1-1 0,-1 2 0,0 0 0,0 2 0,-2-3 0,-2 4 0,7-5 0,-6 6 0,3-2 0,1 6 0,3 2 0,-4 2 0,1-1 0,0 1 0,2-1 0,4 2 0,-1 0 0,5-3 0,-2-2 0,2-2 0,1-1 0,2-5 0,1-3 0,-2-6 0,2-6 0,-2-3 0,-1-5 0,-4 0 0,-5-4 0,-3 5 0,-5-2 0,-4-1 0,-2 3 0,-5 2 0,-3 4 0,-2 9 0,-2 4 0,-2 6 0,0 2 0,-2 8 0,5 10 0,-1 4 0,6 6 0,2 4 0,4 5 0,2-1 0,4 4 0,4-2 0,3 2 0,4 1 0,6 1 0,2 1-1495,4 0 1495,0 0 0,-10-22 0,0 0 0,14 19 0,-1-3 0,-2-1 0</inkml:trace>
  <inkml:trace contextRef="#ctx0" brushRef="#br1" timeOffset="73">14541 17735 8912,'0'-9'0,"0"1"0,0-1 0,0 0 0,0 1 0,3-1 0,1 1 0,0-1 0,-1 3 0,2 0 0,-1 0 0,0 2 0,-2 0 0,1 0 0,-1 2 0,-2-3 0,0 2 0,0-3 0,0 4 0,0-2 0,0 4 0,0 8 0,0-1 0,0 7 0,0-3 0,0 4 0,0-1 0,0 3 0,-2 1 0,-1-1 0,0-1 0,3-1 0,0-1 0,0-2 0,-1 2 0,-2-2 0,2-1 0,-2-2 0,2-1 0,1 1 0,0 0 0,0-1 0,0 1 0,0-1 0,0 1 0,0-4 0,0-1 0,0-4 0,0-7 0,0-2 0,-3-1 0,0 1 0,2 1 0,0-1 0,0 0 0,-1 1 0,-1-1 0,1 1 0,1-1 0,-2 0 0,0 1 0,0-1 0,3 5 0,0 0 0,0 4 0,0 11 0,0-3 0,0 9 0,1 1 0,2 2 0,-2 0 0,2-3 0,-2 4 0,-1-1 0,0-3 0,0-4 0,0 0 0,0-3 0,0-3 0,0-2 0,0-3 0,4 2 0,-3-6 0,2-3 0,-1-3 0,-1-8 0,2-2 0,-1-1 0,2 0 0,-1-1 0,0 2 0,-3-2 0,3 2 0,0 1 0,-1-1 0,-1 1 0,1 1 0,1 2 0,0-2 0,-3 5 0,0 2 0,0 4 0,0 3 0,0-2 0,0 5 0,0 2 0,0 2 0,0 3 0,1 4 0,2-1 0,-2 4 0,2 0 0,0-2 0,0 1 0,0 2 0,1 0 0,-3-2 0,2 1 0,-2-4 0,-1 3 0,3-3 0,0 0 0,-1-1 0,-2-4 0,0-1 0,0-3 0,0 2 0,0-12 0,-1 3 0,0-7 0,-2 2 0,1-2 0,0-1 0,-1-4 0,2-1 0,-2 1 0,1 0 0,-1 0 0,2 1 0,-2 0 0,0 3 0,0 1 0,0 0 0,3 4 0,0-1 0,0 5 0,0 4 0,0 4 0,0 5 0,0 3 0,0 2 0,0 3 0,0 0 0,0 0 0,0 0 0,0-1 0,0-1 0,0 0 0,0-3 0,0 1 0,0-1 0,0-3 0,0-3 0,0-4 0,0 4 0,0-4 0,0 2 0,0-4 0,0-8 0,0 2 0,0-5 0,0 1 0,0-2 0,0 2 0,0-4 0,0 1 0,0-1 0,0 3 0,0-3 0,-3 3 0,0 0 0,0 4 0,3 1 0,0 1 0,0 0 0,0 6 0,0 7 0,0 5 0,0 4 0,0 1 0,0 2 0,0 1 0,0 2 0,0 1 0,0-4 0,0-2 0,0-3 0,0 1 0,0-5 0,0 1 0,0-8 0,0-1 0,0-6 0,0-5 0,0-7 0,0-1 0,0-1 0,0-3 0,0 0 0,0-1 0,1 2 0,1-1 0,1 1 0,0 0 0,-3 2 0,0 4 0,0 1 0,0 3 0,-1 5 0,-1 5 0,-1 7 0,-2 8 0,2 7 0,-4 3 0,1 2 0,2 2 0,2 1 0,1-1 0,1-4 0,0-1 0,0-2 0,0-3 0,0 2 0,-4-4 0,-1 3 0</inkml:trace>
  <inkml:trace contextRef="#ctx0" brushRef="#br1" timeOffset="74">14154 13333 8912,'-9'-4'0,"1"-1"0,-1-2 0,1 0 0,3 2 0,1 2 0,4-3 0,0-1 0,0 3 0,0-2 0,0-1 0,0 3 0,0 1 0,-4 3 0,0 3 0,-2 3 0,0 2 0,2 0 0,0 1 0,0-1 0,-2 1 0,4 0 0,-5-1 0,1 1 0,1 2 0,0 1 0,-1-1 0,-2-1 0,2 0 0,0 2 0,0 0 0,-2 0 0,-1 0 0,0 2 0,1 3 0,-1-3 0,-2 2 0,-1 1 0,4 1 0,2-1 0,0 0 0,-2 0 0,2 0 0,0 1 0,3-1 0,-3 0 0,4 1 0,0 2 0,0-2 0,0 3 0,-1-1 0,1 0 0,-2 1 0,1 0 0,-2 0 0,2 1 0,0 3 0,2-3 0,-1 2 0,-1 2 0,0-2 0,3 4 0,-1-1 0,-2-1 0,2 1 0,-1 1 0,0 3 0,-1 0 0,1 2 0,-4-2 0,1 6 0,0 0 0,-3 7 0,3-1 0,-1 0 0,1-2 0,3-3 0,-1-3 0,2-2 0,1-1 0,0-3 0,0-3 0,0 0 0,0 0 0,0 3 0,0 3 0,0-2 0,0 2 0,0-1 0,0 4 0,0 3 0,0 1 0,0 2 0,0 2 0,0-2 0,0 5 0,0-21 0,0 0-227,0 23 0,0 1 227,0-6 0,0 4 0,0 2 0,0-1 0,0-3 0,0-8-8,0-6 0,0-4 8,0-1 0,3-2 0,0-1 0,1 1 0,-2-4 0,-1 7 0,2-1 0,1 1 0,-1 0 0,-1 1 0,-1 1 0,-1 3 0,0 0 0,0 1 0,0 1 0,0 5 41,0 1 1,0-1-42,0 1 0,-3-1 0,0 1 0,1-3 8,1-5 0,2-3-8,2-6 0,-1 0 0,4-6 0,-4 2 0,0-5 0,-1 3 0,-1 3 0,1-1 0,1 2 0,1 0 0,-1 2 0,-1 1 185,-1 2 1,0-3-186,0 0 0,0 0 0,0 3 0,1 0 0,2 3 0,-2-2 0,3 2 0,-1-4 0,-1-2 0,4 2 0,-3-2 0,1-2 0,-1-1 0,-2-2 0,2-1 0,0 1 0,0-1 0,1-3 0,-1 0 0,-2-2 0,2 2 0,-2 0 0,0 1 0,1-1 0,0 2 0,2 0 0,-1 1 0,-1 1 0,4 2 0,-3-2 0,2 2 0,-3-2 0,1-4 0,1 2 0,0-3 0,0-2 0,-1-2 0,3-3 0,-3 3 0,3-3 0,-3-1 0,3-3 0,-1 6 0,4-7 0,-1 2 0,-2 1 0,0-2 0,0 1 0,2-3 0,1 0 0,-1 0 0,1 0 0,0 0 0,-1 0 0,1 0 0,2 0 0,1 0 0,-1 0 0,-2 0 0,0 0 0,3 0 0,-3-4 0,3 0 0,-3-2 0,0 0 0,0 0 0,-1-2 0,1-1 0,-1 1 0,1-2 0,0 0 0,0-3 0,3 0 0,-2-2 0,5-2 0,-1-1 0,3-2 0,3 1 0,1-4 0,0-1 0,0-1 0,1 3 0,-5 2 0,3 3 0,-6 3 0,-2-1 0,-1 3 0,-3 2 0,-3 0 0,-3 1 0,5 0 0,-4-2 0,-1 0 0,-1 0 0,1-2 0,1-1 0,3-5 0,-3-1 0,3-3 0,-3 3 0,3-6 0,0 3 0,-1-4 0,0 4 0,-3 2 0,1 1 0,-1 2 0,1 1 0,-2 0 0,2-1 0,-2 1 0,-1 0 0,3 0 0,1-1 0,-1-2 0,1-3 0,0 1 0,-1-1 0,-1 0 0,3-4 0,1 0 0,-1 2 0,0-3 0,-2 5 0,0-2 0,3-1 0,-1 1 0,-2-1 0,-1 1 0,4 2 0,-5-2 0,2 2 0,-2-2 0,-1 0 0,0 0 0,0 2 0,0-2 0,0 2 0,0-5 0,0 0 0,1-2 0,2 1 0,-2 2 0,2-5 0,-2 1 0,-1 0 0,0-1 0,0 3 0,0-3 0,0 4 0,0-1 0,0 3 0,0 0 0,0-3 0,-1-2 0,-2-3 0,2-3 0,-2 0 0,2-1 0,1 0 0,0 3 0,0-3 0,0 3 0,0 1 0,0 3 0,0 3 0,0 2 0,0 1 0,0 0 0,0-2 0,-1 2 0,-2 3 0,2 1 0,-1-1 0,-2-1 0,1-3 0,-3 2 0,3-2 0,-1 1 0,2-6 0,1-1 0,-2-2 0,2 0 0,1 3 0,0-2 0,0 5 0,0 0 0,0 4 0,0 2 0,0 1 0,0 0 0,0 1 0,-1 2 0,-2-2 0,1 1 0,-4-1 0,2 0 0,-2-6 0,-1 5 0,3-5 0,1 2 0,-1 2 0,-2-2 0,3 1 0,-1 2 0,1 1 0,2 1 0,-1 2 0,1 3 0,1 0 0,-3 3 0,0-1 0,1 0 0,1 1 0,-2-2 0,0 2 0,0-2 0,3-1 0,0-3 0,0 0 0,0-1 0,0-5 0,0 3 0,0 0 0,0 1 0,0-1 0,-2 2 0,-1-2 0,-1 2 0,1 1 0,1 0 0,-4-1 0,3 4 0,-2 0 0,2-1 0,-3-2 0,3 0 0,-2 1 0,2-1 0,1 0 0,-2 2 0,1-5 0,0 2 0,3 1 0,0-1 0,0 1 0,0 1 0,0 2 0,-3-3 0,0 3 0,-2 1 0,2-2 0,-3 4 0,3-3 0,-3 3 0,0-1 0,-1 0 0,1 1 0,-1-4 0,1 4 0,1-1 0,-1 4 0,2-1 0,-2 1 0,-1-1 0,4 1 0,-2-1 0,1 1 0,-1 3 0,2 1 0,-3 4 0,5-1 0,-2-2 0,-2 2 0,0-3 0,-4 4 0,1 0 0,-1-1 0,1-2 0,1 2 0,-2-2 0,3 3 0,-6 0 0,3 0 0,0 0 0,-2 0 0,-1 0 0,-2 0 0,1 0 0,0 0 0,-2 0 0,-4 0 0,-2 0 0,0 3 0,1 3 0,-1 1 0,-2-2 0,2 3 0,4-2 0,1 1 0,1-1 0,1 0 0,2 1 0,1-3 0,6 2 0,-2-3 0,4 3 0,-1-1 0,1 0 0,2 3 0,-2-2 0,2 2 0,1 4 0,-2 1 0,-1 4 0,0 1 0,3 2 0,0 2 0,0 4 0</inkml:trace>
  <inkml:trace contextRef="#ctx0" brushRef="#br1" timeOffset="75">14421 12663 8912,'-22'-14'0,"1"2"0,3 0 0,2-3 0,1-1 0,1-1 0,3 0 0,3-1 0,1 2 0,4 2 0,1 2 0,1 3 0,1 0 0,1 4 0,2 4 0,1 2 0,1 5 0,3 7 0,-2 4 0,-2 2 0,1 6 0,-1 2 0,-2 3 0,-1 1 0,-1 0 0,0 2 0,0-5 0,-1 1 0,-2-3 0,1-1 0,-4-3 0,4-1 0,-3-7 0,0-3 0,0-1 0,2-5 0,-2-3 0,3-1 0,-2-8 0,4-5 0,4-5 0,1-6 0,3 1 0,1-4 0,2 2 0,1 4 0,-1 0 0,-2 6 0,-1 2 0,1 3 0,0 1 0,-1 3 0,1 2 0,-1 3 0,1 3 0,-1 5 0,-2 7 0,0 0 0,1-1 0,0 3 0,2-3 0,0-2 0,-1 0 0,1-3 0,-1 0 0,1-4 0,0-2 0,-4-3 0,1 0 0,0 0 0,1-3 0,-1-3 0,-2-2 0,-4 0 0,3-1 0,0 1 0,0-1 0,-3 0 0,0 4 0,-1-1 0,-2-1 0,2 3 0,-3 1 0,4 6 0,0 2 0,0 4 0,0-1 0,0 1 0,0 3 0,3-2 0,0 1 0,1-4 0,-2-1 0,3-4 0,4 1 0</inkml:trace>
  <inkml:trace contextRef="#ctx0" brushRef="#br1" timeOffset="76">14550 12577 8912,'-14'-17'0,"3"-1"0,2 1 0,2 1 0,2 2 0,3 1 0,-2 8 0,4 2 0,5 3 0,2 1 0,4 1 0,4-1 0,-1 3 0,3-4 0</inkml:trace>
  <inkml:trace contextRef="#ctx0" brushRef="#br1" timeOffset="77">14739 12491 8912,'-26'8'0,"0"3"0,0 3 0,4 2 0,2 6 0,4-1 0,4 0 0,4 0 0,3-1 0,2-2 0,3-1 0,5-4 0,4-1 0,0-6 0,6-4 0,2-1 0,3-1 0,3-2 0,-3-3 0,1-2 0,-2-6 0,1-1 0,-1 1 0,-1 2 0,-4 0 0,-3 1 0,-1 2 0,-2 2 0,-3 0 0,3 4 0,-7 2 0,2 6 0,-6 6 0,-3 2 0,-1 5 0,-2 1 0,0 4 0,1-1 0,0 2 0,1 0 0,3-3 0,0-1 0,0-4 0,1-3 0,2-2 0,-2-3 0,6-12 0,2-3 0</inkml:trace>
  <inkml:trace contextRef="#ctx0" brushRef="#br1" timeOffset="78">14894 12362 8912,'-8'-13'0,"3"4"0,-3-3 0,-1 3 0,8 5 0,-2 4 0,2 5 0,1 6 0,0 4 0,0 2 0,0 3 0,3 1 0,0 2 0,1 1 0,-1-4 0,-1 1 0,3-1 0,-2-2 0,2 2 0,0-2 0,0-1 0,-2-3 0,2-3 0,-3-5 0,5-3 0,-3-7 0,0-5 0,-1-4 0,3-7 0,-4 2 0,1-2 0,1 2 0,-1 0 0,2 2 0,-2 2 0,0 2 0,1 3 0,-2 4 0,3 2 0,-2-1 0,3 2 0,-3 0 0,3 4 0,-1 3 0,4 4 0,1-3 0,1-1 0,0-2 0,2 2 0,0-1 0,1-2 0,-4-1 0,3-2 0,-2-2 0,1-3 0,-4 1 0,-2 0 0,-1-1 0,0-3 0,-2 1 0,-2-1 0,-5 4 0,0 1 0,-5 4 0,0 1 0,1 2 0,2 2 0,0 4 0,4-1 0,-4 1 0,4 2 0,-1 1 0,2-1 0,2-2 0,2-1 0,3 1 0,1 0 0,2-1 0,2-3 0,2-2 0,-1-3 0,1-3 0,1-2 0,-3-3 0,4-4 0,-4 1 0,1-5 0,-4 2 0,1-5 0,0-1 0,-1-1 0,1 1 0,-4 3 0,1-1 0,-4 2 0,1 5 0,-2 0 0,-1 6 0,0 1 0,1 10 0,2 3 0,-1 4 0,3-1 0,-1 2 0,5-2 0,-1-1 0,6-2 0,0-5 0,3-1 0,2-2 0,1-1 0,-2-1 0,2-2 0,-2-1 0,-1-5 0,0 0 0</inkml:trace>
  <inkml:trace contextRef="#ctx0" brushRef="#br1" timeOffset="79">14894 13015 8912,'-6'-14'0,"1"0"0,1-1 0,3 2 0,0-1 0,1 4 0,1-1 0,1 0 0,0 2 0,4 4 0,-3 1 0,3 4 0,-1 2 0,4 3 0,0 3 0,-2 4 0,-1-1 0,2 2 0,-3 5 0,3-4 0,1 0 0,-2 0 0,-1 0 0,2-2 0,-3-3 0,0-1 0,1-3 0,-3-1 0,2-4 0,-2 0 0,3 0 0,-3-7 0,2-5 0,-1-3 0,-3-2 0,3-2 0,-1-1 0,0 2 0,-3-2 0,1 0 0,2 3 0,-2-2 0,6 5 0,-2-3 0</inkml:trace>
  <inkml:trace contextRef="#ctx0" brushRef="#br1" timeOffset="80">15290 12852 8912,'-14'0'0,"1"0"0,1 0 0,3 0 0,-3 0 0,2 1 0,-1 2 0,0 2 0,0 3 0,2 1 0,0-1 0,3 5 0,1 1 0,3 2 0,-1 1 0,-1 1 0,1-1 0,0-1 0,3-2 0,1-1 0,1-5 0,2 0 0,1-2 0,-2-2 0,2-4 0,1-2 0,-1-4 0,3-1 0,1-7 0,0 0 0,2-5 0,-1 0 0,-2-1 0,0-3 0,-2 3 0,0 1 0,-3 5 0,3 1 0,-3 1 0,3 3 0,-4-3 0,1 6 0,-3 2 0,0 5 0,0 2 0,1 2 0,1 4 0,2-1 0,1 1 0,-2-1 0,2 1 0,0-3 0,2-1 0,-1-1 0,0 1 0,2-3 0,1 1 0,-4-2 0,1-1 0,-1-1 0,1-2 0,0 1 0,-3-4 0,0 1 0,-3-4 0,3 3 0,0 1 0,0-1 0,-3-3 0,0 4 0,0-1 0,1 4 0,1-1 0,-1 2 0,4 1 0,-2 0 0,3 0 0,1 3 0,2 0 0,0 0 0,-1-3 0,1 0 0,-1 0 0,1 0 0,0 0 0,0-1 0,3-2 0,-3-1 0,3-2 0,-4 2 0,-2 1 0,2 2 0,-3-2 0,-1-2 0,4 4 0,-7-3 0,7 4 0,-8 4 0,7 1 0,-3 3 0,1 1 0,-3-3 0,1 0 0,1-1 0,0 1 0,2 0 0,2-4 0,-4 1 0</inkml:trace>
  <inkml:trace contextRef="#ctx0" brushRef="#br1" timeOffset="81">15505 12697 8912,'-15'-13'0,"1"1"0,3 6 0,1 0 0,2 0 0,3 1 0,3-2 0,3 5 0,7-4 0,5 4 0,4-1 0,4-1 0,1-1 0,4-4 0</inkml:trace>
  <inkml:trace contextRef="#ctx0" brushRef="#br1" timeOffset="82">15746 12663 8912,'-18'4'0,"2"-3"0,2 5 0,-1 0 0,3 3 0,2-1 0,0 1 0,5-1 0,2 1 0,2 2 0,1 1 0,0-2 0,4-1 0,2-3 0,-1-2 0,0-4 0,-2 0 0,3 0 0,-3 0 0,3 0 0,-2-1 0,2-2 0,2-2 0,-2-4 0,-2 1 0,2-1 0,1 1 0,0-1 0,2-3 0,0 1 0,-1 0 0,1 2 0,2 0 0,1 1 0,-1-1 0,-2 1 0,-1-1 0,1 3 0,0 1 0,-1 2 0,1 0 0,-1 3 0,1-3 0,0 0 0,-1 0 0,1 3 0,-1 0 0,1-1 0,0-2 0,-1 2 0,1-2 0,-4 3 0,2 0 0,-6 1 0,3 1 0,0 4 0,-3-1 0,2 1 0,-2-1 0,-1 4 0,0-3 0,1-1 0,1 2 0,0 1 0,1-3 0,-3 1 0,0-4 0,0 6 0,0-7 0,0 2 0,0-6 0,0-3 0,0-3 0,0-1 0,0-3 0,0 0 0,3 0 0,0-2 0,3 0 0,-3 4 0,3-1 0,-1 4 0,1-1 0,0 0 0,-2 4 0,2-1 0,2 4 0,-2-1 0,1 2 0,2 1 0,-1 3 0,1 0 0,0 1 0,-1-1 0,1-2 0,3 6 0,2-2 0</inkml:trace>
  <inkml:trace contextRef="#ctx0" brushRef="#br1" timeOffset="83">16202 12422 8912,'0'-21'0,"-3"4"0,0 0 0,-1 1 0,1 8 0,1-3 0,-3 6 0,3 1 0,-3 4 0,2 5 0,-2 8 0,-3 4 0,-1 6 0,0 5 0,4 3 0,-1 6 0,4 0-158,-1 3 0,2-4 158,1 1 0,4-6 0,2-5 0,2-4 0,4-6 0,3-3 0,4-4 0,0-4 0,4-5 0,-3-4 0,3-2 0,-3-6 0,2-5 0,-1-4 0,-1-1 0,-2-6 0,-1 2 0,0-4 0,0 1 0,-3-5 0,-3 0 0,-1-1 0,-3-4 0,-1 1 0,-3 5 0,-6 0 0,-3 8 0,-5 5 79,-3 12 0,-4 4 0,-2 8 0,-3 5-79,-1 8 0,-2 8 0,0 6 0,4 4-290,2 5 1,5 2 289,9-18 0,1 0 0,2 1 0,1-1 0,2 1 0,2 1 0,3-2 0,2 0 0,2 0 0,4-2 0,2-1 0,2-3 0,2 0 0,2-1 0,2-2 0,0-2 0,1-2 0,1-2 0,2 0 0,0-2 0,2-4 0,0-1 0,1 1 0,1-2 0,-1 0 0,0-2 0,-1 1 0,0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3.764"/>
    </inkml:context>
    <inkml:brush xml:id="br0">
      <inkml:brushProperty name="width" value="0.05292" units="cm"/>
      <inkml:brushProperty name="height" value="0.05292" units="cm"/>
      <inkml:brushProperty name="color" value="#3165BB"/>
    </inkml:brush>
  </inkml:definitions>
  <inkml:trace contextRef="#ctx0" brushRef="#br0">15238 6659 8912,'-17'-21'0,"5"5"0,5 1 0,4 5 0,-3 2 0,1 0 0,1 12 0,4 4 0,0 11 0,0 8 0,0 12 0,0 5 0,0 3 0,0 4 0,4 1 0,1 3 0,0 0 0,-1 2 0,3-2 0,-3-5 0,3-4 0,-2-7 0,-1-5 0,1-4 0,3-9 0,-3-11 0,2-10 0,3-10 0,-4-6 0</inkml:trace>
  <inkml:trace contextRef="#ctx0" brushRef="#br0" timeOffset="1">15451 6671 8912,'0'-17'0,"0"7"0,0 14 0,0 11 0,0 8 0,0 6 0,3 6 0,1 4 0,-1-1 0,-1 1 0,0 1 0,1 1 0,5 2 0,-5 0 0,4-2 0,-3-2 0,-1-2 0,-3-6 0</inkml:trace>
  <inkml:trace contextRef="#ctx0" brushRef="#br0" timeOffset="2">15163 7001 8912,'-6'-17'0,"2"2"0,6 4 0,5 0 0,6 1 0,12-1 0,6 4 0,4 0 0,7 1 0,0-1-644,1-3 1,4 5 0,-4-6 0</inkml:trace>
  <inkml:trace contextRef="#ctx0" brushRef="#br0" timeOffset="3">15642 6852 8912,'-15'7'0,"-2"0"0,1 1 0,2 2 0,2 5 0,1 3 0,2-2 0,2 2 0,2 0 0,6 3 0,3 0 0,3 1 0,6-6 0,1-2 0,5-5 0,-1-2 0,4-5 0,-1 2 0,3-8 0,-7-4 0,-1-4 0,-2-2 0,-3-2 0,-4 2 0,-2-2 0,-5-6 0,0 5 0,0-1 0,-5 5 0,-2-1 0,-2-2 0,-2 2 0,1 3 0,2 6 0,2-1 0,2 0 0,-5 3 0,8-1 0,1 4 0,6 0 0,5 0 0,4-5 0,2-1 0</inkml:trace>
  <inkml:trace contextRef="#ctx0" brushRef="#br0" timeOffset="4">15887 6820 8912,'5'-11'0,"-4"0"0,4 6 0,0 0 0,-4 7 0,2 5 0,-1 0 0,-2 8 0,0-2 0,0 1 0,0-2 0,1 2 0,1-2 0,2-2 0,4 6 0,-3-5 0,2 4 0,2-8 0,-2-4 0,3-2 0,0-1 0,5-4 0,-1-3 0,0-8 0,-3-2 0,-1-3 0,1-3 0,0-1 0,-1 0 0,-4 4 0,-2 5 0,-2 1 0,2 4 0,-3-3 0,4 13 0,-5 1 0,0 8 0,0 8 0,0 6 0,0 2 0,0 0 0,0-4 0,4-1 0,3-2 0,3 0 0,1-8 0,4-1 0,1-9 0,1 0 0,-3 0 0,2-10 0,-2-4 0,-4-6 0,-2-5 0,-5-2 0,4-5 0,-4 4 0,0 1 0,-2-1 0,-1 1 0,0 7 0,0-1 0,0 7 0,0-2 0,0 15 0,0 2 0</inkml:trace>
  <inkml:trace contextRef="#ctx0" brushRef="#br0" timeOffset="5">15270 7745 8912,'-5'6'0,"3"2"0,-6-4 0,7 0 0,1-6 0,6-1 0,8-3 0,4-6 0,2-1 0,2-1 0,1-1 0,0 2 0,-3-2 0,0 2 0,-5 2 0,-2 0 0,-3 0 0,-3 1 0,-5-1 0,-3 2 0,-10 1 0,-6 5 0,-7 2 0,0 5 0,-4 4 0,4 1 0,-1 2 0,-1 0 0,2 4 0,-1 1 0,5 5 0,3 2 0,6 2 0,5-2 0,6 6 0,11-6 0,7 2 0,13-7 0,11-4 0,6-7 0,5-3 0,-1-4-161,-2-4 0,-7-6 161,-4-8 0,-2-6 0,-1-1 0,-6 1 0</inkml:trace>
  <inkml:trace contextRef="#ctx0" brushRef="#br0" timeOffset="6">15728 7692 8912,'16'-21'0,"-2"0"0,-7-1 0,-2 2 0,-7 2 0,-5 4 0,-8 2 0,0 3 0,-3 2 0,1 2 0,-5 5 0,1 1 0,0 3 0,3 2 0,0 4 0,4 6 0,-3 3 0,3 3 0,5 3 0,-1 0 0,7-4 0,-4 3 0,3-3 0,1 1 0,3-7 0,4-1 0,3-4 0,1-4 0,2-2 0,0-3 0,7-2 0,2-4 0,1-5 0,2-6 0,-1-5 0,0-2 0,1-1 0,-1 0 0,0-4 0,-4-1 0,-3-3 0,-3-3 0,-4-1 0,-3 5 0,-4 2 0,0 7 0,0 0 0,-3 9 0,-2 7 0,-1 2 0,0 6 0,-1 9 0,3 9 0,4 8 0,0 4 0,0 4 0,0-3 0,0 2 0,1-2 0,2-1 0,1-5 0,5-2 0,3-4 0,0-3 0,3-6 0,-1-5 0,2-5 0,-2 2 0,-2-9 0,2-5 0,-2-2 0,-1-6 0,-2-1 0,-2-6 0,1 3 0,-4-3 0,3 3 0,-3 0 0,-1 1 0,2 0 0,-4 4 0,3 3 0,-3 2 0,-1 2 0,0 5 0,0 5 0,0 9 0,0 9 0,0 2 0,0 1 0,0 1 0,0-1 0,0-3 0,1-2 0,1 0 0,2-3 0,3-2 0,-3 0 0,4-5 0,-2-1 0,4-5 0,1-5 0,0-2 0,-4-7 0,0-4 0,0-2 0,4-1 0,-2-1 0,-1 1 0,-1 0 0,2 0 0,-4 3 0,-2 0 0,2 9 0,-2-2 0,1 7 0,-4 1 0,0 6 0,0 8 0,0 7 0,0 2 0,0 1 0,3 0 0,1 1 0,4-5 0,-1 1 0,3-5 0,0 1 0,2-3 0,3-4 0,0-2 0,3-5 0,6 0 0,-1 0 0</inkml:trace>
  <inkml:trace contextRef="#ctx0" brushRef="#br0" timeOffset="7">16462 7309 8912,'-10'5'0,"-1"-4"0,0 3 0,-3 0 0,-1 1 0,-2 2 0,-2 5 0,0 0 0,2 5 0,1 1 0,6 3 0,4 6 0,2 1 0,4 1 0,4 0 0,2 0 0,4-4 0,6-1 0,1-6 0,3-5 0,2-5 0,-1-3 0,0-5 0,5 0 0,2 0 0</inkml:trace>
  <inkml:trace contextRef="#ctx0" brushRef="#br0" timeOffset="8">16750 7341 8912,'-17'-6'0,"1"1"0,1 5 0,2 0 0,-4 0 0,-2 6 0,-5 6 0,-1 7 0,2 5 0,0 5 0,2 0 0,4 5 0,3 1 0,3 0 0,4-7 0,3-6 0,4-4 0,4-8 0,3-1 0,4-3 0,3-4 0,-1-5 0,5-4 0,0-7 0,3-4 0,0-2 0,1-2 0,-5-2 0,1-1 0,-1 0 0,0 4 0,2-4 0,-4 1 0,-2 3 0,-2 2 0,-3 7 0,-1 2 0,-5-1 0,3 11 0,-5 0 0,0 6 0,0 8 0,0 3 0,0 4 0,0 4 0,0 0 0,0-1 0,0-2 0,3-1 0,2-1 0,1-2 0,2-4 0,-2-3 0,1-4 0,0 2 0,9-8 0,0 4 0</inkml:trace>
  <inkml:trace contextRef="#ctx0" brushRef="#br0" timeOffset="9">16973 7011 8912,'-10'-3'0,"-1"-1"0,0 1 0,1 3 0,0 9 0,3 5 0,-1 6 0,4 5 0,2 4 0,1 1 0,2 3 0,3 3 0,2-4 0,4 0 0,4 0 0,1-4 0,3-7 0,0-3 0,-1-6 0,1-5 0,-4-2 0,2-5 0,1 0 0,-1 0 0,-3-10 0,2-4 0,-4-3 0,0-4 0,-1 3 0,-3-3 0,1 1 0,-4 6 0,3-4 0,-4 4 0,5 4 0,0 7 0,-4 4 0,0 6 0,1 1 0,-2 10 0,1 0 0,-4 3 0,3 0 0,1 1 0,1-1 0,-2 0 0,-2-1 0,3-2 0,2-3 0,0-4 0,4 0 0</inkml:trace>
  <inkml:trace contextRef="#ctx0" brushRef="#br0" timeOffset="10">17229 6937 8912,'-12'0'0,"-1"-1"0,-1-2 0,1 0 0,1-1 0,3 9 0,2 2 0,3 4 0,3 3 0,6-1 0,2 4 0,2 1 0,2 4 0</inkml:trace>
  <inkml:trace contextRef="#ctx0" brushRef="#br0" timeOffset="11">16888 7298 8912,'-6'-4'0,"2"1"0,4-4 0,1 0 0,3-5 0,7-2 0,9 2 0,9-2 0,11-1 0,6 1 0,5-5 0,2 2 0</inkml:trace>
  <inkml:trace contextRef="#ctx0" brushRef="#br0" timeOffset="12">17346 7160 8912,'-11'0'0,"-3"4"0,0-1 0,-4 6 0,4-2 0,-4 2 0,4 2 0,0-1 0,3 1 0,5 3 0,3 0 0,2 1 0,1-5 0,4 1 0,4-2 0,2-2 0,4-3 0,-1-3 0,5-1 0,-5 0 0,1 0 0,-2-1 0,-1-3 0,-4-2 0,0-4 0,-3-1 0,3 1 0,-4-1 0,4 0 0,-4 1 0,0-1 0,3-4 0,0-2 0</inkml:trace>
  <inkml:trace contextRef="#ctx0" brushRef="#br0" timeOffset="13">17506 7150 8912,'-11'0'0,"1"4"0,-1 1 0,0 2 0,4 3 0,0-3 0,1-1 0,-2 1 0,2 1 0,1 1 0,-3 2 0,7 0 0,-4-4 0,5 0 0,0-5 0,0 2 0,0-8 0,0-3 0,5-4 0,2-3 0,3 1 0,5-4 0,0 0 0,3-1 0,1 2 0,-5 2 0,5 2 0,-1-1 0,1 4 0,-2 6 0,3 2 0,-2 1 0,-1 9 0,0 5 0,-5 8 0,-1 6 0,-2 2 0,-5 9 0,-1-5 0,-3 7 0,0-3 0</inkml:trace>
  <inkml:trace contextRef="#ctx0" brushRef="#br0" timeOffset="14">16047 7990 8912,'5'-17'0,"-4"-1"0,4 3 0,-2 2 0,1 2 0,-1 0 0,-3 0 0,0 7 0,0 4 0,0 9 0,-1 9 0,-1 3 0,-2 4 0,1 2 0,3 5 0,0 3 0,0 1 0,0-3 0,0-4 0,0 1 0,0-5 0,2 2 0,4-6 0,6-4 0,3-4 0,3-7 0,3-3 0,5-6 0,3-4 0,-2-11 0,1-3 0,-4-7 0,1 4 0,-4-6 0,-3 2 0,-8 2 0,-6 1 0,-3 2 0,-1 2 0,-1 5 0,-3 1 0,-5 8 0,-5 4 0,0 4 0,-2 6 0,4 1 0,-2 10 0,2 1 0,2 6 0,3-3 0,-1 3 0,6 1 0,-1-1 0,3-4 0,3-3 0,3-5 0,5 1 0,4-3 0,3-4 0,2-4 0,1-1 0,1-7 0,-1-2 0,-1-6 0,-2-1 0,2-5 0,-4 2 0</inkml:trace>
  <inkml:trace contextRef="#ctx0" brushRef="#br0" timeOffset="15">16579 8022 8912,'-10'6'0,"-1"3"0,5-3 0,3 5 0,1 3 0,2 0 0,2 0 0,1-3 0,3 3 0,5 0 0,-4-1 0,0-6 0,0 2 0,4-6 0,-1 0 0,1-2 0,0-1 0,-4-6 0,0-5 0,-4-1 0,5-5 0,-5 3 0,4-4 0,-3 4 0,2-4 0,0 0 0,-1 2 0,3-3 0,2 5 0,1-1 0,4 0 0,2-2 0</inkml:trace>
  <inkml:trace contextRef="#ctx0" brushRef="#br0" timeOffset="16">16846 8022 8912,'-11'0'0,"0"0"0,5 0 0,2 1 0,4 3 0,1-3 0,2 2 0,7-1 0,4-2 0,4-4 0,-4 0 0,4-4 0,-4 1 0,4-2 0,-4-2 0,0 0 0,-4 1 0,-3-1 0,-4 0 0,-2 0 0,-1-4 0,-1 4 0,-2-4 0,-3 5 0,-5 3 0,0-2 0,1 6 0,-2-1 0,-2 4 0,2 2 0,-2 1 0,2 8 0,1 6 0,2 4 0,2 0 0,-2 1 0,6 3 0,-1-1 0,4 4 0,2-3 0,1 3 0,3-5 0,5-2 0,3-2 0,0-8 0,6 2 0,1-6 0,2-4 0,5-3 0,-3-6 0,2-8 0,1-4 0,-1-2 0,0-5 0,1 1 0,-3-6 0,-7 2 0,2-4 0,-2-4 0,-3 2 0,-1-5 0,-2 0 0,-2-5 0,-3-1 0,-4-1 0,2 5 0,-1 5 0,-1 6 0,-3 5 0,0 10 0,-3 12 0,-3 10 0,-3 10 0,-2 9 0,-4 7 0,1 9 0,2 2 0,-2 2 0,2-2-163,2 2 1,0 1 162,3 0 0,2-1 0,5-4 0,0-4 0,2-3 0,1-4 0,4-6 0,7-5 0,-1-8 0,5 2 0,0 3 0</inkml:trace>
  <inkml:trace contextRef="#ctx0" brushRef="#br0" timeOffset="17">17761 8139 8912,'-1'-12'0,"-1"-1"0,-3-1 0,0 1 0,-1 1 0,1 3 0,-4 2 0,3-2 0,-1 5 0,-1-1 0,-2 0 0,-1 3 0,-4 5 0,2 3 0,-4 6 0,-2 2 0,-1 4 0,-2 6 0,1 0 0,1 2 0,1-2 0,4 1 0,3-2 0,0-5 0,8-4 0,1-2 0,3-1 0,2-2 0,4-2 0,7-4 0,6-6 0,1-2 0,9-6 0,-2-3 0,1-1 0,-2-3 0,-4 0 0,-5 1 0,1 0 0,-1 0 0,0-1 0,-5-1 0,-6 5 0,-1 1 0,-3 1 0,-1 2 0,-1 4 0,0 1 0,0 15 0,0-3 0,0 7 0,0-2 0,0-2 0,0 1 0,0 0 0,5-1 0,-3 1 0,6-1 0,-6-2 0,1-1 0,3-5 0,-4 4 0,1-3 0,3-1 0,-5 1 0,3-6 0,-3 0 0,-1-4 0,1 0 0,3-4 0,-3 1 0,4-1 0,-1 1 0,-1 4 0,4 2 0,-4-1 0,4 2 0,1-1 0,2 4 0,1 0 0,0 0 0,5 0 0,4 0 0,5 1 0,2 3 0,-2-3 0,3 3 0,-3-3 0,4-1 0,-9 0 0,1 0 0,-7 0 0,1 0 0,-7-4 0,-2 0 0,-2-2 0,-1-3 0,-3-1 0,-4-4 0,-2 1 0,-4-5 0,-2 5 0,-2-1 0,2-2 0,-2 2 0,2 4 0,1 4 0,1 1 0,-1 3 0,0 0 0,1 11 0,-1 1 0,5 7 0,2-3 0,3 5 0,1-1 0,0-2 0,0 2 0,1-5 0,3 1 0,3-2 0,3-1 0,0-4 0,1 0 0,3-5 0,0 2 0,0-8 0,-3-4 0,-1-5 0,-3-5 0,1-3 0,-4-4 0,0-2 0,0-5 0,-3-1 0,3-3 0,-3-3 0,-1-7 0,0 2 0,0-2 0,-4 7 0,1 5 0,0 5 0,2 12 0,1 18 0,0 17 0,-1 9 0,-3 12 0,3 2 0,-2 13 0,1-1-202,2-21 1,0 0 0,0 24 201,0 5 0,2-6 0,1-2 0,4 2 0,3 2 0,2-2 0,-1 3 0,0-4 0,-3-3 0</inkml:trace>
  <inkml:trace contextRef="#ctx0" brushRef="#br0" timeOffset="18">16824 8958 8912,'0'-11'0,"0"1"0,0-1 0,0-1 0,0-1 0,0-1 0,-3 0 0,-1 3 0,2 1 0,0 0 0,-2 3 0,-3 4 0,-3 1 0,-1 7 0,-4 2 0,2 7 0,-4 4 0,-2 2 0,-1 2 0,3-1 0,3 0 0,2 0 0,1 1 0,2-2 0,2-3 0,3-2 0,3-4 0,2 2 0,3-2 0,3 2 0,7-6 0,4-2 0,7-1 0,-3-3 0,3-1 0,1 0 0,-2 1 0,-4 1 0,-5 2 0,-3-1 0,-1-3 0,-2 2 0,-2 1 0,-3-1 0,-8 6 0,-6-1 0,-8 3 0,-3 2 0,-4 1 0,-3 1 0,1-1 0,-2-1 0,4-1 0,-4-1 0,5 1 0,3-5 0,6-1 0,4-5 0</inkml:trace>
  <inkml:trace contextRef="#ctx0" brushRef="#br0" timeOffset="19">16995 8958 8912,'6'-5'0,"-3"-2"0,-2-2 0,-1-2 0,0 5 0,-3 3 0,-1 6 0,0 8 0,1 8 0,0 3 0,0 3 0,2 3 0,1-3 0,0 4 0,0-4 0,0 1 0,0-2 0,0-1 0,0 2 0,0-8 0,0-2 0,0-4 0,0 0 0,0 0 0,0-5 0,0-3 0,0-6 0,0-5 0,0-5 0,0-1 0,-3-8 0,-1 1 0,2-3 0,0-2 0,2 0 0,0-2 0,0 1 0,0 6 0,0 1 0,0 2 0,4 3 0,0 4 0,4 5 0,-1 3 0,2 2 0,2 1 0,3 8 0,0 3 0,4 8 0,-4 2 0,1 0 0,-5 4 0,1 1 0,-1-1 0,-2-4 0,-3-4 0,1-1 0,0 1 0,-3-4 0,1 2 0,-4-9 0,0-2 0,2-8 0,1-3 0,0-4 0,2-2 0,1-2 0,0-2 0,0 0 0,1-5 0,2 2 0,-6 3 0,4 1 0,-3 5 0,3 1 0,-4-1 0,2 5 0,-1 3 0,-3 3 0,2 3 0,2 3 0,-1 5 0,-1 1 0,-3 2 0,4-2 0,-1 2 0,4-2 0,-2-2 0,1 1 0,1-5 0,4-1 0,0-5 0,-2-2 0,-1-1 0,-1-4 0,-3-3 0,3 0 0,-5-1 0,3 0 0,-5 1 0,1 0 0,3 3 0,-3 2 0,4 7 0,-5 1 0,0 0 0,1 4 0,1 1 0,2 1 0,3 2 0,-4 0 0,6-1 0,-2 1 0,-1-5 0,1-3 0,0-1 0,4-2 0,-1 0 0,1 0 0,-4-5 0,0-2 0,-5-4 0,2-3 0,-4 1 0,-4-5 0,-1 4 0,-7-3 0,-1 2 0,-1 2 0,-1 1 0,5 2 0,-1 0 0,0 3 0,1 2 0,-1 5 0,2 2 0,2 1 0,-3 3 0,9 5 0,-4-1 0</inkml:trace>
  <inkml:trace contextRef="#ctx0" brushRef="#br0" timeOffset="20">17602 8852 8912,'-11'-17'0,"5"2"0,-3 4 0,7 5 0,-3 7 0,1 10 0,3 9 0,-4 10 0,2 3 0,-1 2 0,-1 4 0,2-3 0,2 0 0,-3 0 0,3-3 0,2 1 0,1-4 0,2-5 0,4-8 0,-1-2 0,3-4 0,0 0 0</inkml:trace>
  <inkml:trace contextRef="#ctx0" brushRef="#br0" timeOffset="21">17740 8894 8912,'-11'-6'0,"1"0"0,-1 3 0,0 2 0,1-3 0,-4 9 0,-2 6 0,1 5 0,0 4 0,-3 3 0,4 1 0,-1-1 0,5 2 0,0-3 0,3-1 0,4 1 0,1-1 0,4-6 0,1-4 0,3-1 0,5-7 0,4-1 0,3-4 0,2-3 0,1-1 0,1-2 0,-1-6 0,0 2 0,0-2 0,0 2 0,-4 1 0,3-3 0,-2 0 0,-2 0 0,-2 3 0,-2 1 0,-2-1 0,1 4 0,0 0 0,-6 4 0,0-6 0,-5 9 0,-1-1 0,-1 4 0,-2 3 0,-1-2 0,2 3 0,2 0 0,-3 4 0,3-1 0,1 1 0,0 0 0,-5-1 0,4 1 0,-3-1 0,3-2 0,1-1 0,0 1 0,0-3 0,1-1 0,3-4 0,2-1 0,5-2 0,-1-2 0,1-2 0,3-6 0,0 2 0,4-2 0,-3 3 0,1-1 0,-1 0 0,0 1 0,0-1 0,-3 4 0,2 0 0,-4 3 0,-3-3 0,3 5 0,-3-2 0,-1 3 0,0 2 0,-1 3 0,2-2 0,-4 5 0,1 0 0,-4 4 0,3 0 0,1-1 0,-2 1 0,-1 0 0,1-1 0,1 1 0,-2 3 0,3 0 0,-2 0 0,2-3 0,-3 3 0,3 0 0,-3-1 0,-1-1 0,-1-1 0,-3 0 0,-2-6 0,-5 5 0,1-4 0</inkml:trace>
  <inkml:trace contextRef="#ctx0" brushRef="#br0" timeOffset="22">17847 8767 8912,'-17'-11'0,"2"0"0,4 1 0,5 3 0,3 0 0,1-2 0,9 5 0,8 0 0,2 3 0,12 1 0,-1 0 0,9 0 0,1 0 0</inkml:trace>
  <inkml:trace contextRef="#ctx0" brushRef="#br0" timeOffset="23">17208 9586 8912,'-7'-18'0,"-1"2"0,1 0 0,0 3 0,1 1 0,2 2 0,-3 5 0,3 6 0,2 9 0,0 5 0,1 6 0,-1 2 0,-2 2 0,1-2 0,3 4 0,0 1 0,0-1 0,0-4 0,0 2 0,0-2 0,0-3 0,0-3 0,0-2 0,1-7 0,3-1 0,-2-5 0,5 2 0,0-5 0,4-6 0,1-8 0,2-3 0,-1-8 0,5-3 0,-4 3 0,3 1 0,-4 3 0,2 1 0,-5 1 0,-3 2 0,3 2 0,-4 11 0,1 1 0,0 8 0,-5 3 0,2 7 0,-2 4 0,2 2 0,-2-3 0,5 1 0,-1-1 0,2 0 0,-2-2 0,-1-4 0,3-4 0,0 1 0,1-6 0,2 1 0,-4-3 0,0-3 0,3-3 0,5-5 0,-1-3 0,-3 0 0,-4-5 0,0 1 0,0-1 0,3 2 0,0 3 0,-3 2 0,-1 1 0,-2 0 0,-3 4 0,2 0 0,0 5 0,0-2 0,-2 8 0,3 3 0,1 2 0,-2 2 0,2 3 0,-2 0 0,0 4 0,3-4 0,0-1 0,0-1 0,1-1 0,3-1 0,-3 1 0,1 0 0,-1-1 0,3 1 0,-4-4 0,-2 0 0,-3-3 0,-2 3 0,-3 1 0,-2 2 0,-9 0 0,-2 1 0</inkml:trace>
  <inkml:trace contextRef="#ctx0" brushRef="#br0" timeOffset="24">17325 9543 8912,'-11'-15'0,"1"2"0,-1-5 0,1 5 0,3-1 0,4 2 0,7 3 0,7 2 0,5 2 0,5 5 0,5 0 0,2 0 0,3 0 0,6 0 0,1 0 0</inkml:trace>
  <inkml:trace contextRef="#ctx0" brushRef="#br0" timeOffset="25">17751 9405 8912,'-5'-6'0,"4"2"0,-3 8 0,3 7 0,1 8 0,0 4 0,0 6 0,0 0 0,0 0 0,0 2 0,0 1 0,0 0 0,0 4 0,0-4 0,0-4 0,0 3 0,0-4 0</inkml:trace>
  <inkml:trace contextRef="#ctx0" brushRef="#br0" timeOffset="26">17676 9639 8912,'0'-11'0,"0"1"0,0-1 0,0 0 0,0 4 0,0 0 0,5 5 0,2-2 0,2 0 0,2 0 0,5 1 0,1 3 0,3 0 0,2 0 0,-1 0 0,0 0 0,-1 0 0,-2 0 0,-2 0 0,-6 0 0,-3 0 0,0 0 0,-4 1 0,0 2 0,-3-2 0,-3 3 0,0-2 0,-4 2 0,0 1 0,-3 2 0,2 1 0,1-4 0,4 3 0,-4-4 0,4 5 0,0 0 0,2-4 0,1 1 0,0-5 0,4 0 0,2 0 0,5-1 0,1-3 0,2-3 0,-1 1 0,5-1 0,-2 4 0,2-4 0,2 4 0,-3 0 0,0 1 0,1 2 0,-5 0 0,1 0 0,-5 2 0,-2 1 0,-5 3 0,2 5 0,-3-1 0,-1 1 0,0-4 0,0 0 0,-1 0 0,-3 4 0,3 0 0,-4-6 0,5 0 0,1-7 0,3-4 0,2-5 0,0-1 0,7-3 0,-3 1 0,3-4 0,-2 4 0,-1-4 0,-3 4 0,2 0 0,-2 3 0,1 1 0,0-1 0,0 4 0,-3 1 0,1 1 0,-3 2 0,4 3 0,-4 1 0,0 2 0,2 0 0,0 3 0,0-2 0,-1 0 0,3-4 0,-3 0 0,3 0 0,0 0 0,4 0 0,-1-1 0,1-3 0,-1-2 0,1-4 0,0 0 0,-1 3 0,1-2 0,-1 2 0,-2-2 0,-1 2 0,-4 1 0,5 3 0,-6 3 0,1 0 0,-1 6 0,-2 8 0,0 2 0,0 6 0,-4 4 0,-1 2 0,-1 3 0,-2 1 0,-1 3 0,-2 1 0,0 4 0,1-1 0,-4 1 0,-1-1 0,-2-7 0,2-7 0,-4-3 0,3 0 0</inkml:trace>
  <inkml:trace contextRef="#ctx0" brushRef="#br0" timeOffset="27">17697 10565 8912,'0'-15'0,"0"0"0,0 0 0,-1-1 0,-1 3 0,-3 3 0,-1 3 0,-2-2 0,-5 6 0,-1 0 0,-2 3 0,3 5 0,-2 5 0,-2 3 0,1 9 0,-3-1 0,2 3 0,2 2 0,-3 0 0,4 2 0,0 2 0,3-5 0,2-2 0,0-5 0,4-4 0,0-2 0,1-1 0,7-5 0,4-3 0,5-8 0,9-5 0,1-10 0,3-9 0,-2-1 0,2-2 0,-3 0 0,-1 0 0,-1 0 0,-2 1 0,-4 4 0,-2 6 0,-6 4 0,4 7 0,-9 10 0,2 7 0,-2 8 0,-1 10 0,0-2 0,0 6 0,0-6 0,0 2 0,4-2 0,0-2 0,3-4 0,-3-3 0,2-4 0,3-3 0,4-2 0,1-5 0,1-9 0,-2-5 0,3-7 0,0-3 0,-3-2 0,1-3 0,-2-1 0,-1 1 0,-4 3 0,0 1 0,-5 8 0,2 2 0,-3 7 0,-1 1 0,0 5 0,0 6 0,0 11 0,0 4 0,0 2 0,0 0 0,0 0 0,0 2 0,0 2 0,5-8 0,2 1 0,4-6 0,3-5 0,2-2 0,6-5 0,0-3 0,3-4 0,-2-5 0,1-9 0,-2-1 0,-5-3 0,-1 4 0,-6-1 0,-4 2 0,-2 6 0,-4 0 0,-4 4 0,-3 3 0,-2 4 0,-5 8 0,-1 5 0,-4 7 0,2 8 0,3 2 0,3 5 0,5 0 0,6-1 0,6 1 0,5 0 0,6-5 0,12-2 0,4-11 0,9-3 0,6-9-232,1-2 0,-1-9 0,-1-8 0</inkml:trace>
  <inkml:trace contextRef="#ctx0" brushRef="#br0" timeOffset="28">16728 11565 8912,'-10'-4'0,"0"-1"0,2 1 0,1-1 0,-1 2 0,4 2 0,4 1 0,5 0 0,6 0 0,4 1 0,3 2 0,2 2 0,1 0 0,-3 4 0,0 5 0,-4-2 0,4 2 0,-5 1 0,1 1 0,-4-1 0,-3 0 0,-2 3 0,-5-4 0,0 4 0,0-4 0,-1-3 0,-3-5 0,-3-1 0,-2-3 0,-2-2 0,1-4 0,-1-6 0,0-8 0,5-3 0,3-4 0,2-1 0,1-2 0,1-2 0,2 5 0,5 0 0,6 4 0,-2 0 0,12-5 0,-1-1 0</inkml:trace>
  <inkml:trace contextRef="#ctx0" brushRef="#br0" timeOffset="29">17080 11522 8912,'0'11'0,"0"-1"0,-5 0 0,-2-3 0,1 2 0,-1-2 0,5 3 0,-8 1 0,10-6 0,0-1 0,6-3 0,8-1 0,-1-1 0,5-3 0,-5-1 0,1-6 0,-2-3 0,-1-1 0,-2-2 0,-2 3 0,-2-2 0,-5 3 0,-1-1 0,-3 1 0,-2 1 0,-4 2 0,-4 4 0,-1 2 0,-4 3 0,2 2 0,-3 3 0,-2 3 0,1 8 0,1 6 0,2 7 0,4 2 0,6 1 0,2-1 0,2-3 0,5-1 0,4-3 0,7-5 0,3-5 0,7-5 0,0-4 0,6-8 0,1-3 0,3-7 0,0-7 0,-1-7 0,-2-4 0,0-4 0,-6-2 0,2-4 0,-7 3 0,-4 1 0,-3 1 0,-4 3 0,-3-3 0,-4 2 0,0-1 0,0 5 0,-3 8 0,-1 5 0,-4 5 0,6 10 0,-5 6 0,3 9 0,-3 13 0,5 3 0,-2 8 0,3 0 0,1 3 0,0 3 0,0-4 0,0 1 0,0 0 0,1-2 0,3 3 0,3-9 0,7-6 0,-1-3 0,5-5 0,-1-6 0,5-8 0,-2-7 0,-2-7 0,2-4 0,-3-7 0,-1-4 0,-2-2 0,-6 2 0,-1 1 0,-4-1 0,0 1 0,-2 2 0,-1 0 0,-4 7 0,-3 2 0,-3 2 0,0 1 0,-2 5 0,-3 3 0,4 3 0,-4 3 0,4 7 0,0 4 0,0 5 0,1-2 0,3 4 0,-1 0 0,5 0 0,-4 0 0,4-1 0,0-2 0,2-4 0,1-2 0,1-2 0,2-3 0,0-2 0,4-5 0,0-5 0,4-2 0,-1-4 0,1-3 0,0-3 0,-1-4 0,-3 4 0,0 3 0,1 0 0,1 2 0,-1 4 0,-1 2 0,1 3 0,2 3 0,0 4 0,-3 3 0,1 3 0,-4 0 0,3 1 0,-4 0 0,6-2 0,-2-2 0,-3 3 0,6-4 0,-4 4 0</inkml:trace>
  <inkml:trace contextRef="#ctx0" brushRef="#br0" timeOffset="30">17666 11171 8912,'0'-21'0,"0"4"0,0 3 0,-2 2 0,-1 1 0,2 6 0,-4 2 0,5 11 0,-1 10 0,-3 8 0,2 6 0,-5 4 0,1-2 0,-1 5 0,-2-5 0,6 2 0,-4 0 0,3 0 0,1-6 0,3-5 0,1-2 0,2-2 0,4-6 0,8-4 0,1-6 0,6-9 0,-1-2 0,0-4 0,0-6 0,1-3 0,-1-3 0,0-3 0,1 0 0,-1 4 0,-1 0 0,-2-1 0,0 5 0,-8-1 0,2 5 0,-8-1 0,3 2 0,-5 3 0,-3 1 0,-5 4 0,-8 4 0,1 2 0,-5 5 0,4 1 0,-3 10 0,2 0 0,2-2 0,1 5 0,1-4 0,2 0 0,2 1 0,-2-5 0,6 1 0,-1-2 0,4-2 0,2 1 0,1-1 0,-1-4 0,6-2 0,0-3 0,6-1 0,-1-1 0,5-3 0,0-2 0,3-4 0,-1-2 0,-2-2 0,2-3 0,-2-4 0,-3 3 0,-1 1 0,-3-1 0,-4-3 0,-2 4 0,-5 3 0,0-2 0,-2 3 0,-1 4 0,-4 4 0,-3 1 0,0 0 0,-1 2 0,0 5 0,1 4 0,-1 6 0,0 3 0,1 0 0,4-2 0,2 4 0,0-4 0,0 4 0,1-5 0,4 1 0,2-2 0,3-3 0,5-1 0,3-5 0,0-6 0,2-3 0,-2-5 0,1-4 0,3-3 0,-3-2 0,-4-1 0,0-2 0,-1-2 0,1-2 0,0-5 0,-6-3 0,-1-1 0,1-8 0,-2 2 0,0-1 0,-2 3 0,-1 8 0,0 7 0,0 11 0,0 4 0,0 7 0,0 3 0,-1 11 0,-3 10 0,2 10 0,-5 9 0,0 5 0,1 5 0,-4 2 0,3 1 0,-1 1 0,1 3 0,-2-4 0,6 2 0,0-6 0,2-2 0,2 0 0,3-5 0,-3-5 0,3-5 0,-3-10 0,-1-6 0,0-6 0</inkml:trace>
  <inkml:trace contextRef="#ctx0" brushRef="#br0" timeOffset="31">17580 11352 8912,'-21'0'0,"1"-4"0,2 1 0,3-1 0,9 4 0,11 0 0,10 0 0,8 0 0,5-1 0,7-1 0,3-2 0,0 2 0,8-9 0,-2-1 0</inkml:trace>
  <inkml:trace contextRef="#ctx0" brushRef="#br0" timeOffset="32">18262 11011 8912,'6'-10'0,"-1"-1"0,-2 0 0,1 1 0,3-1 0,-4 1 0,6 4 0,-2 2 0,2 3 0,3 1 0,1 2 0,1 5 0,2 2 0,-2 8 0,-6 5 0,3 2 0,-4 5 0,0-4 0,-2 7 0,-5-4 0,0 5 0,0-5 0,-5 3 0,-2 1 0,-6-1 0,-1-2 0,-1-1 0,0-2 0,0 2 0,-3-3 0,-2 0 0,3-4 0</inkml:trace>
  <inkml:trace contextRef="#ctx0" brushRef="#br0" timeOffset="33">18273 11703 8912,'-21'12'0,"2"1"0,3 2 0,1 2 0,4-1 0,4 2 0,4 2 0,0-2 0,4-3 0,5-2 0,6-5 0,3-4 0,6-3 0,4-1 0,4-8 0,-4-3 0,-1-7 0,-2 1 0,-5 0 0,1-1 0,-10 2 0,0-2 0,-7-2 0,-5 2 0,-8 3 0,-9 1 0,-5 3 0,-7 4 0,-1 5 0,-2 4 0,1 9 0,-2 5 0,-1 6 0</inkml:trace>
  <inkml:trace contextRef="#ctx0" brushRef="#br0" timeOffset="34">14203 9422 8912,'-7'-5'0,"2"3"0,1-4 0,1 2 0,-1 2 0,4-6 0,0 6 0,0-3 0,0-1 0,4 4 0,-1-6 0,6 6 0,-4-5 0,4 5 0,-1-2 0,1 1 0,1-2 0,1 2 0,2-3 0,2 3 0,-1 1 0,5-1 0,2-2 0,5 1 0,-1 0 0,1 4 0,2 0 0,0 0 0,0 0 0,0 0 0,4 1 0,-1 3 0,-2-3 0,1 3 0,1 1 0,3-1 0,4 4 0,0-5 0,4 5 0,-3-4 0,-1 1 0,-4-1 0,-3-2 0,-3 5 0,-3-1 0,-3 0 0,-11-3 0,0 1 0,-7-3 0,1-1 0,-6 0 0,-3 0 0,3 0 0,-9 0 0,3 0 0,0 0 0,-1 0 0,6 0 0,-8 5 0,3 1 0</inkml:trace>
  <inkml:trace contextRef="#ctx0" brushRef="#br0" timeOffset="35">15118 9307 8912,'-6'0'0,"1"2"0,5 2 0,1-2 0,3 4 0,3 1 0,4-1 0,-4 0 0,1 3 0,1-1 0,1 1 0,-2 2 0,-1 3 0,1 2 0,-2-2 0,-1 3 0,-5 2 0,-6 4 0,-6 4 0,-14 2 0,-10 5 0</inkml:trace>
  <inkml:trace contextRef="#ctx0" brushRef="#br0" timeOffset="36">12612 8919 8912,'-18'25'0,"3"-2"0,3 0 0,5 1 0,3 4 0,3 0 0,1-1 0,0-6 0,5 1 0,2-7 0,3-1 0,2-1 0,1-7 0,1-2 0,2-4 0,2-4 0,1-4 0,4-7 0,-4-3 0,-1-4 0,-2-1 0,-2 0 0,-1-1 0,-2-3 0,-4 3 0,-3-3 0,1 3 0,-1 1 0,-3 0 0,-4 0 0,1 4 0,-6 0 0,-3 5 0,-5-1 0,-3 4 0,3 2 0,-1 2 0,1 2 0,-3 3 0,3 6 0,1 2 0,4 5 0,-1 1 0,6 4 0,1 2 0</inkml:trace>
  <inkml:trace contextRef="#ctx0" brushRef="#br0" timeOffset="37">12898 8862 8912,'4'-16'0,"1"0"0,1 1 0,3 2 0,-3 0 0,2 9 0,0 0 0,3 4 0,1 0 0,-1 0 0,0 7 0,1 4 0,-1 2 0,1 6 0,-1-1 0,1 1 0,-5 2 0,1-1 0,-6 0 0,2 0 0,-2-2 0,-2-2 0,0 4 0,0-5 0,-2 0 0,-2-4 0,-2 1 0,-5-1 0,-1 0 0,1-4 0,-1-3 0,1-3 0,-1-1 0,2-5 0,3-2 0,3-5 0,8-3 0,-1 1 0,9-5 0,-3 5 0,12-8 0,-3 4 0</inkml:trace>
  <inkml:trace contextRef="#ctx0" brushRef="#br0" timeOffset="38">13356 8804 8912,'0'-11'0,"0"-1"0,0 1 0,0 0 0,-5 0 0,-3 4 0,-2 3 0,-2 3 0,0 6 0,-4 2 0,2 5 0,-5 3 0,5 3 0,-1 5 0,2-4 0,2 0 0,1-1 0,1 1 0,2-4 0,2-2 0,2-2 0,3 1 0,0-5 0,0 1 0,0-6 0,5 3 0,2-6 0,3-3 0,8-2 0,5-5 0,0-5 0,5 0 0,-1-1 0,-1 1 0,1 1 0,-4 3 0,-1 1 0,-3-1 0,-3 5 0,-4-1 0,-1 5 0,-4-2 0,-4 5 0,-6 0 0,0 0 0,-5 0 0,6 2 0,-2 1 0,3-1 0,1 3 0,0-5 0,5 0 0,-3 0 0,6 0 0,0 0 0,3 0 0,0 0 0,1 0 0,1 0 0,2 0 0,-1 0 0,5 0 0,0-4 0,3 0 0,-2 0 0,-1-1 0,-1 4 0,1-3 0,-3-2 0,-4 1 0,-1-3 0,-4 2 0,-3 2 0,-3 3 0,-1-9 0,0 2 0,-5 3 0,-2 0 0,0 1 0,-1 0 0,4 0 0,-3 4 0,4 2 0,-1 1 0,3 4 0,-3 8 0,0 0 0,1 2 0,3-2 0,0-1 0,0 5 0,0 1 0,0 2 0,-2 1 0,-1 0 0,0 0 0,-5-1 0,3 1 0,-6 0 0,2 0 0,-6 0 0,-2-5 0,2-3 0,-5-2 0,2-3 0,0-3 0,3-3 0,2-8 0,1-3 0,2-8 0,3-4 0,3-4 0,8-4 0,7-1 0,8-2 0,3-2 0,2 4 0,3 0 0,3 0 0,3 6 0,2-4 0,-1 1 0</inkml:trace>
  <inkml:trace contextRef="#ctx0" brushRef="#br0" timeOffset="39">14088 9948 8912,'12'-1'0,"0"-2"0,2-2 0,3-1 0,1-3 0,2 0 0,2 1 0,0-2 0,3 2 0,0-3 0,2-4 0,5 2 0,-2-1 0,2 4 0,-2 2 0,3 4 0,-2-2 0,1 1 0,-2 2 0,0 3 0,-4 4 0,-2-1 0,3 4 0,-4 1 0,-4-2 0,-2 5 0,-6-4 0,2-1 0,2 2 0,-6-2 0,2 2 0,-2-3 0,3-5 0,-1 0 0,-4 0 0,-2 0 0,-5 0 0</inkml:trace>
  <inkml:trace contextRef="#ctx0" brushRef="#br0" timeOffset="40">14752 9650 8912,'6'-11'0,"4"3"0,-1 2 0,5 1 0,-1 6 0,1 8 0,-4 5 0,-2 5 0,-1 4 0,5 4 0,-2-2 0,-1 6 0,-3 0 0,-1 2 0,-1 2 0,-4-1 0,-2 0 0,-6 1 0,-15-1 0,-12 0 0</inkml:trace>
  <inkml:trace contextRef="#ctx0" brushRef="#br0" timeOffset="41">12646 9616 8912,'-18'-16'0,"3"-3"0,1-2 0,0 2 0,-1 4 0,0 2 0,-2 2 0,1 1 0,-5 2 0,2 4 0,-1 3 0,-2 1 0,1 1 0,1 3 0,5 4 0,2 6 0,2 2 0,1 2 0,2 2 0,3 2 0,5 1 0,0-2 0,0-2 0,0-2 0,0-1 0,5-7 0,3 3 0,2-8 0,1-1 0,1-1 0,1-2 0,2-2 0,4-1 0,3-8 0,0-4 0,1-4 0,0 4 0,-1-2 0,-3 2 0,1 2 0,-4-2 0,0 6 0,-1 2 0,-2 0 0,2 0 0,-2 3 0,-7 11 0,-2 5 0,-3 11 0,-1 0 0,0 6 0,0-2 0,-5 4 0,-2 0 0,-5 2 0,-3 1 0,2-5 0,-2-2 0,-3-2 0,0 0 0,-1-3 0,0-4 0,5-5 0,-1-5 0,2-3 0,2-5 0,1-2 0,2-1 0,3-8 0,5-4 0,1-5 0,3 1 0,2-7 0,6 0 0,1 0 0,2 2 0,-1 4 0,5-3 0,-1 6 0,1-5 0,2 1 0,-1-2 0,1 0 0,2 1 0,0 3 0,0 0 0,-4 5 0,-1-2 0,-2 4 0,-2 0 0,-1 5 0,-2-1 0,1 5 0,-1-2 0,-3 5 0,0 0 0,-6 5 0,3 3 0,-1 2 0,0 2 0,1 0 0,-1 4 0,-3 0 0,3 3 0,-3 3 0,-1-3 0,0-1 0,0 1 0,0-2 0,0 2 0,0 2 0,0-6 0,0-1 0,0-1 0,5-7 0,3-2 0,2-3 0,1-1 0,6-6 0,2-6 0,3 0 0,0-7 0,1 3 0,0-3 0,0 0 0,1-4 0,0 2 0,-1 2 0,2-2 0,-10 6 0,-1-4 0,-7 4 0,4 0 0,-13 4 0,-2 4 0,-3 2 0,-12 5 0,0 0 0,1 0 0,-4 0 0,3 0 0,1 5 0,-1 2 0,4 4 0,-4 0 0,9 2 0,-2 2 0,5-1 0,-1 5 0,-1-1 0,5 2 0,3-2 0,4-2 0,3 1 0,5-2 0,6-3 0,2-1 0,4-1 0,4-6 0,-2 0 0,6-4 0,-2-1 0,1-3 0,3-6 0,-2-6 0,-3-3 0,-1 4 0,-1-4 0,-1 2 0,-5 1 0,-2-1 0,-8-2 0,-6 4 0,-3 0 0,-1 3 0,-5 2 0,-3 3 0,-6 2 0,-1 5 0,-4 0 0,4 0 0,1 1 0,1 3 0,1 3 0,1 9 0,1-4 0,2 3 0,3 2 0,5-2 0,0 0 0,0-3 0,1-1 0,5 1 0,4-2 0,4-2 0,10 0 0,-1-4 0,7 0 0,1-4 0,1-1 0,-2-3 0,-1-4 0,-2-7 0,-7 2 0,3-2 0,-7 1 0,-1 0 0,-3-2 0,0-2 0,-2 4 0,-2-1 0,-3 2 0,-5 2 0,0 3 0,0 0 0,0 6 0,-1-3 0,-3 5 0,2 5 0,-3 4 0,2 3 0,-1 4 0,-4-1 0,4-4 0,-1 5 0,1-1 0,3 0 0,-3-4 0,-2 1 0,5-1 0,-4 1 0,5-7 0,0-5 0,1-5 0,3-7 0,2 0 0,5-4 0,2 2 0,2-5 0,2 4 0,3-3 0,1 3 0,3 5 0,0 0 0,7 6 0,-5 1 0,5 7 0,-5 9 0,5 10 0,-6 10 0,3 7 0</inkml:trace>
  <inkml:trace contextRef="#ctx0" brushRef="#br0" timeOffset="42">13459 10371 8912,'7'-8'0,"1"2"0,1 0 0,1 0 0,1 1 0,1-2 0,-1 2 0,1 0 0,-1-1 0,2 1 0,1 3 0,2-3 0,2-2 0,1 4 0,4-5 0,1-1 0,3-1 0,2-1 0,8-2 0,4-1 0,5-1 0,8-2 0,4 2 0,-1 3 0,4 1 0,0 0 0,-4 4 0,-5 1 0,-3 2 0,-2 3-188,2 1 1,3 5 187,6 2 0,-6 4 0,-3 0 0,-3 0 0,-4 1 0,-5-1 0,-10 1 0,-8-1 0,-5 1 0,-8-5 0,-2 1 0,1-4 0,-1 3 0,0-4 0,-6 3 0,-1-3 0,-5 1 0,-7-1 0,-3-3 0</inkml:trace>
  <inkml:trace contextRef="#ctx0" brushRef="#br0" timeOffset="43">14740 10051 8912,'8'-19'0,"0"-2"0,1 1 0,1 6 0,1 3 0,1 4 0,-1 8 0,1 3 0,-1 8 0,0 7 0,1 4 0,-1 3 0,1 0 0,-2 3 0,-1 0 0,-1 0 0,-2-3 0,2 0 0,0 0 0,-4 1 0,-1-3 0,-7 2 0,-7-1 0,-12-3 0,-7 1 0</inkml:trace>
  <inkml:trace contextRef="#ctx0" brushRef="#br0" timeOffset="44">11914 10211 8912,'0'-12'0,"-2"1"0,-1 1 0,-4 5 0,1 8 0,1 9 0,5 11 0,0 0 0,0 0 0,0 1 0,0 1 0,1 3 0,3 1 0,-3-2 0,3 2 0,-3 0 0,-1 1 0,0-5 0,-5 8 0,-1-4 0</inkml:trace>
  <inkml:trace contextRef="#ctx0" brushRef="#br0" timeOffset="45">11731 10348 8912,'1'-11'0,"3"-1"0,3 2 0,3 2 0,7-1 0,2 4 0,4 0 0,4 0 0,7 1 0,7-1 0,4-1 0</inkml:trace>
  <inkml:trace contextRef="#ctx0" brushRef="#br0" timeOffset="46">12188 10291 8912,'-11'0'0,"5"5"0,0 1 0,6 6 0,0-1 0,0 1 0,0-1 0,0 0 0,0 1 0,4-1 0,0 1 0,5-5 0,-1 1 0,-2-6 0,2 2 0,-1-2 0,5-2 0,3 0 0,0 0 0,0-6 0,-3-1 0,-1-3 0,1-2 0,-1 1 0,1-1 0,-2 1 0,-3 0 0,4-1 0,-4 1 0,-2-1 0,0 6 0,-3 1 0,2 5 0,-2 0 0,6 0 0,-4 1 0,3 3 0,1-3 0,3 8 0,1-5 0,0 0 0,4-4 0,-4 0 0,4 0 0,-4 0 0,1 0 0,1 0 0,1 0 0,1 0 0,-5 0 0,0-2 0,1-1 0,-2 0 0,-2-5 0,2 5 0,-2-5 0,2-1 0,1-1 0,-3 2 0,-1 1 0,-3 3 0,4-4 0,-4 4 0,3-3 0,-4-1 0,2 1 0,-5-1 0,0 4 0,0-3 0,-1 4 0,-3-1 0,1 3 0,-4 1 0,3 1 0,-4 3 0,2 2 0,-2 6 0,-1-1 0,6 1 0,-3-1 0,4 1 0,-2-1 0,0 0 0,4 1 0,0-5 0,0 1 0,0-4 0,0 3 0,2-3 0,1 4 0,4-6 0,3 9 0,-3-4 0,2 0 0,-5 0 0,5 1 0,-4 3 0,3 1 0,-2-5 0,-2 1 0,-3-6 0,9 4 0,-4-12 0,1-1 0,3-5 0,-2-3 0,2-3 0,2-4 0,4-1 0,3 0 0,3 0 0,1 0 0,0 0 0</inkml:trace>
  <inkml:trace contextRef="#ctx0" brushRef="#br0" timeOffset="47">13825 10851 8912,'-1'-11'0,"-2"-1"0,-1 1 0,2-1 0,0 1 0,2-1 0,7 5 0,4-1 0,7-1 0,4-1 0,7-1 0,4-2 0,5-1 0,3-1 0,2 0 0,5 3 0,2 2 0,-2 2 0,-1-1 0,-1 6 0,2 0 0,6 2 0,-5 2 0,9 3 0,-7 1 0,1 4 0,-1-1 0,-3 0 0,-6 3 0,-4 0 0,-7 0 0,-5 1 0,2-2 0,-1-1 0,-2-3 0,-1-1 0,-6 3 0,-2-4 0,0 5 0,-1-2 0,-4 3 0,-6 2 0</inkml:trace>
  <inkml:trace contextRef="#ctx0" brushRef="#br0" timeOffset="48">14924 10577 8912,'5'-12'0,"1"1"0,5 4 0,1 5 0,-1 6 0,1 7 0,-1 1 0,1 3 0,-5 3 0,0 1 0,-1 2 0,0 2 0,-3 0 0,1 0 0,-14 0 0,-9 0 0,-8 5 0,-23 1 0,-3 5 0</inkml:trace>
  <inkml:trace contextRef="#ctx0" brushRef="#br0" timeOffset="49">12268 10702 8912,'-11'-6'0,"1"4"0,2 8 0,4 7 0,3 3 0,1 3 0,1 5 0,2 2 0,1 0 0,3 2 0,-2-1 0,1 2 0,-1 0 0,-2-1 0,-3-5 0,6 0 0,0 0 0</inkml:trace>
  <inkml:trace contextRef="#ctx0" brushRef="#br0" timeOffset="50">12291 10760 8912,'0'-12'0,"2"1"0,1 1 0,5 2 0,-2-1 0,2 5 0,1 2 0,1 0 0,3 6 0,2 0 0,-2 4 0,2-5 0,2 5 0,-2-3 0,-1 2 0,-1 1 0,-3 3 0,-3 0 0,-2-3 0,-5-1 0,-1 2 0,-3 6 0,-2-2 0,-5 2 0,-5-2 0,1-1 0,-1-1 0,0 0 0,7 0 0,-1-3 0,3-1 0,0-2 0,5 4 0,-2-8 0,8 3 0,-2-3 0,6-1 0,3 0 0,5 0 0,0 0 0,-1 0 0,2 1 0,2 3 0,-1-3 0,-3 3 0,-4-1 0,1 1 0,-6-2 0,-6 6 0,-2 1 0,-6 1 0,-1 3 0,-10 2 0,-1-2 0,-7 2 0,3 1 0,-3 0 0,3-1 0,1-4 0</inkml:trace>
  <inkml:trace contextRef="#ctx0" brushRef="#br0" timeOffset="51">12772 10600 8912,'0'-12'0,"0"1"0,-1 0 0,-3 4 0,3 2 0,-4 10 0,3 2 0,0 5 0,-2 3 0,0 3 0,4 5 0,0 0 0,0 0 0,0-1 0,1 0 0,2-2 0,1-1 0,5-5 0,-2 2 0,3-2 0,2-2 0,-2 1 0,-2-3 0,3-6 0,1 0 0,-1-3 0,4-1 0,2-1 0,-2-3 0,2-6 0,-2-5 0,-2-4 0,2 3 0,-2-3 0,-2 4 0,-1-4 0,-2 4 0,2-1 0,-2 5 0,-3 0 0,0 4 0,-5 3 0,1 8 0,3 4 0,1 2 0,3 1 0,6 1 0,-3-1 0,4-1 0,1-1 0,3-2 0,2-2 0,-2-1 0,0-4 0,0 0 0,4-2 0,0 0 0,0-2 0,0-5 0,0 1 0,-5-3 0,-3-4 0,-2 2 0,-2-2 0,-4-2 0,-4 2 0,-6 1 0,-5 6 0,-2 0 0,-2 4 0,-3 0 0,0 4 0,-1 1 0,5 3 0,0 5 0,-1 5 0,2 0 0,2 5 0,3 0 0,5 4 0,7-2 0,5 0 0,11-3 0,10-2 0,13-1 0,11-3 0,-24-6 0,0-1-190,3 1 1,1 0 0,-1-1 0,0 1 0,-1 0 0,-1 0-1</inkml:trace>
  <inkml:trace contextRef="#ctx0" brushRef="#br0" timeOffset="52">13482 11697 8912,'-4'-19'0,"0"1"0,1 2 0,2 2 0,1 5 0,1 3 0,3 1 0,8-4 0,7 1 0,7-2 0,5-2 0,2 0 0,1-4 0,10-1 0,1-6 0,15-1 0,-28 11 0,0 0 0,2 0 0,2 0 0,-1-1 0,1 2 0,-2 2 0,1 1-152,-3 1 1,0 1 0,31-6 151,-6 2 0,-10 4 0,-6 5 0,-8 4 0,-7 6 0,-5 2 0,-2 2 0,-9-1 0,1 0 0,-2 0 0,3-4 0,-5 3 0,1-2 0,0-3 227,3 5 0,-4-7-227,-4 4 0,-1-4 0,-2 2 0</inkml:trace>
  <inkml:trace contextRef="#ctx0" brushRef="#br0" timeOffset="53">14477 11160 8912,'18'-28'0,"0"5"0,-4 0 0,2 8 0,2 6 0,-3 4 0,3 5 0,-1 1 0,-3 3 0,-2 4 0,0 7 0,-1 3 0,1 4 0,-2 3 0,-2 1 0,1-2 0,-6 3 0,1-3 0,-4-1 0,-1 1 0,-3 3 0,-7-2 0,-8 6 0,-3-1 0,-1 5 0</inkml:trace>
  <inkml:trace contextRef="#ctx0" brushRef="#br0" timeOffset="54">12291 11606 8912,'-7'0'0,"-1"0"0,-1 1 0,0 4 0,0 7 0,2 5 0,3 5 0,-4 1 0,6 5 0,-2 1 0,3 1 0,1 1 0,0-2 0,0 2 0,1 0 0,3-4 0,-3-2 0,3-5 0,-8 1 0,-2-3 0</inkml:trace>
  <inkml:trace contextRef="#ctx0" brushRef="#br0" timeOffset="55">12165 11617 8912,'12'-28'0,"-3"8"0,2-3 0,-1 8 0,10 0 0,0 2 0,1 1 0,2 6 0,0 2 0,-1 3 0,-3 1 0,1 1 0,-4 3 0,-2 6 0,-7 7 0,-3 1 0,-3 2 0,-7 3 0,-6 3 0,0 2 0,-7 4 0,0-3 0,1-1 0,-4-1 0,4 1 0,-5 1 0</inkml:trace>
  <inkml:trace contextRef="#ctx0" brushRef="#br0" timeOffset="56">12623 11537 8912,'-5'-11'0,"-2"-1"0,-4 11 0,0 5 0,1 6 0,1 4 0,2 2 0,2 2 0,2-3 0,3 3 0,0-1 0,0-3 0,1-2 0,3 0 0,2-2 0,7-2 0,1-5 0,1-1 0,4-2 0,-4 0 0,4-2 0,-3-1 0,0-4 0,-1-4 0,-2 1 0,2 2 0,-6-2 0,-1 2 0,-4 2 0,3-2 0,-4 6 0,2-8 0,-5 8 0,0-3 0,4 7 0,0 1 0,1-1 0,-1 1 0,-2-1 0,6-2 0,-1 0 0,5 0 0,3 0 0,0 0 0,6-4 0,-2 0 0,2-5 0,1 3 0,-3-2 0,-4 1 0,1 3 0,-4-3 0,-2 2 0,1 3 0,-6 1 0,0 1 0,-5 1 0,0 3 0,0-3 0,0 4 0,1-5 0,3 0 0,4 0 0,2-5 0,1-3 0,1-2 0,-1-1 0,-3 3 0,-1 0 0,-4 5 0,1-5 0,-2 5 0,2 0 0,-3 1 0,4 4 0,-5 1 0,0 5 0,0 7 0,0 3 0,0 5 0,4 0 0,1 1 0,0 1 0,0 2 0,1 1 0,-3-1 0,-1-3 0,1 3 0,-1-3 0,-2-1 0,0-1 0,0 1 0,-2-4 0,-1 0 0,1 0 0,-13-1 0,2-1 0</inkml:trace>
  <inkml:trace contextRef="#ctx0" brushRef="#br0" timeOffset="57">13104 11388 8912,'1'-10'0,"3"3"0,4 2 0,2 0 0,3 3 0,1-2 0,1 4 0,-1 4 0,2 3 0,0 4 0,-5 4 0,-3 1 0,-6 4 0,2-1 0,-4 3 0,-4 0 0,-2 1 0,-6 0 0,-4 0 0,-2 0 0</inkml:trace>
  <inkml:trace contextRef="#ctx0" brushRef="#br0" timeOffset="58">13401 11091 8912,'-11'1'0,"1"3"0,2 4 0,3 2 0,5 3 0,0 3 0,0 7 0,1 1 0,3 7 0,5-1 0,5-1 0,0 5 0,5-5 0,2 0 0,0-2 0,2-7 0,0-1 0,0-9 0,0 2 0,-4-9 0,0 0 0,1-6 0,2-4 0,1-8 0,-2-4 0,-2-3 0,-3-1 0,-4 4 0,0 0 0,-6 0 0,-1-4 0,-5 0 0</inkml:trace>
  <inkml:trace contextRef="#ctx0" brushRef="#br0" timeOffset="59">13642 11308 8912,'-15'13'0,"-1"2"0,0 1 0,1 7 0,2 2 0,-2 9 0,7 2 0,4 2 0,10-4 0,10 1 0,8-6 0,14-6 0,8-7-257,7-4 1,-20-8 0,0-2-1,2-2 1,0 0 0</inkml:trace>
  <inkml:trace contextRef="#ctx0" brushRef="#br0" timeOffset="60">20144 5565 8912,'-17'0'0,"6"-6"0,0 0 0,6 1 0,-6 5 0,-2 0 0,-2 0 0,-2 0 0,0 0 0,6 0 0,0 0 0,0 0 0,-6 2 0,1 3 0,-1-3 0,0 4 0,1-4 0,1-1 0,2 3 0,2 2 0,-6-1 0,-5-5 0,-2 0 0,2 0 0,1 6 0,-7-1 0,-1 1 0,-3 1 0,-3 3 0,-4 6 0,2 1 0,-7 0 0,-3-1 0,-8 1 0,3 1 0,-4 5 0,4-5 0,2 4 0,0-1 0,0 1 0,8-4 0,5 5 0,5-5 0,4-1 0,6-1 0,-6 1 0,13 0 0,-1-1 0,3 1 0,-4 0 0,-1 1 0,-5 4 0,5-3 0,-4 3 0,1 2 0,1 0 0,-4 0 0,-2 0 0,4 6 0,-6-2 0,2-2 0,-2 2 0,-3-1 0,3 7 0,2-7 0,-2 1 0,8-6 0,-3 4 0,5-2 0,1-3 0,2 3 0,4-2 0,-4 6 0,4-6 0,2 8 0,-2-3 0,0-1 0,-6 2 0,6 0 0,0 5 0,0 6 0,-6 2 0,0-1 0,1 1 0,-1-2 0,0-6 0,1 6 0,-1 0 0,2-6 0,4-5 0,2 0 0,3 5 0,4-1 0,-3-3 0,3-1 0,2 2 0,-6 1 0,1 3 0,-1-1 0,6 0 0,-1 1 0,-5-1 0,4 6 0,-3 0 0,3-1 0,2-4 0,0-3 0,0-3 0,0 4 0,0-5 0,0 5 0,0 1 0,2 6 0,3 0 0,-3 0 0,4-6 0,1 6 0,-2 0 0,3 5 0,-3-5 0,-1 0 0,7-6 0,-5 1 0,5-1 0,0-2 0,-2-3 0,6 2 0,-4-8 0,4 6 0,2-6 0,-1 6 0,1-6 0,5 2 0,1-2 0,4 2 0,-4 4 0,-1-4 0,2 0 0,-4-5 0,8 3 0,0-4 0,5-1 0,1-2 0,-1-4 0,0 2 0,1-7 0,-1 5 0,-1-6 0,-3-1 0,-1-2 0,-2-2 0,2 0 0,3 0 0,-3 0 0,-2-2 0,2-4 0,-6 3 0,6-8 0,5 5 0,6-5 0,0 5 0,-4-3 0,4 0 0,5 0 0,-1 5 0,2-2 0,-3-1 0,3 1 0,-3-5 0,-3 6 0,-4-6 0,4 5 0,-9-5 0,-2 5 0,-2-5 0,1 6 0,3-6 0,-8 3 0,1-1 0,1-4 0,-4 4 0,8-2 0,-6-1 0,6-4 0,-6-1 0,6 0 0,0 1 0,5-1 0,0 1 0,1-1 0,-1 0 0,0 1 0,-5-3 0,0-3 0,-8 3 0,3-3 0,-3 4 0,2 1 0,-3 0 0,3 1 0,-3-3 0,-3-3 0,1 3 0,0-3 0,-1 2 0,1-1 0,-2-1 0,-4 2 0,4-1 0,-4-1 0,4 2 0,1-8 0,1 6 0,0-6 0,-1 6 0,1-6 0,0 6 0,-1-6 0,1 6 0,0-4 0,-1 2 0,1 4 0,2-4 0,3 1 0,-4-1 0,5 2 0,-3 2 0,2-8 0,-3 6 0,5-4 0,-2 0 0,0 0 0,1-2 0,-7-5 0,1 3 0,0-3 0,-1 3 0,1-9 0,0 4 0,-1 2 0,1-2 0,0-4 0,-1-2 0,1-3 0,0-3 0,-1 7 0,1-1 0,0 0 0,-3-3 0,-2 5 0,1-5 0,-8 5 0,8-2 0,-2 2 0,-3 4 0,-3-4 0,3 4 0,-1 2 0,0-1 0,1 1 0,3 0 0,-6-1 0,7 1 0,-7 0 0,8 1 0,-2 4 0,-1-3 0,-1 3 0,0-1 0,0 1 0,1-7 0,1 7 0,-4-7 0,-7 7 0,6 2 0,-1-2 0,1 8 0,-6-2 0,-6 1 0,1-1 0,-8 4 0,2-7 0,-2 3 0,1 0 0,-6 0 0,7 5 0,-11 1 0,10-1 0,-12-5 0,8-1 0,-5 1 0,5 6 0,5-3 0,-1-3 0,-4 5 0,-5-1 0,5 5 0,3 0 0,2-2 0,-6-2 0,0 2 0,1 4 0,-1-2 0,0 8 0,1-8 0,-3 4 0,-1-2 0,-3-1 0,-4 7 0,4-6 0,-6 5 0,1-5 0,-4 2 0,-1-2 0,0-2 0,-1 7 0,1-1 0,0 1 0,-1 3 0,1-9 0,2 9 0,1-3 0,4 2 0,2-1 0,-6 3 0,2-3 0,4-3 0,2 3 0,-2-1 0,2 6 0,-8 0 0,2 0 0,-3 0 0,-3 0 0,1 2 0,0 3 0,-2-1 0,-4 7 0,3-5 0,-2 5 0,2-2 0,3 2 0,1 4 0,5-4 0,-3-2 0,6 3 0,0-1 0,0-2 0,0 6 0,1-4 0,5 4 0,-4 1 0,3 1 0,2 0 0,-5-1 0,0 1 0,0 0 0,5-1 0,-1 1 0,-5 0 0,5-1 0,-4 1 0,3-6 0,2 0 0,1-2 0,-1 2 0,0-1 0,1-7 0,-1 3 0,6 5 0,0-5 0,5-1 0,-5-5 0,6 2 0,-7 4 0,7-5 0,-6 5 0,0 1 0,-6 1 0,0 1 0,6-5 0,0 1 0,5 3 0,-5-3 0,6 3 0,-6-3 0,5-3 0,-5 4 0,7-3 0,-1 3 0,1-4 0,-2 3 0,5-3 0,-9-2 0,7 2 0,-3 4 0,1-3 0,5 8 0,-2 6 0,-4 5 0,4 8 0,-5-4 0</inkml:trace>
  <inkml:trace contextRef="#ctx0" brushRef="#br0" timeOffset="61">29582 12912 8912,'-11'-6'0,"2"-1"0,0-1 0,0 1 0,5 0 0,-4 3 0,1-2 0,5 1 0,-7 3 0,3-4 0,3 5 0,-8-5 0,7 2 0,-2-1 0,-3 3 0,-2-4 0,-4 5 0,-3 1 0,-5 0 0,-4 0 0,-12 0 0,0 0 0,-11 0 0,-4 0 0,-13 0 0,1 0 0,-1 0 0,-2 1 0,-3 5 0,3-2-153,-3 7 1,2-2 152,-2 2 0,1 2 0,-7-7 0,8 5 0,-2-4 0,5 1 0,6-1 0,-4 4 0,4-5 0,2 1 0,-3-1 0,1-5 0,-5 5 0,4 1 0,1-1 0,2 0 0,-2-6 0,3 5 0,6 2 0,-3 3 0,-6 3 0,-4-4 0,-2 2 0,-7 0-199,-4 6 1,2-6 198,-2 0 0,15-2 0,2 2 0,8 2 0,1-5 0,-4 1-11,-5 4 0,4-4 11,1 2 0,-1-5 0,1 5 0,-5-7 0,5 1 0,6-1 146,6 1 0,5-3-146,-6 4 0,3-4 0,-3-2 0,-1 2 0,5 1 0,-1 3 0,-5-2 0,-1-1 203,-2 3 1,2-4-204,3 3 0,-3 3 12,4-3 1,-3 8-13,3-2 0,1-2 0,4 3 0,4-1 0,-6 5 0,3 1 0,-1 0 0,2-1 0,9 1 0,-2-4 0,8 4 0,-6-4 0,6 9 0,0 4 0,5 1 0,0 5 0,1 1 0,-7 8 0,1 2 0,2 1 0,1 0 0,3 1 0,-1 5 0,-3-2 0,3-4 0,-4-3 0,10-8 0,-2-1 0,2-4 0,-2 1 0,6-6 0,-1-3 0,1-2 0,2-1 0,5 0 0,0 7 0,0 0 0,0 4 0,0-4 0,0-8 0,5 1 0,1 0 0,5 1 0,-4 3 0,2 1 0,4-2 0,-3 4 0,1-2 0,0 6 0,6-6 0,-1 6 0,1-6 0,1 1 0,5-7 0,-5 1 0,6 0 0,0-1 0,4 1 0,2-2 0,-2-4 0,3 2 0,-3-8 0,3 8 0,3-2 0,-1-1 0,0 1 0,1-6 0,-1 6 0,1 2 0,-1 2 0,0-4 0,1 0 0,1-1 0,4 1 0,-2-2 0,7-3 0,-1-5 0,1 5 0,4-4 0,-3-2 0,-2 0 0,1 0 0,0 0 0,-1 0 0,0 0 0,-4 0 0,-2 0 0,7 0 0,-7 0 0,2 0 0,4 0 0,1 0 0,4 0 0,2-2 0,0-2 0,0-1 0,-5-3 0,-1 3 0,1 3 0,5-4 0,-7 3 0,-5-3 0,-2 4 0,-3-3 0,2 3 0,4 2 0,-9 0 0,3 0 0,-1 0 0,-1 0 0,4 0 0,4 0 0,-4 0 0,4 0 0,4 0 0,1 0 0,-1 0 0,1 0 0,-1-2 0,2-2 0,-5-1 0,1 1 0,-4 2 0,8 2 0,-8-2 0,2-3 0,-2 3 0,2-4 0,-4 4 0,4 2 0,-4-1 0,-2-5 0,1 4 0,-1-3 0,0 3 0,1 2 0,-1 0 0,0 0 0,1 0 0,-1 0 0,2 0 0,4 0 0,-4 0 0,4-2 0,-4-2 0,-1-1 0,7-1 0,3 6 0,-1 0 0,1 0 0,-5-5 0,5-1 0,-5 1 0,4 3 0,-2-2 0,-4-2 0,-2 1 0,-2 5 0,6-2 0,0-4 0,-2 5 0,-9-5 0,4 4 0,-5 2 0,7-5 0,5-1 0,-4 1 0,4 3 0,-2-2 0,2-2 0,3-1 0,8 1 0,-5 5 0,-1-5 0,-5-1 0,6 1 0,-6-5 0,3 4 0,1-3 0,-1-3 0,-5 4 0,2-2 0,2 0 0,-2-6 0,2 1 0,-2-1 0,-4 2 0,4 4 0,2-9 0,-3 3 0,1-3 0,-5 3 0,-3 0 0,-3 1 0,4-1 0,-5 0 0,-3 1 0,-1-1 0,-5-5 0,-1 0 0,5-1 0,0 7 0,-5-3 0,-6-1 0,2-2 0,2 1 0,2-3 0,-1 2 0,1 0 0,0 5 0,-1-5 0,1 0 0,-6-8 0,0 2 0,-2 2 0,3 0 0,-5 1 0,0-1 0,-3-2 0,7-5 0,-7-1 0,1 1 0,-3-6 0,-2 0 0,0-7 0,-2 3 0,-3-1 0,-6-1 0,2 3 0,-3-3 0,1-1 0,-5 7 0,-7-3 0,1 8 0,0-3 0,5 10 0,-5-5 0,0-1 0,0 5 0,5 0 0,0 0 0,1 3 0,-3-5 0,-3 8 0,3-6 0,-3 6 0,3 0 0,3 5 0,-1-5 0,0-1 0,-5 1 0,-2 6 0,-2-1 0,-3 0 0,-5 1 0,-5-1 0,2 0 0,-7 1 0,-6 1 0,-6 2 0,2 4 0,3 1 0,8-3 0,4 6 0,4-3 0,1 3 0,-3 3 0,4-4 0,-4 4 0,9 2 0,-5 0 0,-6 0 0,2 0 0,-8 0 0,1 0 0,-6 0 0,-2 2 0,-4 4 0,-1-4 0,-4 3 0,2 3 0,3-3 0,2 1 0,-5-5 0,3 3 0,8 2 0,6 1 0,8-1 0,6-4 0,1 3 0,1-1 0,-2 1 0,9-3 0,8 4 0,-2-4 0,6-2 0,-1 0 0,8 0 0,-1 0 0,-5 0 0,2 5 0,-7 1 0,0-8 0,-6-7 0</inkml:trace>
  <inkml:trace contextRef="#ctx0" brushRef="#br0" timeOffset="62">17149 11981 8912,'-10'8'0,"3"-1"0,-3-4 0,3 5 0,-3-5 0,0 4 0,-1 2 0,4 2 0,1 2 0,1 1 0,1 4 0,4-3 0,0 3 0,0-3 0,0 1 0,0 0 0,1 2 0,3-4 0,-2 1 0,6-5 0,0 0 0,2-3 0,0-2 0,1-5 0,4 0 0,-1 0 0,2-5 0,-2-2 0,-2-7 0,3-3 0,-4-1 0,-4 0 0,1-4 0,-4-3 0,-1 0 0,-3 3 0,0 0 0,0 1 0,-4 0 0,-4 3 0,-1 2 0,-3 7 0,-3 0 0,-3 2 0,1 5 0,-1-2 0,5 8 0,-1 3 0,2 3 0,1 0 0,5 1 0,2 0 0,8 0 0,2 0 0,5 0 0</inkml:trace>
  <inkml:trace contextRef="#ctx0" brushRef="#br0" timeOffset="63">17344 11981 8912,'-5'-6'0,"4"-3"0,-9 3 0,9-5 0,-4 4 0,5-1 0,0 5 0,0-4 0,5-5 0,1-5 0</inkml:trace>
  <inkml:trace contextRef="#ctx0" brushRef="#br0" timeOffset="64">17517 11819 8912,'11'-11'0,"0"-1"0,0-1 0,-1-2 0,0 5 0,-3 2 0,-2 6 0,0-3 0,-3 9 0,5-1 0,-4 7 0,1 1 0,-3 0 0,-1 3 0,0-1 0,0 1 0,0 1 0,0 2 0,0-4 0,0 2 0,0-3 0,0-1 0,0 1 0,0 2 0,1-6 0,3 3 0,-2-6 0,5 1 0,2-1 0,0-3 0,3-2 0,3-3 0,-2-5 0,5-6 0,-1-3 0,1-4 0,2-1 0,-3 0 0</inkml:trace>
  <inkml:trace contextRef="#ctx0" brushRef="#br0" timeOffset="65">17745 11754 8912,'-8'7'0,"1"-1"0,0 0 0,1 0 0,-4-3 0,9 1 0,-4-4 0,6-4 0,3-4 0,2-1 0,5-2 0,0 0 0,0 0 0,1-3 0,1 0 0,1 0 0,0 2 0,1-2 0,0-1 0,-1 1 0,-3 3 0,0 0 0,0 0 0,-1 2 0,1 2 0,0-3 0,-5 9 0,-1-9 0,-5 4 0</inkml:trace>
  <inkml:trace contextRef="#ctx0" brushRef="#br0" timeOffset="66">17940 11538 8912,'6'0'0,"-2"0"0,-2 0 0,1 0 0,0 0 0,4 0 0,-4 0 0,5 0 0,-5 0 0,4 0 0,2 0 0,1 0 0,0 3 0,1 1 0,0 4 0,0-1 0,-2 3 0,-1 1 0,0 1 0,-4 2 0,-1-2 0,-3 9 0,0-4 0</inkml:trace>
  <inkml:trace contextRef="#ctx0" brushRef="#br0" timeOffset="67">21532 4742 8912,'7'-6'0,"-1"3"0,-6-6 0,-1 6 0,-4-1 0,-2 2 0,-7 2 0,1 0 0,0 0 0,-1 2 0,1 1 0,-1 1 0,1-1 0,-2-2 0,-3-1 0,2 5 0,-7-1 0,0 1 0,-3 1 0,-2-3 0,-3 6 0,-4 0 0,-5 4 0</inkml:trace>
  <inkml:trace contextRef="#ctx0" brushRef="#br0" timeOffset="68">20365 4836 8912,'-13'-12'0,"0"1"0,-1 2 0,1 6 0,-1-1 0,1 2 0,-1 2 0,-3 5 0,-3 1 0,-1 1 0,-7 2 0,-6 5 0</inkml:trace>
  <inkml:trace contextRef="#ctx0" brushRef="#br0" timeOffset="69">19239 4889 8912,'-27'0'0,"-4"0"0,0 0 0,-2 0 0,2 0 0,-4 0 0,1 0 0,1 2 0,7 2 0,3-1 0,1 6 0,5-4 0,0 3 0,2-5 0,1 3 0</inkml:trace>
  <inkml:trace contextRef="#ctx0" brushRef="#br0" timeOffset="70">18515 4876 8912,'-21'-14'0,"-3"5"0,7 1 0,-6 5 0,4-2 0,-1 5 0,1 5 0,-5 2 0,2 6 0,1 1 0,-1-1 0,1 1 0,-1-1 0,4 0 0,3 1 0,1-1 0,1 1 0</inkml:trace>
  <inkml:trace contextRef="#ctx0" brushRef="#br0" timeOffset="71">17979 4876 8912,'-21'-5'0,"3"-1"0,3-1 0,8 4 0,-1-3 0,5 8 0,-1 2 0,-5-1 0,4 6 0,1 0 0,-2 4 0,-1 1 0</inkml:trace>
  <inkml:trace contextRef="#ctx0" brushRef="#br0" timeOffset="72">16316 4715 8912,'-13'0'0,"0"0"0,4-4 0,0-2 0,0-2 0,1-2 0,2 2 0,6-1 0,0-1 0,0 3 0,0-2 0,0-2 0,0 4 0,0-2 0,-6 0 0,-1 1 0,-6 5 0,-1 6 0,5 6 0,0 9 0,5 8 0,-4 8 0,2 3 0,3 5 0,2 2 0,1 1 0,1 1 0,4 3 0,2-7 0,8-8 0,2-3 0,0-5 0,7-2 0,-1-11 0,-3-3 0,3-10 0,-1-3 0,5-6 0,1-10 0,4-9 0,-4-12 0,3-10 0,-4-6-176,-5-2 1,-2-5 175,-7 5 0,-5-3 0,-4 8 0,-3-1 0,-1 14 0,-10 1 0,-5 15 0,-3 10 0,-1 5 0,-5 7 0,2 11 0,-4 0 0,0 9 0,5 3 0,3 1 0,4 3 0,6 2 0,-3 0 0,8 1 0,5 0 0,5-1 0,5 3 0,1-9 0</inkml:trace>
  <inkml:trace contextRef="#ctx0" brushRef="#br0" timeOffset="73">16786 4688 8912,'7'-13'0,"-2"-1"0,-4 1 0,-1 0 0,0 4 0,0 0 0,0 6 0,0-3 0,-6 6 0,0 1 0,-3 4 0,-3 2 0,5 7 0,-7-1 0</inkml:trace>
  <inkml:trace contextRef="#ctx0" brushRef="#br0" timeOffset="74">17161 4474 8912,'-7'-13'0,"-5"-1"0,4 7 0,-5 1 0,-1 6 0,2 6 0,4 3 0,-4 7 0,4 3 0,1 2 0,2 3 0,4 0 0,1-2 0,0 3 0,0-2 0,3 1 0,6-2 0,0 2 0,8-6 0,6 1 0,4-1 0,-1-3 0,6 3 0,1-4 0,-2 0 0,-1-1 0,-8 1 0,-3 1 0,-7 1 0,-3 2 0,-4-2 0,-16 3 0,-7-1 0,-10 2 0,-3-2 0,-5-4 0,5 4 0,-5-7 0,5-2 0,-1-6 0,6 1 0,3-2 0,1-2 0,11-6 0,-6-8 0,9-7 0</inkml:trace>
  <inkml:trace contextRef="#ctx0" brushRef="#br0" timeOffset="75">17014 4447 8912,'0'-13'0,"4"-5"0,0 0 0,11-1 0,-1 1 0,10 1 0,4-5 0,11 0 0,8 1 0,17 0 0,8 5 0,-33 6 0,1 0 0,2-1 0,1 2-422,-2 4 1,0-1 0,2-5 0,0-2 0,-3 6 0,1-1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3.840"/>
    </inkml:context>
    <inkml:brush xml:id="br0">
      <inkml:brushProperty name="width" value="0.05292" units="cm"/>
      <inkml:brushProperty name="height" value="0.05292" units="cm"/>
      <inkml:brushProperty name="color" value="#3165BB"/>
    </inkml:brush>
  </inkml:definitions>
  <inkml:trace contextRef="#ctx0" brushRef="#br0">25968 5519 8912,'9'-25'0,"5"6"0,-7-6 0,1 2 0,0 0 0,-4 2 0,-2 2 0,3 2 0,1 0 0,-2 0 0,-2 5 0,-2 1 0,-2 1 0,-2-3 0,-2 1 0,-9 7 0,-2-7 0,-2 8 0,-12-1 0,-5 3 0,-8 2 0,-8 0 0,-5 0 0,-6 0 0,-14 2 0,-9 1 0,-9 3 0,41-2 0,0 0 0,0-1 0,-1 0 0,1-3 0,-1 1-175,4 2 1,-1 0 0,0-1 0,-1-2 174,-1 0 0,-1 0 0,-3 1 0,-1 0 0,-1 2 0,0 0 0,2-2 0,1 0 0,8 1 0,1 1 0,-2 2 0,0 0 0,-41 6 0,39-3 0,0 0 0,3 0 0,1 1 0,-46 8-215,4 0 1,12-5 214,3-1 0,8 1-18,10 5 0,0 2 18,11 4 0,2-4 0,-2 4 0,2 2 0,-2-2 0,4 7 165,7-1 1,-1 1 0,-2 3-1,0-3-165,5 1 0,-1 5 229,5-7 1,4-2-230,2 1 0,-2 7 20,2 5 1,0 2-21,6-2 0,-6 4 0,0 8 0,-5-1 0,5 1 0,-8 5 0,4 2 0,-1 2 0,-1 4 0,0 2 0,-5 2 0,9-6 0,8 0 0,0 0 0,5 6 0,5 0 0,1-1 0,-2-5 0,2 0 0,1-1 0,5 1 0,0 0 0,0-12 0,2 5 0,3-10 0,-3-4 0,6 0 0,0-4 0,3-4 0,-1 2 0,1-13 0,-1 6 0,1-6 0,4 0 0,-3-6 0,3 0 0,2 0 0,6-5 0,0-1 0,6 1 0,-6 3 0,0-1 0,2-3 0,1-5 0,9 3 0,-1 1 0,1-1 0,7-5 0,4 2 0,5-4 0,7-2 0,7 0 0,7 0 0,7 0 0,7 0 0,2-6-287,3 0 0,-6-7 287,6 2 0,-6 1 0,6-1 0,5-1 0,-47 4 0,-1-1 0,46-6 0,-2 3 0,-12-1 0,-5 5 0,-4-1-105,-3-5 1,1 7 104,0 1 0,2 2 0,3-2 0,-1 4 0,7-3 0,-7-3 0,2 2 0,3-7 0,2 1 0,14-3 0,-43 7 0,1-1 0,0 1 0,-1 1 0,4 0 0,-1 0 0,-1 2 0,0-1 0,-2-1 0,1 0 0,3 1 0,1-1-189,1 1 0,0 1 1,3 0-1,-1 2 189,1 3 0,0 0 0,-3-3 0,-1 0 0,-1 0 0,-1 1 0,3-2 0,1 2 0,2 1 0,0 2 0,-2-1 0,-1 0 0,3 0 0,1 0 0,-3 0 0,0 0 0,-1 0 0,-1 0 0,1-1 0,1 0 0,-1-2 0,1 0 0,-2 2 0,0 0 0,5-1 0,-1-1 0,-3-2 0,-1 0 0,-4-1 0,-1 0 0,1 2 0,-1-1 0,1-1 0,-1 0 0,-2 2 0,0-1-115,0 0 1,-1-2 0,37-8 114,1 4 0,-12-10 0,1-2 0,-10 0 0,-2 6 0,-6-1 0,4-1 0,2-2 184,4-2 1,-9 1-185,5 4 0,-2-5 0,-4 0 0,-5-5 0,-6 5 0,-8-8 96,2 3 1,-3-5-97,-3-1 0,6-8 0,0-2 0,-1-2 193,-3 0 1,-2-5-1,-1-7 1,-3 1-194,-1-2 0,-2 3 0,2-5 0,-6 0 99,-4 0 1,-2-10-1,0-9 1,0-4-100,1-2 0,-3 2 0,-4 4 0,-1 3 0,-6 12 0,-1 8 73,-4 11 1,-9 8-74,-13 4 0,-4 3 0,-7-3 0,-1 9 0,-1-8 0,-2 5 0,-2 1 0,-12 0 0,6-1 0,-5 3 0,10 7 0,-1 1 0,2 0 0,-2 0 0,-4 0 0,-3 0 0,3-1 0,-8 3 0,-9 4 0,-8-5 0,-15 5 0,-6 3 0,-1 2 0,-1 3 0,0-3 0,39 5 0,-1 0-41,2-2 0,-1 0 0,-5 2 0,0 0 0,3 2 0,-1 0 0,-1 1 0,0 0 41,-1 1 0,-1 0 0,-2 0 0,-2 0-247,-1-3 1,0 0 0,1 0-1,0 1 247,-1 2 0,0 0 0,4-2 0,0 0 0,-1 2 0,0 0 0,0-2 0,2 0 0,3-1 0,1 0 0,0 0 0,3 0-109,-32 0 0,4 0 109,13 0 0,2 0 0,2 0 0,2 0 0,-2 0 0,-17 0 0,-10 0 0,40 0 0,-1 0-153,-2 0 0,1 0 1,-4 0-1,1 0 153,3 0 0,-1 0 0,-4 0 0,-1 0 0,1 0 0,-2 0 0,-5 0 0,-2 0 0,-4 0 0,1 0 0,3 0 0,2 0 0,4 0 0,1 0 0,3 0 0,0 0 0,-1 0 0,1 0 0,1 0 0,-1 0 0,3 0 0,1 0 0,-37-2 0,22-4 0,4 4 0,11-4 0,5 5 134,-1 1 0,8 0-134,2 0 0,3 5 0,3 3 0,-1 1 462,1 5 0,7 1-462,4 2 0,6 2 116,6 4 1,5 6-117,12 11 0,26-2 0,20 8 0,19 0 0,7 6 0,-35-27 0,0 1 0</inkml:trace>
  <inkml:trace contextRef="#ctx0" brushRef="#br0" timeOffset="1">12115 11279 8912,'-12'0'0,"1"0"0,-2 0 0,5 0 0,0 2 0,8 3 0,0-3 0,0 14 0,0-15 0,0 9 0,0-4 0,0-4 0,0 5 0,0-7 0,0 0 0,0 8 0,0-4 0,0 7 0,0-5 0,0 5 0,0-5 0,0 6 0,6 1 0,0 8 0,-2 2 0,-1 0 0,3-6 0,-4 2 0,4 4 0,1-2 0,-1 8 0,8-3 0,-3 3 0,-1 4 0,1-5 0,1 5 0,5 1 0,-6 0 0,1 1 0,-1-3 0,6-3 0,1 3 0,-1-3 0,2 2 0,4-3 0,-4 3 0,4-8 0,-2 7 0,2-1 0,-4-4 0,4-2 0,2 2 0,-2-2 0,5 0 0,-5-6 0,6 6 0,-6 0 0,8 1 0,-3-1 0,5-2 0,1 8 0,6-8 0,1 4 0,-1-2 0,2 0 0,0 7 0,4-1 0,1-2 0,-6 1 0,5-1 0,-6 2 0,6 1 0,-6-7 0,2 6 0,-2-6 0,-4 2 0,4-2 0,4-2 0,2 7 0,4-5 0,2 4 0,1 0 0,5-1 0,-3-3 0,8 6 0,-7-8 0,1 2 0,-9-2 0,-2 0 0,1 4 0,3 1 0,-4-5 0,0 2 0,2 2 0,9-2 0,-1 0 0,7-6 0,-8 0 0,2 1 0,-5-1 0,-4 0 0,-2 0 0,2 0 0,-6-5 0,-2-1 0,4-1 0,2 1 0,0 5 0,3-5 0,5 3 0,-1-3 0,1 4 0,-3-3 0,3 1 0,3-1 0,-5 3 0,2-6 0,-7 3 0,1-1 0,-4-5 0,2 6 0,-6-7 0,6 7 0,-6-7 0,6 5 0,0 0 0,-2-1 0,4-5 0,-8 2 0,8 1 0,-2-1 0,-2 0 0,1-6 0,-4 2 0,5 3 0,-6-3 0,6 6 0,1-2 0,3-1 0,2 7 0,-1-6 0,7 1 0,1-3 0,2 4 0,4 1 0,-6-5 0,-1 2 0,-3-2 0,3 1 0,-3-3 0,8 4 0,-5-4 0,5-2 0,2 0 0,9 0 0,3 0-153,3 0 1,-4 0 152,-7 0 0,2 0 0,4 0 0,3 0 0,8 0 0,2 0 0,2 0 0,4-2 0,1-4 0,1 2 0,-47-1 0,-1-1 0,48-5-240,-4-7 0,-42 10 0,1 1 240,3 1 0,1 1 0,-1-3 0,-1 0 0,-4 3 0,0-1 0,46-9 0,-5-1 0,4 3 0,1 1 0,-45 7 0,0-1 0,-1-3 0,-1 1 0,48-4 0,-22 1 0,-1-1-160,-2 3 1,5-5 159,5 9 0,-3-7 0,2 7 0,-7-7 0,2 6 0,-1-5 0,-5 5 0,4-5 0,-10 5 0,4-7 0,2 1 0,11 3 0,2-3 0,-2 1 0,-1 1 0,-5-5 0,-5 3 0,6-3 0,-1-2 0,3 0 0,-3-1 0,5-1 0,7-4 0,-2 2 0,-4-7 0,-3 7 0,-8-2 0,-1 4 0,1 2 0,-2-6 0,-2 2 0,-4 3-29,-1 5 1,3 2 28,-6-7 0,-1 3 135,-11 4 1,-3-5-136,-7 5 0,-4 1 0,-1-1 0,3-2 356,-3-3 0,-5 5-356,4-1 0,-8 7 176,2-7 1,2 3-177,-2-3 0,-1-1 32,-4 7 1,5-7-33,0 1 0,5-3 0,-5-2 0,8 0 0,-3-1 0,5 1 0,1 0 0,1-2 0,-1-4 0,1 4 0,-1-4 0,0-2 0,1 2 0,-1-2 0,1 2 0,-1-1 0,2-7 0,3 2 0,1-1 0,8 3 0,-2-2 0,3 8 0,3-2 0,1-1 0,5 1 0,-10-6 0,3 6 0,-5 0 0,0 6 0,-4 0 0,0 0 0,-11-1 0,3 1 0,2 0 0,5 0 0,-1 5 0,-6 1 0,1-1 0,-1-5 0,-1 6 0,-5-1 0,-3 7 0,-8-7 0,0 6 0,1-5 0,-7 5 0,1-5 0,-7 5 0,7-5 0,-1 5 0,7-6 0,-1 1 0,0-6 0,-2-1 0,-3 1 0,1 6 0,-7-1 0,5 7 0,-5-7 0,2 6 0,-3-5 0,5 5 0,7-5 0,0-1 0,1-5 0,-1 6 0,0-1 0,6 1 0,0-6 0,6-1 0,-6 3 0,-2 2 0,-2 1 0,0 3 0,4-3 0,-10 3 0,4 3 0,-3 4 0,-5-6 0,-1 8 0,-8 0 0,0 0 0,0-7 0,0-3 0,0-7 0</inkml:trace>
  <inkml:trace contextRef="#ctx0" brushRef="#br0" timeOffset="2">25348 11038 8912,'-11'-17'0,"-1"0"0,7-1 0,-7 1 0,-1 0 0,3 6 0,-1-1 0,-3 1 0,-1 1 0,6 1 0,3 3 0,4 4 0,2-4 0,0 12 0,2-4 0,4 4 0,3 1 0,8-1 0,2 0 0,2-6 0,4 0 0,2 0 0,2 0 0,5 0 0,1 0 0,-1 0 0,-5 5 0,-1 1 0,1 2 0,6-3 0,-3-1 0,-3 8 0,1-5 0,-7 11 0,0-5 0,-8 12 0,-1 2 0,-3 7 0,-9 2 0,-2 10 0,-9 2 0,-14 9 0,-6 4 0,-11 8 0,-6 0-312,-11 0 0,1 1 312,25-32 0,-1-1 0,-23 33 0,-3 5 0,12-2 0,6-1 0,4 5 0,1 1 0,1-6 0,0 7 0,-1 3 0,1 6 0</inkml:trace>
  <inkml:trace contextRef="#ctx0" brushRef="#br0" timeOffset="3">12253 11072 8912,'0'-17'0,"0"0"0,0 6 0,0-1 0,0-1 0,0-3 0,0 7 0,-6 9 0,-2 13 0,-1 6 0,-5 4 0,-3 8 0,-4-3 0,-2 5 0,2 1 0,0 1 0,-2-1 0,4-1 0,-4-3 0,4-1 0,2 1 0,5-5 0,1-2 0,1-4 0,-3-3 0,3-3 0,3-2 0,-1-5 0,2 6 0,4-9 0,-13 13 0,5-7 0</inkml:trace>
  <inkml:trace contextRef="#ctx0" brushRef="#br0" timeOffset="4">11874 11072 8912,'25'18'0,"4"-1"0,3 0 0,2 0 0,9 0 0,2 1 0,5 1 0,2 4 0,5-2 0,0 7-418,1 1 0,-7 13 1,1 2-1</inkml:trace>
  <inkml:trace contextRef="#ctx0" brushRef="#br0" timeOffset="5">25280 11365 8912,'-12'-10'0,"3"2"0,1 1 0,0 5 0,2-4 0,5 2 0,-5-1 0,4 3 0,2-6 0,0 8 0,0 0 0,8 0 0,-7 0 0,7 0 0,-8 0 0,0 0 0,8 0 0,-6 0 0,5 0 0,-7 0 0,0 0 0,0-8 0,0 7 0,0-7 0,0 8 0,0 0 0,8 0 0,2 0 0,12 0 0,1 0 0,2 0 0,-2 0 0,-2 2 0,8 4 0,-2-3 0,1 9 0,5-1 0,-6 6 0</inkml:trace>
  <inkml:trace contextRef="#ctx0" brushRef="#br0" timeOffset="6">25779 11382 8912,'-23'6'0,"0"-1"0,2-1 0,9-2 0,8-4 0,14-4 0,7-5 0,2-4 0,6 3 0,-2 1 0,8-1 0,-12-5 0,6 0 0</inkml:trace>
  <inkml:trace contextRef="#ctx0" brushRef="#br0" timeOffset="7">26174 11399 8912,'-11'0'0,"-1"0"0,9 0 0,3 0 0,13 0 0,6-2 0,4-4 0,8-3 0,-5-8 0</inkml:trace>
  <inkml:trace contextRef="#ctx0" brushRef="#br0" timeOffset="8">26777 11365 8912,'-8'9'0,"0"1"0,-3-4 0,5-5 0,12 5 0,5-4 0,12-4 0,4-2 0,0-1 0,13-9 0,-4 5 0</inkml:trace>
  <inkml:trace contextRef="#ctx0" brushRef="#br0" timeOffset="9">27259 11365 8912,'-10'0'0,"2"0"0,8-2 0,0-4 0,0 2 0,0-7 0,0-8 0,0-8 0</inkml:trace>
  <inkml:trace contextRef="#ctx0" brushRef="#br0" timeOffset="10">25176 11382 8912,'0'-12'0,"0"1"0,8 7 0,-6-5 0,4 3 0,-5 4 0,-1-13 0,0 13 0,0-6 0,0 8 0,8 0 0,-6 0 0,6 0 0,-8-2 0,0-4 0,0 5 0,0-7 0,0 8 0,0 0 0,0-8 0,0 6 0,0-7 0,0 3 0,0 2 0,0-7 0,0-1 0,0-5 0,0 0 0,0 5 0,0 1 0,0 0 0,0-7 0,0 1 0,0 0 0,0 6 0,0-1 0,0 6 0,0-5 0,0 5 0,0-5 0,2 5 0,3-6 0,-3 7 0,4-7 0,-4 7 0,-2-7 0,0-1 0,0 3 0,0-1 0,0 5 0,0-6 0,0 9 0,0-13 0,2 9 0,2-7 0,1 3 0,1 5 0,-6-5 0,0 5 0,0-5 0,2 5 0,4-6 0,-4 7 0,3-7 0,-3 6 0,-2-5 0,0 5 0,0-5 0,8 7 0,-6-11 0,7 5 0,-3-7 0,-4 5 0,4 1 0,-4 5 0,-2-5 0,0 5 0,0-5 0,2 5 0,3-6 0,-3 7 0,4-7 0,-4 6 0,-2-5 0,2 5 0,4-5 0,-4-1 0,5 1 0,-7-1 0,2 1 0,4 1 0,-4-5 0,7 8 0,-3-5 0,-4-3 0,7 7 0,-3-3 0,-4-5 0,13 7 0,-13-8 0,14-1 0,-13 3 0,7 2 0,-2 1 0,3 7 0,-5-7 0,2 6 0,-3-5 0,-3 5 0,4-5 0,2 5 0,-3-5 0,9-1 0,-10 1 0,5-1 0,-1-1 0,3 3 0,-5-1 0,0 7 0,-1-11 0,3 5 0,2 1 0,-7-1 0,3 4 0,-2 2 0,2-7 0,5-2 0,-3 3 0,-2-1 0,1 5 0,-1-6 0,7 1 0,-3-6 0,1 5 0,1 1 0,-8 5 0,1-5 0,3 5 0,-2-6 0,1 9 0,-1-3 0,-2-2 0,6 1 0,-3-3 0,5 4 0,-7-5 0,3 5 0,-2-5 0,-2 7 0,7-2 0,-7-3 0,11-1 0,-11-1 0,8-1 0,-7 6 0,7-5 0,-1-1 0,6-5 0,-5 6 0,-1-1 0,-7 7 0,2-7 0,3 6 0,3-5 0,1 5 0,-1-5 0,3 7 0,-5-11 0,1 7 0,1-3 0,-9 1 0,3 4 0,4 4 0,-1-13 0,1 6 0,3-3 0,-5 1 0,1-3 0,-5 5 0,2-3 0,2 6 0,-3-5 0,1 5 0,-6-5 0,6 5 0,2-5 0,1-3 0,-5-1 0,9-2 0,-7 0 0,2 5 0,-4 1 0,1-3 0,7 5 0,-7-3 0,3 7 0,-2-7 0,5-1 0,-3 3 0,-2-1 0,1 5 0,-1-6 0,7 1 0,-9 0 0,8-1 0,-8 8 0,5-9 0,-3 7 0,-4 0 0,5 6 0,-7 0 0,0 0 0,0 8 0,-1-6 0,-5 4 0,4-4 0,-13 5 0,5 3 0</inkml:trace>
  <inkml:trace contextRef="#ctx0" brushRef="#br0" timeOffset="11">25193 11176 8912,'-1'-10'0,"-5"4"0,4 4 0,-6 0 0,8-3 0,0 1 0,0-8 0,0 1 0,0-6 0,0 0 0,0-1 0,0 1 0,2 0 0,2-2 0,2-4 0,1 2 0,-1-8 0,-2 6 0,7-5 0,-7 1 0,4-4 0,-2 3 0,-1-3 0,7 1 0,-6 1 0,5-4 0,-5 5 0,1-3 0,-1 3 0,-4-3 0,4 8 0,-2 0 0,1 6 0,-3 0 0,4 0 0,-2-1 0,2 1 0,-4 0 0,3 0 0,3 0 0,-2-1 0,5 1 0,-5 0 0,7 0 0,-1 0 0,-3-2 0,3-2 0,-1-2 0,-1 2 0,5 2 0,-3 1 0,-3 1 0,3 0 0,-7 0 0,7 0 0,-3-1 0,3 1 0,1 6 0,-7-1 0,7 1 0,-3-6 0,1-1 0,1 1 0,-3 0 0,3 0 0,1 0 0,-7-1 0,7 1 0,-1 0 0,-3 0 0,3 0 0,-3-1 0,3 1 0,3-2 0,-5-2 0,1-2 0,1 2 0,-1 2 0,6 2 0,-5-6 0,-1 0 0,1-6 0,5 7 0,-2-1 0,-3 5 0,3 1 0,-5 0 0,-1 0 0,5 5 0,-9 1 0,7 5 0,-6-5 0,1 7 0,-1-2 0,-2 2 0,7-1 0,3-7 0,1 4 0,2-5 0,0 7 0,1-7 0,-1 9 0,0-7 0,0 7 0,0-2 0,-5-1 0,-1 1 0,-1-2 0,3 4 0,-1-1 0,1 1 0,-3 0 0,1-2 0,-5 4 0,5-3 0,-7 3 0,6 0 0,-5-4 0,-3 4 0,6-6 0,-8 8 0,0 0 0,-8 0 0,6 0 0,-5 0 0,7 2 0,0 4 0,0-4 0,0 6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3.852"/>
    </inkml:context>
    <inkml:brush xml:id="br0">
      <inkml:brushProperty name="width" value="0.05292" units="cm"/>
      <inkml:brushProperty name="height" value="0.05292" units="cm"/>
      <inkml:brushProperty name="color" value="#3165BB"/>
    </inkml:brush>
  </inkml:definitions>
  <inkml:trace contextRef="#ctx0" brushRef="#br0">10790 5055 8912,'-25'-17'0,"4"-6"0,-6 0 0,0 2 0,3 2 0,-3 3 0,0 5 0,-2 3 0,-3 8 0,1 0 0,3 0 0,7 14 0,-4 7 0,2 9 0,0 12 0,2 16 0,9 10 0,7 11 0,3 5 0,2 4 0,0 3 0,7-18 0,7-6 0,7-16 0,7-11 0,7-19 0,5-9 0,-2-10 0,8-8 0,0-11 0,4-14 0,-3-7 0,-1-8 0,-7-9 0,1-2 0,-6-8 0,-7 2 0,-10-6 0,-9-6 0,-8 5 0,-6-5 0,-11 6-133,-12 6 1,-11-2 132,-6 8 0,2 9 0,-2 14 0,10 15 0,0 13 0,7 6 0,4 6 0,4 11 0,10 12 0,3 5 0,8 6 0,15-4 0,-1 12 0,14-8 0,1 0 0</inkml:trace>
  <inkml:trace contextRef="#ctx0" brushRef="#br0" timeOffset="1">11203 5038 8912,'0'11'0,"0"1"0,0-9 0,-6 13 0,0-5 0,1 6 0,5 6 0,2 4 0,3 0 0,-1 9 0,8-7 0,-1 7 0,6-7 0,0-3 0,1 3 0,-1-10 0,0-2 0,-5-1 0,-1-13 0,2-5 0,1-7 0,-3-14 0,3-6 0,-9-11 0,9-4 0,-3-7 0,-1-1 0,1 1 0,-7 5 0,4 2 0,-2 2 0,-1 4 0,9 3 0,-3 6 0,-1 7 0,1 10 0,1 4 0,5 8 0,0 8 0,0 2 0</inkml:trace>
  <inkml:trace contextRef="#ctx0" brushRef="#br0" timeOffset="2">11754 5124 8912,'-8'17'0,"0"-6"0,-3 1 0,3-9 0,0 5 0,7-8 0,1 0 0,3-2 0,9-2 0,1-1 0,3-9 0,1 5 0,-2-3 0,-3 1 0,3-1 0,-4-5 0,-1 0 0,1 0 0,-7 5 0,2 1 0,-4-3 0,-2-1 0,0-2 0,-2 2 0,-6 3 0,-9 7 0,0 10 0,-6 7 0,4 13 0,2 9 0,-1 2 0,1 10 0,2 6 0,3 5 0,7 0 0,3 3 0,4-13 0,3 5 0,13-14 0,10-4 0,1-9 0,3-13 0,5-7 0,-1-3 0,6-11 0,-2-8 0,6-10 0,-6-11 0,-1-4 0,-3-2 0,-9 6 0,-4-3 0,-10 5 0,-2 2 0,-7-1 0,2 1 0,-4 1 0,-2 5 0,-8 5 0,-3 10 0,-4 3 0,-3 2 0,1 3 0,0 12 0,0 5 0,5 3 0,1 2 0,1 0 0,-1 1 0,5 1 0,4 4 0,2-4 0,0 4 0,2-4 0,4-2 0,3 0 0,8 0 0,1-5 0,-1-1 0,2 3 0,4 1 0,-4 2 0,4 0 0,-4 2 0,-2 4 0,-1-4 0,-5 4 0,3-2 0,-9 0 0,1 2 0,2-2 0,-6-2 0,3-1 0,-3-1 0,-2 0 0,8-7 0,1-3 0</inkml:trace>
  <inkml:trace contextRef="#ctx0" brushRef="#br0" timeOffset="3">12528 4711 8912,'-15'-2'0,"3"-4"0,-3 4 0,5-1 0,1 6 0,1 9 0,8 11 0,-6 5 0,1 13 0,1 4 0,2 5 0,4 4 0,4 3 0,5 6 0,4 4 0,-3 2 0,-1-1 0,1-7 0,5-3 0,0-12 0,0-6 0,-5-12 0,-1-5 0,-7-11 0,4-5 0</inkml:trace>
  <inkml:trace contextRef="#ctx0" brushRef="#br0" timeOffset="4">12820 5106 8912,'-1'16'0,"-5"-5"0,-4 2 0,-7-7 0,0 2 0,0-2 0,-1 5 0,1 4 0,0 3 0,0 1 0,1 2 0,5 2 0,-2 1 0,7-1 0,0-4 0,6 4 0,0-4 0,0-1 0,8-9 0,1-1 0,9-8 0,-3-2 0,-4-4 0,5-3 0,-5-9 0,4 1 0,3 0 0,-1 2 0,0 3 0,-5-3 0,-1 4 0,0 1 0,7 0 0,-1 3 0,-6 1 0,1 6 0,-8 0 0,11 0 0,-4 0 0,-1 2 0,1 4 0,-5-4 0,6 3 0,1-1 0,2 2 0,3-4 0,-1 4 0,0-5 0,0-8 0,0-3 0</inkml:trace>
  <inkml:trace contextRef="#ctx0" brushRef="#br0" timeOffset="5">13130 5124 8912,'-17'5'0,"0"1"0,0-2 0,7-2 0,2-2 0,8 7 0,0 3 0,0 7 0,2 6 0,4 0 0,6-2 0,3-2 0,2-2 0,0 0 0,2 1 0,4-1 0,-4-6 0,4 1 0,2-8 0,-2 1 0,6-5 0,-6-5 0,0-5 0,-6-9 0,0-4 0,0-6 0,1 3 0,-1-3 0,-6 0 0,1-5 0,-8 5 0,1 1 0,-3 7 0,-2-2 0,0 9 0,0 3 0,0 9 0,0 2 0,0 15 0,0 14 0,0 9 0,0 2 0,0 8 0,0-2 0,0 3 0,2 3 0,2 2 0,2 3 0,-1-4 0,-5 5 0,0-12 0,0-6 0,-7-4 0,-5-2 0,-3-7 0,-2-4 0,-6-6 0,0-5 0,0-7 0,-2-3 0,6-2 0,-2-2 0,8-3 0,-3-13 0,7-8 0</inkml:trace>
  <inkml:trace contextRef="#ctx0" brushRef="#br0" timeOffset="6">13973 5072 8912,'0'10'0,"0"-3"0,0 1 0,0 1 0,0 9 0,0-1 0,0-6 0,0 1 0,0 1 0,0 2 0,0 3 0,2-1 0,4 0 0,-2-2 0,7-3 0,-5 1 0,6-7 0,-7-1 0,7-5 0,1 0 0,-3-1 0,1-5 0,-5 2 0,5-7 0,-7 5 0,2-6 0,2 7 0,-3-7 0,9 8 0,-7-5 0,7 5 0,-3-2 0,3 2 0,1 3 0,2 1 0,2-2 0,4-4 0,4 4 0,7-4 0,1-1 0,-1 1 0,1-6 0,-1 7 0,-5-7 0,-1 6 0,-1-7 0,2 4 0,-8-3 0,-8 1 0,1 5 0,-9-6 0,1 9 0,-6-5 0,0 8 0,0 2 0,0 6 0,0 7 0,0 6 0,0 9 0,0-1 0,0 4 0,0 1 0,0 6 0,0 0 0,0 0 0,0-5 0,0 5 0,0-2 0,0-4 0,0-3 0,-7-4 0,-5 1 0,-5-3 0,-6-8 0,4-7 0,-21-2 0,3-8 0</inkml:trace>
  <inkml:trace contextRef="#ctx0" brushRef="#br0" timeOffset="7">13905 4505 8912,'-35'7'0,"1"1"0,-1 3 0,14 5 0,6-5 0,5 4 0,7 3 0,10-7 0,10 0 0,8-5 0,10 6 0,-3-8 0,-1 1 0,-2-5 0,1-5 0,-5 1 0,-2-8 0,-12 6 0,-5-5 0,-4 0 0,-10 1 0,-3 4 0,-20 4 0,-9 4 0,-10 4 0,-7 5 0,-4 7 0,-8 5 0,8 3 0,2 9 0,7-1 0</inkml:trace>
  <inkml:trace contextRef="#ctx0" brushRef="#br0" timeOffset="8">16056 4264 8912,'-18'0'0,"1"0"0,0 2 0,2 5 0,3 11 0,5 8 0,7 16 0,0 10 0,0 9 0,0 8 0,0 5 0,0 5 0,0-1 0,0-3 0,0-12 0,0-6 0,0-4 0,-2-11 0,-4-7 0,4-8 0,-6-18 0,8-9 0,2-13 0,4-10 0,6-12 0,3-7 0,2-9 0,6 5 0,0 0 0,0 8 0,-4-4 0,0 4 0,-2 3 0,4 5 0,-9 13 0,3 1 0,2 5 0,-5 5 0,-1 12 0,-5 11 0,6 12 0,-7 11 0,7 6 0,-7-2 0,7 1 0,-3-6 0,5 1 0,-3-4 0,3-2 0,7-7 0,2-4 0,0-10 0,-6-1 0,0-8 0,0 1 0,0-5 0,1-5 0,-1-5 0,0-7 0,-5-2 0,-1-4 0,1 2 0,5-8 0,-6 8 0,1-2 0,-3 4 0,3 2 0,-5 0 0,-7 0 0,0 7 0,0 2 0,0 22 0,0 3 0,6-2 0,0-3 0,7-6 0,-1 5 0,5-7 0,6 2 0,2-5 0,3-1 0,5-1 0,-4-3 0,1-4 0,-1-1 0,1-3 0,-7-5 0,0 2 0,-5 3 0,-7-3 0,0 3 0,1 5 0,-2 7 0,-5 11 0,-1 10 0,2 2 0,-4 8 0,3-3 0,-3 5 0,0 1 0,2 1 0,2-1 0,0 0 0,-6 1 0,0-7 0,0 1 0,-2-8 0,-4 0 0,-6-6 0,-3-3 0,-10-8 0,-3 1 0,-13-3 0,-2-2 0</inkml:trace>
  <inkml:trace contextRef="#ctx0" brushRef="#br0" timeOffset="9">16400 4556 8912,'0'-17'0,"6"0"0,-1 0 0,3-1 0,-2 1 0,3 6 0,8-1 0,3 1 0,3 1 0,9 3 0,8 7 0,10 0 0,2 0 0,-1 0 0,16 0 0,-6 0 0</inkml:trace>
  <inkml:trace contextRef="#ctx0" brushRef="#br0" timeOffset="10">17484 4384 8912,'0'-7'0,"0"7"0,2 17 0,2 17 0,1 12 0,-1 9 0,-2 7 0,-2 6 0,6 9 0,0 3 0,-2 4 0,-3 2 0,5-10 0,0-7 0,-2-10 0,-10-13 0,-11 4 0,-10-6 0</inkml:trace>
  <inkml:trace contextRef="#ctx0" brushRef="#br0" timeOffset="11">17191 4952 8912,'10'-18'0,"-2"1"0,-3-2 0,1-4 0,2 4 0,-2-4 0,1 4 0,8 2 0,1 2 0,3 3 0,10-1 0,-1 7 0,5-5 0,1 5 0,6 0 0,2 6 0,0 0 0,1 0 0,-9 0 0,-5 0 0,-8 0 0,2 0 0,-12 8 0,-5 3 0,-4 5 0,-2 1 0,0 2 0,0 2 0,0 4 0,0 1 0,-6-3 0,0 6 0,1-6 0,5 6 0,0-8 0,0 1 0,0-2 0,7-5 0,5-4 0,-3-3 0,3-8 0,-7-2 0,7-4 0,-3-3 0,5-8 0,-5-3 0,-1-2 0,-2 1 0,-6-8 0,0 6 0,0-6 0,-6 6 0,0-5 0,-7 7 0,5-4 0,-5 10 0,1 3 0,9 5 0,-5 7 0,16 5 0,3 1 0,12 0 0,4 1 0,7 3 0</inkml:trace>
  <inkml:trace contextRef="#ctx0" brushRef="#br0" timeOffset="12">18258 4763 8912,'0'-18'0,"-2"3"0,-3 4 0,-5 3 0,-7 8 0,-6 0 0,0 0 0,-6 2 0,6 4 0,-5 3 0,5 8 0,2 1 0,2-1 0,7 0 0,1 0 0,7 0 0,-2 0 0,4 1 0,4-1 0,4 0 0,3-7 0,9-5 0,-1 3 0,0-2 0,0 5 0,2-3 0,2-1 0,2 1 0,6 5 0,-6-1 0,2 3 0,-2 2 0,-4 6 0,4 0 0,-4 8 0,-2-3 0,-5 5 0,-3 3 0,-1 2 0,-4 3 0,-4 6 0,-6-1 0,-2-4 0,-3-2 0,-4-11 0,3-6 0,-3-6 0,-2-5 0,-1-5 0,1-7 0,6-2 0,-1-3 0,8-7 0,-1-11 0,3-5 0,2-13 0,7 3 0,7-8 0,5-1 0,4-3 0,2-2 0,-2 1 0,2-3 0,3-3 0,5-2 0,-5-4 0,-1 3 0,0 9 0,-4 1 0,-8 4 0,0 6 0,-9 12 0,0 3 0,-6 15 0,-2 4 0,-2 12 0,-2 6 0,1 9 0,5 2 0,0 5 0,0-5 0,0 6 0,0-4 0,2 0 0,3-1 0,3 5 0,4-6 0,3 6 0,-4-6 0,5-1 0,1-4 0,2 5 0,4-1 0,-4-1 0,6-7 0,0-5 0,3-1 0,5-2 0,1-6 0,8 0 0,4 0 0,4-8 0,9-9 0,2-10 0</inkml:trace>
  <inkml:trace contextRef="#ctx0" brushRef="#br0" timeOffset="13">19497 4814 8912,'25'-17'0,"-6"0"0,-7 0 0,-4-1 0,-5 1 0,-8 0 0,-7 5 0,-11 1 0,-4 7 0,-7-2 0,0 5 0,-1 1 0,1 1 0,-1 5 0,3 6 0,3 11 0,-1-2 0,7 7 0,0-5 0,5 6 0,3-2 0,4 1 0,5-5 0,4-4 0,2-2 0,0 1 0,8-3 0,3-4 0,4-3 0,3-8 0,5 0 0,1 0 0,1 0 0,0 0 0,6-6 0,-3 1 0,5-9 0,1 3 0,1-5 0,-1-3 0,1-2 0,-1-2 0,0-1 0,1 1 0,-3 4 0,-3-4 0,2 4 0,-8 1 0,-6 7 0,-6-1 0,3-1 0,-7 5 0,1 1 0,-8 7 0,0 0 0,6 7 0,-1 5 0,3 3 0,-2 2 0,-4 2 0,3 4 0,-1-4 0,0 6 0,2-2 0,-2 0 0,-2 0 0,-2-6 0,-6 0 0,0 1 0,0-1 0,4-2 0,-3-3 0,3-5 0,-6-20 0,8-4 0,8-12 0,1 0 0,3-5 0,-1-6 0,3 4 0,9-5 0,-4 5 0,4 2 0,-4 1 0,-2 5 0,0-3 0,0 8 0,1 8 0,-1 9 0,0 4 0,-2 16 0,-3 3 0,1 6 0,-7 0 0,0 3 0,-6 9 0,0-7 0,0 1 0,0-8 0,0 2 0,0-4 0,0-2 0,0-5 0,0-1 0,0-7 0,0 4 0,0-10 0,0-4 0,0-5 0,0-5 0,7-3 0,5-4 0,-3-3 0,3-9 0,-1-5 0,7 0 0,-1 0 0,0 7 0,0 3 0,0 1 0,1 10 0,-1 2 0,-6 7 0,1 10 0,-7 0 0,5 4 0,-2 8 0,-4 10 0,3 9 0,-1 3 0,7 1 0,-1-1 0,3-5 0,2-1 0,0-7 0,1 2 0,-1-5 0,0-7 0,0 2 0,1-7 0,4-2 0,1-10 0,0-3 0,-5-8 0,1-3 0,4-3 0,-4-3 0,4-9 0,2-5 0,-2 0 0,-2 0 0,-2-2 0,4 4 0,0-8 0,-1 10 0,-4 1 0,-7 5 0,1 12 0,-9-3 0,5 21 0,-8 0 0,0 14 0,0 9 0,0 7 0,0-1 0,0 3 0,0 3 0,0-1 0,0 1 0,0 1 0,0 4 0,0-4 0,0 4 0,-8-1 0,-3 1 0,-14-4 0,-7 4 0,-9-4 0,-2-1 0,-3 5 0,-6 0 0,-5 0 0,-1-5 0,-1-9 0,2-3 0,-12 4 0,-10 0 0</inkml:trace>
  <inkml:trace contextRef="#ctx0" brushRef="#br0" timeOffset="14">11117 17726 8912,'-12'-6'0,"3"-1"0,1-3 0,0 4 0,3-5 0,3 5 0,-6-3 0,2-1 0,1 1 0,-1-3 0,6-5 0,0 6 0,0-1 0,0 8 0,8-11 0,1 13 0,8-4 0,1 2 0,-1-1 0,0 3 0,0-4 0,0 4 0,1 2 0,5 6 0,0 0 0,-1 9 0,-4 2 0,-7 2 0,1 10 0,-3 0 0,3 5 0,-5 6 0,-7 0 0,-7 6 0,-5-4 0,-5 0 0,-6 0 0,2 4 0,-8-6 0,6-6 0,-5-5 0,7-6 0,-2 6 0,4-10 0,3 0 0,3-8 0,1-3 0,9-2 0,-5-8 0,8-4 0,0-11 0,8-10 0,1-7 0</inkml:trace>
  <inkml:trace contextRef="#ctx0" brushRef="#br0" timeOffset="15">11616 17571 8912,'-17'-7'0,"-6"-1"0,0-3 0,-6 3 0,4 10 0,-2 6 0,-3 9 0,3 8 0,-2 9 0,8 8 0,-2 4 0,6 5 0,6 7 0,3-11 0,8 5 0,15-8 0,8-4 0,10-4 0,7-18 0,4 1 0,8-14 0,1-1 0,5-2 0,-7-9 0,1-5 0,-1-3 0,1-2 0,9-1 0</inkml:trace>
  <inkml:trace contextRef="#ctx0" brushRef="#br0" timeOffset="16">1945 12792 8912,'-12'-12'0,"1"3"0,-3 1 0,7 4 0,1 10 0,4 5 0,2 5 0,0 9 0,0 1 0,2 3 0,4 0 0,1-3 0,5 3 0,3-2 0,-2-8 0,7 0 0,2-4 0,3-9 0,-2 0 0,2-4 0,4-2 0,3-2 0,-5-6 0,2-9 0,-1-10 0,-7-5 0,2-3 0,-3 7 0,-3-1 0,-2 0 0,-3-5 0,1 13 0,-7 4 0,-1 7 0,-5 4 0,0 18 0,0 22 0,0 10 0,0 13 0,0 12 0,0 12 0,0 4-334,0 7 1,8 4 333,-3-45 0,2 1 0,0-1 0,1-1 0,7 44 0,-3-12 0,-7-11 0,3-20 0,-2 1 0,-8-12 0,-10 0 0,-5-6 0,-6-5 0,-4 0 0,-7-12 0,0 2 0,-1-13 0,6-1 0,3-7 0,-1-5 0,0-10 0,8-10 333,2-13 1,2-4-334,9-8 0,0-1 0,6-5 0,10 5 0,7-4 0,2 3 0,10 3 0,-1-1 0,7 0 0,14-14 0,5-5 0</inkml:trace>
  <inkml:trace contextRef="#ctx0" brushRef="#br0" timeOffset="17">22612 12775 8912,'-7'-10'0,"3"2"0,-8 8 0,3-2 0,-3-3 0,5 3 0,7-8 0,0 4 0,0 5 0,7-7 0,-5 8 0,6 2 0,-8 4 0,0 3 0,0 8 0,0 1 0,0-1 0,0 0 0,0 0 0,0 0 0,0 0 0,0 1 0,2-9 0,3-3 0,-1-4 0,8-2 0,-7-8 0,7-3 0,-8-5 0,1-1 0,-1 0 0,2 0 0,-4 0 0,4 0 0,-4 5 0,-2 1 0,0-3 0,-8-1 0,-2 5 0,-7 5 0,0 10 0,2 5 0,3 7 0,-1 0 0,7 1 0,-5-1 0,3 0 0,0 0 0,1 0 0,1 0 0,14-5 0,3-1 0,12-7 0,4 4 0</inkml:trace>
  <inkml:trace contextRef="#ctx0" brushRef="#br0" timeOffset="18">22629 14992 8912,'-17'0'0,"0"-1"0,0-3 0,0-2 0,-1 2 0,1 2 0,0 2 0,7 2 0,5 4 0,3-2 0,2 7 0,0 3 0,0 1 0,0 4 0,0 4 0,0-4 0,2 6 0,1-2 0,3 0 0,0 0 0,-6-6 0,0 0 0,2-2 0,4-3 0,-3-5 0,9-7 0,-6-2 0,5-3 0,-7-11 0,2-7 0,1 1 0,-1 4 0,0 1 0,-6 0 0,0 0 0,0 0 0,0-1 0,0 1 0,0 8 0,0-7 0,0 14 0,-6-3 0,0 10 0,-5 7 0,5 11 0,0-2 0,4 6 0,-1-1 0,-3 1 0,0-6 0,6 2 0,2-10 0,4-1 0,-2-8 0,7 1 0,-5-5 0,3-5 0,1-9 0,0-7 0,-5 0 0,7-7 0,-8 1 0,1-2 0,-3-1 0,-2 7 0,0 0 0,0 6 0,-2 1 0,-3 5 0,-7 5 0,-1 6 0,1 6 0,-3 9 0,3 8 0,5 0 0,1-6 0,4 0 0,2 1 0,0-9 0,8-9 0,1-9 0</inkml:trace>
  <inkml:trace contextRef="#ctx0" brushRef="#br0" timeOffset="19">25796 6379 8912,'0'-18'0,"0"1"0,0 6 0,0-1 0,0 9 0,2 3 0,2 13 0,3 8 0,3 8 0,1 5 0,6 6 0,1 6 0,-1 4 0,2 7 0,4 0 0,4-5 0,7-8 0,2-4 0,5-8 0,8-13 0,9-13 0,14-29 0,3-17 0,-30 7 0,0-6-113,3-8 0,1-4 0,8-6 0,1-2 0,3-7 0,0 0 0,2-2 0,1 0 113,0-1 0,0 1 0,-2 0 0,0 2-307,-4 2 0,-1 2 1,-2 0-1,-1 3 307,-5 10 0,-1 1 0,-4 3 0,-2 2 0,-4 10 0,-1 3 0,24-22 0,-9 12 0,-16 12 0,-26 11 0,-5 11 0,-10 12 392,3-5 1,2 9-393,0-4 0,0-2 673,0 7 0,0-5-673,0 5 0,0-5 0,0 5 0,0-7 0,2 11 0,3-3 0,-1 1 0,8-1 0,-9 3 0,3-3 0,-2 3 0,2 2 0,-4 0 0,5 0 0</inkml:trace>
  <inkml:trace contextRef="#ctx0" brushRef="#br0" timeOffset="20">4319 16110 8912,'0'-10'0,"0"3"0,0 7 0,0 0 0,0-8 0,0 6 0,0-5 0,0 7 0,2 0 0,4 0 0,-4 0 0,13 0 0,-11 0 0,8 0 0,-7 0 0,7 0 0,-8 0 0,11 0 0,-6-2 0,1-4 0,5 4 0,-5-13 0,7 13 0,-2-8 0,-3 5 0,3 3 0,-5-6 0,7 2 0,0 1 0,0-1 0,1 6 0,-1 0 0,-2-2 0,-2-2 0,-1-2 0,-6 1 0,5 5 0,1 0 0,5-8 0,0 6 0,0-4 0,0 4 0,1 1 0,-1-5 0,0 4 0,0-4 0,0 4 0,1 2 0,-7 0 0,1 0 0,-1 0 0,6 0 0,0-5 0,1-1 0,-1 2 0,-6 2 0,1 2 0,-1 0 0,7 0 0,-1-6 0,0 1 0,0 1 0,-5-4 0,-1 2 0,-1-1 0,1 1 0,4 4 0,-5-13 0,5 11 0,-3-7 0,3 7 0,-7-12 0,5 7 0,-1-1 0,-7-3 0,7 7 0,-8-7 0,5 5 0,-3-3 0,-2-3 0,7 9 0,-7-9 0,11 5 0,-11-7 0,8 3 0,1 2 0,-3 1 0,1-1 0,0-5 0,7 7 0,-3-8 0,-4-1 0,5 7 0,-5-1 0,-3 7 0,-2-7 0,3 7 0,3-5 0,3 2 0,-4-3 0,1 5 0,-1-7 0,7 5 0,-1-3 0,-6-3 0,1 9 0,-7-7 0,7 6 0,-1-7 0,7 3 0,-1-7 0,0 0 0,0 0 0,0 0 0,-1 5 0,-5 1 0,3 5 0,-7-4 0,1 1 0,0-1 0,-1 7 0,-1-3 0,-2-2 0,7 2 0,-5-1 0,5 1 0,-7 4 0,10-7 0,-9 3 0,3 4 0,-2-4 0,-2-1 0,7 1 0,-7 0 0,11 6 0,-11-2 0,7-4 0,-7 5 0,12-15 0,-14 14 0,11-7 0,-7 3 0,-1 4 0,1-7 0,0 3 0,1 4 0,-3-6 0,2 1 0,0 5 0,1-13 0,-5 11 0,4-8 0,2 7 0,-3-7 0,1 8 0,2-11 0,-4 11 0,7-7 0,1-1 0,-1 1 0,1-1 0,-7 7 0,7-7 0,-6 8 0,5-1 0,-1-5 0,1-1 0,4 1 0,-3-2 0,3 7 0,2-7 0,0 3 0,1-5 0,-1 5 0,0 1 0,-5-3 0,-1 5 0,1-5 0,5 5 0,-6-2 0,1 2 0,-7 5 0,7-5 0,-1-4 0,7 1 0,-1-9 0,-6 7 0,1 0 0,-8-1 0,5-5 0,-3 0 0,-4 0 0,5-1 0,-7 1 0,8 0 0,-6 0 0,4 0 0,-4-1 0,-2 1 0,0 0 0,0 0 0,5 0 0,1-1 0,0 1 0,-6 0 0,6-6 0,-1 0 0,3 0 0,-2 6 0,-4 0 0,7 0 0,-5-1 0,2 1 0,1 0 0,-1 0 0,-4 5 0,4 1 0,-2 5 0,1-5 0,-3 5 0,4-5 0,2 5 0,-3-6 0,3 7 0,-2-7 0,-4 6 0,3-5 0,5 7 0,-6-11 0,5 3 0,-1-3 0,3 4 0,-5-1 0,6 1 0,-7-6 0,3 5 0,-2 1 0,-4 5 0,3-6 0,5 1 0,-8-6 0,11 0 0,-5-1 0,1 1 0,-5 0 0,2 0 0,2 0 0,-3-1 0,7 1 0,-6 0 0,5 0 0,-5 0 0,5-1 0,-5 1 0,7 0 0,-9 2 0,6 1 0,-3 3 0,1 1 0,-2-1 0,-4 1 0,4 5 0,-5 3 0,7-14 0,-4 13 0,7-9 0,-7 6 0,2-5 0,3 5 0,3-5 0,3-3 0,-3 7 0,-1 1 0,-5-2 0,5 3 0,-5-3 0,6 2 0,-3 3 0,3-9 0,3 8 0,-7-5 0,3 3 0,-1 2 0,-5-7 0,7-3 0,-5 5 0,-1-3 0,2 7 0,-2-7 0,5 1 0,-5-7 0,1 7 0,-1-1 0,-2 3 0,8-3 0,-7-3 0,7 4 0,-7-3 0,5 1 0,0 2 0,-1-3 0,-5-1 0,2-2 0,1-1 0,-1 1 0,6-2 0,-7-4 0,7 4 0,-7-4 0,7-4 0,-6-1 0,5 1 0,-5-2 0,5 1 0,-3-7 0,0 3 0,-1 3 0,7-5 0,-3-1 0,-1 7 0,1-7 0,-5 7 0,5-1 0,-5 2 0,6 4 0,-9 4 0,3-4 0,-4 4 0,-2 2 0,0 0 0,0 0 0,0 0 0,0-1 0,0 1 0,0 0 0,0 0 0,0 0 0,0-1 0,0 1 0,0 0 0,0 0 0,-2 0 0,-4-1 0,5 1 0,-5 0 0,4 0 0,2 0 0,0-1 0,0 1 0,0 0 0,0-2 0,0-4 0,0 4 0,0-4 0,0 4 0,0 2 0,0-6 0,0 0 0,0-6 0,0 6 0,0 0 0,0 6 0,0-6 0,0 0 0,0 2 0,0 2 0,0 2 0,0-8 0,0 6 0,0-4 0,0 4 0,0 2 0,-2 0 0,-4-1 0,4 1 0,-3 0 0,3 0 0,2-2 0,0-2 0,0-2 0,0 0 0,0 6 0,0 0 0,0-1 0,0 1 0,0 0 0,0 0 0,0 0 0,0 5 0,0 1 0,0 5 0,0-6 0,-6 7 0,0-7 0,0 1 0,6-6 0,0-1 0,0 7 0,0 0 0,0-1 0,0-5 0,0 0 0,0-1 0,0 1 0,0 0 0,0 0 0,0 0 0,0 0 0,0-1 0,0 7 0,0-1 0,6 1 0,0-6 0,0 0 0,-6-1 0,0 1 0,5-6 0,1 0 0,2 0 0,-2 6 0,-5 0 0,5 0 0,2 0 0,-2-1 0,1 1 0,-1 0 0,-2 0 0,5 0 0,-1-1 0,-4 1 0,3 6 0,-1-1 0,2 7 0,-2-7 0,-3 6 0,9-5 0,-8 5 0,3-3 0,-1-1 0,0 1 0,5 3 0,-5-6 0,2 7 0,-3-7 0,-1 6 0,8-5 0,-8 5 0,1-5 0,5-1 0,-6 1 0,7-1 0,-5 7 0,3-7 0,-1-1 0,4 3 0,-7-1 0,9 7 0,-11-9 0,9 7 0,-8 0 0,9 4 0,-7-3 0,2 3 0,-3-4 0,-3 2 0,6 0 0,0-1 0,-5-7 0,9 6 0,-6-1 0,5 1 0,-5 2 0,5-7 0,1 7 0,5-11 0,-6 13 0,1-4 0,-6 2 0,5-2 0,-1 3 0,1-9 0,4 8 0,-5-5 0,7 3 0,-5 4 0,-1-4 0,-5 4 0,5 2 0,-7-7 0,11 5 0,-3-4 0,-3 4 0,3 2 0,-6-5 0,5-1 0,-7 0 0,11 6 0,-13 0 0,13 0 0,-13-2 0,6-2 0,0-1 0,-6-1 0,13-2 0,-7 4 0,3-7 0,-1 7 0,-5-2 0,-3-3 0,12 5 0,-9-7 0,7 5 0,-6-6 0,7 9 0,-4-13 0,3 14 0,-1-3 0,-7 3 0,10 0 0,-9-4 0,9 4 0,-3-4 0,-1 4 0,1 2 0,-7 0 0,11-7 0,-5 5 0,7-4 0,-5 4 0,-1 2 0,-5 0 0,5 0 0,1 0 0,5 0 0,0 0 0,-5 0 0,-1 0 0,1 0 0,5 0 0,0 0 0,0 0 0,0 0 0,1 0 0,-1 0 0,0 0 0,8 0 0,-6-2 0,4-3 0,-4 3 0,-2-4 0,1-4 0,-1 1 0,0-8 0,0 1 0,0 5 0,-1-4 0,-5 3 0,3-3 0,-9-4 0,1-2 0,2-2 0,-6-2 0,3 2 0,-1 2 0,2-8 0,-4 8 0,4-1 0,-5-5 0,-1-2 0,0 2 0,0 1 0,0-1 0,0 0 0,0 4 0,0-5 0,0-1 0,0-5 0,0-1 0,0 1 0,0-1 0,0 1 0,0 5 0,0 1 0,0 5 0,0-6 0,0 2 0,0-3 0,0 3 0,0 2 0,6 0 0,0 2 0,0 4 0,-6-4 0,0 4 0,0 2 0,0-6 0,0 0 0,2-5 0,3 5 0,-3-2 0,4 4 0,-4-4 0,-2-2 0,6 4 0,-1-5 0,1 5 0,-6-4 0,0 0 0,0 1 0,0-1 0,0-2 0,0-1 0,0 7 0,0-8 0,0 2 0,6 5 0,0 1 0,-1-2 0,-5 2 0,0-6 0,0 6 0,0-5 0,0 5 0,2 2 0,4 2 0,-4 1 0,4 1 0,1 0 0,-1 0 0,5 0 0,-5-1 0,6 1 0,-7 0 0,7 0 0,-5 2 0,3 1 0,3 3 0,-3-1 0,1-5 0,-1 0 0,1 0 0,3 0 0,-8-1 0,7 5 0,-2-4 0,-1 3 0,1-7 0,1 6 0,-2 4 0,5-1 0,-4-5 0,-1 0 0,1 0 0,1-6 0,5 0 0,-6-2 0,1 2 0,-2 4 0,1-4 0,2 4 0,-5 2 0,0-1 0,-1 1 0,5 0 0,-6 0 0,5 0 0,-5 0 0,-1-1 0,3 1 0,-4 2 0,7 3 0,-5-3 0,6 4 0,-9-5 0,3-1 0,2 0 0,-2 0 0,5 5 0,-5 1 0,1-3 0,-1-8 0,-4 6 0,6-5 0,-3 0 0,1 2 0,0 0 0,-6 2 0,2 2 0,4 3 0,-5-3 0,5 3 0,4-11 0,-3-1 0,5-5 0,1 4 0,-7 8 0,7 0 0,-3 0 0,0-1 0,-5 1 0,5 0 0,-6 2 0,7 3 0,-7-3 0,4 13 0,-6-6 0,1 6 0,3-3 0,0 3 0,1-6 0,1 6 0,4-3 0,-3 3 0,-3-4 0,-2 4 0,7 2 0,-7 0 0,11 2 0,-3 4 0,1-3 0,-1 9 0,3-1 0,-6 7 0,9-1 0,-7 0 0,1 0 0,-9 0 0,3 1 0,2-1 0,-1 0 0,1 0 0,0 0 0,-1 6 0,-1 0 0,-2 8 0,6-3 0,-1 3 0,1-2 0,-5 3 0,7-3 0,-1 7 0,7-2 0,-1 5 0,0-11 0,0 5 0,0 1 0,6-5 0,0-1 0,0-1 0,-6 4 0,1-4 0,-1-3 0,-6 5 0,1-6 0,-3 0 0,3-6 0,-5 0 0,1 0 0,-6 1 0,4-1 0,-4 0 0,-2 0 0,0 0 0,0 1 0,0-1 0,0 0 0,0 0 0,0 0 0,0 6 0,2 2 0,1 0 0,3 0 0,0 5 0,-6-1 0,0 2 0,0-1 0,2-1 0,4 1 0,-5 3 0,5 1 0,-4 1 0,-2-1 0,6-5 0,0-1 0,1-5 0,-1 6 0,-4-6 0,4 5 0,1-1 0,-1 4 0,-2-3 0,-2 3 0,0-4 0,3 1 0,-3 1 0,4 5 0,2 1 0,-3-1 0,3 1 0,-4-1 0,4 0 0,1 1 0,-3-1 0,5 1 0,-5 5 0,6 0 0,-7 6 0,7-6 0,-8 2 0,1-2 0,-3-2 0,0 6 0,2-2 0,2-4 0,-1 4 0,-5-2 0,0 8 0,0-2 0,0-4 0,0-2 0,0 2 0,0-2 0,6 2 0,0-2 0,0-3 0,-6 3 0,0-6 0,0-5 0,0 3 0,0-3 0,0-2 0,0 0 0,0-1 0,0 1 0,5-4 0,1 6 0,6-8 0,-7 2 0,3 1 0,-2-1 0,-2 2 0,7-2 0,-7-10 0,2 5 0,1-5 0,-1 4 0,7 0 0,-3 1 0,1-1 0,1 0 0,-3 0 0,3 0 0,3 1 0,-3-1 0,-3 6 0,3 0 0,-7 1 0,7-1 0,-6 2 0,5 4 0,-5 3 0,5-3 0,-1 3 0,1 3 0,5-7 0,-5 1 0,4 0 0,3-2 0,-1 3 0,-2-5 0,-2 2 0,-1 3 0,-2-5 0,3-2 0,-4-4 0,-1-2 0,5 2 0,-1 4 0,-2-4 0,-1 6 0,1-2 0,-1 0 0,1 6 0,1-6 0,5 7 0,-5-1 0,2-2 0,-1 1 0,3 1 0,-3 5 0,3 1 0,2-1 0,0 0 0,1 1 0,-1-1 0,-2 1 0,-2 1 0,-1 4 0,-6-6 0,5 1 0,-1 3 0,1-9 0,3 5 0,-9-11 0,9 6 0,-3-6 0,3 5 0,-3-5 0,4 0 0,-3-6 0,-3 6 0,3 0 0,-6 6 0,3-6 0,-1 0 0,-4 1 0,-1-3 0,1 8 0,2 2 0,-2 1 0,-2-3 0,-2-2 0,0-1 0,0 1 0,0-4 0,0 4 0,2-1 0,3 1 0,-3 0 0,6 4 0,0-3 0,3 3 0,-3 1 0,-3 3 0,3-7 0,0 1 0,-1 2 0,1 1 0,-2-3 0,-6-1 0,2-5 0,3 6 0,-3-2 0,4 1 0,-4 3 0,-2-8 0,2 5 0,4-5 0,-5 0 0,5-6 0,2 1 0,0-1 0,-1 0 0,1 0 0,5 0 0,-1 1 0,-3 6 0,3 5 0,-7-2 0,7 2 0,-3-1 0,3 7 0,1-7 0,-7 1 0,6-6 0,-7 5 0,7-7 0,-7 4 0,1-4 0,2-4 0,-6 5 0,4-11 0,1 4 0,-1 2 0,5 1 0,-5-1 0,2 0 0,-2 0 0,1 0 0,5 1 0,1-1 0,-7 0 0,5 2 0,-5 4 0,5-4 0,-5 4 0,0-4 0,2-2 0,-7 6 0,5 0 0,-2 6 0,0-6 0,2-2 0,-3-2 0,5-2 0,-2 0 0,1 0 0,-1 1 0,-4-1 0,4 0 0,1 2 0,-1 4 0,6-4 0,-7 4 0,1-4 0,-6-2 0,6 3 0,0 1 0,-1 1 0,3-1 0,-6 4 0,4-2 0,1 8 0,-1-3 0,6-3 0,-7-2 0,3-4 0,-2-2 0,-3 3 0,9 3 0,-6-10 0,5 4 0,1-2 0,-3 1 0,6 1 0,-3 0 0,1 0 0,-1 0 0,3 1 0,-3-1 0,1-6 0,0-1 0,-1-1 0,1 1 0,2-6 0,3 1 0,-1-1 0,0 2 0,2-4 0,4 4 0,-4 1 0,4-1 0,-2 2 0,2-3 0,-4-1 0,4 8 0,2-7 0,-2 7 0,-2-1 0,-2-1 0,-3 5 0,-5-3 0,2-3 0,-7 3 0,6-7 0,-7 7 0,9-1 0,-12 7 0,11-7 0,-7 0 0,1-7 0,-3 4 0,2 0 0,0-5 0,-6 9 0,7-8 0,-5 11 0,8-7 0,-4 3 0,-5 4 0,7-5 0,-8 7 0,0-7 0,0-3 0,0-7 0,-8 0 0,-1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3.873"/>
    </inkml:context>
    <inkml:brush xml:id="br0">
      <inkml:brushProperty name="width" value="0.05292" units="cm"/>
      <inkml:brushProperty name="height" value="0.05292" units="cm"/>
      <inkml:brushProperty name="color" value="#3165BB"/>
    </inkml:brush>
  </inkml:definitions>
  <inkml:trace contextRef="#ctx0" brushRef="#br0">7348 18036 8912,'-6'-23'0,"-1"0"0,-3 2 0,6 11 0,-1 10 0,3 8 0,2 11 0,-2 6 0,-4 9 0,4 2 0,-4 10 0,6 4 0,6 5 0,-2 1 0,9 9 0,6 3 0,8 5 0,11 13 0,3-6 0,-15-39 0,3-1 0,30 26 0,12-1 0,-32-32 0,2-3 0,4-2 0,2-2-175,1 0 0,2-1 0,-30-16 106</inkml:trace>
  <inkml:trace contextRef="#ctx0" brushRef="#br0" timeOffset="1">9856 19049 6924,'72'-5'-339,"15"0"339,7-1 0,2 0 0,-31 2 0,0 1 0,0-1 0,0-2 0,0 0 0,0 0 0,0 1 0,0-1 0,0 0 0,30-2 0,-1 1 0,1 1 0,-1 0 0,3 0 0,0-1 0,-33 4 0,2 1 0,-1-1 0,0 0 0,-1 0 0,2 0 0,0-1 0,1 1 0,-2-2 0,27-3 0,0-1 0,3 1 0,1-1 0,-1 1 0,0-1 0,-28 1 0,1 0 0,-1-1 0,28-5 0,0-1 0,0 0 0,-1-2 0,-8 0 0,0 0 0,0-1 0,0 1 0,1 0 0,0 0 0,-1 0 0,0-1-278,-2 2 1,-2-2-1,0-2 1,-3-2 277,-7 0 0,-1-2 0,-1 0 0,0-2 0,2 1 0,-1-1 0,-2 0 0,-2 0-179,-3 1 1,-2-1 0,2-2 0,-1 0 178,-6 3 0,0-1 0,-1-2 0,-1 2 89,0 5 0,-1 2 1,34-13-1,-17 11 1,-21 5-90,-20 5 0,-9 7 1344,-4-2-1344,-7 4 1285,-2 2-1285,-8 0 0,-2 0 537,-4 0 0,-4 2-537,-7 4 0,0-2 0,-2 7 0,-2 3 0,-2 1 0,0 2 0,6 0 0,0 8 0,-1 2 0</inkml:trace>
  <inkml:trace contextRef="#ctx0" brushRef="#br0" timeOffset="2">15367 17812 8912,'-9'-8'0,"-5"-1"0,9-8 0,1 7 0,10 4 0,5 5 0,10 1 0,2 1 0,0 3 0,2 2 0,4 7 0,11-1 0,6 3 0,3 2 0,12 6 0,8 0 0,2 8 0,9-3 0,-5 5 0,3 1 0,3 3 0,3 3 0,-8-4-344,10 4 1,4-9 343,-42-16 0,2-2 0,4-1 0,1-1 0,2 4 0,0-1 0,2-3 0,1-1 0,1 2 0,0-1 0,3-2 0,0-1 0,4-2 0,2-1 0,6 3 0,1-2 0,6-3 0,0 0 0,2-1 0,1-1-385,-1-3 1,2-1 0,1-2 0,1-2 384,0-4 0,0-1 0,6 1 0,1-1 0,-29 2 0,0-2 0,0 0 0,-2 2 0,-1 0 0,0-1 0,5-1 0,1-2 0,0 0 0,-3 2 0,1 0 0,-1 0 0,2 0 0,0 1 0,0 0 0,1-1 0,0 1 0,0-1 0,5 1 0,0-1 0,-1 1 0,-2 0 0,-1 0 0,0 0-274,4 2 0,0-1 0,-1 1 0,-2-2 0,-1 0 1,0 0 273,2 2 0,-1 0 0,1-1 0,0-2 0,1-1 0,-1-1 0,0 1 0,-1 0 0,1-1 0,0 1 0,1-1 0,-1 1 0,-5 1 0,0 0 0,0 0 0,2-1 0,-1 1 0,1-1 0,-2 0 0,0-1 0,0 0 0,2-1 0,1-1 0,-1 0 0,-3 1 0,0 0 0,-1-1 0,28-8 0,-2-2-248,-8 0 1,-2 1 0,1 1 0,-1 2 247,-2-2 0,0 2 0,-1 3 0,-1 0 0,-6-1 0,-2 0 0,-6 2 0,-2 1 2,-5 3 1,-1 0 0,-6 0 0,-1 1-3,0 1 0,0 1 0,39-8 428,-2-4 0,-16 4-428,-12 2 0,-9 7 0,-7 2 0,-9 3 806,-6-1 0,-10 0-806,-6 6 722,-7 0 0,2 0-722,-12 0 0,-3 8 324,-9 3 1,-12 5-325,-5 1 0,-10-2 142,-1-3 0,-4 9-142,-2-4 0,-7 4 0,6-4 0,-7 0 0</inkml:trace>
  <inkml:trace contextRef="#ctx0" brushRef="#br0" timeOffset="3">24161 16523 8912,'8'15'0,"1"-2"0,5-1 0,3 1 0,-2 4 0,12 6 0,-2 8 0,-4 7 0,-2 8 0,-2 11 0,-7 18 0,-5 11 0,-3 3 0,-2 5 0,-9 2 0,1-46 0,-1 3 0,-5 7 0,-3 2-946,-2 1 1,-2 0 945,-3 2 0,0 0 0,2-5 0,0 0 0,-4 0 0,0 1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4.676"/>
    </inkml:context>
    <inkml:brush xml:id="br0">
      <inkml:brushProperty name="height" value="0.053" units="cm"/>
      <inkml:brushProperty name="color" value="#FF0000"/>
    </inkml:brush>
  </inkml:definitions>
  <inkml:trace contextRef="#ctx0" brushRef="#br0">11203 6516 8912,'17'0'0,"0"-2"0,-1-3 0,-5-7 0,-5-1 0,-12 1 0,-5 7 0,-5 3 0,-1 2 0,0 0 0,5 5 0,1 3 0,-1 2 0,3 3 0,-6 2 0,3 2 0,-1 1 0,1-1 0,-5 0 0,2 2 0,-6 4 0,0 6 0,-6 3 0,-2 3 0,-13 8 0,-11 11 0,-14 13 0,28-29 0,-1 2 0,-5 3 0,-1 0 0,-3 3 0,0 0 0,-2 2 0,1 1 0,-3 2 0,2-1 0,7-3 0,2-2 0,4-4 0,2-2 0,-25 34 0,17-21 0,7-8 0,7-6 0,9-12 0,3-8 0,11-11 0,7-7 0,7 0 0,1-2 0,6-1 0,-3-5 0,2-2 0,3 5 0,1-7 0,0-5 0,0-8 0,0-2 0,1-1 0,-1-7 0</inkml:trace>
  <inkml:trace contextRef="#ctx0" brushRef="#br0" timeOffset="1">10136 7187 8912,'-27'0'0,"2"-8"0,8-3 0,8 3 0,1 2 0,6 14 0,-2 9 0,-2 10 0,-7 13 0,2 6 0,-7 5 0,-5 7 0,4 5 0,-4 11 0,2-1 0,0 5 0,-2 0 0,2 1 0,8-14 0,1-2 0,9-15 0,-3-10 0,4-8 0,2-7 0,8-6 0,3-5 0,12-4 0,6-8 0,11-4 0,8-6 0,5-11 0,5-9 0,7-1 0,-2-9 0,2-4 0,0 0 0,-2-2 0,2 0 0,-6 0 0,0-5 0,-7-1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3.877"/>
    </inkml:context>
    <inkml:brush xml:id="br0">
      <inkml:brushProperty name="width" value="0.05292" units="cm"/>
      <inkml:brushProperty name="height" value="0.05292" units="cm"/>
      <inkml:brushProperty name="color" value="#3165BB"/>
    </inkml:brush>
    <inkml:brush xml:id="br1">
      <inkml:brushProperty name="width" value="0.05292" units="cm"/>
      <inkml:brushProperty name="height" value="0.05292" units="cm"/>
      <inkml:brushProperty name="color" value="#FF0000"/>
    </inkml:brush>
  </inkml:definitions>
  <inkml:trace contextRef="#ctx0" brushRef="#br0">20042 14639 8912,'-10'4'0,"-1"2"0,1 0 0,0 0 0,2-3 0,1 3 0,0 1 0,2 2 0,-1-3 0,5 0 0,-1-4 0,0 1 0,1-6 0,0-3 0,0-2 0,0-2 0,0 4 0,1 0 0,-1 0 0,0-4 0</inkml:trace>
  <inkml:trace contextRef="#ctx0" brushRef="#br0" timeOffset="1">20229 14425 8912,'-6'-6'0,"2"0"0,0-1 0,-2-1 0,-2 2 0,1 1 0,1 3 0,-1-1 0,2 0 0,-1 3 0,-1 0 0,-2 0 0,3-1 0,0-2 0,-1 0 0,-2-2 0,0 1 0,-1 0 0,1 1 0,0 1 0,0-4 0,-2 4 0,-1-1 0,0-2 0,-3 2 0,-1-3 0,-2 3 0,0 1 0,3 1 0,-3-2 0,3 0 0,-2-1 0,2 0 0,-2 3 0,5-2 0,-5-1 0,1 1 0,-1-1 0,-2 1 0,0 2 0,-3-2 0,2-1 0,-2 0 0,-1 2 0,-2 1 0,1 1 0,-1 0 0,5 0 0,-2 0 0,-1 0 0,1 0 0,4 0 0,2 0 0,1 0 0,-4 0 0,1 0 0,-1 0 0,0 0 0,0 1 0,-3 1 0,-3 2 0,-1-1 0,1-3 0,0 3 0,3 0 0,-4 1 0,1-1 0,2-2 0,2 2 0,1 1 0,1-1 0,0 5 0,-3-2 0,2-1 0,-2 1 0,0 2 0,0 0 0,-1 1 0,2 0 0,-2 1 0,-2-1 0,2 1 0,5 3 0,-1-5 0,1 4 0,0-6 0,2 3 0,3-3 0,4 0 0,-1 3 0,1-3 0,0 2 0,0 1 0,3 1 0,-2-1 0,2 0 0,2-3 0,1 1 0,-2-1 0,2 3 0,-3 1 0,2 2 0,0 0 0,0 0 0,0-2 0,0-1 0,3 1 0,-2-1 0,-1 0 0,1 0 0,0 1 0,3-1 0,-3 0 0,0 1 0,0-1 0,3 0 0,0 1 0,0-1 0,-1 1 0,-2 3 0,1-6 0,-1 2 0,2-2 0,1 3 0,0-1 0,0 0 0,0 1 0,0-1 0,4 0 0,-1 0 0,3 1 0,1-1 0,-2-3 0,1 0 0,-3-2 0,4 2 0,-1 0 0,3 2 0,0-2 0,1 0 0,-1-3 0,0-1 0,1 3 0,0 0 0,2 0 0,0-3 0,3 1 0,-2 2 0,2-2 0,1 0 0,2-3 0,2 1 0,2 2 0,-3-2 0,3 2 0,1-2 0,-1-1 0,0 0 0,-1 0 0,1 0 0,-1 0 0,-2 0 0,0 0 0,1 0 0,-1 0 0,2 0 0,-6 0 0,0 0 0,0 0 0,0 0 0,0 0 0,2 0 0,-5 0 0,2 0 0,-2 0 0,3 0 0,-1 0 0,3 0 0,-5 0 0,4 0 0,-4 0 0,5 0 0,-2 0 0,3 0 0,0 0 0,0 0 0,-3 0 0,5 0 0,-5 0 0,5 3 0,-4 0 0,-2 0 0,2-3 0,0 0 0,2 0 0,0 1 0,1 2 0,-3-1 0,-1 1 0,4-1 0,2 1 0,0-2 0,-5 2 0,1 1 0,-1-1 0,3 0 0,1-3 0,-2 1 0,-1 2 0,1-2 0,0 3 0,1-3 0,0-1 0,-2 0 0,-1 0 0,1 0 0,-1 0 0,1 0 0,2 0 0,0 0 0,-1 0 0,-1 0 0,0 0 0,3 0 0,0 0 0,-1 0 0,0 0 0,0 0 0,-1 0 0,1 0 0,-1 0 0,-2 0 0,-1 0 0,-2 0 0,2 0 0,-2 3 0,2 0 0,-3 0 0,0-3 0,-2 0 0,0 0 0,-1 0 0,0 0 0,1 3 0,-1 0 0,1 0 0,3-3 0,-3 0 0,3 0 0,-2 0 0,1 0 0,-1 0 0,1 0 0,-1 0 0,1 0 0,0 0 0,0 0 0,1 1 0,-1 2 0,2-2 0,-2 2 0,0-2 0,3-1 0,-2 0 0,2 0 0,-3 0 0,0 0 0,-1 0 0,1 0 0,0 0 0,-1 0 0,0 0 0,-2 0 0,0 0 0,1 0 0,-1 0 0,0 0 0,1 0 0,-1 0 0,0 0 0,1 0 0,-1 0 0,0 0 0,1 0 0,-1-3 0,0 0 0,4 0 0,-1 3 0,0 0 0,-2 0 0,2-3 0,1 0 0,0 0 0,-1 3 0,-1-1 0,1-2 0,2 2 0,-2-2 0,-1 1 0,0-2 0,-2 3 0,0-2 0,1-1 0,-1 1 0,0-1 0,1 1 0,-2 1 0,-2-4 0,2 2 0,-1-1 0,1 1 0,-3-3 0,2 5 0,-4-4 0,1 3 0,0-4 0,-3 1 0,6-3 0,-4 0 0,3-1 0,-3 1 0,3 0 0,-2-1 0,-1 1 0,1 0 0,-2-1 0,4 1 0,-4-3 0,1-1 0,-1 0 0,1 0 0,-2 3 0,3-2 0,-2 0 0,1 0 0,-2 2 0,2-3 0,-2 3 0,-1 1 0,0-1 0,0 1 0,0 0 0,-1-1 0,-2 1 0,2 3 0,-2 0 0,-3 0 0,2-4 0,-2 1 0,-1 3 0,4 0 0,-4 2 0,1-2 0,0-1 0,0-1 0,1 2 0,-1-1 0,-3 2 0,3-1 0,-2-2 0,-2 1 0,1 0 0,0 1 0,-1-2 0,-3 2 0,3 0 0,-3 0 0,0 3 0,1-2 0,-1 0 0,0 0 0,1-1 0,-3 0 0,2-1 0,-2 4 0,2-3 0,-2 3 0,-1-4 0,-2 4 0,2-3 0,1 3 0,0-3 0,0 3 0,-3-4 0,4 4 0,-2 0 0,1-1 0,3 2 0,0-4 0,-2 4 0,2-1 0,0-1 0,2 0 0,1-2 0,0 3 0,-1-1 0,1 1 0,0 2 0,-1-3 0,0 1 0,-2 0 0,1-1 0,-1 4 0,1-3 0,-2 0 0,3 0 0,-3 3 0,0-3 0,1 0 0,-2 0 0,3 3 0,-2 0 0,2 0 0,1-3 0,0 0 0,1 0 0,0 3 0,-1 0 0,1 0 0,-3-1 0,-1-3 0,1 3 0,2-2 0,1 2 0,0 1 0,0 0 0,-1 0 0,4 0 0,0 0 0,0 0 0,-3 1 0,3 2 0,-2-2 0,7 4 0,-4-5 0,2 0 0,2 0 0,-5 0 0,3 0 0,2 4 0,-4-3 0,2 2 0,1-2 0,-4-1 0,3 0 0,-4 0 0,5 0 0,-6 0 0,6 0 0,-4 0 0,4 4 0,-7-3 0,3 2 0,2-2 0,-4-1 0,7 0 0,-4 1 0,1 2 0,-1-1 0,-4 5 0,4 3 0,-8 4 0,3 5 0</inkml:trace>
  <inkml:trace contextRef="#ctx0" brushRef="#br0" timeOffset="2">20675 14453 8912,'-4'-13'0,"0"2"0,-3-1 0,1 2 0,4 3 0,-2 4 0,2 4 0,-1 7 0,-2 10 0,-5 5 0,-2 6 0,0 5 0,-5 6 0,3 3 0,-1 0 0,3 0 0,2-3 0,0 5 0,1-2 0</inkml:trace>
  <inkml:trace contextRef="#ctx0" brushRef="#br1" timeOffset="3">20340 14341 8912,'-9'0'0,"0"-1"0,-1-2 0,1 2 0,0-2 0,-1 1 0,1 0 0,0-1 0,-1 1 0,1 1 0,0 1 0,-2-1 0,0-1 0,-1-2 0,0-2 0,2 3 0,1-3 0,-1-1 0,1-1 0,0 1 0,-1 1 0,-2 1 0,0-2 0,-1 1 0,0-2 0,-1 3 0,-1-1 0,-3 4 0,3-1 0,-4 2 0,-3 1 0,3 0 0,-4 0 0,1 0 0,0 0 0,-3 1 0,0 2 0,-1-1 0,1 4 0,-2-4 0,2 1 0,-1 2 0,-2-2 0,1 0 0,2-3 0,1 0 0,2 0 0,3 0 0,-3 0 0,2 0 0,2 0 0,0 0 0,3 0 0,-3 1 0,3 2 0,-3-2 0,-1 2 0,1-1 0,-1 1 0,-4-2 0,-2 2 0,2 3 0,-2 0 0,1-1 0,-2 1 0,1 1 0,0 2 0,-1-3 0,1 0 0,2-1 0,4 1 0,-2 3 0,-1-3 0,0-1 0,4 1 0,-1-1 0,0 2 0,1 1 0,-1-1 0,0 3 0,-3 3 0,2 3 0,-2 0 0,3 1 0,0 2 0,5-1 0,1-3 0,3 2 0,1-5 0,0 4 0,3-4 0,2 0 0,1-2 0,0-1 0,0 0 0,3 1 0,0-1 0,0 0 0,0 0 0,0 2 0,0 0 0,0 2 0,0 3 0,0 0 0,-3 1 0,0 2 0,-1 2 0,4 1 0,0-1 0,0-6 0,0 2 0,0-4 0,0 1 0,0-1 0,1 3 0,3-4 0,-2 0 0,4-2 0,-3-1 0,3 0 0,-1 1 0,2-1 0,1 0 0,-2 1 0,2 1 0,2-1 0,-1-1 0,0-1 0,1 0 0,-1 1 0,3 4 0,1-1 0,0 1 0,0-4 0,-2 0 0,4 0 0,1 1 0,3-1 0,-4 0 0,1 1 0,-1-2 0,4-2 0,-2 2 0,0-2 0,-2-1 0,2-2 0,-3 1 0,2-1 0,-1 3 0,4-3 0,-3 1 0,-1 0 0,1-2 0,2 4 0,1-1 0,-1 1 0,2 1 0,2-3 0,-2 3 0,5-1 0,-1 1 0,1-1 0,-1 2 0,-4-4 0,3 0 0,1 0 0,-3 2 0,0-3 0,-1 1 0,-1 0 0,-2-3 0,-1 2 0,1-2 0,-1-1 0,-2 0 0,2 0 0,-1 0 0,4 0 0,3 0 0,0 0 0,1 0 0,0 0 0,2-3 0,-4 0 0,4-1 0,-3 4 0,0-1 0,-4-2 0,0 2 0,-3-2 0,5 1 0,-3 0 0,-1-2 0,2-1 0,-2 2 0,0-4 0,5 2 0,-3-1 0,0-1 0,-3 4 0,2-1 0,5 1 0,-4 1 0,2-1 0,-4 1 0,1-1 0,-3 2 0,2-2 0,-2 2 0,2 1 0,0-3 0,-3 0 0,2 0 0,-2 3 0,2-3 0,-1 0 0,0 0 0,3 2 0,-3-2 0,2 0 0,-1 0 0,4 3 0,0-1 0,-1-2 0,1 2 0,-1-3 0,1 1 0,0 0 0,-2-1 0,-1 0 0,1 3 0,-1-2 0,0 2 0,0 1 0,-2-3 0,-1 0 0,-2 0 0,5 3 0,-5-3 0,1 0 0,0 0 0,0 3 0,-1-3 0,2-1 0,-1 1 0,1-1 0,-1 2 0,-2-4 0,2 3 0,0-3 0,4 3 0,-4-4 0,4 4 0,-3-2 0,2 0 0,1 0 0,-2 2 0,-2-4 0,2 4 0,-2-3 0,2 3 0,-2-3 0,-1 0 0,5-4 0,-4 0 0,4-2 0,-2 0 0,2-3 0,0 2 0,-3-1 0,-2-1 0,-1 1 0,0 2 0,-1-4 0,-4 5 0,-2-2 0,1 3 0,0 1 0,-1-1 0,-3 1 0,0 0 0,0-1 0,0 1 0,0 0 0,0-2 0,0-1 0,0 2 0,0-3 0,-1 3 0,-2 1 0,1-4 0,-1 1 0,1-4 0,-1 4 0,2 0 0,-2 2 0,-1 1 0,1 0 0,1-1 0,1 1 0,-2 0 0,0 0 0,-5-1 0,4 1 0,-2 0 0,-1 2 0,4 1 0,-5 0 0,2-3 0,1 3 0,-1-1 0,0 2 0,-4-1 0,1-2 0,1 1 0,0 0 0,2 1 0,-1-2 0,-5 2 0,1-2 0,-1 2 0,1-2 0,2 2 0,-1-2 0,-3 1 0,-1 1 0,-1-1 0,-1 2 0,3-2 0,-2 4 0,3-3 0,-5 3 0,1-3 0,0 3 0,0-4 0,0 5 0,3-1 0,-3-1 0,0 1 0,3-3 0,1 3 0,-2-1 0,2 1 0,-4 0 0,3-2 0,-1 1 0,1 2 0,-1 0 0,2-1 0,1 2 0,-5-2 0,4-1 0,-4 1 0,4-1 0,-4 4 0,2-3 0,-2 0 0,-1 0 0,1 3 0,2-3 0,-2 0 0,1 1 0,0 1 0,-1-2 0,3 0 0,-2-1 0,2 0 0,-2 3 0,2-2 0,0-1 0,0 1 0,3 0 0,-2 3 0,-2-1 0,2-2 0,-2 2 0,3-2 0,-2 2 0,-2 1 0,3-1 0,-4-2 0,1 2 0,-4-3 0,0 3 0,1 1 0,-4 0 0,0 0 0,1 0 0,2 0 0,0 0 0,1 0 0,-1 0 0,2 0 0,1 0 0,4 0 0,1 0 0,2 0 0,0 1 0,-1 3 0,1-2 0,0 4 0,-5-3 0,-1 3 0,0 0 0,0 4 0,3 2 0,0 0 0,2 1 0,1-4 0,3 0 0,14 1 0,8-5 0,12-1 0</inkml:trace>
  <inkml:trace contextRef="#ctx0" brushRef="#br1" timeOffset="4">25907 13969 8912,'0'-9'0,"-1"0"0,-2 0 0,2-1 0,-3 1 0,1 0 0,0-1 0,-4 4 0,3 1 0,-1 1 0,-1-2 0,-3 3 0,-1-2 0,1 3 0,0-2 0,-1-1 0,-2 3 0,-2-2 0,0 1 0,-3 0 0,0 0 0,-2 3 0,-4-4 0,-2 1 0,-5 1 0,-5 1 0,-1 1 0,-1 0 0,-1 0 0,-3 0 0,0 0 0,-2 0 0,-2 0 0,4 1 0,-1 1 0,1 1 0,-2 2 0,2-2 0,0-1-188,1 4 0,0 0 188,-3 3 0,0 1 0,0-1 0,6 0 0,6 1 0,2-1 0,1 0 0,4 1 0,2-1 0,6 3 0,1 2 0,1 0 0,-1 3 0,0 3 0,-4 2 0,1 4 0,-1-1 0,0 2 0,1 0 0,0 1 0,3 0 0,1 0 0,5 0 0,4-1 0,2-2 0,1 2 188,2-3 0,5 3-188,1 1 0,3 0 0,4 0 0,-2 0 0,4 0 0,2-1 0,1-3 0,1 2 0,3-4 0,-1 2 0,3-6 0,1 2 0,3-8 0,0 4 0,0-4 0,6 4 0,0-4 0,6 1-143,-3-4 0,0 0 143,3 1 0,-1 1 0,-2-2 0,-4 3 0,-1-7 0,0 1 0,2 0 0,6-3 0,0 3 0,3-4 0,-2 2 0,3-3 0,0-1 0,0-1 0,0-3 0,-2 2 0,-2-4 0,3 3 0,3-2 0,1 0 0,-1 0 0,-3 2 0,-3-4 0,-1 4 0,2-3 0,-6 3 0,1-3 0,-3 0-18,-3 0 1,0-2 17,1 2 0,-3-2 0,0-2 0,-3 0 0,-3-2 0,-2 0 0,4-3 0,0-2 0,0 0 0,1-3 0,2-2 0,2 0 0,2-3 0,-3-1 0,0 4 0,-4 1 0,-5 2 0,-4 0 0,1 1 0,-8 3 0,1 3 0,-6-2 0,1 2 0,-3 0 142,-1-2 1,0 3-143,0-5 0,-1 4 18,-3-4 0,-1 1-18,-4-4 0,-1 1 0,-3-1 0,2 0 0,-5 1 0,1-5 0,-4-2 0,0-2 0,-3 0 0,-2 0 0,-4 1 0,-1 1 0,-2-1 0,1 3 0,-5 2 0,-4 2 0,-7 4 0,17 8 0,-2 1 0,-4 3 0,-1 0 0,-1 1 0,-1 0-68,-2 2 0,0 0 0,1 0 0,0 1 0,0 0 0,-1 1 0,3 1 0,0-1 68,3 1 0,1-1 0,5 2 0,3 1 0,-15 1 0,10 2 0,8 2 0,3 2 0,4 0 0,1 1 0,5-4 0,1 0 0,2 1 0,1 3 0,5 2 0,9 3 0,1 1 0</inkml:trace>
  <inkml:trace contextRef="#ctx0" brushRef="#br1" timeOffset="5">28467 13514 8912,'-9'-4'0,"-1"-2"0,1 0 0,0 1 0,0 1 0,0 1 0,3-1 0,-2 3 0,2-2 0,-3 0 0,0 0 0,0 2 0,-1-2 0,1 1 0,0-1 0,-2 2 0,0-3 0,-2 1 0,-2 0 0,0-1 0,-4 0 0,-1 3 0,-1-2 0,-3-1 0,-4 1 0,-1 0 0,-2-1 0,2 3 0,-2-2 0,2-1 0,1 1 0,0 0 0,0 2 0,1-2 0,2 0 0,-1 0 0,1 3 0,0 0 0,-1 0 0,-1 0 0,1 0 0,0 3 0,-1 0 0,2 4 0,0-4 0,4 4 0,-1-1 0,4-1 0,2 1 0,-1 1 0,2 1 0,1-1 0,1-1 0,3 1 0,1 2 0,-1 0 0,1 0 0,0 4 0,-1-1 0,-2 2 0,0-2 0,-5 3 0,3 3 0,-2 0 0,1-3 0,2 3 0,-2-3 0,0 2 0,0-2 0,-2 3 0,5-3 0,-1 0 0,4 0 0,0-3 0,0 1 0,2 0 0,1-1 0,4 0 0,-1-2 0,-1-1 0,1 0 0,-1 1 0,4-1 0,0 0 0,0 4 0,0-1 0,1 0 0,3-2 0,-2 0 0,3 1 0,0 2 0,0-2 0,0 3 0,2-2 0,1 0 0,-2-2 0,2 2 0,2 0 0,-1 2 0,0-2 0,2-1 0,0 1 0,2-2 0,2 0 0,-1-1 0,2 0 0,1 1 0,-1-1 0,1 0 0,-2 0 0,3 1 0,-3-1 0,3-3 0,0 0 0,0 2 0,-3 0 0,3-2 0,-2 0 0,1 0 0,2 0 0,-1 1 0,1-4 0,1 3 0,1-3 0,0 4 0,3-3 0,0 1 0,-1 2 0,-1-2 0,3 1 0,-4 1 0,0 2 0,3 0 0,1 1 0,-1-4 0,1 0 0,-4 0 0,5 2 0,1 0 0,0-2 0,3-3 0,-5 3 0,3-3 0,3 3 0,-2-3 0,2 0 0,-3-2 0,-4-1 0,2 0 0,-3 1 0,0 1 0,0 1 0,-2 0 0,-2-3 0,3 0 0,-1 0 0,4 3 0,-3 0 0,4 1 0,-1-1 0,-2-2 0,2 4 0,0-2 0,-1 0 0,0 1 0,-3-1 0,-1-2 0,2 2 0,0-1 0,0 1 0,0-2 0,-3 2 0,2 0 0,1 0 0,3-2 0,-3 2 0,-2-2 0,0-1 0,0 3 0,1 0 0,-2 0 0,1-3 0,-5 0 0,-2 0 0,4 0 0,-1 0 0,-3 3 0,-1 0 0,2 0 0,-2-3 0,5 0 0,-2 0 0,2 0 0,-2 0 0,3 0 0,-2-1 0,2-1 0,4-1 0,-6 0 0,3 3 0,-2 0 0,-3 0 0,4-3 0,-3 0 0,0 0 0,0 3 0,-3-3 0,0 0 0,1-4 0,1 3 0,-1 0 0,1 0 0,-1-3 0,0 1 0,-3-2 0,2 2 0,-1-2 0,-2 2 0,3-3 0,1 0 0,0 0 0,-1-1 0,0 1 0,-1 0 0,0 0 0,-2-1 0,0 1 0,1 0 0,-4-4 0,0 1 0,-3-2 0,3 2 0,-4-2 0,3-5 0,-2 0 0,0 1 0,0-4 0,-3 0 0,0-3 0,0 0 0,0 2 0,0 1 0,-1 0 0,-2 0 0,1 0 0,-3 4 0,-1 0 0,1 2 0,-1 2 0,-3 2 0,-1 1 0,1-1 0,0 3 0,-1 2 0,1-1 0,0 2 0,-2-2 0,0-2 0,-1 2 0,0 2 0,-1-2 0,0 1 0,-3-2 0,0-3 0,-1 1 0,-2-1 0,1 1 0,-1-1 0,0-1 0,1-2 0,-1 4 0,0-1 0,0 0 0,-3 0 0,2 1 0,-1-2 0,1 1 0,1-1 0,0 1 0,-3 3 0,-1-4 0,-1 1 0,1 0 0,0 2 0,0 4 0,-2 0 0,-4 0 0,5 0 0,-1-1 0,6 3 0,0 0 0,-3 0 0,2 1 0,-2 3 0,3-4 0,0 1 0,1 0 0,-2 2 0,-1-1 0,-1-1 0,-2 0 0,2 3 0,-4 0 0,1 0 0,-6 0 0,-3 0 0,-2 0 0,-1 0 0,-4 0 0,1 0 0,-2 1 0,4 2 0,6-2 0,8 3 0,2-1 0,1 0 0,2 4 0,4-4 0,-2 0 0,5-3 0,0 3 0,2 0 0,-2 0 0,-1-2 0,2 1 0,1 1 0,3 0 0,1-3 0,0 0 0,-3 0 0,0 1 0,2 2 0,1 0 0,0 0 0,1-3 0,-4 0 0,8 0 0,-3 1 0,4 2 0,0-2 0,0 7 0,0-3 0,-4 5 0,-1-1 0</inkml:trace>
  <inkml:trace contextRef="#ctx0" brushRef="#br1" timeOffset="6">23375 14053 8912,'0'-9'0,"0"0"0,0 2 0,0 1 0,0 0 0,0-3 0,0 2 0,0 1 0,-1 4 0,-1-2 0,-1 0 0,-1 3 0,1-2 0,0 1 0,-3 0 0,-1-1 0,-2-1 0,-4 4 0,2 0 0,-5 1 0,0 2 0,-2 0 0,-4 3 0,-3-3 0,-3 1 0,-3-1 0,2-2 0,-2 2 0,1 1 0,-1 0 0,2-1 0,-2-3 0,2 0 0,1 0 0,0 0 0,0 0 0,0 1 0,0 2 0,1-1 0,2 4 0,-1-3 0,1 3 0,-6 1 0,-2 1 0,-2-1 0,1-1 0,0 0 0,-3 4 0,-3-1-159,-1 0 0,1 4 159,3-1 0,-1 5 0,1-2 0,0 2 0,0-2 0,3 0 0,-1-4 0,1 1 0,1 0 0,-2 1 0,4 0 0,3 2 0,3-2 0,5 3 0,-2 0 0,-1 1 0,1 2 0,-3 0 0,1 2 0,-1 1 0,0-2 0,3 0 0,-2-1 0,3 0 0,-1 3 0,3-2 0,0 1 0,1-1 0,2-1 0,1-1 159,2 1 0,-1-1-159,2 1 0,2 3 0,-3-1 0,3 1 0,1-3 0,-1-1 0,1 1 0,3 0 0,0-1 0,-1 0 0,-2-3 0,3 2 0,0-4 0,-1 2 0,2 1 0,1-1 0,4 0 0,0-2 0,0 2 0,0-3 0,0 4 0,0-4 0,0 4 0,0-1 0,0 4 0,3 0 0,1-2 0,0 0 0,1-2 0,1 1 0,-3 2 0,4 3 0,-1-2 0,3 1 0,0-4 0,0-2 0,2 2 0,0-1 0,1 0 0,2-2 0,-2-4 0,0 4 0,3-1 0,1 0 0,2-6 0,2 2 0,2-2 0,-1-1 0,5 1 0,1-2 0,-1-2 0,0 0 0,2 1 0,-3-2 0,-1 2 0,0 1 0,1-1 0,-1 0 0,-2-3 0,-2 0 0,5 0 0,1 0 0,1 0 0,4-1 0,0-2 0,5 1 0,1-4 0,-3 1 0,4-1 0,-4-3 0,0 3 0,2-1 0,-3 0 0,1 0 0,1 0 0,-2 0 0,1 1 0,2-2 0,-2 1 0,-3 2 0,-3-1 0,-1 1 0,-5-1 0,0-2 0,0 5 0,-2-4 0,3 2 0,-1-1 0,3-1 0,3 1 0,3-3 0,-2 0 0,2-1 0,1 1 0,-1 0 0,0-1 0,-3 1 0,-1 0 0,-2 0 0,1-1 0,-5 1 0,5-3 0,-1-1 0,2 1 0,1 2 0,0 0 0,0-2 0,0 1 0,0-1 0,0-1 0,-1-1 0,0 1 0,-2-1 0,2-2 0,-2 0 0,-2-1 0,-2-2 0,0 0 0,1 1 0,-3-2 0,4 0 0,-1-2 0,0 1 0,-1-2 0,-2 2 0,-2-5 0,1 1 0,-5 1 0,2 0 0,-4 3 0,-1-1 0,-1-2 0,-1 1 0,0-2 0,-2 0 0,-4 3 0,1-3 0,-2 2 0,-1-2 0,0 2 0,0 5 0,0-4 0,-1-1 0,-1 0 0,-1 1 0,-4-1 0,0 1 0,2 3 0,-1-3 0,-1-1 0,-6 1 0,3-2 0,-2 2 0,0 1 0,0 2 0,-3 0 0,-3 0 0,-2 4 0,-2-1 0,-3 5 0,-6-1 0,-2-2 0,-5 3 0,-2 2 0,-4 1 0,-1 6 0,-2-1 0,21 1 0,-1 0-135,1 0 0,0 1 0,-26-2 135,9 3 0,2 3 0,7 0 0,3 4 0,6-2 0,2 2 0,1-1 0,2 3 0,-2 4 0,0 3 0,0 0 0,1 5 0,6 4 0,-3 3 0,3 3 0,-3 2 0</inkml:trace>
  <inkml:trace contextRef="#ctx0" brushRef="#br1" timeOffset="7">22090 15467 8912,'7'-8'0,"-2"0"0,-1 2 0,-1 0 0,-3-3 0,-1 2 0,-2 1 0,2 4 0,-4-2 0,2 4 0,0 0 0,-3 0 0,3 0 0,-3 0 0,0 0 0,-4 0 0,1 3 0,0 0 0,-1 5 0,1-2 0,-1 2 0,-3 1 0,2 1 0,-4-1 0,2 3 0,-2 1 0,-1 3 0,-3 0 0,0 4 0,-2 2 0,-2 0 0,0 1 0,2-1 0,-1 3 0,3-3 0,0-3 0,3 0 0,1 0 0,2-2 0,-1 0 0,1-3 0,1 0 0,2 2 0,1 0 0,-1 1 0,1 2 0,0-1 0,-1 1 0,0 4 0,-2 2 0,1 0 0,-1 0 0,1-1 0,2-2 0,0-3 0,-1 3 0,2-3 0,1-4 0,1-1 0,-1-1 0,1-3 0,0 3 0,0-3 0,1-1 0,-2-2 0,3-1 0,1-4 0,3 2 0,0-4 0,0 0 0</inkml:trace>
  <inkml:trace contextRef="#ctx0" brushRef="#br1" timeOffset="8">21355 16025 8912,'6'-9'0,"-1"-1"0,-1 1 0,0 1 0,0 2 0,-3 2 0,2 8 0,-3 2 0,-3 6 0,-3 5 0,-3 3 0,3 3 0,0 3 0,-1-1 0,-2 1 0,1 0 0,2 2 0,-1 0 0,3 0 0,-2 0 0,3 0 0,1-1 0,1-2 0,1 0 0,0-3 0,0-4 0,0-6 0,4-2 0,2 0 0,6-5 0,0-2 0,5-3 0,-2-3 0,4-2 0,3-5 0,0 0 0,3-2 0,1 0 0,-3-3 0,0-1 0,-1 2 0,2-3 0,-4 5 0,-4 2 0,-1 2 0,1 4 0,-3 5 0,-1 2 0,-4 7 0,-8 4 0</inkml:trace>
  <inkml:trace contextRef="#ctx0" brushRef="#br1" timeOffset="9">20675 16332 8912,'-8'-9'0,"1"-1"0,1 1 0,-2 0 0,0 0 0,0 2 0,2 1 0,0 4 0,3-1 0,2 2 0,-3 5 0,4 3 0,0 4 0,0 5 0,0 3 0,0 2 0,0 3 0,0 3 0,0-1 0,0-1 0,-1-2 0,-2 2 0,1 1 0,-3-4 0,1-2 0,2 0 0,-3-6 0,2-1 0,-1-6 0,1-1 0,2-4 0,-3 1 0,4-7 0,0-5 0,0-5 0,4-5 0,2-3 0,3-2 0,0-3 0,0 2 0,0 0 0,1 1 0,-1-1 0,-1 4 0,-1 1 0,1 6 0,-2 1 0,-1 3 0,1 1 0,-3 3 0,4 7 0,-4 9 0,0 3 0,-2 6 0,1-1 0,1 1 0,1 3 0,-1-1 0,3 1 0,3-3 0,-3-4 0,0 1 0,2-5 0,3 1 0,1-2 0,0-4 0,2-2 0,1-4 0</inkml:trace>
  <inkml:trace contextRef="#ctx0" brushRef="#br1" timeOffset="10">20852 16406 8912,'-1'-9'0,"-2"0"0,2 3 0,-7 2 0,4 5 0,-3 2 0,0 4 0,4 5 0,0-1 0,3 5 0,0-1 0,0 0 0,1-1 0,2-1 0,2-3 0,5 3 0,-1-6 0,0-1 0,1-4 0,-1 1 0,3-2 0,2-2 0,-1-2 0,1-3 0,-5-3 0,-3-4 0,-1 2 0,1-5 0,-1 4 0,-5-3 0,-1 2 0,-3 2 0,-1 0 0,-4 2 0,0 1 0,-1 1 0,1 3 0,0 4 0,-1 9 0,1 1 0</inkml:trace>
  <inkml:trace contextRef="#ctx0" brushRef="#br1" timeOffset="11">21085 16490 8912,'-5'-4'0,"1"-1"0,1-2 0,-1 1 0,1 4 0,-1-2 0,3 5 0,-2 2 0,2 2 0,1 5 0,0 0 0,0 2 0,-1 0 0,-2 3 0,2 0 0,-2 0 0,2-1 0,1-1 0,0-3 0,0 3 0,0-3 0,-3-1 0,0 1 0,-1-5 0,4-2 0,1-6 0,3-3 0,-2-6 0,4 0 0,-1-8 0,1 2 0,2-3 0,-1 2 0,0 1 0,0-1 0,-1 2 0,2 1 0,-3 3 0,1 3 0,-3 2 0,3 2 0,-3 2 0,4 4 0,-4 5 0,3 4 0,-3 5 0,3 4 0,-3 1 0,4 0 0,0-1 0,1 1 0,1-1 0,1 1 0,-1-5 0,4 0 0,2-5 0</inkml:trace>
  <inkml:trace contextRef="#ctx0" brushRef="#br1" timeOffset="12">21457 16443 8912,'-13'-4'0,"3"3"0,-3-2 0,0 2 0,-1 1 0,1 1 0,-1 2 0,-1 2 0,2 5 0,1-1 0,3 0 0,4 4 0,1-1 0,3 0 0,1-2 0,5 2 0,1 1 0,5-1 0,2-3 0,2 1 0,-3-1 0,5-3 0,-2 0 0,-1 0 0,-2 0 0,2 2 0,-2-2 0,0 2 0,-5 1 0,-1-3 0,-4 2 0,1-2 0,-3 2 0,-3-2 0,-2 2 0,-5-2 0,-2 3 0,0 0 0,-4 2 0,4-1 0,-4 1 0,4-5 0,0 2 0,2 2 0</inkml:trace>
  <inkml:trace contextRef="#ctx0" brushRef="#br1" timeOffset="13">21644 16481 8912,'0'-10'0,"0"1"0,0 0 0,0 4 0,0 1 0,0 8 0,0 2 0,0 6 0,-2 3 0,-1 3 0,2 1 0,-2-1 0,2 1 0,1 0 0,0-4 0,0 1 0,0 0 0,0 2 0,0-4 0,0-1 0,0-3 0,0-1 0,0 1 0,0-5 0,0-1 0,1-12 0,1-5 0,1-3 0,4-3 0,-4 0 0,4-2 0,-1-1 0,-1 3 0,2 4 0,-1 3 0,3-4 0,-3 5 0,0-2 0,1 7 0,2 3 0,0 2 0,1 2 0,-1 2 0,-3 3 0,0 7 0,-1-2 0,2 5 0,1-2 0,-2 2 0,-1-3 0,2-4 0,-4 2 0,3 1 0,-1-5 0,2 2 0,-1-4 0,1-2 0,2-3 0,-3-1 0,0-2 0,-2 0 0,2-7 0,-3 3 0,3-5 0,-1-2 0,1 2 0,0-4 0,-4 3 0,1-1 0,-1 1 0,3 1 0,-4 2 0,3 4 0,-4 0 0,0 4 0,0-1 0,0 6 0,0 3 0,1 2 0,2 2 0,-2-1 0,8 0 0,-4 0 0,4-3 0,0-3 0,1-2 0,-5-1 0,3 0 0,-3 0 0,2 0 0,-1 0 0,-3 0 0,3 0 0,0 0 0,0 0 0,1 0 0,-4 0 0,3 0 0,-3 0 0,3 0 0,-3 0 0,4 0 0,-1 0 0,3 0 0,0 0 0,1 0 0,-1-3 0,0 0 0,1-5 0,-1 2 0,-4-2 0,-2-1 0,1-1 0,-1 1 0,-4 1 0,-5 1 0,-5-1 0,-3 3 0,0 0 0,-3 2 0,0 1 0,-2-1 0,4 2 0,-1-3 0,8 3 0,-1 1 0,1 5 0,3 0 0,1 4 0</inkml:trace>
  <inkml:trace contextRef="#ctx0" brushRef="#br1" timeOffset="14">22295 16304 8912,'-4'-13'0,"3"2"0,-2-1 0,-1 5 0,1 0 0,0 5 0,3-1 0,0 6 0,0 3 0,0 8 0,0 5 0,0 2 0,1 5 0,1-1 0,1 1 0,0 1 0,-3 0 0,1 1 0,2 0 0,-2-3 0,2 0 0,2-4 0,-4 1 0,3-3 0</inkml:trace>
  <inkml:trace contextRef="#ctx0" brushRef="#br1" timeOffset="15">22416 16341 8912,'-1'-5'0,"-2"2"0,-2 2 0,-4 1 0,-1 4 0,1 3 0,1 4 0,1 1 0,0 4 0,4 0 0,-3-2 0,3 2 0,0-2 0,3 2 0,0 0 0,0-3 0,1-1 0,1-2 0,2-1 0,1 0 0,2-4 0,6-2 0,-2-2 0,5-1 0,-1-1 0,4-2 0,-1-2 0,1-4 0,-3-4 0,-1 1 0,0-3 0,0 1 0,-3 0 0,-1-3 0,-3 1 0,-2 0 0,-2 0 0,-4 3 0,0-2 0,0 2 0,-1 4 0,-2 3 0,1 4 0,-4-1 0,4 3 0,-1 3 0,2 5 0,1 4 0,0 5 0,0-2 0,1 0 0,2 0 0,2 0 0,4 0 0,1-1 0,-1-1 0,0-2 0,1 1 0,2-6 0,0-3 0,1-2 0,-4-1 0,-3 0 0,1 0 0,-2-4 0,1-2 0,1-3 0,-3-4 0,1-1 0,-1-1 0,0-2 0,-1 1 0,-2 2 0,2-2 0,-2 8 0,-1-1 0,0 1 0,0 3 0,1 1 0,1 6 0,1 3 0,-1 5 0,0 2 0,2 0 0,-2-1 0,4 1 0,-3 0 0,3 0 0,0-5 0,4 3 0,-4-4 0,0 0 0,0-2 0,5-4 0,0-1 0,1-2 0,1-2 0,-4-5 0,3-2 0,1 0 0,-1-6 0,-2-1 0,-1 1 0,0-4 0,0 3 0,-3 0 0,-1 0 0,-3 2 0,1 1 0,0 3 0,-3 8 0,3 2 0,0 6 0,4 2 0,-4 4 0,4 4 0,-1-1 0,-1 3 0,0-1 0,0-1 0,-3 1 0,-1 2 0,-1 0 0,-4-3 0,-3 0 0,-5 0 0,-4-1 0,-1 1 0,-2-4 0,-8 5 0,-2 0 0</inkml:trace>
  <inkml:trace contextRef="#ctx0" brushRef="#br1" timeOffset="16">23477 16239 8912,'-6'0'0,"1"1"0,1 2 0,1 6 0,3 8 0,0 3 0,0 5 0,0 6 0,0 3 0,0 3 0,0 0 0,0 0 0,0 0 0,0-1 0,0-2 0,0-3 0,0-6 0,-4-2 0,-3-4 0,-1-1 0,-1 1 0</inkml:trace>
  <inkml:trace contextRef="#ctx0" brushRef="#br1" timeOffset="17">23440 16304 8912,'4'-5'0,"1"-3"0,6 1 0,1-1 0,-1 0 0,1 2 0,-2 2 0,0 3 0,-1 1 0,0 0 0,0 1 0,-2 3 0,-1 2 0,-1 2 0,1 1 0,-2 2 0,-4 1 0,0-1 0,0 5 0,-1-4 0,-2 4 0,-2-1 0,0 0 0,-3 1 0,2-3 0,-7 3 0,-1-1 0</inkml:trace>
  <inkml:trace contextRef="#ctx0" brushRef="#br1" timeOffset="18">23747 16230 8912,'-9'-7'0,"0"1"0,-1 4 0,1-1 0,0 2 0,0 1 0,-4 4 0,1 2 0,-1 7 0,4 2 0,1 3 0,1 0 0,0 1 0,4 0 0,-3-2 0,3-1 0,0 0 0,3-3 0,0-1 0,0-3 0,4-4 0,2-1 0,2-3 0,2-1 0,3-6 0,3-3 0,0-4 0,1-6 0,-3 0 0,0 1 0,2-4 0,0 0 0,-3 4 0,0 2 0,-6 5 0,-1-1 0,-1 1 0,1 2 0,-1 4 0,-5 2 0,0 6 0,0 2 0,0 4 0,0 4 0,0-1 0,0 1 0,0 0 0,0-3 0,0 3 0,4-3 0,1-2 0,4-2 0,0-2 0,1-3 0,-1-2 0,0-3 0,0-2 0,-3-6 0,1 1 0,-4-1 0,3 2 0,-2 0 0,-1 1 0,-3 0 0,0 0 0,0-1 0,0 5 0,0 1 0,1 4 0,2 0 0,-1 0 0,4 0 0,-3 3 0,3 0 0,2-1 0,0-1 0,1-1 0,0 0 0,1 0 0,-2-1 0,-2-2 0,3 2 0,-5-7 0,2 2 0,-1 1 0,-2 2 0,-2 6 0,2 4 0,-2 5 0,-1 4 0,0 6 0,-1 5 0,-1 5 0,-1 4 0,-1 0 0,1 4 0,1-3 0,-4-3 0,3-2 0,-4-4 0,4-5 0,-3-5 0,1-3 0,-1-6 0,-6-3 0,3 0 0,-2-2 0,-3-2 0,0-1 0,-5-1 0,-4-4 0,-5-2 0,-5-3 0</inkml:trace>
  <inkml:trace contextRef="#ctx0" brushRef="#br1" timeOffset="19">22314 16964 8912,'-6'-6'0,"-1"1"0,0 1 0,-1 2 0,0 5 0,1 4 0,4 3 0,2 3 0,1 3 0,0-1 0,0 0 0,0 1 0,0-1 0,0 4 0,0-2 0,0-1 0,0 1 0,0-5 0,0 0 0,1-2 0,2-1 0,-2 0 0,4-6 0,-5-6 0,0-3 0,0-9 0,3-1 0,0-3 0,0 1 0,-3-1 0,1 1 0,2-1 0,-1 1 0,3 3 0,0 2 0,1-1 0,0 4 0,3-3 0,0 7 0,1 2 0,-1 4 0,0 4 0,1 2 0,-1 6 0,0 0 0,-3 4 0,1-4 0,-1 4 0,2-4 0,-1-1 0,0 0 0,-4-2 0,3 0 0,-3-3 0,3 1 0,-3-5 0,4 1 0,-4-3 0,3-3 0,-4-4 0,1-5 0,1 1 0,-1-5 0,0 2 0,-2-3 0,1 2 0,2-2 0,-1 4 0,-3 0 0,0 6 0,0 1 0,0 4 0,1-2 0,2 4 0,-1 4 0,4 2 0,-1 3 0,2 3 0,0 1 0,0 2 0,1-4 0,1 1 0,2-1 0,1-2 0,-1-3 0,1 0 0,-2-4 0,0 2 0,2-4 0,0-4 0,0-2 0,-2-2 0,-4-1 0,1-1 0,-4 1 0,3 0 0,-4 0 0,1-1 0,-2 4 0,-1 0 0,0 4 0,0-7 0,0 8 0,0-3 0,0 0 0,-3 2 0,0-4 0,-4 4 0,2-5 0,-5 3 0,1 1 0,0 3 0,-1 0 0,1 0 0,3 0 0,0 0 0,3 0 0,-4 1 0,4 3 0,0-2 0,3 4 0,4 0 0,1 3 0</inkml:trace>
  <inkml:trace contextRef="#ctx0" brushRef="#br1" timeOffset="20">22854 16908 8912,'-5'-5'0,"0"1"0,6 4 0,3 0 0,1 4 0,4 3 0,0 1 0,1 1 0,-2 0 0,-1 1 0,-2-1 0,-1 0 0,3 1 0,-4-1 0,0 0 0,-2-1 0,2-1 0,-2 1 0,3-7 0,-4-1 0,0-6 0,0-7 0,0-1 0,1-2 0,2 1 0,2-1 0,5-2 0,-1 2 0,0 1 0,1 3 0,-1 0 0,4-2 0,2-1 0,4-4 0</inkml:trace>
  <inkml:trace contextRef="#ctx0" brushRef="#br1" timeOffset="21">23124 16899 8912,'-3'6'0,"-1"1"0,-2-4 0,3 3 0,-1-1 0,1 1 0,2 3 0,-3-8 0,5 3 0,2-4 0,3 0 0,2 0 0,3-4 0,1-3 0,-1-2 0,5-3 0,-2 1 0,2-2 0,-4 0 0,-1 1 0,-3-1 0,-2 0 0,1 3 0,-3-2 0,-1-2 0,-3 2 0,-4-1 0,-4 5 0,-3 2 0,-5 3 0,-1 2 0,-2 1 0,1 4 0,-1 2 0,0 7 0,1 6 0,0 4 0,3 5 0,1 1 0,5 2 0,1-2 0,1 2 0,7-2 0,9-3 0,4-1 0,6-3 0,6-8 0,-1-4 0,3-2 0,1-5 0,1 0 0,2-3 0,-3-4 0,0-2 0,0-7 0,-4-1 0</inkml:trace>
  <inkml:trace contextRef="#ctx0" brushRef="#br1" timeOffset="22">26224 14909 8912,'-16'-3'0,"2"-1"0,0-1 0,3 1 0,6 1 0,4 5 0,3 4 0,5 2 0,-1 7 0,2 1 0,2 2 0,0 1 0,2 0 0,0 0 0,3 3 0,0 2 0,1 4 0,1-1 0,3 1 0,-2 4 0,4 2 0,2 10 0,-12-21 0,2 1 0,0 2 0,1-1 0,0 2 0,1 0 0,1 2 0,2 2-292,-1 1 0,1 1 1,-1 0-1,1 1 292,1 0 0,1 0 0,-3 0 0,1-2 0,-2-3 0,0-2 0,-1 0 0,0-1-139,12 17 1,-13-21 0,0 0 138,13 15 0,1-3 0,-7-9 0,0-2 0,-2-5 0,-1 0 0,-5-3 0,-3-1 0,-1-5 0,-2 0 0,-2 1 0,-2-4 1114,-4 0-1114,4-4 468,-2 2-468,2-4 0,-4 0 0,0-4 0,0-2 0,0-2 0,4-10 0,1-2 0</inkml:trace>
  <inkml:trace contextRef="#ctx0" brushRef="#br1" timeOffset="23">28588 14611 8912,'-5'-4'0,"-2"2"0,3-4 0,-2-1 0,4 1 0,-1 0 0,-1 5 0,1 1 0,0 5 0,-1 4 0,-1 4 0,-5 4 0,1 3 0,0 5 0,-5 6 0,-1 5 0,-4 6 0,-3 4 0,10-20 0,0 1 0,-4-1 0,1 0 0,0 4 0,0-1 0,-2 3 0,-1-1 0,1 2 0,-1 1-82,0 0 1,0 0-1,-1 1 1,0-1 0,-1-1-1,-1 0 1,0 0 0,-2 0 81,-1-1 0,-1 0 0,0 1 0,0-1-291,-2 1 0,1 0 0,2 0 0,0 0 291,2-4 0,1 1 0,1-1 0,0 1 0,-2-3 0,0 1 0,-1 3 0,0-1 0,-2 0 0,0 0 0,1-2 0,1 0-127,2-1 0,1-1 1,2-2-1,1-1 127,-8 18 0,3 1-47,7-8 0,1-1 47,5-8 0,1-2 266,1-5 0,0 0-266,4-3 0,-1-5 1153,1-7-1153,2-2 609,-3-1-609,4-4 0,-4-6 0,-2-4 0</inkml:trace>
  <inkml:trace contextRef="#ctx0" brushRef="#br1" timeOffset="24">26736 16620 8912,'-1'-6'0,"-1"0"0,-3 0 0,0-1 0,-2 2 0,-1 1 0,-2 2 0,1 1 0,0 1 0,-1 2 0,1 4 0,1 5 0,2 7 0,-3 6 0,3 4 0,2 1 0,1 5 0,2 1 0,1 1 0,0 0 0,0-2 0,4-3 0,2-6 0,6-3 0,0-7 0,4-2 0,-4-7 0,1-2 0,-1-6 0,0-4 0,0-6 0,1-6 0,-1-4 0,1-5 0,-4-4 0,-1 0 0,-1 3 0,-3-3 0,-4 0 0,0 4 0,0 2 0,-7 5 0,-3 2 0,-5 1 0,-1 8 0,-1 1 0,-2 8 0,3 3 0,1 2 0,-1 6 0,2 6 0,4-1 0,3 6 0,5-3 0,2 0 0,6 0 0</inkml:trace>
  <inkml:trace contextRef="#ctx0" brushRef="#br1" timeOffset="25">27015 16704 8912,'-5'9'0,"-3"2"0,5 1 0,0 3 0,3 7 0,0 4 0,0 4 0,0 3 0,0 4 0,1 0 0,2 1 0,3-2 0,3-2 0,0 2 0,1-3 0,-2 0 0,-2-2 0,2-6 0,-3 2 0,5-3 0</inkml:trace>
  <inkml:trace contextRef="#ctx0" brushRef="#br1" timeOffset="26">26978 16778 8912,'0'-9'0,"1"1"0,2 2 0,-1 0 0,4 4 0,1-1 0,2 1 0,3 5 0,0 3 0,2 3 0,-2 0 0,-1 4 0,1 3 0,-5 1 0,-2 2 0,0-1 0,-3-3 0,-1 3 0,-1-3 0,0 3 0,0 0 0,-4 1 0,-3 0 0,-1-1 0,-1 1 0,-1-5 0,1 4 0,0-4 0</inkml:trace>
  <inkml:trace contextRef="#ctx0" brushRef="#br1" timeOffset="27">27276 16834 8912,'0'9'0,"1"5"0,1 1 0,1 4 0,-1 3 0,2 2 0,0 6 0,1 1 0,3-1 0,0 2 0,1-1 0,-3 8 0,1-2-394,-5-2 1,-2 1-1,-6-3 1</inkml:trace>
  <inkml:trace contextRef="#ctx0" brushRef="#br1" timeOffset="28">27257 16797 8912,'4'-9'0,"-2"2"0,4 1 0,1 0 0,2-2 0,0 2 0,0 2 0,2 0 0,1 1 0,-1 1 0,1 5 0,-2 2 0,0 5 0,-5 3 0,-2 3 0,-2 1 0,-1 2 0,-1-1 0,-2 1 0,0 0 0,-7-1 0,3 4 0,-5 0 0,-2-1 0,2-2 0,-5-2 0,2-1 0,-3 2 0,0-4 0</inkml:trace>
  <inkml:trace contextRef="#ctx0" brushRef="#br1" timeOffset="29">27471 16871 8912,'0'10'0,"-1"0"0,-2 2 0,2-1 0,-2 2 0,2-1 0,1 1 0,0-1 0,0-2 0,0-4 0,0 0 0,4-4 0,2 1 0,2-2 0,2-6 0,-1-4 0,0-2 0,1-4 0,0-1 0,0-2 0,1-1 0,-3 1 0,-5 0 0,0 3 0,-2-3 0,-1 2 0,0 3 0,0 1 0,-4 1 0,-2 3 0,-2 2 0,-2 3 0,-3 2 0,2 5 0,-2 1 0</inkml:trace>
  <inkml:trace contextRef="#ctx0" brushRef="#br1" timeOffset="30">27713 16657 8912,'-9'-3'0,"-1"0"0,0 1 0,-2 1 0,1 1 0,-1 0 0,-2 4 0,2 2 0,0 4 0,-2 2 0,5-1 0,0 5 0,0-5 0,6 2 0,0 0 0,3 0 0,1-1 0,2-3 0,2 1 0,5-1 0,-1-3 0,0 0 0,2-3 0,1 4 0,-2-5 0,3 2 0,-2-1 0,2 0 0,-3 3 0,2-3 0,-1 3 0,-2-2 0,-3 0 0,0-1 0,-2-2 0,1 3 0,-1 0 0,-2 0 0,-5 2 0,-2 3 0,-5-3 0,1 2 0,0 1 0,-4-2 0,1-1 0,0 0 0,-2 3 0,0 1 0</inkml:trace>
  <inkml:trace contextRef="#ctx0" brushRef="#br1" timeOffset="31">27825 16732 8912,'-5'0'0,"0"1"0,5 2 0,0-1 0,0 4 0,0 0 0,0 4 0,0-1 0,0 0 0,0 1 0,0-1 0,0 0 0,0 0 0,4 1 0,-1-1 0,4 0 0,-2 5 0,4 0 0</inkml:trace>
  <inkml:trace contextRef="#ctx0" brushRef="#br1" timeOffset="32">27806 16657 8912,'-17'-6'0,"0"0"0,2-1 0,3 3 0,3-2 0,6 3 0,2 2 0,5-4 0,3 3 0,4-2 0,5-1 0,2-1 0,0-4 0</inkml:trace>
  <inkml:trace contextRef="#ctx0" brushRef="#br1" timeOffset="33">27955 16416 8912,'-6'-4'0,"0"1"0,-1 0 0,2 5 0,1 3 0,1 7 0,0 4 0,0 2 0,3 7 0,0 0 0,0 4 0,0 0 0,0 2 0,3 4 0,0-4 0,5 0 0,2-4 0,-1 1 0,3 0 0,-1-5 0,-2-4 0,0-6 0,1-7 0,-1-2 0,0-4 0,1-1 0,-1-2 0,3-3 0,1-6 0,3-3 0,0-3 0,-2-4 0,2 0 0,-5 0 0,2 4 0,-6-1 0,-2 2 0,-1 1 0,-2 4 0,-1 1 0,-1 2 0,0 4 0,-4 2 0,-2 6 0,-2 5 0,-2 5 0,1 6 0,1 0 0,0 1 0,2-1 0,4 0 0,-1-1 0,2-2 0,1-1 0,5-4 0,5-2 0,0-4 0,5-5 0,1-1 0,3-2 0,-1-3 0,0-6 0,-2-1 0,0-1 0,-4-2 0,4-3 0,-6 2 0,-1 1 0,1-1 0,-9 2 0,3-3 0</inkml:trace>
  <inkml:trace contextRef="#ctx0" brushRef="#br1" timeOffset="34">27918 16685 8912,'-18'9'0,"4"-2"0,5-1 0,5-4 0,11 1 0,5-10 0,13-5 0,6-12 0,-10 9 0,1 0 0,3-3 0,0 1 0,4-3 0,0 0 0,1-3 0,1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4.680"/>
    </inkml:context>
    <inkml:brush xml:id="br0">
      <inkml:brushProperty name="height" value="0.053" units="cm"/>
      <inkml:brushProperty name="color" value="#FF0000"/>
    </inkml:brush>
  </inkml:definitions>
  <inkml:trace contextRef="#ctx0" brushRef="#br0">6849 7427 8912,'-2'-22'0,"-4"-3"0,-3 0 0,-1 0 0,1 2 0,3 6 0,4 0 0,-4 0 0,4 7 0,2 4 0,0 12 0,2 7 0,4 8 0,4 0 0,7 10 0,-2 3 0,-3 5 0,3 8 0,-4-1 0,-3 4 0,0 1 0,-3 1 0,1 0 0,0-7 0,-6-1 0,0-2 0,0-3 0,0-5 0,0-5 0,0-5 0,0-6 0,0-9 0,0-5 0,0-15 0,-2-12 0,-4-8 0,-5-3 0,1-6 0,-1-1 0,5-8 0,-5-3 0,7-1 0,-2-10 0,4 13 0,2-2 0,0 10 0,0-3 0,0 10 0,0-5 0,2 15 0,2-3 0,3 7 0,3 3 0,7 3 0,6 4 0,6-3 0,-6 8 0,7-1 0,-1 1 0,9 4 0,2-4 0,1-1 0,-7 1 0,0 0 0,-1 6 0,-4 0 0,-6 0 0,-6 2 0,-6 4 0,-5 5 0,-12 12 0,-5-2 0,-12 8 0,2 0 0,-8 5 0,0 0 0,-5 1 0,2-3 0,3-1 0,6-4 0,4-3 0,3-1 0,5-5 0,-2-1 0,7 0 0,0-7 0,16-3 0,7-7 0,8 0 0,9 0 0,8-2 0,2-2 0,2-1 0,0 1 0,-8-4 0,2 3 0,-11-1 0,-6 6 0,-6 7 0,-5 5 0,-5 3 0,-9 4 0,-3 4 0,-7 6 0,-11-2 0,-5 1 0,-5-7 0,-1 2 0,1-4 0,4-2 0,-3 1 0,3-1 0,-1-2 0,-1-3 0,4-7 0,3-3 0,1-2 0,5 0 0,9-7 0,3-5 0,19-3 0,-1-10 0,13-2 0</inkml:trace>
  <inkml:trace contextRef="#ctx0" brushRef="#br0" timeOffset="1">7641 7496 8912,'-18'0'0,"1"0"0,0 0 0,-6 0 0,0 0 0,0 0 0,-2 0 0,4 0 0,-7 0 0,7 0 0,-2 0 0,9 8 0,3 3 0,5 5 0,-5 1 0,7 2 0,-2 2 0,4 4 0,2 1 0,2-3 0,4 6 0,-2-8 0,7 2 0,-5-6 0,5-5 0,-5 1 0,5-7 0,1-1 0,5-6 0,0-5 0,-5-4 0,-1-7 0,1-6 0,5 0 0,-6-2 0,1 3 0,-3 2 0,3-3 0,1 4 0,-7 2 0,7 2 0,-3 2 0,0 1 0,5 8 0,-6-3 0,9 14 0,-1 5 0,-2 3 0,-1 2 0,-3 2 0,2 4 0,3-4 0,1 4 0,-2-9 0,-3-3 0,3 1 0,-5-3 0,7-1 0</inkml:trace>
  <inkml:trace contextRef="#ctx0" brushRef="#br0" timeOffset="2">7985 7410 8912,'0'17'0,"0"1"0,0-7 0,0 1 0,2-7 0,3 7 0,5-7 0,7 5 0,0 0 0,1-1 0,-5 3 0,4 5 0,-9 0 0,9 0 0,-5 0 0,-1 1 0,2 4 0,-7 1 0,-2 0 0,-2 2 0,-2-6 0,0 4 0,0-9 0,0-3 0,-8-7 0,6 2 0,-3-14 0,3-9 0,2-10 0,0-13 0,7-10 0,5-7 0,11-8 0,5 2 0,5 4 0,1 1 0,8 5 0,4 1 0,2 8 0,-2 4 0,11-4 0,-3 0 0</inkml:trace>
  <inkml:trace contextRef="#ctx0" brushRef="#br0" timeOffset="3">22750 6946 8912,'-17'8'0,"-1"1"0,3 3 0,2-3 0,3 1 0,1 1 0,1 8 0,0 8 0,1 6 0,3 1 0,-2 2 0,2 4 0,2 0 0,2 8 0,0 2 0,0-2 0,2-1 0,2 5 0,2-2 0,-2-4 0,-2-12 0,-2-11 0,0-4 0,7-9 0,3-3 0</inkml:trace>
  <inkml:trace contextRef="#ctx0" brushRef="#br0" timeOffset="4">22698 7015 8912,'-7'-10'0,"5"3"0,-14 7 0,22-6 0,2-2 0,11 1 0,10-1 0,9 0 0,4 4 0,0-1 0,0 1 0,-2 2 0,-5 2 0,-9 6 0,-5 3 0,-7 5 0,-8 5 0,-6 9 0,-6 1 0,-11 5 0,-12 7 0,-6-5 0,-5 4 0,-2-4 0,4-1 0,-2-3 0,11-3 0,4-4 0,2-8 0,4 0 0,10-7 0,3-3 0,12-7 0,9 0 0,10 0 0,2 0 0,3 0 0,3-5 0,1-1 0,6 0 0,0 6 0,-1 0 0,-11 0 0,-3 8 0,-8 3 0,-1 6 0,-5 4 0,-7 4 0,-8 2 0,-7 2 0,-12 5 0,-6 0 0,-11 1 0,4-1 0,-5 1 0,7-9 0,5-3 0,-1 2 0,7-4 0,2-6 0,2-7 0,7-6 0,1-2 0,7-2 0,-2-4 0,12-11 0,5-12 0,5-11 0,1-4 0</inkml:trace>
  <inkml:trace contextRef="#ctx0" brushRef="#br0" timeOffset="5">23266 7410 8912,'-29'17'0,"3"-1"0,-1-1 0,0 2 0,8-3 0,2 8 0,0 0 0,5 0 0,4-1 0,3 8 0,5 0 0,5-2 0,13-3 0,10-6 0,5-9 0,1-3 0,1-4 0,-1-2 0,1-2 0,-1-4 0,0-9 0,1-8 0,-8-8 0,-4 3 0,-4-5 0,-2-1 0,-8-1 0,-3 1 0,-8 2 0,-9 3 0,-3 4 0,-14 8 0,-7 0 0,-7 1 0,-2 5 0,-4 5 0,6 6 0,2 6 0,4 3 0,1 9 0,9-1 0,3 0 0,11-5 0,7-1 0,10 0 0,5 7 0</inkml:trace>
  <inkml:trace contextRef="#ctx0" brushRef="#br0" timeOffset="6">23628 7238 8912,'0'12'0,"0"-1"0,7-7 0,-5 4 0,13-1 0,-5 3 0,7 7 0,0 0 0,6 2 0,0 4 0,8-4 0,-2 4 0,3 2 0,2-2 0,1 0 0,-1-6 0,-1-2 0,-5-3 0,-3 1 0,-7-7 0,-1 0 0,0-14 0,0-1 0</inkml:trace>
  <inkml:trace contextRef="#ctx0" brushRef="#br0" timeOffset="7">24144 7118 8912,'-27'0'0,"2"0"0,8 0 0,-2 2 0,-4 4 0,2 5 0,-8 12 0,-5 6 0,-8 15 0,-2 11 0,-4 12 0,6 11 0,2-3 0,11 5-925,6-6 925,4 1 0,2-14 0,0-2 0</inkml:trace>
  <inkml:trace contextRef="#ctx0" brushRef="#br0" timeOffset="8">29737 9319 8912,'15'-2'0,"-4"-4"0,-9 2 0,-7-7 0,-1 5 0,6-5 0,0 5 0,0-6 0,0 7 0,0-7 0,0 8 0,-2-3 0,-4 7 0,-3 9 0,-9 8 0,-1 8 0,-4 12 0,-5 3 0,-5 6 0,-3-1 0,-4 7 0,1-4 0,-6 9 0,6-5 0,-1-7 0,10-2 0,1-9 0,8-7 0,-2-4 0,4-12 0,9-3 0,1-8 0,3 0 0,2 0 0,-7 0 0,7 2 0,-2 3 0,4-3 0,2 6 0,0-8 0</inkml:trace>
  <inkml:trace contextRef="#ctx0" brushRef="#br0" timeOffset="9">29358 9370 8912,'-8'10'0,"-1"-3"0,-3-5 0,1 4 0,5-2 0,-5 9 0,-3 6 0,-1 0 0,-4 10 0,-2 4 0,-2 5 0,-2 12 0,2 7 0,4 0 0,-4-5 0,6-3 0,5-3 0,3 0 0,5-12 0,-2-7 0,2-6 0,4-6 0,6-3 0,-2-4 0,7-8 0,9-2 0,8-4 0,5-4 0,1-7 0,1 0 0,-1 0 0,6-6 0,0 0 0,6 0 0,-6 6 0,0 0 0,-5-1 0,-1-6 0,1-3 0</inkml:trace>
  <inkml:trace contextRef="#ctx0" brushRef="#br0" timeOffset="10">30201 8734 8912,'0'-11'0,"-2"-1"0,-3-1 0,1 5 0,-8 2 0,1 6 0,1 6 0,-7 11 0,2 14 0,-6 7 0,0 8 0,7 6 0,5 5 0,1 4 0,4 0 0,2 2 0,2-11 0,0 1 0,0-13 0,8-7 0,3-10 0,5-12 0,1-5 0,0-8 0,0-9 0,6-10 0,0-20 0,6-2 0,-6-9 0,0-2 0,-6-3 0,0 2 0,0-8 0,-7 7 0,-4 1 0,-4 5 0,-2 4 0,-10 8 0,-7-2 0,0 13 0,-6 10 0,-4 8 0,-2 9 0,4 1 0,3 5 0,-1 6 0,5 11 0,-3 1 0,10 5 0,3 4 0,2-7 0,5 1 0,8 6 0,3-7 0</inkml:trace>
  <inkml:trace contextRef="#ctx0" brushRef="#br0" timeOffset="11">30494 8786 8912,'-35'0'0,"9"-6"0,3 0 0,11 1 0,5 6 0,7 5 0,0 11 0,0 12 0,7 3 0,5 3 0,3 5 0,2 0 0,0 2 0,1-2 0,1-3 0,2 1 0,2-8 0,-2-7 0,-2-4 0,-2-1 0,-6-9 0,1-3 0,-2-6 0,3-6 0,-2-5 0,-5-12 0,6-6 0,-9-3 0,3-3 0,-2-5 0,2 0 0,-4-8 0,5 4 0,-1 0 0,0 4 0,1 12 0,-1 5 0,-4 4 0,4 1 0,-4 9 0,0 5 0,3 15 0,-3 9 0,4 14 0,-4 0 0,-2 1 0,0-1 0,0 0 0,6-5 0,-1 0 0,3-8 0,-4 2 0,3-6 0,3-6 0,-4 3 0,5-9 0,1 1 0,5-6 0,0-2 0,0-3 0,1-13 0,-1-10 0,0-12 0,0-4 0</inkml:trace>
  <inkml:trace contextRef="#ctx0" brushRef="#br0" timeOffset="12">30958 8476 8912,'-17'0'0,"0"0"0,0 0 0,5 0 0,1 0 0,7 8 0,-2 3 0,4 5 0,2 1 0,0 8 0,0 3 0,2 5 0,4 1 0,-2 8 0,7 4 0,-7-2 0,2 2 0,-4 0 0,-2 5 0,0-7 0,0-4 0,0-11 0,0-6 0,0 4 0,0-1 0</inkml:trace>
  <inkml:trace contextRef="#ctx0" brushRef="#br0" timeOffset="13">30855 8837 8912,'0'-17'0,"0"0"0,0 5 0,0 1 0,0 7 0,2-5 0,4 3 0,3 4 0,9-4 0,-7 4 0,1 2 0,-1 0 0,6 0 0,6-2 0,0-3 0,0 1 0,-6-8 0,0 1 0,1-6 0</inkml:trace>
  <inkml:trace contextRef="#ctx0" brushRef="#br0" timeOffset="14">31182 8459 8912,'-17'0'0,"5"-2"0,1-4 0,7 4 0,-9-3 0,7 10 0,0 11 0,6 7 0,0 2 0,0-3 0,0 3 0,0 4 0,0 5 0,2-3 0,2 3 0,2-1 0,7-3 0,-1 5 0,-3-7 0,3 1 0,-1-8 0,6 2 0,-1-10 0,-5-1 0,6-8 0,1 1 0,-1-5 0,6-5 0,-4-5 0,0-7 0,2-2 0,2-4 0,6 2 0,-6-8 0,-2 8 0,-10-2 0,2 4 0,-7 2 0,8 7 0,-13 5 0,5 10 0,-4 5 0,-2 7 0,0 0 0,0 1 0,-6 4 0,1 1 0,-1 0 0,6-6 0,0 1 0,0-1 0,0 0 0,0 0 0,8-7 0,3-6 0,4-8 0,-3-6 0,-1-7 0,1-8 0,5-2 0</inkml:trace>
  <inkml:trace contextRef="#ctx0" brushRef="#br0" timeOffset="15">31526 8493 8912,'-44'8'0,"-2"-6"0,12 4 0,3-4 0,14-2 0,8 0 0,1 0 0,10 0 0,4 0 0,5 0 0,4 0 0,3 0 0,6 0 0,5 0 0,4-2 0,1-4 0,-5 4 0,-1-4 0,-7 4 0,2 2 0,-3 2 0,-3 2 0,0 2 0,0-2 0,-5 3 0,-1-1 0,-7 2 0,2-3 0,-6-3 0,-6 6 0,-6 0 0,-3-6 0,-2 3 0,0-3 0,0-2 0,-1 0 0,7 0 0,-1 0 0,9 0 0,-5 0 0,8 0 0,0 0 0,8-7 0,-7 5 0,7-6 0,-8 8 0,0-2 0,0-4 0,0 4 0,0-5 0,0 9 0,0 3 0,0-1 0,0 8 0,0-1 0,0 6 0,2-1 0,4-5 0,-2 4 0,7-3 0,2 3 0,10 2 0,-2-5 0,8-1 0,-6-7 0,6 2 0,-6-4 0,5-2 0,1 0 0,5 0 0</inkml:trace>
  <inkml:trace contextRef="#ctx0" brushRef="#br0" timeOffset="16">31939 8597 8912,'-9'7'0,"-1"-3"0,4 7 0,5-7 0,-7 4 0,8-8 0,0 0 0,8 0 0,3 0 0,4 0 0,3 6 0,-1 1 0,0 1 0,0 0 0,-2 5 0,-3-2 0,1 5 0,-7 1 0,7 0 0,-11 0 0,6 1 0,-8-9 0,0-3 0,0-12 0,2-5 0,4-12 0,-3 2 0,9-8 0,-1 6 0,7-6 0,-1 8 0,0-2 0,8-1 0,4 1 0,3-2 0,2 2 0,1 4 0,-1-4 0,-5 6 0,-2 3 0,0 3 0,-1-2 0,-5 3 0,2-1 0,-4 7 0,-3-6 0,-5 4 0,-5-1 0,-12-7 0,-5 3 0,-7 7 0,-4-2 0,1 4 0,-8 2 0,6 0 0,-6 0 0,2 8 0,-1 4 0,3 3 0,8 2 0,-1 0 0,1 0 0,8 6 0,3 0 0,4-2 0,2-2 0,6 4 0,0 0 0,13 0 0,-2-6 0,6 6 0,0 0 0,-4 0 0,4-6 0,-4 2 0,-2 4 0,0-4 0,1 4 0,-9-3 0,-3-3 0,-2 2 0,1 4 0,-3-4 0,4 4 0,-12-4 0,-5-2 0,-6 6 0,-6 0 0,2 6 0,-8-7 0,2 7 0,-1-6 0,-7 10 0,1 1 0,-1 8 0,-5 10 0,2-3 0,-2-3 0,-4 11 0,-8-3 0</inkml:trace>
  <inkml:trace contextRef="#ctx0" brushRef="#br0" timeOffset="17">29478 14167 8912,'0'-9'0,"0"-7"0,0 5 0,8 1 0,2-1 0,3-4 0,4-6 0,0-6 0,18-9 0,9-5 0,9-4 0,16-13 0,-28 26 0,0-1 0,4-2 0,0 0 0,4-3 0,0 1 0,-3 0 0,0 1 0,-3 4 0,0 1 0,33-26 0,-13 13 0,-7 10 0,-9 9 0,-4 14 0,-17 3 0,-3 8 0,-11 0 0,-5 0 0,-7 0 0,-2 2 0,-3 4 0,-3-3 0,-3 9 0,-5-3 0,5 3 0,-12 3 0,-4-5 0,-7 7 0</inkml:trace>
  <inkml:trace contextRef="#ctx0" brushRef="#br0" timeOffset="18">29565 13686 8912,'0'17'0,"0"0"0,0 0 0,0 1 0,-6-7 0,0 0 0,0 3 0,-1 1 0,3 10 0,-8 4 0,1 5 0,1 6 0,-3 4 0,7 8 0,-5 5 0,3 0 0,0-1 0,1-3 0,1-5 0,6-8 0,8-2 0,3-15 0,4-8 0,3-9 0,7-12 0,5-7 0,6-8 0,5-8 0,8-9 0,3-2 0,5-8-191,6 2 1,4-1 190,-4 1 0,-3-11 0,-1 3 0</inkml:trace>
  <inkml:trace contextRef="#ctx0" brushRef="#br0" timeOffset="19">30545 12981 8912,'-17'-17'0,"0"1"0,2 3 0,3 2 0,-3 1 0,3-3 0,-1 1 0,2-1 0,-5 5 0,14 0 0,-5 10 0,7 4 0,2 7 0,1 7 0,3 3 0,8 7 0,-3-1 0,-1-3 0,1 3 0,-5-6 0,3 4 0,-1-2 0,-4-4 0,-2-2 0,-2-2 0,0 0 0,0 0 0,0-5 0,0-1 0,0-7 0,0 2 0,0-12 0,0-7 0,0-8 0,0-6 0,0-7 0,0-1 0,0 1 0,6-3 0,-1-3 0,3 4 0,-2-4 0,-3 9 0,7 5 0,0-1 0,-1 0 0,3 6 0,5 4 0,0 11 0,-2 6 0,-3 6 0,3 5 0,-3 12 0,-3 2 0,3 4 0,-3 3 0,5-3 0,-5 2 0,-1-3 0,-1-3 0,-1-8 0,-2 0 0,7 1 0,-7-7 0,2 1 0,4-9 0,1 1 0,4-8 0,3-7 0,-1-12 0,0-4 0,0-7 0,0-1 0,1 1 0,-1 5 0,0 1 0,0 1 0,0-4 0,1 5 0,-1 1 0,-6 2 0,1 6 0,-8 7 0,5 1 0,-3 3 0,-4 4 0,5-6 0,1 8 0,-4-2 0,7-3 0,-5 1 0,6-8 0,-9 1 0,3-6 0,-4 0 0,-2-1 0,0 1 0,0 6 0,0-1 0,-8 8 0,-1 4 0,-8 12 0,-1 11 0,1 5 0,2 5 0,3 1 0,-1-1 0,7-5 0,1 5 0,5-4 0,2-5 0,3-1 0,14-5 0,16-7 0,9-3 0,13-8 0,12-16 0,9-3 0</inkml:trace>
  <inkml:trace contextRef="#ctx0" brushRef="#br0" timeOffset="20">31647 12431 8912,'-42'28'0,"-2"-1"0,0 0 0,4 0 0,5-6 0,6 1 0,7 3 0,10-2 0,-1 0 0,7-6 0,0 6 0,6 0 0,8-2 0,3-9 0,-1-5 0,1-7 0,-5 0 0,6 0 0,-1-7 0,6-5 0,-1-5 0,-3-4 0,-2-4 0,3-2 0,1-7 0,2-6 0,-5-6 0,-1 6 0,-5-6 0,5 6 0,-5-2 0,6 2 0,-9-2 0,3-4 0,-2 6 0,0 11 0,2 6 0,-3 4 0,-1 2 0,-7 9 0,-1 8 0,-8 16 0,3 12 0,-4 12 0,-3 6 0,1 10 0,0 1 0,6 6 0,-1-6 0,8-1 0,-1-10 0,3-6 0,2-4 0,0-4 0,0-3 0,0-4 0,7-16 0,5-3 0,3-4 0,2-2 0,2-13 0,4-4 0,-4-12 0,6-2 0,-2-5 0,0-4 0,2-6 0,-2 6 0,-4 0 0,4 5 0,-4 9 0,-2 3 0,-7 4 0,0 11 0,-5 8 0,-3 15 0,4 14 0,-4 5 0,-2 6 0,-6-3 0,0 3 0,1 2 0,5-2 0,0-2 0,0-9 0,0 1 0,0-7 0,0 0 0,0-5 0,0-9 0,5-9 0,1-11 0,0-12 0,1-4 0,3-7 0</inkml:trace>
  <inkml:trace contextRef="#ctx0" brushRef="#br0" timeOffset="21">31819 12207 8912,'0'-9'0,"-2"-5"0,-4 8 0,4 1 0,-5 5 0,7 0 0,2 2 0,3 1 0,7 3 0,3 8 0,2-5 0</inkml:trace>
  <inkml:trace contextRef="#ctx0" brushRef="#br0" timeOffset="22">32146 12293 8912,'-10'8'0,"-5"-6"0,3 3 0,3-3 0,-3-2 0,1 0 0,-6 0 0,0 0 0,-1 0 0,1 0 0,0 2 0,0 4 0,5 5 0,1 12 0,1-2 0,-1 8 0,3 0 0,8 5 0,0-5 0,0-3 0,2-1 0,4-4 0,-2-4 0,7-5 0,1-4 0,5-8 0,0 0 0,0-14 0,0-3 0,1-10 0,-1 2 0,0-1 0,0-5 0,-5 4 0,-1-1 0,-1 7 0,1-2 0,3 9 0,-9 3 0,9 7 0,-5-4 0,3 8 0,-3 2 0,-1 4 0,-4 6 0,0 3 0,1 2 0,-1-2 0,8-3 0,-7 1 0,7-7 0,-6 0 0,5-6 0,0 0 0,7-2 0,-1-4 0,0-4 0,0-7 0,-1 0 0,-5 0 0,2 0 0,-7-1 0,6 7 0,-7 0 0,3 7 0,-2-2 0,-4 4 0,5 10 0,-7 1 0,0 8 0,-2-5 0,-3-1 0,3-5 0,-4 6 0,4-9 0,2 5 0,0-16 0,0-3 0,0-4 0,0-3 0,6 7 0,0 0 0,7-1 0,-2-3 0,5 3 0,-5-1 0,1 7 0,-1 1 0,6 5 0,-5 0 0,-1 0 0,3 0 0,9 0 0,-2 1 0,7 5 0,3-4 0,7 4 0,2-4 0,16-18 0,-3-3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4.703"/>
    </inkml:context>
    <inkml:brush xml:id="br0">
      <inkml:brushProperty name="height" value="0.053" units="cm"/>
      <inkml:brushProperty name="color" value="#FF0000"/>
    </inkml:brush>
  </inkml:definitions>
  <inkml:trace contextRef="#ctx0" brushRef="#br0">12304 3026 8912,'0'-17'0,"0"0"0,0-1 0,0 1 0,0 0 0,0 0 0,-6 0 0,-1-1 0,-3 1 0,-3 2 0,-8 4 0,-4 5 0,-2 4 0,-1 2 0,-7 0 0,-7 9 0,-4 9 0,-4 14 0,-1 16 0,-1 9 0,1 12 0,5 2 0,0 9 0,15 0-239,3 6 1,8 2 238,9-8 0,7-3 0,17-26 0,16-9 0,13-9 0,16-16 0,5-11 0,6-6 0,5-6 0,3-11 0,7-12 0,-2-3 0,0-3 0,-3 1 0,-16-1 0,0-5 0,-12 0 0,-7 2 0,-5 2 0</inkml:trace>
  <inkml:trace contextRef="#ctx0" brushRef="#br0" timeOffset="1">12683 2837 8912,'0'-17'0,"0"-1"0,0 1 0,0 6 0,0-1 0,0-1 0,-6 7 0,0 6 0,-5 16 0,5 12 0,-5 14 0,5 10 0,-6 7 0,7 10 0,-1 0 0,-2-1 0,6 1 0,-3 0 0,-3-6 0,2 0 0,1-15 0,5-2 0,-6-10 0,0-7 0,0-10 0,6-8 0,0-7 0,0 0 0,0-14 0,0-9 0,0-8 0,0-9 0,0 0 0,0-10 0,8 6 0,3-6 0,-1 8 0,1-2 0,-5 5 0,6 7 0,-3 3 0,3 8 0,3 7 0,-5 6 0,7 16 0,-2 11 0,-3 7 0,3 10 0,-4 0 0,7 6 0,4-6 0,0 0 0,6-5 0,3-7 0,9 1 0,-2-15 0,8-3 0,-8-7 0,12-4 0,-6 0 0</inkml:trace>
  <inkml:trace contextRef="#ctx0" brushRef="#br0" timeOffset="2">13182 3318 8912,'-35'0'0,"1"0"0,0 0 0,-1 0 0,6 6 0,1 0 0,7 5 0,-2-5 0,4 7 0,3-1 0,5 3 0,5 2 0,4 6 0,2 0 0,0 0 0,0-6 0,10-5 0,7-1 0,2-7 0,10 2 0,-6-4 0,4-4 0,-1-2 0,1-2 0,-6-9 0,2-2 0,-4-1 0,-2-4 0,1-3 0,-1 2 0,-6 0 0,1 6 0,-8-1 0,1 1 0,3 6 0,-2-1 0,-1 9 0,-5-5 0,0 16 0,0 3 0,0 4 0,0 2 0,0 6 0,0 0 0,6 0 0,0-6 0,7 1 0,-1-1 0,3-6 0,2 1 0,2-8 0,4 1 0,-2-5 0,8-5 0,-6 1 0,4-10 0,0-3 0,-1-4 0,-5-9 0,2 1 0,-5 2 0,-7-1 0,2-1 0,-7-5 0,0 5 0,-6 0 0,0 8 0,0-4 0,-6 18 0,0 7 0,1 11 0,-3 10 0,6 6 0,-4 7 0,-1 6 0,1 1 0,0 6 0,6-1 0,0-2 0,0 2 0,0-8 0,0 2 0,0 2 0,0-2 0,0-1 0,0-11 0,2 3 0,2-8 0,2-2 0,-2-2 0,-3-10 0,-1-1 0,8-16 0,2-1 0</inkml:trace>
  <inkml:trace contextRef="#ctx0" brushRef="#br0" timeOffset="3">13646 3009 8912,'8'9'0,"2"-1"0,7-8 0,8 8 0,3 3 0,-1-1 0,2 3 0,1 4 0,3 4 0,-6 4 0,-4-2 0,-6-2 0,-6 6 0,-5-1 0,-4 1 0,-4 0 0,-4 2 0,-9 1 0,-8-7 0,-7 0 0,-5 2 0,-9 2 0</inkml:trace>
  <inkml:trace contextRef="#ctx0" brushRef="#br0" timeOffset="4">14645 2579 8912,'-35'-17'0,"3"0"0,1 1 0,2 5 0,6 3 0,-3 10 0,-1 4 0,0 5 0,6 6 0,0 8 0,6 10 0,3 9 0,8 5 0,-1 3 0,3-1 0,2 1 0,2 2 0,3 3 0,-1-4 0,8 5 0,-1-7 0,6-5 0,1-6 0,-1-11 0,0-4 0,0-8 0,0-8 0,3-5 0,3-8 0,-2-11 0,7-8 0,-7-7 0,2 1 0,2-9 0,-2-2 0,0 0 0,-6 5 0,-1-5 0,-5 0 0,-1 2 0,-5 9 0,-3-1 0,4 7 0,-12 11 0,-5 18 0,-3 11 0,3 17 0,-4 8 0,3 4 0,4 2 0,3-2 0,3 2 0,2-8 0,2-2 0,3-9 0,7-4 0,11-10 0,6-4 0,3-5 0,4-14 0,5-9 0,-5-6 0,4-5 0,0-5 0,-5 4 0,3-3 0,-9-2 0,-5 7 0,-1 4 0,-4-2 0,-1 2 0,-1 8 0,-8 9 0,-3 12 0,-4 5 0,-2 12 0,0 4 0,0 7 0,0 1 0,0-1 0,0 1 0,0-1 0,0-5 0,0-1 0,0-7 0,0 2 0,2-6 0,4-5 0,-4-5 0,-2 1 0,-10 2 0</inkml:trace>
  <inkml:trace contextRef="#ctx0" brushRef="#br0" timeOffset="5">14249 2974 8912,'-35'8'0,"1"-6"0,0 4 0,12-4 0,7-4 0,6-4 0,5-4 0,10-7 0,13 0 0,15 0 0,14 2 0,9 3 0,8-7 0,-2 8 0,10-7-59,2 13 0,-1-16 1,-5 1-1</inkml:trace>
  <inkml:trace contextRef="#ctx0" brushRef="#br0" timeOffset="6">16004 2682 8912,'-17'-17'0,"0"2"0,-1 3 0,1 5 0,6 22 0,1 8 0,3 7 0,3 5 0,2 7 0,2 2 0,0 3 0,0 5 0,6-6 0,-1 5 0,3 1 0,-2-8 0,3 0 0,1-4 0,5-8 0,-3-9 0,-1-2 0,4-15 0,4-2 0,1-2 0,6-10 0,1-17 0,8-11 0</inkml:trace>
  <inkml:trace contextRef="#ctx0" brushRef="#br0" timeOffset="7">16469 2510 8912,'9'2'0,"-3"4"0,-4 5 0,-2 12 0,-8 6 0,-3 11 0,-5 6 0,-1 11 0,0 4 0,0 8 0,7 6 0,5-1 0,3-1 0,2-3 0,0-10 0,0-9 0,2-7 0,1-11 0,5-5 0,2-5 0,-7-4 0,5-2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3.912"/>
    </inkml:context>
    <inkml:brush xml:id="br0">
      <inkml:brushProperty name="width" value="0.05292" units="cm"/>
      <inkml:brushProperty name="height" value="0.05292" units="cm"/>
      <inkml:brushProperty name="color" value="#FF0000"/>
    </inkml:brush>
  </inkml:definitions>
  <inkml:trace contextRef="#ctx0" brushRef="#br0">12132 7685 8912,'0'-17'0,"0"0"0,0 0 0,0 5 0,0 1 0,0-3 0,0 5 0,0-3 0,-2 9 0,-4-3 0,5 2 0,-5-2 0,4 4 0,2-5 0,0 7 0,0 0 0,8 0 0,-7 7 0,15-3 0,-5 8 0,5-7 0,1 7 0,-4-6 0,4 5 0,-3-5 0,9 5 0,2-5 0,-3 4 0,1-1 0,2 1 0,-4-5 0,8 7 0,-2-6 0,1 5 0,-1-5 0,-4 5 0,-4-7 0,4 2 0,2 1 0,-2-1 0,0 6 0,-6-7 0,2 3 0,4-2 0,-2-4 0,6 3 0,0-3 0,0-2 0,-4 0 0,5 0 0,1 0 0,5 0 0,1 0 0,-1 0 0,-5 0 0,-1 0 0,1-5 0,6-1 0,-7-2 0,1 2 0,-2 5 0,1-5 0,5 2 0,-4 0 0,3-2 0,3 3 0,-1-5 0,0 2 0,7-5 0,-1 5 0,6-5 0,-6 5 0,9-7 0,3 1 0,0-3 0,5-2 0,-3-1 0,-3 1 0,-1-2 0,-4-4 0,4 2 0,-5-8 0,-1 3 0,2-3 0,0-3 0,6 3 0,-3-2 0,-3 3 0,4-5 0,-4 5 0,-4 1 0,-2-2 0,2 1 0,-2-7 0,-5 1 0,-6-1 0,-1-1 0,-1-4 0,4 2 0,-8-8 0,-6 8 0,-6-2 0,-5-2 0,5 1 0,-7-1 0,2 2 0,-4 4 0,-2-4 0,-6 4 0,0 1 0,-5 1 0,5-1 0,-7 7 0,3-1 0,-1-3 0,-1-7 0,1 5 0,-6-2 0,-1 5 0,1 1 0,-2-3 0,-4-1 0,2 1 0,-8 3 0,-1 3 0,-3 2 0,-3 0 0,-4 2 0,-4 4 0,-8-4 0,1 6 0,-1 6 0,-5-5 0,-1 5 0,3 3 0,9 3 0,-2-3 0,8 2 0,-2 0 0,2 6 0,3 0 0,-3 0 0,-2 0 0,2 0 0,-8 0 0,2 0 0,-3 0 0,-3 0 0,0 0 0,3 0 0,-1 0 0,-2 0 0,12 6 0,-6 2 0,8-1 0,4 1 0,-7 0 0,-1-4 0,0 3 0,0 3 0,-4-1 0,4 5 0,-4-3 0,-7 3 0,3 1 0,-3 2 0,5 0 0,0 0 0,-2 3 0,-1 2 0,7-2 0,4 2 0,5-4 0,6-7 0,-1 4 0,7-3 0,-6 3 0,6 2 0,-2-1 0,3-5 0,0 4 0,-6-3 0,1 3 0,-2 2 0,-1 0 0,7 1 0,-6 5 0,6 0 0,0-1 0,6-4 0,0-1 0,0 0 0,-1 2 0,1 4 0,2-4 0,3 4 0,-1-4 0,7-2 0,-1 6 0,1 0 0,4 0 0,-4-6 0,2 1 0,-1-1 0,3 2 0,-4 4 0,4-4 0,0 6 0,-2-2 0,-1 0 0,-3 1 0,2-1 0,2-4 0,-7 4 0,5 2 0,-5-2 0,5 6 0,-5-6 0,7 5 0,-2-5 0,-2 0 0,3-6 0,-1 1 0,6-1 0,0 0 0,0 0 0,0-5 0,0-1 0,0 2 0,0 3 0,0-5 0,0 1 0,0-1 0,2 6 0,4 1 0,-5-1 0,5 0 0,-2-2 0,2-3 0,-4 11 0,11-12 0,-7 12 0,5-4 0,-3 0 0,1 4 0,1-4 0,2 4 0,3-4 0,-4-2 0,-1-1 0,1-3 0,3-1 0,1 1 0,2-4 0,0 3 0,1-3 0,-1 5 0,0-5 0,0-1 0,6 3 0,0-5 0,2 2 0,-2-2 0,-2-4 0,8 3 0,-6-1 0,5 2 0,-1-4 0,2 3 0,1-3 0,-7-2 0,6 6 0,-6 0 0,0 0 0,-6-6 0,0 1 0,0 5 0,1-4 0,-1 6 0,0-8 0,-7 2 0,-5 3 0,-3-3 0,6 6 0,-6-8 0,5 0 0,-7 0 0,0 0 0,0 9 0,0 9 0,-7 6 0,-10 19 0,-10 0 0</inkml:trace>
  <inkml:trace contextRef="#ctx0" brushRef="#br0" timeOffset="1">16555 7892 8912,'-12'0'0,"1"0"0,7 0 0,-4 0 0,16 0 0,3 0 0,5 0 0,-5 0 0,3 0 0,3 2 0,4 3 0,8-1 0,-5 6 0,3-3 0,4-3 0,3 4 0,6-2 0,4 1 0,8-3 0,1 2 0,5-2 0,5-3 0,11-1 0,-3 0 0,4 0 0,-4 0 0,-3 0 0,1 0 0,0 0 0,-8 0 0,-3 0 0,1 2 0,-2 4 0,8-4 0,-2 4 0,6-4 0,6-2 0,-3 0 0,7 0 0,-1-2 0,1-4 0,-9 4 0,-1-4 0,0 3-156,-6-3 0,12 4 156,5-4 0,-9 4 0,-2 2 0,1 0 0,3 0 0,-2 2 0,-1 4 0,-6-4 0,4 4 0,7-3 0,-6 3 0,5-4 0,1 4 0,-10-2 0,4 1 0,-12-3 0,1 4 0,-3-2 0,2 1 0,-3-3 0,3 4 0,4 2 0,3-3 0,2 3 0,3-2 0,-2-4 0,-4 3 0,-3-3 0,-7-2 0,4 0 0,7 0 0,-3-2 0,2-3 0,0 3 0,6-4 0,0-2 0,-1 3 0,-1-1 0,-4 6 0,2-2 0,-7-2 0,-1-1 0,2 1 0,3 2 0,7 2 0,-1 0 0,1 0 0,0 0 0,0 0 0,-6 0 0,0 0 0,-8 2 0,5 2 0,-3 1 0,0-1 0,1-2 0,-7-2 0,9 0 0,3 0 0,2 2 0,-2 4 0,2-4 0,-8 3 0,1-3 0,-5-2 0,3 0 0,1 0 0,6 0 0,-5 0 0,7 0 0,-2 0 0,7 0 0,-1 0 0,4 0 0,-10 0 0,4-2 0,2-3 0,5 3 0,3-4 0,1 2 0,4-2 0,3 4 0,1-3 0,-2 1-190,-4-2 1,-2 4 189,-3-3 0,3 3 0,8 2 0,12 0 0,-1 0 0,-45 0 0,0 0 0,39 0 0,1 0 0,2 0 0,2 0 0,-45 0 0,1 0 0,-1 0 0,1 0 0,0 0 0,-1 0 0,45-6 0,-4 0 0,-6-1 0,-6 1 0,2 2 0,-5-6 0,-1 3 0,1 3 0,1-4 0,-9 3 0,-4-1 150,-13 6 0,-1-6-150,1 0 0,-2 1 0,-5 5 0,-3 0 0,-7 0 0,-1 0 0,-1 0 0,-3 0 0,-1 0 0,-14 0 0,3 0 0,-5 0 391,4 0-391,0 0 0,1 0 0,-1 0 0,0 0 0,0-2 0,0-2 0,1-2 0,-1 0 0,-6 6 0,1 0 0,-8 0 0,11 0 0,-6 0 0,9 0 0,-1 0 0,0-5 0,0-1 0,1 0 0,-1 6 0,6 0 0,0 0 0,5 0 0,-5 0 0,6-5 0,-6-1 0,6 0 0,-6 6 0,7 0 0,-3 0 0,2 0 0,-1 0 0,-5 0 0,6 0 0,-6 0 0,5 0 0,1 0 0,6 0 0,-9 0 0,-3 0 0,2 0 0,-2 0 0,0 0 0,-6 0 0,0 0 0,-7 0 0,-2 0 0,-10 0 0,-4 0 0,4 0 0,-6 0 0,1 0 0,5 0 0,-6 0 0,8 0 0,-2 0 0,-3 0 0,1 0 0,-8 0 0,-7 0 0,-9 0 0,-20 15 0,-6 4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3.914"/>
    </inkml:context>
    <inkml:brush xml:id="br0">
      <inkml:brushProperty name="width" value="0.05292" units="cm"/>
      <inkml:brushProperty name="height" value="0.05292" units="cm"/>
      <inkml:brushProperty name="color" value="#FF0000"/>
    </inkml:brush>
  </inkml:definitions>
  <inkml:trace contextRef="#ctx0" brushRef="#br0">5128 8270 8912,'-17'-2'0,"0"-2"0,0-2 0,5 1 0,1 5 0,-3 0 0,5 0 0,-1 2 0,1 1 0,-1 3 0,6 0 0,-11 2 0,5 1 0</inkml:trace>
  <inkml:trace contextRef="#ctx0" brushRef="#br0" timeOffset="1">4922 8407 8912,'0'-17'0,"-6"6"0,0-1 0,2-1 0,2 3 0,2-1 0,0 5 0,2-3 0,4 1 0,-2-3 0,7 5 0,-5-6 0,6 7 0,-7-3 0,7 4 0,1-2 0,-3-1 0,1 1 0,-7 4 0,4-5 0,-8 7 0,0 0 0,-8 0 0,4-2 0,-7-4 0,-1 4 0,-5-4 0,0 4 0,0 2 0,-2-5 0,-4-1 0,2 0 0,-8 6 0,0 0 0,-5 0 0,-1 0 0,1 0 0,0 0 0,-1 0 0,1 0 0,-1 0 0,7 0 0,-1 0 0,2 0 0,-2 0 0,-1 0 0,7 0 0,0 0 0,-2 0 0,4 6 0,-8 0 0,6 5 0,-5-5 0,7 5 0,-2-5 0,-2 5 0,2-5 0,-2 2 0,4-4 0,-2 1 0,2-1 0,-4 4 0,2-2 0,0-1 0,6-5 0,-6 0 0,0 0 0,-5 6 0,5 0 0,-8 5 0,2-5 0,3 2 0,-3-3 0,0 5 0,-5 7 0,5-5 0,1-1 0,5 0 0,-6 7 0,2-3 0,-2-4 0,3 5 0,5-7 0,-2 3 0,2-1 0,-4-1 0,2 1 0,0 3 0,6-9 0,-1 3 0,1-2 0,0 1 0,0 5 0,0-3 0,-1-3 0,1 4 0,0-1 0,0 6 0,0-3 0,-1 3 0,1 2 0,0 1 0,2-1 0,3 0 0,-1 0 0,5 0 0,1 1 0,-1-1 0,-4 6 0,7 0 0,-1-1 0,6-4 0,-6-1 0,0 0 0,1 6 0,5 0 0,0 0 0,0-6 0,-6 2 0,0 4 0,1-4 0,5 4 0,0-4 0,0-2 0,0 1 0,0-1 0,1 0 0,5 0 0,-4-5 0,4-1 0,1 1 0,1 3 0,2-4 0,-5 5 0,7-5 0,-6-1 0,5 1 0,1-7 0,5 2 0,-6 1 0,1-1 0,-1 5 0,6-5 0,3 6 0,2-7 0,-1 3 0,8-2 0,-6-4 0,6 3 0,-6-3 0,5-2 0,1 0 0,6 0 0,-1 0 0,0 0 0,1 0 0,-1 0 0,-3 0 0,3 0 0,-9 0 0,8 0 0,-5 0 0,-1 0 0,-4 0 0,6 0 0,-8 0 0,2 0 0,1 0 0,-1 0 0,2 0 0,-2 0 0,-4 0 0,4 0 0,2 0 0,-2 0 0,8 0 0,-3 0 0,-1-5 0,2-1 0,-6 0 0,5 6 0,3 0 0,2 0 0,-1-6 0,-3 1 0,1-1 0,-7 6 0,8-6 0,-2 0 0,-3 1 0,1 3 0,0-2 0,0-2 0,-4 0 0,5 6 0,-5-5 0,6-1 0,-8-2 0,2 3 0,4 3 0,1-4 0,-1-2 0,0 3 0,0-1 0,-1-2 0,3 4 0,5-7 0,-5 5 0,0-5 0,-8 1 0,2-1 0,2-5 0,-2 5 0,3 1 0,-8-1 0,3 5 0,-10-5 0,4 5 0,3-5 0,-7 5 0,1-6 0,-7 7 0,7-7 0,-7 3 0,7-3 0,-6-3 0,5 3 0,-5-3 0,5-2 0,-1 0 0,3 0 0,-1-1 0,-1-3 0,6 4 0,-5-10 0,-1 10 0,-1 2 0,1 4 0,-1-1 0,-4-5 0,-2-6 0,7 0 0,-7 6 0,2 5 0,1 1 0,-1-6 0,-2 0 0,-2-1 0,3 1 0,1 0 0,0 5 0,-6 1 0,0 0 0,0-7 0,6 1 0,-1 0 0,1 6 0,-6-1 0,0 1 0,0-7 0,-2 1 0,-3 0 0,3 0 0,-6 0 0,2-1 0,0 1 0,-1 2 0,1 4 0,2-5 0,-7 5 0,5-3 0,-5 3 0,1-4 0,-1 3 0,-5-1 0,5 1 0,-5-3 0,-1 4 0,0-5 0,0-1 0,5 6 0,1-1 0,-6 1 0,-6-6 0,0 1 0,6 5 0,-1-3 0,1 9 0,0-7 0,0 7 0,-6-1 0,0 6 0,-6 0 0,6 0 0,-7-6 0,1 0 0,2 1 0,-1 5 0,5 0 0,-6 0 0,0 1 0,2 5 0,-3-4 0,7 4 0,-6-2 0,6 1 0,-5-1 0,5 8 0,-6-8 0,6 1 0,-6 5 0,6 1 0,-7-1 0,1 1 0,4-5 0,2 5 0,4-5 0,2 6 0,0-9 0,0 3 0,-1 4 0,1-6 0,0 7 0,0-7 0,7 4 0,3-8 0,-1 0 0,6 0 0,-6 0 0,8 0 0,0 0 0,6 7 0,0 5 0,7-5 0,4 16 0,10-4 0</inkml:trace>
  <inkml:trace contextRef="#ctx0" brushRef="#br0" timeOffset="2">4078 16557 8912,'0'-11'0,"0"-1"0,0 1 0,0-1 0,0 1 0,0-3 0,0 5 0,0-3 0,0-1 0,-1 0 0,-5 1 0,4-3 0,-6 5 0,1 1 0,3-5 0,-8 9 0,7-7 0,-7 6 0,-1-1 0,-8 3 0,-4-2 0,-2 2 0,-2 2 0,-5 2 0,0 2 0,-1 4 0,1 4 0,-1 7 0,1 0 0,-1 0 0,1 0 0,0 1 0,-1 1 0,1 4 0,-4-4 0,3 4 0,-3 2 0,9-3 0,2 7 0,1-6 0,1 0 0,4 2 0,2-4 0,1 7 0,1-5 0,0 6 0,0 0 0,0 5 0,1-5 0,5-1 0,-3 1 0,9 5 0,-3-5 0,2 0 0,4-6 0,-3 5 0,3-7 0,2 2 0,0 2 0,2-2 0,2-2 0,1-2 0,3-2 0,-2 1 0,3 4 0,8 1 0,1 0 0,-1-6 0,0 1 0,0-1 0,6 6 0,0 0 0,6-2 0,-6-10 0,7 4 0,-1-3 0,4 3 0,1 2 0,0-5 0,1-3 0,-1-1 0,1-4 0,-1 4 0,0-3 0,-1 1 0,-4-6 0,3 0 0,-3 0 0,1 0 0,-1 0 0,4-6 0,-5 1 0,5-7 0,1 6 0,1-7 0,1 2 0,2-3 0,2 3 0,0-5 0,-5 5 0,-1-4 0,1-3 0,-3 1 0,-3 0 0,3 0 0,-3 0 0,-4-1 0,-2 1 0,-4 0 0,-2 0 0,0 0 0,1 0 0,-3-1 0,-2 1 0,-3 0 0,-2 0 0,5-2 0,-2-4 0,3 2 0,-3-8 0,3 2 0,-9-1 0,7-5 0,-6 5 0,5 3 0,-5 2 0,0-4 0,-6-2 0,0 3 0,0-3 0,0 8 0,0-2 0,-6-2 0,-2 2 0,1 0 0,-1-1 0,-6 3 0,3-8 0,1 8 0,-1-2 0,0 2 0,-7-2 0,1 4 0,0-4 0,0 4 0,-1 2 0,1-6 0,0 0 0,-2 0 0,-4 6 0,4-1 0,-4 1 0,-4 0 0,0 0 0,-1 0 0,-1 0 0,-2 7 0,-9 4 0,2-1 0,-8 1 0,8 0 0,-2 6 0,3 0 0,3 0 0,0 0 0,-1 0 0,6 0 0,3 2 0,1 2 0,4 2 0,2 1 0,1-1 0,1-2 0,0 7 0,0-5 0,0 5 0,5 1 0,1 5 0,5 0 0,-5 0 0,5 3 0,-6 3 0,8 3 0,-11 16 0,6 2 0</inkml:trace>
  <inkml:trace contextRef="#ctx0" brushRef="#br0" timeOffset="3">14799 14477 8912,'0'-10'0,"0"1"0,0 3 0,0 4 0,0-8 0,0 5 0,0 3 0,0-6 0,0 0 0,0 6 0,-1-7 0,-5 3 0,4 4 0,-13-5 0,5 7 0,-7 0 0,5 0 0,1 0 0,-2-2 0,-3-4 0,-7 4 0,0-4 0,-2 4 0,3 2 0,0 0 0,-6 0 0,5-5 0,-6-1 0,6 0 0,-5 6 0,-1 0 0,-6 0 0,1 0 0,0 0 0,1 0 0,4 0 0,-3 0 0,3 0 0,-1 0 0,1 0 0,-4 0 0,5 0 0,-3 0 0,3 0 0,1 0 0,6 2 0,-4 2 0,-2 2 0,6-1 0,-2-5 0,-2 2 0,2 4 0,-2-4 0,2 4 0,-1-4 0,-5-2 0,-2 5 0,8 1 0,-5 0 0,3-4 0,-2 2 0,-3 1 0,-1 1 0,2-6 0,-1 6 0,7 0 0,-6 1 0,6-1 0,-6-4 0,6 4 0,2-3 0,2 3 0,2-2 0,0 7 0,0-7 0,-1 2 0,-1 3 0,-4 3 0,4-3 0,-4 3 0,4-6 0,2 5 0,0 1 0,0-3 0,-6 6 0,0-3 0,0 1 0,6-1 0,-1 3 0,1-4 0,-6 5 0,0 1 0,0-6 0,6 1 0,-2 1 0,-4 3 0,4 1 0,-4 0 0,4 0 0,2 0 0,5 0 0,1 1 0,1-1 0,-1 0 0,-3-5 0,9-1 0,-1 2 0,-2 3 0,6 1 0,-4 0 0,5 0 0,1 0 0,0 1 0,0-1 0,-6 0 0,0 0 0,0 0 0,6 1 0,0-1 0,0 0 0,0 0 0,0 0 0,0 1 0,0-1 0,6-6 0,0 1 0,1-7 0,-1 7 0,-2-6 0,8 5 0,-7-7 0,5 4 0,-1-3 0,1 1 0,-4 2 0,5-3 0,1-3 0,5 12 0,0-9 0,-5 3 0,-1-2 0,0-4 0,7 5 0,-1-1 0,0 0 0,0 1 0,1-1 0,-1-4 0,0 4 0,6 1 0,0-1 0,2 2 0,-2-2 0,-2-5 0,7 5 0,-7 2 0,2-2 0,2-1 0,-2-5 0,6 6 0,-6 0 0,0-2 0,2-3 0,-4-1 0,7 0 0,-7 2 0,2 4 0,-2-4 0,2 4 0,-4-4 0,4-2 0,2 0 0,-2 0 0,2 0 0,-2 0 0,-2 0 0,6 0 0,-1 0 0,1 0 0,-4 0 0,6 0 0,-6-2 0,5-4 0,-5 4 0,6-4 0,-6 4 0,6 2 0,-6-1 0,5-5 0,-5 4 0,4-4 0,-2 4 0,-4 2 0,0-5 0,2-1 0,-2-2 0,8 2 0,-8 5 0,2-5 0,1 2 0,-1-2 0,6 2 0,-6-7 0,2 7 0,-4-4 0,2 3 0,-2-1 0,0-2 0,2 3 0,-4 3 0,4-4 0,-4-2 0,-2 3 0,0-7 0,1 6 0,-1-1 0,0 1 0,0 2 0,1-7 0,-1 7 0,0-4 0,0 1 0,0 3 0,1-8 0,-3 7 0,-4-7 0,5 8 0,-7-11 0,8 11 0,1-7 0,-3 5 0,-4-5 0,-1 7 0,-4-2 0,3-3 0,8-1 0,1-5 0,-1 3 0,-2 3 0,-3 3 0,3 2 0,-4-7 0,-1 5 0,1-6 0,1 9 0,5-3 0,-5-2 0,-1 1 0,2-3 0,1 4 0,-3-5 0,5 5 0,-5-5 0,-1 5 0,1-6 0,-5 7 0,5-7 0,-5 7 0,6-7 0,-7 6 0,5-5 0,-3-2 0,1-1 0,-2 3 0,-4-5 0,4 5 0,-3 1 0,3-1 0,-4-1 0,6-5 0,-8 0 0,0 6 0,2-1 0,3-1 0,-3-2 0,4-3 0,-4 1 0,-2 0 0,0 0 0,0 0 0,0-1 0,0 7 0,0-1 0,0 1 0,-2-4 0,-2 1 0,-2 3 0,1-1 0,-1-5 0,0 0 0,-5 6 0,5-1 0,-7 1 0,3-7 0,-7 1 0,0 0 0,-1 6 0,1-1 0,2 6 0,3-5 0,-3 7 0,4-2 0,-7-1 0,-5 1 0,4 0 0,-4 6 0,2-2 0,-2-3 0,4 3 0,-4-4 0,-1 4 0,1 2 0,-2 0 0,2 0 0,4 0 0,-4 0 0,4 0 0,1 0 0,7 0 0,-1 0 0,1 8 0,-6 1 0,0 8 0,7 1 0,-5 6 0,5 3 0</inkml:trace>
  <inkml:trace contextRef="#ctx0" brushRef="#br0" timeOffset="4">5335 14047 8912,'-10'-12'0,"2"3"0,3-1 0,-1 1 0,0 5 0,-1-11 0,7 5 0,0-7 0,2 0 0,9-1 0,-7 9 0,3-1 0,-5 7 0,4-3 0,-4 0 0,6 4 0,-8-4 0,0 5 0,0-7 0,0 8 0,-2 0 0,-4 0 0,2 0 0,-7 0 0,5 0 0,-5 0 0,-1 0 0,-5 0 0,0 0 0,-1 0 0,1 2 0,0 4 0,-6-5 0,0 5 0,-6 2 0,7-2 0,-9 5 0,2-5 0,-1 5 0,1-5 0,-5 7 0,1-3 0,-5 1 0,0 1 0,1-1 0,3 6 0,-1-5 0,1-1 0,0-1 0,-1 1 0,6 5 0,1-5 0,7-1 0,-2 1 0,2-5 0,0 3 0,-2 1 0,2-1 0,2 1 0,1 2 0,1 3 0,0-4 0,-6-1 0,0 1 0,0 1 0,4 5 0,-2-2 0,-2-3 0,0 3 0,6-4 0,0 5 0,-1 1 0,-4 0 0,-1 0 0,0 0 0,5 1 0,1-1 0,0 0 0,0 2 0,0 4 0,-1-4 0,1 6 0,0-2 0,0 0 0,5 6 0,1-7 0,1 9 0,-1-2 0,1-3 0,5 3 0,3-2 0,-4 1 0,4 3 0,2-8 0,0 8 0,0-5 0,0 1 0,0-4 0,0 2 0,0-2 0,2 5 0,4-5 0,-3 6 0,9-6 0,-6 2 0,5-2 0,1-4 0,5 4 0,0 1 0,0-1 0,2-2 0,4-1 0,-4-1 0,4 4 0,2-4 0,-2 4 0,2-4 0,-2-2 0,-2-2 0,6-1 0,0-3 0,-1 2 0,-3-5 0,6-2 0,-6 1 0,6-1 0,-8 0 0,2-6 0,1 6 0,-1-1 0,6 1 0,-4-6 0,2 0 0,3 0 0,8 0 0,3 0 0,6-8 0,-1-3 0,4-4 0,2-3 0,5 1 0,0 0 0,1-6 0,-7 0 0,-1-5 0,-4 5 0,2-6 0,-8 4 0,-2 0 0,-2 0 0,-1 1 0,-1 1 0,1 2 0,-1-8 0,2 6 0,5-6 0,-5 3 0,4-3 0,-4-3 0,-1 3 0,-1-9 0,1-2 0,-7-6 0,1 6 0,-8-2 0,2 1 0,-4-4 0,-2-5 0,-1 0 0,-5 4 0,3-3 0,-9 3 0,3 2 0,-2-2 0,-4 2 0,3-2 0,-3 2 0,-2 4 0,0 4 0,-2-4 0,-2 4 0,-1 1 0,-9 1 0,3-1 0,-4-5 0,-3 0 0,-5 2 0,0 9 0,-7-1 0,1 7 0,-5-8 0,-6 3 0,1 3 0,-7 2 0,-5 4 0,-10 2 0,-2 1 0,-2 5 0,-4 3 0,11 8 0,1 0 0,5 0 0,-3 0 0,3 0 0,5 8 0,12 3 0,6-1 0,1 1 0,7-1 0,-2 1 0,4 5 0,1-7 0,3 8 0,4 1 0,3-1 0,8 0 0,0 8 0,0 3 0,-8 5 0,-1 1 0</inkml:trace>
  <inkml:trace contextRef="#ctx0" brushRef="#br0" timeOffset="5">14249 7788 8912,'-10'-7'0,"-5"3"0,3-7 0,3 7 0,-3-2 0,9 4 0,-5 2 0,8-2 0,0-4 0,0 5 0,0-7 0,-2 8 0,-4 0 0,2-6 0,-7 0 0,-2 3 0,3 1 0,-1 2 0,5-2 0,-6-4 0,7 4 0,-7-4 0,1 5 0,-7 1 0,1 0 0,0 0 0,-2 0 0,-4 0 0,2 1 0,-8 5 0,1-2 0,-7 7 0,-5 1 0,-2 3 0,0-1 0,0-3 0,-6 0 0,2 7 0,4-1 0,2 0 0,4-2 0,1-3 0,3 3 0,3-3 0,-2 1 0,8 0 0,2-3 0,2-2 0,4 5 0,4-2 0,-9-1 0,9 1 0,-8-1 0,7 1 0,-3 5 0,-2-5 0,0 4 0,-1 4 0,1 3 0,0 0 0,0 3 0,0-2 0,-1-2 0,1 8 0,0-8 0,0 2 0,5 2 0,1-2 0,1 5 0,-1-5 0,-5 0 0,5-6 0,1 6 0,1 2 0,-1 0 0,1 0 0,-1 3 0,-1-5 0,-3 8 0,9-3 0,-7-1 0,6 2 0,-5-6 0,5 5 0,0-7 0,6 4 0,0 0 0,0 4 0,0-4 0,0-2 0,0-2 0,0 1 0,2-2 0,4 3 0,-2 1 0,7-1 0,-5 0 0,6-6 0,-1 1 0,-1-1 0,5-6 0,-4 1 0,-1-1 0,1 6 0,1-5 0,5-1 0,0-1 0,-1 3 0,-1-3 0,2-3 0,-3 5 0,8-6 0,0-1 0,0-5 0,-2 6 0,3 0 0,3 0 0,1-6 0,2 0 0,-1 0 0,-1 0 0,2 0 0,3 0 0,-3 0 0,-2 0 0,2 0 0,-3 0 0,3 0 0,3 0 0,-3 0 0,4 0 0,1 0 0,0 0 0,1 0 0,-1 0 0,1 0 0,-1 0 0,1 0 0,-1 0 0,0 0 0,1-2 0,-1-4 0,-5 4 0,0-4 0,-1 2 0,5 1 0,-3-3 0,-1 2 0,-2-4 0,2 3 0,5-3 0,0 2 0,-5 4 0,5-3 0,-1 1 0,7-2 0,-4 4 0,5-5 0,-5 1 0,-2 0 0,1-2 0,-1 3 0,1 1 0,-1-8 0,-5 3 0,-1-3 0,-7-3 0,2 4 0,-2-5 0,2-1 0,-4 0 0,4-2 0,-3-2 0,-3-2 0,2-8 0,4 3 0,-2-5 0,7-1 0,-1 0 0,2-1 0,3-1 0,-3-4 0,2 3 0,-3-3 0,-5 4 0,-4 2 0,-1-3 0,-1-3 0,-2 10 0,-3-5 0,-5 5 0,-7-5 0,0 1 0,0 1 0,0 3 0,0 1 0,0 6 0,0-5 0,-5 5 0,-1-6 0,-6 8 0,7-2 0,-9 4 0,3 2 0,-5-2 0,-1-4 0,-6 4 0,0-4 0,-5 4 0,5 1 0,-10 1 0,-1 0 0,-1 0 0,-5 0 0,4-1 0,2 1 0,-7 0 0,1 0 0,0 0 0,6 0 0,-1-1 0,1 1 0,-1 6 0,1-1 0,1 8 0,3-1 0,3 3 0,2 2 0,-3-6 0,5 0 0,-6 1 0,6 5 0,0 0 0,6 0 0,0 0 0,-1 0 0,1 5 0,0 1 0,-2 5 0,-2-3 0,-4 0 0,-2-1 0,6 7 0,-2-3 0,-2-1 0,2 1 0,-5-1 0,5 3 0,2-1 0,2 1 0,1-3 0,1 1 0,-6-1 0,0 1 0,2 4 0,10-3 0,-4-3 0,3 1 0,-1-1 0,1 1 0,-3-6 0,7 5 0,-3-3 0,-5-4 0,13 8 0,-9-5 0,1-3 0,1 6 0,-5-8 0,5 6 0,-7-1 0,0 3 0,0-2 0,-8-2 0,-4 7 0,0 2 0,-5 10 0,3-4 0,-18 21 0,5-3 0</inkml:trace>
  <inkml:trace contextRef="#ctx0" brushRef="#br0" timeOffset="6">14232 6946 8912,'0'-17'0,"-2"0"0,-4-1 0,4 1 0,-6 6 0,6 1 0,-1 1 0,-3-1 0,0 6 0,-1-3 0,-5 7 0,-3 5 0,-2 3 0,-3 4 0,-3 7 0,-1 0 0,-5 9 0,-4-5 0,5 8 0,-7 3 0,-5 4 0,4 4 0,-4-1 0,3-5 0,3 4 0,7-4 0,4-3 0,6-5 0,6-5 0,5 2 0,12-2 0,-1-2 0,12-9 0,6 1 0,18-7 0,3-1 0,7-5 0,7 0 0,-1 0 0,2-7 0,-1-5 0,-5-3 0,6-2 0,-1 2 0,-1 3 0,-7-3 0,-10 3 0,-11 3 0,-6-3 0,-6 7 0,-6-7 0,-3 8 0,-8-3 0,0 7 0,4 0 0,7 0 0,8 0 0,16 0 0</inkml:trace>
  <inkml:trace contextRef="#ctx0" brushRef="#br0" timeOffset="7">15023 6877 8912,'12'0'0,"-1"0"0,3 0 0,-5 0 0,1-2 0,-1-3 0,1-7 0,-6 3 0,1-3 0,5 1 0,-2-7 0,3 1 0,-5 0 0,-4 0 0,-2 0 0,0 0 0,0 5 0,-2 3 0,-4 1 0,-5 4 0,-12 2 0,-6 2 0,-4 2 0,-1 4 0,0 3 0,-3 10 0,-1 4 0,-2 6 0,5-2 0,7 1 0,7-5 0,-2 6 0,6-6 0,5 6 0,4-8 0,8 3 0,8-14 0,4-4 0,5-4 0,6-2 0,2-8 0,3-3 0,5-11 0,-5 0 0,5-3 0,1 2 0,-7 2 0,-2-6 0,-2 2 0,0 4 0,0 2 0,-6 2 0,-6 5 0,1 1 0,-1 7 0,-1-2 0,-4 12 0,-4 9 0,-2 8 0,0 10 0,0 1 0,0 1 0,0 5 0,0-2 0,0 2 0,0-4 0,0 4 0,0-3 0,0-3 0,0-5 0,0-1 0,0-1 0,0 2 0,0-10 0,0-8 0,7-7 0,3 4 0,7-8 0</inkml:trace>
  <inkml:trace contextRef="#ctx0" brushRef="#br0" timeOffset="8">15436 6723 8912,'-9'0'0,"1"0"0,8-8 0,8 0 0,3-3 0,1 3 0,5 8 0,-4-6 0,10 1 0,-10-1 0,-1 6 0,-2 2 0,1 4 0,2-3 0,-7 9 0,-2 1 0,-2 3 0,-2 3 0,0 4 0,0-4 0,-2 4 0,-2-2 0,-2 2 0,-5-4 0,5 4 0,-5-4 0,5-2 0,-6 0 0,7 0 0,-1 0 0,6 1 0,0-1 0,0-6 0,0 1 0,8-7 0,3 5 0,4 0 0,3-1 0,-1-3 0,0 5 0,0-5 0,0 5 0,1 1 0,-1 5 0,-8-5 0,-3-1 0,-4 1 0,-2 5 0,0 0 0,-8 0 0,-3 0 0,1 1 0,-1-1 0,-1 0 0,-5 0 0,8-7 0,1-3 0,16-22 0,1-4 0</inkml:trace>
  <inkml:trace contextRef="#ctx0" brushRef="#br0" timeOffset="9">16073 6808 8912,'0'-17'0,"0"0"0,0 0 0,0 0 0,0 5 0,-2 3 0,-4 1 0,4 2 0,-5 6 0,7 8 0,0 5 0,0 6 0,0 4 0,0 8 0,0-2 0,5-3 0,1 3 0,6 0 0,-7 5 0,7-1 0,-6-5 0,1 3 0,-1-8 0,-4 7 0,4-1 0,1-4 0,-1-2 0,0 1 0,-6-1 0,0 0 0,-2-5 0,-4-1 0,-5 0 0,-5-6 0,-1 1 0,0-8 0,0 1 0,-8-3 0,6-9 0,-6-3 0</inkml:trace>
  <inkml:trace contextRef="#ctx0" brushRef="#br0" timeOffset="10">16004 6843 8912,'0'-17'0,"0"-1"0,0 1 0,0 0 0,8-6 0,3 0 0,10 2 0,2 10 0,2-5 0,-2 5 0,4 1 0,7-1 0,1 7 0,-1-2 0,0 6 0,1 6 0,-1-2 0,1 7 0,-9-7 0,7 12 0,-6-7 0</inkml:trace>
  <inkml:trace contextRef="#ctx0" brushRef="#br0" timeOffset="11">16641 6705 8912,'-16'12'0,"5"-1"0,-4-7 0,3 2 0,-5 3 0,-6 3 0,4 3 0,-4 2 0,6 0 0,3 3 0,5 1 0,1 2 0,2-1 0,6-4 0,2 5 0,4-1 0,2 1 0,3-5 0,5-1 0,-5 0 0,8 0 0,-2 0 0,4 1 0,-9-1 0,1 0 0,1 0 0,-5 0 0,-1 1 0,3-7 0,-5 0 0,0-5 0,-6 6 0,-2-7 0,-4 7 0,-5-6 0,-12 5 0,4-1 0,-4 1 0,-2-1 0,2-5 0,-6-3 0,6 4 0,0-4 0,6-2 0,0-15 0,0-4 0</inkml:trace>
  <inkml:trace contextRef="#ctx0" brushRef="#br0" timeOffset="12">16538 6791 8912,'0'12'0,"0"-1"0,0 3 0,0-7 0,1 1 0,5-8 0,6 0 0,3 0 0,4 0 0,4 0 0,4-6 0,7 0 0,1-5 0,-1 5 0,-1-5 0,-5 5 0,3-5 0,-8 5 0,0-2 0,-6 4 0,0-1 0,-5-7 0,-1 6 0,-7-7 0,4 4 0</inkml:trace>
  <inkml:trace contextRef="#ctx0" brushRef="#br0" timeOffset="13">16951 6808 8912,'1'10'0,"5"-4"0,4-10 0,7-2 0,0-5 0,0 5 0,1-5 0,-1 5 0,0-6 0,0 5 0,0-1 0,1 0 0,-1 3 0,0 5 0,-2 7 0,-3 5 0,1 9 0,-7 2 0,0 7 0,-6 1 0,0 7 0,-2 0 0,-4 8 0,4-6 0,-4 6 0,-1-2 0,1 2 0,-5-4 0,5-8 0,-6-1 0,7-5 0,-7 3 0,4-8 0,-1-2 0,-1-2 0,-1-2 0,-4-7 0,3-4 0,-3-5 0,-2-1 0</inkml:trace>
  <inkml:trace contextRef="#ctx0" brushRef="#br0" timeOffset="14">16968 7066 8912,'-10'-7'0,"-3"3"0,7-8 0,2 1 0,10-6 0,4 7 0,7 5 0,8-3 0,3 2 0,11 0 0,1 6 0,2-5 0,-4-1 0,2 2 0,8-5 0,-4-1 0,8-7 0</inkml:trace>
  <inkml:trace contextRef="#ctx0" brushRef="#br0" timeOffset="15">17656 6705 8912,'-17'-7'0,"0"-1"0,-1-3 0,7 1 0,0 4 0,9 4 0,2-3 0,7 5 0,10 5 0,-5 3 0,-1 3 0,1 5 0,5-5 0,-5 10 0,-3 2 0,-1-2 0,-1-2 0,-1-2 0,-4 6 0,4 0 0,-4-2 0,-2-2 0,0-1 0,0 5 0,0-1 0,-6 1 0,0-5 0,-7-1 0,9 0 0,-6 0 0,3 0 0,1-5 0,6-1 0,0-5 0,0 5 0,2-5 0,4 6 0,5 1 0,3-3 0,-3 1 0,4 1 0,-3 5 0,1 0 0,1 0 0,-5 2 0,-1 4 0,-2-4 0,-6 6 0,0 0 0,-8-4 0,-4 8 0,-12-1 0,-11 7 0,-9-1 0,-6 0 0,-1 1 0,-8 1 0,-5 4 0,-4-2-58,-7 8 0,4-8 1,-5 4-1</inkml:trace>
  <inkml:trace contextRef="#ctx0" brushRef="#br0" timeOffset="16">18413 6361 8912,'-15'-22'0,"2"-1"0,1 2 0,3 24 0,-5 15 0,3 12 0,-3 10 0,5 10 0,-3 9 0,1 2 0,1 4 0,-3 2 0,5 4 0,-1 3 0,-5 7 0,5-3 0,-3 2 0,1-7 0,-5 1 0,3-1 0,2 1 0,-1-3 0,-5 5 0</inkml:trace>
  <inkml:trace contextRef="#ctx0" brushRef="#br0" timeOffset="17">17949 8373 8912,'-18'-17'0,"7"0"0,1-1 0,3 1 0,-7 0 0,12 0 0,-1 2 0,6 3 0,1-3 0,8 3 0,-1-3 0,6-2 0</inkml:trace>
  <inkml:trace contextRef="#ctx0" brushRef="#br0" timeOffset="18">18499 6602 8912,'0'-25'0,"0"6"0,0-4 0,0 14 0,0 13 0,-2 17 0,-3 17 0,1 19 0,-6 10 0,3 7 0,3 5 0,0 7 0,-2 5 0,5-41 0,0 0 0,-4 45 0,3 3 0,2-1 0,0-5-395,0 5 0,0-3 395,0-2 0,-8-8 0,-2-16 0</inkml:trace>
  <inkml:trace contextRef="#ctx0" brushRef="#br0" timeOffset="19">18482 8665 8912,'-19'-7'0,"-4"-1"0,12-3 0,-7-3 0,-3 8 0,-2 3 0,2 1 0,10 2 0,3 0 0,8 0 0</inkml:trace>
  <inkml:trace contextRef="#ctx0" brushRef="#br0" timeOffset="20">29117 10264 8912,'-11'-23'0,"1"0"0,2 2 0,5 2 0,1 2 0,2 0 0,2 2 0,1 1 0,7 5 0,5 1 0,-1 0 0,9 5 0,-2-3 0,2 2 0,1 2 0,5 2 0,4 0 0,-7 2 0,3 4 0,0 5 0,-8 5 0,2 1 0,-6 8 0,-6 3 0,3 10 0,-8 3 0,-1 6 0,-5-1 0,-7 10 0,-5 3 0,-5 0 0,-6 0 0,-4 0 0,-7-1 0,-1-10 0,1 3 0,0-5 0,-1 0 0,1-6 0,-1-11 0,3-6 0,3-12 0,-1-3 0,7-8 0,5 0 0,7 0 0,7-14 0,-2-3 0,4-12 0,2 1 0,0-5 0,0-1 0,2-6 0,4 0 0,-2 0 0,7 5 0,-5 8 0,6 4 0,-7 6 0,7 6 0,-5 3 0,11 8 0,-5 2 0,10 4 0,6 11 0,5 12 0,2 3 0,10 3 0,0 1 0,6 2 0,1 2 0,5-2 0,3-1 0,8-3 0,5-1-224,1-5 1,7 5 0,-4-7 0</inkml:trace>
  <inkml:trace contextRef="#ctx0" brushRef="#br0" timeOffset="21">5748 17520 8912,'-18'0'0,"1"2"0,2 3 0,4 7 0,5 5 0,4 6 0,2 4 0,0 5 0,2-1 0,4-3 0,5 1 0,12 6 0,-4-7 0,6-1 0,0 0 0,3-1 0,-1-5 0,2 2 0,0-9 0,5-3 0,6-7 0,2 2 0,2-4 0,4-2 0,9-8 0,6-3 0,10-12 0,2-6 0,1-4 0,-1-1 0,-10 2 0,4 1 0,-4 6 0,-4 6 0,-2 0 0,-7 13 0,-1 4 0,1 6 0,5 6 0,-1 9 0,-5 2 0,-3 2 0,-8 2 0,6-4 0,0 2 0,-2-2 0,12-10 0,-5-5 0,14-4 0,4-6 0,9-6 0,7-7 0,-7-12 0,-4 1 0,-1-7 0,-2-3 0,-2-2 0,-8 2 0,-4 7 0,-1 5 0,1 1 0,-1 4 0,-3 9 0,-1 7 0,-6 10 0,-1 7 0,1 5 0,-2 6 0,4-2 0,-8 8 0,2-3 0,-1 3 0,4 3 0,13-3 0,3-4 0,8-2 0,13-12-275,4-5 1,6-4 274,0-2 0,-10-10 0,4-7 0,-6-2 0,2-10 0,1-1 0,5-3 0,-18 9 0,-1 6 0,-11 11 0,-7 5 0,-7 4 0,-4 3 0,-3 7 0,-3 9 0,0 4 0,1 1 0,1 3 0,4 6 0,-1 5 0,6 0 0,9-2 0,9-9 0,6-1 0,6-11 0,1-3 0,4-16 0,-3-6 0,-1-9 0,12-10 0,-36 9 0,-1-4 0,-2-2 0,0-1-60,3-3 1,-1-2 0,-4-2-1,-2-1 60,1 2 0,0-1 0,-5 3 0,-2-1 0,36-27 0,-14 13 0,-9 9 0,-9 11 0,-8 12 0,1 4 0,2 8 0,5 0 0,1 0 0,-6 0 0,2 0 0,4 0 0,2 0 0,-4 0 0,-2 0 0,2-1 393,-2-5 1,-3-4-394,-3-7 0,-9 4 0,9-4 0,-11-5 0,2-12 0</inkml:trace>
  <inkml:trace contextRef="#ctx0" brushRef="#br0" timeOffset="22">6711 18431 8912,'0'-32'0,"0"1"0,0 2 0,-5 8 0,-3-2 0,0 4 0,-1 4 0,1 2 0,0 1 0,-3 10 0,5 2 0,1 14 0,5 12 0,0 5 0,0 5 0,7 8 0,3-2 0,1 0 0,1 0 0,-1-2 0,6-5 0,-5-7 0,-1-1 0,1 0 0,-3 0 0,5-12 0,-7 0 0,1-3 0,0-3 0,5-5 0,-5 2 0,3-12 0,4-9 0,-3-8 0,-2-8 0,1 3 0,0-5 0,-1-1 0,0-1 0,-5 1 0,-1 2 0,8 3 0,-9 4 0,7 10 0,-4 3 0,-4 5 0,11 16 0,-7 8 0,7 3 0,-3 6 0,1 1 0,1 0 0,-1-6 0,6 2 0,1-4 0,-1-2 0,6-2 0,0-3 0,2-5 0,-3-7 0,-1-2 0,8-3 0,-8-5 0,2-7 0,-4-8 0,-2-2 0,1-7 0</inkml:trace>
  <inkml:trace contextRef="#ctx0" brushRef="#br0" timeOffset="23">7365 18311 8912,'0'11'0,"0"1"0,0-7 0,0 7 0,0-8 0,0 11 0,0-11 0,0 7 0,0 1 0,0 5 0,0 0 0,0 0 0,0 0 0,0 3 0,0 2 0,0-8 0,0 3 0,-2-4 0,-3 5 0,3-1 0,-4 0 0,4-7 0,2-5 0,0-10 0,0-7 0,0-11 0,0-6 0,2-3 0,4-2 0,-2-1 0,7 1 0,-1 1 0,1 5 0,2 3 0,-7 8 0,8 0 0,-3-1 0,-1 9 0,1 3 0,-5 8 0,5 7 0,3 11 0,1 4 0,-4 7 0,1 9 0,-1-2 0,7 8 0,-1-8 0,0 2 0,-6-5 0,1-6 0,-1-5 0,7-6 0</inkml:trace>
  <inkml:trace contextRef="#ctx0" brushRef="#br0" timeOffset="24">7916 18362 8912,'-17'-2'0,"0"-1"0,-1-3 0,1-6 0,0 7 0,0 1 0,7 2 0,1 10 0,3 3 0,4 6 0,-4 6 0,4-2 0,2 8 0,0-1 0,0-1 0,6 4 0,0-8 0,0 5 0,-6-5 0,1-2 0,5-9 0,-2 1 0,7-7 0,-5 0 0,6-6 0,-3-14 0,3-3 0,3-12 0,-4 1 0,-1 1 0,2-2 0,-9 3 0,5-3 0,-2 4 0,-1 0 0,7 12 0,-6-4 0,7 3 0,-3 5 0,7 3 0,0 12 0,0 5 0,2 10 0,2 4 0,2 2 0,2-6 0,-2 2 0,-2 2 0,8-3 0,-6-4 0,5-7 0,-6-5 0,2 3 0,-1-1 0,0-4 0,0-10 0,-6-5 0,-1 1 0,-5-1 0,-1-7 0,-5-4 0,-3-1 0,4 5 0,-6 1 0,-6 0 0,-3 0 0,-1 0 0,-5-1 0,4 1 0,-5 8 0,-1 1 0,0 8 0,0 8 0,-1 3 0,7 12 0,-1 6 0,9 3 0,-3 3 0,4-3 0,2-3 0,0 3 0,0-3 0,10-2 0,7 1 0,2-12 0,10-1 0,1-6 0,3-5 0,9-2 0,2-10 0,7-1 0</inkml:trace>
  <inkml:trace contextRef="#ctx0" brushRef="#br0" timeOffset="25">8880 18190 8912,'-18'18'0,"-1"-1"0,-4 0 0,6-6 0,-2-1 0,6-1 0,-1 1 0,7 3 0,1 10 0,4-4 0,2 4 0,0 4 0,0 2 0,6 1 0,-1-1 0,9 2 0,-3-9 0,5 7 0,1-6 0,0 0 0,0-6 0,-5-2 0,-1-1 0,3-5 0,1-1 0,2-2 0,0-6 0,-1-8 0,-5-3 0,4-5 0,-3-1 0,1-6 0,1-2 0,-5-1 0,-1-5 0,3 4 0,-5-1 0,0-1 0,-6-5 0,0 7 0,0 4 0,0 4 0,0 2 0,0 0 0,-8 7 0,-1 8 0,-1 12 0,-3 3 0,7 16 0,-6-1 0,7 7 0,-1-1 0,6 0 0,2-1 0,4-3 0,3-3 0,1-2 0,11-2 0,-4-6 0,6-2 0,0-3 0,2-4 0,3-8 0,5-2 0,-4-4 0,1-9 0,-1-8 0,-4-6 0,-8 4 0,-2 0 0,-3 1 0,-5-5 0,-7 6 0,0-2 0,0 2 0,-7 4 0,-5-4 0,-3 4 0,-2 2 0,5 7 0,1 5 0,1 1 0,-1-2 0,3 6 0,8 0 0,0 8 0,0 9 0,8 2 0,3 4 0,4-4 0,3 4 0,-1-2 0,0 2 0,0-4 0,1 4 0,-3-2 0,-4 2 0,-1-4 0,-4 4 0,-5-4 0,5-2 0,-6-2 0,-4-1 0,-3-3 0,-3 3 0,-3-1 0,-10-2 0,4 3 0,-4-8 0,4-1 0,-6-5 0,-2 0 0</inkml:trace>
  <inkml:trace contextRef="#ctx0" brushRef="#br0" timeOffset="26">9551 18225 8912,'-10'17'0,"-5"0"0,11 0 0,-7 1 0,7-1 0,-2 0 0,4 8 0,2 1 0,0 1 0,6-6 0,0-4 0,7-9 0,-1 9 0,5-5 0,4 1 0,2-1 0,-2 1 0,4-5 0,-2-3 0,5-1 0,-5 2 0,6-4 0,-6 3 0,0 3 0,-6-2 0,-7 7 0,-5-1 0,-3-3 0,-4 3 0,-3 1 0,-7 2 0,-11 3 0,-6-1 0,3 0 0,-3 0 0,6 0 0,-6 1 0,8-7 0,-2 0 0,4-7 0,2 2 0,7-4 0,3-2 0</inkml:trace>
  <inkml:trace contextRef="#ctx0" brushRef="#br0" timeOffset="27">10188 18276 8912,'-18'0'0,"1"0"0,0 0 0,0 0 0,-2-5 0,-4-1 0,2 0 0,-8 6 0,6 2 0,-6 4 0,8 3 0,-2 9 0,-2 4 0,4 3 0,4 2 0,4 4 0,9 1 0,-2 2 0,4-5 0,2 0 0,2-8 0,4 2 0,-2-4 0,9-4 0,4-3 0,4-7 0,4-3 0,-2-2 0,2-7 0,4-5 0,3-9 0,-3-2 0,-2-6 0,1 7 0,-7-7 0,2 6 0,-3 2 0,-3 2 0,0-6 0,-2 6 0,-3-4 0,-5 12 0,-7 3 0,0 10 0,-2 4 0,-3 5 0,1 6 0,-8 6 0,9-2 0,-3 6 0,4 0 0,2-1 0,0-5 0,0 2 0,8 4 0,1-10 0,8 0 0,1-7 0,-1-10 0,0 0 0,0 0 0,0-8 0,1-3 0,-1-4 0,0-3 0,-2-5 0,-3 1 0,1-7 0,-7 6 0,0-2 0,-6 2 0,0 4 0,0-4 0,-2 10 0,-4 1 0,2 7 0,-7-7 0,-1 8 0,3 4 0,3 12 0,4 3 0,4 2 0,4 0 0,-2 1 0,7-1 0,0 0 0,7 0 0,-7 0 0,1 1 0,-1-1 0,6-2 0,-1-2 0,-5-1 0,4-3 0,-3 3 0,-3 1 0,3-7 0,-1 7 0,7-11 0,-1 4 0,-6-4 0,1-2 0,-1 0 0,6 0 0,1-2 0,-1-4 0,0-1 0,-2-7 0,-1 3 0,-3-3 0,-7 5 0,2-3 0,3 9 0,-7-13 0,6 14 0,-16 2 0,6 10 0,-3 7 0,3 0 0,2-5 0,0-1 0,0-5 0,0 6 0,2-9 0,3 3 0,5-4 0,7-2 0,0 0 0,0 0 0,6-6 0,0-1 0,-2-3 0,-1-3 0,-9 3 0,0-1 0,-1 5 0,1-6 0,-1 9 0,-4-3 0,-4-4 0,7 10 0,-5 0 0,2 10 0,-2 5 0,-2 10 0,-2 4 0,0 3 0,0 3 0,1 1 0,5 4 0,-4-4 0,4 4 0,-4 2 0,-2-1 0,-6 4 0,0-5 0,-7 6 0,5-18 0</inkml:trace>
  <inkml:trace contextRef="#ctx0" brushRef="#br0" timeOffset="28">12235 18190 8912,'-17'-26'0,"0"3"0,0 4 0,5 1 0,1 3 0,-3 4 0,1 5 0,2 14 0,3 9 0,0 9 0,6 15 0,-3 4 0,3 5 0,2 2 0,0-1 0,0 1 0,0-6 0,2-2 0,1-2 0,3-4 0,8-2 0,-3-1 0,-1-9 0,1-3 0,1-11 0,7-7 0,2-3 0,2-2 0,0-7 0,-6-5 0,6-11 0,0-5 0,0 1 0,-6-2 0,-2 1 0,-3-7 0,1 3 0,-7 3 0,5 4 0,-5 8 0,-2 0 0,-2 7 0,0 5 0,3 10 0,-3 7 0,4 11 0,-4 3 0,-2 7 0,0-3 0,0-1 0,0-6 0,0 6 0,2-8 0,4 2 0,-5-4 0,5-2 0,-4-6 0,-2 1 0,8-8 0,1 3 0,8-7 0,1 0 0</inkml:trace>
  <inkml:trace contextRef="#ctx0" brushRef="#br0" timeOffset="29">12545 18036 8912,'-17'5'0,"0"1"0,1 0 0,5 1 0,-2-3 0,7 8 0,0-7 0,6 7 0,0 1 0,2-5 0,4-2 0,3-4 0,8-2 0,1 0 0,-3-8 0,-4-4 0,3-3 0,-6-2 0,-1 0 0,1 0 0,-2-1 0,-6 1 0,0 0 0,0 0 0,-2 7 0,-4 5 0,-11 3 0,-10 2 0</inkml:trace>
  <inkml:trace contextRef="#ctx0" brushRef="#br0" timeOffset="30">11960 18551 8912,'0'-17'0,"0"0"0,0 0 0,2 0 0,4 1 0,7 3 0,8 2 0,6 7 0,7-2 0,8 4 0,10 2 0,9 0 0</inkml:trace>
  <inkml:trace contextRef="#ctx0" brushRef="#br0" timeOffset="31">12734 18259 8912,'-24'10'0,"3"3"0,-8-7 0,6 9 0,-4 2 0,4 10 0,8 5 0,0 3 0,9-1 0,0 3 0,6 3 0,2-4 0,4 4 0,3-6 0,9-5 0,1 0 0,2-10 0,4-6 0,1-3 0,3-4 0,5-6 0,1-8 0,-1-4 0,1-3 0,-1-10 0,1-1 0</inkml:trace>
  <inkml:trace contextRef="#ctx0" brushRef="#br0" timeOffset="32">13147 18001 8912,'-11'-15'0,"-1"3"0,9 5 0,-5 11 0,8 7 0,-6 8 0,1 18 0,-1 1 0,-2 2 0,6 8 0,-3-3 0,3 7 0,2 5 0,-6-3 0,0 3 0,0-5 0,6-5 0,0-3 0,0-2 0,0-1 0,8-15 0,2-1 0</inkml:trace>
  <inkml:trace contextRef="#ctx0" brushRef="#br0" timeOffset="33">13285 18139 8912,'-6'-17'0,"-1"-1"0,-1 1 0,0 0 0,-5 7 0,3 3 0,-7 7 0,0 7 0,2 7 0,1 7 0,3 7 0,-1 7 0,-5 5 0,2-2 0,3 8 0,-1-8 0,5 2 0,1-1 0,-1 1 0,2-6 0,6 0 0,0-1 0,0-10 0,8-6 0,4-5 0,5-9 0,4 3 0,4-4 0,1-2 0,3-8 0,5-3 0,1-6 0,-1-6 0,1 2 0,-1-8 0,1 0 0,-1-5 0,6-2 0,0-2 0,-1-4 0,-3-2 0,-2 3 0,1-4 0,-9 1 0,-3-2 0,-3 4 0,-3 7 0,-8 9 0,-3 3 0,-4 4 0,-2 11 0,0 8 0,0 11 0,0 10 0,-6 12 0,0 7 0,-1 8 0,1-2 0,4-2 0,-4 1 0,5 1 0,1 4 0,-2-2 0,-4-2 0,-6-1 0,-11 7 0,-5 5 0,-12 1 0,-6 1-232,-12-2 1,-10 4 0,28-26-1,1-1 1</inkml:trace>
  <inkml:trace contextRef="#ctx0" brushRef="#br0" timeOffset="34">30356 12465 8912,'-11'-15'0,"1"1"0,1 5 0,-1-1 0,-3 3 0,-3-3 0,-1 1 0,6 5 0,-1-2 0,-1 6 0,-3 6 0,-1 9 0,0 10 0,0 3 0,0 9 0,-1-1 0,1 8 0,2-2 0,3-4 0,-1-1 0,7-3 0,2 0 0,10 1 0,4-9 0,7-3 0,2-4 0,4-1 0,-4-3 0,4-4 0,2 3 0,-2-8 0,0 1 0,-6-1 0,0-4 0,0 13 0,-7-13 0,-2 8 0,-10-7 0,-6 5 0,-9 2 0,-2 1 0,-10 6 0,-1 0 0,-11 1 0,5-3 0,-4-4 0,5 5 0,7-5 0,-3-3 0,8-3 0,0-3 0,14-2 0,1-3 0,8-9 0,8-7 0,1-15 0</inkml:trace>
  <inkml:trace contextRef="#ctx0" brushRef="#br0" timeOffset="35">30614 12603 8912,'-11'-18'0,"-1"1"0,1 0 0,1 0 0,-5 7 0,3 5 0,-3 3 0,-2 9 0,-2 7 0,-2 7 0,-2 7 0,2 5 0,9 1 0,-3 6 0,4 0 0,3 6 0,2-6 0,4-1 0,2-11 0,0 3 0,0-8 0,2 3 0,4-8 0,5 1 0,12-14 0,4-1 0,8-9 0,5-1 0,0-11 0,8 3 0,3-18 0,10 5 0</inkml:trace>
  <inkml:trace contextRef="#ctx0" brushRef="#br0" timeOffset="36">31079 12517 8912,'-17'-6'0,"-1"0"0,1 2 0,0 2 0,0 2 0,0 0 0,-3 8 0,-2 4 0,2 10 0,-3 7 0,4 4 0,2 1 0,2 0 0,3 1 0,-1-3 0,7-3 0,1 1 0,5-7 0,0 0 0,0-6 0,1-7 0,5-4 0,6-4 0,3-4 0,2-4 0,0-4 0,1-7 0,-1-6 0,0 0 0,-2 1 0,-3 4 0,1 1 0,-7 0 0,5 0 0,-5 0 0,6-1 0,-7 1 0,9 8 0,-12 1 0,13 16 0,-13 1 0,4 8 0,1 1 0,-1-1 0,2 0 0,-3 0 0,-1 0 0,8 1 0,1-1 0,2 0 0,2 0 0</inkml:trace>
  <inkml:trace contextRef="#ctx0" brushRef="#br0" timeOffset="37">31371 12173 8912,'-2'-17'0,"-1"-1"0,-3 1 0,0 8 0,-1 3 0,-3 14 0,0 9 0,1 8 0,3 9 0,4 2 0,-4 4 0,5 2 0,1 6 0,0 0 0,0 5 0,0-7 0,0 6 0,0-12 0,0 0 0,5-4 0,1-1 0,7-10 0,-1-8 0,3-2 0,2-9 0,1 0 0,1-8 0,2-6 0,2-9 0,2-2 0,-2-10 0,-4 0 0,4-5 0,-6 0 0,-6-1 0,-3 3 0,-8 3 0,0 2 0,0 4 0,-2 12 0,-4-1 0,-3 9 0,-9 3 0,-1 9 0,-4 8 0,2 14 0,-7 9 0,7 8 0,0-2 0,5 3 0,5 3 0,7-8 0,-2-4 0,6-6 0,6-5 0,11-4 0,12-8 0,3-7 0,3-5 0,1-10 0,4-7 0,-3-5 0,3-6 0,4-4 0,0-7 0</inkml:trace>
  <inkml:trace contextRef="#ctx0" brushRef="#br0" timeOffset="38">32301 12310 8912,'-25'-7'0,"6"5"0,-4-4 0,4 4 0,1 2 0,1 0 0,0 2 0,0 6 0,0 9 0,1 2 0,5 10 0,-3-1 0,9 7 0,1-1 0,2 0 0,4-7 0,4-4 0,5-4 0,4-2 0,3-1 0,-1-5 0,0-3 0,0-10 0,0-4 0,1-5 0,-1-5 0,0-1 0,0-8 0,0-3 0,-1-5 0,-3-1 0,-3 1 0,-3 5 0,-1-5 0,-6 5 0,0 3 0,0 2 0,-8 4 0,-3 2 0,-6 7 0,-4 4 0,-4 4 0,-2 2 0,0 2 0,-1 4 0,3 4 0,8 7 0,7 0 0,2 0 0</inkml:trace>
  <inkml:trace contextRef="#ctx0" brushRef="#br0" timeOffset="39">33075 11915 8912,'0'-35'0,"0"1"0,-6 7 0,-1 4 0,-3 4 0,4 8 0,-5-1 0,-1 9 0,-5-3 0,0 6 0,0 6 0,0 7 0,-1 8 0,-3 8 0,4 11 0,-4 0 0,10 11 0,-3-1 0,3 13 0,-3-2 0,7 2 0,-1-5 0,0-5 0,3-1 0,5-1 0,-6 5 0,0-5 0,1 3 0,5-14 0,0-6 0,0-5 0,0-8 0,0 2 0,0-4 0,0-10 0,0-1 0</inkml:trace>
  <inkml:trace contextRef="#ctx0" brushRef="#br0" timeOffset="40">30924 13462 8912,'-11'-15'0,"1"2"0,2 1 0,3 1 0,-3 1 0,6-5 0,-4 3 0,2-3 0,-1-2 0,1 7 0,-8 5 0,7 3 0,-9 6 0,-5 5 0,-8 8 0,1 18 0,-3-1 0,0 12 0,-5 0 0,-1 3 0,3 3 0,5-2 0,10-5 0,7-2 0,10-9 0,4-2 0,8-3 0,13-12 0,15-11 0,13-8 0,-1-9 0,3-1 0,-3-20 0,0 5 0</inkml:trace>
  <inkml:trace contextRef="#ctx0" brushRef="#br0" timeOffset="41">31199 13514 8912,'0'-17'0,"-2"-1"0,-3 3 0,-7 4 0,-3 3 0,-2 8 0,-6 8 0,0 3 0,-2 6 0,2 6 0,4 4 0,-4 7 0,4-5 0,2 0 0,5-3 0,3 5 0,1-4 0,4-2 0,2-2 0,4-8 0,4-4 0,5-3 0,12-8 0,-2-8 0,6-3 0,0-4 0,0-3 0,-4-1 0,5-4 0,-5 4 0,6-4 0,-8-2 0,2 3 0,2-1 0,-2 5 0,0 1 0,-6 0 0,-2 6 0,-3-1 0,3 8 0,-13-1 0,3 10 0,-3 5 0,-2 7 0,0 0 0,2 0 0,2 1 0,2-1 0,5-6 0,-5 1 0,7-8 0,-1 1 0,3 3 0,2-2 0,-5-1 0,-1-5 0,1 0 0,-1-5 0,-1-3 0,-2-2 0,-3 5 0,-5-7 0,0 8 0,0-11 0,0 13 0,0-7 0,0 3 0,0 4 0,0-6 0,0 16 0,0-4 0,0 7 0,0 1 0,0-3 0,0 1 0,0-4 0,0-4 0,2 5 0,4-7 0,-4-2 0,4-3 0,3 3 0,1-6 0,1 2 0,1 1 0,-7-7 0,7 6 0,-3-1 0,3 1 0,3 4 0,-7-8 0,3 5 0,5 3 0,-5-4 0,-3 4 0,7 2 0,-5 0 0</inkml:trace>
  <inkml:trace contextRef="#ctx0" brushRef="#br0" timeOffset="42">31939 13342 8912,'-7'-10'0,"-5"-3"0,-11 7 0,4 0 0,-4 8 0,4 4 0,2 6 0,0 9 0,-1 2 0,7 7 0,-1-1 0,9 3 0,-3 3 0,-2-1 0,3 0 0,1-1 0,2-4 0,9-5 0,5-6 0,9-9 0,2-3 0,7-4 0,-1-2 0,4-2 0,1-4 0,6-2 0,0-5 0,-1 2 0,-3-3 0,-2-9 0,1-3 0</inkml:trace>
  <inkml:trace contextRef="#ctx0" brushRef="#br0" timeOffset="43">32197 13479 8912,'-17'0'0,"0"0"0,0 0 0,0 0 0,7 0 0,4 0 0,14 0 0,9-1 0,10-5 0,0-4 0,1-7 0,1 0 0,4 0 0,-5-1 0,-5 1 0,-4 0 0,-1 0 0,-3 0 0,-4-1 0,-3 1 0,-10 6 0,-6 1 0,-7 5 0,-6 6 0,-10 7 0,3 9 0,-5 8 0,-1 4 0,5 3 0,0 3 0,10 5 0,2 0 0,10-2 0,5-2 0,2-7 0,0 0 0,15-10 0,8-2 0,7-2 0,5-9 0,-1 0 0,1-14 0,-1-1 0</inkml:trace>
  <inkml:trace contextRef="#ctx0" brushRef="#br0" timeOffset="44">32559 13273 8912,'9'0'0,"5"8"0,-9 3 0,7 6 0,-6 6 0,5-2 0,-5 6 0,0-2 0,1-4 0,-5 0 0,4 2 0,-2-10 0,0 4 0,1-1 0,3-9 0,-2-1 0,1-8 0,5-9 0,9-3 0,-4-14 0,6-3 0,0-9 0,4 4 0,7-4 0,1 3 0,-1 3 0,0 0 0,1-1 0,-8 8 0,-3 3 0,-6 6 0</inkml:trace>
  <inkml:trace contextRef="#ctx0" brushRef="#br0" timeOffset="45">30907 14116 8912,'-23'0'0,"0"0"0,0 0 0,6 0 0,0 0 0,-1 1 0,1 5 0,0 6 0,0 3 0,-1 2 0,3 0 0,2 2 0,1 4 0,3-4 0,-3 4 0,5-3 0,7-3 0,0 0 0,0 0 0,7-5 0,5-3 0,5 1 0,6-1 0,-2-5 0,8 2 0,-8 3 0,2 3 0,1-3 0,-1 3 0,0-3 0,-5 3 0,-1 3 0,0-3 0,0-3 0,0 3 0,-5-7 0,-1 7 0,-7-7 0,2 7 0,-4-6 0,-2 5 0,-8-5 0,-5 3 0,-6-1 0,-4-4 0,-2 4 0,2-3 0,-2 1 0,-4-6 0,-3 0 0,5 0 0</inkml:trace>
  <inkml:trace contextRef="#ctx0" brushRef="#br0" timeOffset="46">31130 14167 8912,'-17'0'0,"0"0"0,0 0 0,0 4 0,-1 6 0,3 7 0,4 2 0,-3 8 0,9 1 0,-1 5 0,6 1 0,7 0 0,5 1 0,9-6 0,4-3 0,2-1 0,3-4 0,1-9 0,-3-7 0,3-3 0,-8-2 0,8 0 0,-5 0 0</inkml:trace>
  <inkml:trace contextRef="#ctx0" brushRef="#br0" timeOffset="47">31320 14253 8912,'0'-9'0,"2"1"0,3 8 0,-1 0 0,8 0 0,-7 8 0,7 3 0,-6 4 0,3 3 0,1-1 0,-1 0 0,-5 6 0,2 0 0,2 0 0,-3-6 0,1 0 0,-6 0 0,2-7 0,4-4 0,-2-5 0,7-1 0,-5-7 0,5-5 0,3-5 0,1-6 0,-4 4 0,1-4 0,-1 4 0,6 2 0,1 0 0,-1 0 0,-6 1 0,1 3 0,1 3 0,3 3 0,1 1 0,0 4 0,0-4 0,-5 4 0,-1-3 0,2 3 0,3 2 0,1 0 0,0 0 0,0 0 0,1 0 0,-1 0 0,0-6 0,0-2 0,0-1 0,-5 3 0,-1-5 0,-7-1 0,4-5 0,-8 0 0,0 5 0,-2 3 0,-4 1 0,-3 2 0,-9 6 0,1 0 0,0 0 0,0 8 0,0 3 0,-1 10 0,3 2 0,2 0 0,1 2 0,8-4 0,-1 8 0,3-6 0,2 5 0,7-8 0,5-1 0,5-6 0,6 0 0,4-5 0,7-2 0,3-4 0,3-2 0,2-10 0,4-7 0,1 0 0,-6-6 0,-3-4 0,-9-2 0,1-1 0,-7 1 0,0-3 0,-13 7 0,-5-6 0,-3 3 0,-2 7 0,0-2 0,-2 6 0,-3 5 0,-5 4 0,-7 8 0,0 2 0,-1 4 0,3 4 0,4 7 0,-3 6 0,9 0 0,-1 5 0,6-5 0,0 6 0,0-6 0,0-2 0,0-2 0,9-8 0,9 1 0,-1-8 0,6 1 0,3-3 0,1-4 0,2-3 0,0-7 0,-8-3 0,11-2 0,-13-6 0,4 0 0,-4 0 0,-1 4 0,-1-4 0,-2 4 0,-3-4 0,-5 11 0,-7 5 0,0 9 0,0 3 0,-2-1 0,-3 8 0,3-7 0,-4 7 0,4-8 0,2 11 0,0-13 0,2 6 0,4-8 0,-3 0 0,9 0 0,-1 7 0,7-5 0,-1 4 0,0-4 0,0-2 0,2 0 0,4 0 0,-2 0 0,8 0 0,-6-2 0,6-4 0,-1 2 0,7-7 0,-1 1 0,1-1 0,-7-4 0,1 3 0,-8-1 0,2 1 0,-4-3 0,-2 5 0,-7 1 0,-3 1 0,-7 8 0,0 8 0,0 3 0,0 5 0,0 1 0,0 0 0,0 0 0,0 0 0,0 1 0,0-1 0,0 0 0,0 0 0,0 0 0,0 1 0,0-1 0,0 0 0,0-6 0,0 1 0,0-8 0,-15 11 0,-4-5 0</inkml:trace>
  <inkml:trace contextRef="#ctx0" brushRef="#br0" timeOffset="48">32765 13926 8912,'-21'-26'0,"4"3"0,4 4 0,3 1 0,2 1 0,8 0 0,2 6 0,4-1 0,6 6 0,11-5 0,3 7 0,9-2 0,1 5 0,4 1 0,-3 0 0,3 0 0,4 0 0,0 0 0</inkml:trace>
  <inkml:trace contextRef="#ctx0" brushRef="#br0" timeOffset="49">30993 14941 8912,'0'-17'0,"-2"-1"0,-2 5 0,-2 7 0,1 10 0,5 17 0,2 6 0,3 5 0,-1-1 0,6 7 0,-1-5 0,1-5 0,-1-1 0,5 2 0,-3-8 0,3-8 0,1 0 0,2-7 0,0-2 0,0-12 0,1-9 0,-1-10 0,0-11 0,0-4 0,1-2 0,-1-2 0,0-5 0,0-1 0,0 1 0,-5 7 0,-3 4 0,1 5 0,0 7 0,1 3 0,6 8 0</inkml:trace>
  <inkml:trace contextRef="#ctx0" brushRef="#br0" timeOffset="50">31750 14769 8912,'0'-23'0,"0"0"0,-2 4 0,-4 6 0,-3 5 0,-8 8 0,-1 2 0,1 4 0,-6 11 0,-2 11 0,1 5 0,-1 1 0,7 3 0,7 3 0,7-4 0,-2 4 0,4-5 0,2-7 0,8 3 0,4-8 0,3-2 0,2-10 0,0 3 0,1-9 0,-1 7 0,2-7 0,2-1 0,2-2 0,0-2 0,-6 0 0,-6 0 0,1 0 0,-8 0 0,3 8 0,-10-1 0,-9 5 0,-1 3 0,-16-3 0,-5 3 0,-8 2 0,-2 0 0,-4 1 0,-2-1 0,-2 8 0,1 1 0</inkml:trace>
  <inkml:trace contextRef="#ctx0" brushRef="#br0" timeOffset="51">29737 15646 8912,'0'-17'0,"0"-1"0,-2 3 0,-2 2 0,-2 1 0,-2 8 0,5 1 0,-3 8 0,2 13 0,2 6 0,2 11 0,0-1 0,0 1 0,0 5 0,0-2 0,0-4 0,0-3 0,0-10 0,0 4 0,0-1 0,0-4 0,0-13 0,0-18 0,0-12 0,0-13 0,0-3 0,0-1 0,2-13 0,4 1 0,-2-3 0,7 3 0,-1-5 0,1 0 0,4 1 0,-3 10 0,1 12 0,-1 11 0,3 6 0,-3 5 0,3 9 0,2 14 0,0 14 0,0 11 0,4 10 0,-3 11 0,7-3 0,-14 3 0,8-3 0,-7-3 0,1-5 0,-2 0 0,3-8 0,-8 2 0,7-11 0,-11 3 0,6-5 0</inkml:trace>
  <inkml:trace contextRef="#ctx0" brushRef="#br0" timeOffset="52">29805 15835 8912,'-15'-12'0,"2"1"0,1-1 0,-1 3 0,5-6 0,3 3 0,3 3 0,2-3 0,7 1 0,5-6 0,13-1 0,9 1 0,2 0 0,10 0 0,-2 0 0,4-1 0,-4 1 0,-2 0 0,-2 0 0,-5 0 0</inkml:trace>
  <inkml:trace contextRef="#ctx0" brushRef="#br0" timeOffset="53">30201 15388 8912,'0'-17'0,"0"5"0,0 1 0,0 7 0,0-4 0,0 10 0,0 4 0,0 5 0,0 12 0,0 4 0,0 7 0,0 1 0,0-1 0,0 6 0,0 0 0,0-5 0,0-7 0,0-1 0,0 2 0,0-4 0,0-8 0,0 0 0,0 0 0,2-7 0,4-4 0,3-12 0,9-6 0,-1-3 0,0-2 0,0 0 0,0 0 0,1-1 0,-1 1 0,6 6 0,0-1 0,0 8 0,-6-1 0,-6 3 0,1 2 0,-1 2 0,-1 3 0,-2 5 0,-8 7 0,-8 6 0,-4 0 0,-9 6 0,-2-6 0,-5 5 0,5-5 0,0 2 0,6-4 0,-1 0 0,1-6 0,8 2 0,1-15 0,10 4 0,4-12 0,3-11 0,8-10 0</inkml:trace>
  <inkml:trace contextRef="#ctx0" brushRef="#br0" timeOffset="54">30563 15594 8912,'17'-9'0,"-6"-5"0,1 9 0,-8-9 0,3 12 0,-7-3 0,0 10 0,-2 7 0,-2 3 0,-1 2 0,-1 6 0,6 0 0,0 0 0,0-6 0,0 0 0,0 1 0,0-1 0,0 0 0,2-8 0,2-1 0,3-2 0,3 0 0,-4-1 0,5-5 0,-7 0 0,9-2 0,-7-3 0,0-5 0,-6-7 0,0 0 0,0 0 0,0-1 0,-8 1 0,-1 0 0</inkml:trace>
  <inkml:trace contextRef="#ctx0" brushRef="#br0" timeOffset="55">30786 15646 8912,'12'0'0,"-1"0"0,-5 0 0,5 0 0,-5 0 0,6 0 0,-1 0 0,6 2 0,1 3 0,-3-1 0,-2 8 0,-3 1 0,-3 2 0,5 3 0,-6-1 0,-1-6 0,-5 1 0,0-1 0,0 6 0,0-5 0,0-1 0,0-5 0,0 5 0,0-7 0,0-4 0,0-11 0,0-6 0,0-6 0,2 2 0,4-8 0,-4 0 0,21-5 0,-4 0 0</inkml:trace>
  <inkml:trace contextRef="#ctx0" brushRef="#br0" timeOffset="56">31354 15268 8912,'0'11'0,"0"0"0,-7 1 0,3 5 0,-8 0 0,7 6 0,-7 0 0,8 8 0,-3-3 0,1 5 0,0 1 0,0 6 0,6 0 0,0-1 0,0-11 0,2-1 0,4-4 0,-2-10 0,7 5 0,1-13 0,5 1 0,-6-4 0,1-4 0,1-4 0,3-5 0,7-10 0,0-2 0,-1-6 0,-4 6 0,-1-7 0,0 1 0,0 4 0,0 2 0,-5 6 0,-1 6 0,-5-3 0,6 9 0,-9 6 0,3 11 0,-4 9 0,-2 2 0,0 6 0,0-7 0,0 7 0,0-6 0,0 6 0,0-6 0,0 0 0,0-6 0,0 0 0,0 0 0</inkml:trace>
  <inkml:trace contextRef="#ctx0" brushRef="#br0" timeOffset="57">31681 15353 8912,'0'-17'0,"8"0"0,-6 0 0,13 0 0,-5 7 0,7 3 0,-2 8 0,-3 5 0,1 4 0,-7 7 0,-1 0 0,-5 0 0</inkml:trace>
  <inkml:trace contextRef="#ctx0" brushRef="#br0" timeOffset="58">31130 15680 8912,'-17'-17'0,"6"2"0,-1 3 0,9-3 0,-1 3 0,8-3 0,13 0 0,11 3 0,13-1 0,4 7 0,5-7 0,4 3 0,3 1 0,6 3 0,4-3 0,2-1 0</inkml:trace>
  <inkml:trace contextRef="#ctx0" brushRef="#br0" timeOffset="59">31974 15525 8912,'-17'8'0,"1"7"0,5 8 0,1 2 0,4-2 0,5-2 0,-5 8 0,4-8 0,2 2 0,2-4 0,4-2 0,5-2 0,4-3 0,3-5 0,-1-7 0,6 0 0,0 0 0,0-7 0,-6-5 0,0-5 0,0-6 0,-2 4 0,-3-4 0,-6 4 0,-4 2 0,-4-6 0,-4 0 0,-4 6 0,-7 5 0,-2 3 0,-2-3 0,-4 7 0,-2 3 0,6 2 0,-2 0 0,4 0 0,2 0 0,6 2 0,-1 3 0,8-1 0,0 6 0,8-3 0,6-1 0,7-6 0,8 0 0,4 0 0,-3-2 0,3-4 0,0 3 0,5-9 0,1 8 0,-1-1 0,0 3 0,1 2 0,-6 0 0,-1 0 0,-5 7 0,6 5 0,-10 3 0,-2 2 0,-2 6 0,-9 0 0,0 2 0,-6-2 0,0-4 0,0 4 0,0-10 0,-2-3 0,-4-3 0,2-1 0,-7-6 0,7-2 0,-2-4 0,5-5 0,1-12 0,0-6 0,0-11 0,5 2 0,3-8 0,1-3 0,5-7 0,7 5 0,2-1 0,0 10 0,-6 13 0,0 1 0,0 10 0,6 5 0,2 17 0,0 7 0,0 12 0,0 16 0,-2 6 0,-4 5 0,4 2 0,-4-1 0,-2 1 0,2-1 0,4 1 0,-4-8 0,4-4 0,12-4 0,1-1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4.711"/>
    </inkml:context>
    <inkml:brush xml:id="br0">
      <inkml:brushProperty name="height" value="0.053" units="cm"/>
      <inkml:brushProperty name="color" value="#FF0000"/>
    </inkml:brush>
  </inkml:definitions>
  <inkml:trace contextRef="#ctx0" brushRef="#br0">6273 14339 8912,'3'17'0,"0"0"0,-3-7 0,-5-4 0,3-2 0,-4 1 0,4 5 0,2 7 0,0 0 0,0 0 0,0 1 0,0 1 0,0 2 0,0 2 0,0-2 0,0 5 0,0 3 0,6-2 0,-1 1 0,1-5 0,-6 4 0,0 0 0,0 0 0,2-6 0,4 2 0,-2-6 0,7-6 0,-5 5 0,5-5 0,1-3 0,5-3 0,0-10 0,8-5 0,2-7 0</inkml:trace>
  <inkml:trace contextRef="#ctx0" brushRef="#br0" timeOffset="1">6608 14494 8912,'0'11'0,"0"1"0,0-8 0,-2 9 0,-4-7 0,3 7 0,-9-1 0,8 3 0,-1 4 0,3 2 0,2 2 0,0 7 0,0-1 0,0-4 0,0-2 0,7-4 0,5-2 0,3-5 0,2-1 0,2-7 0,2 0 0,4-10 0,2-11 0,0-8 0,2-9 0,1-1 0,-7 1 0,-2-1 0,-9 1 0,-5 0 0,-7-1 0,0 8 0,0 5 0,-13 2 0,-6 5 0,-6 4 0,-6 5 0,-1 4 0,-3 2 0,3 8 0,3 3 0,-1 10 0,7 2 0,0 0 0,6 2 0,-1 2 0</inkml:trace>
  <inkml:trace contextRef="#ctx0" brushRef="#br0" timeOffset="2">6952 14459 8912,'12'-17'0,"-1"0"0,-5 6 0,5-1 0,-7 8 0,12-3 0,-5 7 0,4 2 0,3 3 0,-7 5 0,1 7 0,-1 0 0,6 0 0,-2 3 0,-1 1 0,-5 1 0,-1-1 0,-2-1 0,-6-3 0,6 0 0,-1 0 0,1 0 0,-8-1 0,-4-5 0,4 4 0,-7-13 0,3 4 0,4-14 0,-3-9 0,5-2 0,5-10 0,7 1 0,3 1 0,0-4 0,-3 9 0,9-7 0,-4 6 0,4-2 0,-4 2 0,8 4 0,2-6 0</inkml:trace>
  <inkml:trace contextRef="#ctx0" brushRef="#br0" timeOffset="3">7486 14373 8912,'-19'10'0,"-2"-2"0,-2-3 0,2 1 0,-4 2 0,2-3 0,-2-1 0,2 8 0,4-1 0,-4 8 0,6 2 0,5 2 0,-1 2 0,7-2 0,2-4 0,10 4 0,0-4 0,11-2 0,-4-7 0,12-4 0,-2-4 0,0-2 0,6-4 0,-6-8 0,7-1 0,-1-16 0,-2-1 0,2-10 0,-3 3 0,3-3 0,-4 2 0,-8-2 0,0 2 0,0-6 0,-1 0 0,-5 0 0,-3 6 0,-8-3 0,-6 11 0,0 1 0,-7 10 0,2 2 0,-5 9 0,-1 6 0,0 4 0,0 4 0,5 6 0,1 10 0,7 5 0,-2 8 0,4 1 0,2 4 0,0-4 0,0 4 0,8-3 0,3-3 0,7-5 0,4-1 0,-2-1 0,4 0 0,1-8 0,4-6 0,-4-9 0,-2 2 0,-4-4 0,-2-2 0,0 0 0,-1-2 0,-5-4 0,2 2 0,-7-7 0,0 5 0,-6-5 0,0-3 0,0 5 0,0-3 0,0 7 0,0-7 0,-2 8 0,-4-1 0,4 1 0,-3-2 0,3 4 0,2-6 0,0 8 0,7 0 0,3 0 0,7 0 0,0 0 0,1 0 0,-1 0 0,0 0 0,0 0 0,0 0 0,1 0 0,-1 0 0,-6 0 0,1 0 0,-6 0 0,5 0 0,-5 2 0,5 4 0,-7-4 0,9 13 0,-7-3 0,6-3 0,-7 3 0,1 1 0,2 2 0,-4-3 0,7-1 0,0-7 0,7 4 0</inkml:trace>
  <inkml:trace contextRef="#ctx0" brushRef="#br0" timeOffset="4">8329 14253 8912,'10'0'0,"-5"0"0,-10 0 0,1 8 0,-8 3 0,3 5 0,-3 1 0,-1 6 0,5 1 0,1 1 0,-1 0 0,2-2 0,6-6 0,2 4 0,4-4 0,-2 3 0,7-15 0,2-1 0,1-4 0,-3-6 0,3-9 0,-9-8 0,7-7 0,-6 1 0,-2-2 0,-3 3 0,-1-5 0,0 5 0,0 3 0,0 2 0,-7 4 0,-5 2 0,-3 1 0,-2 5 0,0 5 0,-1 4 0,1 2 0</inkml:trace>
  <inkml:trace contextRef="#ctx0" brushRef="#br0" timeOffset="5">8949 13806 8912,'0'-17'0,"0"0"0,0 0 0,0-1 0,-2 9 0,-4 3 0,-6 4 0,-11 2 0,4 4 0,-4 5 0,4 11 0,2 4 0,0 13 0,0 9 0,7-2 0,4 1 0,3-1 0,-3 2 0,4 4 0,-4-6 0,4 0 0,2-4 0,6-4 0,0-1 0,-1-1 0,-5 0 0,0 1 0,0-1 0,0-7 0,-7-2 0,-3-8 0</inkml:trace>
  <inkml:trace contextRef="#ctx0" brushRef="#br0" timeOffset="6">8518 14356 8912,'-17'10'0,"8"-3"0,31-14 0,3-3 0,27-7 0,-4 0 0,3-2 0,3-2 0,3-2 0,-9 0 0,4 6 0,-12 7 0,0 4 0,-11-3 0,-4-1 0</inkml:trace>
  <inkml:trace contextRef="#ctx0" brushRef="#br0" timeOffset="7">8673 14855 8912,'-11'8'0,"1"3"0,2 4 0,5 2 0,-5-5 0,0-1 0,1 3 0,-1 1 0,0-5 0,3-5 0,3-3 0,-4-9 0,12-5 0,3-11 0,9-5 0,-1-3 0,2 0 0,2 3 0,2-3 0,0 4 0,-6-1 0,0 7 0,0-4 0,1 8 0,-7 7 0,1 4 0,-7 5 0,7 1 0,-8 7 0,1 5 0,5 3 0,-1 2 0,1 0 0,3-5 0,-7-1 0,8-7 0,-5 4 0,8-8 0,1-2 0,-1-4 0,0 2 0,0-7 0,0-1 0,1-5 0,-7 0 0,0 0 0,-1 0 0,3 1 0,-1 3 0,1 1 0,-5 9 0,7-5 0,-5 8 0,7 0 0,0 0 0,2 6 0,4-1 0,-4 1 0,4-6 0,-2 0 0,0 0 0,2-2 0,-2-3 0,4-5 0,-2-7 0,-6 0 0,-5-1 0,-1 1 0,-1 0 0,-2 0 0,-8 0 0,0-1 0,-2 9 0,-4 3 0,-4 4 0,-7 2 0,0 2 0,0 4 0,0-2 0,-1 7 0,7 1 0,-1 5 0,7 0 0,-7 0 0,8 0 0,-1 1 0,3-1 0,9-8 0,5-3 0,3-4 0,2-2 0,1-2 0,-1-4 0,0-3 0,0-8 0,0 5 0,1 1 0,-1-1 0,0-3 0,0 3 0,-7 3 0,-3 5 0,1-2 0,-4 3 0,7 8 0,-5 11 0,6 6 0,-7 11 0,7 1 0,-7 8 0,7 10 0,-8 0 0,2-1 0,1 6 0,-1 1 0,-2-1 0,-8-7 0,-4-4 0,-1-6 0,-9-10 0,-4-1 0,-3-14 0,2 2 0,4-5 0,-4-1 0,4-3 0,1-8 0,1-2 0,0-4 0,2-5 0,3-12 0,-1 2 0,7-8 0,0 4 0,6-5 0,2-3 0,4 3 0,4 1 0,7 0 0,2-3 0,2 5 0,2 1 0,-2 3 0,4 3 0,-2 3 0,7-2 0,-1-4 0,-2 10 0,1-4 0,-1 3 0,2-3 0,1 2 0,-7 3 0,0-3 0,-5 4 0,-7 1 0,0-1 0,-7 5 0,2-6 0,-4 1 0,-2 1 0,0 3 0,0 20 0,0 4 0,0 4 0,0-3 0,0-7 0,0 0 0,0 1 0,0 5 0,0 0 0,0 1 0,0-1 0,0-6 0,0 1 0,0-9 0,0 5 0,0-8 0,6-8 0,-1-3 0,9-4 0,-3-2 0,-1 1 0,1 5 0,-5-5 0,6 5 0,-3 1 0,3-1 0,3 7 0,-4-2 0,-1 5 0,1 1 0,1 0 0,5 0 0,0-2 0,0-4 0,6 4 0,0-4 0,0 2 0,-6-1 0,6 1 0,0-8 0,0 3 0,-5-3 0,-1-3 0,0 4 0,-7-5 0,3-1 0,-7 0 0,-1 0 0,-5 0 0,-7 7 0,3 2 0,-8 8 0,7 2 0,-5 4 0,2 6 0,5 3 0,1 2 0,2 0 0,0 0 0,0 1 0,0-1 0,0 0 0,0 0 0,0 0 0,0 1 0,0-1 0,0 0 0,0 0 0,2 0 0,3 1 0,-3-7 0,4 0 0,-2-7 0,2 2 0,-4-4 0,13-10 0,-6-1 0</inkml:trace>
  <inkml:trace contextRef="#ctx0" brushRef="#br0" timeOffset="8">10291 14288 8912,'-12'0'0,"1"0"0,-1 1 0,3 5 0,1-4 0,8 13 0,0-5 0</inkml:trace>
  <inkml:trace contextRef="#ctx0" brushRef="#br0" timeOffset="9">10566 13961 8912,'0'-23'0,"0"-2"0,2 0 0,2 0 0,2 4 0,1 10 0,-3 7 0,2 8 0,-2 15 0,-10 15 0,2 10 0,-7 14 0,-3 5 0,-1 4 0,-4 1 0,-4 1 0,4 0 0,-4 0 0,4-1 0,1-1 0,1-4 0,0-5 0,0-14 0,0-10 0,5-9 0,1-14 0,7-3 0,-4-16 0,8-3 0,0-12 0,0-6 0,0-3 0,0-3 0,6-5 0,2 0 0,1 4 0,5 5 0,1 1 0,2 7 0,0-6 0,0 6 0,1 0 0,-1 6 0,2 6 0,4-1 0,-2 8 0,8-1 0,-8 3 0,2 2 0,-4 0 0,-2 0 0,0 0 0,0 0 0,-7 0 0,-2 2 0,-8 3 0,0 7 0,0 3 0,0 2 0,-6 2 0,0 4 0,0-4 0,6 4 0,0-4 0,0-1 0,0-1 0,0 0 0,8 0 0,2-7 0,7-3 0,0-7 0,-2-2 0,-3-3 0,3-5 0,-3-7 0,3 0 0,2 0 0,0-1 0,0 1 0,1 6 0,-1-1 0,0 7 0,0-7 0,1 8 0,-1-3 0,0 7 0,-2 2 0,-3 3 0,3 5 0,-5 7 0,7-2 0,0-3 0,-6-5 0,1-7 0,-8-1 0,1-5 0,-3-4 0,-2-1 0,0-1 0,-7 8 0,-5-1 0,-3 3 0,-2 2 0,-6 0 0,0 0 0,0 2 0,6 3 0,0 5 0,-1 7 0,1-5 0,2-1 0,3 3 0,-1 1 0,7 2 0,2-7 0,10-5 0,4-3 0,9-4 0,2-3 0,2-7 0,2-9 0,-2-2 0,-2-9 0,7-3 0,-7 1 0,2-6 0,-4-4 0,-1-2 0,-3 2 0,-4-2 0,3 2 0,-9-2 0,1 6 0,-6 12 0,0-3 0,-2 10 0,-3 6 0,1 5 0,-6 14 0,1 8 0,-1 10 0,1 9 0,-3 3 0,2 3 0,7 3 0,-3 6 0,2 3 0,2-5 0,2-4 0,0-3 0,0-3 0,0 0 0,0 1 0,8-6 0,3-1 0,5-13 0,1 3 0,6-13 0,0 1 0,5-6 0,-3-6 0,0-7 0,0-8 0,-2 0 0,-6-8 0,-7 1 0,-5-7 0,-3 3 0,-2 3 0,0-3 0,0 3 0,-7 10 0,-5 2 0,-5 11 0,-6 0 0,-2 4 0,-4 2 0,-3 16 0,3 7 0,3 9 0,-3 8 0,8 4 0,-2 8 0,11-1 0,7 1 0,3-3 0,2-3 0,15 2 0,8-8 0,10-9 0,7-14 0,4-7 0,7-10 0,1-23 0,0-6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3.974"/>
    </inkml:context>
    <inkml:brush xml:id="br0">
      <inkml:brushProperty name="width" value="0.05292" units="cm"/>
      <inkml:brushProperty name="height" value="0.05292" units="cm"/>
      <inkml:brushProperty name="color" value="#FF0000"/>
    </inkml:brush>
  </inkml:definitions>
  <inkml:trace contextRef="#ctx0" brushRef="#br0">3201 5003 8912,'-12'-13'0,"1"-4"0,1-2 0,6-1 0,1 9 0,12 0 0,1-3 0,-1-1 0,1-4 0,1-4 0,5 2 0,-5-8 0,3 8 0,-1-4 0,-2 2 0,3 0 0,1-1 0,2 1 0,-5 6 0,-1-1 0,1 3 0,5 9 0,0-5 0,0 5 0,2 0 0,4 6 0,-2 0 0,8 0 0,0 0 0,5 0 0,1 0 0,1 0 0,2 0 0,2 0 0,8 0 0,-2 0 0,6 2 0,5 4 0,4-2 0,8 7 0,0-7 0,0 2 0,-2-2 0,-4 1 0,2-3 0,-8 4 0,0-4 0,-5-2 0,0 0 0,-3-2 0,-1-2 0,-2-2 0,6 1 0,5 5 0,0 0 0,-5 0 0,2 0 0,3 0 0,-3-6 0,3 0 0,2-1 0,-1 1 0,7 2 0,-2-7 0,11-1 0,7-5 0,-5 0 0,-1 0 0,-7-1 0,-4 1 0,1 6 0,-8-1 0,6 3 0,-6-3 0,10 3 0,2 3 0,6 4-183,5-4 0,2 3 183,-7-3 0,7 4 0,-2-4 0,4 2 0,2-1 0,1 3 0,-1-4 0,0-2 0,0 3 0,-4-7 0,-8 6 0,-1-5 0,-16 5 0,8-7 0,-1 1 0,8-1 0,3 0 0,-3 1 0,-1-1 0,-2-2 0,0-3 0,-10 3 0,-7 4 0,-8-3 0,-10 8 0,-5-1 0,0 1 0,-1 2 0,7-7 0,-9 7 0,-3-2 0,-9 2 366,-3-1-366,-7 3 0,4-6 0,-8 8 0,0 0 0,-8 0 0,-3 0 0,-7 4 0,-5 7 0,-19 12 0,-15 23 0,18-17 0,-2 3 0,-6 10 0,-2 2 0,-7 4 0,-1 0 0</inkml:trace>
  <inkml:trace contextRef="#ctx0" brushRef="#br0" timeOffset="1">4354 5210 8912,'-6'-18'0,"-2"1"0,1 0 0,-1 0 0,4 0 0,-3-1 0,-1 3 0,-2 4 0,5-3 0,-7 9 0,-1-1 0,-2-2 0,-3 6 0,1-3 0,-2 3 0,-4 2 0,2 0 0,-8 0 0,1 2 0,-7 1 0,-1 5 0,-4 2 0,2-5 0,-8 7 0,0-1 0,-6 6 0,-7 1 0,-4-1 0,2 0 0,-3 0 0,-1 0 0,-9 1 0,3-7 0,-2-1 0,7-1 0,2 1 0,7-7 0,-6 3 0,2 4 0,-2 1 0,-2 6 0,7 6 0,-9-2-155,-1 8 1,4 5 154,-4 6 0,18 1 0,4-7 0,8 0 0,3 1 0,14-1 0,4 1 0,9-9 0,-3-3 0,7 2 0,-2-2 0,5-6 0,1-5 0,0-1 0,0 6 0,0 0 154,0 1 1,-6 1-155,0 4 0,-2 9 0,3 8 0,1 16 0,-8 1 0,1 10 0,-6 7 0,-6 5-212,0 7 0,8-40 0,1 1 212,3 2 0,-1 0 0,-2 1 0,0 1 0,1 1 0,1 1 0,-1 1 0,1 1 0,-1 2 0,1 1 0,0-2 0,1 0 0,2 2 0,1-1 0,2-7 0,0-1 0,0 0 0,1 0 0,1 46 0,-2-3 0,2 3 0,2-46 0,-1 0 0,-1 42 0,-1-40 0,-2 2 0,1 3 0,-1 2 0,-4 4 0,-1 2 0,3 7 0,1 2 0,-2 3 0,1 2 0,2 4 0,2 1 0,1 1 0,1 2 0,-1 6 0,2 3-393,1 2 0,2 1 0,1-29 0,0 1 1,2 1 392,-1 2 0,1 0 0,0-1 0,1-6 0,0 0 0,0-2 0,3 29 0,2-2 0,1-10 0,0-2-189,1-6 0,-1-2 1,1-8-1,-1-2 189,-2-3 0,0-2 0,8 34-58,0-15 0,-6-12 58,1-12 0,-6 8 0,5 5 0,-7 4 0,4 5 0,-3 3 0,1 3 0,0-5 0,-6 6 0,6-7 0,-1 1 0,7 5 21,-6 1 0,1 12-21,-4-44 0,0 1 0,-1 45 0,4-3 0,1-10 0,-1-7 0,2-3 830,-3-2 0,-1-8-830,8-4 0,-9-17 0,3-7 929,-4-7-929,-2-10 161,0-9-161,0-14 569,0 5-569,0-6 110,0 8-110,0 0 0,8 0 0,-6 0 0,5 8 0,-7-6 0,6 7 0,0-3 0,0-4 0,-6 6 0,0-8 0,0 0 0,0 7 0,0-5 0,0 6 0,7-8 0,-5 0 0,6 0 0,-8 0 0,0 0 0,7 0 0,5 0 0,13-8 0,9-3 0,12-7 0,9-4 0,22 2 0,15-3 0,-43 10 0,1 0 0,2-1 0,-1 1 0</inkml:trace>
  <inkml:trace contextRef="#ctx0" brushRef="#br0" timeOffset="2">2289 15577 8912,'-17'-34'0,"-1"-1"0,9 8 0,5 3 0,10 1 0,13-2 0,13-2 0,12-3 0,8-3 0,7-3 0,10-4 0,9-6 0,-36 21 0,1 0 0,0 0 0,0-1 0,0-3 0,0-2-47,0 1 1,0-3 0,0-2-1,0-2 1,0-1 0,0-1-1,0 1 1,0 0 46,0 0 0,0-1 0,0 3 0,0 0 18,0 4 0,0 1 1,30-26-1,-8 11 1,-10 7-19,-11 9 0,-13 5 0,-8 8 0,-4 5 0,-2 1 0,-8 7 0,-1-3 0,-8 8 0,0 5 139,0 6 1,0 5-140,0 6 0,-8-4 0,-1 6 0</inkml:trace>
  <inkml:trace contextRef="#ctx0" brushRef="#br0" timeOffset="3">3838 13961 8912,'-8'-35'0,"-2"3"0,1 3 0,3 6 0,4 12 0,2 3 0,2 8 0,4 0 0,3 8 0,10 3 0,4 7 0,6 5 0,9 5 0,2 12 0,6 4 0,-5 8 0,6 9-248,-1 8 1,-4 3 247,-2 14 0,-13 6-279,-17-39 1,-3 3-1,-2 9 1,-4 4 278,-4 4 0,-5 3 0,-8 10 0,-7 1-334,3-26 1,-4 0 0,0 1-1,-4 7 1,0 1 0,-2 1 333,-5 5 0,-2 0 0,0 1 0,0 3 0,-1 0 0,0 1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3.978"/>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3165BB"/>
    </inkml:brush>
  </inkml:definitions>
  <inkml:trace contextRef="#ctx0" brushRef="#br0">4610 12966 8912,'-17'-6'0,"1"1"0,-1-1 0,8 6 0,1 0 0,8 2 0,0 4 0,2-5 0,4 5 0,-5-4 0,7-2 0,-6 0 0,3 0 0,-3 0 0,13 0 0,-6 0 0,8-2 0,0-4 0,-1 3 0,1-8 0,0-1 0,-1-4 0,9-3 0,2-3 0,5 2 0,1-8 0,6 0 0,0-5 0,2-3 0,-2-3 0,-2 4 0,8-4 0,-6 4 0,5 2 0,-7-1 0,2 1 0,-2 0 0,2-1 0,-3 1 0,3-1 0,-4 7 0,-2-1 0,1 2 0,-1-2 0,2-3 0,4 3 0,-3-4 0,3-1 0,-4-1 0,-2 1 0,3-6 0,3 0 0,-2 0 0,7 6 0,-5-1 0,6 1 0,-4 5 0,7 0 0,2 1 0,-4 1 0,4-4 0,-5 8 0,3-8 0,2 2 0,-7-3 0,-4-3 0,-4 7 0,-1-1 0,1 0 0,4-5 0,-2-1 0,8 1 0,-1-2 0,6-2 0,0-4 0,0-2 0,0 6 0,1-2 0,-1 4 0,0 1 0,-6 1 0,1 0 0,-2-1 0,1 1 0,3-2 0,-9-4 0,9 4 0,-3-4 0,-1 3 0,2 3 0,-1-6 0,6 0 0,-5-2 0,-1 4 0,1 0 0,-2 6 0,-3-3 0,-6 7 0,-1-3 0,1 2 0,-1-4 0,0 5 0,1 1 0,-1-2 0,1 0 0,-1-5 0,6-1 0,0 1 0,2 0 0,-2-1 0,-2 1 0,7-1 0,-6 1 0,1 0 0,-4-3 0,-2-2 0,1 2 0,-1-3 0,0 4 0,1 2 0,-1-1 0,1 1 0,-3 5 0,-3 0 0,4 1 0,-5-7 0,5 6 0,1 1 0,6-1 0,0-6 0,2 1 0,-2 0 0,-2-3 0,8-3 0,-3 4 0,3-4 0,-4 4 0,-8 2 0,3-1 0,2 1 0,0 0 0,6-1 0,-7 1 0,2-1 0,-2 1 0,2 0 0,-3 1 0,3 4 0,-6-1 0,-5 6 0,3-4 0,-3 4 0,2-4 0,-2 4 0,-4-4 0,-7 4 0,-1 1 0,1 5 0,0 1 0,-1-1 0,-4 0 0,-1 1 0,-2-1 0,2 0 0,2 1 0,-7-1 0,5 6 0,-6 0 0,3 7 0,-3-2 0,-3-3 0,6 7 0,-8-5 0,0 7 0,0 0 0,-8 7 0,-1 2 0,-8 8 0,-7 0 0,-2 7 0,-7 2 0</inkml:trace>
  <inkml:trace contextRef="#ctx0" brushRef="#br0" timeOffset="1">9688 8227 8912,'-12'-15'0,"1"4"0,8 1 0,-3 5 0,4 5 0,2 0 0,8 2 0,3 9 0,4-6 0,1 5 0,1-3 0,0-3 0,5-2 0,0-2 0,8 0 0,-2 0 0,3 0 0,3 0 0,1 0 0,4 0 0,-4-2 0,4-4 0,-4 4 0,-1-3 0,-1 3 0,-1 2 0,-4 0 0,-6 0 0,-5 2 0,-6 3 0,2 6 0,-8 12 0,1 3 0,-6 7 0,0 2 0,0 4 0,0-2 0,0 8 0,0-1 0,0-1 0,0 0 0,0-4 0,0-4 0,0 4 0,0-4 0,0-2 0,-6 3 0,1 2 0,-8 5 0,-4 15 0,-9 1 0</inkml:trace>
  <inkml:trace contextRef="#ctx0" brushRef="#br0" timeOffset="2">10873 14000 8912,'-16'-7'0,"-1"-4"0,8 2 0,3-2 0,4-1 0,2-4 0,2 6 0,4 5 0,-4-4 0,12 7 0,-2-6 0,2 1 0,3 3 0,0-7 0,7 2 0,4-2 0,3-10 0,3 5 0,7-12 0,3 0 0,4-2 0,2 3 0,-1-5 0,-3 4 0,-1-3 0,1-3 0,-5 3 0,-2 3 0,-4-2 0,-1 8 0,-1-6 0,0 6 0,3-6 0,1 4 0,4-2 0,1-4 0,10-1 0,9-2 0,-1-1-148,1 1 1,-2-8 147,3-3 0,5-5 0,-1-1 0,1 0-306,6 0 1,3-6 305,-37 29 0,0-1 0,37-28 0,2 6 0,-10 6 0,1 1 0,-8 0 0,-3 1 0,1 3-187,2-6 1,-3 3 186,14-3 0,-7-3 0,8 3 0,3-5 0,-37 23 0,0-1 0,29-26 0,1-5 0,1-1 0,-32 30 0,1 1 0,4-1 0,1 1 0,0-2 0,1 0 0,-1 2 0,1 1 0,-3 3 0,-1 0 0,36-27 0,-5-4 0,-3 4 0,-3-3 0,1 3 0,2 2 0,1-2 0,3-4 0,-32 28 0,1-1 0,-3-2 0,0 1 0,4 0 0,0 2 0,35-22 0,-38 25 0,1 0 0,1 0 0,0 0 0,2-3 0,1 0 0,0 0 0,1 1 0,-1 0 0,1 0 0,-1 1 0,1 0 0,-5 1 0,-1 0 0,33-25 0,-7 2 0,-4 3 0,-5 4 0,-7 8 0,-1 5 0,-5 0 0,3 6 0,-9-6 0,0 8 132,-11-2 1,-4 9-133,-12 2 0,-2 5 604,-3-5-604,-4 7 410,5-3-410,-7 7 0,0 0 0,-7 0 0,5 0 0,-6 0 0</inkml:trace>
  <inkml:trace contextRef="#ctx0" brushRef="#br0" timeOffset="3">16051 10112 8912,'-16'-24'0,"4"11"0,1-3 0,8 10 0,-3-1 0,12 7 0,5 0 0,4 0 0,9 5 0,4 1 0,5-1 0,4-5 0,4 0 0,2 0 0,1 6 0,6-1 0,-7 3 0,-4-3 0,2-1 0,-2 7 0,0 0 0,-6 6 0,-7 2 0,-4 3 0,-5 6 0,-6 3 0,-5 12 0,-12 7 0,-12 11 0,-16 17 0,14-32 0,-3 2-261,-4 10 0,-1 1 0,-1 3 0,-2 0 0,-2 5 0,0 0 0</inkml:trace>
  <inkml:trace contextRef="#ctx0" brushRef="#br0" timeOffset="4">27075 7392 8912,'17'0'0,"-1"0"0,1 0 0,-6 0 0,0 0 0,-7 8 0,3-5 0,-7 8 0,0-7 0,0 4 0,-1-8 0,-5 0 0,-3 0 0,-8 0 0</inkml:trace>
  <inkml:trace contextRef="#ctx0" brushRef="#br0" timeOffset="5">27125 7426 8912,'9'0'0,"1"0"0,-5 0 0,4 0 0,8 0 0,-6 0 0,0 0 0,4 0 0,6 0 0,-3 0 0,5 0 0,-3 0 0,2 0 0,-5-8 0,2-3 0,-7-2 0,1 2 0,-5-4 0,-3 4 0,-5-4 0,-5-2 0,-10 6 0,-7 0 0,-8 8 0,2-3 0,-3 6 0,-3 6 0,-1 3 0,-4 7 0,9 9 0,-3 2 0,3 7 0,4 5 0,4-4 0,11 4 0,3-4 0,8-2 0,10-1 0,6-4 0,9-4 0,8-7 0,8-8 0,3-4 0,5-3 0,1-2 0,0-7 0,0-4 0,0-6 0,0-5 0,0 3 0,0-12 0,0 5 0</inkml:trace>
  <inkml:trace contextRef="#ctx0" brushRef="#br0" timeOffset="6">27726 7426 8912,'-5'-12'0,"-1"1"0,-7 8 0,2-3 0,2 4 0,-2 2 0,0 0 0,-6 0 0,-2 9 0,-3 8 0,3 2 0,-3 9 0,4 1 0,1 3 0,6 1 0,0 0 0,5-1 0,-5-4 0,7 1 0,-1-6 0,5-3 0,5-9 0,-1 2 0,7-7 0,0-1 0,6-7 0,2-3 0,3-6 0,2-11 0,4-6 0,1-4 0,-6-1 0,1-1 0,-2 1 0,-5-6 0,0 0 0,-1-5 0,-7 3 0,1-2 0,-5-3 0,-3 11 0,-2 1 0,0 12 0,0-2 0,-5 22 0,-1 8 0,-5 14 0,5 8 0,-5 9 0,6 4 0,1 0 0,2-1 0,2 1 0,0-2 0,0-4 0,0 4 0,0-5 0,0-7 0,0 3 0,0-8 0,2-1 0,4-10 0,-3 2 0,8-8 0,2 1 0,10-6 0,-5-7 0,4-5 0,-3-10 0,-2-4 0,-1-2 0,1 1 0,-2 1 0,-4-2 0,2 2 0,-7 4 0,-1 3 0,3-5 0,-6 7 0,5 10 0,-7 7 0,0 9 0,0 6 0,0 2 0,0-1 0,0 1 0,0 0 0,0-1 0,0 1 0,0 0 0,2-1 0,3 1 0,-1-8 0,7-3 0,0-6 0,6-6 0,0 3 0,-1-8 0,3-2 0,1-8 0,3-1 0,-3 2 0,-1 1 0,-3 2 0,-5 1 0,1-1 0,-7 8 0,6 3 0,-7-3 0,3 7 0,-7-4 0,0 12 0,0 5 0,0 4 0,0 2 0,0-1 0,0 1 0,6 2 0,0 3 0,7-5 0,-2-1 0,4 1 0,1-6 0,1-4 0,0-1 0,7 3 0,2 1 0</inkml:trace>
  <inkml:trace contextRef="#ctx0" brushRef="#br0" timeOffset="7">28562 7376 8912,'-17'-10'0,"0"3"0,0 9 0,1 3 0,1 10 0,4 7 0,-2 2 0,5-1 0,1 5 0,-1 3 0,3-3 0,5 0 0,0-2 0,0 1 0,7-2 0,4-9 0,12 1 0,3 0 0</inkml:trace>
  <inkml:trace contextRef="#ctx0" brushRef="#br0" timeOffset="8">28896 7409 8912,'-25'0'0,"5"-6"0,-8 1 0,2-1 0,-2 6 0,-1 8 0,6 3 0,3 4 0,1 1 0,8 3 0,0 3 0,7-3 0,-1 3 0,3-4 0,2-1 0,0 0 0,2-2 0,3-4 0,7-6 0,2-3 0,3-2 0,0 0 0,0 0 0,-1-2 0,1-3 0,0-5 0,-1-6 0,1-1 0,0 0 0,-1 1 0,1-1 0,0 0 0,0 1 0,-6 5 0,0-1 0,0 1 0,6-5 0,-1 6 0,-6 5 0,-5 10 0,-3 8 0,-2 8 0,2-1 0,4 8 0,-3-6 0,8 6 0,-5-8 0,5 3 0,0-5 0,13-1 0,2 0 0</inkml:trace>
  <inkml:trace contextRef="#ctx0" brushRef="#br0" timeOffset="9">29246 7209 8912,'-11'-2'0,"0"-2"0,-2-1 0,-2 3 0,-1 5 0,4 9 0,3 10 0,2 7 0,3 9 0,2-3 0,2 4 0,0-4 0,0-2 0,0 1 0,2-3 0,2-3 0,1-6 0,8-3 0,-2-3 0,2-4 0,0-3 0,-2-2 0,2-3 0,-3-8 0,1-1 0,0-8 0,6 3 0,-1-6 0,-4 5 0,-1 0 0,-6 5 0,6-5 0,-1 5 0,1-5 0,-2 7 0,-3-1 0,-4 5 0,3 5 0,-3-1 0,-2 7 0,2-1 0,3 1 0,-3 4 0,4-4 0,-4-4 0,-2 8 0,0-6 0</inkml:trace>
  <inkml:trace contextRef="#ctx0" brushRef="#br0" timeOffset="10">29547 7292 8912,'-7'-17'0,"-3"1"0,-6-1 0,6 6 0,5 0 0,1 7 0,-2-1 0,5 5 0,-5 5 0,4 4 0,2 8 0,0 7 0,-7 2 0,-3 7 0</inkml:trace>
  <inkml:trace contextRef="#ctx0" brushRef="#br0" timeOffset="11">29129 7559 8912,'-16'-7'0,"-1"-4"0,0-4 0,1-2 0,6 0 0,7 1 0,6-1 0,8 0 0,14 1 0,8-1 0,8 0 0,9 1 0,0-1 0,0 0 0,0 0 0,0 1 0</inkml:trace>
  <inkml:trace contextRef="#ctx0" brushRef="#br0" timeOffset="12">29681 7442 8912,'-32'11'0,"4"1"0,-1-1 0,6 5 0,-1-5 0,2 1 0,3-3 0,-3 2 0,11 4 0,3-11 0,8 7 0,4-8 0,5 3 0,8-4 0,11-4 0,0-4 0,3-1 0,3-4 0,-6-4 0,-1 4 0,-4-2 0,5 2 0,-14-4 0,3 4 0,-4 3 0,-2-5 0,0 8 0,-7-1 0,11 6 0,-6 0 0</inkml:trace>
  <inkml:trace contextRef="#ctx0" brushRef="#br0" timeOffset="13">30031 7492 8912,'10'-11'0,"-5"0"0,-3 7 0,5-3 0,-5 7 0,6 0 0,-8 0 0,-2 2 0,-4 3 0,4 5 0,-5 6 0,7-5 0,0 1 0,0-9 0,0 5 0,7-8 0,5 0 0,2-6 0,3 1 0,0-7 0,0 7 0,5-6 0,0 5 0,6-1 0,-6 3 0,-1-1 0,-3 1 0,-1 2 0,0 2 0,-1 7 0,-1 3 0,-4 6 0,4 1 0,-6 0 0,8-1 0</inkml:trace>
  <inkml:trace contextRef="#ctx0" brushRef="#br0" timeOffset="14">30883 7175 8912,'-17'-18'0,"1"-3"0,-1 16 0,0-1 0,-1 6 0,-1 2 0,3 4 0,-5 5 0,10 9 0,-2 4 0,2 2 0,-2 2 0,7 5 0,1-1 0,5-4 0,0 3 0,0-3 0,0 4 0,0 1 0,2-5 0,3-2 0,6-2 0,4-4 0,2-9 0,0-3 0,-1-8 0,1-2 0,0-4 0,5 3 0,0-8 0,0-6 0,-5-5 0,2-1 0,3 7 0,-5-1 0,-1 0 0,-1 6 0,-7 0 0,1-2 0,2 6 0,-2 1 0,-5 12 0,-8 5 0,1 4 0,-8 1 0,7 7 0,-2-1 0,-1 7 0,1-1 0,1-4 0,5-1 0,2-5 0,3-1 0,4-2 0,8-4 0,0 4 0,0-6 0</inkml:trace>
  <inkml:trace contextRef="#ctx0" brushRef="#br0" timeOffset="15">31535 7309 8912,'-6'-11'0,"0"0"0,-7 7 0,6-5 0,-4 3 0,-2 6 0,7 0 0,1 7 0,5 10 0,0 5 0,0 1 0,0-1 0,0-5 0,7 5 0,4 0 0,-1-3 0,1-3 0,-6-8 0,6 8 0,-1-8 0,1 3 0,4-7 0,-6 3 0,8-7 0,-1 0 0,1 0 0,-6-7 0,0-5 0,1 3 0,4-2 0,8 0 0,2-6 0</inkml:trace>
  <inkml:trace contextRef="#ctx0" brushRef="#br0" timeOffset="16">31935 7476 8912,'-22'5'0,"0"1"0,0-1 0,5-5 0,0 0 0,1 0 0,4 0 0,1 0 0,8 0 0,-5 0 0,10-7 0,4-4 0,5-2 0,11 2 0,4-6 0,5 2 0,-1-5 0,-2-1 0,-6 3 0,6 1 0,-7 0 0,1 1 0,-5-1 0,-6 0 0,-2 6 0,-4 0 0,-3 7 0,-4-3 0,-14 7 0,-8 7 0,-10 5 0,1 4 0,-1 7 0,7 2 0,-1 9 0,6-6 0,-3-1 0,5 3 0,5 2 0,10-5 0,-1 1 0,6-7 0,6 1 0,5-5 0,11-6 0,6-6 0,3-3 0,3-4 0,-1-3 0,2-6 0,3-12 0,1-4 0,-2-5 0,-4-1 0,-5-1 0,3-7 0,-3-3 0,-4-4 0,-1-2 0,-5 0 0,-1 0 0,-2-4 0,-4 4 0,-4 3 0,-7 14 0,0 7 0,-2 9 0,-3 16 0,-6 10 0,-10 9 0,-1 16 0,-2 5 0,4 1 0,-1 3 0,6 3 0,0 3 0,10 1 0,-6 0 0,5 0 0,1-6 0,5 1 0,0-8 0,7 11 0,2-5 0</inkml:trace>
  <inkml:trace contextRef="#ctx0" brushRef="#br0" timeOffset="17">29280 8193 8912,'-2'-11'0,"-2"0"0,-1-2 0,1-2 0,2-2 0,2 1 0,2 7 0,2 5 0,1 8 0,8 7 0,-2 11 0,2 4 0,0 7 0,-3 1 0,-3-1 0,6-2 0,-2-3 0,-2 2 0,3-8 0,-9 2 0,5-3 0,-1 1 0,-3-7 0,7-10 0,-6-6 0,7-11 0,-7-6 0,6-17 0,2-4 0,2-6 0,0-3 0,-4-2 0,4 5 0,-4 1 0,2 7 0,-2-2 0,4 11 0,-4 6 0,4 11 0,2 3 0,-1 8 0</inkml:trace>
  <inkml:trace contextRef="#ctx0" brushRef="#br0" timeOffset="18">30065 8110 8912,'-6'-22'0,"-1"-1"0,-3 3 0,-1 9 0,-5 5 0,5 4 0,-1 2 0,-1 4 0,-1 7 0,-9 0 0,1 12 0,2 3 0,8 1 0,-1-1 0,8 2 0,-1-8 0,6 3 0,0 1 0,0-2 0,2-2 0,4-8 0,-3 2 0,9-2 0,1-3 0,9 2 0,-4-5 0,5 5 0,-5-6 0,-1 4 0,0 1 0,-1-1 0,-1-3 0,-4 5 0,2-6 0,-7 6 0,-2 2 0,-4 0 0,-6-2 0,-3 4 0,-8-4 0,-2-1 0,-3 1 0,4-7 0,-6 3 0,7-7 0</inkml:trace>
  <inkml:trace contextRef="#ctx0" brushRef="#br0" timeOffset="19">30933 8227 8912,'10'-12'0,"-7"1"0,-6 0 0,-9 0 0,-2 2 0,-3 1 0,-2 3 0,-1 5 0,-4 0 0,-2 0 0,4 9 0,-6 6 0,-2 9 0,-2 8 0,-1-3 0,0 10 0,7 2 0,5 0 0,8 0 0,8-1 0,3 5 0,2-6 0,13-2 0,5-9 0,7-4 0,4 0 0,1-6 0,-2 5 0,1-7 0,-4-3 0,-1-2 0,0 2 0,-2 0 0,-5-1 0,-8 2 0,-2-4 0,-7 6 0,-1-5 0,-5 1 0,-3-3 0,-8 2 0,-5 4 0,0-4 0,-8 2 0,2-2 0,4 2 0,2-7 0,9-1 0,1-5 0,1-7 0,-5-3 0</inkml:trace>
  <inkml:trace contextRef="#ctx0" brushRef="#br0" timeOffset="20">31301 8427 8912,'-23'0'0,"1"0"0,-2 0 0,2 0 0,1 0 0,-6 0 0,-1 0 0,2 0 0,-6 7 0,4 4 0,-3 10 0,-1 3 0,6 0 0,10 0 0,1 4 0,9-6 0,1 6 0,5-6 0,7-5 0,4-6 0,11-7 0,6 1 0,4-3 0,1-2 0,1-9 0,-1-8 0,0 1 0,1-7 0,-3 5 0,-3 1 0,-4 0 0,-9 1 0,-2 1 0,-2 4 0,-1 1 0,1 5 0,-4 5 0,-7 0 0,0 4 0,0 12 0,-5-1 0,-1 13 0,-5-2 0,5 2 0,1 1 0,5-6 0,0 4 0,0-4 0,2-1 0,3-5 0,4-3 0,8-2 0,0-5 0,7-7 0,2 0 0</inkml:trace>
  <inkml:trace contextRef="#ctx0" brushRef="#br0" timeOffset="21">31618 8043 8912,'-17'-7'0,"1"-5"0,-1 5 0,0 3 0,1 15 0,4 8 0,1 14 0,0 3 0,-6 3 0,6 3 0,2 10 0,2 2 0,3 2 0,2 3 0,2-9 0,2 2 0,4-13 0,3 0 0,7-6 0,3-13 0,3-3 0,-1-11 0,7-1 0,-1-10 0,7-6 0,-6-6 0,-2-5 0,0-4 0,0 0 0,-6-8 0,2 1 0,-5 5 0,-6-5 0,-2 5 0,-3 0 0,-4 4 0,3 7 0,-10 8 0,-8 4 0,-8 3 0,3 9 0,-4 4 0,3 6 0,0 3 0,1 4 0,1 2 0,-3-3 0,9 4 0,3-4 0,3 5 0,3-8 0,2 2 0,0-9 0,0-2 0,2-7 0,3 2 0,5-5 0,6-1 0,3-7 0,3-4 0,-2-6 0,8-5 0,-2-2 0,2-4 0,4-4 0,-6 5 0,0-5 0,-4-1 0,-4 7 0,-1 4 0,-2 3 0,-4 2 0,-3 6 0,-8 0 0,0 7 0,0-1 0,0 10 0,5-1 0,1 7 0,1-2 0,-1 3 0,3 1 0,8-8 0,-2 8 0,-4-2 0,3-1 0,-2 1 0,2-6 0,3 6 0,-6 0 0,0 6 0,-5-2 0,5-4 0,-7 4 0,1-4 0,-3 4 0,-2 2 0,6-6 0,-1 0 0,8-7 0,-5-1 0,3-14 0,4 0 0,-4-11 0,4-4 0,0 0 0,-2-2 0,-2 0 0,0 8 0,6-2 0,-1 3 0,1 2 0,-6 3 0,0 2 0,-7 5 0,5 7 0,-3 0 0,-4 2 0,3 3 0,-3 7 0,-2 10 0,0-4 0,0 5 0,6-5 0,1-1 0,2-2 0,4-4 0,-3 2 0,1-8 0,0 1 0,6-6 0,5 0 0,0 0 0,2-8 0,-1-3 0,-3-4 0,8-1 0,-8-6 0,3-1 0,-5 3 0,-1 9 0,-1-4 0,1 4 0,-8 3 0,-1 8 0,-8 13 0,-2 10 0,-4 10 0,-5 10 0,-11 12 0,-4 5 0,-7 6 0,-1 7 0,1-1 0,-8 0 0,-4-7 0,-3-2 0,-2-2-331,-7-7 1,-3 4 0,-7-8 0</inkml:trace>
  <inkml:trace contextRef="#ctx0" brushRef="#br0" timeOffset="22">21390 11347 8912,'-11'16'0,"-1"-3"0,-1-1 0,0 1 0,-1 2 0,3 2 0,-1 1 0,3-1 0,-7 0 0,5 0 0,-4-7 0,5-10 0,4-12 0,5-3 0,1 4 0,0-1 0,0-1 0,0-3 0,0-1 0,0 0 0</inkml:trace>
  <inkml:trace contextRef="#ctx0" brushRef="#br0" timeOffset="23">21322 11365 8912,'9'0'0,"-1"0"0,-1 0 0,-5 0 0,8 0 0,-4 0 0,-4 0 0,5 7 0,-5-5 0,4 4 0,-4-4 0,5-2 0,-5 0 0,4 0 0,-4 0 0,6 0 0,-8-2 0,0-4 0,0 2 0,0-7 0,0-1 0,0-5 0,-2 0 0,-4 0 0,-4 5 0,-7 1 0,-2 5 0,-4-5 0,0 7 0,-11-2 0,1 14 0,-13 9 0,6 16 0,-6 12 0,2 13 0,-2 7 0,10 7 0,11 8 0,10-3 0,15-3 0,15-12 0,8-11 0,10-9 0,7-13 0,4-12 0,7-13 0,-1-10 0,-4-11 0,2-8 0,-8-9 0,-6-3 0,-5-3 0,-10-2 0,-2-4 0,1-3 0,-7 3 0,-3 4 0,-2 2 0,-5 5 0,-1 7 0,0 5 0,0 11 0,0 7 0,0 10 0,0 18 0,0 12 0,0 16 0,2 3 0,2 7 0,2 9 0,2 5 0,-3 5 0,-1-1-167,8-5 0,-9-3 167,3 3 0,-6 1 0,-6-7 0,1 3 0,-13-14 0,3-1 0,-14-10 0,3 0 0,-5-12 0,4-9 0,2-10 0,1-7 0,1-8 0,4-10 0,-4-7 0,9-4 0,3-13 0,7 3 0,-2-9 0,4-4 167,2-2 0,8 2-167,3-2 0,10 0 0,4-5 0,2 1 0,4 4 0,1-3 0,3 3 0,1 2 0,4-2 0,4-4 0,8-1 0,-3-5 0,-3 11 0,2 3 0,-8 1 0,-7 13 0,-10 5 0,-12 4 0,-11 11 0,-11 8 0,-7 2 0,-4 9 0,2 1 0,-3 5 0,-1 0 0,1 1 0,5-1 0,7 0 0,7 0 0,-2 0 0,5 0 0,1 1 0,0-7 0,0 1 0,7-7 0,5 7 0,5-8 0,6 1 0,5-3 0,5-2 0,1-5 0,1-1 0,-1-8 0,1 3 0,-3-4 0,-3-3 0,1 1 0,-7 0 0,-4 0 0,-5 0 0,-5 5 0,-3 1 0,-4 7 0,6-4 0,-8 8 0,-2 0 0,-4 0 0,4 8 0,-4 3 0,-1 5 0,1 1 0,0 2 0,-1 4 0,5-4 0,-4 4 0,-2-10 0,3-1 0,-1-6 0,6 5 0,0-7 0,0 11 0,0-15 0,0 0 0,2-9 0,4-7 0,1-9 0,5-3 0,9-3 0,-4 3 0,4-3 0,-4 8 0,0 2 0,1 2 0,-7 7 0,1 1 0,-1 7 0,4-2 0,-1 12 0,-3 8 0,3 7 0,-5 0 0,3 7 0,5-5 0,8 4 0,1-2 0,11-2 0,7-6 0</inkml:trace>
  <inkml:trace contextRef="#ctx0" brushRef="#br0" timeOffset="24">22784 11554 8912,'-17'-8'0,"-2"1"0,-4-5 0,2 4 0,-10 8 0,-5 4 0,-8 8 0,-6 7 0,-1 15 0,-1 8 0,0 4 0,5-2 0,7 2 0,9-8 0,19 2 0,5-5 0,7-7 0,7-5 0,7-11 0,5-7 0,4-3 0,9-9 0,3-5 0,1-17 0,10-5 0,-8-12 0,2 0 0,-3-3 0,-3-3 0,-1-5 0,-5 0 0,3-8 0,-8 2 0,-2 1 0,-8-3 0,-3-1 0,-2-1 0,-3 4 0,-5 17 0,-2 6 0,-3 11 0,1 12 0,-6 13 0,3 8 0,-5 15 0,6 15 0,-5 10 0,5 14 0,0 1 0,5 6 0,-3-2 0,-2 2 0,0 0 0,6-2 0,2-6 0,4-11 0,3 2 0,9-8 0,-1 0 0,2-10 0,2-5 0,2-7 0,6-13 0,-6 1 0,5-6 0,-5-6 0,2-5 0,-2-12 0,-6 2 0,0-8 0,1 2 0,-7-1 0,-3-3 0,-2 8 0,-5-5 0,-1 5 0,-1 2 0,-5 2 0,-4 1 0,-7 9 0,0 3 0,5 6 0,1 6 0,-1 5 0,-5 12 0,6 4 0,-1 7 0,8 3 0,-1 1 0,3 2 0,2-2 0,2-3 0,3-7 0,11 3 0,7-8 0,7-2 0,-1-10 0,5-5 0,6-4 0,-3-10 0,3-3 0,-4-12 0,-1-6 0,-3-5 0,-3-6 0,-6 3 0,-12-3 0,3 6 0,-9 5 0,1-3 0,-6 3 0,0 4 0,0 2 0,-7 10 0,-5 1 0,4 11 0,3 1 0,3 7 0,2 10 0,2 6 0,3 0 0,5 6 0,7-6 0,2 5 0,4-5 0,-2 6 0,8-6 0,-2 0 0,3-6 0,-1 0 0,2 0 0,1-7 0,3-4 0,-1-4 0,0-2 0</inkml:trace>
  <inkml:trace contextRef="#ctx0" brushRef="#br0" timeOffset="25">24230 11365 8912,'0'-27'0,"0"-4"0,0 8 0,0 10 0,0 13 0,0 10 0,0 13 0,0 9 0,0 8 0,0 0 0,0 2 0,2-4 0,3 8 0,3-7 0,4 1 0,3-6 0,-4-5 0,3-4 0,-3-8 0,5-2 0,-5-4 0,4-7 0,2-15 0,6-4 0,0-18 0,-4-5 0,-5-4 0,-1-4 0,-7-6 0,2 1 0,-3-1 0,-3 3 0,4 3 0,-4 9 0,-2 9 0,0 7 0,8-12 0,1 7 0</inkml:trace>
  <inkml:trace contextRef="#ctx0" brushRef="#br0" timeOffset="26">25245 11227 8912,'-34'-17'0,"5"5"0,0 1 0,1 7 0,-9-2 0,-1 5 0,-2 1 0,0 0 0,5 0 0,7 9 0,-1 8 0,8 0 0,-2 6 0,12 4 0,5 2 0,4 3 0,2 3 0,9-3 0,9-1 0,7-5 0,1-1 0,13 0 0,-5-2 0,4-4 0,-3 4 0,-3-4 0,-3-2 0,1-5 0,-7-1 0,0 1 0,-6 5 0,1 0 0,-9 0 0,-3 1 0,-6-7 0,-6 0 0,-11 1 0,-12 5 0,-5-2 0,-4-1 0,-2-3 0,1 3 0,3-7 0,2 1 0,-1-8 0</inkml:trace>
  <inkml:trace contextRef="#ctx0" brushRef="#br0" timeOffset="27">26192 11090 8912,'-35'0'0,"-1"-2"0,-2-2 0,-3-2 0,-4 2 0,4 10 0,1 4 0,6 9 0,-1 4 0,1 5 0,9 5 0,8 1 0,2 1 0,9-1 0,2 0 0,10 1 0,-2-1 0,7 0 0,6-1 0,6-4 0,0-5 0,2 1 0,-6-6 0,4 4 0,-4-4 0,-2-1 0,-5-1 0,-1 0 0,1 0 0,-3 0 0,-3 1 0,-4-7 0,-2 0 0,0 3 0,-9 1 0,-9 2 0,-1-1 0,-9-3 0,-3-2 0,-2 3 0,-1-1 0,0-1 0,-1 3 0,1-6 0,-1 9 0</inkml:trace>
  <inkml:trace contextRef="#ctx0" brushRef="#br0" timeOffset="28">26725 11365 8912,'-17'-25'0,"0"6"0,-2 5 0,-4 1 0,-4 5 0,-8 3 0,1 3 0,0 2 0,5 9 0,2 7 0,0 6 0,1 5 0,6 2 0,3 5 0,2 1 0,9-1 0,0-2 0,6-3 0,2 2 0,4-8 0,-2-2 0,7-10 0,1 2 0,5-7 0,0-2 0,1-2 0,-1-10 0,0-3 0,6-6 0,0-4 0,-2-2 0,-2 2 0,-2-6 0,0-2 0,1 4 0,-1 3 0,-6 1 0,1-2 0,-3 9 0,3-3 0,3 4 0,-3-5 0,-5 9 0,7 3 0,-7 12 0,1 7 0,0 8 0,3 6 0,-5 7 0,1 1 0,-1-1 0,2 1 0,3-1 0,5-2 0,-5-3 0,4 4 0,3-5 0,6-3 0,-4 0 0,4-8 0</inkml:trace>
  <inkml:trace contextRef="#ctx0" brushRef="#br0" timeOffset="29">27327 10900 8912,'0'-22'0,"0"-1"0,0 2 0,-7 9 0,-5 10 0,-3 12 0,3 9 0,1 15 0,1 10 0,-3 6 0,4 7 0,1 4 0,2-5 0,6 1 0,8-3 0,3-3 0,6 4 0,6-3 0,4-4 0,8-14 0,5-9 0,0-8 0,6-1 0,-6-11 0,6-3 0,-6-13 0,0-3 0,-5-14 0,-3-3 0,-3-1 0,-6-5 0,-10-1 0,-3-2 0,-3 2 0,-1-4 0,-6 2 0,0 1 0,-2 9 0,-4 5 0,-5 6 0,-4 0 0,-3 13 0,-1 2 0,-4 10 0,4 4 0,-6 9 0,2 2 0,0 2 0,1 1 0,4-1 0,1-4 0,0 4 0,7-3 0,5-3 0,-5 0 0,8 0 0,2-7 0,12-5 0,3-3 0,2-2 0,0 0 0,2-2 0,2-1 0,2-3 0,0 0 0,-5 4 0,1-2 0,4-1 0,-4-1 0,4 6 0,-4 2 0,-2 4 0,0-3 0,0 9 0,-1-1 0,-3 6 0,-1-1 0,1-5 0,0 5 0,-1-5 0,3 4 0,-3 2 0,3 1 0,2-1 0</inkml:trace>
  <inkml:trace contextRef="#ctx0" brushRef="#br0" timeOffset="30">28033 11244 8912,'0'-17'0,"0"0"0,-2 2 0,-4 3 0,6-1 0,0 7 0,8 0 0,9 6 0,0 8 0,1 3 0,5 5 0,-1 3 0,1 2 0,2 2 0,-6 2 0,4-2 0,-9-4 0,-5 4 0,-1-4 0,-4-2 0,5 0 0,-7 0 0,6-7 0,-6-3 0,4-7 0,-3-1 0,9-5 0,-1-6 0,6-11 0,6 4 0,0-4 0,2-1 0,-4 3 0,2 3 0,-2 5 0,-2 2 0,-1 1 0,-1 4 0,-8 4 0,1 4 0,-4 4 0,-4-4 0,13 11 0,-4-7 0,-1 0 0,1-6 0,1 0 0,5 0 0,0-2 0,0-4 0,1 4 0,-3-5 0,-2 1 0,-1 0 0,-8-2 0,1 3 0,3 5 0,-2 0 0,-2 9 0,-3 8 0,-1 6 0,0 6 0,0 11 0,0 10 0,0 7 0,0 10 0,0 2 0,0 7-236,0 10 0,0 0 236,0 0 0,-7-10 0,-5-7 0,-5-10 0,-6-13 0,-4 0 0,-7-13 0,0-10 0,-1-8 0,1-13 0,-1-2 0,3-10 0,3-13 0,6-11 0,12-12 0,3-6 0,8-5 0,10-4 0,7-8 0,10 0 0,13 1 1,10-1-1,7 0 0,-24 32 0,1 0 0,0-1 0,1 1 0,1-1 0,2 2 0,2 1 0,1 1 0,-4 0 0,0-1 0,-2 1 0,1-1 0</inkml:trace>
  <inkml:trace contextRef="#ctx0" brushRef="#br0" timeOffset="31">19773 13703 8912,'-17'-8'0,"-1"-1"0,1-7 0,0 5 0,0 5 0,0 4 0,-1 2 0,1 2 0,-2 4 0,-2 7 0,-2 8 0,0 6 0,6 9 0,0 6 0,-1 10 0,3 7 0,4 10 0,5 0 0,4 0 0,2-3 0,0-3 0,13 1 0,7-13 0,4-9 0,7-9 0,1-16 0,5-11 0,1-6 0,2-6 0,0-8 0,-3-14 0,1-12 0,2-8 0,0-11 0,-7-2 0,-5-3 0,-5 1 0,-5 0 0,-7-5 0,-5 1 0,-4 4 0,-12 4 0,-7 9 0,-12 2 0,-9 2 0,0 16 0,-6 3 0,0 12 0,0 9 0,6 6 0,-3 8 0,7 9 0,5 9 0,12 7 0,11 1 0,8 1 0,10-1 0,7 1 0,15-1 0</inkml:trace>
  <inkml:trace contextRef="#ctx0" brushRef="#br0" timeOffset="32">20289 13806 8912,'-17'-17'0,"5"7"0,1 5 0,7 5 0,-2 5 0,6 9 0,6 7 0,-2 5 0,7 9 0,3 5 0,9 0 0,-4 6 0,6-6 0,-2-2 0,0-1 0,-1-3 0,-4 0 0,-1-9 0,0-8 0,-7 1 0,3-18 0,-7-2 0,-2-14 0,-1-10 0,3-14 0,-4-4 0,4-8 0,-4 0 0,-2 1 0,0-1 0,0 1 0,2 5 0,3 0 0,-1 8 0,8-2 0,-1 5 0,6 7 0,2 5 0,4 11 0,4-3 0,8 5 0</inkml:trace>
  <inkml:trace contextRef="#ctx0" brushRef="#br0" timeOffset="33">21115 13858 8912,'-17'-18'0,"5"3"0,1 4 0,-1-3 0,-5 7 0,0-3 0,0 4 0,0-5 0,-1 7 0,1-3 0,6 7 0,-1 0 0,8 1 0,-1 5 0,3-4 0,2 8 0,0-5 0,0-3 0,0 14 0,-6-13 0,0 9 0,-1-3 0,1 3 0,4 3 0,-4-3 0,4-3 0,2 3 0,0 1 0,0 2 0,0 2 0,0-5 0,2-1 0,4 3 0,4-7 0,7-1 0,2-4 0,4-2 0,-2 0 0,8 0 0,-8-8 0,2-3 0,1-4 0,-1-3 0,0 1 0,-6 0 0,-7-6 0,-4 0 0,-4 0 0,-2 6 0,-2 2 0,-4 3 0,-9-1 0,-8 7 0,-14 2 0,3 10 0,-6 6 0,2 11 0,-3 7 0,3 8 0,8 6 0,1 8 0,10-2 0,2-3 0,9-3 0,6-2 0,10-4 0,3-9 0,14-6 0,9-12 0,9-3 0,8-8 0,1-13 0,-1-4 0,-1-18 0,-4 1 0,-4-6 0,-7 1 0,-3-3 0,-3-2 0,-4 6 0,-8-2 0,-8 4 0,-3 1 0,-4 1 0,-2 0 0,-2 7 0,-4 4 0,2 12 0,-7 5 0,7 4 0,-3 2 0,7 9 0,0 9 0,0 7 0,0 9 0,1 0 0,5 1 0,-2 5 0,7 0 0,1 0 0,5-6 0,-5-1 0,-1-4 0,3-5 0,7-8 0,1-3 0,0-2 0,-3-7 0,-2 2 0,6-6 0,0-6 0,0-11 0,-6-10 0</inkml:trace>
  <inkml:trace contextRef="#ctx0" brushRef="#br0" timeOffset="34">21821 13376 8912,'0'-11'0,"-2"1"0,-4 3 0,-4 1 0,-7 6 0,6 9 0,-1 9 0,3 8 0,-5 14 0,5 8 0,1 8 0,-3-1 0,5 8 0,0-6 0,6 6 0,8-7 0,3 1 0,5-3 0,1-3 0,6-9 0,0-7 0,7-9 0,-1-8 0,-2-7 0,1-1 0,3-3 0,1-9 0,3-7 0</inkml:trace>
  <inkml:trace contextRef="#ctx0" brushRef="#br0" timeOffset="35">22165 13772 8912,'-6'-17'0,"0"-1"0,-7 9 0,1 3 0,-3 4 0,-2 2 0,0 4 0,0 7 0,-1 3 0,1 14 0,0 3 0,0 9 0,1-4 0,5 5 0,-2-5 0,7-2 0,0-5 0,6-2 0,2-3 0,4-3 0,3-9 0,8-6 0,3-6 0,3-6 0,-4-6 0,4-10 0,1 1 0,-1-8 0,0 0 0,-5-5 0,-1-1 0,0 1 0,-2 0 0,-3-1 0,1 7 0,-5 1 0,1 2 0,-5 2 0,4 14 0,-8 3 0,0 12 0,0 5 0,0 6 0,0 6 0,0 4 0,0 0 0,7 3 0,5-7 0,3 6 0,2-6 0,1-6 0,-1-6 0,0-7 0,0 2 0,6-4 0,0-2 0,0 0 0,-6 0 0,1-10 0,-1-7 0,0 0 0,0-8 0,-2 2 0,-3 0 0,1 0 0,-7 6 0,7 0 0,-11 5 0,4 1 0,-2 7 0,0 0 0,1 8 0,1 11 0,-6 8 0,6 6 0,0-6 0,5 6 0,-5-6 0,5 5 0,-5-5 0,7 6 0,-1-6 0,-2 0 0,1-6 0,-7 0 0,2 0 0,-5 0 0,-1 1 0</inkml:trace>
  <inkml:trace contextRef="#ctx0" brushRef="#br0" timeOffset="36">22509 13755 8912,'-27'-27'0,"8"-4"0,8 8 0,1-5 0,-1 5 0,3 0 0,8 6 0,0-1 0,9 7 0,9-1 0,7 9 0,9-3 0,2 4 0,3 2 0,3 0 0,2 0 0,1 0 0,7 0 0</inkml:trace>
  <inkml:trace contextRef="#ctx0" brushRef="#br0" timeOffset="37">23146 13703 8912,'-42'8'0,"-2"1"0,-8 8 0,6 8 0,0 4 0,10 3 0,1 3 0,11 1 0,4 4 0,11-9 0,3 3 0,6-11 0,6 0 0,5-6 0,12-5 0,-4 1 0,4-7 0,-3-3 0,-3-8 0,6-1 0,0-11 0,0 2 0,-6-14 0,0 4 0,0-7 0,0-5 0,1 1 0,-7-6 0,1 2 0,-3-10 0,3-1 0,3-3 0,-4-9 0,-1 0 0,1-8 0,1-1 0,-3-3 0,5 6 0,-8 6 0,-1 21 0,-5 2 0,0 23 0,0 2 0,0 24 0,0 10 0,0 14 0,0 11 0,0 13 0,0 2 0,0 6 0,2-4 0,4-1 0,4 3 0,7-6 0,8 0 0,3-5 0,7-2 0,5-5 0,4-3 0,7-7 0</inkml:trace>
  <inkml:trace contextRef="#ctx0" brushRef="#br0" timeOffset="38">24247 13634 8912,'-34'0'0,"-1"0"0,1 0 0,-1 0 0,1 2 0,0 4 0,-5 9 0,3 10 0,5 2 0,5 3 0,10 3 0,11 1 0,3 0 0,2 1 0,9-6 0,8-5 0,10-3 0,6-5 0,1-11 0,1 1 0,-1-6 0,0-6 0,-1-9 0,-4-8 0,-1-7 0,-11 1 0,4-2 0,-11 1 0,0 1 0,-5-1 0,-3-3 0,-2-1 0,-7 5 0,-5 0 0,-11 8 0,-6-2 0,-3 4 0,-2 4 0,-1 4 0,1 5 0,7 12 0,4 5 0,6 6 0,5 6 0,5-2 0,7 8 0,7 0 0,3 5 0</inkml:trace>
  <inkml:trace contextRef="#ctx0" brushRef="#br0" timeOffset="39">24385 13686 8912,'0'-17'0,"-6"-1"0,0 1 0,0 6 0,6-1 0,2 3 0,4-5 0,8 5 0,7 1 0,5 2 0,9 6 0,7 2 0,4 4 0,-2 5 0,2 12 0,-2 4 0,1 8 0,-4-1 0,-13 0 0,-7 1 0,-7-1 0,-7-1 0,-7-5 0,-7-3 0,-5-8 0,-9-1 0,-2-5 0,-7-3 0,1-8 0,4-8 0,2-3 0,6-12 0,5-8 0,7-7 0,3-8 0,11 2 0,9-2 0,6 0 0,11-5 0,7-3 0,4-3 0,4 9 0,3-1 0,1 7 0,-3 9 0,5-9 0,-12 6 0</inkml:trace>
  <inkml:trace contextRef="#ctx0" brushRef="#br0" timeOffset="40">26484 13239 8912,'-9'7'0,"-7"-5"0,5 4 0,3-6 0,2-6 0,5 2 0,1-7 0,0 0 0,0-7 0,0 1 0,0 8 0,0 1 0,0 21 0,0 5 0,0 10 0,0 1 0,0 9 0,0 2 0,0 6 0,0-6 0,0 0 0,0-5 0,0-3 0,0-3 0,0-6 0,0-4 0,-2-8 0,-4 1 0,4-8 0,-13 3 0,7-14 0,-3-5 0,1-11 0,4-6 0,4-5 0,-3-6 0,3 2 0,2-8 0,0 0 0,0 2 0,5 2 0,1 8 0,8 5 0,-3 0 0,4 8 0,3-2 0,-1 12 0,0 5 0,0 6 0,0 8 0,1 9 0,-1 10 0,-6 5 0,1 3 0,-7-1 0,7 0 0,-8 1 0,1-1 0,-3-1 0,-2-5 0,0-3 0,0-8 0,0 1 0,0-9 0,0-3 0,0-12 0,2-11 0,4-12 0,4-9 0,7-2 0,6-8 0,0 2 0,0 4 0,-6 2 0,0 4 0,0 2 0,0 9 0,1 6 0,-1 7 0,0 5 0,-5 3 0,-1 9 0,-5 13 0,5 10 0,-5 7 0,5 5 0,1-4 0,5 4 0,0-4 0,1-1 0,5-8 0,1-4 0,3-6 0,4-6 0,-4-3 0,1-8 0,1-8 0,5-3 0,-5-6 0,0-6 0,-8-4 0,2-8 0,-12 7 0,-5-1 0,1 1 0,-1-7 0,-2 8 0,-10 4 0,-3 6 0,-8 6 0,-6-3 0,-2 9 0,-2 3 0,-4 6 0,5 7 0,-3 12 0,8-2 0,-2 8 0,6-6 0,5 5 0,5-7 0,7 2 0,2 2 0,3-2 0,12-6 0,12-5 0,11-9 0,4 5 0,8-8 0</inkml:trace>
  <inkml:trace contextRef="#ctx0" brushRef="#br0" timeOffset="41">27620 13101 8912,'-12'0'0,"1"0"0,5 0 0,-5 0 0,-1 0 0,-5 0 0,2 2 0,3 4 0,-3 3 0,4 9 0,-5 4 0,-1 1 0,2 8 0,3-2 0,-1-3 0,7 1 0,2-2 0,2-4 0,2-2 0,0-2 0,0-7 0,8-3 0,4-7 0,-1-3 0,6-9 0,-3-7 0,9-15 0,-2-1 0,2 1 0,-4 0 0,4-1 0,-4 3 0,-2 3 0,0 4 0,0 8 0,1 0 0,-1 3 0,-2 9 0,-3 10 0,-3 11 0,-3 7 0,-2 5 0,7 12 0,-5-3 0,5 3 0,3-4 0,9-2 0,-4-5 0,4-2 0,-4-2 0,6-2 0,1-6 0</inkml:trace>
  <inkml:trace contextRef="#ctx0" brushRef="#br0" timeOffset="42">28171 13101 8912,'0'-9'0,"-2"3"0,-4 12 0,-4 5 0,-7 12 0,6 4 0,-1 9 0,1 2 0,1 2 0,3 2 0,7-1 0,0-5 0,0 6 0</inkml:trace>
  <inkml:trace contextRef="#ctx0" brushRef="#br0" timeOffset="43">28756 13050 8912,'0'-18'0,"0"1"0,2 0 0,3 0 0,-3 0 0,4-1 0,-4 1 0,-2 10 0,0 7 0,0 7 0,0 10 0,0 3 0,0 2 0,0 3 0,0 4 0,0 3 0,2-5 0,2 0 0,1-4 0,1-4 0,-6-2 0,6 0 0,0 1 0,1-9 0,-1-3 0,2-6 0,3-6 0,2-3 0,-7-9 0,8-1 0,-3-4 0,-3 4 0,-1-4 0,1 4 0,-4 4 0,7 3 0,-7 5 0,6 9 0,-5 3 0,-3 5 0,4 7 0,2 0 0,-1 1 0,1-1 0,0 0 0,5-2 0,-1-3 0,3 1 0,2-7 0,0 0 0,0-6 0,1-8 0,-3-4 0,-2-3 0,-1-2 0,-8-6 0,1 0 0,-3-6 0,-2 7 0,0-7 0,0 6 0,-5 0 0,-1 6 0,-2 2 0,2 3 0,5-3 0,-7 5 0</inkml:trace>
  <inkml:trace contextRef="#ctx0" brushRef="#br0" timeOffset="44">29599 13050 8912,'-25'0'0,"0"5"0,-3 1 0,-3 9 0,6 1 0,0 7 0,0 3 0,-3 3 0,5 5 0,2-7 0,9-4 0,5-4 0,7-2 0,1-1 0,5-3 0,6-3 0,3-3 0,2-3 0,0-10 0,6-5 0,0-12 0,2-4 0,-2-7 0,-4-1 0,4 1 0,-6 0 0,-5-1 0,1 3 0,-7 1 0,-2 4 0,-2 3 0,-4-3 0,-4 10 0,2-2 0,-7 13 0,-6 0 0,-6 6 0,0 0 0,5 8 0,1 1 0</inkml:trace>
  <inkml:trace contextRef="#ctx0" brushRef="#br0" timeOffset="45">29960 12998 8912,'-9'-8'0,"-7"-1"0,7-1 0,-8 3 0,1 9 0,3 3 0,3 9 0,3 7 0,-1 0 0,2 7 0,4-5 0,-3 6 0,3-6 0,2 5 0,-6-5 0,0 6 0,1-8 0,5 4 0,0-8 0,0-7 0,0-3 0,0-22 0,0-8 0,0-7 0,2-5 0,3 1 0,3-3 0,3-3 0,5 4 0,-5-4 0,4 4 0,3 1 0,-1 8 0,0 5 0,0 2 0,1 3 0,-1 2 0,0 4 0,0 3 0,0 8 0,1 2 0,-1 4 0,-6 3 0,1 8 0,-1 0 0,4 1 0,-1-1 0,-3 0 0,-7-5 0,2-1 0,-4 0 0,-2 7 0,6-7 0,-1 1 0,1-9 0,-4 5 0,4-8 0,3 0 0,8-8 0,1-3 0,-7 1 0,1-1 0,-1 5 0,6-5 0,0 7 0,1-2 0,-1 4 0,0 2 0,0 0 0,1 0 0,1 0 0,4 0 0,3 0 0,9 0 0,1 0 0,4 0 0,-3 0 0,3 0 0,-4-2 0,-2-3 0,-7 1 0,-4-8 0,-6 1 0,-5-6 0,-6-1 0,-12 1 0,-8 0 0,-7 0 0,-5 2 0,-9 3 0,-5-1 0,0 7 0,0 0 0,5 6 0,7 0 0,-1 0 0,10 8 0,0 3 0,7 7 0,5 5 0,1-2 0,6 7 0,9-7 0,9 2 0,8 2 0,15-2 0,-3-2 0,8-8 0,2-3 0,1-3 0,3-1 0,0-6 0,-3-7 0,-3-5 0,-6-3 0,-11-2 0,-4-1 0,-8 1 0,-7 0 0,-5 0 0,-5 7 0,-5 5 0,-5 3 0,-7 2 0,0 7 0,-1 5 0,1 3 0,0 2 0,0 0 0,0 1 0,-1-1 0,3 0 0,4 0 0,3-7 0,8 5 0,2-15 0,4 0 0,-1-13 0,13-10 0,-5-6 0,10 6 0,2-7 0,0 3 0,-1 0 0,1 4 0,6 4 0,-2 2 0,-3 7 0,3 5 0,2 3 0,9 2 0,-4 9 0,6 8 0,-2 10 0,0 6 0,6 7 0,-5 0 0,6 8 0,-3-4 0</inkml:trace>
  <inkml:trace contextRef="#ctx0" brushRef="#br0" timeOffset="46">27431 14133 8912,'-35'-2'0,"1"-2"0,-1-2 0,3 2 0,1 3 0,3 1 0,1 13 0,-4 4 0,4 4 0,3 4 0,-5 2 0,6 7 0,2 1 0,2-1 0,2 0 0,1 1 0,5-3 0,5-3 0,12 1 0,5-7 0,12 0 0,6-6 0,3-1 0,3-5 0,5-1 0,0-5 0,2-1 0,-2 8 0,-5-3 0,-1 3 0,-1 3 0,-10-4 0,-2 7 0,-2 5 0,-4-4 0,-3 4 0,-7 3 0,-10 3 0,-13 3 0,-10 3 0,-12-1 0,-6 1 0,2-3 0,-2-3 0,2 1 0,-2-7 0,-4 0 0,6-6 0</inkml:trace>
  <inkml:trace contextRef="#ctx0" brushRef="#br0" timeOffset="47">27740 14391 8912,'2'-16'0,"4"5"0,-4-4 0,6 13 0,-8-4 0,-2 14 0,-4 9 0,2 8 0,-7 9 0,-3 0 0,-1 1 0,5-1 0,5 1 0,-3-1 0,2 0 0,1-1 0,5-5 0,-8-3 0,-2-7 0</inkml:trace>
  <inkml:trace contextRef="#ctx0" brushRef="#br0" timeOffset="48">27620 14356 8912,'-8'-44'0,"6"-3"0,-3 6 0,3 3 0,2 10 0,0 3 0,0 8 0,9 1 0,7 3 0,7 3 0,3 3 0,5 1 0,9 6 0,-2 0 0,8 0 0,8 8 0,7 1 0</inkml:trace>
  <inkml:trace contextRef="#ctx0" brushRef="#br0" timeOffset="49">28102 14391 8912,'-35'17'0,"3"8"0,3 3 0,-3 5 0,3 1 0,-2 1 0,3-3 0,5-3 0,4-6 0,9-4 0,4-2 0,4-8 0,2 7 0,10-16 0,5 0 0,8-12 0,4-9 0,2-5 0,5-9 0,2-1 0,5-4 0,-3-4 0,8-8 0,-8 1 0,2-1 0,-4-1 0,-1-5 0,-1 5 0,1-5 0,-9 7 0,-5 5 0,-5 8 0,-5 7 0,-7 6 0,-4 16 0,-11 3 0,-5 14 0,-1 9 0,-2 15 0,-4 14 0,4 6 0,-4 5 0,6-3 0,5 3 0,-1 2 0,7-1 0,2-3 0,2-2 0,4-9 0,4-4 0,6-3 0,10-3 0,5-7 0,8-4 0,1-12 0,4-5 0,-2-12 0,8-5 0,-7-12 0,-1-6 0,-6-1 0,-3 1 0,-8-5 0,2-1 0,-12 7 0,-5-7 0,-4 7 0,-2-1 0,-8-2 0,-3 8 0,-10 8 0,-2 9 0,-8 5 0,3 2 0,-5 5 0,-1 6 0,1 11 0,5 5 0,-3 5 0,8 1 0,2 2 0,10 4 0,3-3 0,8 3 0,17-6 0,12-5 0,13-6 0,8-4 0,9-10 0,4-3 0,-2-6 0,2-6 0,0-11 0,6-9 0</inkml:trace>
  <inkml:trace contextRef="#ctx0" brushRef="#br0" timeOffset="50">29151 14545 8912,'-9'-2'0,"3"-3"0,4-5 0,18-7 0,7-2 0,9-2 0,8-2 0,12-8 0,9 5 0</inkml:trace>
  <inkml:trace contextRef="#ctx0" brushRef="#br0" timeOffset="51">29668 13926 8912,'-17'0'0,"-6"-5"0,2-3 0,3 0 0,5 1 0,7 1 0,-5 6 0,7 4 0,-2 7 0,4 12 0,2 8 0,6 3 0,0 3 0,-2 1 0,-2 2 0,-2 2 0,0-2 0,0-4 0,0 4 0,0-5 0,0-7 0,0-3 0,0-8 0,-2-1 0,-4-5 0,4-3 0,-6-8 0,10-2 0,4-4 0,5-9 0,10-8 0,4 0 0,2-2 0,2 6 0,5-4 0,1 4 0,-1 2 0,0 2 0,1 3 0,-3-1 0,-3 7 0,2 0 0,-8 6 0,-2 2 0,-2 4 0,-10 5 0,-3 12 0,-4-4 0,-2 4 0,-13 4 0,-5 2 0,-10-4 0,-1-2 0,2-4 0,-1-2 0,-3 0 0,-2 0 0,7-1 0,3-5 0,11-3 0,-11-1 0,4 3 0</inkml:trace>
  <inkml:trace contextRef="#ctx0" brushRef="#br0" timeOffset="52">30098 14167 8912,'0'-9'0,"0"1"0,0 8 0,0 0 0,8 0 0,1 6 0,8-1 0,3 1 0,2-6 0,-1 0 0,8 0 0,0 0 0,5 0 0,-7 0 0,-4 0 0,2 0 0,-2 0 0,-2 0 0,-10 4 0,-5 7 0,-6 3 0,-6 14 0,-3 7 0,-8 5 0,-1 8 0,1-2 0,-2 3 0,-4 3 0,10-3 0,-5-3 0,11 2 0,-5-8 0,8-2 0,-1-9 0,3-6 0,2-4 0,0-9 0,7-3 0,3-7 0</inkml:trace>
  <inkml:trace contextRef="#ctx0" brushRef="#br0" timeOffset="53">30890 14030 8912,'-18'-18'0,"3"1"0,4 0 0,-10 6 0,3-1 0,-10 8 0,-1 0 0,-4 8 0,-1 8 0,-6 3 0,0 2 0,7 2 0,10 4 0,4-2 0,2 8 0,7-2 0,5 1 0,3-1 0,2-4 0,7-2 0,7 6 0,5-2 0,4-4 0,6-2 0,-7-2 0,7 0 0,-6 0 0,0 0 0,-6 1 0,0-3 0,1-4 0,-1 5 0,0-5 0,-5-1 0,-3 1 0,-1 3 0,-2 1 0,-8 2 0,-4 0 0,-6-5 0,-11-1 0,4 1 0,-4 5 0,-3-6 0,-3 1 0,4-3 0,2 3 0,4 3 0,2-5 0</inkml:trace>
  <inkml:trace contextRef="#ctx0" brushRef="#br0" timeOffset="54">30993 14305 8912,'9'0'0,"-1"0"0,-8 0 0,0 7 0,0 3 0,0 7 0,0 0 0,0 0 0,0 1 0,0-1 0,0 0 0,0 0 0,-6 0 0,1 1 0,-3-1 0,2 0 0,4-7 0,-13-3 0,3-7 0,5-13 0,1-4 0,-2-14 0,3-3 0,-1-3 0,6-8 0,2-1 0,4-6 0,3 6 0,8 0 0,1 8 0,-1-2 0,8 11 0,3 7 0,5 4 0,1 7 0,8 3 0,2 8 0</inkml:trace>
  <inkml:trace contextRef="#ctx0" brushRef="#br0" timeOffset="55">31561 14116 8912,'-18'-6'0,"1"0"0,0 0 0,0 6 0,-6 0 0,0 0 0,-6 2 0,6 4 0,-1 4 0,1 7 0,3 0 0,-3 0 0,6 0 0,6 1 0,-3-1 0,9 0 0,-1 0 0,6 0 0,2 1 0,4-1 0,3-6 0,8 1 0,6-9 0,2 3 0,2-6 0,4-6 0,1-5 0,2-12 0,-1 2 0,-4-8 0,3 1 0,-3-7 0,-2-7 0,1-4 0,1-9 0,5-2 0,-7-8 0,-4 2 0,-4 0 0,-3 5 0,-3 14 0,-2 12 0,-7 7 0,2 16 0,-12 3 0,-3 15 0,-9 14 0,-1 14 0,-4 20 0,4 4 0,-4 8 0,4 0 0,4-1 0,1-1 0,3-4 0,7 2 0,-2-7 0,12-3 0,6-9 0,11-6 0,5-11 0,7-6 0,5-12 0,4-5 0,7-12 0,3-11 0,3-12 0,5-5 0,-1-6 0,-4 1 0,-11-6 0,-6-1 0,-11-6 0,0-3 0,-12 3 0,-4-3 0,-13 9 0,-9 6 0,-9 5 0,-10 12 0,-11 10 0,-5 9 0,-7 16 0,-7 9 0,1 19 0,-4 4-102,9 7 0,1 1 102,16 0 0,1 1 0,17 2 0,7 3 0,6-3 0,23-5 0,16-10 0,14-2 0,20-15 0,6-2 0,-1-9 0,-3-5 0,-13-7 0,-1-7 0,-21 5 0,4-4 0,-3 4 0</inkml:trace>
  <inkml:trace contextRef="#ctx0" brushRef="#br0" timeOffset="56">30425 14769 8912,'-15'-2'0,"1"-2"0,3-2 0,9-1 0,4 3 0,13-2 0,18-15 0,11 2 0</inkml:trace>
  <inkml:trace contextRef="#ctx0" brushRef="#br1" timeOffset="57">10928 14408 8912,'9'-17'0,"1"7"0,-7 2 0,3 1 0,6 3 0,-5-6 0,3 3 0,-6-1 0,1 2 0,-1 5 0,2-5 0,-4 4 0,6 2 0,-8 0 0,0 0 0,-8 0 0,-2 0 0,-7-2 0,0-4 0,0 2 0,0-5 0,-1-1 0,1 1 0,-6-1 0,0-1 0,-7-5 0,1 5 0,-4 1 0,-1-1 0,0 0 0,-1-7 0,-7 7 0,-2-1 0,0-1 0,4-2 0,-2 3 0,2 1 0,-6-1 0,6-3 0,0 2 0,-2 1 0,5 3 0,-3-3 0,-4-3 0,-2 4 0,2-3 0,-2 3 0,0-5 0,-5 5 0,-1-4 0,1-3 0,1 3 0,4 4 0,-2-5 0,6 5 0,0-2 0,0 1 0,0-1 0,2 7 0,3-2 0,-3 3 0,-2 3 0,2-4 0,6 2 0,5-2 0,0 5 0,-5-5 0,1 2 0,3 0 0,3-2 0,2 3 0,-4-1 0,6-2 0,-5 4 0,5-4 0,-8-1 0,3 1 0,1 0 0,-2 4 0,-1-1 0,-3-3 0,4-2 0,1 2 0,-1 5 0,-5-5 0,-7 4 0,1 2 0,-8-6 0,4 0 0,-1 3 0,-1 1 0,2 2 0,-2 0 0,-2-2 0,8-4 0,0 4 0,5-4 0,1 5 0,-1 1 0,1 0 0,0 0 0,-1 0 0,1 0 0,-1-2 0,1-4 0,0 4 0,-1-4 0,6 4 0,1 2 0,-7 0 0,-5 0 0,2 0 0,2 0 0,1 0 0,1 0 0,-6 0 0,-1 0 0,-1 0 0,2 0 0,2 0 0,-6 0 0,2 0 0,4 0 0,1 0 0,3 0 0,5 0 0,1 0 0,1 0 0,-2 0 0,4 0 0,8 0 0,-2 0 0,-4 0 0,4 2 0,-4 4 0,4-4 0,2 4 0,-2-4 0,-4-2 0,3 5 0,-2 1 0,-3 2 0,2-3 0,-2-3 0,2 4 0,-2 2 0,-6-1 0,3 1 0,-3 0 0,-1 3 0,-3-5 0,1 5 0,-1-5 0,1 2 0,0-3 0,-1-1 0,1 8 0,5-9 0,0 3 0,8 2 0,-2-2 0,4-3 0,2 7 0,6-8 0,-1 4 0,6-5 0,-5-1 0,-1 2 0,-5 2 0,0 2 0,-2 0 0,-4-6 0,4 5 0,-4 1 0,4 2 0,0-4 0,-2 3 0,-2 3 0,-6-4 0,6 5 0,-8-5 0,3 5 0,1-5 0,-2 5 0,3-1 0,-3 1 0,4 3 0,8-9 0,0 1 0,-1 2 0,9-6 0,1 5 0,8-7 0,0 0 0,8 0 0,-6 0 0,5 0 0,-7 0 0,0 0 0,8 0 0,-6 0 0,6 0 0,-8 0 0,0 0 0,-8 0 0,-2 0 0</inkml:trace>
  <inkml:trace contextRef="#ctx0" brushRef="#br1" timeOffset="58">5662 13703 8912,'0'-17'0,"0"5"0,0 1 0,0 5 0,0-5 0,0 7 0,0-4 0,0 8 0,0 0 0,0 8 0,-6-4 0,-4 7 0,-3 2 0,-6 3 0,-4 3 0,0 4 0,2-2 0,-8 7 0,1 7 0,-7 5 0,1 2 0,1-4 0,5 2 0,5-1 0,3-3 0,3-2 0,2 1 0,4-1 0,3-7 0,8-4 0,0-4 0,8-10 0,5-3 0,8-4 0,-2-2 0,4 0 0,4 0 0,1 0 0,-1 0 0,2 0 0,0-6 0,5 0 0,-5 1 0,-3 5 0,1 0 0,0 0 0,-6-6 0,2 0 0,2 1 0,-2 5 0,0 0 0,-6 0 0,0 0 0,-7 0 0,-3 0 0,-9 0 0,-3 0 0,-3 1 0,-3 5 0,-12 4 0,3 7 0</inkml:trace>
  <inkml:trace contextRef="#ctx0" brushRef="#br1" timeOffset="59">5266 13239 8912,'-10'0'0,"3"0"0,7 0 0,0 0 0,7 0 0,-3 0 0,8 0 0,1 0 0,2 0 0,2 0 0,3-6 0,3-2 0,5-1 0,5-5 0,1 5 0,1-3 0,-1 1 0,0-4 0,-1 1 0,-4 3 0,3 5 0,-3-5 0,-4 5 0,-2-6 0,-10 9 0,-2-3 0,-7 4 0,10 4 0,-9 4 0,1 3 0,-6 10 0,0 4 0,6-2 0,0 8 0,-1-6 0,-5 5 0,0 3 0,0 7 0,0 4 0,0 2 0,0 8 0,0 5 0,0 2 0,0-1 0,0-3 0,0 8 0,0 6 0,0 5 0,0 1 0,0-6 0,0-1 0,0 1 0,0 4 0,0-4 0,6 1 0,0-12 0,1-1 0,-1-6 0,-4 1 0,4 0 0,-4-3 0,-2-3 0,0 2 0,0-6 0,0 0 0,0 0 0,0-2 0,0-6 0,0-1 0,0-4 0,0 1 0,0-7 0,0-6 0,0-5 0,0-1 0,0 6 0,0 1 0,0-9 0,0 1 0,0-5 0,0-3 0,0 14 0,0-15 0,0 7 0,0-8 0,0 0 0,-8 0 0,-1 0 0,-9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4.721"/>
    </inkml:context>
    <inkml:brush xml:id="br0">
      <inkml:brushProperty name="height" value="0.053" units="cm"/>
      <inkml:brushProperty name="color" value="#FF0000"/>
    </inkml:brush>
    <inkml:brush xml:id="br1">
      <inkml:brushProperty name="width" value="0.05292" units="cm"/>
      <inkml:brushProperty name="height" value="0.05292" units="cm"/>
    </inkml:brush>
  </inkml:definitions>
  <inkml:trace contextRef="#ctx0" brushRef="#br0">8260 5932 8912,'-2'19'0,"-3"-8"0,-7-7 0,-3-4 0,-2 0 0,-1-2 0,1-4 0,0-3 0,0-6 0,1 1 0,3 5 0,2 1 0,5-3 0,-6 5 0,3-2 0,-3 2 0,-3 5 0,4-5 0,-5 4 0,-1 2 0,-6 0 0,0 0 0,-7 2 0,1 4 0,-6 3 0,-5 8 0,-2 6 0,-4 0 0,4 8 0,8-3 0,-1 5 0,1 3 0,2 2 0,3 2 0,10 1 0,7-7 0,7-5 0,-7-1 0,8 1 0,-2 5 0,5-5 0,1 0 0,7-8 0,5 2 0,3 1 0,4-1 0,2 0 0,2 2 0,8-8 0,-3 0 0,13 4 0,4-9 0,7 7 0,5-8 0,-1-3 0,7-2 0,-2 1 0,2-1 0,-5-2 0,-5-2 0,4-2 0,1 0 0,1 0 0,-2 0 0,-3-8 0,3-3 0,-1 1 0,1-1 0,-3-1 0,1-5 0,-5 2 0,-4 3 0,-8-3 0,2 4 0,-3-3 0,-3 3 0,-5-4 0,-1 3 0,-5 3 0,6-3 0,-8 1 0,2-7 0,-6 1 0,-4 0 0,-1-2 0,1-4 0,-3-4 0,1-7 0,-5-6 0,6 0 0,-9-8 0,3 2 0,-6-4 0,-6-1 0,-7-1 0,-8 1 0,-8 5 0,-11 0 0,-6 8 0,-11-2 0,-6 11-251,-12 6 1,-11 10 250,38 6 0,-1 2 0,-2 3 0,0 0 0,0-1 0,-1 1 0,0 3 0,1 3 0,1 2 0,0 2 0,-43 11 0,7 4 0,26 2 0,9-2 0,13-4 0,9 4 0,4-2 0,8 2 0,1-1 0,5 13 0,5 9 0,4 9 0,2 16 0,0 11 0,-7 12 0,-3 3 0</inkml:trace>
  <inkml:trace contextRef="#ctx0" brushRef="#br0" timeOffset="1">5077 17124 8912,'-10'8'0,"2"-6"0,8 6 0,0-16 0,0-4 0,0-3 0,6-2 0,2 0 0,1 0 0,-5 5 0,2 1 0,-2-1 0,1-5 0,-3 7 0,6 5 0,-8 10 0,0 15 0,0 14 0,0 8 0,0 10 0,0-1 0,0 1 0,2-1 0,4 1 0,1-6 0,5 0 0,3-10 0,-3-2 0,5-9 0,6-13 0,-4-5 0,6-7 0,0-4 0,3-7 0,3-2 0,-3-16 0,-5 8 0,-11-2 0,1 4 0,-7 2 0,0-1 0,-22 1 0,-3 0 0</inkml:trace>
  <inkml:trace contextRef="#ctx0" brushRef="#br0" timeOffset="2">5163 17365 8912,'-18'0'0,"9"0"0,1-8 0,16-1 0,3-8 0,10-1 0,4 1 0,2 0 0,4 0 0,1 0 0,2 0 0,-5 1 0,0 5 0,-8-4 0,4 5 0,-8-7 0</inkml:trace>
  <inkml:trace contextRef="#ctx0" brushRef="#br0" timeOffset="3">5231 17107 8912,'10'-17'0,"5"0"0,-3 0 0,5-1 0,6 1 0,6 0 0,11 0 0,4-8 0,7-2 0</inkml:trace>
  <inkml:trace contextRef="#ctx0" brushRef="#br0" timeOffset="4">5903 17210 8912,'-35'8'0,"3"-6"0,1 4 0,2-4 0,-1-2 0,3 5 0,-2 3 0,1 1 0,1 5 0,2 1 0,8 2 0,2 6 0,3 2 0,6 0 0,4 0 0,2 3 0,0-5 0,8 0 0,4-6 0,1 1 0,0-3 0,-1-4 0,-1-3 0,6-8 0,-5 0 0,-1 0 0,1-13 0,3-6 0,-1-4 0,-3-2 0,0-6 0,7 3 0,-7-11 0,1-1 0,-7 0 0,7 6 0,-8-1 0,1 1 0,-3 0 0,-2-1 0,0 8 0,0 5 0,0 2 0,0 3 0,0 4 0,0 7 0,0 23 0,0 14 0,0 15 0,2-6 0,2 4 0,4 0 0,1 0 0,1-6 0,1 2 0,5-4 0,-5-1 0,-1-9 0,1-3 0,1 0 0,3-4 0,-2-5 0,-1-5 0,-7-3 0,7-6 0,-6-2 0,5-4 0,-7-3 0,2-8 0,1-1 0,-1 1 0,2 0 0,-4-2 0,1-2 0,-1-2 0,-2 0 0,-2 6 0,0 0 0,0 5 0,0 1 0,0 7 0,0 4 0,0 11 0,2 3 0,4-3 0,-2 10 0,7-4 0,-5 4 0,5-3 0,3-1 0,-5-6 0,3 1 0,-1-8 0,6 1 0,-5-3 0,-1-2 0,1 0 0,5 0 0,2-7 0,2-5 0,2-5 0,-2-6 0,-4 2 0,-5-8 0,1 3 0,-7-3 0,5 2 0,-5 6 0,-2-2 0,-2 0 0,-2 14 0,0 3 0,0 12 0,0 5 0,0 6 0,0 4 0,0 4 0,0 2 0,7-4 0,5 6 0,-3-6 0,3 5 0,-1-7 0,7 4 0,1-2 0,4 0 0,-4-6 0,4-5 0,2-9 0,-2 3 0,7-19 0,-3-6 0</inkml:trace>
  <inkml:trace contextRef="#ctx0" brushRef="#br0" timeOffset="5">6746 17159 8912,'-12'27'0,"3"-5"0,-1-2 0,1-3 0,-1 2 0,-1 4 0,-5-2 0,7 6 0,-3-1 0,1 1 0,7 0 0,-2 1 0,4 3 0,2-8 0,0 2 0,2-4 0,4 2 0,5-2 0,7-10 0,5-5 0,-4-4 0,13-10 0,-5-1 0</inkml:trace>
  <inkml:trace contextRef="#ctx0" brushRef="#br0" timeOffset="6">7296 17210 8912,'-24'0'0,"-1"0"0,-4 0 0,-3 0 0,3 0 0,-4 2 0,1 2 0,3 4 0,6 1 0,4 8 0,2 6 0,2 0 0,3-6 0,6 3 0,12 1 0,6 2 0,3-2 0,2-4 0,0-6 0,6 3 0,0-9 0,0 1 0,-6-6 0,1 0 0,-1 0 0,0-2 0,0-4 0,0-3 0,1-8 0,-1-2 0,0-4 0,-5 4 0,-1-4 0,-1 3 0,3 3 0,-2 0 0,-5 2 0,6 3 0,-9-3 0,5 13 0,-8-4 0,0 12 0,0 6 0,0 3 0,0 2 0,0 0 0,6 6 0,0 0 0,-1 0 0,-3-6 0,4 0 0,5 1 0,-1-1 0,1 0 0,1-7 0,5-5 0,0-3 0,1-2 0,-1-7 0,0-5 0,8-11 0,2-4 0</inkml:trace>
  <inkml:trace contextRef="#ctx0" brushRef="#br0" timeOffset="7">7692 16970 8912,'0'-18'0,"0"1"0,0 6 0,0-1 0,0-1 0,0 5 0,-5 3 0,-1 10 0,-8 13 0,5 10 0,-3 5 0,1 1 0,7 2 0,-2 4 0,4-3 0,2 3 0,0 2 0,0-2 0,0-2 0,0-9 0,6 1 0,2-7 0,1-2 0,5-2 0,-5-3 0,3-5 0,-1-1 0,6-5 0,1-3 0,-1 4 0,0-10 0,0-1 0,1-9 0,-1 3 0,0-5 0,0-1 0,0 6 0,1-1 0,-1 1 0,0 1 0,0 5 0,-7 3 0,-3 4 0,-7 3 0,0 5 0,0 7 0,0 0 0,0 0 0,0 1 0,2-1 0,4 0 0,-4-5 0,4-1 0,3-7 0,3 2 0,3-20 0,2-5 0</inkml:trace>
  <inkml:trace contextRef="#ctx0" brushRef="#br0" timeOffset="8">8036 17004 8912,'-17'0'0,"0"0"0,0 0 0,5-6 0,1 1 0,7-1 0,-4 6 0,8 7 0,0 5 0,8 3 0,2 2 0,7 1 0</inkml:trace>
  <inkml:trace contextRef="#ctx0" brushRef="#br0" timeOffset="9">7606 17382 8912,'-34'0'0,"5"0"0,0 0 0,8 0 0,-2 0 0,12 0 0,5-2 0,12-3 0,11 1 0,12-8 0,5 3 0,6-3 0,4-3 0,6 4 0,-2-3 0,-2 3 0,4-5 0,1 5 0,3 1 0,-14-1 0,8 0 0,-4-7 0</inkml:trace>
  <inkml:trace contextRef="#ctx0" brushRef="#br0" timeOffset="10">8122 17159 8912,'0'17'0,"-5"-6"0,-1 1 0,-5-6 0,5 5 0,-8-5 0,3 5 0,1 1 0,1 5 0,-1 0 0,1 0 0,5 0 0,-2 1 0,4-1 0,2 0 0,2 0 0,4 0 0,3-5 0,9-3 0,-1-1 0,0-2 0,0-6 0,0 0 0,1-8 0,-1-3 0,-8-10 0,-3-2 0,2 0 0,-2 4 0,-3-2 0,-1-2 0,-2 0 0,0 6 0,0 0 0,0-1 0,-7 1 0,5 0 0,-4 0 0,4 0 0,2-1 0</inkml:trace>
  <inkml:trace contextRef="#ctx0" brushRef="#br0" timeOffset="11">8398 17142 8912,'9'0'0,"7"0"0,-14 0 0,5-8 0,-7 6 0,2-6 0,2 10 0,2 4 0,-2 5 0,-3 10 0,-1 2 0,0 0 0,0-5 0,0 4 0,0 3 0,0 0 0,0 0 0,0-2 0,0-6 0,0 0 0,0 0 0,0-7 0,0-4 0,0-12 0,0-9 0,0-8 0,8-10 0,4-1 0,3 0 0,2-7 0,0 5 0,2 4 0,4 1 0,6 2 0,-2 3 0,1-3 0,-5 10 0,6 7 0,-8 9 0,2-1 0,-4 8 0,-2 7 0,1 12 0,-1 6 0,-8 3 0,-3 3 0,-2 5 0,0 0 0,2 0 0,-3 2 0,-1-6 0,-2 4 0,-7-11 0,-3-4 0</inkml:trace>
  <inkml:trace contextRef="#ctx0" brushRef="#br0" timeOffset="12">6230 17967 8912,'7'-2'0,"-7"-4"0,-2 4 0,-9-3 0,7 3 0,-11-6 0,5 6 0,1-6 0,-5 16 0,8 4 0,1 10 0,5 9 0,0 7 0,0 8 0,0 13 0,0 10 0,0 0 0,0 5 0,0-3 0,2-4 0,3-4 0,7-6 0,5-17 0,6-5 0,-2-20 0,8-3 0,-1-9 0,7-3 0,5-2 0,0-3 0,0-13 0,-5-10 0,5 1 0,0-2 0,-2 1 0,-9-5 0,-6 5 0,-4 5 0,-2 2 0,0-2 0,-7 4 0,-2-6 0,-8 8 0,-2-1 0,-4 1 0,-6 2 0,-10 4 0,2 3 0,-3 8 0,-1-6 0,1 0 0,0 3 0,6 8 0,-1 7 0,1 3 0,2 4 0,3 4 0,5-2 0,7 8 0,0-1 0,0 7 0,2-1 0,3 1 0,13-3 0,10-3 0,7-4 0,5-8 0,6-2 0,3-4 0,9-3 0,-1-8 0,2-9 0,-1-9 0,-5 1 0,5-6 0,-12 2 0,-6-2 0,-4-3 0,-2-9 0</inkml:trace>
  <inkml:trace contextRef="#ctx0" brushRef="#br0" timeOffset="13">7210 18242 8912,'-17'0'0,"0"0"0,6 0 0,-1 0 0,8 0 0,-9 2 0,7 4 0,0-1 0,6 12 0,6-1 0,0 12 0,7-1 0,-1 4 0,5-3 0,6 3 0,-4-6 0,4-2 0,-4-4 0,-2-2 0,0-2 0,1-3 0,-7 1 0,1-7 0,-3-2 0,5-10 0,-3-6 0,-7-10 0,2-7 0,1-5 0,-1-7 0,0 3 0,-6-8 0,0 8 0,0-2 0,2 4 0,3 1 0,-1 3 0,8 3 0,-3 4 0,3 8 0,3 8 0,2-7 0,10 7 0</inkml:trace>
  <inkml:trace contextRef="#ctx0" brushRef="#br0" timeOffset="14">7882 18294 8912,'-18'9'0,"1"-1"0,0-8 0,5 0 0,1 0 0,7 0 0,-2 0 0,12 0 0,4-2 0,9-2 0,4-4 0,5-1 0,-1-3 0,2-5 0,-2-2 0,1-4 0,-1 4 0,-4-4 0,-10 4 0,5 2 0,-11 0 0,3-1 0,-2 1 0,-16 2 0,-9 3 0,-14 5 0,-3 7 0,-1 0 0,-5 0 0,-2 7 0,2 5 0,0 11 0,7 5 0,5 7 0,5 5 0,11-2 0,6 8 0,6 0 0,6 5 0,19-5 0,15 0 0,10-13 0,7 1 0,-1-17 0,7-1 0,2-7 0,2-5 0,2-12 0,-1-9 0,1-10-225,0-13 1,-4-6 224,4-11 0,-12 2 0,6-8 0,-15 5 0,-8-3 0,-5 2-10,-7 4 0,-8 1 10,-9 2 0,-7 1 0,2-1 0,-14 1 0,-9-1 0,-1 8 0,-6 6 0,1 7 0,0 8 0,-2 12 0,2 5 0,4 14 224,-4 9 0,-2 12-224,2 17 0,6 1 0,5 16 0,9 0 0,-3 6 0,4 2 0,2 3 0,2 5 0,4-1 0,3 6 0,8-4 0,6 10-224,0 2 1,-8-43 0,1-1 223,13 44 0,-5 0 0,3-4 0,-4-1 0,-15-57 0</inkml:trace>
  <inkml:trace contextRef="#ctx0" brushRef="#br1" timeOffset="15">5042 12809 8912,'0'11'0,"0"1"0,0-8 0,0 3 0,2-7 0,4 0 0,-2-2 0,5-3 0,-1-7 0,5 5 0,-5-9 0,5 7 0,-1-1 0,-8 3 0,11-1 0,-13 6 0,13-13 0,-7 11 0,5-6 0,-1 3 0,-1 1 0,6 6 0,0 0 0,1-6 0,-1 0 0,0 1 0,0 5 0,2 0 0,4 0 0,-4 0 0,4 0 0,-2 0 0,0 0 0,4 0 0,2 0 0,-4 0 0,6 0 0,-6 0 0,5 0 0,1-6 0,5 0 0,-5 1 0,0 5 0,-1-6 0,7 0 0,-6-2 0,-1 3 0,-7 3 0,4-4 0,-2 2 0,0-1 0,0 3 0,-6-4 0,0 4 0,8-6 0,-6 6 0,4-3 0,-2-3 0,2 2 0,-4-5 0,4 5 0,-4-5 0,-1 3 0,1 0 0,4 1 0,-4-5 0,4 7 0,2-3 0,-2 2 0,0 4 0,-6-3 0,2 3 0,4 2 0,-4 0 0,4 0 0,-4 0 0,-2 0 0,2 0 0,2 2 0,2 1 0,-2 3 0,-1 6 0,-3-7 0,2 7 0,4-7 0,-4 1 0,4-6 0,-4 0 0,-2 0 0,2 0 0,4 0 0,-2 0 0,8 0 0,-6 0 0,6 0 0,1 0 0,3 0 0,7-6 0,0 1 0,2-7 0,-2 7 0,-3-9 0,3 3 0,-4 3 0,-2 2 0,1-1 0,-1 1 0,-1-6 0,-5 7 0,-1-1 0,-4 6 0,-4 0 0,6-2 0,-2-2 0,0-1 0,6-1 0,-6 6 0,7 0 0,-1 0 0,3 0 0,3 0 0,-1 0 0,1 0 0,-1 0 0,1 0 0,-1 0 0,0 0 0,1 0 0,-1 0 0,1 0 0,-1 0 0,0 0 0,1 0 0,-6 0 0,-1 0 0,1 0 0,5 0 0,3 0 0,3 0 0,-2 0 0,6 0 0,0 0 0,0 0 0,0 6 0,2-1 0,2 3 0,-8-2 0,2-3 0,-2 9 0,-6-8 0,1 2 0,-1 1 0,-7-1 0,2 0 0,-1 1 0,-7-5 0,2 4 0,2-4 0,-2-2 0,2 2 0,-2 3 0,-4-3 0,4 4 0,-4-4 0,-2-2 0,1 6 0,-1-1 0,0 1 0,0-6 0,0 0 0,1 2 0,-1 4 0,0-4 0,0 3 0,0-3 0,1-2 0,-1 0 0,0 0 0,0 0 0,1 0 0,-1 0 0,0 0 0,0 0 0,0 0 0,1 0 0,-1 0 0,0 0 0,0 2 0,0 2 0,1 2 0,-1 0 0,0-6 0,0 0 0,0 0 0,1 5 0,-1 1 0,2 0 0,2-6 0,2 0 0,-2 0 0,4 5 0,-2 1 0,5 0 0,-5-6 0,8 2 0,-2 4 0,-3-4 0,3 3 0,-6-3 0,4-2 0,0 0 0,-1 0 0,-5 0 0,2 0 0,2 0 0,-2 0 0,2 0 0,-2 0 0,-4 0 0,6 0 0,-2 0 0,0 0 0,2 0 0,-2 0 0,-4 0 0,4 0 0,-2 0 0,2 0 0,-4 0 0,4 0 0,-4 0 0,-2 0 0,0 0 0,0 0 0,1 0 0,-1 0 0,-6 0 0,1 0 0,-1 0 0,7 0 0,-1 0 0,0 0 0,0 0 0,0 0 0,1 0 0,-1 0 0,-6 0 0,1 0 0,-7 0 0,7 0 0,-1 0 0,-1 0 0,-2 0 0,-8 0 0,0 0 0,-8 0 0,6 0 0,-6 0 0,8 0 0,-1 0 0,-5 0 0,-6 2 0,-11 4 0,-11 3 0,-10 9 0</inkml:trace>
  <inkml:trace contextRef="#ctx0" brushRef="#br1" timeOffset="16">6436 11313 8912,'0'10'0,"2"-3"0,4-7 0,-4 0 0,5 0 0,-7 0 0,0 0 0,8 0 0,-4 0 0,7 0 0,3 0 0,1 0 0,-2 0 0,3 0 0,3 0 0,0 0 0,2-5 0,0-3 0,4 0 0,1 1 0,-4-1 0,0 2 0,0 4 0,-1-3 0,1 3 0,0 2 0,-3 0 0,-2 0 0,0 0 0,0 0 0,0 0 0,1 5 0,-1 1 0,0-2 0,0-2 0,1-2 0,-1 0 0,0 0 0,0 0 0,0 0 0,1 0 0,-1 0 0,0 0 0,0 0 0,0 0 0,1 0 0,-1 0 0,0 0 0,0 0 0,0 0 0,1 0 0,-1 0 0,0 0 0,0 0 0,6 0 0,0 0 0,0 0 0,-6 0 0,2 0 0,4 0 0,-2 0 0,8 0 0,-8 0 0,2 0 0,2 0 0,-2 0 0,2 0 0,-2 0 0,-4-2 0,4-4 0,-4 4 0,-2-3 0,0 3 0,0 2 0,6 0 0,0 0 0,0-6 0,-5 0 0,-1 1 0,0 5 0,0 0 0,0 0 0,2 0 0,4 0 0,-2 0 0,8 0 0,-8 0 0,4 0 0,-2 0 0,0 0 0,6 0 0,-6 0 0,5-6 0,-5 0 0,6 0 0,-6 6 0,5-2 0,-5-3 0,2 3 0,-2-4 0,-4 4 0,6 2 0,-2 0 0,0 0 0,0 0 0,-6 0 0,6 0 0,0 0 0,0 0 0,-6 0 0,6 0 0,0 0 0,0 0 0,-6 0 0,6 0 0,0 0 0,0 0 0,-6 0 0,6 0 0,0 0 0,6 0 0,-6 0 0,-2 0 0,-2 0 0,4 0 0,0 0 0,6 0 0,-6 0 0,1 0 0,-1 0 0,-4 0 0,4 0 0,2 0 0,-2 0 0,6 0 0,-6 0 0,6 0 0,-5 0 0,1 0 0,0 0 0,4 0 0,-6 0 0,5 6 0,-5 0 0,6-1 0,-6-5 0,6 2 0,-6 4 0,5-4 0,-5 4 0,6-4 0,-6-2 0,0 0 0,-4 0 0,2 0 0,2 0 0,0 0 0,-6 0 0,2 0 0,4 0 0,-2 0 0,8 0 0,-6 0 0,5 0 0,1 0 0,6 0 0,-7 0 0,1 0 0,2 0 0,1 0 0,2 0 0,1 0 0,-6-6 0,-1 0 0,-1 0 0,2 6 0,1 0 0,-7 0 0,6 0 0,-6 0 0,2 0 0,-2 0 0,-4 0 0,4 0 0,-2 0 0,0 0 0,2 0 0,-2 0 0,0 0 0,2 0 0,-4 0 0,4 0 0,2 0 0,-2 0 0,1 0 0,-1 0 0,-2 0 0,8 0 0,-8 0 0,2 0 0,2 0 0,-2 0 0,7 0 0,-3 0 0,0 0 0,-4 0 0,2 0 0,-2 0 0,5 0 0,-5 0 0,2 0 0,-2 0 0,-4 0 0,4 0 0,-4 0 0,-1 0 0,-1 0 0,0 0 0,0 0 0,0 0 0,1 0 0,-1 0 0,0 0 0,0 0 0,0 0 0,1 0 0,-1 0 0,0 0 0,0 0 0,2 0 0,4 0 0,-4 0 0,4 0 0,2 0 0,-2 0 0,6 0 0,-6 0 0,0 0 0,-6 0 0,0 0 0,0 0 0,1 0 0,-1 0 0,-6 0 0,1 0 0,-6-5 0,5-1 0,2 2 0,-5 2 0,7 2 0,-5 0 0,7 0 0,-5 0 0,-1 0 0,1 0 0,5 0 0,0 0 0,0 0 0,0-2 0,1-4 0,-7 5 0,1-5 0,-1 4 0,6 2 0,0 0 0,1 0 0,-1 0 0,0 0 0,0 0 0,-5 0 0,-1 0 0,1 0 0,5 0 0,0 0 0,0 0 0,0 0 0,1 0 0,-1 0 0,0 0 0,-5 0 0,-1 0 0,1 0 0,5 0 0,-6-2 0,1-4 0,-1 4 0,6-3 0,1 3 0,-1 2 0,0 0 0,0-2 0,0-4 0,-5 4 0,-1-4 0,1 5 0,5 1 0,0 0 0,0-2 0,1-4 0,-1 4 0,0-6 0,0 8 0,-5 0 0,-1 0 0,1 0 0,5-7 0,0 5 0,0-4 0,-5 4 0,-1 2 0,3 0 0,-5 0 0,3 0 0,-7 0 0,7 0 0,-6 0 0,5 0 0,-7 0 0,11 0 0,-5 0 0,7 0 0,0 0 0,0 0 0,1 0 0,-1 0 0,0 0 0,0 0 0,0 0 0,1 0 0,-1 0 0,0 0 0,0 0 0,1 0 0,-1 0 0,0 0 0,0 0 0,0 0 0,1 0 0,-1 0 0,0 0 0,-7 0 0,-3 0 0,-7 0 0,0 0 0,-7 0 0,-5 0 0,-11 8 0,-11 1 0,-10 9 0</inkml:trace>
  <inkml:trace contextRef="#ctx0" brushRef="#br1" timeOffset="17">7623 10385 8912,'-9'11'0,"3"1"0,4-9 0,4 5 0,4-8 0,-2 0 0,7 0 0,-5 0 0,5 0 0,-7 0 0,12 0 0,-15 0 0,7 0 0,-8 0 0,0 0 0,0 8 0,0-6 0,0 5 0,0-7 0,0 0 0,0 8 0,0-6 0,0 5 0,0-7 0,0 2 0,0 4 0,0-4 0,0 6 0,0-8 0,0 0 0,0 7 0,0-5 0,0 6 0,0-8 0,0 0 0,8 0 0,-6 0 0,5 0 0,-5 0 0,4 0 0,-4 0 0,5 0 0,-5 0 0,4 0 0,-4 2 0,4 3 0,-4-3 0,-2 6 0,0 0 0,0 1 0</inkml:trace>
  <inkml:trace contextRef="#ctx0" brushRef="#br1" timeOffset="18">7400 10660 8912,'11'0'0,"1"0"0,-1 0 0,1 0 0,-1 0 0,2 0 0,3 0 0,1 0 0,0 0 0,0 0 0,1-2 0,-1-4 0,6 4 0,0-4 0,0 5 0,2 1 0,-6-2 0,4-4 0,3 4 0,3-4 0,4 4 0,1 2 0,0 0 0,1 0 0,-1 0 0,1 0 0,5 0 0,0 0 0,0 0 0,2 0 0,-6 0 0,5 0 0,-5 0 0,-2 0 0,1 0 0,-1 0 0,1 0 0,-1 0 0,0 0 0,1 0 0,-1 0 0,1 0 0,-1 0 0,1 0 0,5 0 0,0 0 0,0-2 0,-4-1 0,3-3 0,1 2 0,2 2 0,-2 2 0,-4-6 0,4 1 0,-1-1 0,1 6 0,2 0 0,4 0 0,-2 0 0,-4 0 0,-2 0 0,8 0 0,-2 0 0,4 0 0,-4 0 0,-2 0 0,4-6 0,-6 1 0,6-1 0,-6 6 0,6-6 0,-6 0 0,2-1 0,-2 1 0,2 4 0,4-4 0,-2-1 0,-4 1 0,-3 0 0,5 4 0,-2-2 0,0-1 0,0-1 0,-5 6 0,5 0 0,0 0 0,6-2 0,-6-4 0,2 4 0,-2-3 0,-4 3 0,5 2 0,3 0 0,1 0 0,-2 0 0,-3 0 0,-4 0 0,-2 0 0,1 0 0,-1 0 0,-1 0 0,-5 0 0,5 0 0,-4 0 0,3 0 0,3 0 0,-1 0 0,0 0 0,3 0 0,3 0 0,2 0 0,6 0 0,-4 0 0,-2 0 0,4 0 0,-6 0 0,6 0 0,-6 0 0,-2 0 0,-9 0 0,3 0 0,-3 0 0,2 6 0,-3-1 0,3 1 0,-8-6 0,7 6 0,-1-1 0,4 1 0,1 2 0,2-6 0,5 3 0,-5-3 0,4-2 0,-4 6 0,-1 0 0,-1 0 0,1-6 0,-7 5 0,1 1 0,-2 0 0,1-4 0,-3 2 0,0 1 0,-4 3 0,8-2 0,-6-4 0,5 3 0,-5-3 0,6-2 0,-6 0 0,6 0 0,-1 0 0,-1 0 0,4 0 0,-8 0 0,7 0 0,-1 0 0,-4 0 0,-2 0 0,2 0 0,-2 0 0,5 0 0,-5 0 0,6 0 0,-6 0 0,2 0 0,-4 2 0,4 2 0,1 2 0,-5-1 0,2-5 0,2 0 0,-2 0 0,0 0 0,-6 0 0,0 0 0,1 0 0,-1 0 0,0 0 0,0 0 0,1 0 0,-1 0 0,0 0 0,0 0 0,0 0 0,1 0 0,-1 0 0,0 0 0,0 0 0,0 0 0,1 0 0,-1 0 0,0 0 0,0 0 0,0 0 0,1 0 0,-1 0 0,0 0 0,0 0 0,-5 0 0,-1 0 0,1 0 0,5 0 0,-6 0 0,1 0 0,-3-2 0,3-3 0,3 3 0,-5-6 0,7 8 0,0 0 0,0 0 0,-5 0 0,-1 0 0,-7 0 0,11 0 0,-11-2 0,8-3 0,-7 3 0,7-4 0,-6 4 0,5 2 0,-5 0 0,5 0 0,-7 0 0,6 0 0,-5 0 0,-3 0 0,8 0 0,-4 0 0,-4-2 0,3-4 0,5 4 0,1-3 0,5 3 0,-5 2 0,1 0 0,-7 0 0,7 0 0,-8 0 0,11 0 0,-13 0 0,13 0 0,-13 0 0,8 0 0,-5 0 0,-3 0 0,14 0 0,-7-2 0,8-4 0,1 4 0,-7-5 0,0 7 0,-7 0 0,12 0 0,-14 0 0,13 0 0,-4 0 0,-3 0 0,1 0 0,-3 0 0,-4 0 0,6 0 0,-8 0 0,0 0 0,2-6 0,3 0 0,-3 0 0,6 6 0,-8 0 0,0 0 0,-8 0 0,5 0 0,-9 0 0,-1 2 0,-10 4 0,-4-4 0,-7 6 0</inkml:trace>
  <inkml:trace contextRef="#ctx0" brushRef="#br1" timeOffset="19">8776 8442 8912,'-1'9'0,"-3"-1"0,-4-2 0,-2-1 0,7-1 0,-3-9 0,4 3 0,2-8 0,0 4 0,0 4 0,2-5 0,4 7 0,-4 0 0,7 0 0,-3 0 0,3 2 0,9 3 0,-7-3 0,1 4 0,1-2 0,2 2 0,8-4 0,0 3 0,8 3 0,-3-2 0,13 1 0,4-1 0,-1-2 0,2 7 0,0-7 0,6 2 0,-1 2 0,1-3 0,0 3 0,-1-2 0,-7-4 0,-4 3 0,3-3 0,-3-2 0,-2 0 0,-2 0 0,-3 0 0,-5 0 0,5 0 0,-4 0 0,3 0 0,3 0 0,-1 0 0,0 0 0,3 6 0,3 0 0,-4-1 0,4-5 0,2 0 0,-1 0 0,6 2 0,-3 2 0,2 2 0,0-2 0,0-2 0,6-2 0,1 0 0,1 0 0,-1 0 0,-3 0 0,-2 0 0,3 0 0,-1 0 0,-4 0 0,-2 0 0,-4 0 0,-4 0 0,5 0 0,-5 1 0,-2 5 0,1-4 0,-1 4 0,6 1 0,1-1 0,6 2 0,-3-4 0,2 1 0,0-1 0,-2 0 0,4 0 0,-2 2 0,2-3 0,-6 1 0,-2 0 0,-4 2 0,-1-2 0,3-2 0,0-2 0,-2 0 0,3 0 0,-1 5 0,-4 1 0,6 0 0,2-6 0,2 0 0,4 0 0,-4 0 0,2 0 0,-2 0 0,2 0 0,-6 0 0,-4 0 0,-3 0 0,-4 0 0,1 5 0,-7 1 0,6 0 0,-4-4 0,1 2 0,5 1 0,2 1 0,1-6 0,0 0 0,1 0 0,-1 0 0,1 0 0,5 0 0,0 0 0,2 0 0,-2 0 0,-3 0 0,3 0 0,-6 0 0,-5 0 0,1 0 0,-7 0 0,8 6 0,-2 0 0,1-1 0,-1-5 0,3 0 0,-3 0 0,4 0 0,1 0 0,0 0 0,1 0 0,-3 0 0,-3 0 0,2 0 0,-8-2 0,-2-1 0,-2-3 0,-10 0 0,-1 6 0,-8 0 0,-2 0 0,-4 0 0,4 0 0,-13 0 0,0 0 0,-8 0 0,-10 0 0,-1 0 0,-8-15 0,-10-4 0</inkml:trace>
  <inkml:trace contextRef="#ctx0" brushRef="#br1" timeOffset="20">10119 7668 8912,'2'10'0,"3"-5"0,5-3 0,7-2 0,0 0 0,1 0 0,1 0 0,4 0 0,5 0 0,5 0 0,3 0 0,4 0 0,4 0 0,8 0 0,5 0 0,3 0 0,3 0 0,7 0 0,5 0 0,5 0 0,-1 0-180,-5 0 1,-1 0 179,7 0 0,0 0 0,5 0 0,-3 0 0,-2 0 0,-7 0 0,1 0 0,1 2 0,-4 4 0,-6 4-44,-4-1 0,-2 6 44,-1-3 0,3 1 0,8-1 0,-1 3 0,1-4 0,0 5 0,0 1 0,0 0 0,0 0 0,-6-1 0,0-5 0,6 2 0,5-7 0,8 2 0,-1-3 0,-5-3 0,-1 4 0,-5-2 0,-1 2 0,4-4 0,-4 3 0,5-1-122,-5 2 1,0-4 121,6 4 0,1-5 0,-1-1 0,-8 0 0,-10 0 0,-4 0 173,-1 0 0,4 2-173,-5 4 0,3-4 44,-14 4 1,8 1-45,-2-1 0,1 7 0,-1-3 0,-6 1 0,-3 1 0,3-8 0,0 1 0,0 3 63,-5-2 1,-1 0 0,0-6 0,3 0-64,3 0 0,-2 0 0,8 0 0,-2 0 0,2 0 0,4 0 0,-6 0 0,2 0 0,-1 0 0,-6 0 0,1 0 0,-4 0 0,-1 0 0,5 5 0,0 1 0,-2-2 0,-2-2 0,6-2 0,4 0 0,-2 0 0,2 0 0,0 0 0,6 0 0,1 0 0,5 0 0,-5 0 0,5 0 0,-11-6 0,-1 0 0,-6-1 0,6 1 0,-2 4 0,4-4 0,-2 4 0,2 2 0,1-5 0,3-1 0,-8 0 0,-4 6 0,-3 0 0,-3 0 0,-7 0 0,-4 0 0,-10 0 0,-1 0 0,-9 0 0,13 0 0,-12 0 0,7 0 0,-5 0 0,5 0 0,-7 8 0,2 3 0,-4-3 0,-18 0 0,-3-8 0</inkml:trace>
  <inkml:trace contextRef="#ctx0" brushRef="#br1" timeOffset="21">11530 2631 8912,'11'-8'0,"1"-4"0,-8-3 0,3-2 0,-1 0 0,0 0 0,-2-1 0,-3 1 0,5-6 0,0-2 0,0 1 0,-1-3 0,1 2 0,-2 0 0,4 2 0,-3 6 0,-1 0 0,-6 7 0,-9 7 0,-12 10 0,-8 16 0,-11 8 0,-6 18 0,-5 5 0,-5-1 0,7 7 0,5-3 0,10 0 0,1-5 0,10-3 0,6-3 0,10-6 0,3-11 0,14-4 0,9-8 0,8 0 0,9 0 0,8 1 0,4-1 0,4-6 0,1 1 0,1 1 0,0 2 0,-8 3 0,-4-1 0,-6 2 0,-5 4 0,-6-4 0,-12 4 0,-3 2 0,-8-2 0,-10 5 0,-7-5 0,-10 0 0,-13-6 0,4 0 0,-4-1 0,1-3 0,-1-1 0,4-9 0,-4 3 0,5-4 0,7-2 0,1 0 0,4 0 0,4-2 0,-4-4 0,11-3 0,7-8 0,-5-8 0,1-2 0</inkml:trace>
  <inkml:trace contextRef="#ctx0" brushRef="#br1" timeOffset="22">11874 2888 8912,'-17'-9'0,"5"1"0,1 8 0,-1 0 0,-5 0 0,0 0 0,-4 14 0,4 3 0,-4 11 0,11 3 0,1 5 0,3 4 0,4 8 0,2-2 0,0 2 0,0-2 0,13-4 0,4-8 0,12 4 0,0-3 0,3-10 0,3-14 0,-1-7 0,1 2 0,-3-12 0,-3-6 0,3-11 0,-5-3 0</inkml:trace>
  <inkml:trace contextRef="#ctx0" brushRef="#br1" timeOffset="23">12270 3009 8912,'-8'9'0,"-1"5"0,-9-9 0,1 9 0,0-3 0,-8 12 0,-4 6 0,3 3 0,-3 3 0,2 1 0,-1 4 0,3-4 0,7 5 0,9-5 0,3-4 0,4-3 0,2-6 0,2-4 0,4-2 0,5-7 0,12-5 0,-2-5 0,8-5 0,0-5 0,5-7 0,1-8 0,-1-3 0,-2 1 0,-3-2 0,-4 0 0,-8-5 0,0 0 0,-1-1 0,-5 1 0,-5 0 0,2 7 0,-3 4 0,1 4 0,-6 2 0,0 9 0,0 8 0,0 9 0,-6 14 0,1 6 0,-7 4 0,6 1 0,1 4 0,5-3 0,2 3 0,3-10 0,-1-3 0,8-2 0,1-6 0,2-5 0,8-5 0,0-7 0,0-15 0,-6-4 0</inkml:trace>
  <inkml:trace contextRef="#ctx0" brushRef="#br1" timeOffset="24">12683 2631 8912,'-8'-10'0,"4"2"0,-7 8 0,-1 4 0,-3 8 0,2 11 0,1 7 0,3 12 0,-3 4 0,3 9 0,3 3 0,4 7 0,-4-2 0,10-4 0,2-2 0,13 1 0,0-7 0,4-9 0,2-9 0,11-16 0,-1-11 0,9-5 0,-4-1 0,8-17 0,-3-11 0,-3-12 0,-1-12 0,-7 0 0,-5 1 0,-4 5 0,-8 0 0,-8 6 0,-3-4 0,-6 2 0,-6 4 0,-3 11 0,-8 10 0,-3 2 0,-2 9 0,2 4 0,-3 13 0,4 8 0,2 16 0,2 9 0,3 7 0,-1 9 0,7 8 0,2-5 0,10 0 0,6-1 0,11 3 0,7-6 0,8-6 0,6-9 0,8-21 0,3-8 0,-3-15 0,4-7 0,-20-18 0,6-11 0</inkml:trace>
  <inkml:trace contextRef="#ctx0" brushRef="#br1" timeOffset="25">14128 2820 8912,'-17'5'0,"0"3"0,0 2 0,1 1 0,3 6 0,3 0 0,3 1 0,1 5 0,6-1 0,2 7 0,4-6 0,3 2 0,8-2 0,1-4 0,1 2 0,2-8 0,2-7 0,5-4 0,-5-2 0,8 0 0,-2 0 0,1-13 0,-1-5 0,3-5 0,-3 1 0,-2-5 0,2-8 0,-8 1 0,2 0 0,-6 5 0,-6 0 0,5 6 0,-5-5 0,-3 12 0,-3-1 0,-1 13 0,2 4 0,-4 16 0,4 12 0,-3 5 0,3 1 0,-2 1 0,7-1 0,-5 6 0,6 0 0,-8-2 0,1-9 0,-3 4 0,-2-5 0,0-3 0,0-2 0,-2-6 0,-3-3 0,-7-3 0,-3-9 0,-2-2 0,-8-8 0,6-24 0,-6-4 0</inkml:trace>
  <inkml:trace contextRef="#ctx0" brushRef="#br1" timeOffset="26">14146 2355 8912,'-27'10'0,"-4"3"0,8-7 0,0 0 0,6-6 0,0 0 0,7 0 0,3 0 0,30 0 0,-8-2 0,17-2 0,-5-4 0,-6-1 0,-2-1 0,-1-1 0,-1-4 0,0 3 0,-7 3 0,-5-3 0,-3 8 0,-2-3 0,-7 14 0,-3 3 0,-7 7 0,0 0 0</inkml:trace>
  <inkml:trace contextRef="#ctx0" brushRef="#br1" timeOffset="27">15453 2321 8912,'0'-25'0,"-2"-2"0,-3 1 0,-7 3 0,3-2 0,-3 2 0,-1 4 0,-2 6 0,3 5 0,1 8 0,-3 0 0,-9 0 0,4 10 0,-4 7 0,4 15 0,4 14 0,3 6 0,7 5 0,-3 10 0,2 7 0,0 1-114,6-6 0,2-1 114,4 1 0,-2-2 0,7-4 0,1-4 0,5-7 0,-5-3 0,-1-3 0,-5-6 0,5-11 0,-7-4 0,4-16 0,-8-1 0</inkml:trace>
  <inkml:trace contextRef="#ctx0" brushRef="#br1" timeOffset="28">15092 2871 8912,'11'0'0,"1"0"0,-1 0 0,7 0 0,12-7 0,8-5 0,8-3 0,8-2 0,7-1 0,-4 1 0,8 0 0,-1 0 0,-5 0 0,-2 0 0,-11 5 0,-6 3 0,-5 1 0,-7 4 0,-3 2 0,-15 2 0,-5 8 0,-10 3 0,-3 6 0,-3 6 0,-5-2 0,5 8 0,3-6 0,2 6 0,5-6 0,1 5 0,0-7 0,0 2 0,0-4 0,1-3 0,5-3 0,6-2 0,3-7 0,2 2 0,2-6 0,4-6 0,-4-11 0,6-10 0</inkml:trace>
  <inkml:trace contextRef="#ctx0" brushRef="#br1" timeOffset="29">16004 2252 8912,'-27'0'0,"1"0"0,3 0 0,-2 2 0,-4 2 0,4 4 0,0 1 0,6-3 0,-4 5 0,12-5 0,5 6 0,4-7 0,2 7 0,0-6 0,0 5 0,2-7 0,4 2 0,-2 1 0,7-1 0,-5 0 0,5-6 0,-5 0 0,6 0 0,-1 7 0,-1 3 0,-5 7 0,-3 2 0,-2 4 0,0 4 0,-7 7 0,-3 1 0</inkml:trace>
  <inkml:trace contextRef="#ctx0" brushRef="#br1" timeOffset="30">16176 2699 8912,'-9'-7'0,"-1"5"0,4-4 0,4-4 0,-5 9 0,7-5 0,0 12 0,0-3 0,0 11 0,0 3 0,0 4 0,0 4 0,0-2 0,0-4 0,0 4 0,2-2 0,3 2 0,-3-4 0,6 6 0,-8-8 0,0-8 0,2-1 0,4-8 0,-4-2 0,5-6 0,-1-9 0,0-9 0,7-9 0,-2-5 0,-1 2 0,2-8 0,-1 8 0,6-2 0,0 9 0,1 2 0,-1 10 0,0 2 0,0 8 0,0 9 0,1 3 0,-1 9 0,6 1 0,0 16 0,-2 1 0,-2 3 0,0-1 0,2-1 0,4-4 0,2-2 0,-4-8 0,5-6 0,1-7 0,5 2 0,1-6 0,-1-6 0,-5-11 0,0-12 0,-8-3 0,2-3 0,-4-5 0,-2 0 0,-8-2 0,-3 2 0,-4 4 0,-2-4 0,-8 11 0,-3 6 0,-10 11 0,-2 7 0,-8 12 0,3 11 0,-5 12 0,1 12 0,1 2 0,2 4 0,10 0 0,2-3 0,8 3 0,9-8 0,5 0 0,13-5 0,6-10 0,28-8 0,2-2 0,9-9 0,5-8 0,1-9 0,-6-12-109,6-6 0,-11-11 0,1-4 0</inkml:trace>
  <inkml:trace contextRef="#ctx0" brushRef="#br1" timeOffset="31">19016 1788 8912,'-18'-11'0,"1"-1"0,0-1 0,0-2 0,0-1 0,-1 5 0,1 5 0,8 16 0,3 11 0,4 15 0,2 12 0,2 7 0,5 14 0,9 0 0,5-1 0,7 7 0,-5 1 0,-2 3 0,-1 3 0,-5-6 0,-4-3 0,-5-10 0,-4-12 0,-2-3 0,0-13 0,-8-7 0,-3-16 0,1-5 0,-1-9 0,-3-5 0,-1-10 0,4-8 0,-1-10 0,8-5 0,-1 0 0,3-6 0,2 6 0,7 0 0,5 6 0,9-1 0,2 1 0,13 1 0,-1 5 0,3 5 0,-4 11 0,8 5 0,4 7 0,-4 9 0,-2 8 0,-5 12 0,-6 9 0,-12 6 0,-12 8 0,-12-1 0,-10 1 0,-10-2 0,-13-5 0,-4 3 0,-8-8 0,2 0 0,4-5 0,3-8 0,2-4 0,11-6 0,-5-6 0,20-3 0,4-18 0,22-7 0,8-8 0,16-9 0</inkml:trace>
  <inkml:trace contextRef="#ctx0" brushRef="#br1" timeOffset="32">19687 2441 8912,'-8'18'0,"-1"-9"0,-9-3 0,7 2 0,-1-3 0,7 9 0,-5-1 0,2 8 0,5 8 0,1 3 0,2 3 0,0 1 0,4 2 0,5 2 0,8-2 0,6-3 0,0-7 0,4 3 0,7-8 0,1-2 0,-1-10 0,-1-3 0,-5-8 0,5-2 0,-4-4 0,-5-3 0,-1-8 0,-9-8 0,-5-4 0,-1-5 0,-4-6 0,-2 1 0,-2-6 0,-6 6 0,0-1 0,-5 4 0,5 2 0,0 7 0,-1 10 0,5 11 0,-4 12 0,6 11 0,6 11 0,-2 13 0,7 4 0,4 5 0,6 2 0,0-8 0,8-4 0,0-4 0,5-2 0,8-7 0,4-4 0,-2-11 0,2-7 0,-2-5 0,4-7 0,-4-11 0,-2-8 0,-4-7 0,-9-3 0,-6-4 0,-4-6 0,-4-4 0,-3-1 0,-5-7 0,-7 1 0,0-8 0,0 2 0,0-15 0,0-2 0,-2-1 0,-2 14 0,-1 6 0,1 10 0,2 9 0,2 13 0,-6 27 0,1 19 0,-1 22 0,6 12 0,-6 10 0,-2 14 0,-1 5 0,-5 4 0,5 8 0,-3-1 0,9-5 0,-3-5 0,4-9 0,2 5 0,2-5 0,4-3 0,5-12 0,12-17 0,4-5 0,7-8 0,1-10 0,-1-10 0,-7-12 0,5-12 0,-5-10 0</inkml:trace>
  <inkml:trace contextRef="#ctx0" brushRef="#br1" timeOffset="33">20564 2613 8912,'-17'37'0,"-6"-5"0,0-15 0,8 2 0,9 2 0,4 2 0,14-7 0,11-11 0,15-10 0,25-7 0,14-16 0,-32 11 0,1-1 0,4-2 0,0 0 0,-1 1 0,-1 0 0,1-1 0,0 0 0,-3 1 0,0-1 0,0-4 0,-1-3 0,34-27 0</inkml:trace>
  <inkml:trace contextRef="#ctx0" brushRef="#br1" timeOffset="34">22767 2493 8912,'8'-17'0,"-6"5"0,3 1 0,-3-2 0,-2-3 0,0-1 0,0 0 0,-2 0 0,-3-1 0,-5 3 0,-7 4 0,0 5 0,-1 6 0,1 6 0,0 11 0,2 13 0,1 9 0,3 7 0,5 5 0,-5 6 0,7-1 0,-2 7 0,6-8 0,6 4 0,5-1 0,5-1 0,1-9 0,0-14 0,8-7 0,4-10 0,5-7 0,6-5 0,-4-12 0,5-10 0,-5-10 0,-2-6 0,-1-1 0,-4 0 0,-5-1 0,-6 1 0,-9-1 0,-3 1 0,-4 2 0,-2 3 0,0 6 0,0 4 0,-2 7 0,-4 1 0,4 7 0,-11 6 0,7 15 0,0 4 0,6 14 0,0-5 0,2 10 0,4-3 0,6-3 0,3-1 0,2-5 0,8 1 0,4-12 0,3 2 0,3-13 0,-1-2 0,0-10 0,-5-5 0,-2-11 0,-2-2 0,-4-3 0,-4-2 0,-6-5 0,-3-6 0,-8 0 0,-8 0 0,-3 5 0,-14 3 0,-9 3 0,-3-2 0,-9 9 0,0 2 0,3 7 0,2 5 0,13 8 0,-3 0 0,8 0 0,8 10 0,9 7 0,6 0 0,6 6 0,5-4 0,12-1 0,4-9 0,15 6 0,2-5 0</inkml:trace>
  <inkml:trace contextRef="#ctx0" brushRef="#br1" timeOffset="35">23576 2527 8912,'-17'-7'0,"-1"-3"0,1-7 0,6 0 0,-1 0 0,8 5 0,-1 1 0,10 11 0,7 5 0,11 5 0,6 13 0,3 4 0,3 1 0,-1 5 0,0 1 0,1 1 0,-1-1 0,-1 0 0,-5 1 0,1-3 0,-12-3 0,2-2 0,-13-4 0,0-10 0,-6 4 0,-2-5 0,-4-1 0,-3-5 0,-10-12 0,-3-5 0,0-5 0,-1-9 0,5-3 0,3-5 0,4-1 0,-3 0 0,8-1 0,1 1 0,5-1 0,2 7 0,3-1 0,-1 6 0,6-4 0,-3 3 0,14-7 0,-1 4 0</inkml:trace>
  <inkml:trace contextRef="#ctx0" brushRef="#br1" timeOffset="36">24127 2459 8912,'9'17'0,"6"-2"0,-3-3 0,3-3 0,2-3 0,1-4 0,-1 3 0,-2-1 0,-3 2 0,3-2 0,-4 7 0,3 3 0,-3 1 0,-1 0 0,-4-3 0,-5 3 0,5-4 0,-4 5 0,-2 1 0,0-8 0,-8-1 0,7-16 0,-5-5 0,4-8 0,2-8 0,0-3 0,0-2 0,8-1 0,3 1 0,10-4 0,2 3 0,2-3 0,-2 9 0,-2 6 0,7 6 0,-5 2 0,4 9 0,-2 2 0,-4 2 0,-2 6 0,-2 8 0,-5-1 0,-1 12 0,-5-4 0,6-2 0,-9 1 0,3-1 0,4-2 0,1-3 0,4 1 0,3-7 0,1-2 0,4-3 0,-2-2 0,7-5 0,-5-4 0,6-7 0,-8-6 0,2 0 0,-4-2 0,-2 2 0,-7 4 0,-4-4 0,-4 4 0,-2 2 0,-4 2 0,-8 3 0,-1 5 0,-16 7 0,6 2 0,-5 3 0,1 5 0,-2 7 0,-1 2 0,7 4 0,0 6 0,5 11 0,3-4 0,4 4 0,5-1 0,4 1 0,10-4 0,3 4 0,12-6 0,6-5 0,5-6 0,6-12 0,-1-3 0,6-8 0,-1-9 0,2-9 0,2-6 0,-8-11 0,0-7 0,-7-4 0,-4-1 0,-6 1 0,-6-2 0,-6 8 0,3 0 0,-9 5 0,1 3 0,-6 3 0,-6 4 0,1 8 0,-7 6 0,6-1 0,1 10 0,5 2 0,0 10 0,0 13 0,7-2 0,5 7 0,1-5 0,-1 6 0,9-2 0,-4 1 0,4 5 0,-6-4 0,-1 1 0,-3-1 0,-7 1 0,2-7 0,-4 8 0,-2-3 0,-4-1 0,-8 2 0,-1-6 0,-16 5 0,2-7 0,-1 2 0,-3-3 0,6-5 0,0-4 0,1-5 0,1-4 0,5-2 0</inkml:trace>
  <inkml:trace contextRef="#ctx0" brushRef="#br1" timeOffset="37">25658 2149 8912,'0'12'0,"0"-1"0,0-5 0,0 5 0,0 3 0,0 9 0,0 13 0,0 15 0,0 9 0,0 10 0,0 5 0,0 5 0,0 4 0,0 2 0,8-9 0,3-9 0,-1-8 0,1-15 0,1-3 0,5-7 0,-7-8 0,-3-10 0,-7-17 0,0-10 0</inkml:trace>
  <inkml:trace contextRef="#ctx0" brushRef="#br1" timeOffset="38">25658 2201 8912,'12'-12'0,"-3"1"0,1-3 0,-1-1 0,1-2 0,1 0 0,5 5 0,-5 1 0,10 7 0,2-2 0,-2 4 0,-2 2 0,-2 8 0,1 3 0,-3 7 0,-4 5 0,-3 3 0,-8 9 0,0 1 0,0 4 0,-10-2 0,-7 8 0,0-2 0,-8 2 0,2-6 0,0-4 0,-2-1 0,3-1 0,8-7 0,-3-4 0,11-12 0,-9-3 0,5-8 0</inkml:trace>
  <inkml:trace contextRef="#ctx0" brushRef="#br1" timeOffset="39">26054 2321 8912,'9'17'0,"-1"0"0,-8 1 0,0-1 0,0 0 0,-2 0 0,-2 2 0,-3 2 0,-3 2 0,6 6 0,-1-6 0,3 2 0,2-2 0,7-6 0,5 0 0,9-2 0,2-9 0,7-2 0,-1-10 0,2 2 0,-3-7 0,-1-6 0,-4-6 0,-10-8 0,3 2 0,-7-1 0,-5 1 0,-4 3 0,-6 3 0,-3 3 0,-8-2 0,-8 2 0,-4 3 0,2 6 0,-1-1 0,7 3 0,-2-3 0,-4-11 0,0 4 0</inkml:trace>
  <inkml:trace contextRef="#ctx0" brushRef="#br1" timeOffset="40">26484 2287 8912,'0'17'0,"0"0"0,0 0 0,0 0 0,0 1 0,0-7 0,0 2 0,0 5 0,0 3 0,0 2 0,0-6 0,0 2 0,0 4 0,0-4 0,0 4 0,-6-4 0,1-2 0,-1-5 0,6-1 0,0 1 0,0-12 0,0-12 0,0-5 0,0-12 0,6-5 0,-1-6 0,9-6 0,-3 6 0,5 0 0,1 5 0,-2 3 0,-3 3 0,3 4 0,-4 8 0,5 2 0,1 3 0,0 5 0,0 7 0,0 9 0,1 8 0,-1 8 0,0 10 0,0-1 0,0 0 0,6 1 0,0-1 0,8-7 0,-4-2 0</inkml:trace>
  <inkml:trace contextRef="#ctx0" brushRef="#br1" timeOffset="41">27276 2218 8912,'-52'44'0,"0"-8"0,1-7 0,-3-4 0,1 5 0,3 3 0,12-3 0,9-1 0,12 0 0,7 1 0,5-7 0,5 0 0,5-6 0,11-2 0,7-3 0,7-4 0,-3-8 0,2-2 0,-1-4 0,1-6 0,5-10 0,1-5 0,-1-8 0,-7-5 0,-4 0 0,0-8 0,-6 3 0,4-5 0,-9-2 0,1 1 0,0-1 0,-3-1 0,-2-5 0,-3 5 0,-5-4 0,0 11 0,0 6 0,-7 11 0,-5 6 0,5 12 0,-7 12 0,8 17 0,1 16 0,5 16 0,0 9 0,0 8 0,0-8 0,0 10 0,0-6 0,0 0 0,0 2 0,0-8 0,2 0 0,3-5 0,-1-8 0,8-4 0,-7-11 0,7-6 0,-6-12 0,5-5 0,1-6 0,3-6 0,0-7 0,2-8 0,-9-6 0,9-7 0,-3-1 0,3 1 0,0-6 0,0 0 0,-5 5 0,-1 7 0,-5 1 0,3-2 0,-1 6 0,-2 12 0,-6 3 0,6 23 0,-1 8 0,1 8 0,-6 3 0,0-5 0,2 0 0,2 1 0,2 3 0,7-5 0,-2 1 0,1-10 0,5-2 0,-4-1 0,10-11 0,-2 1 0,2-6 0,-3-2 0,2-4 0,5-19 0,0-11 0</inkml:trace>
  <inkml:trace contextRef="#ctx0" brushRef="#br1" timeOffset="42">27586 1994 8912,'-20'0'0,"-1"0"0,-2 0 0,2 0 0,2 0 0,2 0 0,0 0 0,0 0 0,7 0 0,4 0 0,12 0 0,6 0 0,10 2 0,7 2 0,4 4 0,1 1 0,8 3 0,2 5 0</inkml:trace>
  <inkml:trace contextRef="#ctx0" brushRef="#br1" timeOffset="43">27861 2338 8912,'-17'27'0,"-1"-8"0,1-7 0,0-9 0,2 5 0,1-2 0,3 0 0,7-1 0,-4-3 0,8 4 0,0-4 0,0 13 0,0-13 0,0 6 0,2-8 0,4-2 0,6-4 0,3-4 0,2-7 0,0-6 0,0 0 0,1-5 0,-1 5 0,0-6 0,0 6 0,0 0 0,1 6 0,-1 0 0,0 0 0,0 5 0,1 3 0,-1 1 0,0 4 0,2 2 0,4 2 0,-2 2 0,8 4 0,-1-2 0,7 7 0,1-7 0,4 2 0,-1-4 0,6-2 0,-12 0 0,1 0 0,-9-8 0,4-3 0,-16-5 0,-1-1 0,-8 0 0,-4 0 0,0 0 0,-8 1 0,-4 5 0,-5-3 0,-6 9 0,4-3 0,-4 2 0,4 4 0,2-3 0,0 3 0,-1 2 0,1 0 0,0 0 0,8 0 0,1 0 0,8 0 0,6 7 0,1 5 0,1 5 0,0 6 0,5 4 0,-2 7 0,-1 8 0,1 4 0,3 11 0,9 6 0,-4 14-334,4 9 1,-4 7 333,-10-41 0,-1 0 0,0-4 0,-1 1 0,0 0 0,-2-1 0,3 40 0,-8-2 0,-10-9 0,-7-14 0,-10-8 0,-5-7 0,-5-14 0,-3-11 0,2-11 0,-8-7 0,6-7 0,-6-9 0,10-10 0,-1-21 0,9-10 0,3-9 0,7-8 0,7-5 0,7 3-130,-2-3 0,6 3 130,6 2 0,11 1 0,12-1 0,5 8 0,7 3 0,5-1 0,11 2 0,-7-2 0,7 1 0,4-5 0,4-4 0</inkml:trace>
  <inkml:trace contextRef="#ctx0" brushRef="#br1" timeOffset="44">18981 4075 8912,'-17'-10'0,"0"-5"0,0 3 0,-1-1 0,1 0 0,0 1 0,5 3 0,1-3 0,9 12 0,2 12 0,2 11 0,9 5 0,3 5 0,1 1 0,2 1 0,1 1 0,-3 2 0,-4 2 0,3 0 0,-9-5 0,1-1 0,-6-1 0,0-3 0,0-1 0,0-8 0,0 2 0,-7-12 0,3-3 0,-8-8 0,8-15 0,-1-8 0,3-10 0,2-7 0,0-2 0,0-4 0,5-2 0,1 8 0,8 0 0,-3 6 0,-1 1 0,1 5 0,1 5 0,5 11 0,2 5 0,4 7 0,-2 15 0,8 8 0,-6 7 0,3 7 0,1 1 0,0 2 0,0 6 0,1-6 0,-1-6 0,-4-5 0,-4-8 0,4 2 0,-4-12 0,-2-5 0,1-4 0,-1-2 0,-2-8 0,-3-3 0,3-10 0,-4-2 0,-1-8 0,1 3 0,-7-5 0,2-1 0,2-4 0,-3 3 0,1-1 0,-6 13 0,0 0 0,0 6 0,0 6 0,0-1 0,0 18 0,0 5 0,0 6 0,0 12 0,6-6 0,1 4 0,3-1 0,3 1 0,3-6 0,1 2 0,-6-4 0,1-2 0,-1-5 0,7-1 0,-1-7 0,0 2 0,0-6 0,0-6 0,1-3 0,-1-9 0,0-4 0,0-1 0,-5-2 0,-1 2 0,-5 4 0,5-4 0,-7 4 0,10 7 0,-9 1 0,1 7 0,-6 4 0,0 10 0,0 7 0,0-6 0,0 1 0,8-1 0,-1 1 0,5-1 0,3-7 0,-3 2 0,3-4 0,2-2 0,0 0 0,0 0 0,6-2 0,0-4 0,0 2 0,-5-7 0,-1 7 0,0-2 0,8-4 0,-6 1 0,0-3 0,-7 1 0,-9 7 0,5-3 0,-14 8 0,-1 3 0,-3 2 0,4 7 0,-5-1 0,7 3 0,-2 2 0,4 1 0,2-1 0,-2 0 0,-3 0 0,3 0 0,-4 0 0,4-5 0,2-1 0,0 1 0,0-3 0,2-3 0,4-12 0,3-9 0,9-10 0,-1 0 0,0 1 0,0-5 0,0 6 0,1-2 0,-1 2 0,4 10 0,-4-4 0,4 5 0,-9 1 0,3-3 0,2 9 0,6-1 0,0 6 0,-4 2 0,-6 4 0,3 5 0,-3 4 0,1 3 0,3-1 0,-8 2 0,-3 4 0,2-4 0,-3 4 0,1-4 0,-6-2 0,0 0 0,0 0 0,0-7 0,0-2 0</inkml:trace>
  <inkml:trace contextRef="#ctx0" brushRef="#br1" timeOffset="45">20685 3765 8912,'-10'8'0,"1"0"0,3 3 0,4 6 0,-4 0 0,4 3 0,2 8 0,0 5 0,0 5 0,2 4 0,4 4 0,-4 2 0,4-8 0,1 2 0,-1-2 0,6-6 0,-7 1 0,1-9 0,-6-9 0,0 1 0,0-9 0,0-9 0,0-11 0,2-10 0,4-2 0,3-8 0,8 3 0,3-5 0,3-1 0,-4 7 0,4 4 0,-2 4 0,2 2 0,-4 1 0,4 5 0,-2 3 0,0 10 0,2 4 0,-2 4 0,-10 7 0,-3 6 0,-8 2 0,-2 1 0,-4 5 0,-5-1 0,-12-1 0,2 2 0,-8-8 0,6-1 0,-6-4 0,8 3 0,-2-4 0,10-4 0,2-13 0,5 0 0,-6 0 0,9-15 0,-5-4 0</inkml:trace>
  <inkml:trace contextRef="#ctx0" brushRef="#br1" timeOffset="46">21081 4126 8912,'7'18'0,"-5"-1"0,4 0 0,-4-8 0,0-1 0,3-8 0,7 0 0,3 0 0,4-8 0,4-3 0,-2-10 0,8-2 0,-8-6 0,2 7 0,-4-7 0,-2 6 0,1-6 0,-1 6 0,-8 0 0,-3 6 0,-4-8 0,-4 6 0,-4-4 0,-3 12 0,-8 7 0,-3 8 0,-3 7 0,2 10 0,-7 2 0,7 8 0,-2-2 0,4 9 0,1 2 0,7 0 0,0-6 0,7 1 0,-2-1 0,4-5 0,2-1 0,8-7 0,3 2 0,4-9 0,3-3 0,1-7 0,4 2 0,-2-6 0,7-6 0,1-4 0,6-7 0</inkml:trace>
  <inkml:trace contextRef="#ctx0" brushRef="#br1" timeOffset="47">21683 3989 8912,'-8'9'0,"4"-1"0,-7-8 0,7 0 0,-2 2 0,12 4 0,6 5 0,5 4 0,6 3 0,-4 1 0,6 4 0,-2 5 0,0 5 0,-2 1 0,-10 1 0,3-7 0,-9 1 0,1-2 0,-6 1 0,-2-3 0,-4-8 0,-3-7 0,-6-4 0,3-12 0,4-13 0,8-16 0,0-7 0,0-9 0,10-3 0,7-3 0,0-2 0,6-4 0,-2 3 0,0 9 0,4-1 0,2 1 0,0 1 0,1 4 0,5-4 0,-6 7 0</inkml:trace>
  <inkml:trace contextRef="#ctx0" brushRef="#br1" timeOffset="48">23541 4178 8912,'18'-8'0,"-3"-3"0,-4-6 0,-5-4 0,-4-4 0,-2 0 0,0 0 0,0 0 0,0 4 0,0-4 0,0-1 0,-8 5 0,-3-2 0,-4 6 0,-3 5 0,1 4 0,0 8 0,-6 0 0,0 4 0,2 8 0,2 11 0,2 9 0,0 8 0,-1 8 0,1 7 0,8-1 0,3 3 0,4-3 0,2-3 0,0-7 0,0-4 0,2-7 0,4-10 0,9-2 0,10-16 0,2-3 0,3-5 0,-3-15 0,2-10 0,-3-5 0,3-1 0,-6-2 0,-4-5 0,-7 5 0,-1-4 0,-7 2 0,2-2 0,-4 9 0,-2-3 0,0 11 0,0-2 0,0 15 0,1 7 0,5 14 0,-2 2 0,7 14 0,3 0 0,1 0 0,2-6 0,1 2 0,-1 1 0,0-1 0,2-5 0,4-7 0,-4-7 0,4 2 0,-2-4 0,0-2 0,2-2 0,-2-4 0,-4-4 0,-5-7 0,1 0 0,-7 0 0,2-6 0,-5 0 0,3 2 0,-2 2 0,-2 2 0,-2-1 0,0 7 0,2 1 0,4 3 0,-3 1 0,9 6 0,-1 6 0,7 1 0,-1 1 0,0 0 0,0-3 0,0-5 0,6 0 0,0 0 0,0 0 0,-6 0 0,1 0 0,-9 0 0,-1-7 0,-8 5 0,-2-6 0,-4 10 0,-5 6 0,-5 9 0,1 2 0,2 10 0,3-1 0,3-1 0,1 4 0,6-7 0,2 1 0,3 0 0,5-4 0,7-9 0,14 1 0,5-7 0,6-2 0,6-3 0,4-2 0,5-5 0,4-4 0,16-15 0,1-1 0</inkml:trace>
  <inkml:trace contextRef="#ctx0" brushRef="#br1" timeOffset="49">25469 3714 8912,'-23'0'0,"0"0"0,-8 2 0,3 3 0,-12 1 0,-4 11 0,-2 8 0,0 6 0,13 5 0,-1 4 0,13-2 0,4 6 0,9-2 0,6-4 0,12-3 0,7-6 0,10-1 0,13-11 0,-2 8 0,8-13 0,-6 7 0,6-8 0,-8-1 0,2 1 0,-3 1 0,-3 5 0,-7-2 0,-4-3 0,-6 3 0,-6-4 0,-5 7 0,-4 5 0,-6-8 0,-7 8 0,-3-8 0,-14 8 0,1-4 0,-4-2 0,3-1 0,-3-5 0,6-3 0,-7-16 0,5-2 0</inkml:trace>
  <inkml:trace contextRef="#ctx0" brushRef="#br1" timeOffset="50">25744 4109 8912,'0'10'0,"0"-3"0,2-7 0,4 0 0,5 0 0,12 0 0,4-2 0,7-3 0,1-5 0,-1-7 0,6 0 0,1-2 0,-3-2 0,-2-2 0,-9 0 0,-4 6 0,-12-1 0,-16 3 0,-15 4 0,-4 7 0,-7 8 0,-3 11 0,-7 8 0,11 7 0,-5-1 0,7 2 0,-1-3 0,6 5 0,12-5 0,3 5 0,8-1 0,0-1 0,0-2 0,10-10 0,7-2 0,10-2 0,13-9 0,4-2 0,7-10 0,7-5 0,-1-12 0,0 2 0,-7-8 0,-2-2 0,-2-1 0,-14 3 0,3 1 0,-12 7 0,0-2 0,-4 11 0,-2 6 0,-7 8 0,-3 10 0,-1 11 0,0 7 0,-1 12 0,-5 4 0,0 6 0,0 5 0,0-1 0,0 7 0,0 0 0,0 5 0,0-5 0,0 0 0,-5-7 0,-3-1 0,0-7 0,1-8 0,-5-5 0,6-7 0,-5-3 0,5-8 0,-7-7 0,11-12 0,-4-15 0,4-8 0,2-10 0,8-7 0,2-2 0</inkml:trace>
  <inkml:trace contextRef="#ctx0" brushRef="#br1" timeOffset="51">26398 3954 8912,'0'-24'0,"-6"4"0,1-2 0,-1 2 0,6 3 0,2 2 0,4 4 0,5-3 0,12 8 0,4-5 0,7 5 0,2 0 0,5 6 0,-5 2 0,4 4 0,-5 4 0,-7 7 0,-3 8 0,-10 3 0,-3 7 0,-6 5 0,-14-2 0,-9 8 0,-8 0 0,-10 3 0,1-1 0,0-2 0,-1-8 0,1 2 0,7-5 0,4-7 0,4-10 0,2-11 0,0-7 0</inkml:trace>
  <inkml:trace contextRef="#ctx0" brushRef="#br1" timeOffset="52">27104 3903 8912,'-35'0'0,"1"0"0,-1 0 0,7 6 0,-1-1 0,-2 9 0,-9-3 0,4 12 0,-4 6 0,3 3 0,3 3 0,7 5 0,4 0 0,6 4 0,6-10 0,3 2 0,8-13 0,8 0 0,3-6 0,4-7 0,3-4 0,5-4 0,0-2 0,5-6 0,-3-4 0,2-3 0,3-6 0,-5-4 0,-2 0 0,0 2 0,-6-8 0,4 1 0,-9-5 0,1 3 0,-1 1 0,1 8 0,-7-2 0,0-4 0,1 8 0,-5 2 0,6 9 0,-8 18 0,0 7 0,0 2 0,0 10 0,7-2 0,3 1 0,2-5 0,-1-4 0,2-1 0,10-1 0,-4-2 0,4-4 0,-4-3 0,-1-8 0,-1 0 0,0 0 0,-5 0 0,-1 0 0,-5-8 0,5-3 0,-5-4 0,5-2 0,-7-1 0,2 1 0,-4 0 0,0 0 0,4 0 0,-3 1 0,9 5 0,-6 3 0,5 8 0,-5 0 0,5 0 0,1 8 0,5 3 0,-6 5 0,1 1 0,1 0 0,10 0 0,-4-2 0,6-1 0,0-5 0,4-1 0,3 0 0,3-3 0,1-3 0,4 4 0,-3-12 0,3-5 0,2-4 0,-2-3 0,0 1 0,-6 0 0,-7-6 0,-4 0 0,-9 0 0,-5 6 0,-1 0 0,-4 0 0,-4 1 0,-6 5 0,-4 1 0,-7 5 0,-6 3 0,0-4 0,-2 10 0,4 3 0,-4 5 0,-1 7 0,3-2 0,-6 6 0,8-4 0,-2-2 0,4 2 0,2 4 0,5-5 0,1-1 0,7 0 0,-2-6 0,4 5 0,10-7 0,3-3 0,7-6 0,5-6 0,-4 4 0,4-3 0,-2 3 0,0 2 0,2 0 0,-2 0 0,-2 0 0,-2 0 0,0 0 0,-5 7 0,-1 5 0,1-3 0,5 3 0,-6-6 0,1 5 0,-1-5 0,7 5 0,-1-7 0,0 2 0,0-4 0,0-2 0,8-8 0,2-1 0</inkml:trace>
  <inkml:trace contextRef="#ctx0" brushRef="#br1" timeOffset="53">28549 3353 8912,'-2'-12'0,"-3"1"0,-7-3 0,-3 9 0,-2 5 0,-6 17 0,0 17 0,0 16 0,6 13 0,-6 11 0,0 7 0,5 3 0,9 2 0,1 0 0,4 0 0,4-4 0,6-8 0,6-9 0,11-19 0,-4-6 0,4-11 0,3-6 0,3-12 0,-2-3 0,2-8 0,-1-8 0,7-3 0,-1-10 0,0-2 0,1-8 0,-1 3 0,1-5 0,-1-1 0,-1-4 0,-5 3 0,-3-3 0,-8 9 0,-7-1 0,-4 1 0,-4 4 0,-2 8 0,-2 7 0,-4 5 0,-6 3 0,-5 11 0,-6 9 0,6 5 0,0 5 0,2 5 0,9-5 0,0 5 0,6 1 0,10-5 0,7-1 0,8-7 0,13 0 0,8-7 0,11-8 0,8-4 0,4-2 0,0-10 0,0-7 0,-4-2 0,-8-10 0,-3 6 0,-20-6 0,0 3 0,-16-3 0,1-2 0,-13 9 0,-3-1 0,-8 5 0,-9 3 0,-7 4 0,-6 3 0,-7 8 0,0 0 0,-1 0 0,3 8 0,3 3 0,-2 4 0,8 3 0,1-1 0,4 0 0,7 0 0,-1 0 0,3 1 0,-3-1 0,5 0 0,7 0 0,2-2 0,3-3 0,5-3 0,7-3 0,6-4 0,0 4 0,8-12 0,-3-5 0,3-7 0,-2-4 0,3 1 0,-5-8 0,0-4 0,-4-5 0,-4 0 0,-2-8 0,-8 0 0,-3-5 0,-4-7 0,-2 1 0,0-6 0,0 6 0,-8 1 0,-1 9 0,-3 3 0,1 2 0,1 15 0,-1 10 0,1 11 0,5 0 0,1 14 0,-8 9 0,7 15 0,-7 14 0,6 4 0,-3 4 0,1 3 0,4 6 0,2 4 0,2 1 0,0 1 0,0 0 0,0 2 0,0 3 0,6-11 0,0 0 0,5-15 0,-5-8 0,7-4 0,-11-1 0,6-1 0</inkml:trace>
  <inkml:trace contextRef="#ctx0" brushRef="#br1" timeOffset="54">28377 3989 8912,'-34'0'0,"1"0"0,5 0 0,5-8 0,17-3 0,17-5 0,41-10 0,-9 9 0,6-1 0,10-2 0,4-2 0,8-3 0,1-1 0,7 0 0,1 0-423,3 1 0,1-1 1,1-7-1,0-1 0,1-2 1,0 1-1</inkml:trace>
  <inkml:trace contextRef="#ctx0" brushRef="#br1" timeOffset="55">15505 3989 8912,'-17'-10'0,"0"5"0,-1-5 0,1 0 0,0 1 0,5-5 0,3 7 0,-1-1 0,1 1 0,-3 1 0,-5 6 0,8 0 0,-1-6 0,4 0 0,2-1 0,-7 1 0,5 4 0,-5-6 0,-3 1 0,-3 5 0,-6-4 0,2 14 0,-7 9 0,-3 12 0,-2 9 0,1 8 0,3 11 0,-3 10 0,3 7 0,4 9 0,2-3 0,12 4 0,5 2 0,4-4 0,2-8 0,14-11 0,3-22 0,17-11 0,1-18 0,10-9 0,1-14 0,-4-16 0,8-32 0,-6-12 0</inkml:trace>
  <inkml:trace contextRef="#ctx0" brushRef="#br1" timeOffset="56">15677 3954 8912,'-2'-17'0,"-2"0"0,-3 2 0,-3 3 0,-7 5 0,-6 7 0,-2 3 0,2 9 0,2 7 0,-8 15 0,8 7 0,-1 1 0,2 2 0,3 3 0,8 1 0,3-2 0,4 2 0,2-8 0,4-6 0,7-5 0,1-8 0,11 2 0,3-6 0,3-6 0,-2-3 0,2-8 0,-6 0 0,5 0 0,1 0 0,-2 0 0,-2 0 0,-8 0 0,-6 2 0,1 4 0,-9-3 0,3 9 0,-6-1 0,-6 9 0,-5 1 0,-4 1 0,-10 9 0,-4-2 0,2-3 0,-1 3 0,7-8 0,-2 2 0,4-12 0,1-5 0,1-4 0,0-17 0,0-4 0</inkml:trace>
  <inkml:trace contextRef="#ctx0" brushRef="#br1" timeOffset="57">15987 4144 8912,'-25'7'0,"6"-5"0,-4 4 0,-2-2 0,0 1 0,0 7 0,1 3 0,-5 8 0,6 0 0,2 8 0,9-3 0,3 5 0,5-1 0,0-1 0,6-3 0,2-7 0,13 2 0,-4-11 0,10-6 0,2-5 0,-2-1 0,6-1 0,-6-7 0,0-7 0,2-6 0,-8-8 0,0 6 0,-2-6 0,-9 6 0,2-5 0,-2 5 0,-5 0 0,5 6 0,-2 1 0,2 5 0,-4-4 0,5 13 0,-7-2 0,0 13 0,0 9 0,6 3 0,0-4 0,5 6 0,-5 0 0,5 5 0,-5-5 0,8 0 0,-3-6 0,-1-1 0,1-3 0,2-3 0,3-3 0,1-1 0,0-14 0,0-1 0</inkml:trace>
  <inkml:trace contextRef="#ctx0" brushRef="#br1" timeOffset="58">16228 3817 8912,'0'-10'0,"0"3"0,0 22 0,0 8 0,0 21 0,0 7 0,0 12 0,0 0 0,2 4 0,2 2 0,3 0 0,3 0 0,3-10 0,10-8 0,-2-7 0,8-9 0,-6-10 0,5-8 0,-5-8 0,6-12 0,2-7 0,1-7 0,3-18 0,-1 1 0,-5-6 0,-1 0 0,-12 4 0,1-5 0,-11-1 0,-1 2 0,-3 4 0,-2 5 0,-2 7 0,-3 6 0,-5 3 0,-7 4 0,0 5 0,-1 12 0,1 5 0,2 10 0,3 2 0,3 8 0,3-3 0,4 5 0,-4 1 0,5-1 0,1-5 0,5 3 0,1-8 0,7 0 0,-1-6 0,3-6 0,2 1 0,-5-8 0,-1 1 0,1-5 0,5-5 0,0-9 0,0-7 0,1 0 0,-1-7 0,-6-1 0,1-6 0,-6 3 0,5 3 0,-7-1 0,2 7 0,-5 2 0,-1 2 0,0 9 0,0 3 0,0 8 0,0 5 0,6 4 0,0 7 0,0 2 0,1 4 0,1-4 0,3 4 0,5-4 0,-5-2 0,3-5 0,-3-1 0,4-7 0,-3 2 0,3-4 0,-3-2 0,-1 0 0,-5-2 0,5-4 0,-1-4 0,1-7 0,3 0 0,-9 0 0,3 0 0,-4 0 0,2-1 0,-1 7 0,-5-1 0,0 9 0,0-5 0,0 8 0,0 8 0,0 3 0,6-1 0,0 1 0,-2 2 0,5 3 0,1 1 0,7-2 0,0-1 0,0-3 0,-5-7 0,-1 2 0,-5-5 0,6-1 0,-1 0 0,6 0 0,0 0 0,-5 0 0,-1 0 0,-7-1 0,2-5 0,-4 4 0,-2-6 0,0 8 0,0 8 0,0-4 0,0 7 0,0 3 0,0-5 0,0 3 0,8-9 0,1 5 0,8-8 0,1 0 0,-1 0 0,0 0 0,0-6 0,0 1 0,1-1 0,-1 6 0,0 0 0,0 0 0,0 0 0,-1 2 0,-3 4 0,-1 5 0,-7-1 0,7 1 0,-8 2 0,1 10 0,-3-4 0,-2 4 0,-7-5 0,-5-7 0,-3-3 0,-2-8 0</inkml:trace>
  <inkml:trace contextRef="#ctx0" brushRef="#br1" timeOffset="59">16985 4006 8912,'-17'0'0,"0"0"0,-1 0 0,11 0 0,7 0 0,7 0 0,11 0 0,14 8 0,4 1 0</inkml:trace>
  <inkml:trace contextRef="#ctx0" brushRef="#br1" timeOffset="60">17295 3645 8912,'-10'-17'0,"4"0"0,5 5 0,1 1 0,3 7 0,9-2 0,9 4 0,17 6 0,4 9 0,2 16 0,0 15 0,2 19 0,2 8-304,-8 15 0,-22-40 0,-2 1 304,0 1 0,-3 2 0,-3 3 0,-1 1 0,1 1 0,-1 0 0,-2 1 0,-2-1 0,-1 1 0,-1-1 0,0-1 0,-2-1 0,-3-4 0,-2-1 0,-5 38 0,-8-9 0</inkml:trace>
  <inkml:trace contextRef="#ctx0" brushRef="#br1" timeOffset="61">21941 3679 8912,'0'-11'0,"-2"-1"0,-4-1 0,3 5 0,-7 1 0,2-1 0,1 6 0,3-2 0,-2 8 0,2 8 0,2 3 0,2 4 0,0 2 0,0 2 0,0 0 0,0-6 0,0 0 0,2-1 0,4-5 0,4-3 0,7-8 0,0-2 0,0-4 0,0-5 0,1-12 0,-9 2 0,-3-8 0,-4-2 0,-2-1 0,-2 3 0,-4 1 0,-9 7 0,-8-2 0,-8 9 0,3 3 0,-5 7 0,-1-2 0,9 12 0,8 6 0,1 3 0,13 2 0,5 0 0,7 0 0,22 1 0,5-1 0</inkml:trace>
  <inkml:trace contextRef="#ctx0" brushRef="#br1" timeOffset="62">22457 3421 8912,'0'-17'0,"-7"0"0,-5 0 0,-3 0 0,-2-1 0,1 7 0,3 1 0,2 3 0,-3 3 0,-1 12 0,-2 9 0,5 10 0,1 13 0,7 4 0,-2 7 0,4 1 0,2-1 0,0-1 0,0-2 0,0-2 0,0 1 0,6 1 0,0-2 0,5 2 0,-5-8 0,0-2 0,-6-9 0,-16-4 0,-3-8 0</inkml:trace>
  <inkml:trace contextRef="#ctx0" brushRef="#br1" timeOffset="63">22113 3765 8912,'27'0'0,"-2"0"0,-8 0 0,0-5 0,0-1 0,8-8 0,4 5 0,5-3 0,7 1 0,-3 0 0,8-7 0,0-1 0,5-4 0,1 4 0,-1-6 0</inkml:trace>
  <inkml:trace contextRef="#ctx0" brushRef="#br1" timeOffset="64">22801 3507 8912,'-17'0'0,"8"0"0,-7 0 0,9 2 0,-5 4 0,3 4 0,3 7 0,4 0 0,-4 0 0,3 2 0,-3 4 0,4-2 0,-4 8 0,4 0 0,2-3 0,0 5 0,0-8 0,0 0 0,0-6 0,2-2 0,4-3 0,-4-5 0,7-14 0,-5-5 0,4-5 0,1-6 0,-3 2 0,6-8 0,-1 6 0,6-5 0,-5 7 0,-1-2 0,1 4 0,3 2 0,-4-1 0,-1 9 0,-4 3 0,3 4 0,1 2 0,-2 8 0,-8 1 0,1 1 0,5-4 0,4-4 0,7-2 0,0 0 0,0 0 0,1 0 0,-7 0 0,1 0 0,-1-6 0,6 0 0,0 2 0,-5 2 0,-1 2 0,-7 2 0,2 4 0,2-2 0,-3 7 0,7 1 0,-6 5 0,7 0 0,-5 0 0,3 1 0,4-1 0,-3-2 0,3-4 0,-3-3 0,-1-8 0,-7 0 0,11-8 0,-5-1 0</inkml:trace>
  <inkml:trace contextRef="#ctx0" brushRef="#br1" timeOffset="65">23490 3421 8912,'-12'10'0,"1"-4"0,7-4 0,-4-2 0,8 0 0,0 2 0,0 3 0,0-3 0,0 6 0,8-8 0,-6 0 0,6 0 0,-1 0 0,-5 0 0,13 0 0,-3 0 0,-4 0 0,1 0 0,-3 0 0,-4-2 0,4-4 0,-5 4 0,7-5 0,-6 5 0,4-4 0,3 4 0,-7-6 0,6 8 0,-8 0 0,0 0 0,0-7 0,8 5 0,-7-13 0,7 5 0,-8-7 0,2 0 0,4-1 0,-4 7 0,3 0 0,-3-1 0,-2-5 0,0 5 0,0 1 0,-2 17 0,-3 5 0,-5 14 0,-7 15 0,0 10 0,-1 7 0,-1 8 0,-4-2 0,6 4 0,0 2 0,2 3 0,9-5 0,4-11 0,6-12 0,5-23 0,16-14 0,2-16 0</inkml:trace>
  <inkml:trace contextRef="#ctx0" brushRef="#br1" timeOffset="66">23903 3404 8912,'-17'0'0,"-2"0"0,-4 0 0,3 6 0,-2 2 0,2 1 0,3 5 0,6 1 0,-1 2 0,6 2 0,-5 4 0,7-4 0,-2 4 0,5-4 0,1-2 0,7 1 0,5-1 0,1-6 0,-1 1 0,9-9 0,-4 3 0,4-4 0,-4-2 0,0-8 0,0-3 0,4 1 0,-1-1 0,-5-2 0,0-3 0,-1 5 0,-3-1 0,-1 7 0,-5-7 0,-3 8 0,12-5 0,-9 3 0,1 4 0,-4-3 0,2 10 0,2 7 0,7-3 0,-2 3 0,7-8 0,5 1 0,3-3 0,9-2 0,-1-2 0,1-3 0,-1-7 0,0-11 0,-1-6 0,-4-3 0,-6-10 0,-12-4 0,-3-4 0,-8-1 0,-8-1 0,-9-7 0,-10-2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4.038"/>
    </inkml:context>
    <inkml:brush xml:id="br0">
      <inkml:brushProperty name="width" value="0.05292" units="cm"/>
      <inkml:brushProperty name="height" value="0.05292" units="cm"/>
      <inkml:brushProperty name="color" value="#3165BB"/>
    </inkml:brush>
  </inkml:definitions>
  <inkml:trace contextRef="#ctx0" brushRef="#br0">9671 11709 8912,'0'-18'0,"-7"1"0,3 8 0,-8 3 0,9 4 0,-5 2 0,8 0 0,0 0 0,0 8 0,0-5 0,0 9 0,0-8 0,8 11 0,-7-11 0,5 7 0,4-7 0,-6 9 0,7-7 0,-5 0 0,5-4 0,3 2 0,1 1 0,2 1 0,0-6 0,6 6 0,0 0 0,8-1 0,-3-5 0,5 0 0,1 0 0,7 0 0,-1 0 0,0 6 0,-4 0 0,2-2 0,3-3 0,-1 1 0,-6 4 0,-5-4 0,0 4 0,-1-4 0,7-2 0,-1 0 0,0 0 0,-5 0 0,0 0 0,5 0 0,6 0 0,-1 0 0,-3 0 0,0-2 0,4-4 0,-1 2 0,7-7 0,-8 5 0,2-5 0,-2 5 0,2-6 0,-3 7 0,3-5 0,-6 1 0,-5-1 0,3 4 0,-3-5 0,-2 7 0,2-2 0,-3 4 0,3 2 0,5 0 0,1 0 0,-1-5 0,6-1 0,-1 0 0,-1 4 0,4-2 0,2-1 0,-6-1 0,2 6 0,-5-6 0,-7 0 0,5-1 0,-4 1 0,-4 4 0,-3-4 0,-2 5 0,-3 1 0,2-6 0,2 0 0,2 2 0,-2 2 0,-8 2 0,-1 0 0,-1-2 0,6-3 0,1 3 0,-1-6 0,-6 8 0,1 0 0,-8 0 0,5 0 0,-3 0 0,-4 0 0,5 0 0,-7 0 0,0 0 0,-7 0 0,5 0 0,-6 0 0,8 0 0,-15 0 0,-4 0 0</inkml:trace>
  <inkml:trace contextRef="#ctx0" brushRef="#br0" timeOffset="1">11014 10677 8912,'0'-12'0,"0"1"0,0 0 0,0-1 0,0 1 0,0 5 0,0-6 0,0 1 0,0-6 0,0 5 0,1 3 0,5 1 0,-4 2 0,6 4 0,-8-3 0,7 3 0,-3-6 0,8 8 0,-7 0 0,7 0 0,-6 0 0,5 0 0,3 0 0,1 0 0,2 6 0,0 0 0,2-1 0,4-5 0,4 0 0,7 0 0,7 6 0,1 0 0,2-2 0,3-2 0,9-2 0,1 0 0,4 0 0,-9 0 0,4 0 0,-11 0 0,5 0 0,2 0 0,-3-6 0,-1-2 0,-4 1 0,-2-1 0,6 0 0,-2 3 0,2 3 0,-2-4 0,2 4 0,-8 2 0,0 0 0,-4 0 0,2 0 0,3 0 0,-1 0 0,-6 0 0,2 0 0,5 0 0,-3 0 0,8 0 0,-8 0 0,4-2 0,-2-2 0,0-1 0,6-1 0,-6 6 0,2 0 0,-1 0 0,-5 0 0,4 0 0,2-6 0,-2 0 0,-1 1 0,-9 5 0,-1 0 0,1 0 0,9 0 0,1 0 0,0 0 0,-6 0 0,3 2 0,3 3 0,-2-3 0,8 4 0,-2 2 0,4-3 0,-2 1 0,1 2 0,1-6 0,-2 3 0,2-3 0,-8-2 0,8 0 0,-2 0 0,2 0 0,-1 0 0,-3-2 0,-2-3 0,6 3 0,-2-4 0,-2 2 0,2-2 0,-6 3 0,6-9 0,-8 8 0,2-3 0,-3 1 0,-3 0 0,1-1 0,-1 1 0,2 4 0,5-4 0,-5-1 0,4 1 0,-2-2 0,2 2 0,-1 4 0,3-5 0,-4 1 0,-6 0 0,-1 1 0,3 5 0,-5-2 0,0-4 0,-8 4 0,2-4 0,-4 4 0,-2 2 0,0 0 0,6 0 0,0 0 0,-2 0 0,4 0 0,-2 0 0,2 0 0,-2 0 0,2 0 0,3 0 0,5 0 0,-4 0 0,5 0 0,4 0 0,2 0 0,-1 0 0,3 0 0,-2 0 0,2 0 0,-2 0 0,-4 0 0,5 0 0,-5-5 0,-2-1 0,1 0 0,-1-1 0,-7 3 0,-4-8 0,-4 7 0,-2-7 0,-5 6 0,-1-5 0,-7 5 0,2-5 0,-4 7 0,-2-4 0,0 8 0,0 0 0,-8 10 0,-4 7 0,-10 8 0,-21 25 0,-10 3 0</inkml:trace>
  <inkml:trace contextRef="#ctx0" brushRef="#br0" timeOffset="2">20719 11984 8912,'-5'-33'0,"-1"4"0,0 7 0,0 2 0,1 3 0,-1 8 0,8 3 0,3 12 0,-3-4 0,14 5 0,-5-7 0,4 0 0,3 6 0,-1 0 0,0 1 0,0-1 0,2 2 0,4 5 0,6-1 0,4 1 0,5 2 0,8 2 0,-4-5 0,15-1 0,-7-1 0,9 1 0,0-3 0,3-2 0,-1-1 0,6 1 0,-6-6 0,10 0 0,3 0 0,6 0 0,-3-2 0,-2-3 0,-5 3-124,-1-4 1,0 4 123,0 2 0,-2 0 0,-4 0 0,4 0 0,-4 0 0,4 0 0,2 0 0,-3 0 0,-2 0 0,-9 0 0,-7 0 0,2 0 0,-5 0 0,-2 2 0,-3 4 0,-2-4 0,2 3 0,-2-3 0,8-2 0,2-6 0,9 1 0,-3-3 61,3 2 1,4 3 0,1-9 0,-1 1-62,-4 1 0,2-5 0,-1 3 0,-1-3 0,-5-2 0,-1 2 0,1 3 0,0-9 0,-1 4 0,5-4 0,-5 4 0,3-6 0,-14-2 0,-2-2 0,-1-3 0,1 3 0,-4-2 0,5 1 0,-9-5 0,6 3 0,5 1 0,6-6 0,-1-5 0,2 6 0,-2 5 0,2 1 0,-8-7 0,6 7 0,-6-1 0,-6 6 0,-5-6 0,-8 6 0,2-5 0,2-1 0,-2-5 0,-4-1 0,-6 1 0,3 0 0,-5-1 0,4 1 0,3-1 0,-1-1 0,0-4 0,-2 4 0,-3-4 0,1-2 0,-7 1 0,5-6 0,-5 1 0,0 2 0,-6-2 0,0-2 0,0-1 0,0 3 0,0 0 0,-8 2 0,-3-2 0,-5-2 0,-1 8 0,-2 0 0,-4 6 0,2-1 0,-7 1 0,-3 0 0,-9-1 0,2 1 0,-8-1 0,-2 3 0,-2 3 0,-3-3 0,-5 3 0,3 4 0,-8 2 0,1 4 0,-1 2 0,-7 2 0,7 3 0,-2-1 0,7 7 0,1-5 0,-10 5 0,-6 2 0,-3 2 0,-5 2 0,-5 0 0,0 0 0,-2 0 0,-1 2 0,-3 4 0,0 4-201,6 7 1,8-6 200,3 1 0,0-1 0,7 6 0,8-5 0,14-1 0,8 1 0,-2 5 0,-8 0 0,0 0 0,-1 1 0,-7-1 0,-3 8 0,-10 3 0,0 3 0,2-1 0,4-3 0,6-2 0,3 4 0,3-7 0,7 1 0,4-5 0,1 5 0,-1-1 0,2 3 0,-8-2 0,0-4 0,-5 6 0,-3 0 0,-3 4 0,1 3 0,-7 2 0,13 1 0,-1-1 0,3 6 0,-4 1 0,6 1 0,1-2 0,1-4 0,-2 4 0,-2 2 0,8-2 0,1 0 200,3 2 1,4-5-201,3 3 0,4 2 0,8 0 0,0 2 0,-1 4 0,7-5 0,0 3 0,7-2 0,-2 2 0,4 4 0,2-4 0,2-4 0,4-2 0,-2-4 0,7-2 0,0 3 0,7 3 0,-7-10 0,1 3 0,3-6 0,6-6 0,-2 3 0,4-1 0,2 0 0,-2-5 0,6 4 0,-7 1 0,7 0 0,-6-6 0,6 1 0,-6-1 0,5 2 0,-5 4 0,0-2 0,-5 9 0,-1 5 0,0 3 0,-8 17 0,-3 3 0,-4 7 0,-2 19 0,0 4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4.041"/>
    </inkml:context>
    <inkml:brush xml:id="br0">
      <inkml:brushProperty name="width" value="0.05292" units="cm"/>
      <inkml:brushProperty name="height" value="0.05292" units="cm"/>
      <inkml:brushProperty name="color" value="#3165BB"/>
    </inkml:brush>
  </inkml:definitions>
  <inkml:trace contextRef="#ctx0" brushRef="#br0">10239 15044 8912,'-9'-8'0,"1"-3"0,2-4 0,0-3 0,1 9 0,5 1 0,0 8 0,0 0 0,-8 0 0,-1-2 0,-9-3 0,1 1 0,-2-6 0,-4 1 0,-6-1 0,-5 1 0,-6-3 0,0-3 0,-12 3 0,4 3 0,-11-3 0,0 1 0,-4 1 0,3-3 0,3 7 0,1 0 0,-1 6 0,-2-5 0,-4-1 0,7 0 0,5 6 0,9 0 0,-10 0 0,2 0 0,1 0 0,5 0 0,3 0 0,5 0 0,2 0 0,-1 6 0,1 0 0,-2 7 0,-3-3 0,-3 1 0,-2 1 0,-2-1 0,-5 6 0,-7-5 0,1-1 0,-8 1 0,2 5 0,4-6 0,1 1 0,7-3 0,5 3 0,-2 3 0,8-5 0,0 1 0,-2 1 0,5-3 0,-3 3 0,-4 5 0,-2 0 0,2 0 0,-2 6 0,8-2 0,-2 2 0,2-4 0,1 6 0,3-2 0,7 0 0,6 2 0,4-2 0,0-4 0,0 4 0,5 1 0,1-1 0,5 6 0,-6-4 0,1 2 0,1 3 0,-3 1 0,7-3 0,0 5 0,6-5 0,0 5 0,0 1 0,0-1 0,0-3 0,0-3 0,0-2 0,0 4 0,0-6 0,6 1 0,0-1 0,7-4 0,-1 4 0,1-4 0,-1-1 0,3-1 0,-4 0 0,5 0 0,1 0 0,6 1 0,0-1 0,6 0 0,-7 0 0,9 2 0,-2 4 0,5-4 0,6 4 0,4-4 0,8-1 0,0-3 0,-1-4 0,3 5 0,3-5 0,-3-3 0,3-3 0,2-3 0,-1-2 0,1 0 0,-2 0 0,3 0 0,5 0 0,-2 0 0,2 0 0,7-2 0,3-3 0,-1 3 0,-5-4 0,-2-2 0,-4 3 0,4-1 0,-6 6 0,1 0 0,-5 0 0,-4 0 0,-1 0 0,-2 6 0,-4-1 0,2 9 0,-8-3 0,7-1 0,-1 1 0,4 3 0,2 1 0,7-6 0,4-3 0,6-4-159,5-2 1,3 6 158,3 0 0,-9-1 0,-8-5 0,-7 0 0,3 0 0,-2 0-6,1 0 0,5 0 6,-6 0 0,8 0 0,-2 0 0,4 0 0,2 0 0,0 0 0,0 0 0,-4 0 0,3 0 0,3-5 0,9-1 0,-3 2 0,-1 2 0,1 0 0,3-4 0,1 5 0,-13-5 0,3 4 0,-14 2 0,8-6 0,-1 0 0,2-7 0,3 3 0,0-1 0,0 0 0,0-1 0,0-5 0,-2 0 0,-4 0 0,-4-1 0,-7 1 0,1 0 0,4 0 0,5 0 0,-1-1 0,-2 1 0,-7 0 0,-6 0 0,0 0 0,-8-1 0,2 1 0,-4-2 0,-1-4 0,-7 4 0,1-4 0,0 2 0,-3-2 0,5 4 158,-8-4 1,8 2-159,-3-2 0,-1 2 6,2-7 0,-8 5-6,2-6 0,-4 2 0,-2-3 0,-2 1 0,-3-2 0,-5-1 0,-7-2 0,0-3 0,0-3 0,-1 2 0,-5-8 0,-4 8 0,-7-2 0,-6-2 0,-2 0 0,0-2 0,1-4 0,-1 6 0,2 2 0,4 2 0,-4-2 0,-2 3 0,2-3 0,-8 4 0,3 1 0,-1 7 0,-4-1 0,-5-1 0,-4-3 0,-6 4 0,-9 1 0,-20 5-256,-14-6 0,41 18 0,-2 1 256,-2-1 0,-1-1 0,2 2 0,-1 1 0,-3 0 0,0 1 0,-2 2 0,-1 1 0,-3 0 0,0 0 0,-1 1 0,0 0 0,2 2 0,1 1 0,6-3 0,1 0 0,2 1 0,1 0 0,-45-3-173,10 6 0,14 0 173,3 0 0,12 0 0,-1 0 0,-1 6 0,3 2 0,5 1 0,3 5 0,12 1 0,1 2 0,3 10 0,9 7 0,0 1 0,10 16 0,-5 1 0,-3 7 0</inkml:trace>
  <inkml:trace contextRef="#ctx0" brushRef="#br0" timeOffset="1">1359 7118 8912,'-1'-17'0,"-3"0"0,-4-1 0,-1 3 0,-5 4 0,5 1 0,-3 6 0,-1-1 0,3 1 0,-1 9 0,-3 7 0,7 3 0,-1 0 0,2 1 0,1 1 0,-7-4 0,6 10 0,-5-4 0,3-1 0,-1-1 0,-5 0 0,5 6 0,-3 0 0,1 7 0,-6-1 0,-3 5 0,-1 5 0,-3 5 0,-3 5 0,4 1 0,-6 13 0,0 0-148,-5 6 0,5-1 148,1 1 0,5 8 0,-4 1 0,4 2 0,8 0 0,-2-1 0,5 1 0,-1 8 0,1-8 0,3 0 0,3-11 0,2 2 0,-7 3 0,7 3 0,-2 3 0,4-6 0,2-3 0,0-2 0,0 0 0,-6-1 0,1 1 0,-1 2 0,4 5 0,-2 8 0,-2 6 0,1-38 0,-1-1 0,3-2 0,0 0 0,0 3 0,1-1 0,2 41 0,0 1 0,0-1 0,0 2 0,0-5 0,0-3 0,0-11 0,0-3 0,0 9 0,0-3 0,0 2 0,5-3 0,1-9 0,0 9 0,-6 3 0,0 4 0,0 2 0,0 0 0,0 0 0,2-4 0,3 4 0,-1-11 0,8 5 0,-3-8 0,3-3 0,3-4 0,-4 4 0,5-12 0,1 8 0,-2-6 0,-3-1 0,3 7 0,-3-2 0,3-4 0,2-2 0,0-11 0,0-6 0,1-3 0,-1-3 0,6-7 0,0-6 0,0-6 0,2-4 0,-4-1 0,7 1 0,-5 3 0,6-8 0,0 1 74,5-1 0,2-2 0,3 5 0,1-1-74,-2-4 0,-2-2 0,-1-2 0,-1-6 0,1 0 0,-1-7 0,0 1 0,1-5 0,-1-4 0,3-4 0,3-1 0,2-1 0,4-2 0,3-3 0,-3 3 0,-2-11 0,2-6 0,-8 2 0,3-2 0,-5-1 0,-2-3 0,-5-9 0,0-4 0,-3 3 0,3 3 0,-4 4 0,-8 1 0,0 0 0,1 3 0,-3 1 0,-4 2 0,3 0 0,-9-5 0,7-1 0,-6 1 0,1-1 0,-1 0 0,-2-1 0,7-4 0,-1-6 0,3-10 0,-1-2 0,1 3 0,-3-1 0,1-1 0,-1 3 0,1-3 0,3 9 0,-9 2 0,7 7 0,-5-1 0,1 1 0,0-1 0,3 4 0,-5-5 0,2-3 0,-3-2 0,-1-11-198,8-7 0,-7 3 198,7-2 0,-1-8 0,-3 40 0,2-1 0,1-7 0,0-1 0,1-1 0,-1 1 0,0 2 0,-1-1 0,0 2 0,0 1 0,7-42 0,0 3 0,-6 6 0,1 6 0,-8 4 0,1 7 0,-1 0 0,2 0 0,-4-3 0,4 3 0,-4-6 0,-2 7 0,-6-11 0,0-12 0,2 37 0,0-1 0,2-5 0,1-1 0,-2 0 0,0 0 0,1 0 0,0 0 0,1-5 0,0-2 0,1-1 0,0 1 0,0-1 0,-2 2 0,0 6 0,-1 2 0,1 7 0,0 4 0,-10-20 0,-3 8 0,-6 7 0,0 9 0,-8 4 0,1 3 0,-7 3 0,6 0 0,1-1 0,-1 1 0,2 0 0,2 1 0,8 4 0,-2-3 99,-4 3 0,4-3 0,-6-3 0,2-1-99,0-4 0,-2 4 0,2-4 0,4 5 0,-4 7 0,-1 1 0,-1 6 0,-2 0 0,-4 5 0,-1-1 0,-3 6 0,-7 3 0,-4 2 0,1 6 0,-7 6 0,4 4 0,-7 9 0,5 4 0,4 5 0,10 3 0,1-2 0,-3 1 0,9-7 0,1 2 0,11-2 0,-1-4 0,-1 6 0,-2-2 0,-2 0 0,0 7 0,6-1 0,-8 5 0,-3 6 0,-5 10 0,-1 7 0,-1 6 0,1-5 0,-1 5 0,1-6 0,-4 6 0,3-7 0,9-7 0,4-7 0,13-5 0,3-3 0,4-2 0,2-3 0,0-4 0,0-8 0,0 0 0,2 0 0,2 1 0,2-1 0,-1 6 0,-5 0 0,2 7 0,4-1 0,-4 3 0,4 3 0,-2 1 0,1 4 0,-3-11 0,6 11 0,-8-13 0</inkml:trace>
  <inkml:trace contextRef="#ctx0" brushRef="#br0" timeOffset="2">27740 14098 8912,'-5'-17'0,"-1"0"0,0 0 0,0 0 0,1-1 0,1 1 0,2 0 0,2 6 0,0-1 0,0-1 0,8 5 0,1 0 0,8 8 0,1-1 0,-1-5 0,-6 4 0,1-4 0,1 2 0,2-1 0,-3 3 0,-1-4 0,-1 2 0,1-2 0,5 5 0,-5-5 0,4 4 0,3 2 0,-3 8 0,-4 3 0,3 6 0,-8 6 0,-1 6 0,-5 11 0,0 4 0,-2 7 0,-1 1 0,-3 0 0,-9 1 0,-3 4 0,1 4 0,-6 8 0,-2-2 0,2-4 0,-5 2 0,5-8 0,0 1 0,6-9 0,1-5 0,5-9 0,3-3 0,8-9 0,0 8 0,0-12 0,8 4 0,3-12 0,7-1 0,3-6 0,1 1 0,0-1 0,-1 0 0,1 2 0,-2-4 0,3 3 0,-4-3 0,-2-2 0,-6 0 0,1 0 0,-6 0 0,5 0 0,-7 0 0,4 2 0,-8 4 0,-2 3 0,-4 9 0,-2 8 0,-3 9 0,-5 7 0,5 11 0,-2 6 0,1 10 0,-3 15 0,9-36 0,0 2 0,-1 4 0,-1 1-237,-1 1 0,1 2 0,-1 5 0,1 0 237,-1 3 0,0 0 0,3 2 0,1 0 0,0 1 0,0-1 0,1 0 0,-1-2 0,0-2 0,0-2 0,1-2 0,-1-1 0,-1-8 0,0 1 0,-1 2 0,-1 1-138,2-1 1,0 0 0,-1 0 0,-1-1 137,0-3 0,-1-2 0,-10 40 0,-4-10 0,-4 0 0,0 1 0,-5-1 0,3 2 0,4-3-96,2-9 1,-1-1 95,1-4 0,0 2 0,5-5 0,1-1 0,0 0 0,0-2 0,0-5 0,-1-10 0,1-8 0,0-1 0,0-10 0,0 0 436,-1-6 1,-5-2-437,0-3 0,-7 3 0,1-4 0,-3 5 295,-3 1 1,-1-2-296,-4-3 0,2 3 112,-8-4 0,5-1-112,-4 1 0,8-7 0,3 2 0,7-4 0,10-2 0,0 0 0,7 0 0,2-8 0,10-1 0,6-9 0,9 1 0,10 0 0,5-8 0,3-2 0</inkml:trace>
  <inkml:trace contextRef="#ctx0" brushRef="#br0" timeOffset="3">18448 15096 8912,'-12'0'0,"1"-2"0,-3-2 0,-1-2 0,0 0 0,3-1 0,5 7 0,7 0 0,0 13 0,0 12 0,0 2 0,0 3 0,5 3 0,3-1 0,2-1 0,3-3 0,2-1 0,2 4 0,1-6 0,-1-6 0,8 0 0,5-13 0,9-3 0,6-12 0,13-14 0,5-15 0,13-14 0,-33 22 0,0-3 0,5-5 0,0-2-359,6-8 1,1-2-1,4-2 1,1-1 358,2 1 0,2 1 0,-2 1 0,0 3 0,-4 5 0,-1 3 0,-7 7 0,-1 3 0,33-15 0,-17 14 0,-15 13 0,-13 9 0,-26 14 0,2 5 0,-7 12 0,13-4 0,-2 4 0,4-4 0,4-9 0,2-3 0</inkml:trace>
  <inkml:trace contextRef="#ctx0" brushRef="#br0" timeOffset="4">18241 16626 8912,'12'0'0,"-1"0"0,1-6 0,5-2 0,0-1 0,0-5 0,8-1 0,6-4 0,7-6 0,8-9 0,13-8 0,10-12 0,-30 26 0,2-1 0,4-2 0,0-1 0,2-1 0,2-1 0,2 0 0,1-1 0,-2-1 0,-1 0 0,-2 2 0,-2 1 0,-4 4 0,-2 3 0,34-18 0,-10 9 0,0 7 0,-9 5 0,-3 11 0,-7 4 0,-11 10 0,-2 4 0,-3 6 0,-7 3 0,4 2 0</inkml:trace>
  <inkml:trace contextRef="#ctx0" brushRef="#br0" timeOffset="5">18379 17210 8912,'9'0'0,"-1"2"0,-8 4 0,0-2 0,2 5 0,4-1 0,-4 5 0,7-5 0,-3 5 0,5-1 0,5-8 0,3 3 0,4-1 0,5 0 0,13-2 0,8-10 0,12-8 0,14-7 0,9-13 0,-38 12 0,0-2 0,4-1 0,1-1 0,4-2 0,-1 0 0,0 0 0,-1-1-133,0 1 0,0 1 1,-7 4-1,-1 2 133,36-14-186,-13 8 0,-31 10 1,-5 0-1</inkml:trace>
  <inkml:trace contextRef="#ctx0" brushRef="#br0" timeOffset="6">18344 18208 8912,'-5'-18'0,"-1"1"0,0 6 0,6-1 0,2 16 0,2 2 0,2 7 0,9 6 0,0 2 0,8 2 0,4-2 0,2-2 0,5-3 0,2-5 0,5-5 0,4-4 0,13-4 0,5-4 0,4-5 0,9-20 0,5-9 0,-39 16 0,0-2 0,0-1 0,0-1 0,-2-1 0,0 1 0,35-28 0,-10 5-811,-2 5 811,-8 11 0,5 3 0,-9 5 0</inkml:trace>
  <inkml:trace contextRef="#ctx0" brushRef="#br0" timeOffset="7">9052 7445 8912,'0'-14'0,"0"-1"0,0-4 0,-2 0 0,-4-2 0,-3 0 0,-3-4 0,1 0 0,-3 0 0,-3 2 0,-6 6 0,-4 0 0,1 0 0,-9 5 0,3 3 0,-9 1 0,-3 4 0,-3 2 0,-11 4 0,-5 4 0,-4 5 0,-3 5 0,-5 1 0,6 0 0,0 0 0,2 6 0,8 2 0,-2 0 0,-4 0 0,4 5 0,-2-1 0,-2 5 0,-10 6 0,2 4 0,-5 10 0,2 3 0,3 6 0,37-29 0,1 1-158,1 2 1,-1 1-1,0-2 1,0 0 157,-3 4 0,1 0 0,2-3 0,-1-1 0,-1 1 0,0 0 0,-26 28 0,5-2 0,10 0 0,4 4 0,4-2-174,8-2 1,-3 2 173,7 10 0,1-1 0,-2 12 0,2 4 0,12-38 0,0 1 0,1 2 0,1 1 0,1 4 0,-1 0 0,-1 2 0,0 0 0,2 7 0,1 0 0,-3-9 0,1 0-171,4 4 0,1-2 0,-3-6 1,1-3 170,3-1 0,2-1 0,-4 45 0,-3-10 0,8-8-139,-2-3 0,-1-3 139,1 3 0,0-3 0,6 9 0,2-9 0,2 3 0,4-5 0,1-1 0,3 8 0,5 3 0,2 4 0,4 2 0,-2 0 0,8 0 0,-6 6 0,5-1 0,1-3 0,-2-6 0,5 0 0,-3-7 0,4-6 0,1-6 0,0-14 0,1 3 0,5-12 0,2 0 0,4-2 221,7 3 1,-1-5-222,5 4 0,-1-2 0,1 2 0,-3-2 0,3 6 0,-3 0 0,-3 0 0,1-5 0,0 1 0,7-4 0,4-2 0,12 1-113,5-1 1,10 0 112,-44-16 0,-1-1 0,2 0 0,-2 0 0,39 16 0,-3-3 0,-7-1 0,10-10 0,2-2 0,6 0 0,-4-7 0,-2 0 188,-7-5 1,-7-3-189,-3-2 0,6 0 0,-1 0 0,16-7 0,2-5 0,-43 5 0,1-1 0,2-1 0,0 1 0,-2-1 0,1 0 0,-1 2 0,-1-1 0,0 1 0,0 1 0,0 0 0,1 0 0,4 1 0,1-1 0,3-2 0,-1-1 0,-2 0 0,-1 0-60,-2 1 0,-1-1 0,45-10 60,-10-4 0,2 4 0,4-4 0,-43 11 0,1-1 0,1 1 0,-1 0 0,42-13 0,-8 0 0,-9-6 0,5 3 0,8-5 0,-40 16 0,2 0 0,0-1 0,1-1 0,1 0 0,-1-2 0,0 1 0,0-2 0,-1-1 0,-1-1 0,-1 1 0,0 2 0,-1-1 0,-1 2 0,0 0 0,0 1 0,40-9 0,6 1 0,0 4 0,-4 2 0,-12-6 0,-9 2-64,-6 4 1,6-5 63,2-3 0,11-5 0,6-6 0,-40 21 0,-2-1 0,37-25 0,1-3 0,-41 20 0,0-2 0,-2 0 0,0-1 0,0 1 0,-1-1 0,38-28 0,-1 7 0,7 1 4,-39 25 1,0 0-1,43-20-4,-17 1 0,-6 6 0,-17-1 0,-4 2 0,-6 0 0,3-4 140,1-2 1,0 4-141,-6-6 0,1 0 0,-1-6 0,6 1 0,1-1 0,6-1 0,-1-5 0,6-5 0,3-13 0,-26 35 0,0-2 0,-1-2 0,-1 0 0,-1 2 0,0 0 45,20-37 0,1 2-45,-6-3 0,4-1 0,-4 8 0,-7 7 0,-5 10 0,-8 3 0,4 3 0,-4-1 119,-4 0 1,-2 1-120,-9-1 0,-4 1 0,4-1 0,-5-7 0,-1-4 0,-5-4 0,-1-2 0,-6-7 0,7-5 0,-9-8 0,3-3 0,-4 2 0,-3 2 0,-1 0-28,-4-3 1,2 1 27,7 41 0,0 1 0,-15-42 0,12 44 0,0 0 0,-18-36 0,1 6 0,-3 5-136,-3 10 0,-2 3 136,-4 1 0,-11 2 0,0-8 0,-3 13 0,-3-2 0,0 5 0,-6-5 0,6 0 0,4 1 0,3 1 0,7 4 0,1 2 0,-4 4 0,-7 2 0,-4-8 0,-6 8 0,-6-2 0,-9 4-58,39 18 1,-1 1-1,-1 3 1,0 0 57,-45-15 0,6 8 0,0-2 0,-2 4 0,4 2 0,-6 0-186,0-1 1,10 3 185,5 4 0,12-3 209,6 8 1,-6-7-210,-6 2 0,-2 3 0,-9 2 0,-8 4 0,-10 2 0,48 1 0,-1 0 0,-1 2 0,1 0 0,2-1 0,0 0 0,1 3 0,-1 1 0,-1 0 0,0 0-108,-4 2 1,-1 1 0,-1 0-1,0-1 108,-5 1 0,1-1 0,7-2 0,1 0 0,3-1 0,0 1 0,-42 8 0,-1 1 0,-4 2 0,45-8 0,-1-1 0,-44 9 0,5 1 0,8-1 52,3 0 0,-2 8-52,-10 4 0,2-3 0,43-12 0,-1-1 0,0 0 0,0 1 0,0-1 0,0 1 0,-36 12 0,-2 3 0,12 1 0,-1-7 0,-3 6 0,-3-6 0,-5 2 0,0-4 0,4 4 83,9 1 1,14-3-84,2 6 0,-6-4 0,-6 9 0,-2-1 0,-9 13 0,-1-6-149,-5 6 1,8-8 148,3 2 0,18-4 0,7-1 0,6-3 352,6-3 1,-2-1-353,6-10 0,3 3 263,14-10 0,0-1-263,-1 1 0,9-5 115,3 5 0,4-5-115,2 5 0,2 1 265,4 5 1,11 0-266,12 0 0,3 8 0,10-6 0,2 6 0</inkml:trace>
  <inkml:trace contextRef="#ctx0" brushRef="#br0" timeOffset="8">5214 8407 8912,'0'-34'0,"-2"-2"0,-2-2 0,-1-3 0,-1 3 0,0 0 0,1 0 0,1-2 0,0 0 0,0 7 0,-4 3 0,-1 1 0,5 2 0,-4-2 0,3 7 0,-1 2 0,-6 3 0,5 0 0,-3 0 0,5 7 0,-7 5 0,1 16 0,-7 6 0,1 16 0,-2 7 0,-4 17 0,-6 14 0,1 9 0,10-35 0,1 2 0,2 0 0,0 1-33,-5 4 0,0-1 0,-2 2 0,1 0 0,1 0 0,0 0 0,2 2 0,0-1 33,2 0 0,1-1 0,0 0 0,0-1-150,3 0 1,1 0 0,-1-4 0,1 1 149,2 0 0,1-1 0,-9 40 0,-1-2 0,7 0 0,-1-6 0,7 14 0,-1-43 0,0 1 0,1 0 0,1 1 0,-3 4 0,0 1 0,1 2 0,1 0 0,-2 5 0,0 0 0,2 2 0,1 2 0,-2 8 0,0 1 0,4-7 0,0 1-311,-1 2 1,1 1-1,0 2 1,2 1 310,0-1 0,0 0 0,0-1 0,0-1 0,0-2 0,0-2 0,0-15 0,0-2-9,0 44 1,6-18 0,-1 2 0,1 6 8,2 8 0,-4-9 0,7-1 0,-5-5-66,5-1 0,-5 4 66,5-4 0,-1-3 0,1-3 0,5-11 0,-3-4 0,6-3 253,4-5 1,6 3-254,-6-14 0,7-2 647,-1-9 1,4 3-648,1-3 0,0-4 10,1-2 0,-6-10 0,-3-2 0,1 1-10,0-3 0,-6-1 213,2-8 0,-4 0-213,-2 0 0,0 0 0,1-8 0,-1-5 0,0-8 0,0-8 0,6-5 0,0-6 0,2-4 0,-2-8 0,-2-1 0,8-4 0,-1-4 0,7-8 0,-3-6 0,-1 1 0,-3-1 0,3-1 0,5-3 0,-1-6 0,1 4-260,-13 1 1,0 0 259,-6-6 0,0-6 0,1 0 0,-3 1 0,-2 3 0,-3-2 0,-2-2 0,-4 40 0,-1-1 0,0 2 0,0-1 0,-2-1 0,2-1 0,2 2 0,1 1 0,-3-1 0,0 1 0,3-1 0,-1 1 0,-2-3 0,0 1 0,3 1 0,0 1 0,-3-6 0,-1 1 0,4 4 0,0 1 0,-3-3 0,0 1 0,2 1 0,1 1 0,-4-4 0,0 1 0,1-1 0,0 1 0,-2 0 0,0 1 0,-1 0 0,0 1 0,-4 0 0,0 1 0,-1-1 0,-2 0 0,0 2 0,-1-1 0,0 2 0,-1 1 0,-8-46 0,-1 8 0,1-6 0,0 1 0,8 42 0,1 0 0,-9-42 0,-1 1 0,1 8 0,0 1 0,0-1 0,-2 2 0,-4 6 0,-2 1-64,-4 16 0,-3-1 64,3 7 0,-3 1 0,-3 4 0,1 6 0,-1 10 0,3 3 0,3 2 0,-3-4 0,3 6 0,2 2 0,-2 10 0,3-2 0,-3 7 0,-2 0 0,7 8 0,-1 4 256,0 5 0,-6 12-256,3 6 0,-3 11 67,2 6 1,4 3-68,8 3 0,8 2 0,3 3 0,14-9 0,9 3 0,15-13 0,14-3 0,4-16 0,2-11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4.788"/>
    </inkml:context>
    <inkml:brush xml:id="br0">
      <inkml:brushProperty name="width" value="0.05292" units="cm"/>
      <inkml:brushProperty name="height" value="0.05292" units="cm"/>
    </inkml:brush>
  </inkml:definitions>
  <inkml:trace contextRef="#ctx0" brushRef="#br0">16951 2906 8912,'-2'-12'0,"-2"1"0,-4-1 0,1 1 0,-1-1 0,2 10 0,6 2 0,0 18 0,0 16 0,0 8 0,0 12 0,0 5 0,0 10 0,2-6 0,4 5 0,-2-3 0,5 2 0,1-4 0,-1-6 0,-3-11 0,5-6 0,-5-11 0,6-8 0,1-8 0,2-13 0,3-9 0</inkml:trace>
  <inkml:trace contextRef="#ctx0" brushRef="#br0" timeOffset="1">17622 2992 8912,'-18'-10'0,"7"-5"0,-2 3 0,-5-1 0,-3 1 0,-3-3 0,2 6 0,-2-1 0,-3 4 0,0 4 0,-2 2 0,-3 14 0,3 3 0,-1 12 0,1-1 0,4 12 0,10 4 0,1 2 0,3 0 0,7-2 0,-2 2 0,6-4 0,6-8 0,6-9 0,11-8 0,1-7 0,5-10 0,4-2 0,-5-6 0,5-9 0,1-10 0,1-5 0,-1-2 0,-5-7 0,-1 1 0,-5-2 0,6 2 0,-8 10 0,2-5 0,-10 12 0,-3 0 0,-2 4 0,-5 2 0,-1 9 0,-2 8 0,0 16 0,0 12 0,-2 14 0,-3 10 0,-3 1 0,-3 10 0,-3 1 0,7 4 0,-1-1 0,0-4 0,2-4 0,6-7 0,0-8 0,0-4 0,0-6 0,0-5 0,0-4 0,2-16 0,4-3 0,4-12 0,7-3 0</inkml:trace>
  <inkml:trace contextRef="#ctx0" brushRef="#br0" timeOffset="2">18293 2957 8912,'-35'0'0,"1"0"0,0 0 0,-1-2 0,1-3 0,-1 3 0,-1-4 0,-2 4 0,-2 2 0,-4 10 0,9 7 0,-1 8 0,13 9 0,2 2 0,9 4 0,5 2 0,7 4 0,2-6 0,3-3 0,7-5 0,11-3 0,4-10 0,7-8 0,0-9 0,1-2 0,-1-2 0,1-9 0,-1-6 0,1-6 0,-7-2 0,1 2 0,-8-2 0,2-5 0,-4 1 0,-2-2 0,0 7 0,1 1 0,-7 4 0,1 1 0,-7 7 0,7-1 0,-8 9 0,3 3 0,-9 13 0,-3 10 0,-5 11 0,0 10 0,-5 6 0,4 2 0,-5 1 0,-1 4 0,8 1 0,3-1 0,-2 0 0,3-11 0,-1-4 0,8-2 0,2-5 0,1-7 0,9-11 0,-3-11 0,4-4 0,10-17 0,2-4 0</inkml:trace>
  <inkml:trace contextRef="#ctx0" brushRef="#br0" timeOffset="3">18930 2957 8912,'-35'-7'0,"1"3"0,-1-8 0,7 8 0,-1-1 0,-4 3 0,-5 2 0,8 2 0,-5 3 0,12 5 0,0 7 0,4 2 0,2 4 0,7-2 0,5 8 0,3-8 0,2 2 0,7-4 0,5-2 0,3-2 0,2-3 0,8-4 0,2-8 0,2 0 0,-1 0 0,-5-2 0,6-4 0,-8-4 0,2-7 0,-4 6 0,-2-1 0,0 8 0,1-9 0,-1 7 0,-6 2 0,1 10 0,-8 6 0,3 11 0,-1 7 0,0 8 0,0 6 0,-6 8 0,0 5 0,0 1 0,0 1 0,0-2 0,0-9 0,0 3 0,0-11 0,0 1 0,7-15 0,5-8 0,3-9 0,10-9 0,2 0 0</inkml:trace>
  <inkml:trace contextRef="#ctx0" brushRef="#br0" timeOffset="4">19325 3301 8912,'-17'0'0,"0"0"0,7 0 0,5 0 0,10 0 0,13 0 0,10-2 0,7-4 0,5-5 0,4 1 0,7-1 0,-1 0 0,-4-7 0,4 1 0,-6 0 0</inkml:trace>
  <inkml:trace contextRef="#ctx0" brushRef="#br0" timeOffset="5">20048 2923 8912,'-6'-17'0,"1"-1"0,-1 1 0,8 0 0,5 0 0,11 0 0,7 1 0,9 5 0,6-2 0,2 7 0,2 2 0,4 2 0,0 12 0,-2 7 0,1 8 0,-6 9 0,-5 2 0,-5 4 0,-14 6 0,-12 12 0,-3-5 0,-4 6 0,-5-1 0,-10-1 0,-10 0 0,-13-5 0,-4-2 0,-8-5 0,6-5 0,0-11 0,2 2 0,-2-8 0,4-2 0,8-10 0,7 2 0,6-9 0,8-6 0,5-5 0,8-10 0,8-3 0,3-2 0,5-5 0,1-8 0,6 3 0,0 3 0,7-1 0,-1 7 0,-2 0 0,1 6 0,-1 1 0,4 3 0,-5 3 0,-1 3 0,6 1 0,-2 6 0,1 8 0,-1 3 0,1 4 0,-7 3 0,2-1 0,-2 0 0,-4-2 0,4-3 0,-2 1 0,2-7 0,-4 7 0,14-11 0,-6 6 0</inkml:trace>
  <inkml:trace contextRef="#ctx0" brushRef="#br0" timeOffset="6">21253 2940 8912,'-23'0'0,"-2"0"0,0 2 0,0 4 0,0 5 0,2 12 0,-3 6 0,-9 11 0,3 4 0,3 7 0,8 1 0,8 0 0,5-7 0,8 1 0,10-15 0,7-3 0,8-8 0,9-9 0,2-3 0,4-8 0,3-4 0,2-6 0,-4-9 0,-5-6 0,-2-3 0,1-7 0,-8-1 0,-5-4 0,-8 4 0,-3-5 0,-7 3 0,2-2 0,-12 10 0,-5-5 0,-14 7 0,-10-1 0,-7 4 0,-7 10 0,1 3 0,2 7 0,6 5 0,-6 5 0,13 11 0,-1 6 0,17 9 0,0-2 0,11-3 0,0 3 0,12-8 0,11 12 0,10-7 0</inkml:trace>
  <inkml:trace contextRef="#ctx0" brushRef="#br0" timeOffset="7">22130 2613 8912,'0'-17'0,"-2"0"0,-3 0 0,3 5 0,-6 5 0,0 5 0,1 13 0,-5 18 0,-9 17 0,4 7 0,-2 8 0,0 10 0,7 0 0,1 9 0,7-2-160,-2 3 0,4-1 160,2-11 0,8-5 0,4-12 0,3-4 0,2-8 0,6-10 0,0-18 0,0-6 0,-6-12 0,8-4 0,2-7 0</inkml:trace>
  <inkml:trace contextRef="#ctx0" brushRef="#br0" timeOffset="8">22733 2510 8912,'-18'0'0,"1"-6"0,0 1 0,6 1 0,-1 10 0,-3 9 0,-6 12 0,-6 9 0,-7 16 0,-1 7 0,1 4 0,5 9 0,0 3 0,10 5 0,2-5 0,9-5 0,6-5 0,12-7 0,7-13 0,10-4 0,13-13 0,-3-11 0,3-11 0,2-6 0,-2-6 0,-2-3 0,-7-10 0,-6-2 0,-6-2 0,2-8 0,-10 3 0,-3 1 0,-2-2 0,-6 2 0,-6-1 0,-11-5 0,-12 5 0,-5 9 0,-7 1 0,-1 13 0,-5-1 0,1 4 0,-2 2 0,0 10 0,2 7 0,4 8 0,8 9 0,-1 8 0,1 2 0</inkml:trace>
  <inkml:trace contextRef="#ctx0" brushRef="#br0" timeOffset="9">24505 2063 8912,'-25'-49'0,"-3"3"0,-3 9 0,2 13 0,-3 8 0,-1 20 0,-11 8 0,-13 10 0,-8 19 0,-4 14 0,2 16 0,35-31 0,1 4 0,0 8 0,3 3-69,1 1 0,2 2 1,6 1-1,2 1 1,1 3-1,3 0 1,3-2-1,1 0 69,3-1 0,1 0 0,0-2 0,2-1 22,2 1 1,2-1-1,0-8 1,2-1-1,8 42 1,12-19-23,8-18 0,5-11 0,4-13 0,10-6 0,7-12 0,5-3 0,-11-8 0,-3 0 0</inkml:trace>
  <inkml:trace contextRef="#ctx0" brushRef="#br0" timeOffset="10">25142 2424 8912,'-12'-9'0,"3"5"0,1 8 0,-5 13 0,1 12 0,3 13 0,-3 9 0,-1 10 0,-2 6 0,-3 2 0,1 0 0,8-1 0,3 1 0,4-2 0,2-4 0,2-7 0,4-9 0,11-12 0,10-10 0</inkml:trace>
  <inkml:trace contextRef="#ctx0" brushRef="#br0" timeOffset="11">25314 2562 8912,'10'-25'0,"5"6"0,-4-4 0,12 6 0,6 5 0,3 7 0,3 3 0,-1 0 0,1-4 0,5 4 0,0-4 0,-2 4 0,-1 2 0,-11 2 0,-3 4 0,-4-2 0,-1 7 0,-7 3 0,1 9 0,-9 3 0,3 9 0,-4 7 0,-2 4 0,-2 3 0,-4 3 0,-1-6 0,-7 2 0,3 3 0,-3 4 0,5-3 0,-3-6 0,3-2 0,-3 2 0,-1-4 0,7-8 0,-5-7 0,5-4 0,-7-12 0,3-3 0,-7-8 0</inkml:trace>
  <inkml:trace contextRef="#ctx0" brushRef="#br0" timeOffset="12">25452 2992 8912,'-44'0'0,"5"-2"0,9-4 0,5 4 0,17-6 0,8 8 0,12 0 0,16 0 0,11-1 0,18-5 0,6 4 0,10-6 0,1 1 0,-1-5 0,-2-3 0,5-2 0,3-1 0</inkml:trace>
  <inkml:trace contextRef="#ctx0" brushRef="#br0" timeOffset="13">26484 2579 8912,'-32'0'0,"3"0"0,6 0 0,12 2 0,5 4 0,6 3 0,6 8 0,-3-1 0,9-3 0,1-2 0,3 3 0,1-1 0,0-1 0,6-5 0,0-7 0,2 0 0,-2 0 0,-2 0 0,7 0 0,-1-7 0,4-5 0,-5-3 0,-1-2 0,-2 1 0,-6 5 0,1-4 0,-1 3 0,-8 5 0,7-1 0,-14 19 0,3 12 0,-5 14 0,-5 20 0,-3 14 0,-3 15 0,6-38 0,2 1 0,2 6 0,2 1 0,-1 2 0,0 0-185,0 1 0,0-1 0,2-3 1,2-1 184,-2 0 0,1 1 0,1-4 0,-2-1 0,-2 42 0,-8-10-24,-3-19 1,-6-8 23,-6-15 0,4-9 0,-4-20 0,4-5 0,1-4 0,7-12 0,-1-7 0,7-8 0,-7-9 0,8-2 0,-1-4 0,9-2 367,1-4 1,9-2-368,-3 8 0,-1-6 0,3 6 0,4 2 25,4 1 1,4-3-26,-2 0 0,-2-2 0,8 2 0,1 2 0,11-8 0,3 0 0,7-5 0,3-1 0,3 0 0,-3-1 0,3-3 0,-5 1 0,-6 5 0,-4 6 0,-8 10 0,-15 13 0,-7 4 0,-1 11 0,-17-1 0,-1 16 0,-16 8 0,-8 2 0,2 10 0,3 0 0,-3 5 0,8 0 0,-2 3 0,4-1 0,2-2 0,7 5 0,4-11 0,4-1 0,2 2 0,4-8 0,8 2 0,15-6 0,18-6 0,13-3 0,5-8 0,17-8 0,6-3 0,2-12 0,-7-6 0,-7-3 0,-11-3 0,-7 1 0,-9 0 0,-18 5 0,-12 0 0,-11 8 0,0-2 0,-6 0 0,-6 6 0,-3 4 0,-9 13 0,7-6 0,-1 0 0,1 3 0,-4 8 0,3 7 0,3 3 0,3 2 0,4 0 0,-4 1 0,4-1 0,2 0 0,0 0 0,0 0 0,0 1 0,0-1 0,2-2 0,4-3 0,3-5 0,9-7 0,-1-7 0,0-5 0,0-1 0,1 1 0,-7-1 0,0 7 0,-5-5 0,6 5 0,-7 0 0,7 6 0,-6-6 0,5 1 0,2 1 0,-3 2 0,2 2 0,-7 2 0,7 4 0,-1-4 0,6 3 0,1-3 0,-1-2 0,0 0 0,2 0 0,4-2 0,6-3 0,-2-3 0,1-4 0,-7-3 0,2 4 0,-2-5 0,2-1 0,-9 0 0,1 0 0,-6 0 0,-5-1 0,0 7 0,2 0 0,-4 7 0,5-4 0,-7 12 0,0 5 0,0 11 0,0 4 0,0 5 0,0 5 0,-2 1 0,-3-1 0,3 1 0,-4-1 0,4 0 0,2 1 0,0-1 0,0 1 0,0-7 0,0 1 0,-2-14 0,-2 2 0,-3-3 0,-3-5 0,4-1 0,-5-8 0,0 0 0,-7 0 0,1-8 0,0-1 0</inkml:trace>
  <inkml:trace contextRef="#ctx0" brushRef="#br0" timeOffset="14">28962 1513 8912,'-15'2'0,"3"6"0,7 9 0,5 9 0,5 15 0,11 6 0,9 18 0,-1 17 0,-11-33 0,-1 2 0,2 6 0,-1 2 0,-4 3 0,-1 2 0,3 7 0,-3 2 0,-4 0 0,-4 1 0,-1 5 0,-2 0-519,-2 3 0,-5 1 0,-5 0 0,-4 0 519,-5 3 0,-4 0 0,-2-4 0,-3-2 0,-6-2 0,-2-1 0,1-3 0,-3-1 0,-3-3 0,-5-2 0,-8 1 0,-3-1 0,4-2 0,-2 0 0,-8 0 0,-2 0 0</inkml:trace>
  <inkml:trace contextRef="#ctx0" brushRef="#br0" timeOffset="15">8363 10385 8912,'-7'26'0,"3"-8"0,-2-13 0,8-3 0,12-2 0,3 0 0,2 0 0,-2 0 0,0 0 0,-7-2 0,-4-3 0,1 1 0,1-10 0,1-7 0,5-11 0,9-14 0,5-17 0,13-4 0,4-19 0,-20 38 0,0-1 0,1-6 0,0-1 0,3-2 0,1-1-262,2-6 1,-1-1 0,-1 7 0,-1 1 261,0 0 0,0 1 0,-5 11 0,0 3 0,21-32 0,-14 22 0,-4 22 0,-12 18 0,-7 13 0,-8 17 0,-6 0 0,0 0 0,1 10 0,5 7 0,0 8 0,0 14 0,2 7 0,3 11 0,-3 16 0,1-41 0,0 0 0,1 1 0,0 1-185,-2 0 1,1 1-1,4 4 1,2 1 184,-1 3 0,1 0 0,0-3 0,1-1 0,4 2 0,1-2 0,-2-3 0,2-2 0,2-5 0,1-1 0,16 37 240,1-19 0,-1-19 0,-2-17 1,-1-12-241,-2-9 0,1-8 0,10-9 0,-3-10 0,3-19 0,4-6 0,2-11 0,4-10-260,1-8 1,-7-7 259,-4 2 0,-3 1 0,-3-1 0,0 2 0,1-2 0,-8 9 0,-6 10 0,-6 2 388,-4 3 1,-5 7-389,6 8 0,-9 17 0,5 18 0,-8 12 0,0-3 0,0 11 0,0 7 0,0 11 0,0 12 0,0 14 0,6 8 0,0 9 0,7 7 53,-2-2 1,1 4-54,5 2 0,-2 4 0,14-4 0,0-8 0,5-20 0,6-9 0,1-14 0,6-16 0,-3-8 0,2-9 0,0-8 0,6-11 0,5-11 0,6-14 0,-5-10 0,-1-1 0,-5-10 0,-9-1 0,0-6 0,-5-3 0,-4-1 0,3-1 0,-15 6 0,1-7-240,-5-4 0,5-8 240,0 2 0,-1 0 0,-4 17 0,5 14 217,0 20 0,0 11-217,-6 12 0,0 16 0,0 19 0,0 15 0,-1 27 0,-3 15 0,-1 14 0,-10-41 0,1 1 0,3 0 0,0 1 0,-1-1 0,1 1-154,2-4 1,1 1-1,1 1 1,0 1 153,0-2 0,2-1 0,1-2 0,1-3 0,21 29 0,-1-12 0,0-23 0,1-13 235,-1-12 1,-5-11-236,0-16 0,-1-9 0,7-19 0,-1-9 0,1-9 0,-9-7 0,-3 2 0,-5-4 0,-7-1 0,-5 1 0,-4 4 0,-6-4 0,-8 4 0,-7-6-228,-15-5 1,-3-5 227,-3-7 0,0 0 0,16 43 0,-2 0 0,-1 0 0,-1 0 0,-1 0 0,-1 0 0,-4 4 0,-1 2 0,-1 2 0,-3 1 0,-5 3 0,-2 3 0,1 4 0,-1 2 0,-4 4 0,-2 2-27,-2 3 1,-1 3 0,-1 4 0,0 4 26,-4 4 0,-1 2 0,-6 3 0,-2 3-286,-2 6 0,-1 3 0,-1 2 0,1 2 286,-3 2 0,0 1 0,9-3 0,1 0 0,1 3 0,1 0 0,5-5 0,2 0 0,3 1 0,2 1 0,-37 16 0,10 1 0,13-4 0,13-2 0,10 10 0,14 8 0,-5 3 0,4 14 0,6-2-3,6 13 1,8 8 2,9 10 0,1-44 0,2 2-8,2 4 1,1 1 0,0-5 0,1 0 7,6 2 0,3-1 0,1-4 0,2-3 0,4-4 0,2-2 0,31 30 0,7-12 0,13-32 0,10-13 0,-36-13 0,2-4 0,5-2 0,0-2 0,0 0 0,-1-3 0,2-3 0,-1-3 0,-7 0 0,-1-1 0,0-2 0,0-2 0,0-3 0,-1-2 0,1-2 0,0-2 0,4 0 0,1-1 0,0-4 0,-1-1 0,-2-1 0,-1-1 0,-2 0 0,-2 0 0,-5 2 0,-2-1 0,-1-4 0,-1 1 0,36-28 225,-36 34 1,0-1 0,26-27-226,0 2 0,-17 1 0,-13 16 0,-14 2 0,-11 2 0,-22 1 0,-9 1 0,-17 1 0,-12 5 0,-9-5 0,-13 5 0,-5-3-81,-7 2 0,-4 5 81,42 14 0,-1 2 0,-2 3 0,-1 1 0,-11 0 0,-1 2 0,5 2 0,0 2 0,-8 3 0,0 5 0,2 6 0,0 5 0,-1 6 0,0 5 0,-6 5 0,-1 4 0,-5 7 0,1 2 0,7-5 0,2 1-127,1 5 0,2 1 0,6 0 0,4 1 127,4 1 0,4 1 0,3 2 0,4 1 0,3-3 0,5-1 0,7-5 0,6-1 0,0 33 0,23-16 138,23-10 1,22-13-139,20-8 0,8-9 0,9-13 0,2-5-285,3-7 1,7-2 284,-44 0 0,1-1 0,-3-2 0,-1-2 0,1-3 0,-1-3 0,1-3 0,-2-4 0,-3-5 0,-1-4 0,2-3 0,-2-2 0,1-4 0,0-3 0,3-4 0,-1-3 0,1-3 0,-2-2 0,-2 0 0,-1-2 0,0-3 0,-3-1 0,-5 4 0,-2 1 0,-3 4 0,-5 1 0,-7 1 0,-5 0 202,-4-26 0,-16-1-202,-13 7 0,-16-5 0,-18 4 0,16 35 0,-4 3 103,-7 4 1,-4 3 0,-3 1-1,-3 4 1,-6 0 0,-2 3-1,-2 3 1,-1 3-104,-3 2 0,0 3 0,-2 7 0,-1 5-265,-1 5 0,1 5 0,2 6 1,0 6 264,-5 6 0,-1 4 0,4 3 0,1 2 0,1 7 0,1 1 0,-1 0 0,2 1 0,6 2 0,2-1 0,2-1 0,2-1 0,2 2 0,3 1 0,5 0 0,4 1 0,5-3 0,3 1 0,8-3 0,3-1 0,3-3 0,4 0 0,-2 41 145,9-2 1,17-10-1,13-7 1,13-10-146,12-5 0,16-10 0,8-4 0,11-6-175,13-5 0,-42-19 0,3-3 175,3-3 0,3-2 0,2-2 0,2-2 0,0-3 0,0-2 0,6-4 0,0-4-162,-3-7 0,0-2 0,4-5 0,-1-2 162,-2-2 0,-2-2 0,-1-2 0,-2-3 0,0-2 0,-3-2 0,-5 3 0,-3-2 0,-6 3 0,-2 0 0,-4 5 0,-4 1 526,17-23 1,-14 0-527,-3 5 0,-20-1 0,-3 12 0,-20 1 0,-15 6 0,-13-6 174,-22 0 1,-5 0 0,-11 9-1,-7 8-174,-3 12 0,-10 11 0,46 4 0,-1 3 0,-7 2 0,-1 5 0,0 7 0,1 6 0,2 3 0,1 5 14,2 4 1,1 4-1,1 6 1,2 3-15,-2 4 0,1 3 0,1 2 0,4 2 0,3 0 0,5 0 0,8-4 0,5-1 0,7-6 0,7-1 0,17 29 1,31-17 0,22-25 1,29-15-1,-41-19 0,0-4-1,3-6 0,1-3 0,4-4 0,1-5 0,6-9 0,1-3 0,2 0 0,0-1-293,4-3 0,0-1 1,-3 1-1,-1-1 293,-4 1 0,-2-1 0,-4 1 0,-1 0 0,6-3 0,-2-1 0,-5 1 0,-3 0 0,2-1 0,-1 1 0</inkml:trace>
  <inkml:trace contextRef="#ctx0" brushRef="#br0" timeOffset="16">14249 6929 8912,'-17'0'0,"-1"-2"0,1-2 0,2-4 0,3-1 0,5 3 0,11-7 0,9-6 0,16-8 0,20-9 0,22-8 0,-30 17 0,2 0 0,4-2 0,2-1 0,6-2 0,3-1 0,5-3 0,2-1 0,6 0 0,3 0 0,4 1 0,1-1 0,4-1 0,0 0-143,-2 0 1,-1 1 0,-2 2 0,1 2 0,-4 2 0,1 1 0,-1 0 0,1 0 142,-3 2 0,-1 1 0,-8 6 0,-2 2 0,-4 1 0,-1 1 0,-7 5 0,-1 2 0,43-12 0,-6 7 0,-5 4 0,-5 5 102,-7-5 0,-10 5-102,-7-6 0,-10 3 0,-14-3 0,-5 5 0,-3-1 0,-3 6 0,-8-5 0,-1-1 0,-2 4 430,-1-7 0,-1 5-430,-9-6 0,-13 1 0,-8-6 0</inkml:trace>
  <inkml:trace contextRef="#ctx0" brushRef="#br0" timeOffset="17">17037 5295 8912,'-6'-22'0,"-2"-1"0,-1 2 0,5 2 0,4 9 0,13 4 0,8 6 0,8 6 0,11 9 0,6 8 0,11 13 0,6-1 0,-3 5 0,-3 0 0,-5 6 0,-6 9 0,-8 5 0,-8 1 0,-14 2 0,-16 6 0,-18-1-239,-16 1 1,-10 6 238,-13-1 0,-3-7 0,-3-10 0,6-11 0,11-6 0,-2-9 0,8-3 0,0 1 0</inkml:trace>
  <inkml:trace contextRef="#ctx0" brushRef="#br0" timeOffset="18">18637 5175 8912,'11'0'0,"-1"-2"0,-2-4 0,-5-5 0,-1-4 0,-2-2 0,0-1 0,0 1 0,-5 0 0,-1 0 0,2 0 0,2-1 0,2 1 0,0 0 0,-2 2 0,-3 3 0,3 3 0,-4 3 0,4 14 0,2 3 0,0 22 0,0 18 0,0 10 0,0 6 0,0 2 0,0 0 0,0 5-129,0 1 1,0-1 128,0-5 0,0-10 0,0-7 0,0-10 0,0-6 0,-2-11 0,-4-8 0,4-7 0,-21-18 0,4-2 0</inkml:trace>
  <inkml:trace contextRef="#ctx0" brushRef="#br0" timeOffset="19">18534 5106 8912,'17'0'0,"0"0"0,-7 0 0,5 0 0,-4 0 0,5 0 0,1 0 0,0 0 0,0 0 0,8 2 0,4 4 0,3 5 0,3 12 0,-6 4 0,-1 8 0,-1 1 0,2 4 0,-6-2 0,-12 8 0,-3-2 0,-8 2 0,-10 3 0,-7-5 0,-10 2 0,-5 0 0,-10-8 0,-4 2 0,4-9 0,2-2 0,3-10 0,3-2 0,13-8 0,4-9 0,3-7 0,-3-3 0</inkml:trace>
  <inkml:trace contextRef="#ctx0" brushRef="#br0" timeOffset="20">19050 5553 8912,'10'0'0,"-1"0"0,-3 0 0,-4 0 0,5 0 0,-5 0 0,4 0 0,6 0 0,3 0 0,2-5 0,0-1 0,0-7 0,1 1 0,3-3 0,-4-2 0,4-1 0,-10 1 0,-3 0 0,-2 0 0,-4 0 0,-2-1 0,-2 3 0,-4 4 0,-3 3 0,-9 8 0,-7 2 0,-3 4 0,1 9 0,-2 8 0,8 13 0,-2-1 0,6 3 0,4-4 0,3 1 0,3-1 0,8 0 0,11 1 0,11-3 0,6-3 0,11-12 0,6-11 0,9-6 0,2-6 0,6-5 0,-5-12 0,7-4 0,-4-7 0</inkml:trace>
  <inkml:trace contextRef="#ctx0" brushRef="#br0" timeOffset="21">19790 5244 8912,'-25'0'0,"6"0"0,-4 0 0,4 0 0,2 0 0,0 8 0,-1 3 0,7 12 0,-1 6 0,9 5 0,-3 6 0,4-2 0,2 8 0,2-8 0,4 2 0,5-3 0,4-3 0,8-7 0,0-4 0,2-6 0,-2-6 0,-4-3 0,4-8 0,-2-2 0,2-4 0,-4-11 0,6-9 0</inkml:trace>
  <inkml:trace contextRef="#ctx0" brushRef="#br0" timeOffset="22">19962 5295 8912,'8'10'0,"-6"5"0,7-7 0,-3 3 0,-4 5 0,11-12 0,-7 7 0,5 0 0,-5 7 0,6-7 0,-7 1 0,7-1 0,-6 6 0,-1 0 0,3 1 0,-6-1 0,4 0 0,-4-6 0,-2 1 0,0-6 0,0 5 0,0-7 0,0 2 0,0-12 0,0-6 0,5-3 0,1-2 0,7-2 0,-1-4 0,3 2 0,2-8 0,-5 6 0,-1-5 0,1 7 0,5-2 0,0 6 0,0 5 0,1-1 0,-1 7 0,0 0 0,0 6 0,0 0 0,1 0 0,-1 2 0,0 4 0,8-4 0,4 4 0,1-5 0,-1-1 0,1 0 0,-5-1 0,0-3 0,0-2 0,-4-7 0,-9 1 0,-5 3 0,-7-3 0,0 1 0,0-6 0,-7 7 0,-5 4 0,-5 4 0,-6 2 0,-4 2 0,-7 4 0,5 4 0,2 7 0,2 2 0,4 4 0,-2-2 0,6 7 0,-2-7 0,13 2 0,1 2 0,5-2 0,2 0 0,3-6 0,13-5 0,10-1 0,5-7 0,1 2 0,2-6 0,5-6 0,-5 0 0,4-11 0,-9 2 0,-3-14 0,-1 6 0,2-5 0,-4 5 0,-8-6 0,-6 6 0,-1-4 0,-2 2 0,-5 4 0,-1 2 0,-2 2 0,0 8 0,0 1 0,0 10 0,2 4 0,2 5 0,2 4 0,7 4 0,-1 4 0,3-2 0,2 8 0,-5-6 0,-1 6 0,-1-6 0,1 5 0,-3-1 0,-8 3 0,0-1 0,0 2 0,-10-6 0,-7-3 0,0 3 0,-6-2 0,6-6 0,5-5 0,-3-8 0,13 3 0,-6-10 0,8-9 0,10-1 0,7-16 0,8-7 0,9-8 0</inkml:trace>
  <inkml:trace contextRef="#ctx0" brushRef="#br0" timeOffset="23">21149 5192 8912,'-17'0'0,"0"0"0,0 0 0,0 0 0,7 0 0,2 0 0,8 0 0,8 0 0,4 0 0,10 0 0,7 0 0,4 0 0,1 0 0,1-2 0,-3-3 0,-1-7 0,-3-3 0,-1-2 0,2 0 0,-6 5 0,-12 1 0,3-1 0,-9-5 0,1 0 0,-6 0 0,-2 7 0,-4 4 0,-9 4 0,-10 4 0,-3 4 0,-9 6 0,3 10 0,-6 7 0,3 5 0,3 7 0,1 3 0,5 7 0,3-5 0,10 0 0,3 0 0,6-2 0,14-4 0,9-12 0,14-10 0,9-13 0,8-3 0,-2-2 0,-4-2 0,-2-3 0,-4-11 0,-1-7 0,7-7 0,-6-5 0,6-9 0</inkml:trace>
  <inkml:trace contextRef="#ctx0" brushRef="#br0" timeOffset="24">22440 4745 8912,'-27'-25'0,"-1"12"0,10-4 0,-1 9 0,14-3 0,-7 15 0,6 1 0,1 18 0,5 12 0,0 7 0,-2 9 0,-2 1 0,-2-1 0,-1 1 0,1 0 0,2 5 0,-8 0 0,9 1 0,-3-7 0,2-5 0,-2 0 0,3-10 0,-9-2 0,1-7 0,-7-10 0</inkml:trace>
  <inkml:trace contextRef="#ctx0" brushRef="#br0" timeOffset="25">22130 5347 8912,'0'-17'0,"0"-6"0,0 0 0,0 0 0,0 6 0,0 0 0,0 0 0,2-1 0,4 1 0,11 0 0,12 0 0,5 5 0,6 1 0,6 1 0,10-3 0,3 3 0,2 3 0,-5-7 0,1 3 0,-11 1 0,-6-1 0,0-1 0,-5-5 0,-7 0 0,-16 0 0,-5 0 0,-7-2 0,0-2 0,0-2 0,-1 0 0,-5 5 0,-4-1 0,-7-4 0,0 2 0,0-7 0,1 12 0,5-1 0,-2 10 0,5-3 0,-2 2 0,6 10 0,-1 10 0,1 11 0,-2 5 0,4 11 0,-3 1 0,-3 7 0,0-3 0,1 2 0,-1 0 0,-4-6 0,7 6 0,-7-8 0,7 2 0,-1-9 0,6-2 0,0-8 0,0 2 0,0-4 0,7-10 0,5-3 0,9-14 0,2-9 0,2-8 0,-4-9 0,2-2 0,-2-5 0,-2 11 0,-2-4 0,0 5 0,0 0 0,-5 4 0,-1 8 0,-5 8 0,6 3 0,-7 6 0,7 6 0,-1 11 0,8 2 0,4 4 0,-2-6 0,8-5 0,-6-5 0,6-7 0,-1 0 0,5 0 0,-2-2 0,-3-3 0,-7-5 0,2-7 0,-11-6 0,-7 0 0,-3-6 0,-2 6 0,-2 0 0,-3 6 0,-7 2 0,-3 3 0,-10 5 0,-4 7 0,4 2 0,3 3 0,-3 7 0,2 11 0,2-2 0,9 8 0,-1-3 0,7 3 0,0 3 0,6-3 0,10-4 0,7-2 0,10-4 0,13-4 0,8-3 0,7-7 0,8-3 0,12-2 0,-4-23 0,5-5 0</inkml:trace>
  <inkml:trace contextRef="#ctx0" brushRef="#br0" timeOffset="26">24918 4848 8912,'-29'-17'0,"1"0"0,-3 0 0,-1 2 0,-3 1 0,1 5 0,-1 1 0,1 2 0,0 8 0,1 4 0,4 5 0,5 7 0,6 5 0,3 3 0,4 1 0,3 5 0,8-5 0,2 2 0,4 0 0,11-8 0,11 1 0,5-2 0,1-3 0,7-6 0,-1 1 0,0-7 0,-6 7 0,1-1 0,-1-1 0,-5 5 0,-1-3 0,-6 5 0,0 6 0,-10-2 0,-6 7 0,-6 3 0,-6 7 0,-7 4 0,-8 2 0,-8-6 0,-11 3 0,3-7 0,-3-5 0,10-3 0,1-3 0,2-11 0,-2-1 0,-3-15 0,5-5 0</inkml:trace>
  <inkml:trace contextRef="#ctx0" brushRef="#br0" timeOffset="27">25193 4986 8912,'18'0'0,"-1"0"0,-2 2 0,-3 4 0,-5 3 0,-7 8 0,0 8 0,0 4 0,0 3 0,0 3 0,0 7 0,0 4 0,0 3 0,0 3 0,6-8 0,0-4 0,5-6 0,-5-5 0,0-4 0,-6-8 0,0-7 0,-8-3 0,-1-7 0</inkml:trace>
  <inkml:trace contextRef="#ctx0" brushRef="#br0" timeOffset="28">25193 4969 8912,'0'-17'0,"0"7"0,8 2 0,7 8 0,8 0 0,8 0 0,0 0 0,7 0 0,8 0 0,3 6 0,3 0 0,0 0 0,-1-6 0,-9 2 0,-7 3 0,-8-3 0,-10 4 0,-8 3 0,-3 3 0,-12 9 0,-5 2 0,-12 2 0,-4-4 0,0 2 0,4-2 0,4-4 0,2-6 0,2 5 0,3-5 0,-3-3 0,13 7 0,-6-13 0,16 6 0,2-3 0,7 1 0,0 0 0,0-4 0,1 1 0,-1 3 0,2 2 0,4-2 0,-2-3 0,7 9 0,-5-6 0,6 5 0,0 0 0,-2-1 0,-3 11 0,-6-4 0,-1 6 0,0 0 0,-7 4 0,-5 7 0,-5 1 0,-5-1 0,-5 0 0,-7 1 0,0-1 0,-1 1 0,1-3 0,0-3 0,-6-4 0,0-8 0,2 0 0,2 0 0,2-7 0,0-3 0,-1-7 0,1 0 0,8-2 0,3-3 0,4-5 0,2-7 0,8 0 0,3 0 0,12-6 0,6 0 0,3 2 0,3 7 0,1 3 0,4-3 0,4-1 0,8-2 0,-1 6 0,3-1 0,1-1 0,3-3 0,-1-1 0,-5 0 0,-8-6 0,-4 0 0,-12-6 0,-5 7 0,-5-7 0,-7 6 0,-5-8 0,-12 3 0,-5 3 0,-12 2 0,2 4 0,-8 4 0,-2 3 0,-1 6 0,-8 12 0,0 6 0,-1 11 0,7 5 0,1 7 0,5 5 0,5 2 0,11 4 0,5 1 0,7-7 0,17 1 0,12-7 0,13-5 0,17-5 0,8-4 0,6-11 0,1-7 0,-5-8 0,0-5-140,0-12 1,-1-11-1,1-10 1</inkml:trace>
  <inkml:trace contextRef="#ctx0" brushRef="#br0" timeOffset="29">27551 4831 8912,'-17'0'0,"-8"-2"0,-4-3 0,-3 3 0,-3-4 0,1 4 0,0 2 0,-1 8 0,1 3 0,9 12 0,8 6 0,1 5 0,11 6 0,1 2 0,11 4 0,11-6 0,8-3 0,7-5 0,1-3 0,7-6 0,-1-12 0,0-3 0,-6-8 0,1-8 0,-1-3 0,-7-5 0,-4-3 0,-6-4 0,-6-5 0,-3 1 0,-8-2 0,-2 1 0,-4-7 0,-11 3 0,-11 3 0,1-1 0,-2 7 0,0 0 0,-5 5 0,7 9 0,4 3 0,4 4 0,2 2 0,2 2 0,3 4 0,12 3 0,10 9 0</inkml:trace>
  <inkml:trace contextRef="#ctx0" brushRef="#br0" timeOffset="30">28343 4487 8912,'-2'-44'0,"-2"4"0,-4 6 0,-1 5 0,3 6 0,-5 12 0,5 3 0,-6 10 0,-1 4 0,3 5 0,-1 12 0,1 12 0,-3 11 0,3 5 0,3 6 0,-5 5 0,7 6 0,-1 1 0,6 0 0,0-6 0,0 0 0,0-2 0,0 2 0,0-4 0,0-7 0,0-6 0,0 0 0,0-10 0,-2-2 0,-4-9 0,-11-13 0,-10-5 0</inkml:trace>
  <inkml:trace contextRef="#ctx0" brushRef="#br0" timeOffset="31">27999 4986 8912,'-10'-10'0,"-5"3"0,13-1 0,-2 6 0,15-3 0,16 3 0,15 2 0,14 0 0,18 0 0,12-2 0,-37 0 0,0 0 0,1-2 0,-1 0 0,0 0 0,0-1 0,2-4 0,-1-1 0,-2-4 0,0 1 0</inkml:trace>
  <inkml:trace contextRef="#ctx0" brushRef="#br0" timeOffset="32">29478 4591 8912,'-1'-12'0,"-3"1"0,-4-3 0,0-1 0,-1 0 0,-1 3 0,5 7 0,-5 12 0,2 12 0,5 14 0,1 16 0,2 14 0,0 6 0,0 6 0,0-5 0,2 5 0,1-6 0,3-6 0,7 4 0,-3-6 0,0-2 0,-5-7 0,-3-9 0,-2-8 0,-2-8 0,-3-4 0,-5-12 0,-7-3 0</inkml:trace>
  <inkml:trace contextRef="#ctx0" brushRef="#br0" timeOffset="33">29427 4539 8912,'7'-10'0,"3"-5"0,7 6 0,2-3 0,4 1 0,4 7 0,8-2 0,-7 4 0,1 2 0,0 2 0,-3 4 0,-1 5 0,-10 12 0,-3 6 0,-6 3 0,-6 3 0,-6-1 0,-6 6 0,-10 0 0,-11 6 0,-7-6 0,2 0 0,9-5 0,-4-16 0,14 4 0,-6-14 0</inkml:trace>
  <inkml:trace contextRef="#ctx0" brushRef="#br0" timeOffset="34">29926 4625 8912,'0'-10'0,"0"3"0,-2 9 0,-4 3 0,2 7 0,-7 11 0,7-4 0,-4 6 0,3-2 0,-1 0 0,0 0 0,6-6 0,8 0 0,3 0 0,-1-7 0,1-5 0,3-3 0,1-2 0,0-2 0,-3-3 0,1-7 0,-7-11 0,0 2 0,-6-7 0,0 5 0,-2-4 0,-4 2 0,-5 4 0,-10 2 0,-2 2 0,0 7 0,5 4 0,1 5 0,0 1 0,0 0 0,7 0 0,10 7 0,10 3 0</inkml:trace>
  <inkml:trace contextRef="#ctx0" brushRef="#br0" timeOffset="35">30218 4659 8912,'0'-9'0,"0"3"0,0 12 0,0 3 0,0 9 0,0 1 0,0 4 0,0-2 0,0 7 0,0-5 0,0 6 0,0-6 0,0 5 0,6-7 0,0 2 0,0-4 0,-6-1 0</inkml:trace>
  <inkml:trace contextRef="#ctx0" brushRef="#br0" timeOffset="36">30184 4556 8912,'-17'-23'0,"2"-2"0,1 1 0,3-1 0,7 2 0,-2 6 0,4-1 0,10 3 0,3 4 0,10 3 0,2 8 0,8 8 0,-2 3 0,-3 3 0,1-1 0,-2-2 0,6 1 0,-5 5 0</inkml:trace>
  <inkml:trace contextRef="#ctx0" brushRef="#br0" timeOffset="37">30494 4711 8912,'-2'9'0,"-4"-3"0,4 4 0,-5-1 0,7 9 0,0-1 0,0 0 0,0 0 0,0 0 0,0 0 0,-2-1 0,-4-5 0,2 4 0,-7-3 0,-3 3 0,7-5 0,-9-3 0,14-14 0,-3-5 0,3-9 0,2-2 0,2-5 0,3 5 0,5-6 0,9 6 0,2 2 0,2 2 0,2 2 0,-2 0 0,-4 7 0,4 4 0,4 5 0,1 1 0,-3 7 0,-2 5 0,2 9 0,-2 3 0,-2 1 0,-2 0 0,-2 4 0,1-6 0,-1 0 0,0-6 0,0 0 0,0 0 0</inkml:trace>
  <inkml:trace contextRef="#ctx0" brushRef="#br0" timeOffset="38">31044 4161 8912,'0'-23'0,"-1"2"0,-3 4 0,-2 3 0,0 10 0,6 1 0,0 14 0,0 16 0,0 19 0,0 5 0,0 7 0,0 3 0,0 7 0,0 1 0,0 0 0,8 0 0,3 0 0,5-8 0,1-4 0,0-5 0,2-9 0,2-8 0,2-10 0,0-8 0,-6-6 0,2-5 0,4-12 0,2-5 0,4-12 0,3 2 0,-3-8 0,4 1 0,1-7 0,0 1 0,1 0 0,-6-1 0,-1-1 0,1-2 0,-2-3 0,3 1 0,-7 6 0,0 9 0,-6 8 0,-7 9 0,-4 14 0,-4 11 0,-2 12 0,0 5 0,0 6 0,-2 6 0,-4 12 0,2-5 0,-7 4 0,7-5 0,-2-4 0,2-2 0,-1 1 0,3-5 0,-4-2 0,2-5 0,-2-7 0,-1-1 0,-5-4 0,-5-9 0,0 3 0,0-12 0,-6 1 0,-2-4 0,0-6 0,0-5 0,0-8 0,-5-12 0,3 2 0</inkml:trace>
  <inkml:trace contextRef="#ctx0" brushRef="#br0" timeOffset="39">30976 4711 8912,'-52'2'0,"0"2"0,1 1 0,-1-1 0,16 4 0,7-2 0,16-1 0,17-5 0,18 0 0,28-9 0,25-8 0,-27 4 0,3-1 0,7-5 0,1-2 0,7-2 0,2 0 0,5-2 0,1 0 0,-2 3 0,-1 0-238,-1 2 1,-2 0-1,-6 2 1,-2 0 237,-4 0 0,-3 1 0,-3 4 0,-2 0 0,44-10 0,-27 4 0,2 3 0,-16 5 0,8 3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38:02.666"/>
    </inkml:context>
    <inkml:brush xml:id="br0">
      <inkml:brushProperty name="width" value="0.05292" units="cm"/>
      <inkml:brushProperty name="height" value="0.05292" units="cm"/>
      <inkml:brushProperty name="color" value="#3165BB"/>
    </inkml:brush>
  </inkml:definitions>
  <inkml:trace contextRef="#ctx0" brushRef="#br0">6453 10230 8912,'-15'-17'0,"2"0"0,1 1 0,-1 5 0,-3 5 0,-1 4 0,0 2 0,2 14 0,3 3 0,-1 13 0,7 5 0,2 9 0,2 5 0,2 5 0,0 3 0,2 0 0,4 12 0,4-12 0,7 8 0,-2-7 0,-3-7 0,3 3 0,-4-14 0,-3 0 0,-2-6 0,-4-7 0,-2-4 0,0-4 0,0-2 0,0 1 0,-16-9 0,-3-1 0</inkml:trace>
  <inkml:trace contextRef="#ctx0" brushRef="#br0" timeOffset="1">5954 10385 8912,'-17'-35'0,"6"7"0,-1-1 0,8 16 0,-3-10 0,7 21 0,1-6 0,5 8 0,8-8 0,14-3 0,14-4 0,12-2 0,9-1 0,12 1 0,-3-4-193,9 4 1,-3-2 192,2 13 0,-7 0 0,-16 6 0,-7 8 0,-16 2 0</inkml:trace>
  <inkml:trace contextRef="#ctx0" brushRef="#br0" timeOffset="2">6608 10849 8912,'-9'8'0,"1"-7"0,8 7 0,0-8 0,8 0 0,3 0 0,4-2 0,4-4 0,2-5 0,2-4 0,8-3 0,-2 1 0,-4-6 0,-2 0 0,-4-5 0,-2 5 0,-2-6 0,-3 6 0,-9 0 0,-6-1 0,-7 10 0,-7-3 0,-8 11 0,-4 1 0,3 3 0,-3 2 0,6 9 0,-6 8 0,8 8 0,0 10 0,6-1 0,3 0 0,9 3 0,-3 3 0,6-4 0,6 4 0,3-9 0,8-3 0,10-7 0,8 2 0,1-5 0,10-7 0,-2-3 0,2-8 0,11 0 0,-3 0 0</inkml:trace>
  <inkml:trace contextRef="#ctx0" brushRef="#br0" timeOffset="3">7210 10729 8912,'-15'-18'0,"2"3"0,1 4 0,8 3 0,-3 8 0,9 0 0,3 0 0,7 0 0,3 9 0,4 7 0,2 5 0,2 0 0,8 4 0,-2-2 0,1 5 0,-1-5 0,3 6 0,-3-6 0,2 5 0,-3-5 0,-3 0 0,0-6 0,2 1 0</inkml:trace>
  <inkml:trace contextRef="#ctx0" brushRef="#br0" timeOffset="4">7520 10660 8912,'-17'0'0,"0"0"0,0 0 0,-1 4 0,1 7 0,0 4 0,0 18 0,-2 3 0,-4 0 0,4 8 0,-4 2 0,5 4 0,7 1 0,-2 1 0,7-2 0,2-4 0,2-6 0,2-12 0,0-3 0</inkml:trace>
  <inkml:trace contextRef="#ctx0" brushRef="#br0" timeOffset="5">7813 10419 8912,'0'-27'0,"0"2"0,0 8 0,0 6 0,0-1 0,0 16 0,0 2 0,0 11 0,0 12 0,0 1 0,0 16 0,0-6 0,0 6 0,2 2 0,3 2 0,-1 1 0,8 1 0,-7-1 0,7 1 0,-3-1 0,3 1 0,1-6 0,-7 0 0,7-8 0,-3 4 0</inkml:trace>
  <inkml:trace contextRef="#ctx0" brushRef="#br0" timeOffset="6">7675 10900 8912,'-9'0'0,"1"0"0,12-5 0,7-1 0,8-13 0,16 2 0,7-4 0,6 2 0,7-4 0,8-6 0,4-3 0,2-3 0</inkml:trace>
  <inkml:trace contextRef="#ctx0" brushRef="#br0" timeOffset="7">8432 10127 8912,'-23'0'0,"0"0"0,2 0 0,2 9 0,4 9 0,2 8 0,1 7 0,8 11 0,-2 7 0,5 8 0,1 8 0,0-2 0,0-2 0,1-2 0,5 2 0,-2 2 0,8-7 0,-9-9 0,3-8 0,-4-7 0,-2-5 0,0-5 0,-2-8 0,-4-5 0,4-3 0,-5-16 0,7-3 0,2-10 0,3-2 0,5-8 0,7 3 0,6-9 0,0 3 0,6-4 0,-6 9 0,7 4 0,-1 2 0,4 4 0,1 2 0,-5 5 0,-1 1 0,1 7 0,5-2 0,-5 12 0,0 6 0,-14 5 0,2 6 0,-11 9 0,0 8 0,-12 6 0,-7-4 0,-10 0 0,-12 0 0,-1 4 0,-10-6 0,6 0 0,-6-5 0,8-7 0,-2-3 0,3-4 0,3-5 0,1-5 0,5 0 0,3-11 0,8-9 0</inkml:trace>
  <inkml:trace contextRef="#ctx0" brushRef="#br0" timeOffset="8">9017 10625 8912,'0'12'0,"0"-1"0,0 3 0,-7 3 0,-5 6 0,-3-2 0,-2 6 0,0 1 0,-1 5 0,1-3 0,0 10 0,7-5 0,5-5 0,5-1 0,5 2 0,5-7 0,7-1 0,8-6 0,4-5 0,-3-4 0,3-8 0,-2-8 0,2-4 0,1-9 0,-7-3 0,-2-5 0,-2-7 0,-9 1 0,-4-5 0,-5 4 0,-1 1 0,-3 1 0,-9 0 0,1-1 0,-12 1 0,-4 7 0,-2 4 0,2 4 0,1 4 0,1 3 0,4 7 0,2 5 0,2 5 0,7 5 0,2 15 0,8 2 0</inkml:trace>
  <inkml:trace contextRef="#ctx0" brushRef="#br0" timeOffset="9">9585 10780 8912,'-34'0'0,"5"6"0,0 0 0,3 7 0,-5 0 0,4 6 0,2 4 0,8 6 0,6-6 0,7 7 0,-2-1 0,6-2 0,6 2 0,5-8 0,10 0 0,2-6 0,-2-4 0,4-7 0,-2 2 0,0-6 0,-6-6 0,1-3 0,-1-9 0,-2-1 0,-2-4 0,-3-5 0,-2-5 0,-3-1 0,-5-1 0,0 1 0,0 0 0,-7-1 0,-5 1 0,-3 5 0,-2 1 0,-6 7 0,-2-2 0,-2 5 0,-3 7 0,-1 3 0,2 8 0,-1 2 0,7 4 0,2 4 0,9 7 0,5 0 0,7 0 0,0 0 0</inkml:trace>
  <inkml:trace contextRef="#ctx0" brushRef="#br0" timeOffset="10">10136 10024 8912,'-8'-10'0,"4"-3"0,-7 7 0,-2 2 0,-1 17 0,1 12 0,3 12 0,3 8 0,-5 15 0,6 8 0,-5 3 0,5 9 0,2 4 0,2 6 0,2-10 0,0 1 0,0-16 0,0-8 0,0-11 0,2-10 0,4-11 0,4-10 0,15-30 0,1-4 0</inkml:trace>
  <inkml:trace contextRef="#ctx0" brushRef="#br0" timeOffset="11">10411 10058 8912,'-17'10'0,"0"-3"0,-2 1 0,-4 3 0,-6 12 0,-11 6 0,-4 7 0,-8 10 0,6 2 0,4 15 0,6 0 0,9-2 0,16-4 0,11-11 0,15-6 0,14-11 0,13 1 0,9-7 0,3-7 0,9-11 0,-6-3 0,7-2 0,1 0 0,2 0 0,-6-7 0,6-3 0,-6-7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4.828"/>
    </inkml:context>
    <inkml:brush xml:id="br0">
      <inkml:brushProperty name="width" value="0.05292" units="cm"/>
      <inkml:brushProperty name="height" value="0.05292" units="cm"/>
    </inkml:brush>
  </inkml:definitions>
  <inkml:trace contextRef="#ctx0" brushRef="#br0">5317 12809 8912,'8'-23'0,"2"-2"0,-1 0 0,-3 0 0,-4 4 0,-2 2 0,0 12 0,0 7 0,0 13 0,0 12 0,2 2 0,4 3 0,-5 8 0,7 4 0,-2 0 0,0 1 0,1 4 0,-3-1 0,2 6 0,-2 5 0,3 10 0,-1 7 0,0 1 0,-6-6 0</inkml:trace>
  <inkml:trace contextRef="#ctx0" brushRef="#br0" timeOffset="1">9258 12706 8912,'12'-17'0,"-1"-1"0,3 1 0,1 0 0,2 0 0,2 1 0,2 3 0,2 4 0,-2 1 0,-2 2 0,-1 6 0,-1 0 0,0 0 0,-2 2 0,-3 4 0,-5 3 0,-7 10 0,0 2 0,0 2 0,-2 8 0,-3-2 0,-3 3 0,-3 3 0,-5-1 0,5 0 0,3 1 0,2-3 0,5-3 0,1-6 0,0-4 0,0-2 0,15-7 0,8-5 0,9-5 0,8-5 0,12-7 0,11-11 0,10 2 0,1-7-396,1 6 1,-6-10 0,0 5 0</inkml:trace>
  <inkml:trace contextRef="#ctx0" brushRef="#br0" timeOffset="2">13578 12482 8912,'-18'16'0,"1"-5"0,2-7 0,2-6 0,3-6 0,2-1 0,3-3 0,5-5 0,9 0 0,6 2 0,10 1 0,8 3 0,-1 1 0,12-1 0,0 3 0,0 0 0,-7 7 0,-1-5 0,-7 4 0,-5 2 0,5 8 0,-6 3 0,-8 6 0,-9 6 0,-6 6 0,-6 3 0,-9 3 0,-8-1 0,-6 0 0,7 1 0,-3-3 0,2-3 0,9-4 0,-1-8 0,4 0 0,1 0 0,6-5 0,-2-1 0,12-5 0,6 5 0,3-5 0,2 6 0,8-7 0,4 7 0,-1-6 0,3 5 0,1 2 0,-1 3 0,-2-5 0,-1 1 0,-3 1 0,-8 10 0,-1-4 0,-5 4 0,-3 2 0,-8-2 0,-2 2 0,-6-3 0,-9 7 0,-10 4 0,-5-5 0,-3 1 0,-5 0 0,0 5 0,0-2 0,6-3 0,1-4 0,4-8 0,1 6 0,10 0 0,20-8 0,18-7 0</inkml:trace>
  <inkml:trace contextRef="#ctx0" brushRef="#br0" timeOffset="3">17639 12224 8912,'11'0'0,"1"0"0,-8 0 0,3 2 0,-7 4 0,0 5 0,-15 12 0,-8 8 0,-8 7 0,-3 8 0,-6 6 0,0 5 0,2 4 0,1 0 0,5 4 0,5-8 0,10-1 0,9-3 0,6-11 0,2-7 0,4-9 0,7-10 0,12-5 0,8-5 0,9-6 0,0-6 0,8-3 0,-2-9 0,4-4 0,1-1 0,-7-6 0,-4 6 0,3 0 0,-5 6 0,-6 0 0,-7 0 0,-12-1 0,-1 1 0,-8-8 0,3-1 0</inkml:trace>
  <inkml:trace contextRef="#ctx0" brushRef="#br0" timeOffset="4">17708 12499 8912,'0'44'0,"-2"-4"0,-2-1 0,-2 1 0,-1-2 0,1 8 0,4 0 0,-4 5 0,4 3 0,2 3 0,0-2 0,0 9 0,2 4 0,4 7 0,4 5 0,5-7 0,-2-8 0,-1-12 0,-1-1 0,6-8 0</inkml:trace>
  <inkml:trace contextRef="#ctx0" brushRef="#br0" timeOffset="5">20530 12362 8912,'-17'0'0,"0"0"0,-1 0 0,7 0 0,-1 0 0,-1 0 0,-2 0 0,-3 0 0,1 2 0,0 4 0,0 3 0,0 8 0,1 8 0,5 4 0,5 5 0,4 6 0,2-2 0,0 8 0,14-7 0,3 1 0,10 2 0,-3-2 0,3-4 0,4-5 0,-6-1 0,-2-7 0,-4 0 0,-2-6 0,0 0 0,0 1 0,-5-3 0,-1-4 0,-7 5 0,4-7 0,-16 6 0,-3-1 0,-7-5 0,-4-1 0,-3 4 0,-4-7 0,4 1 0,0-6 0,-2 0 0</inkml:trace>
  <inkml:trace contextRef="#ctx0" brushRef="#br0" timeOffset="6">20306 12671 8912,'2'-11'0,"4"-1"0,0 9 0,11-3 0,0-2 0,17 2 0,14-5 0,21 5 0,19-7 0,-35 7 0,3-1 0,5-3 0,2-1 0,11-9 0,1-2 0,4-5 0,-1 0 0</inkml:trace>
  <inkml:trace contextRef="#ctx0" brushRef="#br0" timeOffset="7">25503 12413 8912,'-11'-17'0,"1"0"0,1 0 0,1 0 0,0-1 0,3 1 0,-3 0 0,4 2 0,-7 3 0,5 9 0,-6 14 0,1 18 0,-8 24 0,-2 14 0,-2 11 0,-6 12 0,8 2 0,4-2 0,4-3 0,11-2 0,2-5 0,17-8 0,17-16 0,12-18 0,10-17 0,5-11 0,8-10 0,-2-16 0,-4-7 0,-14-7 0,-14-5 0,-12 1 0,-10 0 0,-7-1 0,-12 1 0,-5 7 0,-12 4 0,-12 4 0,-11 2 0,-5 2 0,-5 3 0,-3 6 0,-2 4 0,5 4 0,-1 4 0,5 6 0,7 10 0,12 11 0,16 7 0,9 6 0,14-6 0,19 0 0,11-5 0</inkml:trace>
  <inkml:trace contextRef="#ctx0" brushRef="#br0" timeOffset="8">29134 12070 8912,'-59'-8'0,"13"-2"0,0-7 0,8 0 0,21 2 0,11 3 0,14 7 0,15 5 0,5 5 0,14-1 0,10 8 0,7-9 0,10 3 0,-2-4 0,-4-2 0,2 0 0,-7 0 0,-7-6 0,-7 1 0,-2 1 0,-4 2 0,-9 2 0,-4 0 0,-15 7 0,-5 5 0,-5 11 0,-5 5 0,-3 7 0,-6 5 0,3 8 0,-2 7 0,-3 6 0,-1 8 0,2 0 0,3 0 0,-1-1 0,7 1 0,-5-6 0,5 0 0,-5-13 0,5 1 0,-2-10 0,2-1 0,3-12 0,-9-5 0,6-4 0,-5-1 0,5-3 0,-5-4 0,5-3 0,-5-8 0,7-15 0,-4-4 0</inkml:trace>
  <inkml:trace contextRef="#ctx0" brushRef="#br0" timeOffset="9">29169 12792 8912,'-18'-8'0,"1"4"0,0-7 0,8 7 0,5-9 0,17 7 0,18 2 0,16 2 0,20 0 0,14-4 0,-33 5 0,3-1 0,4-3 0,1-2 0,5 0 0,0-1-330,5-2 1,0-1 0,2-2-1,0-1 1,1-3 0,0 0-1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4.838"/>
    </inkml:context>
    <inkml:brush xml:id="br0">
      <inkml:brushProperty name="width" value="0.05292" units="cm"/>
      <inkml:brushProperty name="height" value="0.05292" units="cm"/>
    </inkml:brush>
  </inkml:definitions>
  <inkml:trace contextRef="#ctx0" brushRef="#br0">23335 8339 8912,'-27'21'0,"4"-4"0,4-8 0,4-7 0,3-7 0,7-7 0,3-3 0,4-2 0,3-1 0,7-1 0,3-4 0,8 4 0,0-4 0,2-1 0,-4 1 0,2 0 0,-2-2 0,4 6 0,-2-6 0,-2 2 0,-2 0 0,4-6 0,0 7 0,0-7 0,-6 6 0,0-8 0,0 3 0,2-5 0,4-1 0,-4 5 0,3 2 0,-7 1 0,-4-1 0,-1 4 0,1-6 0,3 8 0,-9-2 0,3 4 0,-2 2 0,-4 6 0,3-1 0,-3 1 0,0-4 0,2 1 0,2 3 0,2 5 0,-3-6 0,-1 7 0,8-7 0,-7 7 0,7-7 0,-7 8 0,7-1 0,-1-3 0,7 2 0,-1 0 0,0-1 0,-5 3 0,-1-7 0,0 5 0,7-6 0,-1 3 0,0-3 0,-5-1 0,-1 5 0,2-1 0,-3-1 0,1-1 0,-7 1 0,2 4 0,-2 5 0,2-5 0,-5 4 0,7 2 0,-8 0 0,0 0 0,-8 0 0,7 0 0,-15 0 0,5 0 0,-6 9 0,-6 9 0,-4 6 0,-8 11 0,-5 13 0,0 3 0,0 12 0,6 0 0,-1 4 0,1 2 0,3 4 0,8-5 0,8 1 0,15-17 0,0 1 0,0-13 0,8-7 0,5-10 0,8-6 0,8-6 0,5-3 0,6-8 0,4-2 0,8-4 0,-1-5 0,1-12 0,-6 4 0,0-4 0,-8-4 0,2-2 0,-11 3 0,-6-3 0,-4 0 0,-2-5 0</inkml:trace>
  <inkml:trace contextRef="#ctx0" brushRef="#br0" timeOffset="1">24471 7703 8912,'17'0'0,"-7"0"0,-3-8 0,-9 4 0,-3-7 0,-7 7 0,-11-2 0,2 4 0,-8 2 0,8 2 0,-2 4 0,-1 3 0,1 10 0,2 2 0,1 2 0,3 6 0,0-6 0,2 8 0,3-3 0,3 5 0,3 1 0,4-1 0,-4-5 0,10-3 0,4-6 0,1 0 0,5-2 0,1-3 0,2-14 0,6 0 0,0 0 0,0-8 0,-6-3 0,2-10 0,4-2 0,-4-6 0,2 4 0,-5-1 0,-5-5 0,-1 4 0,1-1 0,3 7 0,-9-2 0,1 3 0,2 3 0,-4 10 0,5 7 0,-1 9 0,-1 8 0,-1 6 0,4-4 0,7 4 0,0-2 0,0 2 0,3-9 0,2 3 0,0-4 0,4 3 0,-1-5 0,-4-5 0,4-4 0,-2-2 0,0 0 0,-6 0 0,-5-2 0,-1-4 0,-5-4 0,3-7 0,-1 0 0,-4 0 0,3 0 0,-1-1 0,0 1 0,-6 0 0,0 0 0,0 7 0,0 3 0,0 7 0,2 0 0,4 0 0,-4 2 0,3 3 0,-3 7 0,-2 3 0,2 2 0,4 0 0,-4 1 0,3-1 0,-3-6 0,-2 1 0,0-1 0,0 6 0,0 1 0,0-1 0,0 0 0,0-7 0,0-3 0,0-7 0,2-4 0,4-5 0,5-8 0,-1-6 0,2 0 0,-1 4 0,6-4 0,0-2 0,1 4 0,-1 4 0,0 3 0,0 11 0,0-3 0,-5 6 0,-1 6 0,1 9 0,5 8 0,-5 7 0,-1-1 0,-5 3 0,5 3 0,1-1 0,5 1 0,0-9 0,0-3 0,1-6 0,-1-5 0,0-4 0,0-8 0</inkml:trace>
  <inkml:trace contextRef="#ctx0" brushRef="#br0" timeOffset="2">25555 7737 8912,'-17'0'0,"-1"0"0,1 0 0,-2 0 0,-4 0 0,2 8 0,-8 5 0,1 10 0,1 11 0,2 3 0,8 8 0,7-4 0,5 4 0,7-6 0,9 1 0,8-4 0,16-2 0,1-1 0,2-5 0,2-6 0,-1-9 0,-5-5 0,-5-8 0,3 0 0,-3 0 0,-4-2 0,-2-4 0,-10-4 0,-2-7 0,-1-8 0,2-3 0,-5 1 0,-7-2 0,0 1 0,0-5 0,0 4 0,0 7 0,0-5 0,0 8 0,-2-4 0,-3 11 0,3 12 0,-4 12 0,-2 11 0,2 5 0,-1 5 0,1 1 0,4 1 0,-4-1 0,5 0 0,1 1 0,5-3 0,1-3 0,7-6 0,-1-12 0,3 3 0,2-9 0,3 1 0,2-6 0,-2-13 0,3-4 0,-2-12 0,1 0 0,-2-3 0,3-3 0,-4 1 0,-2 0 0,0 1 0,0 4 0,-5 5 0,-1 6 0,-7 1 0,4 8 0,-8 1 0,0 18 0,0 7 0,0 0 0,0 8 0,2-2 0,3 0 0,5 5 0,7-5 0,8 0 0,4-6 0,3-1 0,3-5 0,-1-3 0,0-16 0,1-1 0</inkml:trace>
  <inkml:trace contextRef="#ctx0" brushRef="#br0" timeOffset="3">26914 7771 8912,'-17'-9'0,"6"-5"0,-1 9 0,-1-1 0,-2-2 0,-3 6 0,1-3 0,0 3 0,0 2 0,-2 7 0,-4 5 0,4 3 0,-4 4 0,5 4 0,7 6 0,-3-2 0,9 1 0,-1-5 0,6 6 0,8-2 0,3 1 0,6-1 0,4-6 0,4 2 0,2-2 0,2 0 0,5 2 0,-5-4 0,-1 4 0,-5-4 0,6-2 0,-10 0 0,-2 1 0,-1-7 0,-11 0 0,1 1 0,-6 5 0,-4 0 0,-7 0 0,-12 1 0,-8-1 0,-3 0 0,0 0 0,-1-5 0,1-1 0,7-7 0,4 2 0,4-4 0,2-2 0,7-8 0,-5-9 0,5-10 0</inkml:trace>
  <inkml:trace contextRef="#ctx0" brushRef="#br0" timeOffset="4">27224 7874 8912,'-23'10'0,"0"-2"0,2-3 0,2 1 0,2 7 0,0-1 0,-6 3 0,0 4 0,2 4 0,2 6 0,7 3 0,1 3 0,7 7 0,-2 4 0,6-4 0,6-2 0,9 2 0,8-2 0,8-6 0,-3-5 0,5-8 0,-1 0 0,-1-8 0,-2-7 0,-3-4 0,3-2 0,-12 0 0,6-15 0,-4-4 0</inkml:trace>
  <inkml:trace contextRef="#ctx0" brushRef="#br0" timeOffset="5">27327 8029 8912,'6'12'0,"0"-1"0,0-7 0,-6 4 0,0-8 0,1 0 0,5 1 0,6 5 0,1 4 0,-1 7 0,3 6 0,-4 0 0,5 5 0,1-5 0,-6 8 0,1-2 0,-3-3 0,3 3 0,-5-8 0,-5 2 0,2-10 0,2-1 0,0-8 0,-6 1 0,0-10 0,0-5 0,0-7 0,0 0 0,0-1 0,5 1 0,1 0 0,8 0 0,-3 0 0,-1 5 0,1 3 0,2 1 0,3 4 0,1 2 0,0 2 0,2 0 0,4 0 0,-2 0 0,8 0 0,-6 0 0,6 0 0,-3 0 0,3 0 0,2 0 0,-8 0 0,-1 0 0,-4-2 0,-1-1 0,0-3 0,-7-8 0,-5 3 0,-3 1 0,-2-1 0,-2 0 0,-3-7 0,1 7 0,-8-1 0,-5 7 0,-6-7 0,-2 8 0,2-1 0,2 10 0,-5 7 0,1 5 0,4 6 0,2-2 0,1 8 0,7-6 0,-1 5 0,9-7 0,-3 2 0,6 2 0,6-2 0,3-2 0,8-10 0,8 3 0,4-8 0,2-1 0,-1-7 0,-1-1 0,1-3 0,1-8 0,-2 3 0,1-10 0,-7-2 0,0 0 0,-6 6 0,-5 2 0,-1 3 0,-7-3 0,9 11 0,-7-7 0,2 9 0,-2 2 0,-4 2 0,3 9 0,-1-1 0,2 1 0,-2 2 0,7-7 0,-5 6 0,5-7 0,-7 9 0,11-12 0,-3 3 0,-4-3 0,7-2 0,-6 0 0,7-7 0,-5-5 0,3 3 0,-9-3 0,7 1 0,-5-6 0,1-1 0,0 1 0,-3 0 0,-5 0 0,0 5 0,0 1 0,-1 7 0,-5-2 0,-4-1 0,-7 1 0,-8 2 0,-3 10 0,-3 5 0,2 5 0,-1 1 0,7 0 0,-2 6 0,2 0 0,4 5 0,-4-5 0,9 8 0,5-1 0,1 7 0,4 3 0,3 6 0,1-6 0,1 0 0,5-6 0,6 5 0,11-5 0,-2-3 0,7-14 0,1-8 0,5-3 0,7-4 0,1-4 0,2-6 0,3-9 0,1-8 0,-2-9 0,-4 1 0,-7 5 0,-11 1 0,-6 4 0,-1 4 0,-15-6 0,3 8 0,-10 7 0,-7 5 0,-3 3 0,5 2 0,3 7 0,7 3 0</inkml:trace>
  <inkml:trace contextRef="#ctx0" brushRef="#br0" timeOffset="6">28825 8373 8912,'0'-17'0,"0"7"0,-2-3 0,-4 7 0,4 0 0,-11 8 0,7 4 0,0 6 0,-2 3 0,5 4 0,-9 4 0,8-4 0,-1 4 0,1-4 0,-2-2 0,4 0 0,-4 1 0,4-1 0,2 0 0,0-6 0,0 1 0,0-8 0,0 3 0,0-9 0,2-3 0,2-7 0,2-3 0,7-4 0,-1-4 0,3 2 0,2-8 0,4 8 0,-3-2 0,3 6 0,-10 4 0,4 3 0,3 3 0,-1 1 0,0 6 0,0 0 0,0 0 0,1 2 0,-1 4 0,2 1 0,4 5 0,-4 3 0,4-4 0,-2-3 0,0-2 0,2-4 0,-2-2 0,4 0 0,-2 0 0,2 0 0,-2 0 0,-4-8 0,4-3 0,-4-3 0,-2 1 0,-2 1 0,-3-1 0,3 5 0,-13-7 0,6 13 0,-6-6 0,3 8 0,-1 0 0,8 0 0,-7 0 0,7 0 0,-1 0 0,6 0 0,1-1 0,-1-3 0,0-2 0,0-7 0,0 1 0,1 3 0,-1-3 0,-6 1 0,1-6 0,-6 1 0,3 3 0,-1 1 0,-2 9 0,-6-13 0,0 16 0,0 0 0,0 10 0,0 5 0,0 4 0,0 4 0,1-2 0,5 8 0,-4-2 0,4 3 0,-4-3 0,-2-2 0,2 3 0,3-5 0,-3 2 0,4-2 0,-4-10 0,-4 5 0,-4-3 0,-5 0 0,-4 2 0,-3 1 0,-7-9 0,-3-3 0,-5 3 0,-1 1 0</inkml:trace>
  <inkml:trace contextRef="#ctx0" brushRef="#br0" timeOffset="7">29134 8012 8912,'-17'0'0,"-6"-2"0,0-4 0,2-3 0,10-8 0,-3 5 0,9 1 0,1-3 0,4 7 0,5 1 0,13 6 0,10 6 0,5 9 0,1 8 0,1 7 0,-1-3 0</inkml:trace>
  <inkml:trace contextRef="#ctx0" brushRef="#br0" timeOffset="8">28893 9147 8912,'0'-17'0,"0"-1"0,-2 1 0,-1 0 0,-3 0 0,2 0 0,0 1 0,-1 5 0,3-4 0,-4 3 0,2 4 0,-2 3 0,2 5 0,-7 5 0,7 7 0,-3 11 0,1 6 0,0 3 0,-5 8 0,5 0 0,-6 8 0,7-2 0,-1-4 0,6-2 0,0-4 0,0-1 0,0-3 0,0-3 0,0-4 0,0-8 0,0-8 0,2-1 0,2-10 0,3-4 0,3-5 0,3-4 0,4-3 0,6 1 0,-3 0 0,2 0 0,5 0 0,2-1 0,3 1 0,3 0 0,5 6 0,0-1 0,2 8 0,-2-1 0,-3-3 0,3 2 0,-4 0 0,-1 5 0,-1-3 0,0-2 0,-7-2 0,-4 3 0,-4 3 0,-2-4 0,-7-4 0,-2 1 0,-14-8 0,-2 1 0,-1 3 0,-5 2 0,-1 5 0,-2-6 0,5 9 0,1-3 0,-1-2 0,-5 2 0,6 3 0,-1 8 0,1 5 0,-6 7 0,-1 0 0,9 1 0,3-1 0,4 0 0,2 0 0,0 0 0,8-7 0,1-3 0,9-7 0,-1-1 0,0-5 0,0-4 0,0-7 0,1-2 0,-1-4 0,0 4 0,0-4 0,-1 4 0,-5 2 0,2 0 0,-7-1 0,8 9 0,-5 1 0,3 10 0,-3 4 0,1 5 0,-1 5 0,-3 1 0,5 0 0,1 0 0,5-2 0,0-3 0,6-4 0,0-8 0,2 0 0,-2 0 0,2-8 0,4-4 0,3-5 0,-3-6 0,3-5 0,3-5 0,-9-3 0,-3-4 0,2 3 0,-2-3 0,-2 6 0,-9 5 0,-3 6 0,-5 10 0,2 2 0,0 9 0,-6 2 0,0 15 0,0 14 0,0 5 0,0 6 0,0-2 0,0 8 0,0-6 0,0 4 0,0-2 0,0-4 0,0 3 0,0-7 0,0 4 0,0-9 0,0 1 0,-2 1 0,-4-4 0,-6-3 0,-5-1 0,-6-5 0,-9-3 0,-8-4 0,-1 5 0,7-7 0</inkml:trace>
  <inkml:trace contextRef="#ctx0" brushRef="#br0" timeOffset="9">29926 10058 8912,'-35'-8'0,"-1"-3"0,0-4 0,1-3 0,3 1 0,9 2 0,-4 2 0,0 1 0,-3 8 0,7-1 0,-6 10 0,6 7 0,-2 5 0,4 8 0,-4 7 0,-1 6 0,5 4 0,-2-1 0,6-3 0,5 8 0,-3-2 0,5 1 0,1-6 0,3-9 0,4-5 0,2-8 0,2-1 0,4-5 0,3-5 0,8-12 0,6-5 0,0-12 0,14-6 0,-3-9 0,2-2 0,1 1 0,3-5 0,0-1 0,0-3 0,-5 2 0,-7-2 0,1 8 0,-8-6 0,2 6 0,-6-6 0,-5 8 0,-7 6 0,-3 7 0,-2 6 0,-7 9 0,-3 6 0,-7 16 0,5 9 0,1 19 0,-1 6 0,3 3 0,1-3 0,8 0 0,0 0 0,0 6 0,2-8 0,4-4 0,5-4 0,12-2 0,-2-5 0,6-4 0,0-6 0,0-10 0,-6-5 0,2-4 0,1-2 0,-1-3 0,0-5 0,-5-7 0,-7-2 0,0-4 0,1-4 0,-2 0 0,3-5 0,-7 3 0,-1 2 0,-5-1 0,0 5 0,0-6 0,0 14 0,-2 0 0,-3 5 0,-3 6 0,-3 10 0,-9 11 0,9 12 0,-8 3 0,7 3 0,3-1 0,-1 1 0,3-1 0,3 0 0,4-1 0,6-5 0,9-3 0,8-8 0,7-7 0,-1-4 0,4-4 0,1-4 0,0-4 0,1-5 0,-1-5 0,1-1 0,-9-6 0,-3 0 0,-3-15 0,-3 2 0</inkml:trace>
  <inkml:trace contextRef="#ctx0" brushRef="#br0" timeOffset="10">30700 9938 8912,'-25'0'0,"4"-6"0,-7 0 0,7 0 0,-4 8 0,0 4 0,-4 6 0,-1 7 0,1 9 0,4 3 0,8 15 0,7-6 0,5 6 0,3 0 0,2-3 0,13-1 0,4-7 0,12-8 0,0-4 0,3-12 0,3-5 0,-1-4 0,0-2 0,1-8 0,-1-3 0,-7-12 0,6-4 0,-7-8 0</inkml:trace>
  <inkml:trace contextRef="#ctx0" brushRef="#br0" timeOffset="11">30872 9938 8912,'12'0'0,"-1"0"0,-5 0 0,6 0 0,-7 0 0,7 0 0,-7 2 0,7 3 0,-8 7 0,1 9 0,-3 4 0,-2 1 0,0 1 0,0 2 0,-2 3 0,-3-3 0,1 1 0,-8-1 0,7-4 0,-7-8 0,8 0 0,-1 0 0,3-15 0,2-7 0,7-11 0,5-7 0,3-3 0,2-9 0,6-1 0,0-4 0,6 6 0,-4-3 0,2 9 0,3 3 0,-3 4 0,2 9 0,-8 5 0,2 7 0,-4 0 0,-2 7 0,-6 3 0,1 7 0,-6-7 0,5-5 0,-5-3 0,5-2 0,1 0 0,5 0 0,2 0 0,4 0 0,-2-7 0,6-5 0,0-3 0,-1-2 0,-5-1 0,2 1 0,-9 0 0,-3 0 0,-7 0 0,2-1 0,-6 3 0,-6 4 0,-4-3 0,-7 9 0,-2 1 0,-4 2 0,-2 11 0,-3 9 0,-5 1 0,4 9 0,3-5 0,-3 6 0,8-6 0,-2 6 0,4-8 0,4 1 0,1 0 0,3 0 0,7-8 0,-2 3 0,12-6 0,5 1 0,12-4 0,6-8 0,5 0 0,7 0 0,-3-8 0,8-5 0,0-7 0,-2-2 0,-2-1 0,-8 5 0,1 1 0,-1 0 0,-7 0 0,-4 0 0,-6 5 0,-6 1 0,-3 7 0,-8-4 0,0 8 0,-8 8 0,-1 1 0</inkml:trace>
  <inkml:trace contextRef="#ctx0" brushRef="#br0" timeOffset="12">32232 9766 8912,'-27'-17'0,"4"1"0,4 3 0,2 1 0,-2 9 0,-4-3 0,-4 6 0,-7 6 0,1 5 0,2 12 0,3 6 0,-3 3 0,6 2 0,2 1 0,4-1 0,2 1 0,7-7 0,5 1 0,3-8 0,4 2 0,3-12 0,5-3 0,7-8 0,0-8 0,1-3 0,1-10 0,4-2 0,-4 0 0,4 6 0,-4-6 0,-2 0 0,0 2 0,1 2 0,-3 2 0,-4-1 0,3 1 0,-9 0 0,7 6 0,-6-1 0,-1 8 0,-5-1 0,0 10 0,0 7 0,0 3 0,0 8 0,0 0 0,6 6 0,0-6 0,7-1 0,-1-4 0,3-1 0,2 0 0,0-7 0,3-3 0,2 1 0,-2-8 0,3 0 0,-6-2 0,-6-10 0,3-1 0,-9-10 0,1 4 0,-6-4 0,0 4 0,2 2 0,2 0 0,2-1 0,-1 1 0,-5 8 0,2 1 0,4 8 0,-4 8 0,4 3 0,-4 12 0,-2 8 0,0 5 0,0 4 0,-2 6 0,-4-6 0,-2 8 0,-3-2 0,-5 1 0,5-1 0,-4-4 0,-3-7 0,1-7 0,2-1 0,2-4 0,1-8 0,6-5 0,-5-10 0,7-2 0,-2-4 0,4-5 0,2-12 0,0 2 0,0-8 0,2 8 0,4-2 0,2-2 0,5 2 0,-1 2 0,1 2 0,8 4 0,2 4 0,2-9 0,-2 9 0,-2-8 0,7 7 0,7-3 0,5-2 0,8-6 0,-4-2 0,2 0 0,0 1 0,-6-7 0,6 2 0,-10-3 0,-2-3 0,-13 3 0,-9 3 0,-10 5 0,-2 8 0,-10 5 0,-5 5 0,-12 8 0,-7 9 0,-1 9 0,-5 14 0,6 2 0,5 4 0,4 2 0,8 4 0,6 2 0,1-8 0,2-2 0,5-1 0,14-5 0,6-3 0,20-4 0,3-8 0,7-2 0,5-4 0,7-5 0,4-12 0,-1-11 0,-1-11 0,-2-5 0,-2-9 0,-5-2 0</inkml:trace>
  <inkml:trace contextRef="#ctx0" brushRef="#br0" timeOffset="13">21046 14906 8912,'-11'0'0,"-1"0"0,-1 0 0,-2 0 0,3 2 0,3 4 0,1 6 0,0 3 0,4 4 0,-1 4 0,1 6 0,2-3 0,2 3 0,0 1 0,0 3 0,0-1 0,0-3 0,0-4 0,0-8 0,0 0 0,0-7 0,0-2 0,6-18 0,1-7 0,1-10 0,0-5 0,3-10 0,-5-4 0,5-12 0,-5-5 0,0 2 0,-6-2 0,0-2 0,0-2 0,0 0 0,0 4 0,0 14 0,0 14 0,0 9 0,2 10 0,3 5 0,7 13 0,11 15 0,-4 10 0,4 13 0,2 4 0,-2 7 0,5 1 0,-5 0 0,0-1 0,2 1 0,-4-3 0,8-3 0,-8-4 0,2-7 0,2-1 0,-2 0 0,-2-1 0,-10-4 0,-3-5 0,-8-6 0,0-1 0</inkml:trace>
  <inkml:trace contextRef="#ctx0" brushRef="#br0" timeOffset="14">20977 15010 8912,'-9'0'0,"3"0"0,12-2 0,5-4 0,12-5 0,6-12 0,11 2 0,8-6 0,5 0 0,5 0 0,-1 4 0,-5-5 0,-1-1 0,1-5 0</inkml:trace>
  <inkml:trace contextRef="#ctx0" brushRef="#br0" timeOffset="15">21494 14545 8912,'0'18'0,"0"-7"0,0 1 0,0-1 0,0 6 0,0 4 0,0 8 0,0-1 0,0 13 0,0 3 0,0 1 0,0 1 0,0 2 0,0 2 0,0-3 0,0-6 0,0-1 0,2-10 0,3-1 0,-3-14 0,4 2 0,-2-11 0,1 0 0,-1-6 0,8-6 0,-8-3 0,1-9 0,5-1 0,-1-2 0,3-4 0,-1-1 0,1-1 0,5-2 0,0-1 0,1 7 0,1 0 0,4 6 0,3-1 0,9 1 0,-7 8 0,1 3 0,-6 4 0,6 2 0,-10 2 0,-2 4 0,-7 9 0,-10 10 0,0 0 0,0-1 0,-14 7 0,-3-2 0,-12-3 0,1 3 0,-5-8 0,-1 2 0,1-4 0,5-2 0,3-7 0,8-4 0,-1-4 0,9-4 0,3-4 0,6-4 0,8-9 0,9-4 0,10-5 0,5-5 0,3-1 0,-1-1 0</inkml:trace>
  <inkml:trace contextRef="#ctx0" brushRef="#br0" timeOffset="16">21975 14838 8912,'-5'11'0,"-1"1"0,-7-3 0,1 5 0,-1-3 0,1 2 0,-3 3 0,7 1 0,-3 0 0,3 0 0,8 0 0,0 1 0,0-1 0,8-6 0,3 1 0,7-8 0,3 1 0,3-3 0,3-2 0,-4-2 0,6-3 0,-8-5 0,2-7 0,-4 5 0,-2 1 0,-2-1 0,-3-5 0,1 0 0,-7 0 0,0 0 0,-6-1 0,-8 3 0,-3 2 0,-5 1 0,-1 9 0,0-3 0,7 4 0,-5-6 0,6-1 0</inkml:trace>
  <inkml:trace contextRef="#ctx0" brushRef="#br0" timeOffset="17">22320 14752 8912,'9'0'0,"1"0"0,-4 0 0,-3 2 0,9 3 0,-1 5 0,6 7 0,3 0 0,3 0 0,-4 3 0,4 3 0,-4-2 0,-2 7 0,-7-5 0,-5 6 0,-3-8 0,-2 2 0,0-4 0,0-2 0,0 0 0,0-7 0,-6-5 0,1-10 0,1-9 0,2-7 0,8-5 0,-1-9 0,11-5 0,1 0 0,2-2 0,8 4 0,0-2 0,-1 1 0,-3 9 0,6 1 0,0-7 0,5-8 0</inkml:trace>
  <inkml:trace contextRef="#ctx0" brushRef="#br0" timeOffset="18">23008 14356 8912,'0'-11'0,"0"-1"0,8 9 0,-6-5 0,5 10 0,-7 4 0,-2 11 0,-2 11 0,-1 7 0,1 5 0,-4 2 0,3 4 0,-1 5 0,6 1 0,0-6 0,0 5 0,6-11 0,1-1 0,3-7 0,3-3 0,-3-10 0,1-2 0,1-7 0,5-18 0,0-3 0,0-12 0,0-6 0,-5-2 0,-1 3 0,1-3 0,5 8 0,-5 0 0,-1 6 0,-5 8 0,5 3 0,-5 12 0,5 5 0,-7 10 0,4 4 0,0 2 0,3 3 0,4 3 0,3 1 0,-1-1 0,0-5 0,0-3 0,0 0 0,1 2 0</inkml:trace>
  <inkml:trace contextRef="#ctx0" brushRef="#br0" timeOffset="19">23387 14425 8912,'0'-34'0,"-2"-1"0,-2 3 0,-2 3 0,0-1 0,6 7 0,0 0 0,2 7 0,4 5 0,-4 3 0,13 16 0,-3 3 0,-3 7 0,3 5 0,-7 3 0,7 9 0,-8-3 0,2-3 0,3 11 0,1-4 0</inkml:trace>
  <inkml:trace contextRef="#ctx0" brushRef="#br0" timeOffset="20">22956 14855 8912,'0'-17'0,"0"-1"0,0 1 0,0 0 0,0 0 0,0 0 0,6-6 0,0 0 0,9-2 0,2 2 0,12-4 0,9 1 0,6-5 0,8 8 0,0 0 0,-1 6 0,5 0 0,-5 0 0,3 5 0,-14 1 0,8-1 0,-4-5 0</inkml:trace>
  <inkml:trace contextRef="#ctx0" brushRef="#br0" timeOffset="21">23559 14545 8912,'-18'25'0,"1"4"0,-6 1 0,0-1 0,6-2 0,6-4 0,1-2 0,-1 7 0,3-7 0,8 2 0,0-4 0,8-3 0,3-5 0,10-3 0,4-8 0,0-2 0,0-4 0,-2-3 0,-6-9 0,0 1 0,0 0 0,-1-6 0,-5 0 0,-1 0 0,-5 6 0,-3-6 0,4 0 0,-4 0 0,-2 6 0,-6 0 0,0 0 0,1 2 0,-3 3 0,4-1 0,-7 7 0,7-2 0,-2 3 0,4 1 0,2-8 0,0 8 0,0-3 0</inkml:trace>
  <inkml:trace contextRef="#ctx0" brushRef="#br0" timeOffset="22">23817 14563 8912,'9'11'0,"-3"1"0,2-7 0,-3 7 0,1-8 0,2 5 0,3-3 0,5 3 0,1 9 0,0-1 0,-7 0 0,-5 0 0,-3-5 0,-2-1 0,0 1 0,0 5 0,-7-8 0,-3-3 0,-5-12 0,3-5 0,5-12 0,7-6 0,0-5 0,0-6 0,0-4 0,0-8 0,7 6 0,5 1 0,-3 8 0,3 3 0,-1 5 0,6 6 0,-5 12 0,-1-1 0,3 9 0,1 3 0,2 9 0,1 8 0,1 2 0,4 10 0,-2-6 0,7 6 0,-5-6 0,6 5 0,-2-7 0,1 2 0,5-11 0,-14 3 0,6-6 0</inkml:trace>
  <inkml:trace contextRef="#ctx0" brushRef="#br0" timeOffset="23">25572 14631 8912,'0'-11'0,"0"-1"0,0-1 0,0-2 0,0-2 0,0-1 0,0 1 0,0 0 0,0 0 0,-8 0 0,7 17 0,-5 11 0,4 14 0,2 15 0,0 6 0,0 4 0,0 1 0,0-1 0,2-4 0,4-6 0,3-6 0,8-5 0,2-4 0,4-8 0,-2-8 0,8-3 0,-6-12 0,4-7 0,-2-10 0,-4-11 0,2-3 0,-6-8 0,8 1 0,-14-2 0,3-2 0,-9 8 0,-3-6 0,4 6 0,-4 2 0,-2 9 0,0 6 0,0 12 0,0 5 0,0 12 0,7 5 0,5 12 0,-1 11 0,7 12 0,-5 4 0,10 2 0,2-7 0,-2 1 0,2-8 0,-4 4 0,0-1 0,-6-1 0,-5-6 0,-10-5 0,-10-10 0,-7-2 0,-16 0 0,-11-7 0</inkml:trace>
  <inkml:trace contextRef="#ctx0" brushRef="#br0" timeOffset="24">25538 14356 8912,'-23'-17'0,"0"0"0,2 0 0,2 0 0,9 5 0,4 1 0,6 7 0,8 0 0,9 8 0,10 7 0,13-3 0,4 7 0,8-5 0</inkml:trace>
  <inkml:trace contextRef="#ctx0" brushRef="#br0" timeOffset="25">27000 14666 8912,'-7'19'0,"3"4"0,-8-12 0,1-1 0,-6-1 0,0-1 0,-1 3 0,1-5 0,6 0 0,-1-6 0,8 0 0,-3 0 0,7-2 0,0-4 0,7-5 0,5-12 0,9-4 0,2-7 0,0-1 0,-6 1 0,0 5 0,0 1 0,1 7 0,-1-2 0,0 4 0,0 1 0,-5 9 0,-1 1 0,3 3 0,1-1 0,2 0 0,0 6 0,0 6 0,1 0 0,7-1 0,3-5 0,-1 0 0,2 0 0,-6-2 0,5-3 0,-1-7 0,2-11 0,1 2 0,-7-7 0,-5 5 0,-7-6 0,-5 6 0,3-4 0,-1 2 0,-4 4 0,-10 10 0,2 5 0,-7 12 0,-3 9 0,-9 8 0,4 8 0,-6-4 0</inkml:trace>
  <inkml:trace contextRef="#ctx0" brushRef="#br0" timeOffset="26">27345 15250 8912,'-18'0'0,"-1"0"0,-2-2 0,-2-3 0,0-5 0,6-7 0,0 0 0,2 0 0,3-3 0,6-2 0,4 1 0,2-8 0,0 6 0,0-6 0,6 8 0,0-2 0,7 10 0,-1 1 0,3 9 0,2-3 0,1 4 0,-1 2 0,0 2 0,0 4 0,0 3 0,2 8 0,3-1 0,0-5 0,7 3 0,-6-9 0,8 1 0,-3-6 0,11 0 0,1 0 0,-2-2 0,-2-4 0,-1-9 0,-1-8 0,-1-9 0,-5-3 0,-3 1 0,-8-6 0,-7 3 0,-4 3 0,-6 2 0,-6 3 0,2 4 0,-7 8 0,-1 0 0,-5 0 0,7 7 0,10-5 0,10 5 0</inkml:trace>
  <inkml:trace contextRef="#ctx0" brushRef="#br0" timeOffset="27">28635 14425 8912,'-6'-17'0,"-1"2"0,-3 3 0,5-1 0,-7 5 0,-1-1 0,3 5 0,-1-2 0,1 6 0,-1 6 0,-5 3 0,7 10 0,-3 4 0,1 6 0,5 3 0,-5 3 0,7 1 0,-2 4 0,4-3 0,2 3 0,0-10 0,0-1 0,0-8 0,0 2 0,8-4 0,1-4 0,9-3 0,-1-7 0,0-3 0,6-9 0,0-5 0,6-5 0,-7-6 0,7 4 0,-6-4 0,0 4 0,-6 2 0,-5 1 0,-1 5 0,-7-4 0,6 7 0,-5-3 0,-3 3 0,6 8 0,-10 0 0,-4 0 0,4 8 0,-3 3 0,3 4 0,2-5 0,2 3 0,3-7 0,-3 0 0,14-6 0,-7-2 0,8-4 0,-7 2 0,-4-7 0,1-1 0,-1-5 0,0 0 0,-6-8 0,-2 6 0,-4-4 0,2 4 0,-7 2 0,-1 7 0,-5 5 0,0 3 0,0 2 0,7 0 0,2 7 0,8 3 0</inkml:trace>
  <inkml:trace contextRef="#ctx0" brushRef="#br0" timeOffset="28">29203 14442 8912,'-15'-2'0,"1"-3"0,3-7 0,1 3 0,-1-3 0,3 10 0,8 2 0,0 8 0,0 9 0,0 0 0,0 0 0,2 3 0,2 1 0,2 1 0,-2-1 0,-3-1 0,-1-3 0,0 0 0,0 0 0,0 0 0,0 1 0,0-9 0,0-3 0,0-12 0,0-3 0,0-9 0,6-6 0,0-5 0,2 2 0,-3-2 0,3 7 0,3-7 0,5 8 0,-7-4 0,9 10 0,-1 1 0,0 3 0,0 7 0,0-2 0,6 4 0,0 2 0,8 0 0,-2 0 0,-3 0 0,3 0 0,-6 0 0,4 0 0,-2 0 0,-4 0 0,-2 0 0,-2 0 0,0-7 0,0-5 0,-1-3 0,-5-2 0,-3 0 0,-8 0 0,0-8 0,0 6 0,0-4 0,0 4 0,-8 9 0,-3 4 0,1 6 0,-1 6 0,7 4 0,-2 7 0,4 8 0,2 3 0,0 5 0,0 1 0,0 0 0,0 1 0,8 1 0,3 4 0,-1-3 0,1 3 0,-1-6 0,1-5 0,3 3 0,-9-5 0,1 0 0,2-4 0,-6-4 0,0-2 0,-8 0 0,-7-5 0,1-1 0,2-7 0,-1 2 0,0-5 0,-7-1 0,1 0 0,8-15 0,1-4 0</inkml:trace>
  <inkml:trace contextRef="#ctx0" brushRef="#br0" timeOffset="29">29840 14081 8912,'9'-17'0,"-1"0"0,-8 7 0,0 3 0,0 24 0,2 10 0,2 11 0,2 6 0,7 7 0,-2 7 0,-1 7 0,1-2 0,3-4 0,9-2 0,-4 2 0,4-1 0,-4 5 0,-2-6 0,-5-4 0,-1-12 0,-7-1 0,-4-21 0,-10 6 0</inkml:trace>
  <inkml:trace contextRef="#ctx0" brushRef="#br0" timeOffset="30">29719 14614 8912,'0'-17'0,"0"0"0,0 0 0,0-1 0,0 7 0,0-1 0,2 1 0,4-6 0,6 2 0,10 1 0,7 5 0,4 1 0,11 2 0,7 6 0,7 0 0,5 0 0,2 0 0,-8 0 0,0 6 0,-5 0 0,-8-1 0,-4-5 0,2 0 0,-2 0 0,-3 0 0,-7 0 0,-5-7 0,-15 3 0,-5-7 0,-5 7 0,-5-2 0,-5 2 0,-7-2 0,0 4 0,-2-1 0,-2 5 0,-2 3 0,0 9 0,6-3 0,-1 10 0,1 2 0,0 0 0,0-6 0,5 6 0,1 0 0,7 0 0,-2-6 0,2-5 0,1-1 0,-3 2 0,0 3 0,6-7 0,8-3 0,3-12 0,4-3 0,3-8 0,-1-3 0,0-1 0,0-1 0,1 1 0,-3 1 0,-4 3 0,5 0 0,-5 0 0,-1 2 0,1 3 0,-5-1 0,5 7 0,-5 0 0,6 6 0,1 0 0,-4 0 0,3 0 0,-8 0 0,11 8 0,-13-4 0,4 7 0,-2-1 0,1 1 0,-3-3 0,6-1 0,-6-5 0,3 4 0,-3-4 0,14-2 0,-5 0 0,4 0 0,-3 0 0,-1 0 0,1 0 0,5-6 0,0 1 0,0-1 0,1 6 0,-1-6 0,0 0 0,0 1 0,1-3 0,-1 6 0,0-4 0,-4-1 0,5 1 0,-5-5 0,10 5 0,-6-8 0,-5 3 0,3-4 0,-4-3 0,5 1 0,-1-2 0,-2-2 0,-1-2 0,-6-7 0,5 1 0,-7-3 0,2-3 0,-5 1 0,-1-1 0,0 7 0,0-1 0,0 8 0,0-2 0,0 12 0,-7 3 0,5 19 0,-6 12 0,3 16 0,-1 8 0,0 13 0,6 3 0,0-2 0,0 2 0,8-8 0,3 3 0,4-5 0,3-1 0,7-3 0,3-5 0,5-8 0,1-5 0,1-16 0,-1 3 0,-7-13 0,-4 1 0,-4-19 0,-2-6 0</inkml:trace>
  <inkml:trace contextRef="#ctx0" brushRef="#br0" timeOffset="31">31010 14442 8912,'-27'-2'0,"4"-3"0,4-7 0,10 4 0,11-7 0,17 6 0,17-5 0,19-3 0,22 4 0,-29 2 0,1-1 0,5-1 0,1-1-263,3 0 1,-1-1-1,-1 0 1,-1 0 262,0 0 0,-1 1 0,38-11 0,-6 8 0,4-8 0,-42 12 0,-1 0 0</inkml:trace>
  <inkml:trace contextRef="#ctx0" brushRef="#br0" timeOffset="32">33282 10127 8912,'0'-12'0,"0"1"0,0-3 0,0-1 0,0-2 0,-2 6 0,-4-1 0,-6 1 0,-3 1 0,-2 2 0,-2 8 0,-4 0 0,-6 0 0,2 10 0,-1 7 0,1 2 0,-4 12 0,5 3 0,1 4 0,2 4 0,6-1 0,1-5 0,5 4 0,-3-6 0,9-5 0,1-6 0,2-4 0,4-4 0,4-3 0,3-5 0,8-7 0,3-1 0,2-5 0,-2-11 0,4-12 0,-1-4 0,0-1 0,6-6 0,-6 0 0,2-8 0,-2 2 0,-4-11 0,4-6 0,2-6 0,-2-5 0,-2-7 0,-2-3 0,-4 0 0,-3 4 0,1 13 0,-7 16 0,-1 14 0,-5 14 0,0 12 0,0 5 0,0 14 0,-2 11 0,-3 13 0,-5 18 0,-7 13 0,0 12 0,0 5 0,-1 4-235,1 2 0,2-2 235,3-4 0,-1-5 0,7-12 0,2 2 0,10-8 0,6-2 0,13-11 0,9-9 0,10-10 0,8-8 0,5-10 0,6-12 0,4-13 0</inkml:trace>
  <inkml:trace contextRef="#ctx0" brushRef="#br0" timeOffset="33">17071 17331 8912,'-17'0'0,"0"0"0,5-2 0,1-2 0,-3-2 0,7-1 0,5 1 0,11-6 0,14-3 0,10-2 0,9-2 0,11-6 0,14-9 0,15-8 0,-35 16 0,0-2 0,1-1 0,0-1 0,1-4 0,1-1 0,4-3 0,1-2-87,2-6 1,1 0 0,1 2-1,0 0 1,0-1 0,-1 0-1,-3 4 1,-1 2 86,-4 4 0,-2 1 0,-7 4 0,-2 1 0,30-17 0,-23 14 168,-18 15-168,-7-1 0,-11 17 0,-2-7 0,-8 8 0,0 0 261,0-8 1,-2-1-262,-4-8 0,-4-8 0,-7-2 0</inkml:trace>
  <inkml:trace contextRef="#ctx0" brushRef="#br0" timeOffset="34">18413 15990 8912,'-17'7'0,"0"-5"0,0 4 0,-1-4 0,9-2 0,3 0 0,12-2 0,5-2 0,5-2 0,10 1 0,9 5 0,-1 0 0,6 0 0,4 7 0,2 5 0,-2 3 0,2 2 0,-10 8 0,-1 4 0,-8 11 0,-10 6 0,-9 13 0,-8 10 0,-10-1 0,-15 7 0,-7-4 0,-7-3 0,-8 1 0,3 0 0</inkml:trace>
  <inkml:trace contextRef="#ctx0" brushRef="#br0" timeOffset="35">17828 17245 8912,'-9'2'0,"3"3"0,4 7 0,2 11 0,0 5 0,2 5 0,4 1 0,9-1 0,8-5 0,7 3 0,-1-8 0,4-2 0,1-10 0,-1-5 0,-5-4 0,3-4 0,-8-4 0,5-9 0,-5-8 0,-2-7 0,-7-1 0,-5-5 0,-1-4 0,-2-1 0,-6 7 0,0 5 0,0 1 0,0 13 0,0-3 0,2 13 0,2 3 0,1 11 0,9 18 0,-3 19 0,4 11 0,3 6 0,-1 4 0,0 2 0,0-6 0,0 0 0,1-2 0,-1 2 0,-8-6 0,-3-11 0,-4-6 0,-2-11 0,-8-2 0,-3-8 0,-4 0 0,-3-4 0,1-9 0,0 0 0,-2-4 0,-2-4 0,0-6 0,6-9 0,-3-2 0,7-10 0,-4-7 0,-3-8 0</inkml:trace>
  <inkml:trace contextRef="#ctx0" brushRef="#br0" timeOffset="36">18499 17503 8912,'18'-8'0,"6"-2"0,5-7 0,11 0 0,8 0 0,7-2 0,9-4 0,2-4 0,3-7 0</inkml:trace>
  <inkml:trace contextRef="#ctx0" brushRef="#br0" timeOffset="37">19205 17245 8912,'0'17'0,"-6"0"0,-2-2 0,-1-1 0,-4-3 0,-3 3 0,-1 9 0,0-4 0,0 4 0,-1-2 0,1 1 0,6-2 0,-1 3 0,8-4 0,-1-2 0,3 0 0,2 0 0,7-7 0,5-5 0,1-10 0,-1-7 0,3-3 0,-3-2 0,1-6 0,-2 0 0,5-6 0,-7 6 0,3 2 0,-1 2 0,-5 4 0,5 4 0,-7-5 0,12 7 0,-7-1 0,6 4 0,-3 12 0,3-2 0,-3 7 0,-3-1 0,3 1 0,-1 3 0,6-7 0,1 3 0,-1-6 0,0 3 0</inkml:trace>
  <inkml:trace contextRef="#ctx0" brushRef="#br0" timeOffset="38">19515 17193 8912,'0'17'0,"2"1"0,3-1 0,7 2 0,9 2 0,4 4 0,1 1 0,3 1 0,6 2 0,-1 1 0,0-7 0,-1 0 0,-4-6 0,1-1 0,-9-7 0,-6-9 0,3-7 0,-9-11 0</inkml:trace>
  <inkml:trace contextRef="#ctx0" brushRef="#br0" timeOffset="39">19859 17159 8912,'-12'17'0,"1"0"0,5 0 0,-5 1 0,-1 6 0,-5 5 0,-6 3 0,0 3 0,0 5 0,6 2 0,2 0 0,3 0 0,5-2 0,7-5 0,1-9 0,5-5 0,8-7 0,7-9 0,-2-3 0,13-17 0,-5-4 0</inkml:trace>
  <inkml:trace contextRef="#ctx0" brushRef="#br0" timeOffset="40">20203 17107 8912,'-17'12'0,"0"-1"0,5 1 0,1 5 0,1 2 0,-1 4 0,3 4 0,8 7 0,0 0 0,2-1 0,4-3 0,5-1 0,6-2 0,6 1 0,2-5 0,4-11 0,3-3 0,-3-3 0,-2-6 0,1 0 0,-7-2 0,2-9 0,-4-6 0,-1-6 0,-3-8 0,-4 2 0,3 3 0,-8-3 0,-1 0 0,-5-3 0,2 1 0,4 3 0,-4 7 0,4-2 0,-3 4 0,3 1 0,-4 9 0,13 1 0,-5 16 0,7 3 0,-5 10 0,-1 2 0,1 8 0,5-3 0,-2-1 0,-2 0 0,-1-2 0,1-4 0,-5 4 0,-2-2 0,-4-2 0,-2-2 0,0-2 0,-8-2 0,-4-1 0,-3-5 0,-2-1 0,0-3 0,0-5 0</inkml:trace>
  <inkml:trace contextRef="#ctx0" brushRef="#br0" timeOffset="41">20255 16695 8912,'-18'0'0,"-5"0"0,1 0 0,-1 1 0,3 7 0,1 7 0,2 6 0,-2 4 0,13-2 0,2-2 0,10 6 0,8-2 0,7-4 0,5-10 0,9-5 0,-7-4 0,1-2 0,-2-2 0,2-4 0,-10-3 0,-8-9 0,-7 1 0,2 0 0,-6 2 0,-6 3 0,-5-1 0,-12 7 0,2 1 0,-8 5 0,-2 1 0,-1 5 0,-10 11 0,-2 10 0</inkml:trace>
  <inkml:trace contextRef="#ctx0" brushRef="#br0" timeOffset="42">22027 17159 8912,'-23'-2'0,"0"-2"0,0-2 0,0 2 0,0 4 0,0 4 0,0 6 0,1 5 0,-3 0 0,4 16 0,-2 3 0,2 5 0,2 8 0,3-1 0,5 4 0,5 1 0,4-7 0,2-5 0,2-9 0,4-7 0,-2-6 0,7-5 0,1-5 0,5-9 0,0-3 0,6-14 0,0-16 0,6-5 0,-5-8 0,1 3 0,0-3 0,-2-2 0,-6-2 0,0-5 0,1 0 0,-9 5 0,-3 6 0,-4 3 0,-2-3 0,0 0 0,0 11 0,-2 7 0,-4 16 0,2 5 0,-5 10 0,-1 9 0,1 11 0,3 9 0,-5 8 0,7 6 0,-2 12 0,4-5 0,2 4 0,0-9 0,0-2 0,2-8 0,4 2 0,-2 0 0,7-5 0,-5 1 0,5-13 0,1-8 0,5-9 0,2-4 0,4-2 0,-2-15 0,8-8 0,-6-8 0,5-3 0,-7-1 0,2 1 0,-6 0 0,-5-1 0,1 9 0,-7 3 0,-2 4 0,-2 9 0,-2 4 0,-2 12 0,-2 7 0,-2 8 0,-5 6 0,5 7 0,0 1 0,6-1 0,0 1 0,0-1 0,0-1 0,0-5 0,8 1 0,4-12 0,3 2 0,2-13 0,0-8 0,0-10 0,6-5 0,0-6 0,-4-3 0,-5-1 0,-7-6 0,-7 5 0,0 1 0,-1 0 0,-5 2 0,-6 4 0,-5 4 0,-6 6 0,2 3 0,-8 8 0,8 0 0,-1 0 0,2 8 0,3 3 0,2 10 0,3 2 0,5 0 0,7-6 0,0 0 0</inkml:trace>
  <inkml:trace contextRef="#ctx0" brushRef="#br0" timeOffset="43">22664 17451 8912,'-12'-6'0,"1"1"0,5-3 0,-5 4 0,-3-2 0,7 1 0,-1 12 0,10-3 0,4 8 0,3-9 0,8 3 0,1-6 0,-1-4 0,0-3 0,0-3 0,-5-1 0,-1-7 0,-5 7 0,5 0 0,-7-1 0,4-5 0,-8 0 0,0-1 0,-8 9 0,-3 3 0,-5 4 0,-1 2 0,-6 2 0,0 4 0,2 5 0,2 5 0,2 7 0,0 0 0,0 7 0,-1-1 0,9 3 0,3 3 0,4-3 0,2-1 0,2-7 0,4-4 0,5 1 0,12-10 0,-2-5 0,8-6 0,5-10 0,7-13 0,-1-3 0,-6-9 0,0-5 0,1 0 0,-8 0 0,-4 5 0,-4 1 0,-2 2 0,-2 3 0,-3 6 0,-5 4 0,-7 2 0,-7 5 0,-5 1 0,3 7 0,-3-2 0,1 6 0,-6 6 0,1 4 0,5 9 0,5 2 0,4 2 0,2 7 0,0-1 0,0 1 0,0-1 0,8 3 0,3-3 0,5-2 0,1 2 0,0-7 0,0 7 0,6-8 0,0 2 0,0-4 0,-6-2 0,-7 1 0,-4-1 0,-5 0 0,-1 0 0,-7 0 0,-5 1 0,-9-1 0,-2 0 0,-5-2 0,5-3 0,-6-5 0,6-7 0,0 0 0,6 0 0,-8-7 0,-2-3 0</inkml:trace>
  <inkml:trace contextRef="#ctx0" brushRef="#br0" timeOffset="44">23438 17365 8912,'-17'-9'0,"2"-7"0,1 7 0,5-3 0,1 1 0,-5 7 0,11 4 0,-4 11 0,6 7 0,6 5 0,-2 3 0,5 9 0,1-1 0,-1 0 0,-3-5 0,6 0 0,-9-3 0,3 3 0,2 2 0,-3-8 0,-1-2 0,6-2 0,-8-2 0,5-8 0,-7-14 0,0-14 0,0-6 0,0-6 0,0-7 0,0-2 0,6-6 0,0 6 0,7 0 0,-1 5 0,-3 3 0,3 3 0,1 4 0,2 1 0,3 12 0,-1 1 0,0 7 0,0 4 0,1 8 0,-1 3 0,0 6 0,0 6 0,0 4 0,1 7 0,-1-5 0,0 0 0,2-8 0,2 0 0,2-8 0,-2-7 0,-2-4 0,6-2 0,2 0 0</inkml:trace>
  <inkml:trace contextRef="#ctx0" brushRef="#br0" timeOffset="45">24041 17296 8912,'-18'0'0,"7"2"0,-1 4 0,7-2 0,-7 7 0,8 3 0,-1 7 0,3 3 0,2 3 0,0-4 0,0 6 0,13-8 0,4 2 0,12-6 0,0-6 0,3-3 0,3-8 0,-1-8 0,-2-3 0,-3-6 0,-6-6 0,-6 2 0,-5-8 0,1 2 0,-7-1 0,-2-3 0,-10 8 0,-5 0 0,-12 6 0,-4 0 0,-8 2 0,3 3 0,3 6 0,-3 5 0,3 1 0,4 0 0,2 0 0,6 7 0,6 5 0,3-3 0,8 3 0,8-9 0,5 3 0,8-4 0,8-2 0,3 0 0,3-8 0,-1-1 0</inkml:trace>
  <inkml:trace contextRef="#ctx0" brushRef="#br0" timeOffset="46">24488 16815 8912,'-8'-10'0,"4"-3"0,-7 7 0,7-1 0,-2 1 0,-3 8 0,-1 4 0,1 15 0,1 19 0,8 11 0,0 8 0,0 10 0,0 2-143,0 3 0,4-3 143,7 4 0,1-5 0,11-1 0,2-14 0,-2-3 0,5-12 0,-3-2 0,-2-7 0,-4-8 0,-5-12 0,-14-3 0,0-8 0</inkml:trace>
  <inkml:trace contextRef="#ctx0" brushRef="#br0" timeOffset="47">24333 17313 8912,'-9'18'0,"1"-9"0,12-1 0,7-8 0,18-2 0,22-4 0,18-13 0,17-15 0,-37 13 0,2-2 0,3-4 0,1-2-437,-1 1 0,-1-1 0,-4-3 0,-1-1 0,-1 3 0,0-1 0</inkml:trace>
  <inkml:trace contextRef="#ctx0" brushRef="#br0" timeOffset="48">25796 17451 8912,'-12'0'0,"3"-2"0,-1-2 0,1-1 0,-3-1 0,-1 0 0,-4 0 0,3 1 0,-9 5 0,2 2 0,-2 3 0,4-1 0,-4 8 0,4 1 0,2 2 0,0 2 0,1 1 0,5-1 0,5 0 0,4 2 0,2 4 0,0-4 0,2 6 0,6-2 0,9 0 0,2 5 0,10-5 0,-6 6 0,5-6 0,-1 6 0,4-5 0,-4 1 0,-3 0 0,-1 0 0,-5-2 0,-1-4 0,0 4 0,-7-4 0,-5-2 0,3 6 0,-2 0 0,-8 0 0,-10-6 0,-3 0 0,-2 1 0,-2-3 0,-4-4 0,9-3 0,-3-8 0,4 0 0,-3-10 0,5-7 0,3-15 0,8-12 0</inkml:trace>
  <inkml:trace contextRef="#ctx0" brushRef="#br0" timeOffset="49">26226 17313 8912,'6'-26'0,"-1"3"0,1 4 0,-6 2 0,0 7 0,0 10 0,0 19 0,2 15 0,4 10 0,-4 14 0,4 5 0,-3 4 0,3 1 0,4 1 0,7 0 0,0-2 0,0-4 0,6-4 0,0-7 0,0-5 0,-6-6 0,1-1 0,-1-21 0,0 6 0</inkml:trace>
  <inkml:trace contextRef="#ctx0" brushRef="#br0" timeOffset="50">26140 17864 8912,'-2'-18'0,"-2"1"0,-1 0 0,1 0 0,6-2 0,9-4 0,4 4 0,20-4 0,-3-2 0,14 0 0,4-2 0,5-3 0,-1-1 0,3 3 0,1-5 0,-7 5 0,3 3 0,-14 2 0,-2 4 0,-9 1 0,-12 9 0,-11 3 0,-12 12 0,-5 5 0,-5 12 0,-1 6 0,2 9 0,3 2 0,-1 6 0,7-6 0,2-2 0,2-1 0,2-3 0,0 1 0,0-3 0,0-3 0,0-5 0,0-6 0,2-3 0,4-4 0,4-3 0,7-10 0,0-4 0,2-3 0,4-8 0,-4-8 0,4-4 0,-2-9 0,2-2 0,-4 0 0,2 5 0,-5 3 0,-5 3 0,1-3 0,-3 13 0,-3-4 0,-2 11 0,1 7 0,-3 5 0,4 5 0,-2 5 0,2-1 0,-4 7 0,3-5 0,5 4 0,1 3 0,-1-7 0,1 1 0,1-9 0,5 3 0,0-4 0,0-2 0,1 0 0,-7-2 0,1-4 0,-7 3 0,7-9 0,-6 1 0,5-7 0,-7 1 0,2 0 0,-5 0 0,-1 0 0,0 7 0,2-1 0,4 11 0,-4 3 0,4 15 0,3-1 0,3 0 0,-3 6 0,3 0 0,-1-2 0,7-8 0,-1-1 0,0 1 0,0-5 0,0-3 0,1-3 0,-1-2 0,0 0 0,0-7 0,0-5 0,-5-5 0,-1-6 0,-5-4 0,6-9 0,-1-2 0,-1-2 0,-1-8 0,-3 2 0,-2-9 0,7-3 0,-7-5 0,2 8 0,-4 3 0,-2 5 0,5 16 0,1 2 0,0 16 0,-6 17 0,0 19 0,-6 13 0,-2 21 0,1 6 0,-1 4 0,2 2 0,6 0 0,0 0 0,0-1 0,2-1 0,4-4 0,4-3 0,7-9 0,0-7 0,0-4 0,1-7 0,-1-10 0,0 0 0,-8-29 0,-1 4 0</inkml:trace>
  <inkml:trace contextRef="#ctx0" brushRef="#br0" timeOffset="51">27448 17417 8912,'-12'0'0,"1"0"0,5 0 0,-5 0 0,7 0 0,4 0 0,9-2 0,11-4 0,2-5 0,13 1 0,11 0 0,4 1 0,1-1 0,1 7 0,7-20 0,2 3 0</inkml:trace>
  <inkml:trace contextRef="#ctx0" brushRef="#br0" timeOffset="52">29100 16763 8912,'-8'-23'0,"-3"-1"0,-5-3 0,-1-2 0,-2 2 0,-2 4 0,-2 6 0,2 6 0,-6 3 0,1 12 0,-1 7 0,4 12 0,4 18 0,3 12 0,5 14 0,5 11 0,4-1 0,2-1 0,0-1 0,0-1 0,10 2 0,7-1 0,2-12 0,8-2 0,0-11 0,0-10 0,-6 2 0,1-2 0,-2-7 0,-3-11 0,-8-2 0,-3-3 0,-12-2 0,-5-4 0,-4-3 0,-3-8 0</inkml:trace>
  <inkml:trace contextRef="#ctx0" brushRef="#br0" timeOffset="53">28738 17434 8912,'0'-23'0,"0"0"0,0-6 0,2 5 0,4-1 0,6 0 0,5-4 0,6 6 0,4 0 0,7 6 0,8 2 0,4 3 0,4 5 0,-1 7 0,-1 0 0,-2 0 0,-13 7 0,1 5 0,-5-3 0,-1 3 0,-3-6 0,-8 5 0,-5-5 0,-1 5 0,-7 1 0,2 5 0,-4 0 0,-2 0 0,0 0 0,-8-1 0,-3-5 0,1 5 0,-1-5 0,1-1 0,-1 1 0,-5 0 0,12-1 0,-7-4 0,7-4 0,-2-2 0,12 0 0,-2-6 0,7 0 0,1-7 0,5 3 0,0 1 0,2-5 0,4 9 0,-3-7 0,2 6 0,-2 1 0,-3 5 0,0-6 0,0 0 0,0 0 0,1 6 0,-1 0 0,0 0 0,0 0 0,0 0 0,1-5 0,-1-1 0,-6-5 0,1 5 0,-3-8 0,3 3 0,-3 1 0,-5-1 0,2-2 0,-2-3 0,-4 5 0,-6-1 0,-3 3 0,-9-3 0,1-1 0,0 7 0,0 1 0,-1 5 0,7 0 0,0 0 0,-1 0 0,1 0 0,1 1 0,2 5 0,-5 4 0,3 7 0</inkml:trace>
  <inkml:trace contextRef="#ctx0" brushRef="#br0" timeOffset="54">29840 17176 8912,'7'-10'0,"-5"-5"0,6 13 0,-8-5 0,0 8 0,2 3 0,4 2 0,-4 7 0,3-1 0,-1 3 0,2 2 0,-4 2 0,4 4 0,-5-9 0,-1 3 0,2-2 0,4 0 0,-4 3 0,6-1 0,-8-8 0,0-1 0,7-23 0,-3 3 0,8-11 0,-1 2 0,-1-2 0,5 4 0,-4-4 0,5 6 0,1 6 0,-6-4 0,1 3 0,-1 4 0,7 3 0,-7 3 0,0 4 0,3 3 0,-6-1 0,-3 8 0,-3-1 0,-2 6 0,6-5 0,0-1 0,-1-5 0,-5 5 0,2-7 0,4 2 0,4-4 0,5-4 0,-4-4 0,5 2 0,-5-7 0,-1 0 0,1-7 0,-1 1 0,3 2 0,-1 1 0,1 3 0,2 7 0,2-2 0,-5 5 0,-1 1 0,1 0 0,5 7 0,0 5 0,-5 3 0,-1 2 0,1 0 0,-3 1 0,7-1 0,-5 0 0,4 0 0,10 0 0,2 0 0</inkml:trace>
  <inkml:trace contextRef="#ctx0" brushRef="#br0" timeOffset="55">31165 16901 8912,'-25'0'0,"4"0"0,-8 0 0,3 2 0,-5 5 0,2 9 0,-1 5 0,5 15 0,2-2 0,11 12 0,7 0 0,3 4 0,4-1 0,5-3 0,11-6 0,6-5 0,11-7 0,1-3 0,4-8 0,-3-7 0,3-4 0,2-6 0,-2-6 0,0 2 0,-7-9 0,-5-4 0,-5-4 0,-4-8 0,-1 6 0,-1-13 0,0 1 0,-7-5 0,-5 0 0,-5-4 0,-5-7 0,-5-1 0,-9 0 0,-2 3 0,-2 3 0,-13 6 0,1 11 0,-11 6 0,0 12 0,2 7 0,-1 15 0,6 9 0,-10 22 0,5 1 0</inkml:trace>
  <inkml:trace contextRef="#ctx0" brushRef="#br0" timeOffset="56">5283 15182 8912,'0'-25'0,"0"-4"0,0-3 0,0-1 0,0 3 0,0 1 0,0 0 0,0 2 0,0-3 0,-2 7 0,-4 2 0,-3 2 0,-8 9 0,-1 5 0,-1 3 0,-4 2 0,-5 0 0,-5 0 0,-3 7 0,-4 5 0,-6 9 0,-13 6 0,-12 3 0,-13 6 0,41-11 0,0 2 0,-3-2 0,0 2 0,-1 3 0,0 3-224,1-2 1,0 1-1,-1 2 1,-1 2 223,-1 4 0,0 1 0,5-5 0,0 0 0,-2 4 0,1 0 0,4-1 0,3 1 0,-25 32 0,8-3-133,7-4 0,15-4 133,16 2 0,7 10 0,10-4 0,0 17 0,0 0 0,2 9 0,4-3 0,6-1 0,11-5 0,5 0 0,5 0 0,9-4 0,4-7 0,13-2-266,10-16 1,2-6 265,9-5 0,-2-7 0,3 1 0,5-4 0,0-2 0,-39-16 0,3-1 0,7 0 0,1 0 0,4 0 0,0-1 0,2-2 0,0 0 0,4 0 0,0-1 0,-3-1 0,2-1 0,9 1 0,1 1 0,3 2 0,1 0 0,0-1 0,0-1 0,-4 0 0,-1-1 0,2 0 0,1-1-313,-2-2 1,1-1-1,4 0 1,2-1 312,-1 0 0,0-2 0,-2-1 0,-1-3 0,3-4 0,0-3 0,4-4 0,0-3 0,2-4 0,0-4 0,-25 4 0,0-2 0,1-1 0,2 0 0,0-1 0,0-1 0,-3 2 0,0-1 0,1 1 0,4 0 0,1-1 0,0 1 0,-3 0 0,0-1 0,-1 1 0,1 0 0,0-1 0,0 1 0,3-1 0,1 0 0,0 0 0,2-2 0,0 0 0,-1 0 0,-2 0 0,0-1 0,-1 0-147,0 0 0,0-1 0,-1 0 0,-2-1 0,-1 0 0,-1-1 147,1-1 0,0-1 0,0 1 0,-1 0 0,0 2 0,0-1 0,-3 2 0,1-1 0,-2 1 0,26-11 0,-2 1 0,-8 4 0,-3 1 0,-5 2 0,-2 1-118,-5 1 1,-1 0 0,-1-2 0,0-1 117,0 0 0,-3 0 0,-8 1 0,-2-1 117,28-22 0,-13-5-117,-15 5 0,-5-5 0,-13 12 0,-7-2 529,-7 1 1,-14-1-530,-12-6 0,-17-5 0,-5-1 0,-12-6 0,-2 0 0,-7-4 0,24 30 0,-1 1 0,-7 2 0,-3 0 261,0-3 1,-2 1 0,-3 1 0,-1-1-262,2 0 0,0 0 0,0 1 0,0-1 0,3-2 0,0-2 0,1 2 0,0 0 0,1-2 0,0 0 0,0 1 0,0 1 0,-3 1 0,0 0 0,-3-3 0,-2 2 0,-4 0 0,-3 3 0,-2 1 0,-2 3 0,-4 4 0,-2 3 0,-2 2 0,-2 4 0,-4 3 0,-3 3 0,-9 5 0,-2 3 0,-6 1 0,-1 2 0,26 2 0,-1 0 0,0 2-163,0 1 1,-1 0 0,0 2 0,0 1 0,-1 2 0,1 1 162,-2 5 0,1 2 0,-1 0 0,-2 1 0,0 1 0,-1 1 0,-2 2 0,-1 2 0,1 1 0,-1 4 0,0 2 0,0 0 0,1 1 0,0 0 0,1 1 0,2 0 0,1 1 0,1 1 0,2 1 0,2 1 0,0 0 0,4-2 0,1 0 0,0 1 0,2 1 0,1 1 0,1-1 0,0-1 0,1-1 0,0 0 0,1-1 0,0-1 0,2 1 0,-19 16 0,4 1-178,13-4 1,2 0-1,2 0 1,1 0 177,0-4 0,2 2 0,4 0 0,1 1 0,2-1 0,4 0 0,4-1 0,3 0-105,4 1 1,4 2 0,5 0 0,4 2 104,3 2 0,3 3 0,3 3 0,2 0 0,2-1 0,1-1 0,0 0 0,2-3 0,6 37 0,-1 4 0,1 4 0</inkml:trace>
  <inkml:trace contextRef="#ctx0" brushRef="#br0" timeOffset="57">7933 17657 8912,'0'-17'0,"0"0"0,0 0 0,0 0 0,0-1 0,0 1 0,0 6 0,2 1 0,4 3 0,5 3 0,14 9 0,8 9 0,5 7 0,12 6 0,1 7 0,9 6 0,10 2 0,5 2 0,5 4 0,-3-6 0,-3-2 0,-3-4-106,-2-1 1,-4-3 105,-8-3 0,-7-4 0,-16-8 0,-1 0 0,-5 0 0,-3 0 0,-15-7 0,-10-18 0,-10-11 0</inkml:trace>
  <inkml:trace contextRef="#ctx0" brushRef="#br0" timeOffset="58">8794 17331 8912,'-18'-25'0,"-1"-2"0,-2 0 0,-2 4 0,-2 6 0,3 6 0,0 7 0,-6 17 0,-5 20 0,-5 20 0,-8 33 0,17-30 0,1 3 0,0 10 0,0 3-597,-4 7 0,1 3 0,3 8 0,1 3 597,7-29 0,1 1 0,0 1 0,1 3 0,1 1 0,1 1 0,0 1 0,1 1 0,0 0 0,1-2 0,0 1 0,2-1 0,2 0 0,1-1 0,1 1 0,6-53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4.897"/>
    </inkml:context>
    <inkml:brush xml:id="br0">
      <inkml:brushProperty name="width" value="0.05292" units="cm"/>
      <inkml:brushProperty name="height" value="0.05292" units="cm"/>
    </inkml:brush>
  </inkml:definitions>
  <inkml:trace contextRef="#ctx0" brushRef="#br0">19360 15972 8912,'-17'0'0,"-1"-1"0,1-5 0,0 4 0,0-4 0,5-1 0,1 1 0,7-8 0,-6 12 0,5-3 0,3 1 0,-4-2 0,4 4 0,4-5 0,4 7 0,-2 0 0,7 0 0,8 0 0,10 0 0,5 0 0,6 0 0,4 0 0,8 0 0,5 0 0,3 0 0,1 0 0,4 0 0,-4-6 0,2 0 0,0-5 0,6 5 0,0-5 0,2 5 0,1 0 0,3-2 0,-6 7 0,-6-5 0,4 2 0,2-2 0,-3 4 0,-10-3 0,1 3 0,-1 2 0,3-6 0,-2 0 0,8 0 0,-2 6 0,4 0 0,2 0 0,-2 0 0,-4 0 0,-5 0 0,-5 0 0,-7 0 0,0 0 0,-6 6 0,6 0 0,0 5 0,6-5 0,1 2 0,2-4 0,5 1 0,1-1 0,0-2 0,2-2 0,4 6 0,-4 0 0,4-1 0,2-5 0,0 0 0,0 0 0,7 0 0,4 0 0,-3 0 0,-4-2 0,-8-1 0,-8-3 0,-2 0 0,3 6 0,-5 0 0,5 0 0,-3 0 0,3 0 0,-3 0 0,8 0 0,0 0 0,-2 0 0,-7 6 0,-8 0 0,-2 1 0,2-1 0,-2-4 0,-4 4 0,-4 1 0,4-1 0,-1 2 0,1-3 0,-4-3 0,6 4 0,-2-2 0,0 1 0,8-3 0,-2 4 0,-2-4 0,2-2 0,-2 0 0,2 0 0,4 0 0,-5 0 0,-1 0 0,2 0 0,2 0 0,2 0 0,1 0 0,1 0 0,-6 0 0,0 0 0,-8-2 0,2-4 0,-2 4 0,-1-3 0,-1 3 0,-3 2 0,-10 0 0,0 0 0,1 0 0,-1 0 0,0-2 0,-6-4 0,1 4 0,-1-3 0,0 3 0,0 2 0,6 0 0,0 0 0,-2 0 0,-2 0 0,-1 0 0,-1 0 0,0-6 0,0 0 0,-5 0 0,-1 6 0,1 0 0,5 0 0,0 0 0,-6 0 0,1 0 0,-2-1 0,1-5 0,4 4 0,-3-4 0,3 4 0,2 2 0,2 0 0,4 0 0,-2-2 0,8-1 0,0-3 0,-3 2 0,5-4 0,-8 3 0,6-1 0,-6 6 0,0-6 0,-6 0 0,0 1 0,0 5 0,0-8 0,1 6 0,-1-6 0,0 1 0,-5 5 0,-1-4 0,0 4 0,1 2 0,-1 0 0,-7 0 0,4-7 0,-8 5 0,0-6 0,0 8 0,0 0 0,-8 0 0,-3-6 0,-12 1 0,2-1 0,-8 6 0,0 0 0,-5 0 0,0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4.898"/>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FF0000"/>
    </inkml:brush>
    <inkml:brush xml:id="br2">
      <inkml:brushProperty name="width" value="0.05292" units="cm"/>
      <inkml:brushProperty name="height" value="0.05292" units="cm"/>
      <inkml:brushProperty name="color" value="#3165BB"/>
    </inkml:brush>
  </inkml:definitions>
  <inkml:trace contextRef="#ctx0" brushRef="#br0">13543 6602 8912,'-17'0'0,"0"0"0,0 0 0,1-2 0,3-2 0,1-1 0,7-3 0,-7 4 0,-1-1 0,-2-7 0,-3 6 0,7-5 0,-1 5 0,1 0 0,1-1 0,-5 5 0,4-4 0,-3 2 0,1 0 0,1-1 0,-1 1 0,-2 0 0,-3-2 0,-4 4 0,-1-3 0,0 3 0,-2 2 0,-8 0 0,-7 0 0,-10 0 0,-1 0 0,-3 0 0,-9 0 0,-6 2 0,-5 2 0,1 1 0,2-1 0,2-2 0,1-2 0,-7 0 0,1 0 0,-7 0 0,7 0 0,1 0 0,2 0 0,4 0 0,4 0 0,10 0 0,7 0 0,8 0 0,-5 0 0,3 0 0,0 0 0,-6 0 0,6 0 0,-8 2 0,1 2 0,-7 3 0,-3 3 0,1 3 0,3 3 0,-5 3 0,1 4 0,0-4 0,5 4 0,8-4 0,4-2 0,-2 0 0,2 0 0,1 1 0,3-1 0,3-2 0,5-4 0,1 5 0,4-5 0,4 4 0,-4 3 0,4-1 0,2 0 0,-1 0 0,1 0 0,0 3 0,0 2 0,5-2 0,1 3 0,5 3 0,-5 3 0,7 3 0,-2 3 0,4-1 0,2 1 0,-5 1 0,-1 2 0,2 2 0,2-2 0,2 1 0,0 1 0,0-2 0,0 8 0,6-6 0,0 6 0,-1-8 0,-5 2 0,6 2 0,0-2 0,-1 0 0,3 2 0,-4-5 0,7 3 0,1-2 0,5 2 0,-5-4 0,-1 4 0,0 3 0,7-3 0,-1 5 0,0-2 0,0-1 0,1 0 0,4-2 0,1-6 0,8 0 0,-2 1 0,3-3 0,3-3 0,-1 2 0,0-9 0,1 1 0,-1 2 0,6-6 0,1 4 0,-1-4 0,-6-1 0,3-1 0,3 0 0,-2 6 0,8 0 0,-6 0 0,6-6 0,5 2 0,7 4 0,-1-4 0,-5 4 0,-1-4 0,1-2 0,0 0 0,-1 1 0,-1-1 0,-4 0 0,-2-6 0,-4 1 0,4-6 0,8 5 0,1-7 0,5 2 0,-5 1 0,4-1 0,-3 0 0,-2 1 0,-6-5 0,-1 4 0,-4 2 0,4-3 0,-4 7 0,4-6 0,1 7 0,6-2 0,2 5 0,3 3 0,8 2 0,8 2 0,-3 2 0,5-2 0,-4-4-167,-3 4 0,3-4 167,4-2 0,-10-2 0,4-3 0,-6 3 0,2-6 0,-2 3 0,2-1 0,-4-7 0,2 2 0,-9-4 0,-3-2 0,7 0 0,-7 0 0,5 0 0,-5 0 0,9 0 0,3-2 0,4-2 0,1-2 0,-4-7 0,-1 2 0,-8-5 0,3-1 0,3 2 0,2 3 0,-2-3 0,2 4 0,2-5 0,2-1 0,6 0 0,-4 0 0,1 0 0,-10-1 0,-1 1 0,0 0 0,-2 0 0,-5 0 0,0-1 0,-1 1 0,1 2 0,0 3 0,3-3 83,-3 4 1,3-5-1,-9-1 1,2 0-84,-2 0 0,-4 0 0,-8-1 0,1-4 0,-1-1 0,0-2 0,1 2 0,5-2 0,0-4 0,6-3 0,-4 5 0,0-2 0,0 1 0,4-1 0,-6-5 0,0-1 0,-5 1 0,-1-2 0,1-4 0,-3 3 0,-3-3 0,-4-2 0,-8 2 0,-2 0 0,-3-2 0,1 4 0,-7-8 0,0 6 0,-6-6 0,0 8 0,0-2 0,0-2 0,0 1 0,-8 1 0,-2 6 0,-1-1 0,-1 1 0,1 0 0,-6-1 0,0 1 0,-1 0 0,1-1 0,0 1 0,-6-1 0,0 1 0,-8-6 0,3 0 0,-5 2 0,-1 1 0,-8-3 0,-4 0 0,-6 0 0,-5 6 0,1-1-131,-7 1 1,-4-1 130,-1 1 0,-5 0 0,10 1 0,-4 3 0,-2 1 0,-4 2 0,5-1 0,-5-3 0,10 8 0,-4-6 0,-2 6 0,8-5 0,3 5 0,3-2 0,-2 4 0,-8-2 0,-8 2 0,2 0 0,-3-2 0,-3 4 0,3-4 0,-1 4 0,6 2 0,6 5 0,0 1 0,6 5 0,-6-3 0,-2 1 0,-2 4 0,-2 0 0,0-1 0,6 3 0,0-4 0,5 4 0,-5 2 0,6-6 0,-6 1 0,-2-1 0,-10 6 0,-7 0 0,-8 0 0,0 0 0,-7 0 0,13 0-256,-2 0 1,3 0 255,-3 0 0,14 0 0,3 0 0,11 0 0,1 0 0,2 0 0,-3 0 0,11 0 0,-5 0 0,6 0 124,0 0 0,-4 0-124,4 0 0,-5 6 0,-6-1 0,1 3 0,-5-4 0,0 3 0,-1 3 0,11 0 262,5 1 0,6-3-262,17-8 0,0 5 0,6 1 0,5 0 0,1-6 0,7 0 0,-4 0 0,6 0 0,-3 0 0,1 2 0,-8 3 0,9-3 0,-7 6 0,6-6 0,-2 4 0,8-4 0,8 5 0</inkml:trace>
  <inkml:trace contextRef="#ctx0" brushRef="#br0" timeOffset="1">9499 6808 8912,'-6'-11'0,"1"0"0,-1-3 0,0-1 0,-1-2 0,-1-2 0,0-2 0,4-2 0,-3 5 0,-1 7 0,1-2 0,-1-3 0,0 5 0,2-1 0,3 9 0,-9-3 0,1 4 0,-6 2 0,5 2 0,1 4 0,-3 7 0,-1 8 0,-2 0 0,-1 8 0,1-3 0,2 5 0,3-2 0,7 1 0,-3 1 0,2-3 0,3 3 0,8-8 0,5 6 0,7-5 0,0 1 0,0 0 0,6-2 0,0-6 0,2 0 0,-2 1 0,-4-1 0,4 0 0,-9-6 0,-3 1 0,-1-1 0,1 7 0,-5-9 0,-12-3 0,-5 1 0,-12-1 0,2 0 0,-8-6 0,2 0 0,-1 0 0,-3 0 0,8 0 0,2-2 0,2-4 0,9-3 0,5-8 0,3-1 0,2 1 0,3-6 0,9 0 0,7 0 0,15 6 0,3-6 0,1 0 0,4 2 0,2 2 0,-6 4 0,2 3 0,-3-10 0,-3 2 0</inkml:trace>
  <inkml:trace contextRef="#ctx0" brushRef="#br0" timeOffset="2">9861 6757 8912,'-8'9'0,"-4"-3"0,-3-4 0,4 4 0,-1 0 0,8 1 0,-3-3 0,1 4 0,0 1 0,1 3 0,5 5 0,0 0 0,7 0 0,5 2 0,3 2 0,2 2 0,2 0 0,4-6 0,-9 6 0,3 0 0,-6 2 0,1-2 0,1-2 0,-7 8 0,0-8 0,-6 2 0,-8-2 0,-4 0 0,-3 2 0,-2-2 0,-6-2 0,0-2 0,-6-8 0,6-3 0,-7-4 0,3-2 0</inkml:trace>
  <inkml:trace contextRef="#ctx0" brushRef="#br0" timeOffset="3">9792 6808 8912,'0'-22'0,"2"-1"0,1 2 0,3 2 0,8 1 0,-3 1 0,4 0 0,3 0 0,6 7 0,7 4 0,7 5 0,8 1 0,4 1 0,1 5 0,9 4 0,1 7 0</inkml:trace>
  <inkml:trace contextRef="#ctx0" brushRef="#br0" timeOffset="4">13130 8304 8912,'-17'0'0,"2"-2"0,1-1 0,3-3 0,-3 2 0,7 0 0,-1 0 0,1-1 0,3-1 0,-8 6 0,6 0 0,-5 0 0,5 0 0,-5 0 0,7 0 0,-11 0 0,11 0 0,-8 0 0,9 0 0,-13 0 0,7 0 0,-8 0 0,-1 0 0,1 0 0,0 0 0,-6 0 0,0 0 0,-8 0 0,3 0 0,-5 0 0,-1 0 0,-3 0 0,-3 0 0,4 0 0,-4 0 0,-2 0 0,2 0 0,-1 0 0,7 0 0,-8 0 0,-2 0 0,-2 0 0,0 0 0,0 0 0,-5 0 0,-1 6 0,0-1 0,1 1 0,-1-6 0,2 0 0,5 0 0,-5 0 0,4 0 0,-2 2 0,2 4 0,-3-4 0,3 3 0,2-3 0,-2-2 0,2 0 0,-2 0 0,4 0 0,0 0 0,5 0 0,-3 0 0,6 2 0,5 4 0,-1-4 0,7 4 0,2-5 0,2-1 0,-1 0 0,-3 0 0,4 0 0,-4 0 0,2-5 0,-2-1 0,2 0 0,-7 4 0,-3-1 0,-1-3 0,-10-2 0,-4 2 0,4 5 0,1-5 0,5 4 0,2 2 0,-1 0 0,3 0 0,3 0 0,6 0 0,-2 0 0,2 0 0,0 0 0,6 0 0,0 0 0,-2 0 0,-4 0 0,4 0 0,-4 0 0,2 0 0,-2 0 0,4 0 0,-4 0 0,-2 0 0,2 0 0,0 0 0,6 0 0,0 0 0,-1 0 0,-4 0 0,-1 0 0,0 0 0,5 0 0,-5 0 0,1 0 0,-7 0 0,6 0 0,-6 0 0,6 2 0,0 2 0,-2 1 0,6 1 0,-4-6 0,6 2 0,6 4 0,-5-4 0,7 5 0,-8-7 0,-1 0 0,1 0 0,0 0 0,6 0 0,-1 0 0,6 0 0,-5 0 0,-3 0 0,-1 0 0,4 0 0,-1 0 0,7 0 0,-7 0 0,8 0 0,-11 0 0,13-2 0,-4-3 0,2 3 0,-1-4 0,3 4 0,-8 2 0,4 0 0,5 0 0,-9 0 0,4 0 0,4 0 0,-13 0 0,13 0 0,-5 0 0,7 2 0,0 4 0,0-4 0,0 13 0,0-6 0</inkml:trace>
  <inkml:trace contextRef="#ctx0" brushRef="#br0" timeOffset="5">8140 8253 8912,'0'-17'0,"0"-1"0,2 3 0,1 2 0,5 1 0,2 1 0,3 1 0,2-3 0,4 5 0,2 1 0,2-1 0,6 2 0,-4 6 0,2 0 0,3 0 0,-3 8 0,0 3 0,-2 6 0,-4 6 0,-2 4 0,-2 8 0,-5 1 0,-3 2 0,-1 4 0,-4 2 0,-2 0 0,-2 2 0,-2 2 0,-4-8 0,2 0 0,-7-6 0,-3 1 0,-1-1 0,-2-5 0,-1-1 0,7-12 0,0 1 0,-1-12 0,-13 3 0,-2-8 0</inkml:trace>
  <inkml:trace contextRef="#ctx0" brushRef="#br0" timeOffset="6">8243 8631 8912,'-6'-17'0,"0"0"0,1 7 0,5 0 0,0 5 0,15-3 0,8-5 0,9 3 0,9 3 0,8-7 0,9 3 0,12-3 0,-1 3 0,4-4-386,-4 3 386,-8-3 0,-2-10 0,-7-2 0</inkml:trace>
  <inkml:trace contextRef="#ctx0" brushRef="#br0" timeOffset="7">9069 8253 8912,'-17'9'0,"0"-3"0,-1 2 0,1-3 0,6 3 0,-1-2 0,6-2 0,-3 7 0,1 2 0,3 3 0,5 1 0,5 6 0,1 0 0,7 2 0,-1-4 0,1 1 0,-1 0 0,3 2 0,-4-1 0,-3 0 0,-2-6 0,1 1 0,-1-1 0,0 0 0,-6 0 0,-6 0 0,-1 1 0,-3-3 0,-3-4 0,-3 3 0,-1-9 0,6 1 0,-1-6 0,1 0 0,1-8 0,3-1 0</inkml:trace>
  <inkml:trace contextRef="#ctx0" brushRef="#br0" timeOffset="8">9086 8270 8912,'17'-25'0,"10"4"0,8-8 0,22 1 0,21-7 0,-31 17 0,2 0 0,7-1 0,3-2-796,3-4 1,2-2 0,11-6 0,3-2 0,0-5 0,1 1 0</inkml:trace>
  <inkml:trace contextRef="#ctx0" brushRef="#br0" timeOffset="9">1618 15182 8912,'0'17'0,"2"-2"0,1-2 0,3-1 0,-2 1 0,-2-3 0,-2 1 0,0 3 0,0 3 0,0 4 0,0 4 0,0 1 0,0-3 0,0 6 0,0 2 0,0 1 0,0 2 0,0 1 0,0-3 0,0-1 0,0-4 0,0-3 0,0-1 0,0-5 0,0-9 0,0-1 0,0-8 0,0 0 0,0-8 0,2 6 0,3-4 0,-3-3 0,6-1 0</inkml:trace>
  <inkml:trace contextRef="#ctx0" brushRef="#br0" timeOffset="10">2117 15268 8912,'-12'0'0,"3"1"0,-1 3 0,1 2 0,-3 0 0,-5-6 0,0 0 0,5 5 0,3 3 0,-1 2 0,0 3 0,1 2 0,-3 2 0,5 3 0,-1 3 0,6 3 0,-4 9 0,5-1 0,1 0 0,7-5 0,5 0 0,3-6 0,2 1 0,2-3 0,4-5 0,-2-10 0,8-1 0,-2-3 0,3-4 0,-1-3 0,2-7 0,-7-11 0,-1-6 0,2-3 0,-2-2 0,0-3 0,-6-3 0,-5 4 0,-1-4 0,-7 0 0,2 5 0,-12-3 0,-5 11 0,-7 1 0,-4 3 0,0 5 0,-6 7 0,5 1 0,-6 5 0,2 5 0,-1-2 0,3 8 0,0 3 0,6 4 0,-4 10 0,11-4 0,7 4 0,3 2 0,2-2 0,0-2 0,15-2 0,4-2 0</inkml:trace>
  <inkml:trace contextRef="#ctx0" brushRef="#br0" timeOffset="11">4509 13514 8912,'-10'-17'0,"-3"5"0,5 3 0,0-1 0,1 1 0,3-5 0,2 5 0,2-3 0,2 6 0,4-3 0,5 1 0,4 4 0,8-3 0,2 1 0,2 2 0,4 2 0,-5 2 0,3 0 0,-8 8 0,2 3 0,-4 5 0,-2 1 0,-1 6 0,-5 0 0,-3 7 0,-8-1 0,0 9 0,0 2 0,-14 0 0,-3-5 0,-10 5 0,3 0 0,-3-2 0,-4-2 0,4-7 0,-1 0 0,7-6 0,-2 5 0,4-12 0,1 1 0,3-10 0,4 5 0,3-8 0,8 2 0,0-12 0,0-6 0,0-3 0,0-2 0,0 0 0,0-1 0,0 1 0,6-2 0,0-4 0,7 10 0,-4-4 0,3 3 0,-1 5 0,1-1 0,5 4 0,0 5 0,1-5 0,-1 4 0,0 2 0,2 0 0,4 0 0,-2 2 0,8 4 0,-1-3 0,7 9 0,-1-1 0,1-1 0,-1 3 0,0-7 0,1 0 0,7-14 0,2-2 0</inkml:trace>
  <inkml:trace contextRef="#ctx0" brushRef="#br0" timeOffset="12">5197 13583 8912,'-10'11'0,"5"1"0,-3 1 0,2 8 0,3 2 0,1-2 0,2 4 0,0-2 0,0 5 0,2-3 0,1 0 0,3 0 0,6 3 0,-7-5 0,3 6 0,-4-6 0,1 0 0,-1 2 0,-2-6 0,-2 4 0,0-4 0,0-2 0,-2-6 0,-3 1 0,-5-1 0,-7-1 0,0-10 0,-1-10 0</inkml:trace>
  <inkml:trace contextRef="#ctx0" brushRef="#br0" timeOffset="13">5077 13617 8912,'-10'-8'0,"4"1"0,12-5 0,13-3 0,16 3 0,31-9 0,28-3 0,-36 10 0,3 1 0,9-2 0,1-1-495,-1 1 1,0-2 0,3-7 0,-1-2 0,-8-1 0,0 1 0</inkml:trace>
  <inkml:trace contextRef="#ctx0" brushRef="#br0" timeOffset="14">20145 5158 8912,'-3'34'0</inkml:trace>
  <inkml:trace contextRef="#ctx0" brushRef="#br0" timeOffset="15">23115 6291 8912,'2'-23'0,"4"-40"0,7-12-227,-1-5 0,3-4 227,2-2 0,0-8 0,-9 44 0,0-1 0,-1-4 0,-1-1 0,0-3 0,-1-2 0,0-4 0,0-2 0,1 1 0,-1 0 0,3-1 0,-2-1-256,-3-1 0,0 0 1,0-1-1,1 1 256,-1 2 0,0 2 0,-2 6 0,0 3 0,3-5 0</inkml:trace>
  <inkml:trace contextRef="#ctx0" brushRef="#br0" timeOffset="16">20038 5158 8912,'4'29'0,"8"16"0,-6-4 0,0-19 0</inkml:trace>
  <inkml:trace contextRef="#ctx0" brushRef="#br0" timeOffset="17">19893 6293 8912,'0'11'0,"0"1"0,0 1 0,8 0 0,3-1 0,5-6 0,1-5 0,0-2 0,2-3 0,4-4 0,6-1 0,3 3 0,2-5 0</inkml:trace>
  <inkml:trace contextRef="#ctx0" brushRef="#br0" timeOffset="18">20925 6283 8912,'35'4'0,"23"2"0,-1-6 0,-2 2 0,-7 1 0,-4 3 0,-2-2 0,-2 0 0,-5 2 0,-3-5 0,-3 5 0,-2-4 0,-4-2 0,3 0 0,9 0 0,-1 0 0,1 0 0,1 0 0,4 0 0,4 0 0,8 0 0,-6 0 0,0 0 0,-6 0 0,6 0 0,-8-6 0,2 1 0,-4 1 0,-1 2 0,-1 2 0,1 0 0,-5 0 0,5 0 0,-5 0 0,10 0 0,-1 0 0,1 0 0,8 0 0,7 0 0,4-2 0,4-4 0,-1 4 0,-5-3 0,-4 3 0,5 2 0,-7 0 0,-5 0 0,-6 0 0,-3 0 0,-9 0 0,1 0 0,-6 0 0,6 0 0,-6 0 0,5 0 0,-5 0 0,6 0 0,0 0 0,-3 0 0,-1-2 0,-7-4 0,-1 4 0,0-4 0,-7 4 0,-3 2 0,-7 0 0,8 0 0,1 0 0,9 0 0,1-5 0,4-1 0,-4-2 0,4 5 0,-4-3 0,-2 2 0,-5 2 0,-1 2 0,-7 0 0,3 0 0,-7 2 0,2 4 0,4 5 0,-2-1 0,7 1 0,-7-7 0,12 4 0,-7-8 0</inkml:trace>
  <inkml:trace contextRef="#ctx0" brushRef="#br0" timeOffset="19">20104 6327 8912,'3'19'0,"-1"0"0,4-2 0,-4-1 0,-2-9 0,2 1 0,4-8 0,-5-2 0,5-4 0,-4-3 0,-10-16 0,-1-2 0</inkml:trace>
  <inkml:trace contextRef="#ctx0" brushRef="#br1" timeOffset="20">19945 3181 8912,'9'0'0,"-1"0"0,-8 0 0,0 2 0,0 3 0,0 5 0,0 9 0,0 4 0,0 6 0,0 11 0,0 6 0,0 13 0,0 10 0,0 13 0,0 13 0,0-40 0,0 1 0,0 6 0,0 2 0,0 3 0,0 0-57,0-1 1,0 0 0,0 1 0,0 1 0,0 0-1,0 0 1,0-3 0,0 0 56,0-4 0,0-2 0,0-3 0,0-3 0,0 39 0,0-6 0,0-12 0,-6-16 0,1-3 0,1-7 0,2-4 0,2-4 0,0 6 0,0-14 0,0 2 0,0-11 0,0 0 0,0-4 0,0-1 0,0-7 0,0 1 0,8-1 450,-7-1-450,7 5 0,-8-13 0,0 5 0,0-7 0,0-7 0,0 3 0,-2-9 0,-4-7 0,5-4 0,-15-18 0,7-2 0</inkml:trace>
  <inkml:trace contextRef="#ctx0" brushRef="#br1" timeOffset="21">19979 3181 8912,'-11'-16'0,"-1"5"0,9 1 0,-3 5 0,6 3 0,6-2 0,5 8 0,6-2 0,6 3 0,10-3 0,7-2 0,13 0 0,1 0 0,7-2 0,10-3 0,5-7 0,12-9 0,6-4 0,-43 12 0,1 0 0,4-1 0,1-1-71,5-2 1,2 0 0,3-1 0,0 1 0,4 0 0,0 0 0,-2 0 0,-1-1 70,0 1 0,0 0 0,2 0 0,0 2-255,-4 0 1,-1 1 0,2 1 0,0 1 254,0 3 0,-2 1 0,-1-3 0,-2 1 0,-4 1 0,-1 1 0,0 0 0,-1 2 0,-2 6 0,-1 0 0,2 0 0,-1 0-110,0 0 0,-1 0 0,-2 0 0,-1 0 110,42 0 0,-2 0 0,-15 0 0,13 0 0,-4 2 0,-2 2-63,-6 2 1,-12 0 62,-7-6 0,-17 5 234,-5 1 1,-18 2-235,0-3 0,-11-1 1006,-1 8-1006,-3-9 256,-2 13 0,0-7-256,0 8 0,0 1 78,0-1 0,0 0-78,0 0 0,2 8 0,4 4 0,-2-3 0,5 3 0,-1 2 0,-4 1 0,3-3 0,-1-1 0,6 1 0,-7 6 0,1-7 0,-6 1 0,2-6 0,4 5 0,-4-7 0,5 4 0,-7-8 0,0-5 0,0-1 0,0-5 0,0 6 0,0-7 0,0 7 0,0 1 0,0 2 0,0 5 0,0 2 0,-5-1 0,-1 8 0,-6 2 0,7 9 0,-7-2 0,6 8 0,-1 7 0,1 10 0,2 4 0,-7 2 0,7 0 0,-2 0 0,-1-3 0,1-3 0,0-3 0,-2-1 0,5-6 0,-9 5 0,6-11 0,-5-1 0,1 0 0,-1 6 0,-2-6 0,5-2 0,0-1 0,1 1 0,1-3 0,6 4 0,0-1 0,0 2 0,0-2 0,0-4 0,2-2 0,3 8 0,-3-8 0,4 3 0,-4-5 0,-2-2 0,0 3 0,0 1 0,0 0 0,0-6 0,-6-3 0,1-6 0,-7-4 0,6 4 0,-1-10 0,1-1 0,4-6 0,-4 5 0,4-7 0,2 4 0,0-8 0,0 0 0,-15-8 0,-4-2 0</inkml:trace>
  <inkml:trace contextRef="#ctx0" brushRef="#br1" timeOffset="22">19859 5227 8912,'0'9'0,"0"-1"0,0-8 0,0 0 0,0-8 0,2 6 0,3-3 0,-3 1 0,4-2 0,-2 2 0,2-7 0,-4 7 0,5-6 0,-7 5 0,2 3 0,4-4 0,-4 2 0,4-2 0,-5 5 0,-1-7 0,0 8 0,0 0 0,8-8 0,-6 6 0,6-5 0,-8 7 0,0 0 0,0-8 0,0-1 0</inkml:trace>
  <inkml:trace contextRef="#ctx0" brushRef="#br1" timeOffset="23">19928 4384 8912,'0'12'0,"0"-1"0,0 3 0,0-7 0,2 1 0,3-8 0,-1 0 0,8 0 0,-9 0 0,13 0 0,-5 0 0,4 0 0,3-2 0,-1-4 0,0 4 0,0-3 0,2-3 0,4 2 0,-2-5 0,8 3 0,2 0 0,1 1 0,-3-5 0,0 7 0,1-1 0,3-2 0,-5 6 0,-1-3 0,0 3 0,0 2 0,-1 0 0,3 0 0,2 0 0,-8 0 0,5 0 0,-5 0 0,8 0 0,-4 0 0,1 0 0,1 0 0,0-2 0,5-4 0,0 4 0,1-4 0,1-3 0,4-3 0,-1 3 0,7-3 0,-8 9 0,2-3 0,-4-2 0,-1 2 0,1-5 0,0 5 0,1 2 0,-5 3 0,-3-5 0,0 0 0,3-2 0,-3 3 0,1 1 0,-1-8 0,-5 10 0</inkml:trace>
  <inkml:trace contextRef="#ctx0" brushRef="#br1" timeOffset="24">21895 4091 8912,'14'-5'0,"26"0"0,-4-9 0,4 3 0,-3 1 0,-3-1 0,6 5 0,0-6 0,8 1 0,-2-6 0,4 2 0,1 3 0,1-3 0,0 3 0,-1-1 0,1 1 0,-6-3 0,-2 4 0,-2-3 0,-4 3 0,0-4 0,2 3 0,-3 3 0,5-3 0,-2 1 0,0 1 0,14-5 0,-3 3 0,12-3 0,0-2 0,4 0 0,2 0 0,-4 1 0,-7 5 0,-11 3 0,-18 8 0,-4-8 0,-8 7 0,-9-7 0,-8 8 0,-2 0 0,-10 0 0,9 0 0,-5 0 0,8 0 0,0 0 0,-8 0 0,6 0 0,-13 0 0,5 0 0,-7 0 0</inkml:trace>
  <inkml:trace contextRef="#ctx0" brushRef="#br1" timeOffset="25">25675 3284 8912,'-9'0'0,"-7"-8"0,15 6 0,-9-7 0,4 3 0,4 2 0,-5-5 0,-1 1 0,4 0 0,-7 5 0,-3-3 0,5-6 0,-3 7 0,-1 1 0,-4-4 0,-6 2 0,4 1 0,-6 5 0,0 0 0,-4 0 0,-3 0 0,-3 0 0,-1 0 0,-4 0 0,2 2 0,-8 3 0,0-1 0,-6 8 0,-1-1 0,-3 6 0,-3-1 0,-2-5 0,-4 4 0,-10-3 0,-1 3-139,-5 2 1,7 0 138,11 1 0,2-1 0,7 0 0,2 0 0,8 0 0,0 3 0,4 2 0,-2-2 0,2 2 0,4-2 0,-4-3 0,9-2 0,2-3 0,8-3 0,-2-3 277,12-4-277,3 5 0,8-7 0,2 0 0,4 0 0,-4 0 0,5 0 0,-14 0 0,-5 0 0,-3 0 0,4 0 0,-1 0 0,8 0 0,-3 0 0</inkml:trace>
  <inkml:trace contextRef="#ctx0" brushRef="#br1" timeOffset="26">24247 3129 8912,'-2'10'0,"-4"-5"0,3-5 0,-9-5 0,1 3 0,-7-4 0,1 4 0,0 2 0,-2 2 0,-4 4 0,-6 5 0,-3 5 0,-3 3 0,1 2 0,-1 2 0,-5 7 0,0-1 0,2 3 0,2 3 0,7-7 0,0 1 0,8-2 0,-2 3 0,6-3 0,6-2 0,3-2 0,8-6 0,2-2 0,4-3 0,3 1 0,8-5 0,2-1 0,4 1 0,4 5 0,8-1 0,5-3 0,0 3 0,6-3 0,-6 3 0,12 3 0,-7-3 0,7-3 0,-12 1 0,0-3 0,2-3 0,-5 4 0,3-2 0,-9 1 0,-3-1 0,-7-4 0,4-2 0,-8-10 0</inkml:trace>
  <inkml:trace contextRef="#ctx0" brushRef="#br1" timeOffset="27">21322 4281 8912,'0'-9'0,"1"1"0,5 8 0,-2 0 0,9 0 0,5 0 0,3 0 0,11-6 0,3-1 0,9-3 0,5-3 0,11-5 0,3-3 0,4-2 0,1 2 0,-1 2 0,-4 2 0,-7 2 0,-8 3 0,-8 5 0,-10 7 0,-1 0 0,-10 2 0,-2 3 0,-7 5 0,-10 0 0,0-3 0</inkml:trace>
  <inkml:trace contextRef="#ctx0" brushRef="#br1" timeOffset="28">26088 3026 8912,'-17'0'0,"-2"0"0,-2 0 0,-4 0 0,0 2 0,0 4 0,-5 11 0,1 11 0,-1 7 0,1 5 0,4-2 0,8 8 0,2 0 0,3-2 0,4-2 0,10-8 0,4-1 0,6-5 0,10-9 0,7-7 0,6-8 0,7 1 0,7-3 0,7-2 0,9-7 0,-2-5 0,-2-3 0,0-4 0,-3-2 0,-9-2 0,3-8 0,-8 5 0</inkml:trace>
  <inkml:trace contextRef="#ctx0" brushRef="#br1" timeOffset="29">26519 3232 8912,'-8'-25'0,"4"1"0,-7-5 0,1 2 0,-1 4 0,-5 10 0,5-2 0,-6 3 0,-6 3 0,4 5 0,-4-2 0,-2 12 0,2 5 0,0 10 0,6 2 0,-1 8 0,1-3 0,6 5 0,-1 1 0,8-5 0,-1 0 0,5-8 0,4 2 0,3-4 0,3-2 0,1-2 0,6-3 0,1-5 0,-1-7 0,2 0 0,4 0 0,-4-2 0,4-3 0,2-1 0,-2-11 0,2 3 0,-2-9 0,-4-1 0,4 1 0,-10-6 0,-1 4 0,-1 0 0,-1 0 0,3-3 0,-7 5 0,-1 0 0,-5 6 0,2 5 0,4 1 0,-4 7 0,6-4 0,-8 10 0,2 2 0,3 2 0,7-2 0,-3 3 0,3-1 0,-1 2 0,6-5 0,1 3 0,-1-2 0,0-2 0,0-2 0,-5 0 0,-1 0 0,1 0 0,-1 6 0,1-1 0,-9 1 0,7-4 0,-4 4 0,-4-4 0,5 5 0,-7 1 0,0-6 0,0 6 0,0-10 0,0-4 0,2 2 0,4-7 0,4-1 0,7-5 0,0 0 0,-2 0 0,-1 1 0,-3 3 0,2 1 0,1 7 0,-3-7 0,5 8 0,-5-1 0,4 3 0,3 2 0,-7 2 0,1 3 0,-1 7 0,-1 3 0,5 4 0,-4 4 0,5-2 0,1 8 0,-2-6 0,-3 5 0,3-7 0,-4 2 0,5-3 0,1-3 0,0-8 0,0-3 0,1-4 0,-1-2 0,0 0 0</inkml:trace>
  <inkml:trace contextRef="#ctx0" brushRef="#br1" timeOffset="30">27465 2854 8912,'-8'-17'0,"6"5"0,-3 1 0,-3 5 0,2-5 0,-7 7 0,3 0 0,-7 16 0,0 10 0,6 11 0,-1 7 0,6 0 0,-3 10 0,1 3 0,4 1 0,2-1 0,2-1 0,8-2 0,3-5 0,7-3 0,5-7 0,-2-8 0,7-4 0,1-12 0,5-5 0,1-6 0,1-8 0,2-7 0,3-6 0,-1-10 0,-6 3 0,1-7 0,-1-5 0,-7 4 0,-4-4 0,-6 3 0,-6 3 0,3 1 0,-8 5 0,-3-1 0,-8 12 0,-7 7 0,-3 7 0,-2 3 0,-1 15 0,1 8 0,0 7 0,0 5 0,0-1 0,-1 1 0,9-1 0,3 0 0,-2-1 0,3-3 0,1-3 0,2-2 0,2-2 0,0-6 0,2-7 0,4-5 0,5-3 0,4-2 0,8-2 0,0-3 0,6-5 0,-4-9 0,2-4 0,3-6 0,3 3 0,1-3 0,-1 2 0,-5-1 0,3 3 0,-8 8 0,4-1 0,-8 3 0,-4 4 0,0 5 0,-5 6 0,1 6 0,-7 3 0,2 8 0,-4 1 0,-2-1 0,6 0 0,-1 0 0,9 0 0,-5 1 0,3-1 0,-1 0 0,-7-8 0,19-1 0,-4-8 0</inkml:trace>
  <inkml:trace contextRef="#ctx0" brushRef="#br1" timeOffset="31">29220 2854 8912,'-17'-2'0,"-2"-2"0,-2-1 0,-2-1 0,0 0 0,-2 0 0,-2 1 0,-7 5 0,5 2 0,1 3 0,-1 7 0,2 3 0,2 2 0,8 0 0,2 3 0,3 1 0,7 1 0,3 0 0,4 2 0,3-1 0,11 0 0,9-4 0,-1 2 0,1 2 0,6 0 0,-2-6 0,3 1 0,2-1 0,-5 0 0,-2 2 0,-2 2 0,-4 2 0,-4 0 0,-6-6 0,3 0 0,-8 0 0,-3 1 0,-8-1 0,-5 0 0,-7 0 0,-10-1 0,-5-3 0,-7-2 0,1 3 0,2-5 0,1 3 0,3-8 0,3 1 0,4-3 0,8-2 0,8-7 0,-7-11 0,7-8 0</inkml:trace>
  <inkml:trace contextRef="#ctx0" brushRef="#br1" timeOffset="32">29358 2923 8912,'-17'9'0,"0"5"0,-1-9 0,1 9 0,2-1 0,1 8 0,3 8 0,5 3 0,-5 3 0,7 5 0,0 2 0,6 0 0,4 0 0,13-2 0,-2-6 0,6-5 0,0 0 0,-2-10 0,8-2 0,-6-2 0,5-9 0,-7 0 0,2-6 0,-4 0 0,-1-15 0,-1-5 0</inkml:trace>
  <inkml:trace contextRef="#ctx0" brushRef="#br1" timeOffset="33">29513 2974 8912,'17'0'0,"-5"0"0,-1 0 0,-5 0 0,5 0 0,-5 0 0,5 0 0,-5 6 0,6 0 0,-1 7 0,6 1 0,-1 5 0,-5 4 0,4 7 0,-3-1 0,-3 3 0,3 3 0,-8-7 0,1 1 0,-3-8 0,-2 2 0,0-4 0,0-2 0,0-7 0,0-4 0,0-12 0,0-6 0,0-11 0,8 2 0,4-7 0,3-1 0,2-5 0,0 1 0,2 3 0,2 3 0,2 2 0,2 2 0,-2 6 0,-4 7 0,4 5 0,-9 5 0,-3 5 0,-7 5 0,4 7 0,-8 0 0,0 1 0,1-3 0,5-4 0,-2-3 0,7-8 0,1 0 0,5 0 0,2 0 0,4 0 0,-4-2 0,4-4 0,2-1 0,-2-5 0,6-3 0,-6 3 0,-2-3 0,-2-2 0,-8 0 0,1 0 0,-8-1 0,1 1 0,-3 0 0,-9 2 0,-5 3 0,-9-1 0,-2 7 0,-6 2 0,7 10 0,-1 6 0,-2 3 0,4 2 0,-8 0 0,8 8 0,-2 4 0,6 3 0,5 3 0,-1 5 0,7 0 0,1 0 0,5-6 0,7 1 0,7-3 0,7-3 0,7-6 0,5-6 0,1-6 0,1-3 0,-1-8 0,6-4 0,0-7 0,0-1 0,-5-11 0,-1-3 0,1-3 0,3-2 0,-4 1 0,-7 1 0,-6-1 0,-6 3 0,-3-2 0,-4 6 0,-8-5 0,0 7 0,0-2 0,-2 4 0,-4 1 0,-4 9 0,-7 3 0,0 4 0,0 2 0,0 0 0,1 8 0,5 3 0,-3 10 0,9 2 0,-7 6 0,6-6 0,1 5 0,5-5 0,0-2 0,0-1 0,2-3 0,3 0 0,7-2 0,11-3 0,-2-5 0,8-7 0,1 0 0,10 0 0,-2-7 0,8-5 0,-7-3 0,1-4 0,-4-2 0,-1-2 0,-3-6 0,-3 6 0,-6 0 0,-12 6 0,-1 6 0,-5-1 0,-3 8 0,4-3 0,-12 7 0,-1 7 0,-7 5 0,3 5 0,-3 6 0,-1-2 0,-2 8 0,5-8 0,1 2 0,0-2 0,-7 2 0,7-6 0,-1 0 0,9 0 0,-3-5 0,-2-3 0,2 3 0,1-9 0,7-3 0,3-11 0,5-4 0,7-2 0,0-6 0,1 0 0,1-6 0,4 6 0,-4 0 0,4 8 0,-4 1 0,-2 3 0,0 7 0,0-3 0,1 7 0,-3 1 0,-4 5 0,5 4 0,-5 7 0,3 0 0,-3 0 0,4 6 0,-3-2 0,3-4 0,2-3 0,2-8 0,4 5 0,-4-7 0,4 2 0,2-4 0,-2-2 0,0-6 0,-6 0 0,1-7 0,-1 1 0,0-3 0,-2-2 0,-3 0 0,-7-1 0,5 1 0,-8 0 0,6 7 0,-8 3 0,0 16 0,0 9 0,0-1 0,0 6 0,0 1 0,0-1 0,0-2 0,0-1 0,5-3 0,1 0 0,13-2 0,-2-3 0,4 1 0,-3-7 0,5-1 0,0-5 0,1-5 0,-1-1 0,-4-5 0,4 3 0,-3-2 0,-3-3 0,0 3 0,0-1 0,-5 7 0,-1-2 0,-7 5 0,5 2 0,-3 5 0,-4 6 0,4 11 0,-6 3 0,-6 9 0,2 1 0,-5 2 0,-1 2 0,1-2 0,-3-1 0,-5-3 0,0 4 0,0-3 0,-1 1 0,1-13 0,-6 0 0,0-6 0,-2-2 0,2-3 0,4-12 0,-6-10 0</inkml:trace>
  <inkml:trace contextRef="#ctx0" brushRef="#br1" timeOffset="34">31199 2682 8912,'-15'-23'0,"4"0"0,3 4 0,0 6 0,6-2 0,-5 11 0,7-8 0,0 8 0,0-3 0</inkml:trace>
  <inkml:trace contextRef="#ctx0" brushRef="#br2" timeOffset="35">19945 6086 8912,'11'0'0,"1"0"0,-8 0 0,3 0 0,-7 0 0,0 0 0,0 8 0,0-6 0,0 6 0,0-8 0,0 0 0,8 0 0,-6 0 0,13 0 0,-5-8 0,7 0 0,0-5 0,0 3 0,1 3 0,-1-7 0,0 3 0,0-2 0,0 1 0,6-3 0,0 3 0,6-3 0,-6-2 0,2 0 0,-2-1 0,-2 7 0,7 0 0,-5-1 0,6-5 0,-6 2 0,6 1 0,-1 3 0,-1-3 0,6-1 0,-5-2 0,-1 5 0,2 1 0,-6 0 0,5-7 0,-1 1 0,2 0 0,3 0 0,-3 0 0,-2 5 0,1 1 0,-1-1 0,4-5 0,-3 0 0,3 0 0,2-1 0,1 1 0,-1 0 0,-5 0 0,5 0 0,-5-1 0,-1 1 0,2 0 0,-6 0 0,5 0 0,-5-1 0,4 1 0,0-2 0,0-4 0,-6 4 0,2-4 0,3 4 0,3 2 0,-2 0 0,2 0 0,-1-1 0,7 1 0,-1-2 0,1-4 0,-1 4 0,2-4 0,3 4 0,1 2 0,0 0 0,-6-1 0,8-5 0,4 1 0,-4-1 0,-2 5 0,-3-4 0,-3-1 0,6-2 0,0 2 0,1 4 0,-7-6 0,0 2 0,1 0 0,7-8 0,4 3 0,-2-3 0,2 3 0,-8-3 0,2 8 0,-6 0 0,-5 6 0,-4 0 0,-8 0 0,0-1 0,-7 9 0,0-1 0,-5 5 0,-1 3 0,8-4 0,-3-4 0,3-1 0,3 3 0,-4 3 0,5-3 0,1 2 0,-6-5 0,1 5 0,-6 0 0,5 6 0,-7-7 0,4 5 0,-8-6 0,0 8 0,0 0 0,-8 0 0,4 6 0,-7 0 0,5 5 0,-6-5 0,-1 7 0,-10-1 0,-11 3 0,-10 2 0</inkml:trace>
  <inkml:trace contextRef="#ctx0" brushRef="#br2" timeOffset="36">25366 5330 8912,'-20'0'0,"-1"-2"0,-2-2 0,4-3 0,6-3 0,-2 4 0,3-3 0,-3 1 0,-2 4 0,-1-3 0,1 1 0,-2 0 0,-4-2 0,2 7 0,-7-5 0,-1-2 0,-6 2 0,1 1 0,0-3 0,-1 6 0,1-4 0,-6-1 0,-1 1 0,-8-2 0,-1 5 0,-7-3 0,-5 2 0,-1 0 0,-5-2 0,-11 5-280,-7-5 1,-2 4 279,-9 2 0,7 0 0,-2 0 0,8 0 0,-2 0 0,17 0-130,-6 0 1,3 0 129,-3 0 0,-7 0 0,2 0 0,-4 0 0,-3 0 0,9 0 0,3 0 0,3 2 0,-3 4 0,10-3 0,-4 9 0,12-1 0,0 7 0,3-7 0,3 0 0,3-1 0,8 1 0,1 3 0,16-8 0,0 5 0,6-5 0,0 5 136,0-5 0,5 0 0,1-6 0,-4 0-136,-6 0 0,1 0 137,-3 0 0,4 0-137,2 0 0,0 0 0,0 0 0,0-8 0,7 6 0,2-6 0,8 8 0,0 8 0,0-4 0,0 7 0,-7-7 0,-3 4 0</inkml:trace>
  <inkml:trace contextRef="#ctx0" brushRef="#br2" timeOffset="37">22251 5106 8912,'17'0'0,"-6"-5"0,1-1 0,-8-7 0,2 11 0,-12-4 0,-8 4 0,-7 2 0,-5 8 0,-9 3 0,-1 12 0,-4 6 0,-2 3 0,-4 3 0,2 7 0,4 3 0,11-3 0,0-1 0,10-5 0,8-2 0,3 4 0,10-3 0,6-8 0,9-6 0,15-4 0,14 0 0,12 0 0,5 0 0,5-7 0,7-4-454,11-4 1,-35-2 0,1 0 0,5 0 0,-1 0 0</inkml:trace>
  <inkml:trace contextRef="#ctx0" brushRef="#br2" timeOffset="38">25624 4986 8912,'-12'-2'0,"1"-4"0,7 4 0,-4-5 0,3 9 0,-1 3 0,0 7 0,-2 3 0,1 4 0,-7 2 0,5 4 0,1 2 0,-5-6 0,1 2 0,3-2 0,-1 0 0,1 0 0,-1-6 0,6 2 0,-3-7 0,7-1 0,0-3 0,0-12 0,0-5 0,2-12 0,3-7 0,5-7 0,-1-3 0,7-6 0,-5 6 0,4-8 0,3 3 0,-1-3 0,0 2 0,0-2 0,1 8 0,-7 0 0,0 6 0,1 7 0,5 10 0,0 11 0,-5 4 0,-1 2 0,1 15 0,5 10 0,0 11 0,0 10 0,-5 6 0,-1 5 0,-5-3 0,6 3 0,-7-4 0,7-1 0,-8 0 0,1-1 0,-3 3 0,-2 3 0,0-5 0,0-1 0,0-7 0,-7-2 0,-3 2 0</inkml:trace>
  <inkml:trace contextRef="#ctx0" brushRef="#br2" timeOffset="39">25520 5227 8912,'-26'-8'0,"1"0"0,8-3 0,7-12 0,2 12 0,10-12 0,6 5 0,9 7 0,2-2 0,10 7 0,5-6 0,7 7 0,6-7 0,-1 7 0,-2-1 0,2 6 0,-8-6 0,3 0 0,-5 1 0,-2-11 0,1-3 0</inkml:trace>
  <inkml:trace contextRef="#ctx0" brushRef="#br2" timeOffset="40">26088 4797 8912,'-5'-12'0,"-1"1"0,0 7 0,6-3 0,-6 14 0,1 5 0,-1 11 0,6 5 0,-2 5 0,-2 3 0,-2 2 0,3 2 0,-5 2 0,2-2 0,-7-1 0,1 6 0,3-6 0,-3 1 0,3-10 0,-3-1 0,-3-8 0,13-4 0,-6-9 0,10-16 0,4-5 0,6-6 0,3-4 0,8-8 0,0 3 0,7 1 0,-1-2 0,9 10 0,2 2 0,1 0 0,-7 5 0,0 5 0,1 1 0,-6 4 0,-1 2 0,-7 2 0,2 4 0,-9 3 0,-5 8 0,-3 1 0,-8-1 0,-8 6 0,-13 0 0,-5 1 0,-12-1 0,-10-4 0,-7 4 0,-1-4 0,7-1 0,7-3 0,3-4 0,7 5 0,5-5 0,4-3 0,16-1 0,17-22 0,11-4 0</inkml:trace>
  <inkml:trace contextRef="#ctx0" brushRef="#br2" timeOffset="41">26536 5003 8912,'-17'27'0,"5"-4"0,1-12 0,-1 5 0,-5-5 0,5 4 0,1 3 0,0-1 0,1 0 0,2 0 0,8 0 0,0 1 0,0-1 0,0 0 0,0 0 0,8-2 0,3-3 0,10-5 0,2-7 0,2 0 0,-4-1 0,2-3 0,-2-2 0,-2-7 0,-1 1 0,-3-5 0,-4-6 0,-3 4 0,-8-4 0,0 4 0,0 2 0,-13 0 0,-5-1 0,-5 3 0,1 4 0,2-3 0,-3 9 0,4-9 0,2 5 0,0-9 0</inkml:trace>
  <inkml:trace contextRef="#ctx0" brushRef="#br2" timeOffset="42">26828 4969 8912,'18'0'0,"-1"2"0,0 3 0,0 11 0,0 9 0,1 1 0,-1 5 0,0-4 0,0 1 0,-2 3 0,-3 9 0,-4-4 0,-8 4 0,-2-11 0,-4-4 0,-7-4 0,-8-4 0,1 4 0,-3-9 0,4-5 0,2-1 0,6-6 0,-1-6 0,8-5 0,-1-12 0,3-4 0,2-7 0,0 3 0,0-3 0,2 3 0,3-7 0,7 5 0,3 5 0,2 1 0,1-2 0,14-11 0,4 4 0</inkml:trace>
  <inkml:trace contextRef="#ctx0" brushRef="#br2" timeOffset="43">27362 4642 8912,'-10'17'0,"-3"2"0,5 2 0,-1 2 0,3 10 0,-6 1 0,1 6 0,-4 8 0,1 0 0,3 5 0,5-1 0,-5 5 0,7-3 0,-2-3 0,4-7 0,2-4 0,0-11 0,0-6 0,2-6 0,4-5 0,-2-5 0,7-9 0,2-3 0,3-7 0,1-5 0,0-6 0,2-2 0,4-3 0,-4-5 0,4 4 0,2 3 0,-2-3 0,2 6 0,-2-6 0,-4 8 0,4-1 0,-4 4 0,-2 7 0,-5-3 0,-1 9 0,-5-1 0,4 8 0,-3 4 0,-1 9 0,-6 8 0,-6 7 0,0-1 0,-5 4 0,5 1 0,-5 0 0,5 1 0,0 1 0,6 4 0,0-9 0,0 3 0,2-13 0,6-4 0,9-9 0,8-6 0,9-2 0</inkml:trace>
  <inkml:trace contextRef="#ctx0" brushRef="#br2" timeOffset="44">27947 4677 8912,'-12'0'0,"3"-2"0,1-4 0,-5 4 0,11-4 0,-4 12 0,4 4 0,2 7 0,0 6 0,0 0 0,0 1 0,0-1 0,0-4 0,0 6 0</inkml:trace>
  <inkml:trace contextRef="#ctx0" brushRef="#br2" timeOffset="45">27276 5055 8912,'-35'9'0,"1"-3"0,7-4 0,4-2 0,12-8 0,5-3 0,4 1 0,2-1 0,0 5 0,0-5 0,4 5 0,7-6 0,8 7 0,16-7 0,9 8 0,8-1 0,3 3 0,14 0 0,7-4 0,7-5 0,10-5 0,3-1 0</inkml:trace>
  <inkml:trace contextRef="#ctx0" brushRef="#br2" timeOffset="46">28274 4745 8912,'-12'0'0,"1"0"0,-1-5 0,-5-1 0,0 0 0,0 6 0,-6 4 0,0 7 0,-6 3 0,6 14 0,-5 3 0,5 9 0,2-2 0,9 8 0,5-6 0,7 6 0,1-8 0,5 1 0,6-9 0,3-7 0,8-6 0,0-5 0,6-5 0,-7-7 0,3-2 0,-2-3 0,-4-7 0,4-11 0,-9 2 0,-3-7 0,-1-1 0,1-5 0,-3-1 0,-8 3 0,0 1 0,0 3 0,2-1 0,4-6 0,-5 9 0,5 3 0,-2 4 0,2 2 0,3 1 0,8 5 0,8 3 0,10 0 0,9-1 0</inkml:trace>
  <inkml:trace contextRef="#ctx0" brushRef="#br2" timeOffset="47">28807 4780 8912,'12'-6'0,"-1"0"0,-7 1 0,11 5 0,-5 0 0,7 7 0,-2 3 0,-3 7 0,-4 0 0,-8 0 0,0 0 0,-2 1 0,-4-1 0,-6 0 0,-1 0 0,2 0 0,-5-5 0,5-1 0,-4-7 0,-3 11 0,9-13 0,1-4 0,8-15 0,2-2 0,6-11 0,9-5 0,10-3 0,7-10 0,6 2 0,4-3 0,8-3 0,5 10 0,1 8 0,-3 15 0,-9 13 0,-4 10 0,-8 13 0,-9 13 0,-6 28 0,-5 5 0,-1 4 0,-5 0 0,-2-4 0,-5-4 0,-1-8 0,6 1 0,0 0 0,0-9 0,-6-2 0,7-15 0,5-8 0,3-9 0,2-9 0</inkml:trace>
  <inkml:trace contextRef="#ctx0" brushRef="#br2" timeOffset="48">6832 1066 8912,'-8'-10'0,"1"1"0,-5 3 0,-3 6 0,5 2 0,1 13 0,1 12 0,8 13 0,0 8 0,0 7 0,2 6 0,2 8 0,3 2 0,3 3 0,1-1 0,7 5 0,-1-5 0,0-12 0,-5-4 0,-1-16 0,0-5 0,-1-6 0,-2-5 0,-24-15 0,-3-10 0,-15-10 0</inkml:trace>
  <inkml:trace contextRef="#ctx0" brushRef="#br2" timeOffset="49">6660 1341 8912,'0'-42'0,"0"0"0,0-4 0,0 0 0,0 12 0,7-2 0,5 11 0,3 0 0,2 0 0,3 2 0,2 6 0,11 7 0,7 5 0,6 3 0,-6 2 0,8 7 0,-2 5 0,-4 5 0,-2 4 0,-4 4 0,-1 2 0,-16 1 0,-8 7 0,-7 5 0,-4 0 0,-7 0 0,-5-6 0,-5 1 0,-6-1 0,2-5 0,-8 0 0,8-7 0,-2 3 0,4-4 0,2-5 0,0-11 0,0 1 0,5-4 0,1-2 0,7 0 0,-12-15 0,7-4 0</inkml:trace>
  <inkml:trace contextRef="#ctx0" brushRef="#br2" timeOffset="50">7296 1461 8912,'-7'18'0,"5"-7"0,-4 1 0,4-1 0,2 6 0,0 0 0,0-7 0,8-2 0,3-8 0,7 0 0,3-2 0,3-4 0,3-6 0,-4-3 0,6-2 0,-2 0 0,1 0 0,-5-6 0,-11 0 0,1 0 0,-7 6 0,0-1 0,-8 3 0,-4 4 0,-6-3 0,-10 9 0,2-1 0,-3 6 0,-1 2 0,1 4 0,0 9 0,6 8 0,-5 7 0,5-1 0,-4 3 0,12 3 0,-1 1 0,4 4 0,4-2 0,2 8 0,8-8 0,4 3 0,3-7 0,2-5 0,6-6 0,0-12 0,2-3 0,-4-8 0,4-4 0,2-8 0,-1-1 0,3-16 0,-4 1 0,-8-7 0,0 1 0,0 0 0,-7-1 0,-4 3 0,-4 1 0,-2 2 0,0 8 0,0-1 0,0 2 0,0 3 0,0 8 0,0 1 0,0 12 0,0 7 0,0 3 0,0 14 0,0 1 0,2 3 0,3-1 0,7-2 0,3-1 0,2 7 0,0-7 0,1 1 0,5-8 0,0 2 0,7-6 0,-1-5 0,1-5 0,-1-7 0,4-7 0,-5-5 0,5-11 0,1-3 0</inkml:trace>
  <inkml:trace contextRef="#ctx0" brushRef="#br2" timeOffset="51">8105 1324 8912,'0'-12'0,"0"1"0,0-1 0,0-5 0,-7 10 0,-5 7 0,3 9 0,-3 14 0,1 6 0,-7 11 0,1 4 0,2 7 0,3 1 0,7 0 0,3-1 0,2 1 0,2-1 0,3 1 0,5-14 0,7-4 0,8-12 0,4-5 0,3-8 0,3-9 0,-1-2 0,1-3 0,-1-13 0,0-10 0,1-5 0,-1-1 0,-5-6 0,0 0 0,-10 0 0,-2 5 0,-2-3 0,-9 2 0,-2 5 0,-2 4 0,-10 4 0,-3 6 0,-5 2 0,-1 3 0,0 5 0,0 7 0,-1 2 0,1 5 0,0 11 0,0 8 0,7 7 0,4 1 0,5 1 0,1-1 0,0 4 0,0-3 0,7 3 0,5-10 0,11-3 0,5-2 0,11-11 0,3-7 0,0-3 0,0-2 0,2-7 0,-10-5 0,4-9 0,-9-2 0,-4-7 0,-2 1 0,-10-3 0,-1-3 0,-3 7 0,3 1 0,-6 2 0,-5 4 0,-1 2 0,0 2 0,0 7 0,0 2 0,0 8 0,0 8 0,0 4 0,0 3 0,0 2 0,-1 0 0,-5 0 0,4 1 0,-4-1 0,4 0 0,2 0 0,0 0 0,0-7 0,0-2 0,0-24 0,6 5 0,0-12 0,7-2 0,-1 2 0,1-2 0,0 4 0,-1 0 0,1 6 0,2-2 0,3 9 0,-1-3 0,0 3 0,0 8 0,1 8 0,-1 3 0,0 4 0,0 3 0,0-1 0,1 0 0,4 0 0,1 0 0,0-5 0,-5-1 0,5-7 0,-1 2 0,1-4 0,-5-2 0,-1-2 0,0-4 0,0-3 0,0-9 0,1-1 0,-1-4 0,-6-3 0,1-9 0,-8-1 0,1-4 0,3-6 0,-2-9 0,-2-3 0,-2 3 0,-2 7 0,0 2 0,0 8 0,0-2 0,-6 17 0,0 6 0,0 11 0,6 6 0,0 13 0,0 10 0,0 12 0,0 1 0,0 10 0,0 5 0,0 7 0,0-1 0,0-5 0,0-1 0,0 1 0,0-6 0,2-2 0,2-2 0,2-4 0,1-4 0,-1-5 0,-4 1 0,4-7 0,-4-7 0,-2-9 0,0-7 0</inkml:trace>
  <inkml:trace contextRef="#ctx0" brushRef="#br2" timeOffset="52">9155 1324 8912,'21'-10'0,"8"5"0,1-3 0,16 0 0,2-1 0,9-3 0,5-5 0</inkml:trace>
  <inkml:trace contextRef="#ctx0" brushRef="#br2" timeOffset="53">9998 1289 8912,'-42'0'0,"-2"2"0,-2 4 0,0 6 0,8 3 0,-2 2 0,6 0 0,5 0 0,4 3 0,8 2 0,2-1 0,3 6 0,6-2 0,4-4 0,2-2 0,0-2 0,8 1 0,2-9 0,7-3 0,0-4 0,0-4 0,0-4 0,1-3 0,-1-9 0,-2-5 0,-3 1 0,3-7 0,-4 6 0,3 2 0,-3 2 0,5 2 0,-5-1 0,-1 3 0,1 4 0,1-5 0,5 13 0,0-9 0,0 8 0,0 0 0,1 8 0,-1 8 0,6 3 0,0 2 0,7-1 0,-1-5 0,3 4 0,3-3 0,-1-5 0,1-1 0,7 4 0,2-1 0</inkml:trace>
  <inkml:trace contextRef="#ctx0" brushRef="#br2" timeOffset="54">10446 1272 8912,'-8'-9'0,"-2"1"0,-7 8 0,0 0 0,0 0 0,0 8 0,-1 3 0,-3 4 0,4 3 0,-2 5 0,13 0 0,1-1 0,5-4 0,0-1 0,7-2 0,5-3 0,5-5 0,6-7 0,-2-2 0,8-3 0,-6-1 0,5-11 0,-7 3 0,4-9 0,-2 4 0,0 2 0,-6 2 0,-5 3 0,-3-3 0,3 4 0,3 3 0,-13 2 0,4 12 0,-4 11 0,-2 12 0,-2 5 0,-2 6 0,-4 6 0,-1 4 0,3 11 0,-6 8 0,7-6 0,-7 6 0,6-12 0,-5 0 0,5-3 0,-5-5 0,-3-5 0,-1-9 0,-2-9 0,0-8 0,-6-9 0,0-3 0,-6-4 0,6-2 0,0-14 0,6-3 0,0-11 0,1-1 0,5-4 0,5-1 0,4 0 0,2-1 0,2 1 0,4-1 0,2 1 0,3 0 0,10-1 0,-4 1 0,6 0 0,0-1 0,2 3 0,6 3 0,-5 6 0,-1 4 0,4 8 0,-6-1 0,8 8 0,-3-1 0,-1 3 0,2 2 0,1 0 0,3 0 0,-5 0 0,1 0 0,-6 0 0,6 0 0,-6 0 0,5 0 0,-7-8 0,2-3 0,-9 3 0,-3 2 0,-7 4 0,-4 2 0,-11 0 0,-5 2 0,-1 4 0,0 5 0,0 5 0,-1 1 0,1 0 0,2 6 0,3 0 0,-1 0 0,7-6 0,1 0 0,5 0 0,0 1 0,0-1 0,0-6 0,0 1 0,7-9 0,5 3 0,9-4 0,2-2 0,7-8 0,-1-5 0,4-6 0,1-4 0,0-7 0,1 1 0,-7-2 0,1 3 0,-8-5 0,0 5 0,-6-3 0,-3 2 0,-8 4 0,2 8 0,-5 0 0,-1 0 0,-1 2 0,-5 3 0,-6 6 0,3 4 0,-3 2 0,8 8 0,-1 4 0,3 3 0,2 2 0,0 6 0,0 2 0,2 0 0,3-1 0,-1 5 0,8-6 0,-3 2 0,3-2 0,-3-4 0,-3 4 0,-4-2 0,4 2 0,-4-4 0,-4 4 0,-4-4 0,-5-2 0,-5 0 0,-1 1 0,-8-3 0,-4-4 0,-1 3 0,1-9 0,-11 1 0,4-6 0</inkml:trace>
  <inkml:trace contextRef="#ctx0" brushRef="#br2" timeOffset="55">12700 1204 8912,'10'-18'0,"-5"1"0,-3 0 0,-4 2 0,-3 1 0,-7 3 0,-3-1 0,-2 3 0,-6 1 0,0 6 0,2-2 0,2-1 0,-4-1 0,0 6 0,0 8 0,5 3 0,1 6 0,0 6 0,-4 4 0,2 7 0,6 1 0,3-1 0,4 0 0,6 1 0,0-3 0,0-3 0,2-2 0,4-4 0,3-10 0,9 2 0,1-5 0,4-6 0,-2-2 0,7-2 0,-5-8 0,6-3 0,-8-5 0,2-1 0,-6 0 0,-5 0 0,1 5 0,-7 1 0,7-1 0,-11 1 0,4-1 0,-2 9 0,1-3 0,-3 13 0,4 11 0,-4 3 0,-2 13 0,0 8 0,0 6 0,0 11 0,0 4 0,-2 4 0,-4 2 0,3-2 0,-9-4 0,1 0 0,-7-12 0,1-3 0,0-14 0,0-9 0,0-8 0,-1-9 0,3-16 0,4-9 0,-3-15 0,8-14 0,-5-4 0,5-1 0,-1-1 0,3 0 0,-2 1 0,2-1 0,4 8 0,6 4 0,-2 4 0,7 2 0,1 5 0,5 0 0,8 8 0,3-2 0,5 4 0,1 2 0,3 0 0,3 0 0,-2 5 0,8 1 0,-2 5 0,2-5 0,2 5 0,-8-6 0,-8 9 0,-9-5 0,-4 2 0,-1 0 0,-9 1 0,-1 5 0,-8 7 0,0 5 0,0 11 0,0 5 0,0 5 0,0 1 0,0 1 0,0-1 0,0 2 0,0 4 0,0-5 0,0-1 0,0-1 0,0-10 0,0 0 0,0-6 0,0-8 0,0-11 0,0-15 0,-8-15 0,-1-12 0</inkml:trace>
  <inkml:trace contextRef="#ctx0" brushRef="#br2" timeOffset="56">13010 1066 8912,'0'-17'0,"0"7"0,0-5 0,2 13 0,3-4 0,5 4 0,7 2 0,6 6 0,2 0 0,0 0 0,0 1 0,5 3 0,-3 7 0</inkml:trace>
  <inkml:trace contextRef="#ctx0" brushRef="#br2" timeOffset="57">13354 1272 8912,'0'17'0,"0"1"0,0-1 0,0 0 0,0 0 0,0 0 0,0 1 0,6 5 0,-1 1 0,1 1 0,2 0 0,-4 4 0,7-6 0,-5 5 0,5-5 0,-5 0 0,6-6 0,-7-5 0,7-3 0,1-1 0,0-10 0,-1-9 0,1-10 0,-7-2 0,6-14 0,-7 3 0,7-4 0,-7 3 0,3-5 0,-2 0 0,-2 0 0,5 8 0,-1 3 0,-4 6 0,3 4 0,-1 2 0,6 5 0,-7 1 0,9 9 0,-3 2 0,3 8 0,-3 9 0,4 2 0,-3 4 0,3-2 0,2 5 0,1-1 0,-1-4 0,0-2 0,0-1 0,0-3 0,1-4 0,-1-3 0,0-8 0,6 0 0,0 0 0,-6-2 0,-5-4 0,-3-3 0,4-10 0,-3-2 0,-2-2 0,-3-2 0,-5 2 0,0 2 0,0-8 0,-7 8 0,-5-2 0,-3 6 0,-2 6 0,0 5 0,-1 4 0,1 2 0,0 0 0,0 8 0,0 3 0,1 12 0,5 6 0,-3 3 0,9 3 0,1-1 0,2 0 0,2-5 0,0 0 0,4-2 0,7 1 0,1-3 0,11-8 0,3-7 0,3-5 0,4-3 0,1-4 0,0-3 0,1-7 0,-6-11 0,-1-5 0,-1 1 0,2-2 0,-4 1 0,-8-7 0,0 1 0,-2-1 0,-3 3 0,-7 3 0,-3-1 0,-2 7 0,0 0 0,0 6 0,0 7 0,0 3 0,0 8 0,0 7 0,0 9 0,0 2 0,0 10 0,8 2 0,3 9 0,-1-4 0,2 4 0,-7-5 0,7-7 0,-7 5 0,7-5 0,-8 3 0,1-2 0,-5-7 0,-5-2 0,-5-1 0,-7 4 0,-2-6 0,-4 0 0,2-2 0,-8-9 0,1 0 0,-7-6 0,1 0 0</inkml:trace>
  <inkml:trace contextRef="#ctx0" brushRef="#br2" timeOffset="58">15539 1272 8912,'10'-17'0,"-2"6"0,-8-1 0,0-1 0,-6 7 0,-2 6 0,-1 10 0,5 13 0,-2 5 0,4 5 0,2 1 0,0 0 0,0 1 0,0-3 0,0-1 0,2-4 0,4-3 0,2-1 0,3-5 0,4-3 0,-3-4 0,3-5 0,2-4 0,6-10 0,0-3 0,0-10 0,-6-4 0,1-2 0,-1-3 0,-6-3 0,1-1 0,-9 1 0,3 5 0,-2 3 0,2 8 0,-4-1 0,5 9 0,-7 3 0,0 12 0,0 7 0,0 8 0,0 8 0,8 9 0,3 2 0,-1 0 0,2-5 0,5-7 0,6 1 0,2-4 0,-3 0 0,5-10 0,0-5 0,6-7 0,-5-8 0,5-7 0,1-11 0,-5-3 0,-1-9 0,-6-5 0,0 0 0,-4-6 0,-5 6 0,-3 2 0,-3 1 0,-1 9 0,-6-1 0,0 8 0,0 4 0,-6 13 0,1 16 0,-1 7 0,6 15 0,0 2 0,0 5 0,2 1 0,3 3 0,3 3 0,4-8 0,3 0 0,-4-5 0,5-3 0,1-3 0,0 3 0,0-13 0,-7-1 0,-10-5 0,-12-7 0,-9 0 0,-2-6 0,-7 0 0,3 0 0,-2 0 0,1 0 0,7 0 0,-2 0 0,4-2 0,1-4 0,1-4 0,0-7 0</inkml:trace>
  <inkml:trace contextRef="#ctx0" brushRef="#br2" timeOffset="59">17914 1272 8912,'2'-15'0,"2"2"0,2 1 0,-2-1 0,-3-2 0,-2-1 0,-3 3 0,-2 1 0,-6 1 0,5-4 0,-3 3 0,-3 6 0,-2 5 0,-3 1 0,-1 1 0,-2 5 0,-4 6 0,-1 3 0,-3 10 0,-5 5 0,-1 7 0,1 3 0,1 6 0,4-6 0,-1 0 0,7-6 0,0 1 0,6-1 0,7-7 0,5-4 0,5-12 0,5-5 0,9-4 0,7-2 0,0-8 0,7-3 0,7-5 0,5-1 0,0-6 0,-5 0 0,-7 6 0,1 6 0,-2 1 0,1-1 0,5-3 0,-4 9 0,-3-1 0,1 6 0,0 2 0,0 3 0,-4 5 0,5 7 0,-5 0 0,6 1 0,-6-3 0,5-4 0,1 5 0,6-5 0,-1-3 0,0-3 0,1-3 0,-1-2 0,8-7 0,2-3 0</inkml:trace>
  <inkml:trace contextRef="#ctx0" brushRef="#br2" timeOffset="60">20203 1014 8912,'10'-7'0,"-5"-5"0,-3-3 0,-4-2 0,-3 0 0,-7-1 0,-3 7 0,-4 0 0,-2-1 0,-2 2 0,-2 3 0,4 7 0,-2 0 0,2 0 0,-4 2 0,2 5 0,0 9 0,-2 5 0,6 9 0,-4-1 0,6 3 0,5 3 0,-1-1 0,7 1 0,1-7 0,5 1 0,2 0 0,3-3 0,5-1 0,7-8 0,6 2 0,2 2 0,2 2 0,3-2 0,1 0 0,-3 2 0,3-4 0,-8 4 0,6 2 0,-6-2 0,-8 6 0,-9-6 0,-4 5 0,-2-3 0,-4 2 0,-8 3 0,-7 3 0,-15 1 0,-3 5 0,-3-5 0,6 2 0,-1-13 0,3-2 0,9-9 0,0-5 0,13-22 0,3-19 0,7-20 0</inkml:trace>
  <inkml:trace contextRef="#ctx0" brushRef="#br2" timeOffset="61">20702 808 8912,'0'-25'0,"0"6"0,0-4 0,6 14 0,0 9 0,-1 17 0,-5 17 0,0 10 0,0 13 0,0 5 0,0 6 0,0 1 0,0 0 0,0 0 0,0-1 0,0 1 0,0 0 0,-2-4 0,-3-8 0,-5 1 0,-7-14 0</inkml:trace>
  <inkml:trace contextRef="#ctx0" brushRef="#br2" timeOffset="62">20461 1479 8912,'-9'-8'0,"-7"-2"0,14-7 0,-5 0 0,7 0 0,11 2 0,12 3 0,6-3 0,17 1 0,3-5 0,7-4 0,5 0 0,8 6 0,0 0-158,0 0 0,5 0 158,1 0 0,-16 1 0,-13 5 0,-10-3 0,-7 9 0,-12-1 0,-11 6 0,-12 0 0,-11 8 0,-12 3 0,2 6 0,-1 4 0,-1 4 0,2 2 0,-3 1 0,7 7 0,-6-1 158,6 1 0,0-1-158,6 0 0,2-5 0,3 0 0,-1-3 0,7 3 0,2-4 0,10-8 0,5-2 0,12-3 0,8-8 0,7-8 0,0-8 0,8-10 0,-2-5 0,2-8 0,-4 1 0,-7 0 0,-9-1 0,-3 1 0,-3 5 0,-3 1 0,-2 7 0,-3-2 0,-5 3 0,-7 3 0,0 0 0,0 8 0,2 1 0,4 8 0,-4 2 0,3 4 0,-1 1 0,2 5 0,2 9 0,3-4 0,3 4 0,-9-4 0,7 0 0,-7 0 0,3 1 0,-2-1 0,-4 6 0,5 0 0,1-2 0,-6-2 0,6-8 0,-8 1 0,0-8 0,0 3 0,0-14 0,0-3 0,0-9 0,0-4 0,0 2 0,0-8 0,2 6 0,3-3 0,5 1 0,-1 4 0,7 2 0,-5 1 0,4 1 0,3 6 0,-1-1 0,6 9 0,0-3 0,0 12 0,-6 5 0,6 4 0,0 2 0,6 1 0,-5-1 0,3-2 0,4-3 0,1 3 0,3-4 0,-7-3 0,1-2 0,0-4 0,5-2 0,1 0 0</inkml:trace>
  <inkml:trace contextRef="#ctx0" brushRef="#br2" timeOffset="63">22182 1255 8912,'-10'17'0,"-7"-5"0,0-1 0,0-5 0,-6 5 0,4 1 0,2 5 0,-1 0 0,1 0 0,2-5 0,3-1 0,5 1 0,7 5 0,0 0 0,2-7 0,3-4 0,5-5 0,7-1 0,0-1 0,1-5 0,-1-6 0,0-11 0,-6 2 0,1-7 0,-1-1 0,7-7 0,-3-2 0,-4-3 0,3-6 0,-9 1 0,7-6 0,-6-5 0,-1-2 0,-5-4 0,0 3 0,0 9 0,0 7 0,0 4 0,-2 11 0,-3 6 0,1 14 0,-6 9 0,3 9 0,-5 16 0,7 9 0,-1 8 0,6 10 0,0 7 0,0 4 0,0-3 0,0-3 0,7-6 0,5-5 0,5 2 0,6-8 0,4-2 0,7-9 0,8-4 0,2-10 0,2-3 0,0-7 0,-2-10 0,2-7 0,-6-5 0,-11-6 0,1 2 0,-7-8 0,-2 8 0,-9-2 0,-5 2 0,-7-2 0,-1 2 0,-5-7 0,2 7 0,-7 0 0,-3 6 0,-1 3 0,-2 8 0,-1-2 0,7 5 0,-1 1 0,1 9 0,-6 8 0,1 2 0,5 10 0,-2-6 0,7 6 0,-6-6 0,7 3 0,1 1 0,2 0 0,2-6 0,0 2 0,0-4 0,0-2 0,2-5 0,4-1 0,3-7 0,8 3 0,1-7 0,-1-1 0,0-5 0,0-6 0,0-11 0,6 2 0,0-5 0,-2-1 0,-2 0 0,-3 6 0,-5-2 0,5 6 0,-5 6 0,-1-5 0,1 5 0,-7 3 0,3 1 0,-1 10 0,0 7 0,-2 7 0,-2 2 0,-2 2 0,0 2 0,5-4 0,1 4 0,6-4 0,-7-2 0,9-1 0,-3-5 0,5-3 0,1-8 0,0 0 0,0 0 0,2-10 0,2-5 0,2-6 0,-2 0 0,4-4 0,-2 2 0,0-5 0,-6 5 0,6 0 0,0 6 0,6-1 0,-6 1 0,7 8 0,-1 3 0,4 4 0,1 2 0,0 8 0,1 3 0,-3 4 0,-1 3 0,-4-1 0,-2 0 0,3 0 0,-5 0 0,0-7 0,-6-4 0,1-4 0,-1-2 0,-2-2 0,-4-4 0,3 0 0,-8-11 0,-1 4 0,-5-10 0,0 4 0,0 1 0,-2 1 0,-3 0 0,-5 0 0,-7 0 0,0 7 0,0 4 0,-6 4 0,0 2 0,0 2 0,5 4 0,1-2 0,0 7 0,0 7 0,2 4 0,1-1 0,3-1 0,7 2 0,-2 1 0,4 0 0,2-5 0,0-1 0,0 0 0,8-2 0,3-3 0,10-3 0,2-3 0,6-4 0,-4 2 0,2-10 0,3-11 0,3-2 0,1-10 0,-5 0 0,-1-5 0,-6-8 0,0-4 0,-2-4 0,-3-1 0,-2-3 0,-3-3 0,-5 4 0,-7-5 0,0 5 0,0 1 0,0 10 0,0 8 0,0 7 0,0 10 0,0 7 0,0 6 0,0 16 0,0 7 0,0 15 0,0 8 0,0 4 0,0 6 0,0 3 0,0 4 0,0 3 0,0-1 0,0 2 0,2-4 0,4-7 0,5-3 0,12-3 0,4-4 0,7-8 0,1-9 0,-1-7 0,8-11 0,4-13 0,4-11 0,2-10 0</inkml:trace>
  <inkml:trace contextRef="#ctx0" brushRef="#br2" timeOffset="64">25056 739 8912,'-17'-9'0,"5"-7"0,1 5 0,-1 3 0,-5 1 0,0 1 0,0 0 0,-1 1 0,1 5 0,-2 0 0,-4 0 0,4 9 0,-4 8 0,4 2 0,2 10 0,1-6 0,5 6 0,3-1 0,8 7 0,2-3 0,4-3 0,5 3 0,12-3 0,-4-2 0,4 1 0,2-5 0,-2 6 0,0-8 0,-6 2 0,1-4 0,-1-2 0,-2 0 0,-3 1 0,1-1 0,-7 0 0,-1 0 0,-7-5 0,-3-1 0,-11-7 0,-6 2 0,-9 1 0,2-1 0,-3 0 0,-3-6 0,7 5 0,-1 1 0,2 0 0,-1-6 0,3 0 0,7 0 0,9-8 0,1-1 0,8-9 0</inkml:trace>
  <inkml:trace contextRef="#ctx0" brushRef="#br2" timeOffset="65">25624 928 8912,'0'-17'0,"0"6"0,0-1 0,0 7 0,0-7 0,0-1 0,-8-3 0,-1 1 0,-9 4 0,1 5 0,0 12 0,-2 3 0,-4 8 0,4 8 0,-4 4 0,9 9 0,3 2 0,7 0 0,-2-5 0,4-1 0,2 1 0,8-9 0,4-3 0,5 0 0,6-6 0,3-3 0,9-14 0,5 0 0,0 0 0,6-2 0,-6-4 0,6-3 0,-6-9 0,0-1 0,-5-4 0,3-2 0,-3-3 0,3-3 0,-10 8 0,3 0 0,-2-1 0,-1 4 0,-10-2 0,-5 2 0,-13 3 0,0 0 0,-8 2 0,-3 3 0,-12 5 0,-6 7 0,-3 5 0,-3 1 0,7 13 0,-1 0 0,0 4 0,2 2 0,-3 4 0,7-6 0,0 5 0,6-5 0,7 0 0,5-6 0,3 1 0,2-1 0,0-6 0,0 1 0,13-9 0,4 3 0,6-6 0,-2-4 0,4-3 0,2-3 0,-6-3 0,2-10 0,-4 4 0,-2-4 0,0 4 0,1 2 0,-7-1 0,0 1 0,-7 0 0,4 0 0,-8 7 0,2 3 0,2 9 0,1 3 0,-1 7 0,-2 3 0,-2 2 0,2 6 0,4 0 0,3 0 0,9-6 0,-1 0 0,0 1 0,0-3 0,2-4 0,2-5 0,2-4 0,6-2 0,-6 0 0,8-8 0,-3-3 0,-3-12 0,0-4 0</inkml:trace>
  <inkml:trace contextRef="#ctx0" brushRef="#br2" timeOffset="66">26536 533 8912,'-25'0'0,"10"-6"0,-8 1 0,13-3 0,-7 2 0,4 6 0,-5 0 0,7 14 0,-1 8 0,9 11 0,-3 1 0,4 6 0,2 6 0,2 10 0,4-5 0,3 7 0,8-1 0,1-4 0,-1 5 0,6-7 0,0-7 0,0-8 0,1-5 0,-4-12 0,2-2 0,3-7 0,-2-10 0,2 0 0,-2 0 0,6-8 0,11-3 0,-2-12 0,8-6 0,-6-3 0,6-3 0,-4-1 0,-2-4 0,0 2 0,-13-6 0,0 2 0,-4 4 0,-6-4 0,-5 1 0,-5 9 0,-7 9 0,-9 12 0,-8 5 0,-8 6 0,-10 6 0,-7 7 0,-4 16 0,-2 1 0,3 16 0,-3 6 0,8 5 0,3-4 0,7-5 0,13 2 0,11-4 0,6 1 0,6-1 0,13-6 0,15-11 0,8-4 0,10-8 0,3-2 0,-3-3 0,3-5 0,-9-7 0,-4 0 0,-2-1 0,-3-5 0,-3-6 0,-7-3 0,-2-2 0,-8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4.965"/>
    </inkml:context>
    <inkml:brush xml:id="br0">
      <inkml:brushProperty name="width" value="0.05292" units="cm"/>
      <inkml:brushProperty name="height" value="0.05292" units="cm"/>
      <inkml:brushProperty name="color" value="#3165BB"/>
    </inkml:brush>
  </inkml:definitions>
  <inkml:trace contextRef="#ctx0" brushRef="#br0">10669 2441 8912,'-24'-7'0,"4"3"0,-4-7 0,1-1 0,0 2 0,2 7 0,1 6 0,1 9 0,-2 13 0,-4 7 0,-1 6 0,5 12 0,-2 2 0,0 7 0,4 12 0,3 1 0,1 3 0,7-3 0,3-9 0,3 4 0,2-4 0,2-11 0,3-6 0,7-10 0,3-7 0,10-6 0,4-12 0,3-3 0,3-8 0,7-2 0,4-4 0,11-4 0,6-9 0,2-4 0,-2-5 0,-4-12 0,-7-4 0</inkml:trace>
  <inkml:trace contextRef="#ctx0" brushRef="#br0" timeOffset="1">11048 2906 8912,'-8'26'0,"-1"-3"0,-8-11 0,-1 3 0,1-3 0,0 5 0,0 6 0,0-2 0,-1 7 0,1 1 0,0 5 0,7 1 0,5-1 0,3-1 0,2-5 0,3-3 0,7-10 0,9-1 0,6-3 0,4-7 0,5 2 0,1-18 0,-1-5 0,2-12 0,4 1 0,-9-10 0,3-3 0,-13 1 0,-3 6 0,-3 0 0,-9-1 0,-2 1 0,-10-1 0,-6 3 0,-3 3 0,-4 3 0,-4 3 0,2 11 0,-8 1 0,6 7 0,-5 4 0,7 0 0,-2 8 0,11 3 0,5 4 0,7 2 0,5 1 0,1-1 0,9 0 0,1-2 0,5-3 0,0-6 0,4 1 0,-1-1 0,1-2 0,0-2 0,6-2 0,-3 0 0,-1 0 0,0 0 0,-2 0 0,-4 0 0,-8-6 0,-1 0 0,-7-5 0,7 5 0,-8 0 0,3 6 0,-1 8 0,0 5 0,0 6 0,1 4 0,1 8 0,5-1 0,-3 7 0,-3 3 0,5 0 0,-6-6 0,5-1 0,-5-5 0,0-3 0,-6-8 0,0 1 0,0-11 0,-2-7 0,-4-9 0,2-12 0,-7-2 0,7-8 0,-2 3 0,4-11 0,2-1 0,2-6 0,4 6 0,1 0 0,5 6 0,3 1 0,-3 5 0,3-5 0,2 16 0,0 0 0,3 11 0,3 10 0,-4 7 0,4 12 0,-4 6 0,-2 11 0,0-2 0,0 6 0,1 0 0,-1 0 0,6-8 0,0-1 0,1-5 0,-1-12 0,4 3 0,8-12 0</inkml:trace>
  <inkml:trace contextRef="#ctx0" brushRef="#br0" timeOffset="2">12304 2854 8912,'-25'0'0,"-3"2"0,-3 2 0,2 2 0,-9 7 0,6-2 0,-1 5 0,3 1 0,7 6 0,-6 0 0,8 7 0,0-1 0,6 3 0,3 3 0,8-3 0,-1-3 0,3-4 0,2-8 0,2-2 0,3-3 0,-1-3 0,8-3 0,-1-6 0,6 0 0,0-8 0,1-9 0,1-10 0,4-7 0,2-2 0,5-10 0,-3-2 0,-2-2 0,3-1 0,-5-1 0,0 1 0,-5-1 0,-1 1 0,0-1 0,-6 0 0,1 1 0,-8 9 0,1 7 0,-3 16 0,-4 14 0,-3 10 0,1 14 0,-8 18 0,1 12 0,1 12 0,-5 6 0,4 2 0,3-8 0,2-3 0,-1 1 0,1-2 0,0-3 0,6-3 0,2-11 0,4 6 0,3-15 0,9-8 0,-7-6 0,1-6 0,-1-3 0,8-8 0,2-4 0,2-7 0,0-3 0,-6-14 0,2-3 0,0-7 0,1-2 0,-5 1 0,-2 3 0,4 2 0,-5-1 0,-1 1 0,-1 7 0,1 4 0,-3 4 0,-6 10 0,4 3 0,-4 8 0,3 9 0,-3 5 0,-2 18 0,0-3 0,2 9 0,2-2 0,2 2 0,1-4 0,-1 4 0,-2-9 0,7-2 0,-5-8 0,6 2 0,-1-4 0,6-10 0,-1-5 0,-5-8 0,4-21 0,-5-11 0</inkml:trace>
  <inkml:trace contextRef="#ctx0" brushRef="#br0" timeOffset="3">12683 2390 8912,'-17'32'0,"-1"-3"0,1-4 0,0 0 0,5-4 0,1 7 0,0 1 0,1-2 0,2-2 0,10-10 0,4-4 0,5-5 0,7-4 0,5-2 0,-4-8 0,4-3 0,2-10 0,-3-2 0,-4-6 0,-7 6 0,-7-5 0,2 5 0,-4-6 0,-2 6 0,-2 0 0,-4 8 0,-5 2 0,-5 1 0,-1 8 0,0-1 0,0 5 0,-1 5 0,1 7 0,0 11 0,5 3 0,1 9 0,7-7 0,-2 1 0,5 0 0,1-2 0,0-3 0</inkml:trace>
  <inkml:trace contextRef="#ctx0" brushRef="#br0" timeOffset="4">13251 2373 8912,'0'-18'0,"0"1"0,-2 2 0,-4 4 0,2 7 0,-7 15 0,-3 14 0,-1 11 0,-2 10 0,0 11 0,-1 6 0,1 4 0,2 2 0,2 0 0,3 0 0,2-1 0,3-6 0,5-5 0,5-6 0,1-5 0,6-6 0,-5-13 0,1-8 0,-1-5 0,7-11 0,-6 3 0,3-12 0,4-3 0,-5-10 0,1-4 0,1-6 0,-1-3 0,6-3 0,1 1 0,-1 0 0,-2 1 0,-1 4 0,-3 7 0,2 2 0,-3 5 0,1 4 0,-5 5 0,6 12 0,-9 5 0,3 12 0,-4 2 0,-2 4 0,2 3 0,2-3 0,2 1 0,-3-1 0,-1 1 0,-2-7 0,6 0 0,0-5 0,7-3 0,-1-4 0,3-3 0,2-8 0,0-4 0,1-7 0,-1-3 0,0-14 0,8-9 0,2-7 0</inkml:trace>
  <inkml:trace contextRef="#ctx0" brushRef="#br0" timeOffset="5">13595 2321 8912,'-25'25'0,"4"-6"0,-8 4 0,8 4 0,-2 1 0,4 5 0,2 1 0,7-1 0,5-5 0,3 3 0,2-8 0,2-2 0,3-10 0,5 5 0,7-15 0,0 5 0,1-4 0,-1-2 0,0-8 0,0-3 0,-1-4 0,-5-2 0,2-1 0,-7 1 0,0 6 0,-6-1 0,0 1 0,-8-5 0,-3 5 0,-5-4 0,-8 5 0,-3-7 0</inkml:trace>
  <inkml:trace contextRef="#ctx0" brushRef="#br0" timeOffset="6">12993 2992 8912,'-12'0'0,"1"0"0,-3 0 0,8-2 0,8-6 0,14-9 0,10-2 0,15-10 0,3 6 0,7-4 0,1 3 0,-1 3 0,9-2 0,3 5 0,4-6 0,2 12 0,-8-7 0,-4 8 0,-3 1 0,-3-1 0,-9 7 0,-7-2 0,-10 6 0,-14 6 0,-11 1 0,-11 5 0,-10 3 0,-4-3 0,0 5 0,0 6 0,-6-2 0,3 7 0,3-1 0,2 2 0,-2 3 0,2-3 0,6 2 0,5-3 0,9 3 0,-3-8 0,4 0 0,2-6 0,8 0 0,5-2 0,8-3 0,8-7 0,3-5 0,3-5 0,-1-11 0,1-7 0,-3-7 0,-3 1 0,1-1 0,-7 1 0,-2-3 0,-9 3 0,-5 4 0,-7 2 0,6 2 0,0-2 0,0 4 0,-6-6 0,0 8 0</inkml:trace>
  <inkml:trace contextRef="#ctx0" brushRef="#br0" timeOffset="7">14111 2802 8912,'15'18'0,"-3"-1"0,-4-8 0,-8 7 0,0-5 0,0-1 0,0 1 0,-2-5 0,-4 5 0,4 1 0,-4 5 0,2-6 0,1 1 0,-3 1 0,2 3 0,0 1 0,-2 0 0,5-6 0,-5 1 0,4-1 0,2 7 0,0-1 0,-8-8 0,6-1 0,-5-10 0,7-4 0,5-5 0,3-10 0,0-4 0,-1-2 0,7-3 0,-3-10 0,5 5 0,1-1 0,0 7 0,0 4 0,0 2 0,1 6 0,-1 8 0,0 3 0,0 4 0,0 2 0,1 2 0,-1 4 0,-6 3 0,1 10 0,-1 2 0,-1 2 0,5 2 0,-3-2 0,3-4 0,2 4 0,-4-10 0,5-1 0,-5-8 0,10 2 0,-4-5 0,-2-1 0,6-1 0,0-5 0,2-4 0,-4-7 0,2 0 0,-2 0 0,-8-1 0,-1 1 0,-2 6 0,1-1 0,2 7 0,-7-7 0,0 8 0,-6-3 0,0 7 0,0 2 0,0 3 0,2-3 0,3 4 0,-3-4 0,14 6 0,-7-7 0,8 5 0,1-4 0,-1-2 0,2 0 0,4 0 0,-4 0 0,6 0 0,-2 0 0,0 0 0,7 0 0,-1 0 0,-2-2 0,0-2 0,-3-1 0,-2 1 0,2-4 0,-1 2 0,-5-1 0,-7 1 0,-7 2 0,2-7 0,-5 5 0,-1-5 0,-1 1 0,-5-1 0,-4 3 0,-7 8 0,6 0 0,-1 0 0,6 6 0,-5-1 0,7 9 0,-2-3 0,4 4 0,2 3 0,0 1 0,0 4 0,0-2 0,2 5 0,4 1 0,6 0 0,-3 2 0,3 5 0,-1 6 0,4 0 0,-1 0 0,-3 2 0,-1-3 0,1 6 0,3-6 0,-9 1 0,-1-4 0,-2-2 0,-2-5 0,0 0 0,-8-8 0,-3 0 0,-4-6 0,-3-3 0,-6-9 0,-5 3 0,-2-4 0,3-2 0,-3-2 0,8-4 0,-7-11 0,10-17 0,-4-10 0</inkml:trace>
  <inkml:trace contextRef="#ctx0" brushRef="#br0" timeOffset="8">14799 1977 8912,'-26'27'0,"-5"-2"0,8-8 0,-4-6 0,10 1 0,6-3 0,16 3 0,5-4 0,7-8 0,2-6 0,2-2 0,2-1 0,-2-5 0,-2 1 0,-1 1 0,-7-3 0,1 4 0,-9-5 0,3-1 0,-6 8 0,-6 3 0,-11 6 0,-11 6 0,-5 5 0,-1 12 0,-7 6 0,1 9 0,2 2 0,-6 8 0,0-4 0</inkml:trace>
  <inkml:trace contextRef="#ctx0" brushRef="#br0" timeOffset="9">792 5622 8912,'0'-17'0,"-8"6"0,-4 1 0,-3 2 0,-2 4 0,0 10 0,0 6 0,-1 5 0,1 6 0,2 9 0,3 8 0,5 2 0,7-1 0,0 4 0,0 5 0,0 2 0,0 1 0,0 3 0,0 1 0,5-6 0,3-5 0,0-2 0,-1-6 0,7 1 0,-5-16 0,3-4 0,-1-6 0,1-5 0,5-8 0,-2-2 0,-1-4 0,-3-5 0,3-5 0,-5-3 0,3-4 0,-9 2 0,3-7 0,-4 7 0,-2-2 0,0-2 0,2 4 0,2 4 0,1 3 0,1 3 0,-6 1 0,0 3 0,2 8 0,4 5 0,-2 4 0,7 7 0,3 0 0,1 0 0,2 1 0,0-1 0,0-2 0,1-4 0,5-3 0,0-8 0,7 0 0,-1 0 0,-4-8 0,-2-3 0,2-10 0,-3-2 0,-4-6 0,-9 5 0,-1-1 0,-4 0 0,-6 2 0,-8 8 0,-9 1 0,-6 3 0,-3 7 0,-7-2 0,8 4 0,4 2 0,4 8 0,2 4 0,2 3 0,3 2 0,7 0 0,3 0 0,4-5 0,3-1 0,-3-7 0,21 4 0,-4-8 0</inkml:trace>
  <inkml:trace contextRef="#ctx0" brushRef="#br0" timeOffset="10">1394 5880 8912,'0'-9'0,"-2"-1"0,-4 4 0,4 4 0,-7-5 0,3 7 0,4 0 0,-6 7 0,8 5 0,0 3 0,6 2 0,0 0 0,7-1 0,-1-5 0,3 4 0,2-5 0,1 0 0,-1-3 0,0-7 0,0 0 0,0 0 0,1-7 0,-1-5 0,0-3 0,-2-2 0,-3-1 0,1 1 0,-7 0 0,0 6 0,-6-1 0,5 6 0,1-5 0,0 7 0,-6-11 0,0 15 0,0 0 0,6 7 0,-1 11 0,9-1 0,-7 0 0,7-2 0,-5-1 0,-1-3 0,0-5 0,-3 5 0,-1-7 0,8 2 0,-9-2 0,3 1 0,4-3 0,-8 6 0,5-8 0,-7-8 0,0-3 0,0-4 0,0 3 0,0 1 0,0-1 0,0-5 0,0 0 0,2 0 0,4-1 0,-2 7 0,7 0 0,-1 5 0,3-4 0,-1 3 0,1 3 0,2 2 0,3 2 0,-1 0 0,0 2 0,0 4 0,0 1 0,1 7 0,-1-3 0,-2-5 0,-3 5 0,3-7 0,-4 2 0,-1-4 0,1-2 0,3 0 0,1 0 0,2 0 0,0-8 0,1-3 0,-1-12 0,0-4 0</inkml:trace>
  <inkml:trace contextRef="#ctx0" brushRef="#br0" timeOffset="11">2220 5261 8912,'-17'-2'0,"1"-4"0,3-3 0,2-1 0,7-5 0,-12 13 0,15-4 0,-5 14 0,4 9 0,2 10 0,0 15 0,0 10 0,6 1 0,-1 10 0,9-6 0,-3 7 0,5-9 0,1 2 0,6-5 0,2-8 0,-1-8 0,1-5 0,4-12 0,-6-2 0,6-8 0,-5-9 0,1-3 0,0-9 0,4-7 0,-6-15 0,5-1 0,-5 1 0,0-6 0,-5 0 0,-1-2 0,0 2 0,-2-3 0,-1-4 0,-3 3 0,2 2 0,-3-4 0,1 6 0,-7 7 0,2 10 0,-4 4 0,-2 14 0,0 10 0,0 18 0,0 14 0,0 12 0,0 8 0,0 3 0,0-3 0,0-3 0,0 3 0,10-9 0,7-3 0,2-6 0,8 1 0,-3-6 0,-2-5 0,-3-4 0,-2-8 0,-8 0 0,-3 0 0,-4 0 0,-2 1 0,-8-9 0,-3-3 0,-12-4 0,-11-2 0,-10 0 0</inkml:trace>
  <inkml:trace contextRef="#ctx0" brushRef="#br0" timeOffset="12">2151 5674 8912,'-25'0'0,"6"0"0,-4 0 0,4-6 0,2 0 0,7-1 0,5 1 0,3-6 0,11-5 0,8-6 0,16 2 0,15-7 0,7-5 0,8-5 0,18-4 0,5-4 0,-38 19 0,1-1-144,0 3 1,0-2 0,1-7 0,1-3 0,1 2 0,-1 0 0</inkml:trace>
  <inkml:trace contextRef="#ctx0" brushRef="#br0" timeOffset="13">9499 12001 8912,'-11'0'0,"-1"0"0,-1 0 0,3 0 0,-1 0 0,1 2 0,-1 3 0,-5-3 0,15 6 0,-15-8 0,12 0 0,-7 0 0,0 0 0,-7 0 0,1 0 0,0 0 0,2 2 0,3 4 0,-3-4 0,3 3 0,-5-3 0,-6-2 0,4 0 0,-4 0 0,4 0 0,0 0 0,-4 0 0,-6 0 0,2 0 0,-1 0 0,5 0 0,-6 0 0,-1 0 0,-3 0 0,4-2 0,1-3 0,5 3 0,-6-4 0,6 4 0,-6 2 0,7 0 0,-7 0 0,2 0 0,-2 0 0,-3 0 0,3 0 0,-5 0 0,-4 0 0,-5 0 0,0 0 0,-3 6 0,-6-1 0,6 3 0,0-2 0,6-4 0,-6 3 0,8-1 0,-2 2 0,3-4 0,3 4 0,5-4 0,1-2 0,5 0 0,-6 0 0,0 0 0,-5 0 0,5-2 0,1-4 0,-7 4 0,-5-6 0,2 3 0,1-1 0,-3 0 0,0 6 0,-8-6 0,4 1 0,-2 1 0,1 2 0,4 0 0,-4-4 0,-1 4 0,-6-3 0,-2 3 0,-3 2 0,-6 0 0,-12 0 0,-3 0-231,-8 0 0,0 2 231,0 3 0,0-3 0,0 4 0,-6-2 0,0 0 0,2 1 0,2-1 0,10-2 0,3-2 0,7-2 0,5-3 0,3 3 0,9-4 0,-7 2 0,1-2 0,0 4 0,7-3 0,4 3 0,6 2 0,9 0 0,3 0 0,7 0 0,-2 0 0,3 0 0,3 0 0,0 0 0,0 0 0,-6 0 115,0 0 1,-6-6-1,4 0 1,1 3-116,-1 1 0,-12-4 0,3 0 0,-4 0 0,3 6 0,-5 0 0,0 0 0,-6 0 0,6 0 0,0 0 0,5 0 0,1 0 0,0 0 0,5 6 0,0 0 0,8 0 0,-2-6 0,2 0 0,0 0 0,-2 0 0,2 0 0,2 0 0,2 0 0,-6 2 0,0 3 0,-2-3 0,2 4 0,4-4 0,-4-2 0,-2 6 0,2-1 0,0 3 0,6-2 0,0-4 0,0 3 0,-1-3 0,1-2 0,-2 2 0,-2 2 0,-2 2 0,2-3 0,0-1 0,-2-2 0,2 2 0,-8 4 0,8-4 0,-2 4 0,2-3 0,-2 3 0,4-4 0,-4 4 0,4 2 0,2-3 0,-6 9 0,0-5 0,2 3 0,2-1 0,2-1 0,0 1 0,-6 2 0,0-7 0,6 6 0,5-7 0,1 9 0,-1-12 0,1 3 0,7-3 0,-4-2 0,6 0 0,-3 0 0,3 0 0,-8 0 0,4 0 0,-5 0 0,3 0 0,-1 0 0,3 0 0,4 0 0,-13 0 0,13 0 0,-6 0 0,0 0 0,7 0 0,-7 0 0,8 0 0,0 0 0,8 0 0,1 8 0,8 2 0</inkml:trace>
  <inkml:trace contextRef="#ctx0" brushRef="#br0" timeOffset="14">8054 7049 8912,'0'10'0,"0"-3"0,-2-7 0,-4 0 0,2 0 0,-7 0 0,5 0 0,-5 0 0,-3 0 0,-1 0 0,-2 2 0,-1 2 0,1 2 0,-6 0 0,-2-5 0,-1 3 0,-5 2 0,-1 2 0,-3-5 0,1 3 0,-1-2 0,-1 0 0,-4 2 0,-2-4 0,-4 3 0,-4-1 0,4 0 0,-3 2 0,-3-3 0,0-1 0,1-2 0,-1 6 0,0 0 0,-5 0 0,0-6 0,-6 1 0,5 5 0,-7-4 0,2 4 0,-4 1 0,-2-1 0,-5 6 0,-1-7 0,-7 3 0,2-4 0,-4 3 0,-3 3 0,-2-6 0,3 2 0,9-3 0,10 3 0,8-4 0,7 4 0,1-4 0,1-4 0,4-2 0,6-2 0,-2 1 0,2 5 0,-6-2 0,6-4 0,-1 4 0,7-4 0,0 4 0,-1 2 0,1 0 0,-1 0 0,-5 0 0,0 0 0,-10 0 0,-1 0 0,-3 0 0,-7 0 0,0 0 0,0 0 0,3 0 0,-5 0 0,13 0 0,-1 0 0,11 0 0,0 0 0,-3 0 0,3 0 0,-6 6 0,4 0 0,-2-2 0,-3-2 0,1 3 0,-6 1 0,6 0 0,-5-6 0,1 0 0,10 0 0,-2 0 0,3 0 0,1 0 0,6 0 0,-1 0 0,10 0 0,-2 0 0,2 0 0,4 0 0,-4 0 0,4 0 0,2 0 0,0 0 0,0 0 0,-1 0 0,1 0 0,-6 0 0,0 0 0,-2-6 0,4 0 0,-3 2 0,-3 3 0,4-1 0,-6-4 0,0 4 0,-5-4 0,2 4 0,3 2 0,-4-5 0,5-1 0,-5 0 0,-1 6 0,5 0 0,0 0 0,1 0 0,-7 0 0,7 0 0,-1 0 0,2 0 0,-2 0 0,7 0 0,2 0 0,1 0 0,-2 0 0,-2 0 0,6-2 0,6-4 0,5 5 0,-6-5 0,-1 4 0,5 2 0,-7 0 0,6 0 0,-9 0 0,1 0 0,0 0 0,0 0 0,-1 0 0,1 0 0,0 0 0,0 0 0,0 0 0,-1 0 0,1 0 0,0 0 0,0 0 0,5 0 0,1 0 0,7 0 0,-4 0 0,8 0 0,8 6 0,4-1 0,3 9 0,2-5 0</inkml:trace>
  <inkml:trace contextRef="#ctx0" brushRef="#br0" timeOffset="15">20100 13823 8912,'17'-7'0,"-2"-5"0,-3-3 0,-7-2 0,-3 0 0,-2-1 0,0 1 0,-5 0 0,-1 0 0,-2 7 0,4 6 0,-1 8 0,-1 23 0,6 19 0,0 17 0,0 15 0,-6 12 0,3-37 0,-1 3 0,-1 2 0,0 0 0,-1 4 0,-1 1 0,-1 2 0,0 1 0,0 4 0,-1 0 0,1-2 0,-1-1-152,0-3 0,1-3 0,2-8 1,0-1 151,-5 34 0,-1-21 0,-3-18 0,2-8 0,1-13 0,1-7 0,-7-7 0,1 3 0,0-13 0,2 2 0,3-16 0,-3-14 0,5-18 0</inkml:trace>
  <inkml:trace contextRef="#ctx0" brushRef="#br0" timeOffset="16">19893 13961 8912,'-2'-35'0,"-2"3"0,-1 1 0,1 3 0,2 12 0,2-1 0,0 12 0,-2-1 0,-2 13 0,-1 9 0,1 5 0,0 9 0,0-1 0,-2 5 0,3 6 0,-5-3 0,2 3 0,2-4 0,2-1 0,2-3 0,0-1 0,0-3 0,-7-7 0,-3 4 0</inkml:trace>
  <inkml:trace contextRef="#ctx0" brushRef="#br0" timeOffset="17">19996 13772 8912,'39'15'0,"-5"-4"0,-1-5 0,-1-4 0,4-8 0,3-1 0,3-1 0,2 0 0,0 3 0,2 5 0,-2 0 0,-6 0 0,2 2 0,-2 3 0,2 5 0,-5 7 0,3 0 0,-19 0 0,6 1 0</inkml:trace>
  <inkml:trace contextRef="#ctx0" brushRef="#br0" timeOffset="18">18172 16213 8912,'-19'-23'0,"-2"0"0,-2 2 0,2 4 0,2 6 0,10 13 0,3 15 0,4 11 0,2 11 0,6 5 0,-1 7 0,9 1 0,-3 1 0,5 3 0,1 1 0,0-2 0,0-9 0,0 2 0,1-6 0,-1-2 0,0-4 0,-6 1 0,1-14 0,-8-6 0,1-6 0,-3-7 0,-2 2 0,0-14 0,0-9 0,-7-10 0,-5-13 0,-11-4 0,-3-7 0</inkml:trace>
  <inkml:trace contextRef="#ctx0" brushRef="#br0" timeOffset="19">18086 16385 8912,'8'-27'0,"-6"1"0,4 3 0,-4 4 0,-2-4 0,1 9 0,5 3 0,4 7 0,7-2 0,2-1 0,4 1 0,-2 2 0,6 8 0,0 4 0,-1 1 0,-5 3 0,2 5 0,-5 0 0,-5 0 0,-4 0 0,-1 0 0,-2 1 0,-6-1 0,0 6 0,0 0 0,-8 5 0,-3-5 0,-3 0 0,3-6 0,-4 1 0,3-1 0,4 0 0,3 0 0,-3 0 0,2 1 0,6-7 0,6 1 0,7-9 0,-1 3 0,9-4 0,2-2 0,8 0 0,-3 0 0,-1 2 0,2 4 0,-8-3 0,2 9 0,-4-1 0,-4 7 0,-3-1 0,-7 0 0,-3 8 0,-2 3 0,-7 5 0,-5 1 0,-11 1 0,-6-1 0,-1-1 0,1-5 0,-1 3 0,7-8 0,-4-6 0,10-6 0,-4-9 0,11-2 0,0-13 0,5-14 0,3-9 0,2-16 0</inkml:trace>
  <inkml:trace contextRef="#ctx0" brushRef="#br0" timeOffset="20">18620 16299 8912,'17'-8'0,"-7"-1"0,-3-3 0,-7 1 0,0 7 0,0-2 0,0 12 0,0 6 0,0 3 0,0 10 0,0 3 0,0 5 0,0 1 0,8 1 0,3-1 0,5 0 0,1 1 0,0-1 0,0 1 0,0-9 0,1-3 0,5-4 0,0-1 0,-2-7 0,-8-1 0,-2-3 0,3-3 0,-1-10 0,-1-5 0,3-4 0,-4-3 0,-3-6 0,-2-5 0,1-4 0,-1-1 0,0 5 0,-6 1 0,0-1 0,0 2 0,0 2 0,0 8 0,0 6 0,0-1 0,0 9 0,6-3 0,1 12 0,1 5 0,0 4 0,5 8 0,-2 0 0,5 6 0,1-6 0,0 5 0,0-5 0,1 0 0,1-6 0,0 1 0,-2-1 0,4-2 0,-9-3 0,3 3 0,2-4 0,0-3 0,1-2 0,-7-4 0,2-2 0,5-2 0,3-4 0,7-4 0,-5-7 0,2-2 0,-2-4 0,-6 2 0,0-8 0,-1 3 0,-11-3 0,7-2 0,-6 9 0,-4 1 0,-6 1 0,0 11 0,-8 3 0,1 4 0,-6 2 0,0 0 0,-1 0 0,1 10 0,2 5 0,1 8 0,3 4 0,7-4 0,-2 5 0,5-1 0,1 2 0,1 1 0,5-7 0,6 0 0,11-6 0,5-1 0,14-5 0,8-7 0,6-8 0,7-7 0,-6-12 0,0 2 0,-5-8 0,-8 0 0,-4-5 0,-4-8 0,-1-2 0</inkml:trace>
  <inkml:trace contextRef="#ctx0" brushRef="#br0" timeOffset="21">19583 16798 8912,'18'0'0,"-1"0"0,0 0 0,-5 0 0,-1 0 0,-5-6 0,5 0 0,-5-1 0,5 3 0,3-4 0,1-1 0,8-5 0,2-7 0,2-4 0,3-1 0,1 3 0,-2-6 0,3 0 0,-3-3 0,1 1 0,-1 3 0,-6 1 0,-12-2 0,3-1 0,-8 7 0,-3 0 0,-8 6 0,-5 1 0,-7 5 0,0 5 0,-1 4 0,-4 4 0,-1 4 0,0 5 0,5 12 0,3-2 0,4 8 0,-3-6 0,9 6 0,1-1 0,2-1 0,4 4 0,3-9 0,7 1 0,11-5 0,4-1 0,7 0 0,8-7 0,4-5 0,11-3 0,6-2 0,2-9 0,-1-9 0,10-6 0,-3-11 0</inkml:trace>
  <inkml:trace contextRef="#ctx0" brushRef="#br0" timeOffset="22">21081 15766 8912,'-27'0'0,"4"0"0,4 0 0,2 0 0,1 2 0,5 4 0,-3 5 0,9 12 0,1 8 0,2 7 0,2 0 0,0 8 0,8 6 0,3 5 0,4-2 0,4-7 0,3-4 0,0-2 0,3-8 0,-2-5 0,-4-10 0,4-2 0,-4-7 0,-1-10 0,-1 0 0,0 0 0,0-2 0,1-4 0,-7-5 0,0-12 0,-5 2 0,6-8 0,-9 8 0,3-2 0,-4 4 0,-2 2 0,0 0 0,0 0 0,8 7 0,-6 10 0,3 11 0,3 5 0,-2 1 0,1 2 0,-1 2 0,6 2 0,3-2 0,2-2 0,0-2 0,1 0 0,-1 1 0,2-7 0,4 1 0,-4-9 0,4 3 0,-4-4 0,-2-17 0,0-4 0</inkml:trace>
  <inkml:trace contextRef="#ctx0" brushRef="#br0" timeOffset="23">21459 15800 8912,'-17'18'0,"0"-1"0,0 0 0,-1 0 0,7-7 0,-1-4 0,7-5 0,-7-1 0,8 0 0,-1 0 0,10 0 0,-1-1 0,8-3 0,-1-4 0,-1-1 0,5 5 0,-5-12 0,1 15 0,1-5 0,-9 4 0,5 4 0,-8 4 0,8 3 0,1 8 0</inkml:trace>
  <inkml:trace contextRef="#ctx0" brushRef="#br0" timeOffset="24">21717 16144 8912,'0'10'0,"0"-1"0,0-3 0,0-2 0,0 7 0,0-5 0,0 6 0,2-1 0,4-1 0,-4 5 0,4-4 0,-3-1 0,3 1 0,-4-5 0,4 6 0,3-9 0,-7-3 0,4-11 0,2-4 0,-3-2 0,7-3 0,-6-3 0,5 4 0,-3-4 0,-1 4 0,1 2 0,5 8 0,-1 3 0,3 4 0,4 2 0,4 0 0,-2 8 0,8 3 0,-6 4 0,6 3 0,-3-3 0,5-4 0,-2-5 0,1-4 0,1-2 0,-2 0 0,1-8 0,-7-3 0,0-12 0,-6-6 0,-1-3 0,-5-3 0,-3 3 0,-8 3 0,0-1 0,-2 7 0,-4 2 0,-5 2 0,-5 9 0,-1 4 0,0 12 0,0 6 0,-1 10 0,1 7 0,0 9 0,0 2 0,7 8 0,4-2 0,5-2 0,1 0 0,1-4 0,5-7 0,11 1 0,12-5 0,11-10 0,6-2 0,6-11 0,5-1 0,-3-10 0,3-7 0,-3-18 0,-3-7 0</inkml:trace>
  <inkml:trace contextRef="#ctx0" brushRef="#br0" timeOffset="25">23868 15800 8912,'-1'10'0,"-5"-4"0,4-2 0,-4 1 0,4-1 0,2 8 0,2 1 0,4 2 0,-2 8 0,9 2 0,4 0 0,4 0 0,4 0 0,-4-6 0,4 0 0,2-4 0,2-4 0,5 1 0,-2-4 0,-3-8 0,-4-2 0,0-4 0,-6-9 0,4-8 0,-6-6 0,-5 6 0,1-5 0,-7 5 0,-1 2 0,3 1 0,-6 3 0,6 0 0,-6 8 0,3 3 0,-3 13 0,4 11 0,2 1 0,-1 9 0,1 3 0,0 1 0,3 3 0,-5-1 0,-1 1 0,-5-1 0,0-2 0,0-3 0,-1 2 0,-5-8 0,-4 0 0,-7-6 0,-8 0 0,-2-2 0,-1-3 0,-1-7 0,0-3 0,-5-2 0,0-7 0,-1-18 0,1-11 0</inkml:trace>
  <inkml:trace contextRef="#ctx0" brushRef="#br0" timeOffset="26">23748 15508 8912,'-27'-42'0,"-3"6"0,7-4 0,5 11 0,7 6 0,7 12 0,-3 3 0,8 8 0,5 0 0,8 2 0,7 4 0,7 5 0,12 4 0,6 3 0,12-1 0,5 0 0,9 0-731,3 0 731,7-7 0,-3 13 0,7-4 0</inkml:trace>
  <inkml:trace contextRef="#ctx0" brushRef="#br0" timeOffset="27">25314 15749 8912,'-52'0'0,"6"-6"0,1 0 0,12 1 0,-1 5 0,3 2 0,4 3 0,-3 5 0,7 7 0,2 6 0,9 0 0,-1 6 0,7-5 0,2 1 0,2 0 0,2-2 0,0-6 0,2 0 0,4 1 0,2-7 0,5-1 0,-1-3 0,1-3 0,2-2 0,2-8 0,1 1 0,-1-11 0,0-1 0,0 0 0,-1-6 0,-3 4 0,-2 2 0,1-6 0,5 0 0,-5 6 0,-1 5 0,-5 3 0,5-3 0,-5 4 0,5 8 0,1 0 0,5 8 0,0 4 0,-5 5 0,-1 6 0,1-4 0,5 4 0,6-6 0,0-6 0,2 3 0,-4-7 0,2 1 0,-2 0 0,4-3 0,-2-5 0,-1-1 0,-4-5 0,-1-6 0,0-11 0,-2 2 0,-3-7 0,1-1 0,-7-7 0,-2-4 0,-2-6 0,-4-10 0,-4-1 0,2 2 0,-7 9 0,7 0 0,-2 12 0,-3-5 0,7 20 0,-6 10 0,8 14 0,8 18 0,1 12 0,3 9 0,-1 5 0,-5 9 0,5-1 0,-5 0 0,6-5 0,-3-2 0,3-5 0,3-3 0,-4-7 0,5-3 0,1-5 0,2-8 0,4-5 0,-4-11 0,4 3 0,2-12 0,-2-5 0,6-6 0,-6-6 0,-1 2 0,-4-8 0,-7 2 0,1-1 0,-9-5 0,3 5 0,2 1 0,-2-2 0,-3 1 0,-1 1 0,-2 8 0,0 7 0,0 6 0,0-5 0,0 7 0,0-2 0,0 12 0,0-2 0,0 7 0,2 3 0,4 9 0,-2-4 0,7 4 0,-5-4 0,5-2 0,3-2 0,1-3 0,4 1 0,4-7 0,-4 0 0,4-6 0,-2 0 0,0 0 0,2 0 0,-2 0 0,-3-8 0,-7-3 0,4-3 0,-3 3 0,-5-5 0,1 7 0,0-1 0,-6-5 0,5 13 0,-7-5 0,8 7 0,1 1 0,3 3 0,-1 2 0,-5 0 0,6-6 0,-1 0 0,6 0 0,-5 0 0,-1 0 0,1 0 0,3-8 0,-2-3 0,-1-5 0,-8-7 0,1 0 0,-3 1 0,-2 4 0,0-5 0,0 1 0,0-1 0,0 5 0,0 1 0,0 0 0,0 6 0,0-1 0,2 8 0,4-1 0,4-3 0,7 2 0,0 0 0,8 6 0,2 0 0</inkml:trace>
  <inkml:trace contextRef="#ctx0" brushRef="#br0" timeOffset="28">27121 15491 8912,'-27'-2'0,"2"-2"0,2-3 0,0-3 0,-5 4 0,5-5 0,0 7 0,6-2 0,-6 4 0,0 4 0,2 4 0,2 6 0,1 3 0,1 2 0,6 6 0,-1 0 0,8 6 0,-1-7 0,3 1 0,2-5 0,0-1 0,0 0 0,7-6 0,5-1 0,3-2 0,2-5 0,1-8 0,-1 1 0,0-8 0,0 1 0,0-6 0,1-2 0,-1-4 0,0 4 0,0-4 0,-2 4 0,-1 3 0,-5 3 0,-1 1 0,5 1 0,-5 0 0,4-1 0,-3 8 0,-3-1 0,-2 5 0,7 5 0,1 5 0,5 7 0,-6-6 0,1 1 0,-1-3 0,6 3 0,6-4 0,0-8 0,0 0 0,-5 0 0,-1 0 0,0 0 0,0 0 0,0 0 0,1-8 0,-1-4 0,-6-3 0,1-2 0,-3 0 0,5 0 0,-3-1 0,-7 1 0,2 0 0,3 0 0,-7 0 0,6-1 0,-8 7 0,0 0 0,0 7 0,0-4 0,0 10 0,0 4 0,0-2 0,2 9 0,2 4 0,1 4 0,9 10 0,-3-3 0,4 5 0,3 1 0,-1 8 0,0 4 0,-2-2 0,-3 2 0,1 0 0,-7 5 0,-2 1 0,-2-1 0,-2-7 0,0-3 0,-10-1 0,-7-6 0,-2 4 0,-10-9 0,6-6 0,-5-6 0,6-7 0,0-10 0,2 0 0,3 0 0,6-4 0,-1-8 0,8-1 0,-1-16 0,3 1 0,2-7 0,7 1 0,5-1 0,5 1 0,6-2 0,6-2 0,3-3 0,5 1 0,3 6 0,-2-6 0,8 0 0,-2-8 0,2 2 0,3-4 0,-5 1 0,-2 1 0,-7 2 0,-3 8 0,-9-2 0,-7 11 0,-11 6 0,-3 12 0,-2 3 0,-7 8 0,-5 0 0,5 2 0,-1 4 0,2 5 0,0 5 0,1 3 0,5 4 0,0-2 0,0 7 0,7 1 0,5 5 0,1-5 0,1 0 0,-3 1 0,2 3 0,3-7 0,1-3 0,-6-2 0,1 2 0,-8-4 0,1 4 0,-3-4 0,-4-1 0,-3-1 0,-7 0 0,-16 0 0,-7 0 0,-11 0 0,0 1 0,-11-1 0,-4 0 0</inkml:trace>
  <inkml:trace contextRef="#ctx0" brushRef="#br0" timeOffset="29">29427 15199 8912,'9'-8'0,"5"-3"0,-8-10 0,-1-2 0,1 2 0,0 2 0,-1 1 0,-6-1 0,-5 0 0,-6 2 0,1-2 0,-4 11 0,-6 1 0,-4-1 0,-4 10 0,-5 9 0,-1 7 0,1 4 0,-3 1 0,-3 12 0,6-3 0,-2 12 0,7-2 0,4-4 0,4-1 0,9-3 0,5-1 0,7-5 0,2-5 0,3-9 0,9-5 0,7-1 0,6-4 0,7-10 0,6-9 0,0-8 0,2-8 0,-1 2 0,-5-1 0,4 1 0,-11 2 0,-6 4 0,-4 6 0,-2-2 0,0 6 0,0-1 0,-7 7 0,0 9 0,-5 15 0,-3 8 0,4 9 0,-2 1 0,2-1 0,-3 0 0,9 1 0,-3-1 0,5-1 0,-3-5 0,3-5 0,1-4 0,2-2 0,6-1 0,0-5 0,0-3 0,-6-8 0,0 0 0,1 0 0,-9-8 0,6-9 0,-5-10 0</inkml:trace>
  <inkml:trace contextRef="#ctx0" brushRef="#br0" timeOffset="30">29943 14872 8912,'-2'-9'0,"-2"5"0,-1 8 0,1 7 0,2 12 0,2 7 0,0 9 0,0 7 0,0 3 0,0 3 0,0 1 0,0 5 0,0-5 0,0 2 0,0-7 0,0-8 0,-2-3 0,-2-5 0,-2-3 0,1-12 0,5-11 0,2-12 0,3-6 0,7-5 0,11-6 0,-4-1 0,4-5 0,2-2 0,-2 8 0,0 0 0,-6 6 0,0 2 0,0 4 0,-5-3 0,-1 8 0,-5 1 0,5 5 0,-5 0 0,6 0 0,-9 2 0,3 3 0,-4 5 0,-2 7 0,0 2 0,0 4 0,-6-4 0,1 4 0,-9-4 0,3-2 0,1 3 0,-1 2 0,1-8 0,-1 3 0,-3-4 0,8 5 0,1-7 0,5 1 0,0-9 0,7-10 0,3-12 0</inkml:trace>
  <inkml:trace contextRef="#ctx0" brushRef="#br0" timeOffset="31">30322 15216 8912,'0'9'0,"0"7"0,-6-7 0,0 9 0,-1-1 0,1 0 0,4 2 0,-4 4 0,4-4 0,2 4 0,2 2 0,4-2 0,5-2 0,10-10 0,2-5 0,0-4 0,-5-2 0,-1-2 0,0-4 0,0-5 0,0-12 0,-5 2 0,-1-8 0,-7 6 0,2-4 0,-6 3 0,-6 3 0,2-4 0,-7 2 0,-1 2 0,-5 9 0,0-1 0,0 7 0,1-1 0,5 1 0,-4 4 0,13-13 0,-6 5 0</inkml:trace>
  <inkml:trace contextRef="#ctx0" brushRef="#br0" timeOffset="32">30735 15113 8912,'-18'0'0,"7"0"0,0 0 0,7 0 0,-4 0 0,8 2 0,0 3 0,2 3 0,4 4 0,3 3 0,8-4 0,1 5 0,-1 1 0,0-6 0,0 1 0,1-7 0,-1 7 0,0-8 0,0 1 0,0-3 0,1-2 0,-1 0 0,-6-7 0,1-5 0,-3-5 0,3-6 0,1-4 0,-7-7 0,2 1 0,-3 5 0,-3-3 0,4 8 0,-2 0 0,0 6 0,1 0 0,1 7 0,0 10 0,0 12 0,7 5 0,-2 6 0,5-2 0,1 8 0,0-8 0,0 2 0,8 2 0,2-4 0,2-4 0,-1-4 0,1-9 0,5 2 0,1-4 0,-1-2 0,1-10 0,-1-7 0,0-2 0,1-10 0,-6 0 0,-1-5 0,-9 0 0,-1-1 0,-9 1 0,-9-1 0,0 1 0,0 0 0,-13 9 0,-4 8 0,-10 7 0,4 10 0,-8 8 0,3 3 0,-3 12 0,2 6 0,-1 3 0,7 3 0,0 5 0,6 0 0,7 0 0,4-6 0,4-1 0,2-4 0,10 1 0,7-7 0,16-2 0,13-10 0,5-3 0,7-8 0,-5-2 0,4-4 0,-3-11 0,-2-9 0,-1-9 0</inkml:trace>
  <inkml:trace contextRef="#ctx0" brushRef="#br0" timeOffset="33">19773 17967 8912,'-12'0'0,"1"0"0,7-8 0,-6 1 0,7-7 0,-5 3 0,-2-3 0,5-1 0,-7-2 0,1 0 0,1-1 0,-3 1 0,5 0 0,-1 0 0,5 9 0,-2 10 0,4 13 0,10 18 0,3 13 0,5 11 0,3 6 0,4 6 0,5 5 0,5 5 0,1 7 0,-5-8 0,0-3 0,-8-11 0,0-2 0,-8-7 0,-7-11 0,-6-12 0,-6-20 0,-11-4 0,-10-16 0,-7-2 0</inkml:trace>
  <inkml:trace contextRef="#ctx0" brushRef="#br0" timeOffset="34">19394 18551 8912,'-19'-17'0,"-4"0"0,4 2 0,-2 1 0,6 5 0,3 1 0,8-5 0,-3 11 0,22-13 0,8 3 0,23-3 0,11-2 0,10-8 0,8-4 0,-3-3 0,7-3 0,-3 1 0,-3 0 0,-8 5 0,-2 0 0,-15 2 0,-2-1 0,-16-3 0,-7 8 0,-11 0 0,-7 6 0,-10 6 0,-7-1 0,-3-1 0,-2-2 0,0 5 0,-1 2 0,1 8 0,2 2 0,3 4 0,5 11 0,7 12 0,0 3 0,0 3 0,0 5 0,0 0 0,0 6 0,0-6 0,-6 6 0,0-6 0,2-2 0,2-2 0,2-9 0,0-4 0,0-4 0,0-2 0,8-7 0,-4-4 0,7-14 0,3-9 0,-5-8 0,3-9 0,-1-6 0,7-1 0,-7 7 0,0 5 0,1 8 0,5-2 0,0 10 0,1 2 0,5 7 0,1-2 0,3 6 0,4 6 0,9 3 0,6 9 0,-2-3 0,2-4 0,0 3 0,5-9 0,-5 1 0,-2-6 0,-4-2 0,-7-4 0,-7-3 0,-8-8 0,-3 0 0,-4-1 0,-3-1 0,-8-4 0,-2 4 0,-4-4 0,-5 10 0,-12 1 0,4 3 0,-6-3 0,2 7 0,0 3 0,-2 2 0,2 0 0,4 7 0,-4 5 0,6 5 0,6 6 0,-3-2 0,8 8 0,-5-3 0,5 5 0,2-4 0,3-2 0,2 3 0,5-5 0,4 0 0,7-6 0,0-5 0,0-1 0,1-7 0,-1 2 0,0-6 0,0-6 0,0-4 0,1-7 0,-1-6 0,0 0 0,-2-7 0,-3 1 0,-3 2 0,-3-1 0,-4 5 0,4-6 0,-4 8 0,-2-2 0,0 10 0,0 1 0,0 9 0,2 3 0,1 11 0,3 4 0,8 4 0,-3 4 0,4-2 0,2 6 0,3-2 0,3-4 0,1-2 0,5-2 0,2-5 0,-8-1 0,5-7 0,-5 2 0,0-4 0,-6-2 0,1 0 0,-3-2 0,-4-4 0,-1-3 0,-4-9 0,-4 1 0,3 0 0,-3-2 0,-2-4 0,0 2 0,0-6 0,0 2 0,0 4 0,-2 2 0,-3 2 0,3 6 0,-4-1 0,4 8 0,2-3 0,0 7 0,0 9 0,0 6 0,0 6 0,0 0 0,0 4 0,0-2 0,0 6 0,0-6 0,0 5 0,0-5 0,0-2 0,0-1 0,2-5 0,4-4 0,-4 5 0,5-7 0,-7-1 0,0-8 0,2-8 0,2-11 0,4-4 0,1-6 0,-5-3 0,2-2 0,1 5 0,-1 0 0,6 2 0,-7-1 0,9 3 0,-3 8 0,-1 2 0,1 1 0,3 5 0,1 1 0,4 6 0,4 14 0,-2 1 0,8 16 0,-6 7 0,5 10 0,1-2 0,5 1 0,1-6 0,-1 3 0,1-8 0</inkml:trace>
  <inkml:trace contextRef="#ctx0" brushRef="#br0" timeOffset="35">22956 17589 8912,'0'17'0,"-2"0"0,-1 0 0,-5 2 0,0 2 0,1 4 0,3 2 0,-4 3 0,2 11 0,3 2 0,1 1 0,2 4 0,0-8 0,0 0 0,0 2 0,0-11 0,0 1 0,0-5 0,0-4 0,5-15 0,1-8 0,0-15 0,-6-14 0,0-4 0,0-1 0,0-2 0,0-4 0,0-4 0,0-8 0,0 2 0,0 5 0,0-3 0,0 8 0,-2-6 0,-4 6 0,4 1 0,-3 11 0,3-3 0,2 8 0,0 8 0,2 11 0,1 14 0,3 9 0,0 8 0,2 9 0,-6 0 0,3 10 0,-3-2 0,-2 2 0,0 2 0,0-8 0,0 0 0,0-6 0,0-5 0,0-2 0,0-1 0,0 1 0,0-6 0,0 4 0,0-15 0,10-3 0,7-7 0,8-2 0,9-3 0,8-11 0,4-7 0,-2-5 0,0 3 0,-2 0 0,-4 0 0,-7 2 0,-2 6 0,-8 0 0,-4 0 0,-9-1 0,-16 3 0,-4 4 0,-3 3 0,-2 8 0,0 0 0,0 0 0,-1 0 0,1 0 0,6 0 0,-1 0 0,8 0 0,-3 0 0,7 0 0,5 2 0,1 4 0,8-2 0,-3 7 0,-3-7 0,-1 3 0,1 1 0,2 2 0</inkml:trace>
  <inkml:trace contextRef="#ctx0" brushRef="#br0" timeOffset="36">23387 18018 8912,'-18'8'0,"1"2"0,0-1 0,9-1 0,8-10 0,10-4 0,5-3 0,4-9 0,2-1 0,2-4 0,0 2 0,-4-5 0,2 1 0,2 4 0,0-4 0,-6 2 0,-1-6 0,-3 6 0,-3 2 0,-3 2 0,-1 0 0,-6-4 0,0 10 0,-2-2 0,-4 5 0,-5 6 0,-4 2 0,-3 2 0,-1 14 0,-4 3 0,4 6 0,-4 0 0,6 4 0,6 7 0,3 0 0,8 1 0,0-1 0,0 0 0,15-7 0,8-4 0,10-4 0,7-2 0,12-7 0,11-4 0,4-6 0,1-6 0,7-9-122,0-8 0,-9-8 122,-8 3 0,-7-5 0,-5-1 0,-11 1 0,-12 5 0,-12 1 0,-5 6 0,-6-2 0,-6 2 0,-9 4 0,-8 5 0,-8-1 0,3 7 0,-5-5 0,-1 5 0,1 0 0,5 6 0,-3 2 122,8 4 0,0 3-122,6 9 0,0 4 0,1 3 0,5 0 0,5 0 0,4 4 0,2-6 0,0 5 0,0-5 0,8-2 0,3-9 0,1 1 0,5-7 0,-2-1 0,14-5 0,-6-7 0,6-5 0,-3-11 0,5-5 0,-4-7 0,-2-5 0,-2-4 0,-6-7 0,-2-7 0,-3 1 0,-5-2 0,-7 2 0,-2 1 0,-3-7 0,1 8 0,-8-3 0,3 13 0,-3 4 0,-1 13 0,5 5 0,-1 4 0,5 9 0,-4 10 0,8 12 0,0 5 0,0 6 0,6 9 0,0 8 0,7 6 0,-2-6 0,5 8 0,1-2 0,2-2 0,4 0 0,6-2 0,3-4 0,5-4 0,3-5 0,6-4 0,11-8 0,-3-7 0,20-18 0,-3-11 0</inkml:trace>
  <inkml:trace contextRef="#ctx0" brushRef="#br0" timeOffset="37">25142 16832 8912,'-12'2'0,"1"4"0,5-1 0,-5 13 0,-1 6 0,3 7 0,-5 11 0,9 4 0,-7 4 0,6 1 0,1 1 0,7-3 0,3-3 0,7-6 0,3 1 0,2-7 0,6-5 0,0-18 0,2-3 0,-2-8 0,-2 0 0,8 0 0,-8-8 0,2-3 0,-4-10 0,-2-2 0,0-6 0,0 4 0,-1-2 0,-5-3 0,3 3 0,-9-2 0,9 8 0,-12-3 0,7 8 0,-3 5 0,-4 3 0,7 8 0,-3 0 0,-2 0 0,7 0 0,1 0 0,5 0 0,0 0 0,2 0 0,4 0 0,-4 0 0,4 0 0,-3 2 0,-3 4 0,0 5 0,0 5 0,0-5 0,1 0 0,-3 1 0,-4 5 0,5 0 0,-7 1 0,1-1 0,-1-6 0,-3 1 0,-4-9 0,6 5 0,-6-16 0,3-3 0,-3-4 0,4-2 0,2-3 0,-3-2 0,9 2 0,-3-3 0,-3 4 0,-2 2 0,1 0 0,-1 0 0,2 5 0,-3 3 0,7 1 0,-3 2 0,3 6 0,-6 0 0,5 0 0,2 2 0,3 4 0,1 4 0,0 7 0,0-6 0,1 1 0,-1-7 0,0 7 0,2-8 0,4 1 0,-2-3 0,8-2 0,-6-2 0,5-3 0,-5-5 0,6-7 0,-6-2 0,6-4 0,-8 2 0,2-6 0,-4 0 0,-2 1 0,-8-1 0,-3-2 0,-4-1 0,-2 7 0,0 0 0,-8 8 0,-3 3 0,-4 5 0,-3 7 0,1 7 0,0 5 0,0 11 0,0 5 0,5-1 0,3 2 0,1 1 0,4 3 0,2 1 0,2 0 0,2-1 0,4-4 0,3 1 0,9-7 0,5 6 0,0-6 0,-2-4 0,-2-6 0,6 2 0,-6-13 0,4 4 0,-12-4 0,-3-2 0,-8 0 0</inkml:trace>
  <inkml:trace contextRef="#ctx0" brushRef="#br0" timeOffset="38">25847 16643 8912,'-23'-2'0,"1"-2"0,1-1 0,9-1 0,8 8 0,14 2 0,7 1 0,19 1 0,1-6 0</inkml:trace>
  <inkml:trace contextRef="#ctx0" brushRef="#br0" timeOffset="39">27104 17193 8912,'-18'0'0,"1"0"0,0 0 0,0 0 0,0 0 0,-1 0 0,1-2 0,0-3 0,9 3 0,8-4 0,16 4 0,12 2 0,7-2 0,5-2 0,6-3 0,3-3 0,5 0 0,3-1 0,3-4 0,3 5 0,-4-1 0,0-1 0,-5 7 0,3-7 0,1 3 0,-7-3 0,-5 4 0,-17 8 0,-4 0 0,-10 2 0,-4 4 0,-11 4 0,-11 7 0,-6-6 0,-6 1 0,-12-1 0,-9 6 0</inkml:trace>
  <inkml:trace contextRef="#ctx0" brushRef="#br0" timeOffset="40">26897 17537 8912,'0'17'0,"0"-5"0,0-1 0,0-7 0,10 4 0,5-8 0,10 0 0,7 0 0,7-8 0,12-4 0,10-5 0,8-6 0,10-5 0,5-5 0,-4-1 0,0-1 0,-7 9-106,2 3 1,-8 0 105,-10 6 0,-9-2 0,-20 13 0,-3 0 0,-15 6 0,-3-2 0,-8-4 0,-5-5 0,-4-4 0,-7-2 0</inkml:trace>
  <inkml:trace contextRef="#ctx0" brushRef="#br0" timeOffset="41">27844 16471 8912,'-27'-8'0,"2"5"0,8-9 0,5 3 0,1-3 0,9 4 0,2 8 0,10 2 0,12 4 0,7 6 0,11 10 0,-1 5 0,6 8 0,-1 7 0,2 3 0,-4 15 0,-7 8 0,-3 9 0,-5 11 0,-10 3 0,-12-42 0,-2 0 0,-3 45-214,-6-3 1,-9-11 213,-8-5 0,-6-4 0,6-3 0,2-6 0,10-5 0,1-11 0,4-6 0,5-12 0,-5-5 0,-4 4 0,1 0 0</inkml:trace>
  <inkml:trace contextRef="#ctx0" brushRef="#br0" timeOffset="42">28876 17056 8912,'-6'-12'0,"-1"3"0,-1-1 0,-1 2 0,-1 1 0,4 3 0,-5 10 0,5 11 0,-4 13 0,3 7 0,3 3 0,2 8 0,2-3 0,0 11 0,2 1 0,4-1 0,5-3 0,5-9 0,1-4 0,0-6 0,0-5 0,-7-4 0,-3-15 0,-7-18 0,0-11 0</inkml:trace>
  <inkml:trace contextRef="#ctx0" brushRef="#br0" timeOffset="43">28756 16729 8912,'-18'-40'0,"1"2"0,2 5 0,4 8 0,-5 14 0,14-4 0,-5 15 0,9 0 0,3 9 0,11 6 0,7 3 0,7 5 0,-1-1 0,-2 9 0,1-2 0,-5 3 0,6 3 0,-8 7 0,4 1 0</inkml:trace>
  <inkml:trace contextRef="#ctx0" brushRef="#br0" timeOffset="44">29117 17124 8912,'-9'2'0,"3"4"0,4-4 0,-4 7 0,0-3 0,1-4 0,5 13 0,0-3 0,-6 3 0,0 2 0,0-5 0,5-1 0,-3 3 0,-2 1 0,0 2 0,6 0 0,0-5 0,0-1 0,0-7 0,0 2 0,2-10 0,4-2 0,5-13 0,10 0 0,2-6 0,-2-5 0,4-1 0,-2 2 0,6-3 0,-6 3 0,0 4 0,-6 3 0,0 4 0,-2 5 0,-1 3 0,-3 3 0,-5 3 0,6 10 0,-9 3 0,3 8 0,-4 8 0,-2 4 0,2 3 0,4 3 0,-4-3 0,5-1 0,1-3 0,3 3 0,-1-6 0,1-2 0,1-12 0,5-5 0,0-4 0,0-2 0</inkml:trace>
  <inkml:trace contextRef="#ctx0" brushRef="#br0" timeOffset="45">29685 16970 8912,'-17'-6'0,"0"0"0,-1 2 0,1 2 0,0 4 0,0 4 0,5 6 0,1 10 0,1 5 0,-3 8 0,3-1 0,3 0 0,1 1 0,6-1 0,8 1 0,3-1 0,4-5 0,2-1 0,3-12 0,3 1 0,5-4 0,5-3 0,1-3 0,1-7 0,-1-7 0,0-5 0,-1-3 0,-4-2 0,1-2 0,-7-4 0,0 2 0,-6-8 0,1-2 0,-1-1 0,-8 3 0,-3 1 0,2 7 0,-3-2 0,1 4 0,-8 3 0,-4 5 0,3 5 0,-7 12 0,1 7 0,-1 8 0,6 0 0,-2 8 0,5-2 0,1 1 0,0 3 0,0-8 0,1 0 0,5-6 0,4-2 0,7-3 0,0 1 0,0-7 0,1-4 0,-1-6 0,0 0 0,0-7 0,-2-3 0,-3-9 0,1 4 0,-7-4 0,0-2 0,-6 2 0,0 1 0,0 4 0,-2 1 0,-4 0 0,-3 2 0,-9 3 0,1-1 0,0 7 0,5 0 0,1 6 0,7 2 0,-2 4 0,5-4 0,-7 13 0,-2-5 0</inkml:trace>
  <inkml:trace contextRef="#ctx0" brushRef="#br0" timeOffset="46">30287 17073 8912,'10'0'0,"-3"0"0,1 0 0,-4 2 0,7 3 0,-1-1 0,1 8 0,5-1 0,-5 6 0,5 1 0,-1-1 0,-4 0 0,3 0 0,-9 0 0,7-5 0,-6-1 0,-1-7 0,-5 11 0,0-13 0,0-2 0,0-11 0,-5-10 0,-1-2 0,0-6 0,6 4 0,0-1 0,0-5 0,0 4 0,0-1 0,0 7 0,0-2 0,2 6 0,4 5 0,-2-1 0,7 7 0,6 0 0,6 6 0,0 2 0,-6 4 0,1 5 0,-1 5 0,0 1 0,0 0 0,-1 0 0,-5 0 0,2 1 0,-7-1 0,6-6 0,-7 1 0,-1 1 0,0-5 0,2-3 0,-4-3 0,7-2 0,-3 0 0,3-7 0,7-5 0,-3-5 0,-1-6 0,-1 4 0,6-4 0,1-2 0,-1 2 0,-6 2 0,1 10 0,-7-2 0,5 5 0,0 0 0,-1 1 0,-3 1 0,5 6 0,-5 2 0,6 4 0,-7 3 0,7 8 0,-1-5 0,6-1 0,1-1 0,1 1 0,2-3 0,2-1 0,7-5 0,-1 4 0,-2-10 0,1-1 0,-5-9 0,6 3 0,-8-6 0,2-6 0,-6 4 0,-5-4 0,1-2 0,-7 2 0,-4 2 0,-6 2 0,-2 3 0,-11 5 0,4 3 0,-10 8 0,-2 4 0,2 8 0,-8 1 0,3 16 0,3-1 0,2 7 0,6-1 0,5 0 0,4-5 0,8 0 0,0-1 0,0 7 0,16-7 0,7 1 0,13-8 0,4 2 0,8-4 0,-2-2 0,4-7 0,-1-2 0,-3-3 0,-6 1 0,-13 2 0,-10-3 0,-9-1 0,-14 8 0,-19-9 0,-26 13 0,-20-7 0</inkml:trace>
  <inkml:trace contextRef="#ctx0" brushRef="#br0" timeOffset="47">28532 18328 8912,'-8'-34'0,"6"5"0,-3 2 0,3 2 0,2 10 0,0 17 0,0 15 0,0 2 0,0 10 0,0 1 0,0 3 0,2-4 0,3-1 0,-1-1 0,8 2 0,-7 3 0,5-5 0,0 0 0,-1-5 0,-3-2 0,5-3 0,1 0 0,5 0 0</inkml:trace>
  <inkml:trace contextRef="#ctx0" brushRef="#br0" timeOffset="48">28618 18173 8912,'10'-7'0,"-3"3"0,-7-8 0,2 6 0,4-5 0,-4 7 0,13-2 0,-3 12 0,1-2 0,-2 7 0,3 1 0,-8 5 0,5 6 0,-5 0 0,5 2 0,-5-2 0,2-4 0,-5 4 0,3-4 0,-2-2 0,-2 0 0,-2 0 0,2-5 0,4-1 0,-5-7 0,7 4 0,-8-10 0,0-4 0,0-5 0,0-5 0,0-1 0,0-6 0,0 0 0,8 1 0,3 4 0,-1-5 0,1 0 0,1 6 0,5 6 0,0 1 0,0-1 0,2 5 0,4 4 0,-2 2 0,8 0 0,-6 2 0,6 4 0,-1-2 0,7 7 0,5-7 0,0 2 0,0-4 0,-5-2 0,-1 0 0,1 0 0,-9-6 0,-3 0 0,-5-7 0,-7 1 0,2-3 0,-7-2 0,0 0 0,-6-1 0,-2 3 0,-4 4 0,-3-3 0,-9 9 0,1-7 0,0 6 0,-2 1 0,-4 5 0,4 2 0,-4 3 0,4 5 0,2 7 0,-1 0 0,1 0 0,6 1 0,-1-1 0,8 0 0,-1 0 0,5-5 0,5-1 0,7-1 0,11 1 0,-2-3 0,7-8 0,7 0 0,7 0 0,0-2 0,0-4 0,4-3 0,-6-9 0,6-1 0,-6-4 0,0 4 0,-5-4 0,-8 10 0,-6 1 0,-6 1 0,-4 1 0,-7-5 0,2 13 0,-12-3 0,2 3 0,-7 2 0,-1 0 0,-5 0 0,0 0 0,0 0 0,0 7 0,-1 3 0,1-1 0,6 5 0,-1-9 0,8 3 0,-1-2 0,3-4 0,2 13 0,2-4 0,1 10 0,5 4 0,2 2 0,1 7 0,6 7 0,6 12 0,0-1 0,6 9 0,-6-4 0,7 0 0,-1-5 0,-2-8 0,0-6 0,-2-7 0,-3-14 0,-4-11 0,-1-12 0,-8-11 0,-3-12 0,-4-5 0,-2-6 0,0-6 0,0-4 0,0-2 0,0 1 0,0-1 0,0 1 0,-6-3 0,1-3 0,-7 5 0,6 1 0,1 7 0,5 11 0,0 5 0,0 5 0,2 11 0,3 7 0,5 5 0,7 5 0,0 5 0,1 7 0,-1-6 0,0 1 0,8-8 0,-6 11 0,6-5 0</inkml:trace>
  <inkml:trace contextRef="#ctx0" brushRef="#br0" timeOffset="49">30201 18036 8912,'0'-18'0,"-7"9"0,5-6 0,-6 13 0,8-4 0,0 12 0,2 3 0,4 8 0,-3-5 0,7-1 0,0 3 0,-1 1 0,3 2 0,5 0 0,0-1 0,0-5 0,0-5 0,1-4 0,-1-2 0,0-6 0,0 0 0,1-7 0,-1 1 0,0-3 0,0-2 0,0 0 0,1 0 0,-1 1 0,0 5 0,0-4 0,0 7 0,1-5 0,-1 3 0,0 2 0,0-5 0,0 11 0,-1-7 0,-5 3 0,-3 4 0,-10-6 0,-4 8 0,-3 2 0,-9 4 0,1-4 0,0 4 0,0 1 0,2 1 0,1-1 0,3 1 0,5 4 0,-6-7 0,9 9 0,-5-5 0,10 8 0,4-1 0,5-5 0,4-1 0,3-5 0,1-3 0,4 4 0,-4-4 0,4-2 0,2 0 0,-2 0 0,5 6 0,-5-1 0,-2-1 0,-2-2 0,-1-2 0,-1 0 0,0 0 0,0 0 0,0-6 0,1 1 0,-1-9 0,0 5 0</inkml:trace>
  <inkml:trace contextRef="#ctx0" brushRef="#br0" timeOffset="50">30958 17675 8912,'-7'-20'0,"-5"-2"0,5 10 0,-9-11 0,14 23 0,-3 0 0,3 10 0,2 5 0,0 10 0,0 3 0,0 5 0,0 1 0,7 1 0,5-1 0,-3 0 0,3 1 0,1-3 0,3-3 0,-5 2 0,1-9 0,-3 1 0,3-5 0,3-7 0,-4 1 0,-1-9 0,1 3 0,-5-4 0,6-2 0,-7-2 0,7-4 0,-6-1 0,3-7 0,-1 3 0,-4-2 0,3 3 0,-1-2 0,5 7 0,-5-7 0,8 8 0,-5-3 0,8 7 0,-5 2 0,-1 3 0,3 7 0,1 3 0,2 2 0,-5 1 0,-1-1 0,-7-8 0,11-1 0,-5-8 0,7 0 0</inkml:trace>
  <inkml:trace contextRef="#ctx0" brushRef="#br0" timeOffset="51">31268 17554 8912,'0'-17'0,"0"0"0,0 5 0,0 1 0,0 7 0,0-4 0,8 8 0,3 0 0,-1 10 0,1 7 0,-5 0 0,6 6 0,-1 4 0,6 0 0</inkml:trace>
  <inkml:trace contextRef="#ctx0" brushRef="#br0" timeOffset="52">30907 18018 8912,'17'-9'0,"10"-12"0,7 4 0,3-4 0,8 3 0,1-1 0,6-4 0,0 4 0,-1-4 0,1-3 0,-1-1 0</inkml:trace>
  <inkml:trace contextRef="#ctx0" brushRef="#br0" timeOffset="53">31716 17468 8912,'-8'-17'0,"4"7"0,-7 5 0,5 5 0,-6 5 0,7 7 0,-7 11 0,8 4 0,-1 7 0,3 0 0,2 1 0,0-1 0,0 1 0,0-7 0,0 1 0,2-6 0,3 5 0,-3-7 0,4 2 0,4-11 0,-1-5 0,1 1 0,-1-6 0,-3 4 0,4-12 0,7-2 0,0-3 0,0-4 0,0 5 0,1-7 0,-1 5 0,0 1 0,-5 7 0,-1-2 0,-7 3 0,2-3 0,3 4 0,-7-6 0,13 8 0,-3 0 0,-3 0 0,3 2 0,1 4 0,3-4 0,1 4 0,0 3 0,0 1 0,0 7 0,1 0 0,-1 0 0,-6 6 0,1 0 0,-1 0 0,-1 2 0,3-4 0,-7 8 0,0-8 0,-6 2 0,0-4 0,0-2 0,0 0 0,-8-7 0,-2-3 0</inkml:trace>
  <inkml:trace contextRef="#ctx0" brushRef="#br0" timeOffset="54">31698 17692 8912,'0'-17'0,"0"7"0,2-5 0,4 3 0,19 3 0,15-3 0,17-1 0,12-10 0,13 4 0,10-4 0,-2 4 0,-2 2 0,-17 5-447,-8 1 447,-23 7 0,-7-19 0,-16 4 0</inkml:trace>
  <inkml:trace contextRef="#ctx0" brushRef="#br0" timeOffset="55">30373 18844 8912,'0'17'0,"8"-8"0,2-1 0,7-8 0,0 0 0,0-2 0,0-4 0,1-5 0,-1-2 0,0-1 0,0 3 0,0-3 0,-5 1 0,-3 0 0,-1 1 0,-4-1 0,-2 3 0,-4-1 0,-4-3 0,-5 7 0,-12 1 0,4 4 0,-6 2 0,2 2 0,0 4 0,0-2 0,6 7 0,0 6 0,-1 6 0,9 2 0,3-2 0,4 4 0,2-1 0,4 5 0,7-8 0,3 6 0,14-7 0,7-4 0,5-7 0,6-7 0,-6 2 0,2-6 0,-4-6 0,1-5 0,-7-5 0,-5-1 0,-10 0 0,-5-6 0,-1 0 0,-7 0 0,2 6 0,-4 0 0,-4-1 0,-2 1 0,-2 0 0,0 0 0,-1 0 0,5 0 0,-4 7 0,12 4 0,-2 4 0,7 2 0,2 2 0,3 4 0,1 4 0,0 7 0,6 0 0,0 0 0,0 0 0,-6 0 0,6 1 0,0-1 0,0 0 0,-6 0 0,0 0 0,1-5 0,-1-1 0,-8-7 0,-1 2 0,-8-12 0,0-3 0,0-9 0,0-6 0,0-3 0</inkml:trace>
  <inkml:trace contextRef="#ctx0" brushRef="#br0" timeOffset="56">31010 18672 8912,'-8'9'0,"-1"7"0,-8-5 0,-1 4 0,1 3 0,0 1 0,0 4 0,0 5 0,-1 12 0,3-1 0,4 4 0,5 1 0,4 0 0,3-16 0</inkml:trace>
  <inkml:trace contextRef="#ctx0" brushRef="#br0" timeOffset="57">31320 18672 8912,'0'17'0,"-2"-2"0,-4-3 0,4 3 0,-5-4 0,-1 5 0,6 1 0,-4 0 0,6-5 0,6-1 0,-2-1 0,7 1 0,1 2 0,5-7 0,0-2 0,0-2 0,1-2 0,-1 0 0,0 0 0,0 0 0,2-8 0,4-3 0,-4-5 0,4-1 0,-9 0 0,-3 0 0,1 0 0,-3 0 0,7-1 0,-5 1 0,-3 0 0,-3 0 0,-1 5 0,2 1 0,-4 7 0,7-4 0,-3 8 0,2 2 0,3 4 0,-1 4 0,-4 7 0,-3 0 0,9 0 0,-8 0 0,1 1 0,-3-1 0,-2 0 0,0 0 0,0 0 0,0 0 0,-7 1 0,-5-1 0,-3-8 0,-2-3 0,0-4 0,-8-10 0,-2-1 0</inkml:trace>
  <inkml:trace contextRef="#ctx0" brushRef="#br0" timeOffset="58">31217 18517 8912,'-6'-17'0,"0"0"0,0-1 0,6 1 0,0 0 0,0 0 0,2 0 0,4-1 0,11 3 0,12 4 0,5 1 0,5 6 0,3-3 0,2-3 0,9-1 0,1-6 0,5-1 0</inkml:trace>
  <inkml:trace contextRef="#ctx0" brushRef="#br0" timeOffset="59">31819 18345 8912,'0'-17'0,"0"7"0,0 12 0,0 15 0,0 8 0,0 10 0,2-1 0,2 2 0,3 3 0,3 1 0,1 0 0,6-6 0,1 1 0,-1-1 0,0-7 0,0-4 0,-1-4 0,-5-2 0,4-8 0,-3-3 0,3-6 0,2-6 0,1-3 0,-1-8 0,2-6 0,4 0 0,-10-8 0,4 3 0,-3-3 0,3 2 0,-2-1 0,-3 7 0,1 0 0,-7 6 0,2 7 0,-3 5 0,-3 10 0,4 7 0,-2 11 0,1 5 0,-1 5 0,8 1 0,-1 1 0,6-1 0,1 0 0,-1 1 0,0-1 0,0 0 0,-5-7 0,-3-4 0,-1-4 0,-4-2 0,-2 1 0,-4-3 0,-4-4 0,-5-3 0,-12-8 0,-4-6 0,-8 1 0,-7-16 0,-2 1 0,-7-14 0</inkml:trace>
  <inkml:trace contextRef="#ctx0" brushRef="#br0" timeOffset="60">31767 18706 8912,'0'-17'0,"2"0"0,4 0 0,11-1 0,12 1 0,22-2 0,18-4 0,23 2 0,-36 7 0,3-1 0,1 1 0,0 0 0,3-3 0,0-1 0,4 1 0,0 0-428,4 0 1,0 0 0,1-1 0,1-1 427,2 0 0,-1-2 0,-4-3 0,-2-3 0,-4-4 0,0 1 0</inkml:trace>
  <inkml:trace contextRef="#ctx0" brushRef="#br0" timeOffset="61">17536 8528 8912,'-18'-8'0,"3"-3"0,2-3 0,5 3 0,6 5 0,14 6 0,16 4 0,7 4 0,5 1 0,4-3 0,9 3 0,5-1 0,5-4 0,4-2 0,2-2 0,-1 0 0,1 0 0,-2-2 0,-4-4 0,-13 2 0,-16-7 0,-14 5 0,-17-3 0,-6 1 0,-18 2 0,-20 6 0,-6 0 0,-22 0 0,-2 0 0,-9 0 0,1 0 0,9 0 0,-1 0 0,4 0 0,4 2 0,0 4 0,11-2 0,12 7 0,6-5 0,5 5 0,12 1 0,13 5 0,15 0 0,10-5 0,19-1 0,6-7 0,12 2 0,7-4 0,7-2 0,7-8 0,7-4 0,6-9-308,-1-1 0,-1-9 308,-9 2 0,-7 3 0,-11-3 0,-7 2 0,-18-1 0,-15 5 0,-27 9 0,-19 3 0,-17 7 0,-12-2 0,-9 14 0,-13 9 0,-11 2 0,-6 10 0,42-13 0,2 2 0,-39 22 0,8-1 0,5-3 0,19-2 0,9 1 0,16-3 0,12-3 0,9-4 0,14-8 0,11-6 0,14-1 0,5-3 0,4-3 0,14-4 0,-3-6 0,20-3 0,3-8 0,9-2 154,3-4 0,-8 2 0,-3-8 0,-6 0-154,-6 3 0,-8-5 0,-15 8 0,-15 0 0,-19 6 0,-20 7 0,-8 5 0,-24 5 0,-12 5 0,-9 11 0,-7 9 0,-5-1 0,1 1 0,-2 4 0,11-6 0,6 5 0,17-5 0,6 0 0,11-5 0,14-1 0,15 0 0,23-8 0,19-3 0,13-2 0,14 2 0,2-4 0,9 3 0,-7-3 0,3-2 0</inkml:trace>
  <inkml:trace contextRef="#ctx0" brushRef="#br0" timeOffset="62">17742 9955 8912,'-6'27'0,"-1"-5"0,-1-2 0,0-3 0,-3 0 0,5 0 0,2-7 0,10-5 0,11-3 0,12-4 0,4-1 0,1-3 0,8-7 0,4 1 0,6 3 0,5-3 0,-4 1 0,5-7 0,-10 3 0,-4 2 0,-4 3 0,-8 3 0,-5-7 0,-19 10 0,-8-7 0,-23 7 0,-17-2 0,-16 4 0,-7 2 0,-12 8 0,-5 4 0,-4 5 0,-2 6 0,13-2 0,4 7 0,12-5 0,0 6 0,13 0 0,9 5 0,11-2 0,12-3 0,14-4 0,15-8 0,10 0 0,5 0 0,10-7 0,4-4 0,4-4 0,2-2 0,5-8 0,0-3 0,3-7 0,-3-5 0,4 2 0,8-5 0,-2-1 0,-4 0 0,-11 6 0,-12-2 0,-13 4 0,-10 2 0,-11 2 0,-18 3 0,-17 5 0,-22 7 0,-16 9 0,-15 6 0,-6 8 0,-4 4 0,2 2 0,10 5 0,5 2 0,12 5 0,13-5 0,16 4 0,15-6 0,13-5 0,16-6 0,13-12 0,11 3 0,20-10 0,5-8 0,10-12 0,15-10 0,-36 7 0,1-2 0,1-1 0,0 0-158,-1-4 0,-1 0 0,1 3 0,0 0 158,37-23 0,-6-1 0,-17-11 0,-11 7 0,-12-5 0,-4 3 0,-1-3 0</inkml:trace>
  <inkml:trace contextRef="#ctx0" brushRef="#br0" timeOffset="63">17673 6293 8912,'-17'0'0,"0"-2"0,0-4 0,7 4 0,12-6 0,15 8 0,10 0 0,6 0 0,9 0 0,3 0 0,5 0 0,2 0 0,7 0 0,4 0 0,4 2 0,0 4 0,-4 4 0,-6-1 0,-5 7 0,-6-5 0,-17 4 0,-12 2 0,-21 1 0,-9-1 0,-22 2 0,-20 4 0,-16-4 0,-21 4 0,-3-4-231,43-10 0,0-1 0,-43 11 231,3 4 0,12-4 0,5 4 0,20-6 0,11-3 0,13-3 0,14 3 0,11-1 0,18-2 0,9 3 0,19-8 0,13-1 0,16-5 0,8 0 0,13-2 0,5-3 0,-44 0 0,1-2 0,3-3 0,-1-1-158,1 0 0,-1-1 0,-2 0 1,0-1 157,0 2 0,-1 0 0,35-9 0,-17-3 0,-23 4 161,-18 2 1,-16 6 0,-16 1 0,-17 3-162,-17 3 0,-20-4 0,-10 2 0,-11 1 0,-13 5 0,-3 7-184,43-1 0,1 0 0,-1-1 1,0-1 183,0 1 0,1 2 0,-39 10 0,8 6 0,9 0 0,12 2 0,19-6 0,8 4 0,18-4 312,5-2 1,17 0-313,11 0 0,10 1 0,13-1 0,6-2 0,3-4 0,11-3 0,3-8 0,11 0 0,7 0 0,-5-2 249,-1-4 1,-5-5-250,-1-12 0,-10 4 0,-7-6 0,-12 2 0,-9 0 0,-14-5 0,-11 5 0,-6 0 0,-6 6 0,-11-1 0,-12 1 0,-11 8 0,-6 3 0,-6 4 0,-5 2 0,4 8 0,-5 3 0,5 6 144,1 6 0,2 2-144,4 4 0,6 3 0,12-3 0,10 3 0,13 3 0,9-7 0,13-1 0,19 0 0,16 0 0,17-6 0,11 2 0,4-4-573,2-2 573,-15 0 0,5 2 0,-18 4 0,-5 4 0</inkml:trace>
  <inkml:trace contextRef="#ctx0" brushRef="#br0" timeOffset="64">17553 8700 8912,'27'0'0,"7"-8"0,0-3 0,3-5 0,11-3 0,5-2 0,8-2 0,14 0 0,3 6 0</inkml:trace>
  <inkml:trace contextRef="#ctx0" brushRef="#br0" timeOffset="65">17656 10677 8912,'0'0'0</inkml:trace>
  <inkml:trace contextRef="#ctx0" brushRef="#br0" timeOffset="66">17570 10660 8912,'-10'-2'0,"5"-4"0,3 4 0,2-5 0,0 7 0,0 0 0,0 7 0,0-5 0,0 6 0,-8-8 0,6 0 0,-5 0 0,7 0 0,0 0 0,0 7 0,0-5 0,0 6 0,0-8 0,0 0 0,-8 0 0,6 0 0,-6 0 0,8 0 0,0 0 0,-7 0 0,-3 0 0,1 0 0,-7 0 0,14 0 0,-11-2 0,7-4 0,1 4 0,12-7 0,5 3 0,9-2 0,2-3 0,2-4 0,-3 3 0,0 5 0,6-1 0,1 2 0,-2 1 0,-1 1 0,-3 9 0,-4 5 0,4 7 0,-5 8 0,-7 4 0,3 9 0,-9 2 0,-1 0 0,-2 2 0,-2 2 0,0 8 0,-6-8 0,1-4 0,-7 2 0,6-2 0,-5-2 0,5-9 0,-5-4 0,5-8 0,-6 0 0,5-2 0,-3-3 0,-1-12 0,-6-10 0,-1-7 0</inkml:trace>
  <inkml:trace contextRef="#ctx0" brushRef="#br0" timeOffset="67">17553 10969 8912,'-12'0'0,"1"0"0,7 0 0,-4-2 0,8-3 0,0 1 0,0-8 0,14 1 0,3-6 0,12-1 0,-1-1 0,7-2 0,5-2 0,-2 0 0,8 6 0,-8 0 0,2 0 0,-3 0 0,-3 0 0</inkml:trace>
  <inkml:trace contextRef="#ctx0" brushRef="#br0" timeOffset="68">18086 10832 8912,'-11'11'0,"-1"1"0,1-1 0,-4 6 0,3 0 0,-1 1 0,7-1 0,0-6 0,6 1 0,0-1 0,2 6 0,4 1 0,3-9 0,9-3 0,1-4 0,4-2 0,-4-2 0,4-4 0,-6-3 0,-5-9 0,1 7 0,-7-1 0,1 1 0,-3-6 0,2 0 0,-2-1 0,-4 1 0,-6 0 0,2 6 0,-7-1 0,5 3 0,-6-3 0,9 3 0,-3 3 0,4 4 0,2-8 0,0 5 0,8-5 0,1-7 0</inkml:trace>
  <inkml:trace contextRef="#ctx0" brushRef="#br0" timeOffset="69">18448 10797 8912,'-6'17'0,"0"1"0,-5-1 0,3 0 0,0 0 0,1 0 0,-5 1 0,7-1 0,-1 0 0,6 0 0,2-7 0,4-4 0,5-6 0,4-6 0,2-4 0,1-7 0,-3-8 0,-4-3 0,-1 1 0,-4-2 0,-4-1 0,3-11 0,-10 5 0,-7-4 0,-3 4 0,-2 1 0,-2 1 0,-4 0 0,2-1 0,-8 1 0,8-8 0,-19-10 0,3-9 0</inkml:trace>
  <inkml:trace contextRef="#ctx0" brushRef="#br0" timeOffset="70">17123 8751 8912,'11'12'0,"1"-1"0,-9-7 0,5 13 0,-8 0 0,0 10 0,0 6 0,0 9 0,0 4 0,2 3 0,4 3 0,-2-1 0,7-1 0,2-2 0,3-2 0,1-10 0,0-2 0,0-11 0,1-9 0,6-7 0,3-7 0</inkml:trace>
  <inkml:trace contextRef="#ctx0" brushRef="#br0" timeOffset="71">17553 9095 8912,'-8'10'0,"-1"3"0,-9-7 0,7 7 0,-1-1 0,9-3 0,-5 3 0,2 1 0,1 2 0,-1 3 0,6-1 0,2 0 0,3 0 0,5-5 0,7-1 0,-5-7 0,1 2 0,4-5 0,4-1 0,2 0 0,-6 0 0,1-9 0,-1-8 0,0 0 0,0-6 0,-5-2 0,-1 2 0,-7-6 0,2 6 0,-6 2 0,-6 2 0,2 2 0,-7 0 0,-1 7 0,-5 5 0,0 3 0,0 2 0,-1 0 0,3 7 0,4 5 0,5 3 0,4 2 0,2 0 0,0 1 0,15-1 0,4 0 0</inkml:trace>
  <inkml:trace contextRef="#ctx0" brushRef="#br0" timeOffset="72">18155 9009 8912,'-23'2'0,"0"2"0,0 4 0,-2 1 0,6-1 0,-4 9 0,4-2 0,2 14 0,8 0 0,3 7 0,4 2 0,2 2 0,4 0 0,7-5 0,3-9 0,14-3 0,3-5 0,9-7 0,-4-3 0,4-8 0,-3-2 0,-3-4 0,-5-9 0,-2-10 0,-2-2 0,-4-3 0,-10-3 0,-5-1 0,-4-1 0,-2 1 0,-8 1 0,-3 5 0,-7-1 0,-5 12 0,-1-4 0,-5 9 0,-4 5 0,7 1 0,-1 6 0,4 6 0,4-2 0,2 7 0,7-7 0,2 11 0,8-5 0</inkml:trace>
  <inkml:trace contextRef="#ctx0" brushRef="#br0" timeOffset="73">18517 9078 8912,'-12'11'0,"1"1"0,5-1 0,-6 7 0,9-1 0,-3 0 0,4 6 0,2 0 0,2 5 0,4-5 0,5-2 0,4-2 0,10-9 0,4-4 0,-2-4 0,1-2 0,-7-2 0,2-4 0,-6-4 0,-5-7 0,-4-8 0,-8-1 0,-4-3 0,-8 0 0,-1 1 0,-16-7 0,1 7 0,-7-1 0,3 2 0,3-1 0,-4-5 0,-1-1 0,-10-10 0</inkml:trace>
  <inkml:trace contextRef="#ctx0" brushRef="#br0" timeOffset="74">17174 6619 8912,'10'42'0,"-4"-7"0,-5-10 0,-2-4 0,-5 0 0,-6 3 0,-1 3 0,1 4 0,-1-1 0,5 3 0,1-3 0,-1 1 0,2 5 0,6-7 0,0 3 0,0 3 0,0-1 0,0-1 0,0-5 0,0-5 0,2-4 0,2 0 0,4 1 0,1-3 0,3 2 0,5-13 0,-7-1 0,13-12 0,-4-3 0</inkml:trace>
  <inkml:trace contextRef="#ctx0" brushRef="#br0" timeOffset="75">17570 7152 8912,'-17'0'0,"5"-7"0,1-5 0,-1 3 0,-5-3 0,6 8 0,-1-1 0,-1 3 0,-2 2 0,-3 2 0,1 3 0,0 5 0,0 7 0,5 2 0,1 4 0,7-4 0,-2 4 0,4 2 0,2-2 0,6 0 0,2-6 0,3 0 0,8 0 0,0 1 0,10-1 0,-6 0 0,6 0 0,-8 0 0,2 1 0,-4-7 0,-2 1 0,-5-3 0,-1 3 0,-5 3 0,3-4 0,-1 5 0,-2 1 0,-14 0 0,-3 0 0,-7-2 0,-5-3 0,4 1 0,-4-7 0,-3-8 0,-1-7 0</inkml:trace>
  <inkml:trace contextRef="#ctx0" brushRef="#br0" timeOffset="76">17484 7221 8912,'0'-17'0,"6"0"0,-1 0 0,11-1 0,1 1 0,2 0 0,10 0 0,-6 1 0,5 5 0,7-2 0,5 7 0,-2 2 0,-1 2 0,5 2 0,-6-7 0,6-3 0</inkml:trace>
  <inkml:trace contextRef="#ctx0" brushRef="#br0" timeOffset="77">17966 7221 8912,'-14'17'0,"-3"1"0,4-1 0,-10 0 0,10 0 0,1 0 0,1 0 0,-7 1 0,7-1 0,-1 0 0,9 0 0,-3 0 0,6-1 0,6-5 0,3-3 0,8-8 0,1 0 0,-1 0 0,6-2 0,0-4 0,7-3 0,-1-9 0,-4 1 0,-2 0 0,-4-2 0,-2-4 0,-2 2 0,-3-6 0,-6 2 0,-4 4 0,-2-3 0,0 1 0,-8 0 0,-4 6 0,-3 5 0,-2 1 0,-2 7 0,-4-2 0,4 4 0,-4 4 0,4 4 0,9 3 0,4 9 0,4-1 0,10 0 0,2 0 0</inkml:trace>
  <inkml:trace contextRef="#ctx0" brushRef="#br0" timeOffset="78">18448 7187 8912,'-18'0'0,"7"-2"0,0-4 0,-1 4 0,-5-5 0,0 8 0,-1 5 0,9 4 0,3 7 0,4 6 0,2 0 0,2 7 0,4-1 0,3-4 0,9-2 0,5 0 0,0-4 0,-1-6 0,3-3 0,-6-5 0,4-5 0,-3 0 0,-3 0 0,-2-13 0,-3-4 0,-5-10 0,-7 4 0,-2-7 0,-3 3 0,-7-2 0,-3 1 0,-2 8 0,-1 3 0,-5 2 0,0 9 0,-7 2 0,1 10 0,4 11 0,2 12 0,-3 11 0,-1 4 0</inkml:trace>
  <inkml:trace contextRef="#ctx0" brushRef="#br0" timeOffset="79">9121 6361 8912,'11'-17'0,"-1"0"0,-1 0 0,-1 0 0,1-1 0,1 1 0,-6 8 0,5 1 0,-3 8 0,4 0 0,7 0 0,0 0 0,0 0 0,-5 0 0,-1 0 0,-7 2 0,2 4 0,-4-2 0,-2 7 0,-6-5 0,0 5 0,-7 3 0,3 7 0,-1 3 0,-1 3 0,7 2 0,-7 5 0,6 6 0,-5 0 0,-1 16 0,-5 1 0,2 18 0,3 11 0,-3 7-40,9-42 0,1 1 1,-3 1-1,0-1 1,0 3-1,1-1 0,1 3 1,1-1 39,2 0 0,0 1 0,-1 1 0,0 0-185,2-3 0,-2-1 0,-1 2 0,-1-1 185,3 0 0,0-1 0,-8 38 0,5-1 0,-5-1 0,5 2 0,-6 3 0,10-46 0,-1 0 0,-9 35 0,6 7 0,1-6 0,5-1 0,0 0-168,0 2 1,0-12 167,0 6 0,0 1 0,0-1 0,0 12-223,0 5 1,-3-46 0,0 1 222,0 2 0,0 1 0,-2 1 0,-1 1 0,3 2 0,0 2 0,-3 3 0,-1 0 0,2 2 0,0 0 0,-1 1 0,1 0 0,-1-1 0,0-1 0,1 0 0,1-2 0,-2-2 0,0-1 0,-1-4 0,1 0 0,2-1 0,2-1 0,-4 42 0,6-10 0,0-6-14,0-5 1,0-3 13,0 8 0,0-13 0,0 2 0,0-2 0,0 0 0,0 3 0,0 5 0,0-4 0,0 3 0,0 3 0,0-3 0,0 2 0,0-1 0,0-10 0,0 4 0,0-4 0,0 3 0,2 1 295,4 0 0,-4-8-295,4-4 0,-3-5 165,3-6 0,-4-2-165,4-4 0,-2-2 370,1 8 1,-3-6-371,4 6 0,-4-6 0,-2 6 0,2 2 173,4 1 1,-5 1-174,5-4 0,-4 3 39,-2-3 0,0-4-39,0-2 0,6-3 0,0-3 0,-1 6 0,-5 0 0,0 1 0,0-7 0,0 2 0,0 4 0,0 2 0,0 4 0,0 2 0,0-8 0,0 6 0,0-6 0,0 6 0,0-6 0,0 0 0,0-5 0,0-3 0,-2-1 0,-1-3 0,-3 3 0,-2-6 0,2-2 0,3-4 0,-9-2 0,6 4 0,-5-4 0,5 4 0,-5-9 0,-1 3 0,-5 2 0,0 0 0,0 0 0,-8 1 0,-2-1 0,-2 0 0,1 0 0,-3 0 0,-9 1 0,2-1 0,-8 0 0,-6 2 0,-5 4 0,-8-4 0,2 4 0,3 2 0,1-2 0,2 0 0,-1 1 0,-7-4 0,2 3 0,-4 1-161,-1-1 1,-7 0 160,0-6 0,-3 1 0,9-1 0,2 0 0,12 0 0,-4 0 0,-3 1 0,-3-7 0,-9 0 0,1-1 0,-7 1 0,-1 3 0,-5-8 0,2 5 0,4-5 0,-4 0 0,2-6 0,-8 0 0,-8 0 0,46 2 0,-1 1 0,1 0 0,1 0 0,-2 0 0,1 0 0,-40-3 0,-2 0 0,2 0 0,42 0 0,-1 0-143,-3-1 0,-1 2 0,1 1 0,1 1 143,4 0 0,1 0 0,-2 1 0,0 0 0,-44 0 0,1 3 0,-1 3 0,42-8 0,-1 0 0,1 0 0,1 1 0,0 1 0,0 0 0,2-1 0,1 0 0,-48 8 0,47-8 0,1 0 0,-1 0 0,0 0 0,-48-3 0,1 0 0,44 0 0,1 0 0,-47 0 0,18-2 0,13-2 0,10-2 0,5 0 0,0 6 0,14 0 0,4 0 0,11 0 0,0 0 0,2 0 75,-2 0 1,4-5 0,-4-3-1,4 0-75,1 1 0,-1-7 295,-4 3 1,2-6-296,-7-6 0,1-4 0,-2-7 0,-5-8 0,-1-4 0,7-13 0,-7-10 0,5-17-86,12 36 1,1-3-1,-1-7 1,0-3 0,-1-5-1,0-3 1,-2-5 0,2-1 85,-1-3 0,1-2 0,1-5 0,0-2-321,6 25 0,0-1 0,2-1 1,0-1-1,1-2 0,1 1 321,-1-1 0,2 0 0,0 0 0,2 4 0,1-1 0,1 1 0,0-33 0,1 1 0,0 4 0,2 1-97,-1 3 1,2 0 0,2-2 0,3 0 0,2-2 0,1-1 0,4 2 0,1 1 96,2 2 0,1 0 0,0 2 0,2 0 0,1 1 0,0 0 0,2-1 0,0-1-310,4-4 0,0 0 1,0 4-1,-1-1 310,-7 26 0,-1-1 0,0 1 0,9-27 0,2 1 0,0-2 0,3 0 0,2 0 0,3 1 0,-11 29 0,1 0 0,1 1 0,15-24 0,0 0 0,1 1 0,0 0 0,0 4 0,0 1 0,0 3 0,0 1 0,-2 5 0,-1 1-68,0 4 0,0 2 0,-4 4 0,1 1 68,-1 2 0,2 1 0,4 4 0,0 1 0,1-1 0,0 3 0,2 4 0,0 1 0,-2 1 0,-2 0 0,0 4 0,-1 0 323,-3 3 1,0 1 0,36-32-324,-36 31 0,1-1 0,5-3 0,3 0 0,8-3 0,1 2 0,-2 3 0,1 1 0,6 0 0,1 1 0,-6 4 0,1 1 0,2-2 0,0 1 0,5-1 0,1 1 0,6-1 0,1 1 0,0-2 0,0-1-74,6-4 0,1-1 0,-6 3 1,-1-1 73,0-1 0,1 0 0,1 4 0,0 3 0,-1 0 0,-1 3 0,-7 4 0,-2 2 213,-6 3 0,-3 1 0,-4 3 0,-2 1 0,35-2 0,-2 4-213,3 5 0,-7 4 0,-1 2 0,-5 6 0,-1 0 0,-8 7 0,-3-2 0,-7 10 460,-5 2 1,-4 16-461,-7 1 0,-8 0 0,5 11 0,-7 1 0,-4 9 0,-6 6 0</inkml:trace>
  <inkml:trace contextRef="#ctx0" brushRef="#br0" timeOffset="80">14318 7049 8912,'11'-17'0,"1"-2"0,1-2 0,0-2 0,3 0 0,-1 0 0,4 0 0,-4 0 0,-3 6 0,-1 0 0,-1 0 0,3 5 0,-7 1 0,-2-3 0,-12 5 0,-11-1 0,-13 3 0,-12 3 0,-16 4 0,-10 7 0,-17 9 0,38-7 0,-3 3 0,-8 3 0,-2 2 0,-9 0 0,-2 1 0,-4-1 0,-2 2 0,-9 3 0,-2 2 0,-3-1 0,-2 0-317,29-9 1,0 1-1,0 0 1,2 0-1,1 2 1,0-2 316,-32 6 0,1-2 0,7 2 0,2-1 0,10-3 0,1 0 0,0-3 0,2 1 0,6-1 0,0 0 0,5 1 0,2 1-126,6-1 0,3 2 0,3 1 1,2 1 125,-41 21 0,41-19 0,0 2 0,-4 2 0,1 1 0,-1 0 0,0 0 0,-5-1 0,-1 1 0,2 3 0,1 0 0,1-1 0,1 1 0,-1 0 0,0-1 0,-1 2 0,1 0 0,5-4 0,0-1 0,-3 1 0,1 0 0,4-1 0,2 1 0,-33 20 0,8 4-124,15 1 1,8 9 123,4 3 0,4 5 0,2 7 0,-3 3 0,-1 8 0,-2 2 0,20-43 0,2 2 0,-2 5 0,1 3 0,-1 7 0,0 2 0,-2 5 0,-2 3-318,-4 10 1,-1 2 0,2 1 0,0 0 317,8-22 0,0 0 0,0 1 0,-7 28 0,0 1 0,11-29 0,-1 2 0,2-1 0,-1-1 0,1 1 0,0-1 0,-3 30 0,2-1 0,0-3 0,1-2 0,2-8 0,1-2 0,2-7 0,-1-2 136,2-3 1,-1-1 0,0 2 0,1 0-137,-1 5 0,1-1 0,-1-6 0,0-2 0,1 3 0,-1 0 0,0-2 0,-1 0 0,0 5 0,-1 0 0,-1 0 0,-1 1 0,0 2 0,-1-1 0,3-6 0,-1-2 0,-2 3 0,0 0 0,2-1 0,1 0 0,-3 7 0,-1-1 0,2-3 0,-1 0 0,0 4 0,0-1 0,1-6 0,1-2 0,2 3 0,3 0 0,1-3 0,2-2-33,1 0 0,0-1 1,2-1-1,0 0 33,1-1 0,0-1 0,0-1 0,0-1 0,0-5 0,0 1 0,0-1 0,0-1-65,0 49 0,8-7 65,-3-42 0,2 0 0,8 31 0,2-6 0,0-3 589,0-8 0,-1 4-589,-5 2 0,3-2 0,-9-4 0,7-4 0,-5-8 0,1 3 506,0 3 0,5-9-506,-1 4 0,11-10 373,5 3 0,1-3-373,5 10 0,-1-4 0,13 9 0,2-5 0,9-6 0,12 1 0,11-7 0,6-1 0,-40-21 0,0 0 0,40 11 27,0-1 0,-2-7-27,-9 2 0,-1-4 0,-5-2 0,15-1 0,8-5 0,-40-6 0,1-2 0,2-3 0,-1 0 0,1 0 0,-1 0 0,-3 0 0,1 0 0,8-4 0,1-2 0,5-1 0,2-3 0,6-3 0,1-3 0,4-2 0,1-2 0,-2-1 0,0-4-314,0-2 0,-1-3 1,-1 1-1,-1-1 314,6-1 0,-1-1 0,-3-1 0,-1 1 0,-4 3 0,-1 1 0,1-1 0,-2 0 0,-7 3 0,0 1 0,2 2 0,0 0-28,-4 0 0,-2 0 1,0 1-1,-3 0 0,-7-1 1,-2 0-1,41-19 28,-6 0 0,4-4 0,-40 18 0,0-1 0,3-1 0,-1-1-121,-1-3 0,-2-1 0,-3 1 0,-2-1 121,29-33 0,-2-3 0,-10-4 0,-22 37 0,-1 0 0,-1-3 0,-1 0 0,1 1 0,-1 0 0,2-1 0,-1-1 0,1-3 0,-1-1 0,2-2 0,-1-2 0,-1-4 0,-1-2 0,-3 1 0,-1 1 0,2-4 0,-2 1 0,-5 6 0,0-1 0,1-5 0,1-1 0,1-3 0,0-2 0,0-3 0,0-2 0,0 0 0,-1-1 0,0-3 0,0 0-184,-2 4 0,0-1 0,2-4 1,-1-1 183,0-6 0,-2-1 0,2 1 0,0 0 0,-1 0 0,0-1 0,1 3 0,0 0 0,-3 5 0,0 1 0,0-4 0,0 1 0,0-1 0,0 1 0,0-3 0,-2-1 0,-1-1 0,-1 0 0,0-1 0,0 1 0,1 3 0,-2-1 0,-1-2 0,-3-2 0,0 0 0,-1-2 0,-2-5 0,-1-2 0,0 1 0,-2 1 0,-1 1 0,-1 0 0,0-1 0,0 0 0,2-3 0,-1-1 0,-2-4 0,0-1 0,1 30 0,0-1 0,0 0-54,-2 2 0,0 0 0,-1 0 0,1-2 0,0 0 1,-2 1 53,-2-30 0,-2 1 0,2 32 0,-1-1 0,-1 0 0,-1 1 0,-1 0 0,0 0 0,-7-27 0,-1 1-170,-2 4 1,-3 2 0,-1 7 0,-3 5 169,-5 14 0,-2 4 0,-1-1 0,-3 3 0,-5 3 0,-4 4 0,-5 3 0,-3 4-47,-7 5 1,-1 3 0,3 4 0,-1 4 46,-1 8 0,1 2 0,8 0 0,1 3 331,-38-2 1,0 5-332,5 7 0,3 7 0,-2 5 0,-1 5 0,-5 6 0,8 4 0,3 9 0,5 4 0,1 6 0,29-17 0,0 1 0,-6 4 0,0 1 0,1 3 0,0 2 169,-6 6 0,-1 0 0,-1-3 0,0 0-169,-1 0 0,-1 0 0,2 2 0,-1 0 0,0-5 0,-1 0 0,-3 0 0,0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5.046"/>
    </inkml:context>
    <inkml:brush xml:id="br0">
      <inkml:brushProperty name="width" value="0.05292" units="cm"/>
      <inkml:brushProperty name="height" value="0.05292" units="cm"/>
      <inkml:brushProperty name="color" value="#3165BB"/>
    </inkml:brush>
  </inkml:definitions>
  <inkml:trace contextRef="#ctx0" brushRef="#br0">27964 12878 8912,'-11'2'0,"-1"1"0,1 1 0,1-6 0,-5-5 0,3-11 0,-1 1 0,1 0 0,-3 0 0,6 0 0,-1 0 0,-3 5 0,7 1 0,-7-1 0,1-5 0,-3 0 0,-2 5 0,-1 1 0,-6 1 0,-5-1 0,-4 3 0,-3 8 0,-4 0 0,-6 0 0,-4 0 0,-1 0 0,-3 2 0,-3 4 0,3 1 0,-3 5 0,-2 3 0,1-3 0,1 3 0,-2 2 0,5-5 0,-3-1 0,-3 1 0,3 5 0,0-6 0,5 1 0,6-3 0,0 3 0,0 1 0,-5-7 0,5 7 0,0-1 0,0-3 0,-6 3 0,3-7 0,3 7 0,-2-6 0,8 5 0,0-1 0,5 1 0,1 2 0,-1-7 0,7 6 0,-1-7 0,8 7 0,-2-5 0,4 3 0,2 3 0,0-3 0,-1 1 0,1-5 0,0 6 0,0-1 0,0 6 0,5 2 0,1 4 0,-1-4 0,-5 4 0,0 2 0,0-2 0,5 6 0,1-6 0,5 5 0,-6-5 0,3 8 0,-3-3 0,3-1 0,5 2 0,-4 1 0,-1 3 0,3-5 0,-5 1 0,7-6 0,-2 6 0,2-6 0,0 3 0,-1-1 0,1-4 0,2-2 0,2-1 0,0-1 0,0 0 0,0 0 0,0 0 0,0 0 0,0 1 0,0-7 0,0 1 0,2-1 0,3 6 0,-3-5 0,6-1 0,-2 3 0,0 1 0,1-4 0,-1 1 0,-2-3 0,5 5 0,1-3 0,-1 3 0,3-5 0,5 3 0,0-3 0,1 3 0,-1 1 0,0-7 0,0 5 0,0-5 0,2 5 0,4-5 0,-2 5 0,8-5 0,-6 6 0,6-7 0,-1 1 0,7-6 0,-1 2 0,1 4 0,5-4 0,0 3 0,8-3 0,-2-2 0,3 0 0,3 0 0,-6 0 0,0 0 0,-8-2 0,2-3 0,-2 3 0,3-4 0,-7 4 0,0 2 0,1 0 0,-6 0 0,3 0 0,2 0 0,3 0 0,3 0 0,-2 0 0,8 0 0,0 0 0,6 0 0,-3 0 0,-3 0 0,4 0 0,-6 0 0,2 0 0,0 0 0,-8 0 0,2 0 0,-4 0 0,-1 0 0,5 0 0,0 0 0,6 0 0,-6 0 0,2 0 0,-2 0 0,1 0 0,10 0 0,-11 0 0,6 0 0,-2 6 0,-4 0 0,6-1 0,-6-5 0,1 0 0,-7 0 0,0 0 0,1 0 0,-1 2 0,1 4 0,-7-4 0,1 4 0,2-4 0,1-2 0,2 1 0,1 5 0,-6-4 0,-1 4 0,1-4 0,5-2 0,-1 2 0,-4 3 0,1-3 0,-7 4 0,6-2 0,-6 2 0,11-3 0,-5 9 0,7-8 0,-7 1 0,3 3 0,5-2 0,1-2 0,2-2 0,6-1 0,-6 5 0,8-4 0,-2 4 0,3-4 0,3-2 0,-2 0 0,-4 0 0,2 0 0,-8 0 0,-2 0 0,-2 0 0,-1 0 0,-1 0 0,-1-6 0,-5 0 0,11 1 0,-5 5 0,4-2 0,-3-4 0,7 4 0,4-4 0,3-1 0,3 1 0,0-6 0,-1 7 0,1-9 0,-1 3 0,1 1 0,0-1 0,-3-1 0,-3-5 0,4 2 0,-4 3 0,4-3 0,1 4 0,-7-3 0,-4 3 0,2-4 0,-1 3 0,-3-1 0,-2 1 0,-7-3 0,-1 4 0,-6 1 0,2-2 0,-1 1 0,0 1 0,0-5 0,-6 4 0,6-5 0,0-1 0,2 0 0,-2 0 0,-2 0 0,8-1 0,-6 1 0,5 0 0,-5-6 0,6 0 0,-8-5 0,2 5 0,-10-6 0,-1 6 0,-3-7 0,3 1 0,-6-4 0,-4-1 0,-2-6 0,0 0 0,0-2 0,0 2 0,-8 1 0,-4-6 0,-3 4 0,-2-4 0,-2 6 0,-2-1 0,-4 4 0,-2 2 0,-2-3 0,-5-3 0,0 10 0,-1-5 0,-5 5 0,0-5 0,-10 1 0,-1 0 0,-1-1 0,-5 1 0,-5 5 0,-1 0 0,-4 6-127,-1-5 1,-1 7 126,0-2 0,0 4 0,0 2 0,-2-1 0,-3 1 0,-4 6 0,-9-1 0,1 7 0,0-5 0,-2 2 0,-3 5 0,14 1 0,-1 2 0,3 0 0,4 0 0,-9 0 0,-6 0 0,0 0 0,-6 0 0,6 2 0,6 3 0,2-1 0,3 8 0,10-7 0,-4 7 0,10-8 0,-4 1 0,7-1 0,-1 2 0,11-4 0,8 4 0,5-5 0,5-1 0,5 6 0,-6 0 0,8 7 0,-2-1 0,-4 11 0,-1 5 0,-13 9 0,-4 8 0,-7 3 0,-5 15 0,-7 2 0,-8 0 0,34-28 0,1 1 0,0 3 0,0 0 0</inkml:trace>
  <inkml:trace contextRef="#ctx0" brushRef="#br0" timeOffset="1">32077 13789 8912,'-12'6'0,"1"-1"0,-2-1 0,3-2 0,-1-2 0,7 0 0,-4-2 0,8-4 0,0 3 0,0-9 0,0 6 0,0-5 0,0 7 0,0-5 0,0 3 0,0 2 0,0-7 0,0 7 0,0-12 0,0 13 0,0-9 0,0 8 0,0-11 0,0 11 0,0-7 0,-2 7 0,-4-2 0,-3 2 0,-1-1 0,-5 3 0,4-4 0,-5 4 0,-1 2 0,-2 0 0,-4 0 0,4 0 0,-4 0 0,4 0 0,2 0 0,-6 0 0,0 0 0,2 2 0,2 4 0,-4-2 0,0 7 0,-6-5 0,6 5 0,-6-5 0,6 5 0,-5-5 0,5 6 0,-6-7 0,6 7 0,0-8 0,6 1 0,0 3 0,0 0 0,-1-1 0,1 1 0,0 5 0,0-1 0,0-3 0,-1 3 0,-5-6 0,0 5 0,1-1 0,4 1 0,-5 4 0,0-3 0,2 1 0,2-1 0,-4 3 0,0-4 0,0 5 0,6 1 0,0 0 0,0 0 0,0 0 0,-1 1 0,7-7 0,-1 1 0,-1 1 0,-2 2 0,3 2 0,1 1 0,1-1 0,-1 0 0,-4 0 0,3 0 0,-3 2 0,-2 4 0,5-4 0,1 4 0,-3-3 0,-1-3 0,-4 0 0,-4 0 0,6 0 0,-1 0 0,1-1 0,6-5 0,1 4 0,-1-3 0,7-2 0,-4 1 0,1 2 0,5-3 0,-4 1 0,4 1 0,2 5 0,0-6 0,0 1 0,0-1 0,0 7 0,0 1 0,0 4 0,8-4 0,3 4 0,10-2 0,2 2 0,8-4 0,-3 4 0,5-6 0,1-6 0,6 3 0,1-9 0,-1 7 0,-6-6 0,1-1 0,-1-5 0,0-2 0,1-1 0,-3-5 0,-3-2 0,2 5 0,-8-7 0,0 6 0,-6-5 0,-8 7 0,-1-3 0,-8 7 0,-8 1 0,-7 5 0,-12 6 0,-9 11 0,-16 11 0,1 10 0</inkml:trace>
  <inkml:trace contextRef="#ctx0" brushRef="#br0" timeOffset="2">23593 15027 8912,'15'-8'0,"-1"-3"0,-5-5 0,-1-1 0,-4 0 0,-2 6 0,-2-1 0,0-1 0,0 3 0,0-1 0,0 7 0,0 4 0,0 11 0,0 12 0,0 4 0,0 4 0,0 3 0,0-2 0,0 14 0,-8 2 0,-3 9 0,-1 6 0,-3 12 0,-4 3 0,0 1 0,-8 3 0,-2-8 0,2 1 0,-1-7 0,-1-8 0,-5-9 0,1-7 0,2-11 0,5-3 0,1-1 0,-4-10 0,6-2 0,-5 0 0,5-5 0,-8 1 0,2-1 0,3 1 0,-3-7 0,0 7 0,-5-1 0,-3 3 0,-3 2 0,2-5 0,-8-1 0,6 2 0,-6 10 0,-4-4 0,-1 4 0,-5-4 0,10-1 0,-3-1 0,-3 0 0,-5 0 0,-1 0 0,1 1 0,-2-1 0,5-2 0,-3-3 0,-10-5 0,-2-7 0,-5 0 0,-1 0 0,-9 0 0,-10-2 0,2-3 0,4-7 0,6-3 0,13 0 0,1 3 0,-1-3 0,-6 7 0,-1-3 0,-3 5 0,5 4 0,-5 2 0,3 0 0,3 0 0,2 0 0,3 0-190,-1 0 0,-10 8 190,-7 3 0,-6-3 0,44-4 0,-1-1 0,-43 3 0,4 0 0,6 0 0,-4-6 0,4 0 0,-10 0 0,4 0 0,2 0 0,2 0 0,2 0 0,5 0-71,6 0 0,4 0 71,10 0 0,4-6 0,-5 0 0,-7-7 0,2 1 0,0-3 0,11-2 0,3-6 0,3-2 0,6-2 0,3-3 0,11-10 0,3-6 0,3-6 0,3-5 0,2 2 0,3-8 0,3 9 0,5 1 0,-2 5 0,3 0 0,1 0 0,2 2 0,0-1 187,0 7 1,0 5-188,0 6 0,0 3 49,0-3 0,0 4 0,0 8-49,0 0 0,0 0 0,0 7 0,13 2 0,4 8 0,18 2 0,-1 4 0,4-4 0,4-2 0,2-10 0</inkml:trace>
  <inkml:trace contextRef="#ctx0" brushRef="#br0" timeOffset="3">6797 3387 8912,'-7'-17'0,"-3"0"0,-1-1 0,1 1 0,3 0 0,-7 0 0,5 0 0,-3 1 0,1 5 0,7-4 0,-4 13 0,8 4 0,0 15 0,2 12 0,4 9 0,3 11 0,9 11 0,-1 1 0,0 4 0,0 2 0,0 1 0,-1 1 0,-5 0 0,3 0 0,-7-1 0,1 1 0,0 0 0,-3-14 0,-7-7 0,-1-10 0,-3-11 0,-8-8 0,3-7 0,-4-5 0,-3-22 0,1-4 0</inkml:trace>
  <inkml:trace contextRef="#ctx0" brushRef="#br0" timeOffset="4">6574 3215 8912,'-17'-27'0,"1"-3"0,5 7 0,3 6 0,8 5 0,0 1 0,8 1 0,3 4 0,14 5 0,8 1 0,9 1 0,7 5 0,7 6 0,13 11 0,7 5 0,4 12 0,5 6 0,-43-18 0,0 2 0,-2 0 0,-2 1 0,31 30 0,-10 8 0,-13-1 0,-13-5 0,-16 6 0,-13-4 0,-14-4 0,-11 6 0,-19-4 0,-4-9 0,-8-3 0,3-11 0,3 0 0,-2-5 0,8-7 0,0-5 0,5-11 0,3-4 0,3-8 0,6-2 0,4-4 0,2-4 0,-1-7 0,9-8 0,-14-1 0,4-9 0</inkml:trace>
  <inkml:trace contextRef="#ctx0" brushRef="#br0" timeOffset="5">7933 4247 8912,'17'-2'0,"1"-2"0,-1-2 0,0-7 0,0 1 0,0-3 0,-1-2 0,-3 0 0,-1 0 0,-3-1 0,3-1 0,-5-2 0,1-2 0,-6-2 0,4 3 0,-5 1 0,-1-8 0,0 0 0,0 2 0,0-3 0,0 5 0,-1 0 0,-5 0 0,-4 10 0,-7 9 0,-2 4 0,-4 4 0,-6 4 0,-3 6 0,-3 16 0,1 7 0,1 9 0,5-4 0,-3 7 0,8-3 0,2 2 0,2 0 0,4-6 0,3 6 0,5-13 0,7 1 0,0-11 0,0 0 0,7-10 0,5-1 0,3-9 0,4 3 0,2-6 0,2-6 0,6-9 0,-6-8 0,0-5 0,-6 5 0,0-8 0,0 2 0,-1-3 0,-5-2 0,-1 5 0,-6 2 0,1 2 0,-1 4 0,-2 2 0,-2 2 0,0 7 0,0 5 0,0 12 0,0 11 0,6 1 0,1 9 0,1 3 0,0 1 0,5-3 0,-1 0 0,3-8 0,2 2 0,0-6 0,0-6 0,6-3 0,0-8 0,2-2 0,-4-4 0,2-7 0,-2-8 0,0-6 0,2-7 0,-9-6 0,3 0 0,-6-8 0,1 2 0,-5-10 0,-7-1 0,0-6 0,0 6 0,-1 0 0,-5 5 0,-4 2 0,1 4 0,-1 12 0,4 11 0,4 14 0,-3 9 0,3 11 0,2 10 0,0 13 0,0 12 0,0 4 0,0 2 0,0-1 0,0 1 0,7-6 0,3-3 0,1 1 0,1 0 0,5-5 0,6 1 0,2-4 0,-2-2 0,-4-5 0,4 0 0,-12-16 0,-3 10 0,-8-13 0</inkml:trace>
  <inkml:trace contextRef="#ctx0" brushRef="#br0" timeOffset="6">8209 3834 8912,'1'-9'0,"5"3"0,11 2 0,12-2 0,13 2 0,10-5 0,11-1 0,10 1 0,5-10 0,8-8 0,0-7 0</inkml:trace>
  <inkml:trace contextRef="#ctx0" brushRef="#br0" timeOffset="7">9035 3697 8912,'-44'17'0,"3"0"0,7 2 0,5 4 0,4-2 0,8 8 0,6-3 0,1 5 0,3-4 0,3-3 0,2 1 0,4-4 0,2 2 0,1-2 0,7-7 0,-6-3 0,7-5 0,-2 3 0,5-1 0,1-4 0,0-2 0,0-2 0,-5-8 0,-1-3 0,1-10 0,5-2 0,-6-6 0,1 6 0,-6-7 0,5 1 0,-7-4 0,2-1 0,1 5 0,-1 3 0,-2-1 0,-2 0 0,3 6 0,1-2 0,0 4 0,2 10 0,3 7 0,4 11 0,-3 7 0,-1 18 0,3-2 0,9 14 0,-2-8 0,7 4 0,3-3 0,1-5 0,5 4 0,3-9 0,2-6 0,4-6 0,4 0 0,-6-15 0,7 6 0</inkml:trace>
  <inkml:trace contextRef="#ctx0" brushRef="#br0" timeOffset="8">10239 3232 8912,'-7'-26'0,"3"1"0,-8 8 0,6 9 0,-3 10 0,1 13 0,-3 19 0,5 18 0,0 7 0,6 10 0,0 0 0,0 0 0,0-1 0,0 1 0,8 0 0,3 0 0,7-8 0,5-4 0,-4-5 0,4-6 0,2-4 0,-3-8 0,0-7 0,-11-4 0,-1-12 0,-5-5 0,-3-4 0,6-2 0</inkml:trace>
  <inkml:trace contextRef="#ctx0" brushRef="#br0" timeOffset="9">10033 3387 8912,'-10'-34'0,"2"1"0,8 5 0,0-3 0,2 8 0,4 2 0,6 10 0,11 5 0,3 4 0,9 2 0,-1 0 0,2 0 0,3 0 0,1 0 0,0 9 0,-6 9 0,1 1 0,-1 9 0,-7 1 0,-4 5 0,-6 1 0,-5-1 0,-5 6 0,-9 2 0,-3 0 0,-7 0 0,-9 0 0,-2-1 0,-5-5 0,5 4 0,-6-4 0,6-1 0,2-3 0,2-3 0,-6 3 0,-2-5 0</inkml:trace>
  <inkml:trace contextRef="#ctx0" brushRef="#br0" timeOffset="10">10549 3817 8912,'9'-8'0,"-1"-1"0,0-3 0,3 1 0,5 7 0,1-2 0,0 4 0,2 2 0,2 0 0,2 0 0,6 8 0,-6 5 0,-2 6 0,-2 4 0,-8 2 0,1-2 0,-8-4 0,1 4 0,-3-4 0,-2-2 0,0 1 0,0-1 0,-7-8 0,-3 7 0,-5-16 0,3 0 0,5-14 0,7-9 0,0-7 0,0 1 0,2-9 0,3-4 0,9 0 0,7 0 0,5-6 0,9 2 0,-1 6 0,1 6 0,-1 1 0,1 10 0,-3 0 0,-3 6 0,3 0 0,-5 0 0</inkml:trace>
  <inkml:trace contextRef="#ctx0" brushRef="#br0" timeOffset="11">11186 3679 8912,'0'35'0,"0"-1"0,-6-1 0,-2-3 0,-1-1 0,-5 1 0,-1 1 0,-2-2 0,2-5 0,3-6 0,4-9 0,10 5 0,4-9 0,6-1 0,5-10 0,6-5 0,3-6 0,9-6 0,-6 2 0,-1-8 0,3-1 0,1-3 0,-5-1 0,-4-1 0,-6 7 0,-5-1 0,1 0 0,-7-5 0,0 7 0,-8 4 0,-4 4 0,-6 2 0,-3 2 0,-2 3 0,-6 5 0,0 7 0,-6 9 0,6 6 0,0 10 0,-1 8 0,10-1 0,-3 14 0,6-6 0,-1 6 0,4 0 0,8 5 0,0-7 0,0-3 0,10-7 0,7-5 0,2-5 0,10-8 0,4-5 0,5-5 0,-2-6 0,4-6 0,-3-9 0,-3-8 0,-2-8 0,-3 3 0,2-5 0,-8 1 0,-2-1 0,-2-1 0,-4 9 0,-3-9 0,1 11 0,-7 0 0,1 4 0,-1 2 0,-4 7 0,11 4 0,-7 12 0,8 9 0,-3 8 0,4 2 0,3-2 0,-1-2 0,0 8 0,-2 1 0,-3 3 0,1-5 0,-7 1 0,0-2 0,-6 1 0,-8 3 0,-4-8 0,-10 6 0,-7-7 0,-4 3 0,-1-4 0,1 0 0,5-5 0,-3-1 0,8-9 0,6-1 0,5-5 0,9-7 0,3-11 0,9-8 0</inkml:trace>
  <inkml:trace contextRef="#ctx0" brushRef="#br0" timeOffset="12">11977 3920 8912,'-9'0'0,"-7"-8"0,14 6 0,-3-5 0,10 7 0,5-8 0,9-1 0,4-3 0,6 1 0,3-1 0,3-5 0,-1-2 0,1-2 0,-3-2 0,-3 2 0,1 2 0,-7 2 0,-2 0 0,-9-1 0,-5 1 0,-7 0 0,-2 5 0,-3 1 0,-5 7 0,-9-2 0,-2 6 0,-2 6 0,-6 6 0,6 11 0,-5 3 0,5 9 0,6-7 0,5 1 0,8 0 0,-1 5 0,3-1 0,2-5 0,2 3 0,3-8 0,5-2 0,7-10 0,8-3 0,2-8 0,1-2 0,1-4 0,0-3 0,5-9 0,-7-5 0,-4-1 0,-4-1 0,-2 0 0,-1 2 0,-5 6 0,4 0 0,-13 5 0,4 1 0,-4 7 0,-8-2 0,0 12 0,-5 3 0,5 9 0,-5-1 0,5 0 0,-2-2 0,3-3 0,3 3 0,-4-3 0,2-5 0,-2-1 0,4 3 0,-5-7 0,7 6 0,0-8 0,7 0 0,5 0 0,3-2 0,2-4 0,-3 4 0,1-3 0,4 3 0,0 2 0,2 0 0,2 0 0,2 2 0,4 3 0,3-3 0,-5 4 0,2-4 0,0-2 0,-7-6 0,7 1 0,-8-9 0,2 3 0,-4-5 0,-2-1 0,-1-6 0,-5 0 0,-3-9 0,-8-2 0,0-3 0,0-9 0,0 1 0,-2-9 0,-4-1 0,-5-3 0,1 1 0,-1 5 0,7 10 0,-2 8 0,-3 7 0,7 18 0,-6 5 0,8 15 0,0 16 0,0 19 0,6 7 0,0 9 0,-1 6 0,3 3 0,-6 5 0,4-1 0,-3 7 0,1-4 0,2 1 0,-2-5 0,3-11 0,-1-5 0,6-7 0,-7-5 0,9-4 0,-12-15 0,5-18 0,-7-11 0</inkml:trace>
  <inkml:trace contextRef="#ctx0" brushRef="#br0" timeOffset="13">12631 3765 8912,'-11'0'0,"-1"0"0,8-7 0,-3 5 0,9-12 0,3 9 0,15-3 0,16 2 0,14-3 0,11-1 0,15-11 0,10 4-848,0-4 0,8-4 0,-8-2 0</inkml:trace>
  <inkml:trace contextRef="#ctx0" brushRef="#br0" timeOffset="14">13578 3525 8912,'-23'5'0,"0"1"0,-8 2 0,2-3 0,-1 7 0,1 3 0,-3 2 0,3 1 0,2 1 0,-1 4 0,7 1 0,-2 5 0,11 2 0,6-8 0,4 5 0,2-5 0,0 0 0,0-6 0,0 0 0,8-7 0,4-4 0,-1-4 0,6-2 0,-3-8 0,9-3 0,-4-7 0,-2-5 0,0-1 0,0-5 0,1-4 0,-1 5 0,0 1 0,0 0 0,0 2 0,1 4 0,-7 2 0,1 2 0,-1 0 0,6 0 0,-5 9 0,-1 8 0,-7 15 0,2 14 0,-4 5 0,-2 7 0,5-3 0,1 6 0,0 0 0,2 0 0,-5-6 0,9 2 0,-1-6 0,6-5 0,1-6 0,-1-12 0,8-3 0,2-8 0</inkml:trace>
  <inkml:trace contextRef="#ctx0" brushRef="#br0" timeOffset="15">14077 3095 8912,'-16'-23'0,"3"0"0,2 2 0,7 2 0,-4 9 0,8 6 0,0 14 0,0 7 0,6 19 0,1 6 0,3 10 0,3 5 0,-3 8 0,1-2 0,-5-3 0,6-3 0,-7 2 0,7-2 0,-8 1 0,1-7 0,-3-5 0,-2 0 0,-2-8 0,-3 2 0,-5-11 0,-7-6 0,-8-4 0,-2-2 0</inkml:trace>
  <inkml:trace contextRef="#ctx0" brushRef="#br0" timeOffset="16">13853 3731 8912,'-8'-15'0,"-1"1"0,-1 3 0,4-3 0,5-1 0,8 0 0,5 3 0,5-1 0,6 5 0,6 1 0,3-1 0,4 0 0,5 3 0,-3 1 0,6-8 0,-2 1 0,-4 1 0,-2 1 0,-1 3 0,-8 4 0,-5-3 0,-2 3 0,-11 4 0,-3 3 0,-4 7 0,-2 3 0,0 8 0,0 0 0,0 5 0,0-3 0,-2 2 0,-4 4 0,4-1 0,-3-1 0,3 1 0,2-7 0,-6 0 0,0-6 0,-7 1 0,3-1 0</inkml:trace>
  <inkml:trace contextRef="#ctx0" brushRef="#br0" timeOffset="17">14283 3490 8912,'-2'-40'0,"-2"0"0,-1 4 0,1 5 0,2 1 0,2 7 0,0 5 0,0 7 0,2 1 0,4-1 0,7 5 0,8 4 0,0 4 0,8 4 0,-1 2 0,7 3 0,-1 4 0,1-5 0,-1 7 0</inkml:trace>
  <inkml:trace contextRef="#ctx0" brushRef="#br0" timeOffset="18">14610 3628 8912,'-9'34'0,"-7"-1"0,5-5 0,1 3 0,1-6 0,1 0 0,4-1 0,2 7 0,4-12 0,4 4 0,4-12 0,7-5 0,0-4 0,0-2 0,0-2 0,1-4 0,-1-9 0,0-8 0,0-5 0,0 5 0,-7-6 0,-2 4 0,-3 0 0,1 0 0,0-5 0,-6 1 0,-6 4 0,0 2 0,-5-1 0,5 1 0,-5 0 0,5 6 0,0-1 0,6 1 0</inkml:trace>
  <inkml:trace contextRef="#ctx0" brushRef="#br0" timeOffset="19">14989 3679 8912,'0'18'0,"0"-1"0,0-6 0,0 1 0,0-1 0,0 6 0,-2 0 0,-4 1 0,2-1 0,-5 0 0,-1 0 0,1 0 0,3 1 0,-6-1 0,9-6 0,-3 1 0,-4-8 0,6 3 0,-5-9 0,1-3 0,3-13 0,5-10 0,0-5 0,0-1 0,7-6 0,5 0 0,9 0 0,2 5 0,0 1 0,-4 1 0,2 5 0,2 5 0,2 11 0,-3 7 0,3 5 0,4 5 0,3 12 0,-3 12 0,4 11 0,1 6 0,-5 4 0,-1-1 0,1-3 0,-2-6 0,5-3 0,-5-3 0,8 0 0</inkml:trace>
  <inkml:trace contextRef="#ctx0" brushRef="#br0" timeOffset="20">16279 3043 8912,'-7'-23'0,"-3"0"0,-1 2 0,-1 2 0,8 19 0,-1 14 0,5 18 0,5 18 0,-1 15 0,8 11 0,1 1 0,2-1 0,8-2 0,0-5 0,-2-4 0,-2-8 0,4 3 0,0-20 0,-2-10 0,-2-7 0,-1-13 0,-1-4 0,0-14 0,0-11 0,1-14 0,-1-11 0,0-11 0,0-2 0,-5-8 0,-1 2 0,-7 3 0,2 3 0,-4 4 0,-2 1 0,0 2 0,0 5 0,0 4 0,0 13 0,0 3 0,7 15 0,5 5 0,11 3 0,3 2 0</inkml:trace>
  <inkml:trace contextRef="#ctx0" brushRef="#br0" timeOffset="21">17037 3370 8912,'-10'11'0,"4"1"0,4-1 0,2 6 0,0 6 0,0 0 0,2 8 0,4-4 0,5 1 0,5 1 0,1-2 0,0 1 0,2-5 0,4-11 0,-2 1 0,6-7 0,0-2 0,0-2 0,-1-10 0,3-4 0,2-9 0,-8-2 0,0-7 0,-6 1 0,-2 3 0,-2-3 0,-3 0 0,-2 2 0,-3-3 0,-5 7 0,0 0 0,0 6 0,0 7 0,0 5 0,2 10 0,2 9 0,2 7 0,7 5 0,-1 9 0,3-7 0,2 1 0,0 0 0,1 5 0,-3-1 0,-2-5 0,-3-5 0,-2-4 0,-3-1 0,-5-1 0,-2 0 0,-3 0 0,-7-5 0,-11-1 0,-5-5 0,-11 3 0,-3-3 0,-2-8 0,-9-6 0,-8-9 0</inkml:trace>
  <inkml:trace contextRef="#ctx0" brushRef="#br0" timeOffset="22">17002 2854 8912,'-17'19'0,"0"4"0,0-11 0,-1-3 0,3 3 0,2-1 0,1-1 0,8 5 0,-3-13 0,14 5 0,5-7 0,3 0 0,0-7 0,-3-5 0,3-3 0,-3-2 0,-5 0 0,-1-1 0,2 7 0,-3 0 0,-1-3 0,-2 7 0,-2-1 0,0 10 0,0 4 0,0 3 0,0 10 0,0 4 0,8 4 0,1 7 0</inkml:trace>
  <inkml:trace contextRef="#ctx0" brushRef="#br0" timeOffset="23">17759 3370 8912,'0'-12'0,"0"1"0,0-2 0,0 5 0,0 2 0,0 12 0,0 5 0,0 7 0,0 4 0,0 5 0,0 8 0,8-7 0,2 1 0,1 0 0,1-3 0,-7-1 0,7-8 0,-7 1 0,7-1 0,-6-6 0,5 1 0,-5-9 0,5 3 0,-1-8 0,3-7 0,-3-10 0,-3-6 0,5-4 0,-6-5 0,5-1 0,-5 1 0,2 0 0,-3-1 0,-3 7 0,4 1 0,-2 4 0,2 8 0,-5-3 0,15 17 0,-7 1 0,8 11 0,1 6 0,-1 6 0,0 2 0,2 6 0,4-5 0,6-1 0,3-2 0,3-6 0,5-2 0,0-3 0,0-4 0,2-8 0,2 0 0</inkml:trace>
  <inkml:trace contextRef="#ctx0" brushRef="#br0" timeOffset="24">18585 3284 8912,'-24'0'0,"2"0"0,-6 0 0,1 2 0,-2 4 0,3-3 0,5 11 0,-2 3 0,2 4 0,1 4 0,3-2 0,6 3 0,-1 9 0,8-7 0,-1-1 0,3-2 0,4-4 0,3-9 0,5 3 0,9-13 0,2 2 0,2-6 0,-2-4 0,0-7 0,2 1 0,-4-3 0,4-2 0,-4-1 0,-1 3 0,-1 4 0,0 5 0,0-2 0,0 3 0,-5-1 0,-1 6 0,-5 6 0,6-1 0,-7 9 0,7-3 0,-1 4 0,-1 3 0,5-3 0,-3-4 0,-3 3 0,3-9 0,-1 7 0,6-6 0,0-1 0,1-5 0</inkml:trace>
  <inkml:trace contextRef="#ctx0" brushRef="#br0" timeOffset="25">18981 2785 8912,'-17'-9'0,"0"-7"0,0 15 0,-1-5 0,9 6 0,3 6 0,-2 11 0,3 11 0,-7 13 0,6 4 0,3 7 0,1 5 0,4 8 0,3 4 0,-1 4 0,8-10 0,-1-4 0,6-2 0,6-7 0,0-10 0,0-2 0,-6-15 0,1-2 0,-1-9 0,0-7 0,0-3 0,-1-9 0,-5-5 0,4-9 0,-3-2 0,-3-2 0,3 2 0,-8-3 0,3-9 0,-1 3 0,0 3 0,-1-1 0,-5 7 0,0 0 0,0 6 0,0 5 0,0 1 0,0 7 0,0 4 0,0 11 0,0 10 0,0 2 0,6 13 0,0-1 0,2 3 0,-5-5 0,5-3 0,2-1 0,1-8 0,6 2 0,1-4 0,-1-2 0,0-7 0,0-5 0,0-5 0,1-5 0,-1-13 0,0-8 0</inkml:trace>
  <inkml:trace contextRef="#ctx0" brushRef="#br0" timeOffset="26">19205 2631 8912,'-19'15'0,"-2"-2"0,-2-1 0,2 1 0,2 2 0,1 3 0,1-1 0,0 0 0,7 0 0,5 0 0,10-5 0,7-1 0,-3-7 0,3 2 0,-1-4 0,7-2 0,-7-6 0,1 0 0,-3-7 0,3 1 0,-3 3 0,-3-3 0,-4 7 0,4-7 0,-5 8 0,-1-3 0,-5 14 0,-3 5 0,-1 3 0,5 10 0,-4 2 0</inkml:trace>
  <inkml:trace contextRef="#ctx0" brushRef="#br0" timeOffset="27">19257 3232 8912,'-12'-26'0,"1"3"0,7 9 0,-2 3 0,4 3 0,2-9 0,8 9 0,3-9 0,6 6 0,4-3 0,4 5 0,2 1 0,-4 2 0,6 6 0,-8 0 0,2 0 0,-4 2 0,-2 4 0,-2 5 0,-3 12 0,-5-3 0,-7 2 0,0 5 0,0 2 0,-7-2 0,-5-1 0,-5 1 0,-6 0 0,4-4 0,-4 5 0,4-7 0,2 2 0,1-4 0,5-1 0,-4-1 0,5 0 0,2-2 0,8-1 0,10-3 0,5 3 0,4-5 0,4 3 0,4-1 0,8 6 0,-1 0 0,0 1 0,5 4 0,-5 1 0,4 2 0,-11-4 0,0 2 0,-4-2 0,-12 4 0,-5-2 0,-6 2 0,-6-2 0,-11-2 0,-12 7 0,-11-7 0,-6 2 0,-3-4 0,-3-1 0,2-1 0,4 0 0,4-6 0,8 1 0,7-8 0,4 1 0,6-10 0,6-7 0,3-11 0,16-11 0,1-10 0</inkml:trace>
  <inkml:trace contextRef="#ctx0" brushRef="#br0" timeOffset="28">19876 3250 8912,'-17'-18'0,"-6"3"0,0 4 0,0 3 0,6 8 0,-2 2 0,-4 5 0,-4 9 0,0 5 0,4 9 0,12-1 0,-3 2 0,9-3 0,-1 5 0,6-7 0,0 1 0,0-4 0,8-6 0,3-5 0,4 1 0,3-7 0,1 0 0,4-6 0,-4-2 0,4-4 0,-2-4 0,0-7 0,2 0 0,-2 0 0,-4 0 0,-6-1 0,5 1 0,-5 0 0,4 0 0,3 0 0,-1 7 0,-2 16 0,-3 11 0,-5 10 0,-7-4 0,2 5 0,4-5 0,-4 8 0,4-2 0,1-5 0,-1-1 0,0-6 0,1-5 0,-5-4 0,14-8 0,-7 0 0</inkml:trace>
  <inkml:trace contextRef="#ctx0" brushRef="#br0" timeOffset="29">20341 2613 8912,'-10'-7'0,"-3"3"0,7-8 0,-7 9 0,1-3 0,3 19 0,-3 10 0,8 17 0,-1 12 0,-3 7 0,2 10 0,2 2 0,2 3 0,2-1 0,0 7 0,2-8 0,4 3 0,4-12 0,7-6 0,6-17 0,0-5 0,0-18 0,-6-2 0,0-5 0,0-6 0,0-10 0,-5-4 0,-1-7 0,1-2 0,5-4 0,0 4 0,1-4 0,-1-2 0,0 2 0,-2 2 0,-3 2 0,1 8 0,-7-1 0,1 9 0,-1-3 0,-4 4 0,6 10 0,-8 3 0,6 6 0,-1 6 0,1-2 0,-4 6 0,2-2 0,1-4 0,7 4 0,-6-3 0,7 1 0,-3-7 0,7-5 0,-6-3 0,1-8 0,-8-8 0,11-1 0,-6-9 0</inkml:trace>
  <inkml:trace contextRef="#ctx0" brushRef="#br0" timeOffset="30">20702 2510 8912,'-17'0'0,"0"6"0,-1 0 0,1 9 0,0 0 0,2 8 0,3 4 0,5 7 0,7 6 0,0 1 0,0-7 0,7-2 0,5-3 0,9-4 0,4-10 0,-1-3 0,1-7 0,0-3 0,-2-2 0,-4-2 0,4-3 0,-6-5 0,-5-7 0,1-6 0,-7-2 0,-2 0 0,-2 0 0,-10-3 0,-3 5 0,-5 0 0,-1 6 0,0 7 0,0 4 0,-6 5 0,0 1 0,0 1 0,6 5 0,-8 11 0,-2 10 0</inkml:trace>
  <inkml:trace contextRef="#ctx0" brushRef="#br0" timeOffset="31">20048 3335 8912,'-17'-1'0,"2"-5"0,3-6 0,4 3 0,8-3 0,10 7 0,9-7 0,16-1 0,14-2 0,16-3 0,10 1 0,13-6-378,-2 0 1,4-7 377,-4 1 0,-40 13 0,1 0 0,1-2 0,0 1 0</inkml:trace>
  <inkml:trace contextRef="#ctx0" brushRef="#br0" timeOffset="32">21339 2957 8912,'-17'0'0,"-3"0"0,-3 0 0,2 2 0,-7 4 0,-1 5 0,-5 12 0,-1 6 0,1 11 0,7-2 0,4 8 0,6 0 0,5-2 0,5 4 0,7-8 0,9-6 0,9-5 0,6-10 0,11-2 0,1-7 0,4-10 0,-3 0 0,3 0 0,-4-14 0,-3-5 0,-3-4 0,-1-2 0,-8-5 0,2 1 0,-6-3 0,-5-3 0,-5-5 0,-7 0 0,-2-6 0,-3 6 0,-5 2 0,-9 7 0,-2 5 0,-2 1 0,-8 9 0,3 11 0,-5 3 0,-1 2 0,5 2 0,0 3 0,1 7 0,1 3 0,4 8 0,11 0 0,5 0 0,7-6 0,0 0 0,13-1 0,6-5 0,8-5 0,9-4 0,-1-4 0,5-4 0,-2 2 0,2-7 0,-3 5 0,3-5 0,-6 7 0,-5-2 0,3 4 0,-3 2 0,-4 8 0,-2 3 0,-4 5 0,-2 1 0,-1 2 0,-5 4 0,-3-4 0,-8 4 0,0 2 0,0-2 0,-2-2 0,-4-10 0,2 2 0,-5-5 0,-1 0 0,1-1 0,5-1 0,-4-14 0,8-3 0,2-12 0,4-6 0,3-5 0,9-6 0,1-4 0,4 0 0,-2-6 0,7 5 0,1 2 0,5 3 0,-5 6 0,0 5 0,-6 6 0,5 12 0,-1 5 0,2 12 0,3 7 0,-5 16 0,2 11 0,-1 8 0,-7 5 0,2 5 0,2 1 0,-2 4 0,8-4 0,-2-7 0,5-10 0,6-8 0,4-7 0,8-10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5.079"/>
    </inkml:context>
    <inkml:brush xml:id="br0">
      <inkml:brushProperty name="width" value="0.05292" units="cm"/>
      <inkml:brushProperty name="height" value="0.05292" units="cm"/>
      <inkml:brushProperty name="color" value="#3165BB"/>
    </inkml:brush>
  </inkml:definitions>
  <inkml:trace contextRef="#ctx0" brushRef="#br0">3012 9611 8912,'11'0'0,"0"0"0,3 0 0,1-8 0,-3 5 0,-1-9 0,-5 2 0,5-1 0,-5 3 0,6 8 0,1 0 0,-4-5 0,3-1 0,-1 0 0,7 6 0,-1 0 0,0 0 0,6 0 0,0 0 0,8 0 0,-3 0 0,5 0 0,1 0 0,8 0 0,4 0 0,6-2 0,5-3 0,-1 3 0,7-4 0,0 4 0,6 2 0,-1 0-127,1 0 0,6 0 127,-1 0 0,1 0 0,-6 0 0,-6 0 0,0 0 0,0 0 0,-2 0 0,6-2 0,-4-4 0,10 3 0,1-9 0,3 6 0,-2-5 0,-5 1 0,5-1 0,-14-3 0,-9 9 0,-3-3 0,-8 4 0,-5-1 0,-6 1 0,-5 2 0,-7 2 0,-9 7 0,4-3 0,-7 8 0,0-8 0,2 3 0,1-1 63,8 0 1,1 1-1,-3-1 1,-4 7-64,-5 8 0,-4-1 0,-10 12 0,-1-5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5.080"/>
    </inkml:context>
    <inkml:brush xml:id="br0">
      <inkml:brushProperty name="width" value="0.05292" units="cm"/>
      <inkml:brushProperty name="height" value="0.05292" units="cm"/>
      <inkml:brushProperty name="color" value="#3165BB"/>
    </inkml:brush>
  </inkml:definitions>
  <inkml:trace contextRef="#ctx0" brushRef="#br0">4233 6774 8912,'-7'10'0,"-5"-5"0,-3-3 0,3-2 0,3-2 0,1-3 0,2-5 0,6-7 0,-5 5 0,-3 1 0,-1-2 0,-3 3 0,-5-1 0,-2 7 0,-4-2 0,-6 4 0,-11 2 0,-4 2 0,-11 4 0,-7 7 0,-6 8 0,-19 6 0,1 7 0,41-14 0,-1 0-162,0 0 0,0 1 0,-1 2 0,0 1 162,-2-1 0,1 0 0,1 1 0,2 0 0,-35 22 0,11 3-154,11-3 1,5 0 153,1 6 0,1-3 0,-1 14 0,0 4 0,1 6 0,1-1 0,4 9 0,-2-3 0,8 2 0,6-1 0,5-5 0,6 4 0,-6 8 0,18-37 0,1 0 0,-1-1 0,-1 1 0,3 3 0,-1-1 0,-7 41 0,2 0 0,1-4 0,5 1 0,1 3 0,3 0 0,5-6 0,0-2 0,0-4 0,1-4 0,5-7 0,-2-8 0,7-3 0,-5-5-30,6-1 1,-1 7 29,6 4 0,8-4 0,4 0 0,3-1 0,3-1 0,1 8 0,4-2 0,-1-2-205,6 2 0,7-4 205,5 10 0,1-4 0,-7 10 0,-5 1 0,0-1 0,-8-7 0,3-5 0,-7 0 0,-3 4 0,-5-4 298,-1-5 0,4-11-298,-6-1 0,6-2 155,-7 2 0,-1-6-155,-9-11 0,3 3 31,-3-3 1,-3-10-32,3-2 0,-8-3 227,1 3 1,-1-6-228,2 1 0,-4-8 0,5 3 0,-7-7 0,0 0 0,-7 0 0,3-5 0,-8-1 0,1-6 0,-6 7 0,0-3 0,-1 2 0,-6 4 0,-3-21 0,-8 4 0</inkml:trace>
  <inkml:trace contextRef="#ctx0" brushRef="#br0" timeOffset="1">2891 11227 8912,'-8'10'0,"6"-3"0,-5-7 0,7 0 0,7 2 0,5 2 0,5 2 0,6-2 0,4-2 0,7-2 0,8 0 0,4 0 0,4 0 0,2 0 0,-1 0 0,3 0 0,1 0 0,3 0 0,-1 0 0,-5 0 0,-8 0 0,-4 0 0,-10 0 0,-1 0 0,-8-2 0,2-4 0,-4-4 0,-9-7 0,-3 0 0</inkml:trace>
  <inkml:trace contextRef="#ctx0" brushRef="#br0" timeOffset="2">3924 10729 8912,'-12'0'0,"1"0"0,5 0 0,-6 0 0,1 7 0,-6 5 0,0 11 0,-1 5 0,1 7 0,0 5 0,0 4 0,-1 7 0,7 1 0,0-1 0,7 7 0,-2-1 0,4-4 0,2-5 0,6 0 0,0-8 0,7 0 0,-4-13 0,9-2 0</inkml:trace>
  <inkml:trace contextRef="#ctx0" brushRef="#br0" timeOffset="3">7503 10969 8912,'-27'-34'0,"8"1"0,10 5 0,1 5 0,4 13 0,10 10 0,0 2 0,11 10 0,4 1 0,13 10 0,12 13 0,11 16 0,-22-19 0,1 3 0,9 6 0,2 3 0,3 7 0,-1 1-443,5 7 0,-1 5 0,-11-13 0,0 3 0,1 2 443,5 7 0,2 3 0,1 3 0,-9-10 0,0 2 0,1 1 0,0 2 0,5 4 0,0 2 0,1 1 0,-1 0 0,0 2 0,0 0 0,0 0 0,-1 1 0,1-1 0,0 1 0,0-1 0,0 1 0,-1-2 0,0 0 0,0-1 0,1 0-317,0-1 0,1-1 1,0 0-1,0 0 0,-1-1 1,0 0-1,0 0 1,-1-1 316,-3-4 0,-2-1 0,1 0 0,0-1 0,14 18 0,1-2 0,-1-1 0,-5-7 0,0-1 0,-1-2 0,-1-1 0,-1-1 0,-1-1 0,-4-4 0,-1-1 0,0-2 0,-2-4 0,0-2 0,0-2-156,18 15 1,0-4-1,-2-7 1,-1-5 155,-6-12 0,-2-3 0,-8 0 0,-2 1-49,25 29 0,-15-4 49,-8-7 0,-11-10 658,-6-8 1,-10-7-659,-1-10 1404,-9 0 1,3-11-1405,-12-12 0,-11-26 0,-10-7 0,-7-10 0</inkml:trace>
  <inkml:trace contextRef="#ctx0" brushRef="#br0" timeOffset="4">11564 11244 8912,'-25'-78'0,"12"13"0,-4 19 0,9 19 0,-1 24 0,-3 8 0,-3 13 0,-16 18 0,-20 21 0,15-19 0,-3 4 0,-8 13 0,-2 3 0,-5 9 0,-2 4 0,14-19 0,0 2 0,-1 2 0,-6 10 0,-3 2 0,0 2-596,-4 7 0,-2 1 0,0 2 1,14-15-1,1 0 0,-1 2 0,-1 0 596,-2 5 0,-2 0 0,0 2 0,-1 0 0,8-10 0,-1 0 0,0 2 0,-1-1 0,0 1 0,-2 3 0,-1 1 0,0 0 0,0 0 0,-1 1 0,-1 1 0,-1 1 0,0 0 0,0 0 0,0 1 0,0 0 0,0 1 0,1-1 0,-2 1 0,1-1 0,0-1 0,-1-1 0,0 1 0,1-1 0,0-1 0,1-1 0,1-1 0,0 0 0,0-1 0,0 0 0,0-2 0,1-1 0,-1 0 0,1-1 0,0 1-181,-11 14 1,0 0 0,1 0-1,0-1 1,3-4 0,1-1-1,0-1 1,1 1 180,2-1 0,1 1 0,1-1 0,0-2 0,4-8 0,0 0 0,0-2 0,2 0 0,-11 19 0,1 0 0,2-2 0,6-7 0,2-1 0,2-1-43,5-5 1,3 0 0,1 0 0,-10 24 0,6 0 0,10-9 0,4-2 0,1-3 0,2-2 42,2-5 0,1-1 0,3-6 0,1-1 0,6 0 0,-1-1 0,-6-5 0,1-1 0,-3 37 0,-14 3 0,13-43 0,1 0 0</inkml:trace>
  <inkml:trace contextRef="#ctx0" brushRef="#br0" timeOffset="5">27293 11193 8912,'0'11'0,"0"1"0,0 1 0,0 2 0,2 3 0,4-1 0,-4 8 0,5 3 0,-1 5 0,0 1 0,7 6 0,-2 2 0,3 2 0,-1 2 0,-1-2 0,1-4 0,-3 2 0,1-2 0,-1-7 0,3-12 0,-1-8 0,-1-5 0,6-8 0</inkml:trace>
  <inkml:trace contextRef="#ctx0" brushRef="#br0" timeOffset="6">27293 11433 8912,'0'-17'0,"-6"-6"0,0 0 0,1 2 0,-1 2 0,0 2 0,2 0 0,-3 5 0,1 1 0,0 0 0,-1 1 0,5-5 0,-6 5 0,0 1 0,7 1 0,-7 8 0,8 0 0,2 8 0,4 3 0,-3 4 0,9 3 0,-1 4 0,7 1 0,-1 8 0,0-2 0,6-3 0,0 1 0,0 0 0,2 0 0,7-6 0,8 1 0,16-10 0,1-6 0,20-29 0,-32 5 0,1-4 0,10-13 0,1-5-432,11-9 1,2-5 0,-17 12 0,0-3 0,1-2 431,5-5 0,1-1 0,-1-2 0,3-3 0,0-1 0,0 0 0,0-1 0,1 0 0,-1 0 0,-1 2 0,0-1 0,-1 1 0,-2 1 0,-1 2 0,0 1 0,-4 5 0,1 2 0,-2 1-274,17-18 0,-1 2 0,-4 7 0,-2 3 274,-9 5 0,-2 2 0,-3 8 0,-1 2-95,0 3 0,-2 1 1,-4 3-1,-2 0 95,36-23 0,-14 7 0,-9 6 0,-14 7 0,-13 8 0,-2 12 0,-21 1 1763,3 4-1763,-3 4 1313,-2-5-1313,0 7 277,0 0 1,2 7-278,4 5 0,4 3 0,7 2 0,-2 6 0,-3 0 0,3 0 0,-6-6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5.087"/>
    </inkml:context>
    <inkml:brush xml:id="br0">
      <inkml:brushProperty name="width" value="0.05292" units="cm"/>
      <inkml:brushProperty name="height" value="0.05292" units="cm"/>
      <inkml:brushProperty name="color" value="#3165BB"/>
    </inkml:brush>
  </inkml:definitions>
  <inkml:trace contextRef="#ctx0" brushRef="#br0">19549 10608 8912,'-25'-34'0,"-2"1"0,1 3 0,3 3 0,4 4 0,1 8 0,7 5 0,-1 10 0,-1 0 0,-2 0 0,-2 0 0,-1 8 0,1 5 0,0 10 0,0 12 0,-6 9 0,0 13 0,-8 19 0,17-28 0,0 2 0,-3 7 0,1 2 0,-1 9 0,0 2 0,-3 9 0,-1 2-125,2 7 1,-2 2 0,5-26 0,-1 2 0,1 1-1,-1 5 1,0 3 0,-1-1 0,-1 1 0,-1 1-1,0-1 125,0-1 0,-1 1 0,1-1 0,-2-1 0,1-1 0,0-1-270,4-7 1,0-1 0,0-1 0,-10 25 0,0-2 269,7-4 0,0-1 0,0-1 0,0 0 0,2-6 0,2-3 0,2-3 0,1-2-123,1-10 1,1-1-1,2-2 1,1-1 122,2-2 0,0 0 0,-7 44 0,5-9 0,0-5-11,1-11 1,1-8 10,6-14 0,0-6 1081,0-12-1081,0-11 1448,0-9-1448,0-8 665,0 0-665,8 0 10,-6 0 0,7 0 0,-3 2-10,5 4 0,-1-4 0,1 3 0,1 3 0,5-2 0,2 7 0,4-1 0,8 5 0,15 6 0,11 3 0,8 1 0,17 11 0,4-3 0,-40-16 0,0 0-163,0-2 0,0 0 0,2 1 0,1-1 163,6 1 0,-1-2 0,-1-2 0,0-1 0,1-1 0,1-1 0,-3-2 0,1-1 0,-2-2 0,1-1 0,-1 0 0,-1-2 0,48-3 0,-6 0 0,-12 0 0,10-6 0,-4 1 0,6-9 0,-1 3 0,-10 3 0,-1 2 0,-7 6 0,-5 6 0,3-2 0,4 7 0,3 3 0,1 1 0,3 4 0,-8 4 0,3-4-119,-3 4 1,-9-6 118,4-5 0,-9 1 0,3-7 0,5 5 0,7-5 0,-2 0 0,-10-6 0,-6 0 0,-3 0 0,-3 0 0,1 0 0,-2 0 318,-4 0 0,1 0-318,-7 0 0,10 0 0,2 0 0,1 0 0,10 0 0,-7 0 0,3 0 0,-1 0 126,-1 0 1,0 2-127,-5 4 0,-6-5 0,0 5 0,0 2 0,5-2 0,1-1 0,-1-5 0,1 0 0,0 0 0,-1 0 0,1 0 0,-2 0 0,-4 0 0,-6 0 0,-4 0 0,0-5 0,5-1 0,-11-6 0,5 7 0,-5-9 0,5 3 0,-1-3 0,0 3 0,1-4 0,1 1 0,2-5 0,3-4 0,6 0 0,-1 6 0,-4 0 0,-2 0 0,-3 0 0,-3-1 0,-5-1 0,0-4 0,-7 6 0,5-4 0,-2 4 0,-4-2 0,-2-4 0,-2 0 0,6-6 0,0-11 0,10-4 0,1-7 0,3-9 0,9-3 0,-1-9 0,5-5 0,-4-1 0,-6-4 0,0 0-201,-5 2 1,-5 3 200,-12 8 0,-9 1 0,-3-1 0,1 0 0,-1 0 0,-2 8 0,-10 2 0,-3 0 0,-1-4 0,-3-4 0,7-2 0,-5 6 0,5 0 0,0-8-193,6-9 1,-6-4 192,1-2 0,-7 6 0,5 1 0,-5 3 0,-7 3 0,-6-1 0,-9 5 0,-3-3 0,-3 9 0,-4-4 0,-7-2 0,-7 0 0,1 0 0,-1 10 0,7 8 0,5 1 0,0 10 0,0 0 0,-4 5 0,3 1-42,1 0 1,0-7 41,-6 1 0,-5-6 0,0 6 0,-7-2 0,7 2 0,-6 4 0,4-4 0,-2 3 0,-4 3 0,-4 5 0,-6 1 0,2 7-3,-7-2 0,2-2 3,-3 2 0,13 0 0,10 6 0,3 0-44,-3 0 0,-1-1 44,-4 1 0,-4 2 0,4 3 0,-10-3 0,-1 4 0,-5-5 0,11-1 0,-3 0 0,13 0 0,-7 5 0,0 1 0,-5-1 0,-5 3 0,-5-4 0,5 7 0,1-2 0,5 2 0,-4 3 0,4-9 0,4 8 0,12-1 0,-3 3 0,-1 2 0,-14 0 0,2 0 0,-5 0 0,-1 0 0,6 0 0,1 0 0,-5 0 0,10 0 0,-6 0 0,10 0 0,-4 0 0,-8 0 0,4 0 0,-2 0 0,8 0 0,9 0 0,6 0 189,1 0 0,8 0-189,3 0 0,-1 0 0,7 0 0,-5 0 42,-1 0 1,-1 2-43,1 3 0,-2 3 202,-5 3 0,1 5-202,-11-5 0,9 6 24,-10 6 0,4-4 0,-2 6 0,3-2-24,1 0 0,15 0 0,2-6 0,8-2 0,4-3 0,8 3 0,1-13 0,8 6 0,8-8 0,-6 0 0,13 0 0,-6 0 0,7 2 0,-5 3 0,5-3 0,-7 6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5.088"/>
    </inkml:context>
    <inkml:brush xml:id="br0">
      <inkml:brushProperty name="width" value="0.05292" units="cm"/>
      <inkml:brushProperty name="height" value="0.05292" units="cm"/>
      <inkml:brushProperty name="color" value="#3165BB"/>
    </inkml:brush>
  </inkml:definitions>
  <inkml:trace contextRef="#ctx0" brushRef="#br0">5042 18225 8912,'-6'-23'0,"-1"-2"0,-3-2 0,6 6 0,-1-2 0,3 4 0,2 2 0,0 9 0,2 8 0,3 10 0,7 5 0,3 4 0,2 4 0,1 6 0,-1 3 0,0 3 0,0-1 0,0 2 0,1 5 0,5-5 0,-1 4 0,1-2 0,-5 0 0,-1 2 0,0-1 0,0-3 0,0-2 0,1-1 0,-1-5 0,-8-1 0,-3-4 0,2-4 0,-2 4 0,-1-4 0,-5-2 0,0 1 0,0-1 0,0 0 0,-7 0 0,-5 0 0,-3-7 0,-2-4 0,-8-4 0,-2-2 0</inkml:trace>
  <inkml:trace contextRef="#ctx0" brushRef="#br0" timeOffset="1">5266 18225 8912,'0'-17'0,"0"5"0,0 1 0,-10-1 0,-5-3 0,-6 3 0,-4 5 0,2 7 0,-4 7 0,-7 5 0,0 5 0,1 6 0,2 6 0,3 3 0,7-3 0,-2-1 0,4 1 0,1 5 0,9-5 0,3 0 0,4-8 0,2 2 0,-7 3 0,5-6 0,-6 4 0</inkml:trace>
  <inkml:trace contextRef="#ctx0" brushRef="#br0" timeOffset="2">5214 18070 8912,'17'0'0,"3"0"0,3 0 0,7 0 0,16 2 0,13 6 0,12 9 0,15 8 0,-38-9 0,2 2 0,0 2 0,1 2-953,1 0 1,-1 2 952,1 0 0,-1 2 0,1-1 0,0 1 0,-1 0 0,1 0 0</inkml:trace>
  <inkml:trace contextRef="#ctx0" brushRef="#br0" timeOffset="3">13302 5072 8912,'0'-15'0,"0"2"0,0 0 0,0 0 0,0 0 0,0-1 0,0 4 0,0-2 0,0 2 0,0-1 0,0 0 0,0-1 0,1 4 0,2 0 0,2 2 0,1 0 0,-1-1 0,-2 2 0,3 0 0,1-2 0,-3 2 0,2 0 0,1 2 0,-3-4 0,0 6 0,-4-3 0,0 4 0,-1 8 0,-3 3 0,-5 4 0,0 6 0,-6 2 0,2 2 0,-1 1 0,-3 3 0,3-1 0,-5 6 0,-2-1 0,0 3 0,0 1 0,-3 2 0,1 1 0,11-19 0,-1 1-141,0 1 1,0 0 0,0-1-1,0-1 141,0 0 0,1 1 0,-10 20 0,2-5 0,4 0 0,2 2 0,7-9 0,1-1 0,5-7 0,1-8 0,0-1 0,0-5 0,0-3 0,0-1 0,0-5 0,0-2 562,0 2-562,0-3 0,0 0 0,0 0 0,0-5 0,0 3 0,0 0 0,0-2 0,0-4 0,0-3 0,0-2 0,0-5 0</inkml:trace>
  <inkml:trace contextRef="#ctx0" brushRef="#br0" timeOffset="4">12975 5321 8912,'-13'-9'0,"1"2"0,3 1 0,3-1 0,0 4 0,0 1 0,2 2 0,0 0 0,4 0 0,0 4 0,0 6 0,0 6 0,-3 8 0,0 7 0,1 1 0,-2 3 0,2 5 0,-4 1 0,3 3-187,-3-2 0,5 1 187,-2-8 0,2-1 0,1-8 0,1-6 0,2-8 0,-2-4 0,5-2 0,1-3 0,1-2 0,1-2 0,3-2 0,2-2 0,6-3 0,2-4 0,4 1 0,3-8 0,3 2 0,-1-2 0,0 2 0,1 0 0,-2 0 0,-1 3 0,-6 3 0,1 1 0,-4 2 0,2 2 0,-5 0 0,1 4 374,-6-1-374,-1 2 0,-2 1 0,-1 0 0</inkml:trace>
  <inkml:trace contextRef="#ctx0" brushRef="#br0" timeOffset="5">3407 9267 8912,'6'-1'0,"0"-1"0,-4 1 0,2-6 0,-2 3 0,1-1 0,-1-1 0,-1-2 0,-1-1 0,0 1 0,-1 0 0,-2 2 0,2 2 0,-2 1 0,3 2 0,-4-3 0,2 4 0,-4 0 0,0 0 0,-2 0 0,-1 0 0,1 0 0,-1 0 0,0 0 0,1 0 0,-2 0 0,-1 0 0,1 0 0,-2-1 0,-1-1 0,-1-1 0,1 0 0,-3 3 0,-1 0 0,-2 0 0,-5 0 0,1 0 0,-2 0 0,-1 0 0,0 1 0,-2 1 0,-1 2 0,1 1 0,2 0 0,0 0 0,3 2 0,0-3 0,0 1 0,1 1 0,-3 1 0,2-1 0,-2 1 0,0-1 0,-1-1 0,0 1 0,0-1 0,0 4 0,3 0 0,0-1 0,1 1 0,0-1 0,1 1 0,7 0 0,-2-1 0,2 1 0,1-2 0,2-1 0,-2 2 0,2-3 0,2 0 0,3 1 0,0 0 0,-2-2 0,2 4 0,1-2 0,-1 4 0,-3 2 0,1 0 0,-1 0 0,3-2 0,1 5 0,-1-4 0,-3 3 0,1-2 0,-1 2 0,4-2 0,2 2 0,0-3 0,0 3 0,1-2 0,1-1 0,1-2 0,0 0 0,0 0 0,0 3 0,0-3 0,1 3 0,2-3 0,2 0 0,0 0 0,1-1 0,0 1 0,-2-1 0,4 1 0,-2 0 0,1 0 0,2 3 0,2-5 0,1 5 0,0-8 0,-1 5 0,1-1 0,2-1 0,-1 2 0,1 0 0,3-5 0,-3-1 0,2 1 0,1-1 0,1 1 0,-1-1 0,1-3 0,2 3 0,-1-2 0,4-1 0,-3 0 0,3 0 0,0 0 0,3 0 0,0 0 0,0 0 0,-1 0 0,0 0 0,-1 0 0,-1 0 0,-3 0 0,3 0 0,-4 0 0,1 0 0,-1 0 0,-2 0 0,0 3 0,0 0 0,1 3 0,2-3 0,0 0 0,2-3 0,-1 2 0,1 1 0,1 0 0,3-3 0,-3-1 0,0-2 0,0 1 0,2-3 0,-1-1 0,-1 1 0,-1-3 0,1 3 0,2 0 0,-2-1 0,1 1 0,2-4 0,-1 3 0,-2 0 0,1 1 0,-4-4 0,0 1 0,-3 3 0,0-3 0,1 2 0,-2 0 0,-2 0 0,-1-2 0,-5 3 0,0 0 0,-2-1 0,1 3 0,-1-3 0,2 1 0,0-4 0,1 0 0,0-2 0,-1 0 0,-2-1 0,0 4 0,-1-5 0,4-1 0,-1-2 0,-3-2 0,2 1 0,-4 0 0,3-1 0,-4-2 0,1 2 0,-3-2 0,0 1 0,0 2 0,0 3 0,0 0 0,-1 0 0,-1 0 0,0 2 0,-4 3 0,-1 0 0,0 1 0,-2-1 0,-1 1 0,0 0 0,-2 2 0,-3-1 0,1 1 0,-3-2 0,0 0 0,0-1 0,0 0 0,0 1 0,-2-1 0,-2 1 0,-2-1 0,-5 0 0,2 1 0,-1 3 0,-4 2 0,0 2 0,0 1 0,-3 1 0,3 2 0,-2 2 0,0 4 0,-1 3 0,-1 2 0,1-1 0,3 2 0,3-5 0,-1 2 0,7-3 0,5 0 0,4-4 0,8-1 0,2-4 0,6 2 0,3 1 0,2 5 0,4 0 0,1 4 0,4 2 0,1-2 0,-1-3 0,0 0 0</inkml:trace>
  <inkml:trace contextRef="#ctx0" brushRef="#br0" timeOffset="6">2751 6137 8912,'-1'13'0,"0"6"0,-2 2 0,2-1 0,1 0 0,1 0 0,2-3 0,-2 0 0,1 0 0,0-2 0,1-1 0,-2 0 0,2 0 0,-2 1 0,-1-2 0,1 0 0,2 2 0,-2-1 0,2 0 0,-2 0 0,-1 3 0,0 0 0,0-3 0,0 2 0,0-1 0,0 0 0,0-1 0,0 0 0,0-4 0,0 2 0,0-2 0,0 0 0,0-2 0,1 1 0,1-1 0,-1 2 0,2 0 0,-2 3 0,-1 0 0,0-1 0,0 2 0,0-3 0,0 4 0,0-2 0,0 2 0,1 0 0,1-4 0,1 1 0,-1 0 0,-1-2 0,-1 1 0,0-1 0,0-2 0,0 1 0,0-1 0,0-3 0,0-1 0,0-4 0,0-8 0,-4 3 0,-1-8 0</inkml:trace>
  <inkml:trace contextRef="#ctx0" brushRef="#br0" timeOffset="7">2702 6456 8912,'5'1'0,"-2"1"0,1 1 0,2-1 0,2-1 0,1 0 0,2 1 0,1 1 0,1-1 0,-1-2 0,2 0 0,2 0 0,0 0 0,-2 0 0,1 0 0,0 0 0,1 0 0,0 0 0,0 0 0,-3 0 0,-1 0 0,0 0 0,-4 0 0,4 0 0,-1 0 0,0 0 0,-1 0 0,-2 0 0,-2 0 0,0 0 0,0 0 0,-2 0 0,1 0 0,-2 0 0,-2 0 0,3 0 0,-5-2 0,-2-1 0,1-3 0,-4 3 0,0-4 0,-2 3 0</inkml:trace>
  <inkml:trace contextRef="#ctx0" brushRef="#br0" timeOffset="8">2986 6534 8912,'4'4'0,"-4"0"0,4-4 0,-4 0 0,4 0 0,-2 0 0,4 0 0,-3 0 0,2-1 0,2-2 0,1-1 0,0-5 0,-2 3 0,-1 1 0,-1-2 0,2-5 0,-1-1 0</inkml:trace>
  <inkml:trace contextRef="#ctx0" brushRef="#br0" timeOffset="9">3106 6353 8912,'5'5'0,"-1"3"0,-1 3 0,0 2 0,3 3 0,0 4 0,2 3 0,0 6 0,1 6 0,-1 3 0,1 5 0</inkml:trace>
  <inkml:trace contextRef="#ctx0" brushRef="#br0" timeOffset="10">1902 9646 8912,'0'8'0,"-1"0"0,-2-2 0,2 1 0,-2-6 0,6 2 0,-1-2 0,3-1 0,2 0 0,1 0 0,0 0 0,0-1 0,-1-1 0,-2-2 0,2 0 0,1-2 0,0-3 0,1 1 0,0-1 0,-1-1 0,1-1 0,-1-3 0,1-3 0,1 0 0,0 0 0,2 0 0,-2 0 0,1-1 0,0 1 0,-1 0 0,1 0 0,0 0 0,0-1 0,-1 2 0,1 2 0,-1-2 0,-2 1 0,1-1 0,0-1 0,-1 0 0,1 0 0,-1-4 0,1 0 0,0-1 0,-1-1 0,1-2 0,-1-1 0,1 0 0,0 0 0,-1-2 0,1-1 0,-1 1 0,1 5 0,0 0 0,-1 3 0,1-1 0,-1 4 0,1 0 0,0 0 0,0 0 0,3 0 0,-2-2 0,4-1 0,-2-2 0,2-3 0,-2 2 0,2 0 0,-3 0 0,0-3 0,-1 3 0,-2 0 0,1 4 0,-1-1 0,1-1 0,0 1 0,-4 0 0,1 4 0,0 0 0,-1 2 0,2-1 0,-1-5 0,2 2 0,0-3 0,-2 3 0,-1 1 0,0-1 0,-1-2 0,-2 6 0,2-1 0,-1 5 0,0 1 0,0 1 0,-3-1 0,1 4 0,2 2 0,-3-1 0,4-1 0,-4 0 0,0 1 0,0 4 0,-4 4 0,0 1 0</inkml:trace>
  <inkml:trace contextRef="#ctx0" brushRef="#br0" timeOffset="11">2547 8236 8912,'-4'8'0,"2"-3"0,-4-2 0,2-3 0,-2-3 0,5-2 0,6-3 0,1-2 0,4-1 0,1 1 0,0-1 0,1 1 0,2 2 0,0-1 0,3 0 0,1 2 0,-1 1 0,0 2 0,1 4 0,1 1 0,1 2 0,0 2 0,-2 3 0,-2 5 0,-2 1 0,-1 5 0,-5 1 0,-3 4 0,-2-1 0,-3 2 0,-3 1 0,-6 3 0,-4 2 0</inkml:trace>
  <inkml:trace contextRef="#ctx0" brushRef="#br0" timeOffset="12">2074 9216 8912,'-6'0'0,"0"-1"0,-1-2 0,3 2 0,-2-2 0,4 6 0,-2 4 0,1 4 0,0 6 0,0 2 0,1 6 0,-1 3 0,1 2 0,1 2 0,1 4 0,0 2 0,0-2 0,1-5 0,2-2 0,2-6 0,3-3 0,2-4 0,1-4 0,0-5 0,3-7 0,2-2 0,3-3 0,3-5 0,3-8 0,0-2 0,1-3 0,-5-5 0,5 0 0,-2-5 0,2 3 0</inkml:trace>
  <inkml:trace contextRef="#ctx0" brushRef="#br0" timeOffset="13">6600 5167 8912,'-6'-10'0,"0"0"0,0-3 0,1 1 0,-1-1 0,1 2 0,-2 2 0,2 1 0,-1-1 0,0 1 0,0-1 0,1 4 0,-4 2 0,0 3 0,1 3 0,-5 4 0,-1 7 0,-2 7 0,-1 6 0,2 5 0,1 5 0,3-2 0,0 2 0,2-1 0,4-2 0,1 0 0,4 1 0,0-6 0,0-3 0,5-8 0,2-6 0,5-4 0,1-2 0,1-2 0,4-4 0,-4-1 0,0-2 0,1-4 0,2-5 0,0-3 0,0 1 0,-3-3 0,-3 0 0,0 0 0,0 0 0,-2 0 0,-1 3 0,0 2 0,-5 3 0,1 1 0,-1-1 0,-2 4 0,2 2 0,-2 6 0,2 3 0,-2 4 0,2 2 0,1 0 0,-1 0 0,3-2 0,0 5 0,1-4 0,-1 3 0,1-3 0,0 0 0,2-1 0,3-2 0,-1-3 0,-2-1 0,-4-8 0,-1-1 0</inkml:trace>
  <inkml:trace contextRef="#ctx0" brushRef="#br0" timeOffset="14">6780 5322 8912,'0'-5'0,"1"2"0,2 6 0,-1 2 0,4 3 0,-1 1 0,3-1 0,-1 2 0,-1 1 0,-1-1 0,4 1 0,-3-1 0,-1-2 0,1 5 0,0-4 0,-1 3 0,-2-3 0,0 0 0,0-5 0,0-4 0,0-2 0,-3-6 0,1-2 0,2-3 0,-1-1 0,3-3 0,1 0 0,3-1 0,-1 4 0,1 0 0,-1 3 0,2-1 0,1 1 0,0 3 0,1-3 0,0 6 0,-2 0 0,1-1 0,-1 4 0,2-5 0,1 2 0</inkml:trace>
  <inkml:trace contextRef="#ctx0" brushRef="#br0" timeOffset="15">7073 5287 8912,'-9'0'0,"3"0"0,1 0 0,-1 0 0,-3 0 0,2 4 0,1 2 0,-2-1 0,4 3 0,-2 2 0,0-1 0,4 4 0,-1-2 0,2 3 0,1-2 0,1 2 0,2-2 0,-1-4 0,4-2 0,0 0 0,2-2 0,2 0 0,1-4 0,-1-4 0,1-1 0,-1-4 0,-2-2 0,1 1 0,0-2 0,-1 0 0,1 1 0,-2-4 0,-1 4 0,1-3 0,-4 2 0,1 1 0,-2 2 0,-1 1 0,2-1 0,-2 0 0,-1 5 0,0 0 0,0 5 0,0 2 0,0-1 0,0 7 0,0-2 0,0 4 0,0-1 0,0-2 0,4-2 0,2 0 0,1 0 0,2 2 0,1-3 0,1-2 0,-1-2 0,1-1 0,0 0 0,-1 0 0,2 0 0,-2 0 0,0-4 0,-2-2 0,-2 1 0,0 0 0,-1-1 0,4-3 0,-4 4 0,-2-1 0,-2 4 0,-1-2 0,1 4 0,2 0 0,-2 3 0,5 0 0,0 0 0,2-4 0,-3-2 0,2 1 0,-4-4 0,3 3 0,-3-1 0,1-1 0,0 0 0,0 2 0,-1-3 0,-2 5 0,3-7 0,-2 8 0,1 0 0,3 5 0,-3 6 0,0 3 0,-3 3 0,3 1 0,-1 2 0,1 2 0,-3 4 0,0-1 0,0 0 0,0-1 0,0-1 0,0-4 0,0 1 0,0-3 0,0-2 0,0-6 0,0-3 0,-1-4 0,-1 1 0,-4-2 0,-1-2 0,1-2 0,-1-2 0,1-3 0,2-4 0,1 1 0,2-4 0,1 4 0,-4-8 0,0 1 0</inkml:trace>
  <inkml:trace contextRef="#ctx0" brushRef="#br0" timeOffset="16">7529 5244 8912,'-9'0'0,"1"0"0,2 0 0,0 0 0,0 0 0,-1 1 0,0 2 0,1 3 0,4-2 0,0 2 0,1 0 0,1 3 0,3 0 0,3 2 0,2 0 0,0 0 0,2-2 0,1 0 0,-1 2 0,1 1 0,-1-1 0,-1-2 0,-4-1 0,1 1 0,-1-1 0,1 1 0,-4 0 0,-1-1 0,-1 1 0,-3-1 0,-3-3 0,-5 3 0,0-2 0,-2-2 0,3 1 0,-2-1 0,2-2 0,0-1 0,2-1 0,-1-4 0,1-5 0,-1-4 0</inkml:trace>
  <inkml:trace contextRef="#ctx0" brushRef="#br0" timeOffset="17">7649 5261 8912,'-13'14'0,"-1"-1"0,4-1 0,-2 2 0,2 2 0,0 1 0,2 0 0,-1 1 0,2-2 0,2-1 0,5 0 0,4-6 0,4 0 0,5-2 0,1-4 0,2 0 0,1-4 0,1-2 0,-1-2 0,0-6 0,0 0 0,0-5 0,1 3 0</inkml:trace>
  <inkml:trace contextRef="#ctx0" brushRef="#br0" timeOffset="18">7761 5296 8912,'-6'0'0,"1"0"0,2 0 0,-3 0 0,3 0 0,-3 0 0,4 0 0,-4 0 0,1 4 0,-1 1 0,2 3 0,1 1 0,2-1 0,-2 1 0,-1-1 0,1 1 0,0-1 0,3 1 0,0 0 0,0-5 0,4 4 0,1-7 0,3 2 0,-2-3 0,0-3 0,1-2 0,0 1 0,-1-4 0,0 2 0,-1 1 0,0 0 0,0 2 0,-2-3 0,-1 4 0,4-1 0,-5 1 0,2-1 0,-1 3 0,1-3 0,-2 6 0,4 0 0,-2 3 0,-2 2 0,2-3 0,1 0 0,2 1 0,2-4 0,0 1 0,1-2 0,0-2 0,-1-2 0,0-2 0,-2-4 0,-1 0 0,-1-3 0,2 2 0,-3-4 0,2-2 0,-2-4 0,0 0 0,-3-6 0,0 3 0,0-6 0,0 3 0,0 3 0,0 2 0,0 4 0,-4 4 0,2 1 0,-3 6 0,-1 11 0,-3 10 0,2 5 0,1 5 0,-1 4 0,3 1 0,1-1 0,-1 1 0,1 1 0,3-2 0,1 0 0,2-4 0,2-2 0,3 0 0,2-5 0,1 1 0,3-5 0,-1-2 0,3-1 0,-1-5 0,-2-3 0,1-3 0,0-1 0,0-1 0,-2-4 0,-3-6 0,3-1 0,-1-4 0,0 0 0,-2-1 0,0 1 0,-1 0 0,-2 0 0,0 0 0,-3-3 0,2 0 0,-3-3 0,1 3 0,-3 1 0,-3 0 0,-2 4 0,-3 4 0,-5 3 0,-1 8 0,-2 9 0,-2 6 0,-2 9 0,-3 6 0,-1 5 0,1 2 0,3-1-200,5 4 1,4 0 199,5 0 0,4-3 0,8-6 0,6-3-15,7-4 0,4-7 15,5-5 0,0-7 0,4-2 0,-4-3 0,4-3 0,-5-4 0,2-5 0,0 0 0,-3-2 0,-4-6 0,-3-5 0</inkml:trace>
  <inkml:trace contextRef="#ctx0" brushRef="#br0" timeOffset="19">7882 15465 8912,'0'5'0,"0"3"0,-1-7 0,-2 2 0,2-2 0,-3-1 0,12 0 0,-6-4 0,9 3 0,-6-3 0,3 4 0,-2-3 0,0 0 0,0 0 0,2 0 0,-2 2 0,0-3 0,0 1 0,2 0 0,0-1 0,-3 1 0,7 2 0,-6-5 0,5 3 0,-1 0 0,-2-1 0,1 3 0,-1-5 0,1 3 0,0-1 0,-1 1 0,4 1 0,-1-4 0,1 2 0,-4-2 0,2-2 0,1 3 0,-1-2 0,1 1 0,0-2 0,0 3 0,-1 0 0,1-1 0,0 3 0,-1-1 0,2-1 0,-2 0 0,3 2 0,-2-3 0,4 2 0,-3-2 0,0 2 0,1 0 0,2 0 0,0-1 0,0-3 0,-1 2 0,2 2 0,-1-2 0,-2 0 0,2-2 0,-1 0 0,2 1 0,-1 1 0,0 0 0,-4-2 0,4 0 0,-2 0 0,1 2 0,3-1 0,-3 1 0,-1 1 0,2-1 0,-4 3 0,3-2 0,-2 3 0,2-1 0,-3-1 0,0 1 0,2-2 0,-2 2 0,3-3 0,-2 3 0,-1 0 0,2-1 0,-1 2 0,3-3 0,-2 2 0,-2-3 0,-1 3 0,1-2 0,0 2 0,0-3 0,-1 1 0,2-1 0,-3 0 0,0 3 0,-1-3 0,1 3 0,-1-2 0,1 1 0,0 0 0,-1 0 0,1 0 0,0 2 0,-1 0 0,1-5 0,-1 5 0,1-4 0,-4 4 0,-1-2 0,-4 4 0,0 0 0,-4 0 0,3 0 0,-4 1 0,2 2 0,1-2 0,-4 2 0,1 1 0,-4-1 0,1 3 0,-1-4 0,0 4 0,1-3 0,-1 4 0,0-2 0,-2 2 0,0-1 0,-4 1 0,4-1 0,-4 2 0,4 0 0,-2-2 0,2 0 0,1 0 0,-5 2 0,5-2 0,-2 0 0,2-2 0,-1 3 0,0-2 0,0-1 0,2 1 0,0-2 0,-1 0 0,0-2 0,-3 1 0,0 1 0,3 1 0,-2-1 0,0-2 0,0 1 0,-2 2 0,2-1 0,-2 3 0,3-3 0,-4 3 0,4 0 0,-2-1 0,2 1 0,1-4 0,-1 4 0,0-1 0,0 1 0,1 1 0,-1-2 0,1 1 0,2 0 0,-1-4 0,0 4 0,-2-3 0,-1 3 0,1-3 0,2 2 0,0-2 0,-3 3 0,2-4 0,-4 1 0,3 1 0,0-2 0,-2 5 0,1-2 0,-2 1 0,-1-1 0,3-2 0,0 3 0,0-3 0,0 3 0,1-4 0,2 4 0,1-4 0,-1 5 0,0-4 0,1 2 0,-1-2 0,0 0 0,1 1 0,-1-2 0,1 4 0,0-4 0,2 4 0,-1-4 0,1 2 0,-2 0 0,0-3 0,0 2 0,1 0 0,2 0 0,-1 0 0,-3 0 0,1 0 0,-1 0 0,0-2 0,1 1 0,-1-1 0,1 2 0,-1 2 0,0-4 0,1 2 0,3-1 0,2 1 0,2-2 0,1 2 0,-4-3 0,3 0 0,-2 0 0,10 0 0,-4 0 0,6 0 0,-3 0 0,3 0 0,1-2 0,1-1 0,-1-3 0,2 2 0,0 0 0,-1 1 0,4-4 0,0 1 0,1 1 0,1 0 0,0-1 0,0-3 0,1 1 0,-1-1 0,0 1 0,0-1 0,3 0 0,0 1 0,1-1 0,0 1 0,-3-1 0,2 0 0,-2 1 0,-1-1 0,0 1 0,1 2 0,-1 0 0,0-1 0,-3 1 0,1 0 0,-4-2 0,3 4 0,-1-2 0,0 0 0,-1 1 0,2 0 0,-2-3 0,1 3 0,0-1 0,1 1 0,0 0 0,3-1 0,2-1 0,0 1 0,1-1 0,-1 1 0,-1-1 0,-1 1 0,-1 1 0,-1 0 0,1 0 0,-2-1 0,0-1 0,0 4 0,-3-2 0,0 1 0,-1-1 0,-2-2 0,1 4 0,-1-5 0,0 6 0,-2-4 0,2 4 0,-7-2 0,5 1 0,-4 2 0,2-3 0,-4 4 0,0 0 0,-4 0 0,3 1 0,-2 2 0,-2-1 0,0 3 0,-3 0 0,-1 1 0,1 2 0,-1-4 0,0 2 0,-3 0 0,-1 1 0,-4 3 0,-1 2 0,1-2 0,-3 0 0,0-2 0,-1 2 0,1 1 0,2-1 0,-2 0 0,2-2 0,0-2 0,2-4 0,1 3 0,1 0 0,2 0 0,0-3 0,0 1 0,0 0 0,-3 1 0,3 0 0,-1 0 0,1 2 0,-2-4 0,-2 4 0,5-3 0,-3 4 0,2-2 0,-2-1 0,2-1 0,-2 1 0,2-1 0,1 3 0,2-3 0,1 1 0,-1 0 0,-2 2 0,-1-3 0,1 2 0,2-1 0,1 0 0,-1 0 0,0 2 0,1-4 0,2 2 0,0-1 0,4-2 0,-1 3 0,3-4 0,0 0 0,3 0 0,-2 0 0,3-4 0,-5 2 0,-2-4 0,-1-3 0,-5-4 0</inkml:trace>
  <inkml:trace contextRef="#ctx0" brushRef="#br0" timeOffset="20">9904 12990 8912,'-1'-9'0,"-1"0"0,-1 1 0,0 0 0,-1 2 0,2 3 0,-3 3 0,2 3 0,-3 3 0,4 2 0,-1 0 0,2 1 0,1 0 0,0-1 0,0 1 0,0 0 0,0 3 0,0-3 0,0 3 0,0 1 0,0 2 0,0 0 0,0-1 0,0 6 0,0 0 0,-3 1 0,0 2 0,1 3 0,2 3 0,0 3 0,0 0 0,-1 2 0,-2 3 0,2 0 0,-2 2 0,2 0 0,1 0 0,0-5 0,0 0 0,0-5 0,0-1 0,0-1 0,0-1 0,0-1 0,0-2 0,0-2 0,0-4 0,0 1 0,0 2 0,0-5 0,0 2 0,0-5 0,0-1 0,0-1 0,0-2 0,-1 0 0,-2-2 0,2 2 0,-3-8 0,4 4 0,0-5 0,0-2 0,0 2 0,0-5 0,-1 0 0,-1-3 0,0 0 0,0-3 0,0 2 0,-1-4 0,1 0 0,-4 0 0,4-5 0,0 2 0,0-2 0,-1 1 0,2-2 0,-2 0 0,2-1 0,1 1 0,0-2 0,0 0 0,0-3 0,0 2 0,0-2 0,0-4 0,0 2 0,0-1 0,0-2 0,0 1 0,-1 0 0,-1 1 0,-1 0 0,1 4 0,0-2 0,0 3 0,1-2 0,-2-1 0,2 4 0,1 2 0,0 5 0,0 1 0,0 3 0,0 0 0,0 1 0,0 1 0,0 4 0,0-1 0,1 0 0,2-2 0,-2 2 0,1 0 0,-1 3 0,-1-2 0,0 2 0,0-3 0,0 4 0,0-2 0,0 4 0,0 8 0,0-2 0,0 5 0,0 1 0,0 0 0,0 2 0,0-2 0,0 3 0,0-1 0,0 5 0,0 2 0,0 0 0,0-1 0,0-1 0,0 4 0,0 0 0,0 2 0,0 1 0,0 0 0,0 1 0,0 1 0,-3 2 0,1 1 0,-1-1 0,3-4 0,0 0 0,0-1 0,0 0 0,0-2 0,0-2 0,0-4 0,0 1 0,0-1 0,0-1 0,0-1 0,0 0 0,0 0 0,0 0 0,0 0 0,0 1 0,0-2 0,0 1 0,0 1 0,0-2 0,0 1 0,0-1 0,0 0 0,0-4 0,0 2 0,0-3 0,0 0 0,0 0 0,0-1 0,0 1 0,0-4 0,0-2 0,0-3 0,0-7 0,0 1 0,0-5 0,-1 1 0,-2 1 0,2 0 0,-2-2 0,2-1 0,1-1 0,-1-2 0,-2-2 0,2 0 0,-2-1 0,3-1 0,0-1 0,-1-4 0,-2 1 0,2-2 0,-2-1 0,2-2 0,1-1 0,0-1 0,0 2 0,0 1 0,0-2 0,0 3 0,0 3 0,0 0 0,0-1 0,0 3 0,0 1 0,0 2 0,0 0 0,0 1 0,0 0 0,0 3 0,-1-1 0,-1 1 0,-1 1 0,0-4 0,3 3 0,0 1 0,0-2 0,0 5 0,0-2 0,0 3 0,0 0 0,0 3 0,0 1 0,0 3 0,0-2 0,0 4 0,0 8 0,0-6 0,0 7 0,0-5 0,0 2 0,0-1 0,0 4 0,0 0 0,0-1 0,0 1 0,0-1 0,0 5 0,0 1 0,0 2 0,0 2 0,0 0 0,0 2 0,0 2 0,0 4 0,0 3 0,0 3 0,0 1 0,0 1 0,0 0 0,0-3 0,-3-1 0,1-4 0,-1 1 0,-1 1 0,3-5 0,-2 0 0,2-5 0,1-3 0,0 0 0,0-4 0,0 1 0,-3-7 0,-1 0 0,0-1 0,-3 2 0,-5-3 0,3 0 0,-11-11 0,2-2 0</inkml:trace>
  <inkml:trace contextRef="#ctx0" brushRef="#br0" timeOffset="21">3683 15500 8912,'4'0'0,"0"0"0,-4 0 0,0 4 0,3-2 0,1 2 0,1 0 0,-2 2 0,2-2 0,2 0 0,1-1 0,0 3 0,1-2 0,0 0 0,3 0 0,1 1 0,5-1 0,2 1 0,0 2 0,4-3 0,-1 2 0,1 0 0,2-1 0,0 1 0,0-3 0,-3 3 0,0-2 0,0 0 0,-1-1 0,0 1 0,-2-1 0,-2-2 0,3 2 0,-1-2 0,0-1 0,1 3 0,-1 0 0,-2 0 0,2 0 0,-2-1 0,-4 4 0,1-3 0,-3 2 0,0 0 0,0 1 0,-3 1 0,3-4 0,-6 3 0,0 0 0,1 2 0,0 0 0,2 1 0,-3-4 0,-1 1 0,-3-4 0,2 3 0,-4-2 0,0-2 0,0 3 0,-4-4 0,2-1 0,-3-2 0,-1 2 0,-3-2 0,1 2 0,-1 1 0,1-3 0,-1 0 0,-2 0 0,-2 2 0,-1-1 0,-4 0 0,0-2 0,-2 1 0,-2 2 0,-1-2 0,-2-1 0,-4 1 0,2 0 0,-2 0 0,4 2 0,2-2 0,-1-1 0,4 0 0,1 0 0,0 1 0,2-1 0,0 1 0,3 1 0,-1-4 0,1 2 0,-3-2 0,1-1 0,1 4 0,-2-1 0,0 2 0,2 1 0,-2-3 0,2 1 0,2 0 0,-1 0 0,3 3 0,1 0 0,-1 0 0,4 0 0,1 0 0,3 0 0,-2 0 0,3 0 0,-2 0 0,4 0 0,4 4 0,-2-3 0,3 2 0,-3-1 0,1 1 0,2-2 0,1 1 0,-2 0 0,2 0 0,1 1 0,0-1 0,6 2 0,1-1 0,1 1 0,2-2 0,-1 0 0,7 4 0,-2-4 0,5 1 0,-2-1 0,4 1 0,-1-2 0,-1 1 0,1 0 0,1 1 0,-1-2 0,2 2 0,-5-2 0,-1-1 0,0 3 0,3 0 0,-4 1 0,-1-3 0,-2 3 0,-2 1 0,2-3 0,-5 1 0,2 1 0,-2-2 0,-2 4 0,-3-3 0,0 0 0,-1-3 0,1 3 0,-1 0 0,0 1 0,-2-2 0,1-1 0,-6 3 0,7-4 0,-7 0 0,3 0 0,-12 4 0,5-2 0,-5 3 0,0-2 0,-3 8 0,-3-1 0</inkml:trace>
  <inkml:trace contextRef="#ctx0" brushRef="#br0" timeOffset="22">4233 13867 8912,'0'-5'0,"-1"-3"0,-1 2 0,0 2 0,-4-2 0,3 3 0,-3-3 0,3 4 0,-2-1 0,3-1 0,-3 2 0,2-4 0,2 4 0,-4-3 0,2 3 0,3 1 0,-8-7 0,3 4 0,-4-3 0,1 2 0,2 2 0,0-3 0,2 3 0,-2-3 0,-1 4 0,4-4 0,-3 3 0,0-3 0,1 3 0,-1-2 0,4 3 0,-3-2 0,0 1 0,0 0 0,-1-3 0,-2 5 0,-1-7 0,1 4 0,-1-2 0,3 3 0,2 2 0,-1-1 0,0-1 0,-1 0 0,-2-1 0,-1 3 0,0-5 0,1 3 0,2 0 0,0 3 0,0 0 0,-2-4 0,-1 3 0,1-3 0,-1 4 0,3-1 0,1-2 0,2 2 0,-3-1 0,-1 1 0,0 1 0,-2 0 0,1 0 0,2 0 0,0 0 0,3 0 0,-3 0 0,1 0 0,-4 0 0,1 0 0,-1 0 0,0 0 0,1 0 0,-1 0 0,3 0 0,1 0 0,-1 0 0,-3 0 0,1 0 0,-1 0 0,0 0 0,1 0 0,-1 0 0,4 1 0,-1 1 0,0-1 0,-3 3 0,2-3 0,0 1 0,1 1 0,1 0 0,-4 1 0,0-3 0,1 5 0,-1-3 0,4 1 0,-1-2 0,-1 1 0,2 2 0,0-2 0,2 1 0,-3-1 0,4-2 0,-6 6 0,4-4 0,-1 2 0,-3 0 0,2 1 0,2 1 0,-2-1 0,1 2 0,-1 0 0,0-2 0,3 0 0,-4 0 0,2 2 0,0 1 0,-1-1 0,3 1 0,-3 0 0,2-1 0,-2 1 0,-1-1 0,4 1 0,-3 0 0,4-1 0,-4 1 0,3-1 0,-3 1 0,3-1 0,-2 1 0,2 0 0,0-2 0,-1-1 0,3 2 0,-2-3 0,2 3 0,1 1 0,-3-4 0,1 1 0,-1 0 0,3 2 0,-1 1 0,-1 0 0,-1-1 0,1 1 0,1-3 0,1-1 0,-1 1 0,-2 3 0,2-1 0,-2 1 0,3-1 0,0 1 0,0 0 0,0-1 0,0 1 0,0-1 0,0 1 0,0 0 0,0 0 0,0 3 0,0-3 0,0 3 0,0-3 0,0 0 0,0-1 0,0 1 0,0 0 0,0-1 0,0 1 0,0-1 0,0 2 0,0 1 0,0-1 0,3 1 0,-2-1 0,2-1 0,1-1 0,-1 1 0,0-2 0,1-1 0,-3 2 0,5-3 0,-4 3 0,1 1 0,1-1 0,-1 1 0,2-1 0,-2 1 0,3-3 0,-3 0 0,3-1 0,-3 4 0,2-1 0,2 1 0,-2 0 0,0-1 0,-2 0 0,3-2 0,-3 1 0,3-1 0,-3 2 0,2-1 0,1 0 0,-1-1 0,0-1 0,-3 4 0,3 0 0,3-1 0,-2 1 0,0-3 0,-3-1 0,4 1 0,-2 3 0,2-1 0,-1 1 0,2-3 0,-3-1 0,0-2 0,1 3 0,-3-3 0,3 2 0,-4-2 0,4 3 0,1 1 0,0-1 0,2 0 0,-3 1 0,0-4 0,-2 3 0,2 0 0,1-1 0,-4 1 0,3-3 0,0 2 0,-1-2 0,1 2 0,0 0 0,2-1 0,-2-1 0,-1 3 0,1-3 0,3 3 0,-2-4 0,-1 4 0,4-3 0,-5 3 0,5-1 0,-4 1 0,1-1 0,2-1 0,0 2 0,-1-4 0,1 4 0,-1-3 0,1 3 0,0-3 0,-1 2 0,1-2 0,-1 0 0,1 1 0,0-3 0,-1 2 0,1 2 0,-1-4 0,1 1 0,0 3 0,-1-3 0,1 4 0,-3-4 0,-1 1 0,2-2 0,1-1 0,0 2 0,1 1 0,-1 0 0,1-3 0,0 0 0,-1 0 0,1 3 0,-1 0 0,1-1 0,0-1 0,-1-1 0,1 0 0,0 0 0,3 0 0,-3 0 0,3 0 0,-3 0 0,0 0 0,3 0 0,-1 0 0,1 0 0,-3-1 0,2-1 0,0-1 0,1-1 0,-4 1 0,1 2 0,-1-2 0,2 2 0,1-2 0,-1 2 0,1-2 0,-1-1 0,-1 0 0,-1-1 0,1 4 0,-1-2 0,1-1 0,0 1 0,-1-4 0,1 3 0,-1-1 0,1-3 0,0 6 0,-1-4 0,-2 4 0,0-4 0,-2 3 0,2-3 0,2 3 0,-2-2 0,1-1 0,2 1 0,-1-2 0,-3 1 0,3 1 0,-2-1 0,1 2 0,2-2 0,-1-2 0,-2 3 0,0 0 0,1-1 0,-4 0 0,5-2 0,-4-1 0,2 0 0,1 1 0,-3-1 0,2 1 0,1-1 0,-4 0 0,2 2 0,2 1 0,-2-2 0,0 3 0,-2-3 0,3-1 0,-3 1 0,3-1 0,-4 1 0,1 0 0,0 1 0,0 2 0,0-1 0,-3-3 0,0 1 0,3-1 0,0 0 0,0 1 0,-3-1 0,0 4 0,0-1 0,0-1 0,0-4 0,2 4 0,1-2 0,-1 2 0,-1-1 0,-1-1 0,0 1 0,0-1 0,0 1 0,0-1 0,0 3 0,0 1 0,0 2 0,0-3 0,0 3 0,0-3 0,0 1 0,0-4 0,0 1 0,0-1 0,0 0 0,0 4 0,0-1 0,0 0 0,0-2 0,0-1 0,0 0 0,-3 1 0,0-1 0,1 1 0,2-1 0,-1 0 0,-2 1 0,2-2 0,-2-1 0,-1 1 0,1-1 0,-3 1 0,4 2 0,-1-2 0,-1-1 0,0 1 0,-2-1 0,2 1 0,1 1 0,1 1 0,-3-1 0,0 1 0,0-1 0,3 1 0,-4 3 0,3-3 0,-3 2 0,3 0 0,-2 0 0,2-2 0,-2 2 0,0 0 0,0 0 0,3-2 0,-4 3 0,1-3 0,-1-1 0,0 4 0,3-1 0,-3 3 0,3-3 0,-3 4 0,3-4 0,-2-1 0,2 2 0,-3 0 0,4 3 0,-5-6 0,2 3 0,-4-3 0,4 0 0,-1 1 0,-1 2 0,2 0 0,0-1 0,-1-2 0,-3 5 0,2-4 0,1 1 0,1 3 0,2-2 0,1 3 0,-3-1 0,2-1 0,-3 1 0,3-3 0,-3 3 0,0-2 0,1 3 0,-1-1 0,3-1 0,-2 1 0,2 0 0,-3 0 0,3 2 0,-3-2 0,3-1 0,-2 1 0,2 0 0,-2 2 0,0-1 0,1 0 0,-1-2 0,-1 1 0,-2 2 0,4-6 0,-5 4 0,0 2 0,4-3 0,-1 1 0,4 0 0,-5 2 0,3-1 0,0-1 0,-2 0 0,-3 0 0,1 2 0,2-3 0,1 3 0,0-1 0,1-1 0,1 0 0,-3 3 0,4-1 0,-1-2 0,-2 2 0,5-2 0,-5 3 0,2 0 0,2 0 0,-3-1 0,4-2 0,0 2 0,-1-3 0,-2 4 0,2 0 0,-3 0 0,1 0 0,-2 0 0</inkml:trace>
  <inkml:trace contextRef="#ctx0" brushRef="#br0" timeOffset="23">3932 13162 8912,'0'-5'0,"0"1"0,0 4 0,0-4 0,0 3 0,0-3 0,-4 1 0,3 2 0,-2-3 0,3 4 0,0-4 0,-1 3 0,-2-2 0,2-2 0,-3 1 0,1-5 0,0 0 0,-2 1 0,1-2 0,0 0 0,0-2 0,-3 0 0,2 0 0,0 2 0,0-3 0,0 0 0,0 3 0,3 0 0,-4 1 0,3-2 0,-3 0 0,4 2 0,-1 3 0,2 3 0,-2-2 0,2 3 0,-3-2 0,5 5 0,2 2 0,2 2 0,3 7 0,1 0 0,-1 5 0,1-1 0,0 2 0,2 2 0,1 0 0,-1-2 0,-2 2 0,-1-2 0,1 0 0,-1-1 0,1 0 0,-3-1 0,-1-1 0,-3-3 0,1-3 0,-2-1 0,-1-3 0,0-1 0,0-12 0,-1 2 0,-2-5 0,2 1 0,-1 2 0,-2-1 0,1 1 0,0-1 0,3 0 0,0 1 0,0-1 0,0-2 0,0-1 0,1 1 0,2 2 0,2 1 0,3-1 0,2 0 0,0 2 0,2 0 0,-2 1 0,1 4 0,-1 0 0,2 1 0,-2 1 0,0 3 0,-3 2 0,-1 5 0,-3 0 0,-2 2 0,-2 2 0,-2-2 0,-3 3 0,-5-1 0,1 0 0,-1 0 0,0-4 0,0 2 0,1-3 0,-1 0 0,1-1 0,2-3 0,2 2 0,0-4 0,0-1 0,2-1 0,1-2 0,6-2 0,-2-6 0,10-4 0,-1-4 0</inkml:trace>
  <inkml:trace contextRef="#ctx0" brushRef="#br0" timeOffset="24">4078 13015 8912,'5'0'0,"-1"0"0,-4-1 0,0-1 0,0 1 0,0-3 0,0 11 0,1-1 0,1 7 0,1-1 0,-1 2 0,-1 0 0,-1 0 0,3-1 0,-1 2 0,1-3 0,-3 1 0,0 0 0</inkml:trace>
  <inkml:trace contextRef="#ctx0" brushRef="#br0" timeOffset="25">4096 13024 8912,'-9'-17'0,"3"3"0,1-1 0,3 2 0,-1-2 0,2 3 0,1 3 0,1 1 0,2-1 0,4 1 0,5-1 0,-1 0 0,2 1 0,-4-1 0,11-3 0,-2-1 0</inkml:trace>
  <inkml:trace contextRef="#ctx0" brushRef="#br0" timeOffset="26">4328 12878 8912,'-9'0'0,"1"0"0,-1 0 0,3 0 0,1 0 0,2 0 0,-3 0 0,-1 0 0,0 0 0,-2 0 0,1 3 0,-1 0 0,1 3 0,3 0 0,-2 2 0,4 0 0,-3 1 0,3-1 0,1 1 0,2 0 0,0-1 0,0-2 0,3-1 0,3-1 0,3-2 0,1-2 0,2 0 0,-2-3 0,3 1 0,-1-3 0,0 0 0,1 0 0,-2 3 0,-2-4 0,0 4 0,-1-1 0,-2-1 0,0 1 0,0 1 0,1 5 0,-1 3 0,-2 2 0,-4 1 0,0 3 0,0 2 0,0 3 0,0 3 0,-1-2 0,-2 2 0,2-1 0,-2-2 0,-1-3 0,1 0 0,-2-3 0,2 0 0,-4-1 0,2-1 0,-3-5 0,0-2 0,2-4 0,0-2 0,3-5 0,0 0 0,3-7 0,0-2 0</inkml:trace>
  <inkml:trace contextRef="#ctx0" brushRef="#br0" timeOffset="27">4655 12818 8912,'3'-9'0,"1"1"0,0 3 0,-1 1 0,3 4 0,1 0 0,0 2 0,1 3 0,-1 4 0,-2 4 0,-2-2 0,3 3 0,-3 1 0,2 2 0,-1 0 0,-3 0 0,3 0 0,-1 1 0,0-4 0,-3 0 0,0 0 0,0 0 0,-1 1 0,-2-3 0,1 2 0,-3-2 0,-1-1 0,-3-2 0,1-2 0,-1-1 0,0 1 0,1-4 0,-1 2 0,1-2 0,-1 0 0,0-5 0,1-3 0,-1-3 0,1-10 0,-1-1 0,0-6 0</inkml:trace>
  <inkml:trace contextRef="#ctx0" brushRef="#br0" timeOffset="28">4586 12706 8912,'0'-9'0,"0"4"0,0-1 0,4 4 0,2-1 0,1-2 0,2 4 0,0-2 0</inkml:trace>
  <inkml:trace contextRef="#ctx0" brushRef="#br0" timeOffset="29">4775 12775 8912,'0'8'0,"0"1"0,0 0 0,0-1 0,3 1 0,0 0 0,0 2 0,1 0 0,-2 1 0,3-4 0,-1 0 0,1-2 0,-3 1 0,6-6 0,-3 2 0,-1-3 0,-1-3 0,-2-3 0,-1-5 0,3 1 0,0-5 0,0 4 0,-3-4 0,0 5 0,0-2 0,0 3 0,0 0 0,0 1 0,0-1 0,0 4 0,1 2 0,1 3 0,0 2 0,4 1 0,-3 4 0,3-1 0,-2 1 0,2 2 0,2-1 0,-2-3 0,1 2 0,3-4 0,0-1 0,2-1 0,2-1 0,-2 0 0,2 0 0,-3 0 0,4-4 0,-4-2 0,4-1 0,-4-2 0,0-3 0,-6 1 0,-1 1 0,0 0 0,-3-2 0,2 1 0,-2 0 0,-2 3 0,-2 2 0,2 1 0,-2 3 0,-2 1 0,4 1 0,-2 5 0,0 3 0,0 1 0,0-1 0,3 1 0,1 0 0,2 3 0,-2-3 0,3 3 0,-2-3 0,1 0 0,0 0 0,-3-1 0,4 1 0,-3-1 0,3-3 0,0-1 0,-3-4 0,2-1 0,-3-2 0,0 1 0,0-5 0,0-1 0,0-3 0,0 0 0,0 2 0,0 1 0,0-1 0,0 1 0,0-1 0,0 0 0,0 1 0,0-1 0,1 4 0,2 3 0,-2 1 0,7 1 0,-3 3 0,2 2 0,0 4 0,-2-1 0,-1 1 0,1 0 0,-2-1 0,1-2 0,-1 0 0,-2-1 0,4 3 0,-3-2 0,-1 1 0,4-6 0,-2 2 0,-2-2 0,4-5 0,-2-1 0,-2 0 0,1-1 0,-1 0 0,-1-2 0,1 2 0,1 0 0,1 0 0,3 1 0,-3-1 0,1 3 0,-2-3 0,0 5 0,4-2 0,0 1 0,2 0 0,1-1 0,0-3 0,-1 3 0,1 0 0,-1 0 0,1 1 0,0-4 0,-1 3 0,1-2 0,-3 2 0,-1-3 0,0 3 0,1-3 0,1 3 0,-5-2 0,0-2 0,-1-1 0,2 3 0,0-1 0,0 0 0,-4-1 0,-2 1 0,2-2 0,-4 7 0,2-2 0,2 3 0,-1 3 0,1 3 0,1 5 0,0 4 0,0 5 0,0 3 0,3 2 0,3 0 0,2 4 0,0 0 0,2 3 0,0-1 0,-1-1 0,-1-1 0,-2-2 0,-1-2 0,0-3 0,-2-2 0,-2-2 0,2-4 0,-6-2 0,-2-4 0,-3-2 0,-1-3 0,0-2 0,1-6 0,-1-4 0,0-3 0,1-9 0,-1-1 0</inkml:trace>
  <inkml:trace contextRef="#ctx0" brushRef="#br0" timeOffset="30">5249 12646 8912,'5'-6'0,"1"0"0,0 3 0,2-2 0,4 3 0,-1-1 0,1 2 0,-4 1 0,1 1 0,0 2 0,-1 2 0,1 3 0,-4 2 0,-2 1 0,-2 2 0,-1 1 0,-1 2 0,-2-1 0,-2 0 0,-4-1 0,1 1 0,-1-3 0,0 2 0,1-2 0,-1-2 0,1 0 0,2-2 0,0 1 0,3-1 0,-2-3 0,3-1 0,-6-8 0,3 0 0</inkml:trace>
  <inkml:trace contextRef="#ctx0" brushRef="#br0" timeOffset="31">5481 12586 8912,'0'-9'0,"-1"4"0,-2 2 0,-2 2 0,-3 1 0,-1 5 0,0 3 0,-2 3 0,0 3 0,0-3 0,5 3 0,0-2 0,3 2 0,1 1 0,1-2 0,1-1 0,0-3 0,4 2 0,1 1 0,3-1 0,2-2 0,0 1 0,2 1 0,-1-1 0,-2 1 0,-1-1 0,1-2 0,0 1 0,-2-1 0,-1 1 0,1 0 0,-4-1 0,-2 1 0,-3-1 0,-3-2 0,-4 0 0,1-1 0,-1 0 0,0 3 0,1-3 0,-1-1 0,1-1 0,-5-2 0,0-1 0</inkml:trace>
  <inkml:trace contextRef="#ctx0" brushRef="#br0" timeOffset="32">17674 5661 8912,'-9'0'0,"1"0"0,-2 0 0,-1 0 0,-2-1 0,0-3 0,6 1 0,2-4 0,-1 1 0,5-4 0,-5 3 0,6-5 0,0-1 0,0 0 0,0 5 0,-2 1 0,-2 1 0,3 1 0,-3 0 0,-3 4 0,-2-3 0,-2 2 0,-2 2 0,-1 0 0,-3 0 0,1 0 0,-5 0 0,4 0 0,-4 0 0,0 0 0,-4 0 0,1 0 0,2 0 0,-2 0 0,3 0 0,-3 0 0,-1 0 0,4 4 0,-1 2 0,1 0 0,2-1 0,-7 5 0,1-1 0,-1 3 0,-3 5 0,3-3 0,5 3 0,-3 3 0,3 1 0,3-1 0,1 1 0,2 0 0,3 5 0,3-4 0,2 1 0,0 1 0,0-2 0,4 1 0,-1 2 0,3-3 0,1-1 0,1-2 0,3 3 0,-1-3 0,6-2 0,3-1 0,5 5 0,6-6 0,-2 2 0,3-3 0,3-1 0,2 0 0,5 0 0,3-5 0,1 1 0,-1-5 0,-3 4 0,5-5 0,-5 1 0,0-2 0,-9-2 0,1 0 0,-1 0 0,4-2 0,-4-2 0,3-3 0,-7-6 0,3-1 0,2-3 0,3 2 0,1-6 0,0 5 0,-5-1 0,5-1 0,-1 1 0,5-4 0,-4 4 0,-2-4 0,-7 4 0,-1 0 0,-3 4 0,-7-2 0,3 2 0,-9-7 0,0 7 0,-2-1 0,-2 0 0,-2-4 0,-2-3 0,1-3 0,-5-2 0,-1-3 0,-4-1 0,1-5 0,-2 2 0,-2 0 0,-1-1 0,0 6 0,4-2 0,-5 7 0,-3 2 0,-3 10 0,-1-2 0,-2 9 0,-3 0 0,-2 2 0,-7 2 0,6 3 0,-1 6 0,0 0 0,-4 11 0,1 0 0,3 0 0,3-3 0,6 4 0,9-6 0,3 2 0,9-3 0,0-1 0,10 0 0,6-1 0,7-5 0,12-7 0,1-7 0</inkml:trace>
  <inkml:trace contextRef="#ctx0" brushRef="#br0" timeOffset="33">16090 4109 8912,'-19'0'0,"-2"-2"0,-2-3 0,0 1 0,6-8 0,5 8 0,1-1 0,7 3 0,-4 0 0,8-4 0,0 4 0,0-5 0,8 7 0,4 0 0,3 0 0,2 0 0,0 0 0,0 0 0,1 0 0,-1 0 0,6 0 0,0 0 0,5 0 0,-3 0 0,2 0 0,4 0 0,1 0 0,3 0 0,-1 0 0,0 0 0,7-2 0,-1-4 0,13 4 0,-1-6 0,3 3 0,5-1 0,-5-6 0,8 7 0,-2-7 0,2 7 0,-3-7 0,-9 6 0,1 1 0,0 3 0,-1-2 0,1-2 0,1 0 0,5 6 0,-5-1 0,5-5 0,-1 4 0,-5-4 0,-5 4 0,-12 2 0,-1 0 0,1 0 0,-1 0 0,-1 0 0,-3 0 0,-1 0 0,5 0 0,6 0 0,6 0 0,-5 0 0,6 0 0,-1 0 0,0 0 0,2 0 0,0 0 0,-6 0 0,2 0 0,-4 0 0,2 6 0,-2 0 0,-9 1 0,3-1 0,2-4 0,5 4 0,-1-4 0,2-2 0,-4 5 0,8 1 0,0 0 0,5-6 0,1 6 0,0-1 0,-3 1 0,-3-6 0,2 6 0,-8 1 0,0 1 0,3 0 0,-5 3 0,8-5 0,0 5 0,5-5 0,8 2 0,5-3 0,2-1 0,3 8 0,-2-7 0,-2 5 0,-2-2 0,2-5 0,-5 5 0,-3-2 0,4 0 0,2-6 0,4 1 0,2 5 0,0-4 0,0 4 0,0-4 0,-1-2 0,-5 0 0,-1 2 0,-1 1 0,0 3 0,4 2 0,10-2 0,-3-3-153,9 9 0,-9-6 153,3 5 0,-4-5 0,-1 3 0,3-1 0,2-4 0,5 3 0,-6-1 0,7 0 0,-7-6 0,9 0 0,-3 0 0,-4 0 0,-1 0 0,1 0 0,1 0 0,3 2 0,8 4 0,-10-5 0,3 5 0,-3-4 0,-3-2 0,-1 0 0,-5 0 0,2 0 0,3 0 0,3 0 0,3 0 0,10 0 0,-6 0 0,-2 0 0,-5 0 0,-8 0 0,-6 0 0,6 0 0,0 0 0,-1 0 0,7 0 0,-4 6 0,-2 0 0,-3-3 0,-2-1 0,-11 4 0,-7 0 0,-8-1 0,2-5 0,2 0 0,-1 0 0,-1 2 0,-6 4 0,3-4 0,3 4 0,2-4 0,4-2 0,-6 0 153,-4 0 0,-7 0-153,-1 0 0,-6 2 0,0 3 0,-2-3 0,-3 6 0,0-8 0,-7 0 0,-3 0 0,-7 0 0,0 0 0,-7 2 0,-5 4 0,-15 20 0,-20 24 0,10-16 0,-5 3 0,-14 12 0,-6 3 0,9-11 0,1-1 0,0 1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5.122"/>
    </inkml:context>
    <inkml:brush xml:id="br0">
      <inkml:brushProperty name="width" value="0.05292" units="cm"/>
      <inkml:brushProperty name="height" value="0.05292" units="cm"/>
      <inkml:brushProperty name="color" value="#3165BB"/>
    </inkml:brush>
  </inkml:definitions>
  <inkml:trace contextRef="#ctx0" brushRef="#br0">10360 499 8912,'-8'-29'0,"-2"2"0,1 2 0,-5 2 0,7 6 0,-1 0 0,-1 2 0,1 1 0,0 3 0,-5 7 0,1 0 0,-3 8 0,-2 8 0,-6 5 0,-2 6 0,0 5 0,0 5 0,2 1 0,6 1 0,0 5 0,0 0 0,2 0 0,3-6 0,4 1 0,8-1 0,0 0 0,0 1 0,4-3 0,8-3 0,-1 2 0,12-8 0,4 1 0,2-1 0,1-4 0,1 4 0,-3-4 0,3-1 0,-4-1 0,2 0 0,-8-6 0,2 1 0,-4-3 0,-2 3 0,0 3 0,-5-7 0,-1 3 0,-7 5 0,0-5 0,-10 4 0,-11 3 0,-4 6 0,-14 5 0,3 3 0,-14 3 0,8-8 0,-12-3 0,6-6 0</inkml:trace>
  <inkml:trace contextRef="#ctx0" brushRef="#br0" timeOffset="1">10669 894 8912,'10'8'0,"-2"-6"0,-1 5 0,-5-7 0,6 0 0,-8 0 0,0-2 0,2-1 0,3-3 0,5-6 0,7 5 0,2-3 0,4-3 0,-2-8 0,8-2 0,-8 0 0,2 6 0,-4-1 0,-2 1 0,1 0 0,-9 0 0,-9 7 0,-11 5 0,-12 5 0,-8 5 0,-5 9 0,-4 7 0,-1 5 0,7 9 0,-4-1 0,3 1 0,-1 1 0,15 2 0,6 2 0,7-2 0,6 3 0,2-7 0,12 2 0,11-13 0,5-2 0,18-9 0,6-5 0,7-9 0,0-5 0,1-10 0,-3-3 0,-5-8 0,-5-1 0,-6-5 0,-3-1 0,-15 1 0,5 2 0,-5 1 0,-4 4 0,-5 2 0,-1 8 0,-7 6 0,0-1 0,-14 3 0,-3 3 0,-5 4 0,5 4 0,-1 4 0,1 5 0,-6 12 0,5-2 0,1 8 0,1-2 0,-1 3 0,3-3 0,0-2 0,6 3 0,-3-5 0,3 0 0,2-6 0,0 1 0,0-1 0,0-8 0,7-1 0,5-8 0,3 0 0,2-8 0,1-3 0,-1-12 0,0-6 0,0 3 0,0-3 0,-5 6 0,-1-6 0,-5 6 0,4-3 0,-1 3 0,1 7 0,-6-1 0,3 8 0,-7-1 0,8 2 0,-4 16 0,7 4 0,-1 3 0,3 4 0,-1 2 0,1 2 0,2 2 0,3-2 0,-1-4 0,0 4 0,2-4 0,4-2 0,2-2 0,4-3 0,3 1 0,-3-7 0,-4 0 0,7 1 0,-5 3 0</inkml:trace>
  <inkml:trace contextRef="#ctx0" brushRef="#br0" timeOffset="2">11650 705 8912,'-9'-2'0,"3"-4"0,4 4 0,2-5 0,0 14 0,0 5 0,0 5 0,0 6 0,8-2 0,3 8 0,-1-1 0,1 7 0,-7-7 0,4 1 0,-3 2 0,1 1 0,0 0 0,-6-3 0,0-4 0,0-8 0,6 0 0,-1 1 0,1-1 0,-6-8 0,0-3 0,0-12 0,6-3 0,1-8 0,3-3 0,3-2 0,3 1 0,1-8 0,0 8 0,0-2 0,1 6 0,-1 5 0,0-1 0,0 7 0,-2-1 0,-3 1 0,3 4 0,-3-4 0,-5 12 0,-1 5 0,-6 7 0,-6 4 0,-3-1 0,-8 8 0,-8 0 0,-4 5 0,-2 1 0,3-1 0,-3-7 0,8-4 0,0-4 0,6-2 0,0 0 0,0 0 0</inkml:trace>
  <inkml:trace contextRef="#ctx0" brushRef="#br0" timeOffset="3">12046 808 8912,'0'17'0,"0"0"0,-6 1 0,1-1 0,-7 6 0,4 0 0,1 0 0,-1 1 0,2 1 0,6 4 0,0 2 0,0-9 0,0 1 0,2-5 0,4-1 0,6 0 0,3-8 0,2-3 0,2-4 0,4-2 0,-4-2 0,4-4 0,2-5 0,-2-12 0,-6 4 0,-5-4 0,-7-4 0,7-1 0,-8 3 0,0 0 0,-8 2 0,-8 0 0,-3 0 0,-2 6 0,0 0 0,-1 0 0,1 5 0,0 1 0,0-1 0,-1-5 0,9 8 0,-6-7 0,5 7 0</inkml:trace>
  <inkml:trace contextRef="#ctx0" brushRef="#br0" timeOffset="4">12356 808 8912,'0'10'0,"0"5"0,0-13 0,2 5 0,3-7 0,5 8 0,7 2 0,0-1 0,-5 6 0,-1-3 0,-1-2 0,3 1 0,-3 2 0,-2 3 0,-3 1 0,-5 0 0,6 0 0,0 0 0,-2 1 0,-3-1 0,-1-8 0,-1-1 0,-3-10 0,-2-4 0,0-3 0,6-8 0,0-3 0,0-2 0,2 1 0,4-8 0,-2 6 0,7-6 0,1 6 0,5-5 0,0 7 0,0-2 0,1 4 0,6-6 0,3-2 0</inkml:trace>
  <inkml:trace contextRef="#ctx0" brushRef="#br0" timeOffset="5">12958 739 8912,'-11'17'0,"1"1"0,2-1 0,3 0 0,5 0 0,0-5 0,0-1 0,0-5 0,0 5 0,0-5 0,0 6 0,5-7 0,1 7 0,0-6 0,-6 5 0,0-5 0,0 5 0,0-7 0,0 4 0,0-10 0,0-4 0,0-5 0,6-7 0,-1-5 0,3 2 0,-2-7 0,3-1 0,9-5 0,-1 1 0,0 5 0,0-3 0,0 8 0,6 0 0,0 6 0,2 5 0,-4 3 0,4 1 0,2 4 0,0 10 0,1 6 0,-1 11 0,-4 5 0,-6 5 0,0 1 0,1 0 0,-7 1 0,-3 5 0,-3 0 0,-3 6 0,-2-6 0,0 0 0,0-5 0,0-9 0,-7-1 0,-3-8 0</inkml:trace>
  <inkml:trace contextRef="#ctx0" brushRef="#br0" timeOffset="6">13853 155 8912,'-8'17'0,"6"2"0,-3 6 0,1 11 0,-2 14 0,-5 19 0,-12 18 0,9-37 0,1 2 0,0 4 0,-1 0 0,-2 3 0,0-1 0,1-1 0,1 1 0,1-3 0,1 0 0,0-4 0,1 0 0,1-2 0,1-1 0,-8 44 0,5-20 0,3-11 0,1-13 0,4-13 0,-3-9 0,1-8 0,-7-17 0,3-2 0</inkml:trace>
  <inkml:trace contextRef="#ctx0" brushRef="#br0" timeOffset="7">14214 791 8912,'10'-8'0,"-4"-3"0,-4 3 0,-2 2 0,0 12 0,0 6 0,0 11 0,0 5 0,0 7 0,0 7 0,0 7 0,0 7 0,0 9 0,0-2 0,-8-4 0,-4-2 0,-3-11 0,-2-6 0,0-4 0,0-1 0</inkml:trace>
  <inkml:trace contextRef="#ctx0" brushRef="#br0" timeOffset="8">14094 860 8912,'9'-2'0,"-1"-2"0,-2-4 0,0-1 0,1 3 0,-3-5 0,4-1 0,1 3 0,3-7 0,5 5 0,6 1 0,0-1 0,7 7 0,-1-2 0,4 4 0,1 2 0,-5 0 0,-1 0 0,-8 8 0,-3 3 0,-2 10 0,-9 2 0,-1 8 0,-5-2 0,-1 3 0,-5 2 0,-9-5 0,-8 0 0,-6-1 0,6 7 0,-6-3 0,6-3 0,-5 1 0,5-7 0,0-5 0,6-7 0,7-7 0,-5-4 0,5-10 0</inkml:trace>
  <inkml:trace contextRef="#ctx0" brushRef="#br0" timeOffset="9">14662 550 8912,'0'-11'0,"0"-1"0,0-1 0,0 7 0,0 6 0,0 15 0,0 14 0,0 17 0,0 6 0,0 3 0,0 4 0,0 0 0,0 4 0,0 8 0,0-8 0,7-2 0,5-15 0,3 0 0,2-12 0,1 3 0,-1-14 0,0-8 0,0-8 0</inkml:trace>
  <inkml:trace contextRef="#ctx0" brushRef="#br0" timeOffset="10">14920 980 8912,'-12'17'0,"1"0"0,5 1 0,-5-1 0,7 2 0,-2 4 0,4-4 0,2 6 0,0-2 0,0 0 0,0-6 0,2-8 0,4-1 0,5-4 0,5-2 0,1-2 0,0-2 0,-2-4 0,-1-7 0,-3-8 0,-1 2 0,1-4 0,-3-2 0,-8 2 0,0-6 0,0 6 0,-2 0 0,-4 6 0,2 2 0,-7 3 0,0-1 0,-7 7 0,1-5 0,0 5 0,0 2 0,5 4 0,1 6 0,7-4 0,-11 13 0,5-5 0</inkml:trace>
  <inkml:trace contextRef="#ctx0" brushRef="#br0" timeOffset="11">15281 705 8912,'0'-12'0,"0"1"0,0-2 0,0 3 0,0-1 0,0 7 0,0-4 0,0 10 0,0 6 0,0 9 0,0 10 0,0 13 0,-2 6 0,-3 3 0,3 3 0,-4-1 0,4 3 0,2 3 0,0-5 0,0-1 0,0-1 0,0-10 0,8-5 0,3-7 0,5-9 0,1-1 0,0-9 0,0-9 0,0-8 0,1-1 0,-1-8 0</inkml:trace>
  <inkml:trace contextRef="#ctx0" brushRef="#br0" timeOffset="12">15264 1066 8912,'-17'0'0,"0"0"0,-1 0 0,9-2 0,3-4 0,14-3 0,9-8 0,2-3 0,10-1 0,1-1 0,3 1 0,1-4 0,1 2 0,-3 0 0,-3 6 0,2-6 0,-9 0 0,1-8 0,-5 4 0</inkml:trace>
  <inkml:trace contextRef="#ctx0" brushRef="#br0" timeOffset="13">15591 619 8912,'10'10'0,"-3"5"0,-7-6 0,0 9 0,-7 1 0,-5 4 0,3 3 0,-3 11 0,1 1 0,1 2 0,-3 8 0,7-2 0,-6-3 0,7 3 0,-1-9 0,6-3 0,0-7 0,0-10 0,8-8 0,3-3 0,4-4 0,3-2 0,1-8 0,4-5 0,3-6 0,1-4 0,4-7 0,-8 1 0,0 2 0,-6-2 0,0 8 0,0-1 0,1-5 0,-9 8 0,6 1 0,-13 11 0,6 9 0,-8 5 0,0 9 0,0 5 0,0 4 0,0-3 0,0 3 0,0 4 0,6-4 0,-1-8 0,9 4 0,-3-2 0,5-6 0,1-3 0,0 1 0,0-5 0,2-2 0,4-10 0,-4-3 0,4-8 0,2-1 0,-2 1 0,0-6 0,-6 0 0,1-2 0,-1 3 0,-2 2 0,-2-1 0,-1 6 0,1 4 0,-5 7 0,1 4 0,-3 11 0,-4 12 0,4 6 0,-4 9 0,-2 2 0,0 8 0,0-2 0,-2 9 0,-4 3 0,2-1 0,-7-6 0,-4 1 0,-6 0 0,-1-1 0,-6 1 0,-3-3 0,-9-3 0,-4 2 0,-8-8 0,-5 4 0,0-10 0,-1-3 0,7-14 0,7-7 0,4-4 0,5-6 0,6-6 0,-3-11 0,5-10 0</inkml:trace>
  <inkml:trace contextRef="#ctx0" brushRef="#br0" timeOffset="14">533 7376 8912,'-17'-17'0,"0"-1"0,2 1 0,1 0 0,5 0 0,1 0 0,-5 0 0,11 9 0,-4 8 0,4 9 0,8 14 0,0 6 0,1 11 0,-1 6 0,-2 6 0,7 3 0,1 2 0,-3-1 0,5-3 0,-8-1 0,7-1 0,-4 1 0,3-2 0,-1-5 0,-5-3 0,6-7 0,-9-1 0,3 1 0,2-9 0,-2-3 0,-3-6 0,-8-5 0,-5-12 0,-7-10 0</inkml:trace>
  <inkml:trace contextRef="#ctx0" brushRef="#br0" timeOffset="15">465 7479 8912,'0'-52'0,"0"3"0,0 3 0,0 6 0,0 11 0,5 4 0,1 8 0,7-4 0,-1 4 0,9-4 0,2 9 0,6 3 0,-6-3 0,7 9 0,-1-3 0,1 4 0,-1 2 0,2 0 0,-8 0 0,-2 2 0,-2 4 0,-10 5 0,-3 12 0,-4-2 0,-2 8 0,0-1 0,0 7 0,-8-1 0,-3 0 0,-4 7 0,-3-1 0,1 2 0,0-4 0,2 2 0,3-2 0,-3-1 0,3-3 0,5-7 0,1-4 0,-4-4 0,1-2 0</inkml:trace>
  <inkml:trace contextRef="#ctx0" brushRef="#br0" timeOffset="16">1101 7376 8912,'0'-19'0,"0"-2"0,0-2 0,0 2 0,0 7 0,0 3 0,-2 1 0,-3-1 0,1 3 0,-8 8 0,-1 2 0,-2 4 0,-2 5 0,-1 12 0,1 4 0,0 7 0,0 7 0,-1-1 0,1 0 0,0-6 0,6 1 0,-1-1 0,8-7 0,-1-4 0,3-4 0,4-4 0,3-3 0,-1-5 0,8-7 0,1-6 0,10 1 0,-4-14 0,4 1 0,-4-5 0,-2 1 0,2 2 0,2-4 0,2 1 0,-2 0 0,-1 2 0,-3 9 0,-2-3 0,-3 4 0,3 3 0,-4 2 0,-1 4 0,1 2 0,-7 8 0,4 5 0,-2 6 0,-1 4 0,1 8 0,-6-2 0,2-3 0,4 3 0,-4-8 0,3 2 0,3 2 0,-2-2 0,7 0 0,-11-14 0,13-9 0,-5-9 0</inkml:trace>
  <inkml:trace contextRef="#ctx0" brushRef="#br0" timeOffset="17">1342 7238 8912,'0'-26'0,"0"-7"0,0 4 0,0-1 0,0 1 0,0 4 0,0 8 0,0 0 0,0 0 0,0 7 0,0 6 0,0 16 0,0 1 0,0 16 0,0 1 0,0 3 0,0 3 0,0 4 0,0 2 0,0 4 0,2-4 0,4-7 0,-2 5 0,7 0 0,-1-2 0,1-9 0,5 1 0,-5-9 0,4-3 0,3-5 0,-1-9 0,0 1 0,6-5 0,0-5 0,0-7 0,-6-9 0,0-4 0,0-1 0,-1-3 0,-5-5 0,-1 1 0,-5 4 0,-3-1 0,4 7 0,-4 0 0,-2 6 0,0 0 0,-8 0 0,-1 9 0,-8 8 0,-1 15 0,1 14 0,2 1 0,3-1 0,5 3 0,7-3 0,0 4 0,0 1 0,0-7 0,0-4 0,7-4 0,5-2 0,11-7 0,6-5 0,9-3 0,2-2 0,6-2 0,-6-3 0,-2-9 0,-1-7 0,-11-6 0,-1-7 0,-8 0 0</inkml:trace>
  <inkml:trace contextRef="#ctx0" brushRef="#br0" timeOffset="18">2065 6963 8912,'-11'-7'0,"-1"-5"0,8 4 0,-9 5 0,7 14 0,-1 8 0,1 16 0,4 5 0,-4 0 0,4 8 0,2-3 0,0 5 0,0 2 0,8-6 0,3-1 0,5-6 0,1 1 0,0-4 0,0-4 0,2-5 0,4-10 0,-2-1 0,8-11 0,-8-14 0,12-10 0,-7-16 0</inkml:trace>
  <inkml:trace contextRef="#ctx0" brushRef="#br0" timeOffset="19">2306 6946 8912,'-2'-17'0,"-2"0"0,-3 1 0,-3 5 0,6 3 0,-9 10 0,7 6 0,0 9 0,-1 10 0,5 5 0,-4 3 0,4 5 0,2 0 0,0 8 0,0-3 0,0-3 0,0-1 0,2 1 0,4-2 0,5-4 0,5-5 0,1-1 0,0-7 0,0-8 0,0-9 0,6-4 0,0-2 0,0-2 0,-6-4 0,1-3 0,-1-8 0,0-2 0,-2-2 0,-1-4 0,-3-2 0,-5 4 0,5-6 0,-7 3 0,2-3 0,-4 4 0,-2 8 0,0 0 0,0 0 0,-2 7 0,-4 4 0,-1 6 0,-5 6 0,-3 5 0,3 12 0,3-2 0,-1 8 0,1 2 0,-1 1 0,6 2 0,-1 1 0,3-6 0,2-1 0,5-7 0,1 2 0,9-4 0,1-4 0,7-3 0,3-6 0,5-6 0,9-6 0,-4-4 0,5-7 0,-5-6 0,-2 0 0,-1-5 0,-4 5 0,1 0 0,-7 6 0,0 1 0,-8 3 0,-3 2 0,-5 7 0,-7-4 0,0 8 0,0 8 0,-1 3 0,-5 4 0,4-5 0,-6-2 0,8-8 0</inkml:trace>
  <inkml:trace contextRef="#ctx0" brushRef="#br0" timeOffset="20">1876 7324 8912,'-35'-7'0,"9"5"0,3-4 0,13 4 0,12 0 0,15-2 0,16-1 0,11-7 0,13 6 0,4-5 0,6 3 0,0-1 0,2-5 0,-12-1 0,6-2 0,0-8 0,-1-2 0</inkml:trace>
  <inkml:trace contextRef="#ctx0" brushRef="#br0" timeOffset="21">3080 7118 8912,'6'-12'0,"0"1"0,-2-2 0,-10 5 0,-6 2 0,-3 4 0,4 2 0,-1 0 0,-1 2 0,-2 4 0,-3 4 0,1 7 0,2 0 0,3 0 0,-1 0 0,5 1 0,1-1 0,-1 0 0,2 2 0,6 4 0,0-4 0,2 6 0,4-2 0,5 0 0,5 5 0,1-5 0,0 6 0,0-6 0,-1 6 0,-5-7 0,2 9 0,-5-4 0,0 1 0,-1 1 0,-3 0 0,-10 5 0,-11 1 0,-11-1 0,-13 8 0,-4 4 0,-13 3 0,-18 11 0,32-30 0,0 1 0</inkml:trace>
  <inkml:trace contextRef="#ctx0" brushRef="#br0" timeOffset="22">4388 7806 8912,'0'-18'0,"0"1"0,0 6 0,0-1 0,0 9 0,0-5 0,0 10 0,0 4 0,0 5 0,0 4 0,0 2 0,0 8 0,0 2 0,0 2 0,0-1 0,0 1 0,0 5 0,0 1 0,0-1 0,0 1 0,0-1 0,0-2 0,0-3 0,8 2 0,3-8 0,-3-8 0,7-7 0,-5-8 0</inkml:trace>
  <inkml:trace contextRef="#ctx0" brushRef="#br0" timeOffset="23">5627 7943 8912,'8'-15'0,"3"2"0,5 3 0,1 2 0,0 3 0,0-3 0,0 6 0,3-4 0,1 4 0,2 2 0,0 0 0,-6 0 0,-2 2 0,-3 4 0,1 4 0,-7 7 0,-3 0 0,-1 0 0,-2 2 0,0 4 0,-2-2 0,-3 8 0,-7 0 0,-3-3 0,3 5 0,1-8 0,0 5 0,-7-5 0,3 0 0,2-5 0,3-1 0,2 0 0,3 0 0,5 0 0,4-7 0,5-4 0,8-5 0,10-2 0,-4-5 0,13 0 0,1-9 0,3-4 0,2 0 0,6 0 0,-2 1 0,3 1 0,3 0 0,7-16 0,2-3 0</inkml:trace>
  <inkml:trace contextRef="#ctx0" brushRef="#br0" timeOffset="24">7503 7995 8912,'11'-8'0,"-1"-3"0,0-5 0,-1-1 0,-3 2 0,3 2 0,1 3 0,0 2 0,3-5 0,8 3 0,2 1 0,0 1 0,-6 8 0,0 0 0,0 0 0,1 0 0,-1 8 0,-2 3 0,-3 5 0,-5 3 0,-7 4 0,-7-4 0,-5 4 0,3-4 0,-1-2 0,1-2 0,-1-3 0,6 3 0,-2-4 0,4 5 0,2 1 0,0 0 0,8-2 0,4-3 0,9-4 0,2-8 0,7 0 0,-1 0 0,3 0 0,3 0 0,-3 5 0,-3 1 0,3 2 0,-3-3 0,-4-1 0,-2 8 0,-10-7 0,-3 7 0,-2 1 0,-7 4 0,-12 6 0,-8-4 0,-16 4 0,-1 2 0,-4-2 0,4 0 0,-5-6 0,5 0 0,2 1 0,7-1 0,4 0 0,4-6 0,2 1 0,9-8 0,10 2 0,13-5 0,10-16 0,10-4 0</inkml:trace>
  <inkml:trace contextRef="#ctx0" brushRef="#br0" timeOffset="25">9396 7857 8912,'-12'-5'0,"1"-1"0,7-8 0,-9 14 0,5-1 0,-1 4 0,-3 11 0,-5-3 0,0 10 0,-2 4 0,-2 2 0,-2 3 0,-6 3 0,6 1 0,0 1 0,6-1 0,-4-2 0,4-1 0,5-4 0,3-2 0,7-2 0,-4-6 0,6-2 0,6-4 0,5-3 0,12-8 0,6 0 0,11 0 0,4-8 0,7-3 0,-5-4 0,0-2 0,-8-1 0,3 1 0,-1 2 0,-4 1 0,-5 3 0,-5-2 0,-10-3 0,-1-8 0,-5-3 0</inkml:trace>
  <inkml:trace contextRef="#ctx0" brushRef="#br0" timeOffset="26">9413 7943 8912,'-15'2'0,"1"2"0,3 2 0,5 1 0,-5-1 0,7 4 0,-4 9 0,3 4 0,-1 5 0,-2 12 0,2 6 0,5 10 0,-5 3 0,4 2 0,2 4 0,2 2 0,4 2-235,3-16 0,8-3 1,1-16-1</inkml:trace>
  <inkml:trace contextRef="#ctx0" brushRef="#br0" timeOffset="27">10979 7943 8912,'-6'-19'0,"1"-2"0,1-2 0,2 2 0,2 8 0,-2 3 0,-4 3 0,-3 1 0,-10 6 0,-2 2 0,-2 4 0,0 9 0,5 8 0,1 5 0,0-3 0,2 0 0,3 0 0,5 4 0,7-7 0,0 9 0,0-4 0,0 1 0,0 1 0,5-8 0,1 2 0,7 2 0,-1-2 0,3 0 0,2-6 0,1 0 0,-1 0 0,-6-1 0,1-5 0,-1 4 0,-1-5 0,-4 7 0,-6-2 0,-6-3 0,-6 3 0,-11-3 0,-1-3 0,-5 3 0,-4-7 0,5 7 0,3-8 0,0 3 0</inkml:trace>
  <inkml:trace contextRef="#ctx0" brushRef="#br0" timeOffset="28">10824 7978 8912,'17'0'0,"6"-8"0,0-3 0,8 1 0,-2 0 0,5 3 0,6 3 0,2-4 0,4 3 0,10-1 0,-5 6 0,5 0 0,-5 0 0,1 0 0,0 0 0,3 0 0,-3 0 0,3-8 0,-11-1 0</inkml:trace>
  <inkml:trace contextRef="#ctx0" brushRef="#br0" timeOffset="29">12356 7943 8912,'-10'-17'0,"5"0"0,3 0 0,2-1 0,0 7 0,0 0 0,0-1 0,-2 4 0,-2 8 0,-4 10 0,-1 5 0,-1 10 0,-1 4 0,-5 5 0,5 6 0,-3 6 0,3 4 0,-2-4 0,7-1 0,0-4 0,6 4 0,0-6 0,0 1 0,8-12 0,3-5 0,6-5 0,6-7 0,-2-3 0,8-8 0,-8-2 0,2-4 0,2-4 0,-2-7 0,0-6 0,-6-2 0,-2-1 0,-3-5 0,-5 4 0,-7-1 0,-1 5 0,-5-6 0,-4 8 0,-7-2 0,-8 12 0,-3 5 0,-1 4 0,-6 2 0,11 2 0,-11 4 0,5 3 0,-5 9 0,8 4 0,4 1 0,12 0 0,-4-5 0,5-1 0</inkml:trace>
  <inkml:trace contextRef="#ctx0" brushRef="#br0" timeOffset="30">13956 7960 8912,'-23'-1'0,"0"-5"0,16 4 0,-7-6 0,20 8 0,6 0 0,3 0 0,2 0 0,0 0 0,2 0 0,2 2 0,2 4 0,0-4 0,-6 4 0,1-5 0,-1-1 0,0 0 0,0 0 0,1 0 0,-1 8 0,-2 2 0,-3 7 0,-5-4 0,-7 4 0,6-1 0,0 12 0,-1-5 0,-5 6 0,0 0 0,0 5 0,-2 6 0,-3 0 0,-5 6 0,-7-6 0,0-2 0,0-1 0,-3-9 0,-3 1 0,4-10 0,-4 0 0,4-7 0,2-5 0,0 7 0,0-5 0</inkml:trace>
  <inkml:trace contextRef="#ctx0" brushRef="#br0" timeOffset="31">13956 8321 8912,'-7'-24'0,"5"5"0,-4-4 0,4 9 0,2 3 0,2 1 0,4-1 0,5 5 0,6-2 0,6 3 0,6 1 0,3 2 0,11 4 0,2 4 0,13-3 0,5 9 0,11-3 0,7 5 0,3-3 0,2-7 0,0 4 0</inkml:trace>
  <inkml:trace contextRef="#ctx0" brushRef="#br0" timeOffset="32">15901 8029 8912,'-2'-32'0,"-2"1"0,-2 4 0,3 3 0,1 3 0,2 1 0,-2 5 0,-4 4 0,-6 3 0,-9 8 0,-3 0 0,-3 0 0,4 8 0,-6 3 0,8 4 0,-2 3 0,4-1 0,2 0 0,2 0 0,3 0 0,6 1 0,4-1 0,2 0 0,2 2 0,4 4 0,4-4 0,7 4 0,8-4 0,2 0 0,1 2 0,1 2 0,-2 0 0,1-6 0,-1 1 0,-4-1 0,-6 0 0,0 0 0,1 0 0,-18-1 0,0-5 0,-14 2 0,-9-7 0,-7 6 0,1-7 0,-2-1 0,3-2 0,-3-2 0,8 0 0,0 0 0,6-2 0,0-4 0,7-5 0,5-12 0,3 4 0,2-4 0,2-2 0,3 2 0,5-5 0,7 5 0,8-6 0,6 4 0,7-2 0,13-1 0,11-7 0</inkml:trace>
  <inkml:trace contextRef="#ctx0" brushRef="#br0" timeOffset="33">17639 7874 8912,'-6'-17'0,"-1"0"0,-3 2 0,-5 1 0,-6 3 0,0 7 0,-10-2 0,-3 4 0,-5 2 0,-7 2 0,4 4 0,-2 6 0,-3 3 0,5 8 0,1 0 0,5 5 0,4-5 0,3-2 0,6-2 0,10-1 0,1-1 0,8 0 0,-2-7 0,12-5 0,8-3 0,7-2 0,5-2 0,9-3 0,-1-5 0,1-7 0,-1 0 0,1-1 0,-1 1 0,0 0 0,-7 6 0,-4-1 0,2 3 0,-2-3 0,-2 6 0,-2 4 0,-2 2 0,-7 16 0,-4 7 0,-6 17 0,-8 13 0,-9 14 0,-10 11 0,-6 8 0,-3 4 0,16-43 0,-2 0 0,-3 1 0,-2-1 0,-1-1 0,-3-2-153,-3 3 0,-1-2 1,1-4-1,-1-2 1,1-1-1,0 0 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5.156"/>
    </inkml:context>
    <inkml:brush xml:id="br0">
      <inkml:brushProperty name="width" value="0.05292" units="cm"/>
      <inkml:brushProperty name="height" value="0.05292" units="cm"/>
      <inkml:brushProperty name="color" value="#3165BB"/>
    </inkml:brush>
  </inkml:definitions>
  <inkml:trace contextRef="#ctx0" brushRef="#br0">2426 8236 8912,'-34'0'0,"2"0"0,3 0 0,10 1 0,11 3 0,14 4 0,7 0 0,4-1 0,1 7 0,1-5 0,2 3 0,2-1 0,7 0 0,-1 7 0,3 1 0,3 4 0,7-2 0,4 5 0,4 1 0,1 0 0,7 2 0,-1 5 0,16 8 0,3 4 0,-32-21 0,2 1 0,5 2 0,1 2 0,3 3 0,1 3-336,4 3 0,1 2 0,0 1 1,0 2 335,2 1 0,0 1 0,2 2 0,0 0 0,4 3 0,0 1 0,0 0 0,-1 1 0,2 1 0,-2 1 0,0 3 0,0 3 0,1 2 0,0 1 0,1 1 0,1-2 0,-21-19 0,0-2 0,1 0 0,1 0 0,-1-2 0,1 1 0,22 19 0,1 0 0,2-2 0,1 1-292,-27-18 1,1 2-1,0-1 1,2-2-1,2 0 1,0-2 291,1-1 0,1-1 0,-1 0 0,-2 0 0,-1 1 0,0-1 0,22 13 0,-1-1 0,3 4 0,1 0 0,-25-16 0,1 0 0,0 0 0,1 0 0,-1-2 0,0 1 0,26 20 0,-1-1 0,-24-20 0,0-1 0,0 0-312,25 15 1,-1 1 0,0 0-1,1 1 312,-1 4 0,0 1 0,-26-18 0,1 0 0,-1 0 0,-1 1 0,1 1 0,-1-1 0,1-1 0,0 0 0,-1 0 0,25 14 0,-1 1 0,0-1 0,1 1 0,1 0 0,0 1 0,2 0 0,-1-1 0,0 0 0,1-1 0,-2 2 0,-2-1 0,-7-6 0,-2 0 0,4 2 0,1-1-229,2-3 1,0-2 0,-1 6 0,1-2 228,-3-6 0,-1 0 0,-1 4 0,-2 0 0,-5-4 0,0-2 0,3 2 0,2-1 30,3-1 1,-1-2 0,-7-4 0,-1-3-31,-2-2 0,0-2 0,-4 0 0,-1 0 0,-1-5 0,1 0 0,-2 0 0,1 0 210,4-2 0,-1-2 0,-7 1 0,-1-1-210,1-2 0,-2 0 0,32 11 418,-11-8 1,0 1 0,-8-1-419,0 0 0,-7-2 0,-9-1 660,3-3 0,-6-5-660,-2 5 0,-9-7 526,-2 2 0,-14-4-526,2-2 660,-3 0-660,-5 0 0,-1-2 0,-8-4 0,-10-11 0,-7-12 0,-10-3 0,-20-18 0,-7-3 0</inkml:trace>
  <inkml:trace contextRef="#ctx0" brushRef="#br0" timeOffset="1">9792 8012 8912,'-44'-40'0,"7"2"0,11 7 0,8 12 0,13 11 0,-1 14 0,4 6 0,0 10 0,-4 9 0,-5 7 0,-6 14 0,-6 13 0,-6 7 0,-3 9 0,-5 5 0,17-40 0,-2 1 0,-3 4 0,-1 1 0,-4 4 0,-2 1 0,-4 6 0,-2 0-122,-2 3 1,0 0 0,-3 5-1,-1 1 1,0 4 0,-1 1-1,-1 3 1,0 1 121,1 1 0,0 2 0,15-26 0,0 0 0,0 0-103,-15 25 0,-2 0 0,15-26 1,0 0-1,-1 1 0,-3 1 1,0 1-1,-1 0 0,-1 2 0,1 0 1,-1 0 102,0 0 0,0 0 0,1 1 0,1 1 0,0 2 0,1-1 0,1-3 0,0 0 0,-1 1-899,-1 1 0,-1 0 1,-1 1 898,-2 2 0,-2 1 0,0-1 0,-2 0 0,-1-1 0,0 0 0,-1 3 0,0 0 0,0-1 0,3-1 0,0-1 0,1 0 0,2 0 0,1 0 0,-1 1 0,-1 0 0,-2-1 0,-1 1-222,-2 2 0,-1 0 0,-1 0 0,-1 1 0,0 0 1,0 0 221,1-1 0,0-1 0,0 1 0,1 0 0,1-1 0,0 1 0,2 0 0,0 0 0,0 0 0,-2-2 0,0 0 0,-2-1 0,-2 1 0,-2 0 0,1 0 0,2-1 0,0 0 0,2 1 0,2-3 0,2 0 0,-1 0 0,-2 2 0,0-1 0,0-1-91,2-2 0,0-1 0,0 0 0,0-1 0,-1 0 0,1-1 91,-2 1 0,-1-1 0,2 0 0,1-2 0,1 1 0,2-1 0,2-2 0,1 1 0,0-1 0,1-1 0,0-1 0,0 1-38,-18 25 0,-1-2 1,1-5-1,-1-2 38,-1-1 0,0-1 0,5-5 0,2 0 0,6 1 0,2-2 0,5-7 0,2-3 211,3-2 1,0-2-1,2-4 1,-1 0-1,-1-4 1,-1-2-1,-28 31 1,4-10-212,7-6 0,-2-9 0,16 4 0,-4-8 0,4 2 0,1-2 0,1-11 0,-3 11 0,5-11 0,5 3 0,-2 3 0,-1-1 0</inkml:trace>
  <inkml:trace contextRef="#ctx0" brushRef="#br0" timeOffset="2">22974 10247 8912,'-18'-8'0,"9"7"0,1-7 0,8 10 0,2 4 0,4 5 0,-4-1 0,3 1 0,3-5 0,-2 5 0,0 3 0,1 1 0,-3 4 0,8 4 0,-9-2 0,3 8 0,-2-1 0,2 7 0,-3 7 0,9 4 0,-8 5 0,2 6 0,1 10 0,-1 8 0,5 15 0,-3 3 0,-4-40 0,0 1 0,-1 6 0,1 0 0,2-3 0,0-1-159,-3 2 1,0-1 0,0-4-1,1-1 159,-1-3 0,0-1 0,-2 3 0,2 0 0,2-2 0,1-1 0,4 38 0,1-6 0,3-7 0,-9-6 0,1-2 0,2-2 0,-6-8 0,3 2 0,-10 3 0,-7-3 0,-1 2 0,1-2 0,-3-3 0,4 3 0,1-5 0,-1-6 0,7 1 0,-2-6 0,-2-9 0,3-9 0,-1-10 634,6-1-634,0-8 0,0 11 0,0-11 0,0 7 0,0-5 0,0 5 0,0-5 0,0 6 0,0-1 0,0 6 0,0 0 0,0-5 0,0-1 0,0-5 0,0 5 0,0-7 0,0 2 0,0-12 0,0-3 0,0-8 0,0-1 0,0 1 0,-2 0 0,-4 0 0,2 0 0,-7-1 0,-1-6 0,-5-3 0</inkml:trace>
  <inkml:trace contextRef="#ctx0" brushRef="#br0" timeOffset="3">22956 10505 8912,'0'-27'0,"-5"-3"0,-3 7 0,0 2 0,1 2 0,-5 7 0,5 3 0,-3 1 0,-1 2 0,-7 8 0,1 4 0,2 5 0,1 12 0,3 6 0,-2 3 0,-1-1 0,3 3 0,-3-3 0,9 9 0,-7-4 0,6-3 0,1-3 0,-3-1 0,6-8 0,-4 4 0,4 0 0,2-6 0,0-2 0,0-9 0</inkml:trace>
  <inkml:trace contextRef="#ctx0" brushRef="#br0" timeOffset="4">22956 10436 8912,'35'10'0,"-8"-1"0,-5-3 0,3-4 0,-2 4 0,8 1 0,-2 1 0,5 2 0,6 3 0,-2-4 0,6 1 0,0 0 0,0-1 0,-4 5 0,6 8 0,-7 5 0,1 8 0,-4 14 0,-1 5 0</inkml:trace>
  <inkml:trace contextRef="#ctx0" brushRef="#br0" timeOffset="5">23266 12499 8912,'-15'-1'0,"1"-3"0,5 0 0,1 6 0,4 9 0,3 10 0,2 14 0,3 10 0,2 7 0,-2 5 0,3 6 0,-1 12 0,-2 5 0,-2 4 0,-8 8 0,0 0 0,-7-8 0,3-12 0,1-7 0,3-7 0,-1-7 0,1-5 0,-8-12 0,11-11 0,-9-11 0,8-5 0,-11-12 0,4-1 0,-5-7 0,-1 1 0,0-11 0,0-4 0</inkml:trace>
  <inkml:trace contextRef="#ctx0" brushRef="#br0" timeOffset="6">22836 13222 8912,'0'-10'0,"8"25"0,3 6 0,12 19 0,2-3 0,4-3 0,3 6 0,-3 0 0,1 2 0,-1-2 0,3-3 0,-3 3 0,-2-6 0,-2-5 0,-4-6 0,-6-4 0,-1-4 0,3-3 0,-8-5 0,7-7 0,-7 0 0</inkml:trace>
  <inkml:trace contextRef="#ctx0" brushRef="#br0" timeOffset="7">23576 13307 8912,'-17'0'0,"-1"8"0,1 4 0,6 11 0,-1 5 0,1 10 0,-6 3 0,-1-1 0,3-6 0,4-2 0,5-3 0,-2 2 0,3-8 0,-1 0 0,6-6 0,0 0 0,2-8 0,3-3 0,-1-6 0,8-6 0,-1-11 0,6-9 0</inkml:trace>
  <inkml:trace contextRef="#ctx0" brushRef="#br0" timeOffset="8">24144 12104 8912,'0'-44'0,"0"6"0,-2 5 0,-4 5 0,4 12 0,-4-1 0,5 2 0,1 7 0,0 3 0,0 10 0,0 7 0,5 11 0,1 5 0,2 5 0,-3 1 0,-3 2 0,4 5 0,2-5 0,-1 4 0,1-2 0,0 2 0,-1-3 0,-1 3 0,-2-4 0,7-2 0,-5 5 0,6-5 0,-3 4 0,3-9 0,3-4 0,-4-2 0,5-6 0,1-6 0,2-3 0,4-8 0,4-2 0,-1-4 0,7-9 0,-4-8 0,3-7 0,3 1 0,-7-2 0,-1 1 0,-2 1 0,-4-1 0,-2 3 0,-2-2 0,-7 8 0,-4-2 0,-5 4 0,-1 2 0,-13 5 0,-4 1 0,-4 7 0,4-2 0,-6 6 0,0 6 0,0 4 0,6 7 0,1 2 0,5 4 0,-3-4 0,9 4 0,1-2 0,2 2 0,10-6 0,3 0 0,6 0 0,6-5 0,6-4 0,11-3 0,2-5 0,6-5 0,-4-7 0,-2-3 0,4-4 0,-6-4 0,-6 4 0,-5-4 0,-8-2 0,2 2 0,-11 0 0,-7 6 0,3 5 0,-2 1 0,-3 7 0,-8-2 0,1 6 0,-8 6 0,9-2 0,-3 7 0,-2 1 0,3 5 0,-1 0 0,6 0 0,0 1 0,0-1 0,0 0 0,0-5 0,0-1 0,0-7 0,0 11 0,2-13 0,3 2 0,7-8 0,-3-6 0,3-7 0,-1 0 0,7 0 0,-1-2 0,0-4 0,6 4 0,0-4 0,6 4 0,-6 2 0,7-1 0,-1 1 0,-2 0 0,1 0 0,1 0 0,5 1 0,-1 3 0,-4 1 0,1 7 0,-7-7 0,0 3 0,-6-3 0,-7-3 0,-3 5 0,-8 1 0,-5 3 0,-4 4 0,-7 2 0,0 0 0,0 0 0,-1 2 0,1 4 0,0 3 0,2 9 0,3-1 0,5 0 0,7 0 0,0 0 0,0 1 0,0 1 0,0 4 0,1-2 0,5 7 0,2-5 0,3 6 0,5-6 0,-5 5 0,4 1 0,3 5 0,-3 1 0,-4-1 0,3 1 0,-8-1 0,-1-5 0,-5-1 0,0-1 0,0 2 0,-7 1 0,-5-9 0,-1-4 0,1-3 0,-3-3 0,5-1 0,1-10 0,1-17 0,8-10 0</inkml:trace>
  <inkml:trace contextRef="#ctx0" brushRef="#br0" timeOffset="9">25865 11502 8912,'0'29'0,"0"0"0,2 1 0,3 10 0,7 6 0,11 11 0,-4-3 0,4 3 0,-4-3 0,-2-3 0,-2-5 0,-3 0 0,-4-8 0,-8 2 0,0-3 0,0-3 0,-8-2 0,-4-1 0,-5-6 0,-6-6 0,4 2 0,-6-12 0</inkml:trace>
  <inkml:trace contextRef="#ctx0" brushRef="#br0" timeOffset="10">25830 12104 8912,'-15'-17'0,"3"0"0,5-1 0,7 1 0,0 0 0,4 0 0,7 0 0,10-1 0,19-1 0,8-4 0,8-5 0,9-10 0,3-3 0,5 1-144,-10 6 0,-4 0 144,-1-1 0,-12 1 0,-6-1 0,-13 9 71,-10 3-71,0-4 0,-15 8 0,6 2 0,-8 11 0,-2 12 0,-4 5 0,2 4 0,-7 3 0,7 1 54,-2 4 0,-2-2 1,1 9-1,-1 5-54,0 3 0,1 2 0,1-6 0,4 1 0,-4-1 0,5 0 0,1 1 0,0-3 0,0-3 0,0 2 0,0-9 0,0 1 0,0-5 0,0-1 0,0-8 0,1-1 0,5-10 0,6-4 0,3-3 0,2-8 0,0-6 0,1 0 0,5-6 0,-1 6 0,7 0 0,-6 6 0,8 0 0,-5 2 0,3 1 0,0 3 0,-1 7 0,7-2 0,-1 4 0,1 2 0,-7 8 0,1 3 0,-6 3 0,6-3 0,-8 4 0,2-3 0,-4 1 0,0 1 0,2-5 0,2-1 0,0 3 0,-6-5 0,8 7 0,2-3 0</inkml:trace>
  <inkml:trace contextRef="#ctx0" brushRef="#br0" timeOffset="11">21132 12052 8912,'-17'0'0,"0"0"0,0 0 0,-1-2 0,1-1 0,0-3 0,2-2 0,3 3 0,5-5 0,7-7 0,7 2 0,5-1 0,3 1 0,2-4 0,0-4 0,1-2 0,-1-9 0,0-10 0,0-6 0,-7-9 0,-3-2 0</inkml:trace>
  <inkml:trace contextRef="#ctx0" brushRef="#br0" timeOffset="12">21201 10539 8912,'0'-24'0,"-6"3"0,-1-6 0,-1 2 0,0 4 0,3 8 0,5 1 0,-6 1 0,0-7 0,2 1 0,10 0 0,6-2 0,3-4 0,2-4 0,2-1 0,2-1 0,4-2 0,2-1 0,-6-2 0,2-1 0,-4 1 0,-2-16 0,0-3 0</inkml:trace>
  <inkml:trace contextRef="#ctx0" brushRef="#br0" timeOffset="13">21562 9198 8912,'-15'-17'0,"4"0"0,1 5 0,4 1 0,4 5 0,-3-5 0,3 3 0,6-7 0,5-4 0,8 0 0,14-8 0,3-2 0,7-11 0,4-6 0,-2-3 0,-1-11 0,2-1 0</inkml:trace>
  <inkml:trace contextRef="#ctx0" brushRef="#br0" timeOffset="14">22543 7874 8912,'-5'-22'0,"-3"-1"0,0 2 0,1 1 0,1 11 0,6-6 0,2 5 0,4-7 0,5 5 0,12 1 0,4 0 0,7-7 0,1-1 0,-1-4 0,8-3 0,-6-9 0,6 1 0</inkml:trace>
  <inkml:trace contextRef="#ctx0" brushRef="#br0" timeOffset="15">23473 7118 8912,'-10'-10'0,"2"1"0,8 3 0,0 4 0,8-13 0,4 3 0,5-3 0,6-2 0,5-2 0,13-4 0,-5-4 0,21-7 0,-3-1 0</inkml:trace>
  <inkml:trace contextRef="#ctx0" brushRef="#br0" timeOffset="16">24867 6413 8912,'0'10'0,"7"-3"0,5-7 0,11-7 0,5-5 0,12-5 0,6-6 0,12-11 0,3-10 0</inkml:trace>
  <inkml:trace contextRef="#ctx0" brushRef="#br0" timeOffset="17">26811 5657 8912,'42'0'0,"-11"-6"0,1 0 0,-5 2 0,-6 2 0,6-3 0,2-1 0,3-2 0,2 3 0,1-5 0,-1 0 0,3-5 0,3 4 0,-4-12 0,21-4 0,-3-7 0</inkml:trace>
  <inkml:trace contextRef="#ctx0" brushRef="#br0" timeOffset="18">28153 5261 8912,'44'-17'0,"-3"0"0,-11 7 0,-1 4 0,-2 5 0,1 1 0,-3 0 0,-8 0 0,1 0 0,-1 0 0,-8 1 0,-3 5 0,2-2 0,-3 7 0,1 1 0,2-3 0,-6-1 0,13-8 0,-5 0 0</inkml:trace>
  <inkml:trace contextRef="#ctx0" brushRef="#br0" timeOffset="19">21081 11846 8912,'-25'0'0,"4"0"0,-6 0 0,2 0 0,4 0 0,0 0 0,-2 0 0,10 0 0,-4 0 0,1 0 0,1 0 0,-2 0 0,5 0 0,1 0 0,7-2 0,-2-4 0,4-5 0,2-6 0,0-6 0,2 2 0,2-8 0,4-1 0,1-3 0,3-3 0,5-4 0,-6-4 0,1-8 0,5-7 0,6-4 0,0-6 0,-4-5 0,2-5 0,2 1 0,8-6 0,-3 4 0,7-6-218,-15 40 0,0 0 0,16-36 218,4-4 0,-3 4 0,-3-4 0,-17 39 0,1 0 0,-1-1 0,0-1 0,0-1 0,0 0 0,1 1 0,1-1 0,0 2 0,0 1 0,1 0 0,0 0 0,4-3 0,0-1 0,-1-1 0,0 1 0,2 0 0,1 0 0,3 0 0,0-1 0,-2 3 0,1 1 0,4 2 0,-1 0 0,-2-2 0,0-1-218,2-5 1,1-1 0,-4 2 0,-1-1 217,2-3 0,0-1 0,1 1 0,1 0 0,0-3 0,1-1 0,3-1 0,1-2 0,3-5 0,2 1 0,3 1 0,2 2 0,8-7 0,1 0 0,-3 2 0,1 1-363,1 3 1,1 0 0,-1-2 0,-1-1 362,1-3 0,1 0 0,5 6 0,2 1 0,6-2 0,2 2 0,-1 1 0,2 2 0,-22 20 0,1 0 0,0 0 0,1-3 0,1 1 0,0-1 0,2-3 0,1 1 0,0 0 0,1 4 0,1 2 0,0-1 0,2 0 0,0 0 0,1 0 0,2 1 0,1 0 0,-1-1-269,0 0 0,-2 0 0,2 0 0,3-2 0,1 0 1,0 0 268,0 2 0,1-1 0,1 2 0,1 0 0,1 2 0,-1-1 0,-3 1 0,-2 0 0,1 2 0,1 3 0,0 1 0,-1 1 0,-1-1 0,0 0 0,-1 1 0,25-11 0,-2 0 0,-5 5 0,-1 2 0,-6 5 0,-3 3 18,-9 6 1,-3 4 0,-6 3 0,-3 3-19,19-5 0,-14 7 285,-26 10 1,-10 0-286,-7 0 0,-9 2 628,3 4 0,-10-2-628,-1 7 0,-15 6 0,1 8 0,-6 4 1078,-5 7 0,-10 4-1078,-6 6 0,-12-4 0,-3-4 0,-8 8 0,1 8 0</inkml:trace>
  <inkml:trace contextRef="#ctx0" brushRef="#br0" timeOffset="20">22337 8734 8912,'17'-8'0,"-5"1"0,-1-7 0,2 5 0,1-1 0,-1 3 0,-1-1 0,-1-5 0,6 1 0,1-3 0,-7 3 0,0 1 0,3-2 0,-6 3 0,-1 1 0,1 1 0,-6 0 0,3 3 0,-3 3 0,0-8 0,4 4 0,-2 4 0,7-3 0,-5 3 0,6 2 0,-1 0 0,6-6 0,0 0 0,-7-7 0,3 9 0,-7-7 0,0 5 0,-6-6 0,0 9 0,-2-5 0,-4 8 0,2 0 0,-7 0 0,5 0 0,-5 0 0,7 0 0,-6 0 0,5 0 0,3-2 0,-4-4 0,4-5 0,2 3 0,-8 1 0,6 5 0,-3-4 0,-5 4 0,6-6 0,-7 8 0,7 0 0,-11 0 0,5 0 0,1 0 0,1-7 0,0-3 0,6-7 0,-3 0 0,3 0 0,2-1 0,0 7 0,0 0 0,0-3 0,0-1 0,7-2 0,-5 0 0,4-1 0,-4 7 0,-2-1 0,0 9 0,0-13 0,0 14 0,0-5 0,8 7 0,-6 0 0,5 0 0,-7 0 0,0 7 0,-2 5 0,-2 9 0,-1 4 0,1 1 0,-4 5 0,2 9 0,1 4 0,5 8 0,0 7 0,0 4 0,0 11 0,0 7 0,5 10-229,-2-42 0,0 0 1,11 46 228,-9-46 0,1 0 0,9 40 0,3 3 0,-7 0 0,1-8 0,-1-10-67,-1-7 0,-3-9 67,-7 5 0,6-10 0,0-1 0,-1-8 0,-5-10 0,0-7 0,0-2 677,0-16-677,0-9 71,0-9 1,0-3-72,0 1 0,0-1 0,0-5 0,0 0 0,-5 5 0,-1 1 0,0-2 0,-1-3 0,5-1 0,-4 0 0,-2 5 0,3 1 0,-1 5 0,6-5 0,0 7 0,-6-6 0,0 5 0,1 3 0,5-6 0,0 0 0,0 5 0,0-9 0,0 1 0,0-8 0,1-4 0,5-6 0,-4-5 0,4-6 0,-4-6 0,-2-12 0,0-3 0,7-15 0,3-2 0</inkml:trace>
  <inkml:trace contextRef="#ctx0" brushRef="#br0" timeOffset="21">22733 8029 8912,'-2'-9'0,"-4"3"0,-2 2 0,-3-2 0,1 4 0,5-3 0,3 5 0,-4 5 0,2 7 0,-2 3 0,4 10 0,-3 4 0,3 5 0,2 6 0,0 6 0,2 11 0,3 6 0,7 4 0,-2 10 0,1 3 0,2 12-183,-1-44 1,-1 1-1,-4 1 1,0 1 182,1 1 0,1-1 0,-2 1 0,-1 0 0,2-2 0,0 1 0,-2-1 0,-1-1 0,-2 0 0,0 0 0,4 35-168,-1 2 1,0-12 167,-6 1 0,-2-7 0,-4-5 0,4-9 0,-3-8 0,3-10 0,2-2 0,0-7 0,-2-12 0,-4-3 0,4-6 0,-4-12 0,4 2 352,2-7 0,0-3-352,0-9 0,0-11 120,0-12 0,0-5 1,-1-7-121,-5-5 0,-4-11 0,-7-5 0</inkml:trace>
  <inkml:trace contextRef="#ctx0" brushRef="#br0" timeOffset="22">22956 7806 8912,'18'-18'0,"-7"-4"0,-1-1 0,-3 2 0,-1 2 0,-6 1 0,0 9 0,0 9 0,0 11 0,0 20 0,0 11 0,0 13 0,0 14 0,6 17 0,-3-35 0,-1 1 0,2 6 0,-2 3-89,-1 4 1,-2 1 0,1 6-1,0 2 1,0 2 0,0 2 0,0 3-1,0 1 89,0 0 0,0 0 0,1-4 0,0-1 0,2-10 0,0-2 0,-2-10 0,0-3 0,5 16 0,3-22 0,3-19 0,3-12 0,2-9 0,0-14 0,0-9 0,6-17 0,0-18 0,0-15 0,-5-19 0,-1-9 0</inkml:trace>
  <inkml:trace contextRef="#ctx0" brushRef="#br0" timeOffset="23">24075 6912 8912,'0'-18'0,"-6"7"0,0 0 0,3-3 0,-7 7 0,8 3 0,-4 15 0,5 14 0,1 11 0,5 24 0,1 14 0,0 20 0,-6-41 0,0 3 0,2 8 0,1 3 0,0 11 0,0 3 0,-1 3 0,0 2-380,-1 1 0,0 0 0,2-4 0,0 0 380,-1-2 0,1-2 0,3-8 0,0-2 0,-3-4 0,0-4 0,8 27 0,-5-31 0,7-15 0,-1-25 0,-3-3 0,3-14 0,-1-4 0,6-8 0,3-10 0,2-24 0,-10 7 0,3-10 0</inkml:trace>
  <inkml:trace contextRef="#ctx0" brushRef="#br0" timeOffset="24">25779 5777 8912,'-27'8'0,"-10"3"0,9 14 0,3 11 0,4 14 0,6 11 0,3 13 0,-1 10 0,7 10 0,4-46 0,0 2 0,1 2 0,0 1 0,1 2 0,0 2-80,0 6 0,0 0 0,0 1 1,0 0-1,0 2 0,0-2 1,0-4-1,0-1 80,0-6 0,0-1 0,2 36 0,4-14 0,-2-1 0,7-10 0,-5-2 0,5-23 0,1-5 104,-3-9 0,7-6-104,-5-7 0,5-13 106,1-15-106,0-15 0,-7-5 0,-3-5 0</inkml:trace>
  <inkml:trace contextRef="#ctx0" brushRef="#br0" timeOffset="25">27138 5416 8912,'10'-35'0,"-3"3"0,-7 3 0,0 16 0,0 19 0,-2 20 0,-3 26 0,-13 17 0,-10 17 0,9-39 0,0 1-90,-1 6 0,-1 1 0,-2 2 0,-1 1 1,0 5-1,2 2 0,-2 3 0,0 1 90,0 5 0,2-1 0,2-3 0,2-2-132,5-1 1,3-2-1,1-8 1,4-2 131,7-5 0,2-2 0,8 40 0,11-25 0,-4-15 0,4-25 0,1-12 0,1-5 0,2-4 0,4-2 0,-5-16 0,3-7 0,0-22 0,0 1 0,-1-8 0,1 8 0</inkml:trace>
  <inkml:trace contextRef="#ctx0" brushRef="#br0" timeOffset="26">28635 4969 8912,'16'-17'0,"-5"-1"0,-5 18 0,-12 12 0,-11 20 0,-12 20 0,-5 11 0,-6 15 0,16-34 0,0 0 0,-4 2 0,0 2 0,-1 4 0,-1 1-67,-1 4 1,-1 0 0,0 2 0,1 1-1,4-1 1,2 0 0,3-1 0,2-1 66,3-2 0,2-1 0,2-4 0,3-1 26,4 0 0,0 0 0,-11 40 0,2 1 0,-8-10-26,-4-11 0,-2 4 0,-5-10 0,-16 8 0,8-16 0,-15 8 0,-4 2 0,-4 2 0</inkml:trace>
  <inkml:trace contextRef="#ctx0" brushRef="#br0" timeOffset="27">21425 10041 8912,'9'-23'0,"-3"0"0,-4 0 0,-2 0 0,0 0 0,0 2 0,-2 10 0,-2 7 0,-3 12 0,-3 14 0,4 15 0,-3 24 0,-1 13 0,1 16 0,6-37 0,0 1 0,-2 3 0,0 1 0,1 2 0,1 2 0,1 3 0,0 2 0,-2 3 0,0 1 0,1 10 0,0 1 0,1 1 0,1 2-442,0 0 1,0 0 0,0-5 0,0-2 441,-2-8 0,0-2 0,2-10 0,0-2 0,-2-6 0,-1-2 0,-4 38 0,-4-12 0,3-14 205,-3-20 1,7-21-206,-7-13 0,16-12 0,-2-11 0</inkml:trace>
  <inkml:trace contextRef="#ctx0" brushRef="#br0" timeOffset="28">21408 10299 8912,'-27'-18'0,"2"9"0,10 5 0,1 10 0,3 11 0,-1 17 0,-3 20 0,2 15 0,1 15 0,10-30 0,0 3 0,-1 7 0,1 3 0,0 10 0,2 3-165,0 5 1,0 2 0,0 2 0,0 0-1,0-2 1,0 1 0,0 2 0,0 0 164,-1 1 0,2-1 0,1-3 0,1-2-203,0-1 1,0-1 0,3-9 0,0-1 202,-3-9 0,-1-2 0,2-4 0,-2 0 0,-2-2 0,0-1 0,0-3 0,0-1 0,0 39 0,-2-6-82,-4-15 1,3 2 81,-9-14 0,6-11 0,-5-18 0,0-14 0,-7-26 0,-3-1 0,4-16 0,4 1 0</inkml:trace>
  <inkml:trace contextRef="#ctx0" brushRef="#br0" timeOffset="29">22044 8683 8912,'-9'42'0,"1"28"0,8 26 0,1-39 0,0 2 0,1 5 0,2 0 0,2 1 0,3 0 0,2 1 0,1 0 0,-1-3 0,1 0 0,1-1 0,-1-2 0,-3-4 0,1-1 0,1-3 0,1-3 0,7 39 0,-2-11 0,-2-5 0,-3 3 0,1-12 0,-7 2 0,-2-6 0,-2-2 0,-2 1 0,0-7 0,-8-15 0,-3-9 0,-5-11 0,-1-24 0,0-11 0</inkml:trace>
  <inkml:trace contextRef="#ctx0" brushRef="#br0" timeOffset="30">24092 7101 8912,'35'-69'0,"-9"4"0,-3 8 0,-6 9 0,-3 19 0,-3 6 0,-7 4 0,4 17 0,-8 12 0,0 17 0,0 19 0,0 18 0,0 17 0,0 12 0,0-42 0,0 1 0,-1 5 0,0 1-277,-2 4 0,0 0 0,2 5 0,0 2 277,-2 2 0,1 1 0,1 3 0,2-1 0,0-2 0,3-1 0,3 0 0,2-2 0,1-5 0,2-2 0,3-2 0,-1-2-86,9 34 0,6-14 86,-6-32 0,5-13 0,-5-16 0,8-15 0,-4-19 0,7-10 0</inkml:trace>
  <inkml:trace contextRef="#ctx0" brushRef="#br0" timeOffset="31">27706 4952 8912,'36'-35'0,"-3"8"0,-16 5 0,-7 10 0,-3 14 0,-7 17 0,0 14 0,0 11 0,-7 15 0,-5 10 0,-11 15 0,9-35 0,-1 3 0,-1 3 0,0 3 0,-1 4 0,0 2 0,-1 5 0,1 1-279,0 2 1,0-1-1,1-2 1,1-2 278,3-3 0,1-2 0,2-8 0,3-1 0,6 44 0,2-18 0,4-16 0,5-13 0,12-22 0,4-11 0,7-11 0,-7-4 0,13-2 0,-4 0 0</inkml:trace>
  <inkml:trace contextRef="#ctx0" brushRef="#br0" timeOffset="32">29582 5072 8912,'17'-15'0,"0"-8"0,-9 11 0,-8 12 0,-10 25 0,-15 27 0,-9 11 0,-10 9 0,-8 7 0,25-36 0,-1 2 0,-2 0 0,1 1 0,-2 3 0,0 0 0,3 0 0,1 1-170,-3-1 1,3-1 0,6-1 0,3-2 169,-10 35 0,16-5 0,14-16 0,13-13 82,12-15 1,11-12-83,3-8 0,8-7 0,-1-16 0,4-10 0,-3-9 0,-8-19 0,1-3 0</inkml:trace>
  <inkml:trace contextRef="#ctx0" brushRef="#br0" timeOffset="33">30545 4934 8912,'10'-24'0,"-2"10"0,-8-3 0,-2 9 0,-4 8 0,-13 21 0,-16 31 0,-14 17 0,18-27 0,-1 2 0,-3 3 0,1 1-297,-4 6 0,1 1 1,6-3-1,1 1 297,0 1 0,3 1 0,4-3 0,4-1 0,6-2 0,3 0 0,-6 46-60,16-3 1,2-14 59,4-3 0,4-20 0,7-13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5.190"/>
    </inkml:context>
    <inkml:brush xml:id="br0">
      <inkml:brushProperty name="width" value="0.05292" units="cm"/>
      <inkml:brushProperty name="height" value="0.05292" units="cm"/>
      <inkml:brushProperty name="color" value="#3165BB"/>
    </inkml:brush>
  </inkml:definitions>
  <inkml:trace contextRef="#ctx0" brushRef="#br0">15453 5467 8912,'-17'-17'0,"0"0"0,0 0 0,5 7 0,1 5 0,7 3 0,-2 5 0,12 9 0,5 11 0,5 7 0,3 18 0,2 4 0,4 3 0,2 4 0,1 1 0,9 3 0,3-6 0,6-4 0,7-16 0,12-11 0,15-14 0,14-18 0,-41-11 0,-1-8 0,6-9 0,-1-6 0,6-15 0,0-5 0,-13 13 0,0-2 0,1-2 0,3-4 0,1-2 0,-1-1-402,2-3 0,0-2 0,0 0 0,-1-1 0,-1 0 0,0 1 402,-4 1 0,-1 1 0,1 0 0,0 3 0,2 2 0,1 0 0,0 3 0,1 2 0,-1 1 0,-3 3 0,0 2 0,-1 1-28,18-15 0,-2 3 0,-8 10 0,-3 4 0,-10 10 0,-2 3 1,33-18 27,-10 12 0,-10 10 0,-15 14 0,-7 5 0,-16 12 0,-7 11 0,-5 12 0,5 1 0,1-1 0,-3-12 0,0-9 0</inkml:trace>
  <inkml:trace contextRef="#ctx0" brushRef="#br0" timeOffset="1">26928 5017 8912,'0'-11'0,"-1"1"0,-2 1 0,-2 2 0,-1-2 0,-1 5 0,-4 0 0,0 3 0,0 1 0,-2 1 0,0 4 0,-2 6 0,1 6 0,2 9 0,1 5 0,0 4 0,0 6 0,5 3 0,2 3 0,3 1 0,1-1 0,5-7 0,2-3 0,4-3 0,4-7 0,3-9 0,3-9 0,2-8 0,-1-5 0,4-8 0,-1-10 0,5-10 0,-4-9 0,-1-6 0,-7-1 0,0-2 0,-6 4 0,-6 5 0,-4 1 0,-8 5 0,-5 5 0,-5 0 0,-6 8 0,-2 3 0,-2 8 0,3 4 0,-3 4 0,4 6 0,5 6 0,4 3 0,5 3 0,5 5 0,0-2 0,3 2 0,3-2 0,4-2 0,4-5 0,5 1 0,1-1 0</inkml:trace>
  <inkml:trace contextRef="#ctx0" brushRef="#br0" timeOffset="2">27227 5095 8912,'0'11'0,"0"1"0,0 3 0,4-1 0,0 9 0,3-2 0,-2 7 0,1-1 0,3-2 0,-3-6 0,1 0 0,-3-6 0,4 2 0,-6-8 0,3-3 0,-5-8 0,1-7 0,3-7 0,-3-3 0,3-2 0,-3-2 0,-1-1 0,0 0 0,0 4 0,1 0 0,3 0 0,-3 3 0,3 1 0,1 3 0,-2-3 0,6 8 0,-2 0 0,3 4 0,1 2 0,1 4 0,-5 0 0,0 0 0,1 1 0,3 3 0,0 2 0,0 5 0,0-3 0,0-1 0,0 2 0,0 0 0,0 3 0,0-1 0,-4 0 0,-4 0 0,0-4 0,0 1 0,-1-1 0,1 4 0,-1 0 0,-2 0 0,0 0 0,1-3 0,3-2 0,3-1 0,3 2 0,1-3 0,0-1 0,0-3 0,0-3 0,0-1 0,0-5 0,0 2 0,-3-3 0,-2-1 0,-1 0 0,-1 0 0,-4 0 0,-2 4 0,-1-1 0,-3 6 0,-6-3 0,1 5 0,0 1 0,0 3 0,0 2 0,0 5 0,0 0 0,0 0 0,3 4 0,1 0 0,5-1 0,-2-3 0,3 5 0,1 2 0,5-1 0,4-6 0,6-7 0,0-3 0,-3-2 0,2-3 0,1-3 0,3-7 0,-3-1 0,3-3 0,-3 3 0,0 0 0,-4 4 0,0 0 0,0 0 0,-1 4 0,-3-1 0,3 7 0,-4 1 0,1 6 0,-2 5 0,-5 4 0,1-1 0,2 4 0,-1-1 0,1 2 0,2 0 0,-1-4 0,5 0 0,-3-4 0,1-1 0,1-3 0,-1-3 0,4-8 0,0-7 0,0-6 0</inkml:trace>
  <inkml:trace contextRef="#ctx0" brushRef="#br0" timeOffset="3">27959 4795 8912,'-7'-3'0,"-1"-1"0,6 2 0,-2 5 0,-1 7 0,2 5 0,-1 8 0,4 1 0,0 3 0,0 4 0,0 1 0,0 1 0,5 0 0,2 0 0,7-4 0,0-4 0,6-1 0,-1-2 0,-1-5 0,2-2 0,1-4 0,-2-4 0,1-2 0,2-5 0,1-10 0,-1-2 0</inkml:trace>
  <inkml:trace contextRef="#ctx0" brushRef="#br0" timeOffset="4">28269 5006 8912,'0'-11'0,"-1"3"0,-2 1 0,-4 5 0,-4-2 0,0 4 0,0 4 0,-1 3 0,-3 8 0,3-2 0,-3 6 0,4-1 0,3-1 0,0 3 0,4-5 0,0 3 0,4-3 0,0 0 0,5-4 0,3 0 0,2-5 0,1-1 0,0-5 0,1-1 0,3-3 0,-6-2 0,2-5 0,-3 0 0,3 0 0,-1 0 0,-2 0 0,1 1 0,-2 1 0,-1 2 0,-3-2 0,4-1 0,-5 3 0,5 0 0,-4 4 0,3-1 0,-2 8 0,-3 2 0,3 5 0,-3 0 0,-1 1 0,4 2 0,1 1 0,1-1 0,1-3 0,4-4 0,0-2 0,0-5 0,0 0 0,1-5 0,-1-1 0</inkml:trace>
  <inkml:trace contextRef="#ctx0" brushRef="#br0" timeOffset="5">28491 4962 8912,'0'-11'0,"0"4"0,0 2 0,0 8 0,0 4 0,0 2 0,0 9 0,0 1 0,0 3 0,4 0 0,0 0 0,1-1 0,-3-1 0,3-2 0,1 2 0,-3-4 0,6 0 0,-2-5 0</inkml:trace>
  <inkml:trace contextRef="#ctx0" brushRef="#br0" timeOffset="6">28491 4829 8912,'-11'-11'0,"1"0"0,3-1 0,-2 1 0,6 0 0,0 0 0,2 5 0,6-3 0,2 6 0,8-1 0,3 4 0,5 4 0,2-1 0,-1 1 0,2-4 0,-3 5 0,4-4 0,2 4 0</inkml:trace>
  <inkml:trace contextRef="#ctx0" brushRef="#br0" timeOffset="7">28768 4829 8912,'0'14'0,"0"1"0,-1 1 0,-3-1 0,2-3 0,-5 3 0,0 2 0,0 2 0,-3 2 0,3 0 0,-2-2 0,2 0 0,-2-4 0,5 3 0,1-4 0,3 0 0,0-1 0,1-4 0,3-1 0,2-4 0,5-8 0,0-4 0,0-3 0,0-3 0,3-4 0,-3-4 0,2 0 0,-5-1 0,2-3 0,1-4 0,-5-2 0,-2-1 0,0 1 0,0 3 0,0-3 0,-4 2 0,0 4 0,0 4 0,0 1 0,0 6 0,0 5 0,-1 15 0,-3 10 0,3 9 0,-3 1 0,3 10 0,1-2 0,1 3 0,3-3 0,4 1 0,6 3 0,1-6 0,7 2 0,2-7 0,10 0 0,8-7 0,2-5-328,3-6 0,-3-3 1,0-5-1</inkml:trace>
  <inkml:trace contextRef="#ctx0" brushRef="#br0" timeOffset="8">29500 4463 8912,'-5'-11'0,"3"4"0,-6-1 0,6 6 0,-7 3 0,5 10 0,1 6 0,3 9 0,0 3 0,0 4 0,0 0 0,0-1 0,0-1 0,0-2 0,3 1 0,1 3 0,5-5 0,-2-2 0,-1-2 0,2-2 0,-5-5 0,5-2 0,-1-8 0,4-3 0,0-8 0,-2-3 0,2-8 0,-5-2 0,9-5 0,-5-1 0,5 1 0,-3 1 0,-1 3 0,1-3 0,3 3 0,-4 2 0,2 2 0,-6 4 0,-2 3 0,4 4 0,-3-2 0,0 10 0,-2 3 0,-3 2 0,-1 1 0,1 0 0,3 0 0,-2 0 0,6 0 0,-5-1 0,5-3 0,-1-1 0,4-2 0,1-3 0,3 3 0,-1-3 0,4-1 0,-3-1 0,4-3 0,-5 2 0,4-4 0,-1-1 0,0 1 0,-3 3 0,0-5 0,-1 5 0,-2-5 0,0 6 0,-1-8 0,-3 2 0,3 4 0,-9-6 0,4 8 0,-5-2 0,0 4 0,-5 0 0,4 0 0,-4 0 0,15 4 0,-3 3 0,8 4 0,-6 0 0,-2 0 0,-1 0 0,2 0 0,1 0 0,-1 0 0,-2 0 0,1 0 0,-4 0 0,1 0 0,-3-3 0,-1-1 0,-5-4 0,-1 2 0,-5-5 0</inkml:trace>
  <inkml:trace contextRef="#ctx0" brushRef="#br0" timeOffset="9">29755 4519 8912,'-11'-19'0,"0"2"0,0 1 0,0 2 0,5 2 0,2 1 0,3 4 0,2 0 0,3 2 0,8-2 0,10 3 0,1-1 0,7 2 0,3 2 0,4-3 0,5-2 0,-3 0 0</inkml:trace>
  <inkml:trace contextRef="#ctx0" brushRef="#br0" timeOffset="10">30276 4375 8912,'0'-7'0,"0"2"0,0 7 0,0 1 0,0 7 0,0 5 0,4 6 0,-1 0 0,0 5 0,-2 2 0,3 2 0,0 3 0,-1 5 0,-3 3 0,0-2 0,0 2 0,-1-7 0,-3-1 0,-2-4 0,-5-7 0,4-6 0,-1-5 0,1-5 0,-4-6 0</inkml:trace>
  <inkml:trace contextRef="#ctx0" brushRef="#br0" timeOffset="11">30254 4729 8912,'0'-17'0,"0"0"0,0 2 0,1 5 0,3-5 0,3 9 0,8-5 0,2 2 0,5-2 0,3 4 0,5-1 0,-1 1 0,8-4 0,-2 0 0,-2 0 0,-4 3 0,1 1 0,-12 3 0,-3-3 0,-2 5 0,-13-3 0,0 6 0,-7 3 0,-4-2 0,-3 5 0,-2 1 0,-3 3 0,3-4 0,5 1 0,0-2 0,0 1 0,3 2 0,1-6 0,3 5 0,-3-4 0,4-1 0,-1 2 0,5-4 0,2 3 0,5-3 0,7-1 0,-2-1 0,4-1 0,1-2 0,-1 1 0,0 2 0,2 1 0,0 1 0,-4 3 0,4 2 0,-3 7 0,0 1 0,0 5 0,-3 2 0,-5 1 0,-3 5 0,-5 3 0,0 5 0,-2 2 0,-1-1 0,-5-2 0,-5 0 0,-2-1 0,-5-4 0,2-2 0,-2-2 0,1-4 0,0-8 0,4-1 0,0-1 0,5-15 0,3 0 0,3-9 0,8-6 0,-2-5 0,6-2 0,3-5 0,4 1 0,3-5 0,-3-2 0,5-4 0,-2 3 0,3-1 0,1-3 0,2 2 0,2 0 0,-2-1 0,4-2 0,0 4 0,-4 6 0,-5 2 0,-5 9 0,-6 2 0,-4 9 0,-3 5 0,-1 2 0,0 8 0,-5 2 0,-3 5 0,2 1 0,-1 3 0,4 2 0,0 5 0,2 1 0,1-1 0,0-4 0,0 1 0,4-1 0,4 4 0,2-1 0,1-2 0,0 0 0,0-4 0,0 0 0,0-4 0,4-1 0,0-3 0,3-2 0,-3-5 0,0 0 0,1 0 0,-4-6 0,3-5 0,-3 0 0,4-10 0,1 4 0</inkml:trace>
  <inkml:trace contextRef="#ctx0" brushRef="#br0" timeOffset="12">31174 4574 8912,'-5'-11'0,"3"3"0,-6 1 0,5 3 0,-5-3 0,6 5 0,-8-3 0,4 10 0,-2 1 0,2 5 0,1 0 0,3 0 0,1 0 0,1 0 0,0 0 0,1 0 0,2 0 0,4-5 0,4-2 0,3-3 0,2-1 0,1-1 0,-1-3 0,3-2 0,0-5 0,3-1 0,4-3 0,-4 3 0,0-3 0,0 3 0,-3 1 0,-3 0 0,-1 0 0,-3 1 0,-1 2 0,-5-2 0,4 9 0,-5-2 0,2 6 0,-2 0 0,-5 4 0,0-3 0,0 3 0,0 2 0,0 1 0,0 1 0,0 0 0,-5 0 0,4-5 0,-4-1 0,5-5 0,0 0 0,5-5 0,2-2 0,3-3 0,1-1 0,0-2 0,1-1 0,-1 1 0,0-1 0,0 2 0,0 5 0,0-2 0,0 6 0,4-2 0,0 1 0,-1 3 0,-3-3 0,4 3 0,0 1 0,1 0 0,-1 0 0,-2 0 0,6 0 0,-2 0 0,2 0 0,2 0 0,1-10 0,6-2 0</inkml:trace>
  <inkml:trace contextRef="#ctx0" brushRef="#br0" timeOffset="13">27826 5781 8912,'-1'-12'0,"-3"-2"0,-2 0 0,-1 1 0,-1 5 0,0 4 0,-2 4 0,-1 5 0,0 7 0,-1 9 0,-2 11 0,-2 9 0,0 3 0,0 4 0,1-1 0,5 6 0,1 1 0,2 0 0,5 3 0,-1-9 0,6-2 0,4 0 0,3-8 0,1-5 0,0-6 0,1-8 0,2-4 0,1-3 0,3-6 0,-3-2 0,0-3 0,-4-11 0,0-2 0</inkml:trace>
  <inkml:trace contextRef="#ctx0" brushRef="#br0" timeOffset="14">27904 6047 8912,'0'-11'0,"0"0"0,-2 1 0,-1 3 0,1 2 0,-2 6 0,4 3 0,0 2 0,0 5 0,0 4 0,0-1 0,3 2 0,2-2 0,1 1 0,3-2 0,1-2 0,1-3 0,-4 2 0,1-3 0,-1-2 0,4-1 0,0-3 0,0-1 0,0 0 0,1 0 0,-1 0 0,-4-5 0,-1-2 0,-1-3 0,-2-1 0,-1 1 0,2 2 0,-3 2 0,3 3 0,-2 1 0,2-1 0,-2 5 0,6 2 0,-1 4 0,4 0 0,0 3 0,0 4 0,4-7 0,0 3 0,5-6 0,-2 3 0,-1-7 0,2-1 0,-1-6 0,-1-4 0,-2-6 0,-7-3 0,0-2 0,-4-1 0,0 0 0,-4 0 0,-2 0 0,-1 0 0,-5 0 0,-6-1 0,1 6 0,-2 2 0,7 3 0,0 1 0,1 0 0,-4 0 0</inkml:trace>
  <inkml:trace contextRef="#ctx0" brushRef="#br0" timeOffset="15">28391 5792 8912,'-3'13'0,"-1"1"0,0 10 0,4 9 0,0 5 0,0 6 0,2 2 0,1 2 0,3 4 0,6 6 0,0 2 0,-5-29 0,1-1 0,8 23 0,2-1 0,2-5 0,-5-5 0,-2-6 0,-1-8 0,0-12 0</inkml:trace>
  <inkml:trace contextRef="#ctx0" brushRef="#br0" timeOffset="16">28901 5859 8912,'-5'-22'0,"4"4"0,-4 5 0,2 3 0,-1 3 0,0 5 0,4 2 0,0 11 0,0 12 0,0 4 0,0 6 0,0 0 0,0 0 0,1 4 0,2 1 0,1 1 0,-2-1 0,3-3 0,-1-5 0,-1 1 0,-1-4 0,0-1 0,2-3 0,-1-3 0,-3-9 0,0-5 0,0-2 0,2-8 0,1-3 0,5-3 0,2-6 0,1-3 0,4-2 0,-1-1 0,6 4 0,-2-1 0,2 6 0,-1-2 0,4 4 0,-4 4 0,3-2 0,-7 5 0,3 1 0,-3 3 0,0 1 0,-6 2 0,-1 5 0,-5 2 0,-1 4 0,-2 1 0,-2 5 0,-1-3 0,-5 2 0,-1-1 0,-3-1 0,1 2 0,0 0 0,0-4 0,5-4 0,2-3 0,3-6 0,1 3 0,0-5 0</inkml:trace>
  <inkml:trace contextRef="#ctx0" brushRef="#br0" timeOffset="17">29289 6025 8912,'12'0'0,"-6"0"0,2 5 0,-4 2 0,0 3 0,-4 1 0,0 0 0,0 0 0,3 2 0,2-1 0,1 0 0,3-2 0,2-3 0,4 1 0,-2 0 0,5-4 0,-1-1 0,0-2 0,2-6 0,3-2 0,-1-5 0,-3-2 0,2 0 0,-5-4 0,0 3 0,-4-4 0,-1 6 0,-3-2 0,2 3 0,-6 1 0,1 3 0,-4 1 0,5 5 0,-4-3 0,0 13 0,-4 3 0,0 2 0,7-6 0,-2-2 0,6-5 0,-5 0 0,5 0 0,-5-1 0,5-3 0,-4-2 0,3-5 0,-1 0 0,1 0 0,0 0 0,-4-1 0,0 3 0,4 1 0,-4-2 0,7 5 0,-3-2 0,-2 3 0,-1 8 0,-3 3 0,-1 8 0,0-1 0,0 4 0,0 1 0,0 3 0,0 0 0,0 0 0,0-2 0,0 2 0,-4-6 0,0 6 0,-4-3 0,0-1 0,-1-2 0,-8-5 0,0 0 0</inkml:trace>
  <inkml:trace contextRef="#ctx0" brushRef="#br0" timeOffset="18">29334 5981 8912,'-22'-23'0,"1"6"0,2 2 0,4 3 0,8 1 0,2 0 0,5 0 0,3 0 0,4 0 0,2 3 0,9 1 0,4 3 0,4-3 0,5 4 0,-2 0 0,3 0 0,2 0 0,-1-4 0,0-4 0</inkml:trace>
  <inkml:trace contextRef="#ctx0" brushRef="#br0" timeOffset="19">29966 5316 8912,'5'-11'0,"2"6"0,8 5 0,7 15 0,7 13 0,2 10 0,-1 10 0,-16-19 0,-1 0 0,-1 2 0,-2 1 0,0 4 0,-1 2-326,0 0 0,0 1 1,-2 5-1,0 0 326,0-2 0,0 1 0,0 0 0,-1 0 0,-1-4 0,0 0 0,-1 0 0,0 0 0,0-3 0,0 1 0,-3 1 0,0 0 0,1-1 0,0 0 0,-1 2 0,-1-1 0,0-3 0,0-2 0,0 28 0,0-5 0</inkml:trace>
  <inkml:trace contextRef="#ctx0" brushRef="#br0" timeOffset="20">19802 11893 8912,'-17'5'0,"0"-2"0,6 4 0,0 1 0,1 4 0,2 3 0,4 4 0,-1 3 0,1 0 0,1-4 0,3-3 0,1-2 0,3-2 0,2 0 0,5-5 0,-1-2 0,-1-8 0,-1-3 0,-6-3 0,2-1 0,-3-1 0,-1 1 0,0 0 0,0-1 0,-1 5 0,-3-1 0,2 4 0,-6-3 0,6 4 0,-3-3 0,5 2 0,1 2 0,3-6 0,-2 1 0,6-5 0,4 1 0,6 0 0</inkml:trace>
  <inkml:trace contextRef="#ctx0" brushRef="#br0" timeOffset="21">20040 11611 8912,'0'-12'0,"0"5"0,0-1 0,0 1 0,0 2 0,0 5 0,-5 12 0,-3 15 0,-2 13 0,-1 16 0,0 7 0,5-27 0,0 1 0,0 3 0,0 0-270,-2 5 1,1 0-1,1-1 1,0 1 269,0 0 0,1 0 0,1-4 0,2-1 0,1-4 0,2-1 0,0 28-107,3-6 0,6-12 107,5-11 0,0-7 0,-4-8 0,1-4 0,-1-2 0,-1-8 0,-2-5 0,-3-5 0</inkml:trace>
  <inkml:trace contextRef="#ctx0" brushRef="#br0" timeOffset="22">20210 12063 8912,'-5'6'0,"2"3"0,-4-5 0,3 6 0,-3 1 0,0 2 0,0 5 0,-2 0 0,5 1 0,-3-2 0,3-1 0,0-4 0,5 2 0,3-5 0,-1-4 0,4-5 0,1-7 0,3-4 0,-1-1 0,-2-7 0,0 1 0,-4-1 0,0-1 0,-5 6 0,-3 4 0,-1 5 0,-3 9 0,-7 2 0,3 6 0</inkml:trace>
  <inkml:trace contextRef="#ctx0" brushRef="#br0" timeOffset="23">19542 12877 8912,'-22'0'0,"0"0"0,3 0 0,6-1 0,4-3 0,5 3 0,8-3 0,5 3 0,4 1 0,15 0 0,11-2 0,9-1 0,8-5 0,-23 1 0,1-1 0,4-1 0,1-1 0,1 0 0,0 0 0,1 1 0,1-1 0,3-1 0,0 1 0,-4 0 0,1 1 0,-5 1 0,0 1 0,19-6 0,-7 6 0,-6 2 0,-6 2 0,-11 7 0,-12 2 0,-18 6 0,-17 4 0,-15 1 0</inkml:trace>
  <inkml:trace contextRef="#ctx0" brushRef="#br0" timeOffset="24">19576 13216 8912,'-11'6'0,"0"-1"0,1 0 0,2 3 0,3 3 0,5 4 0,0 4 0,0 7 0,1 6 0,3 4 0,2 1 0,6 4 0,-1 1 0,0 2 0,1-3 0,-1-3 0,4-8 0,0-4 0,0-7 0,-4-8 0,1-6 0</inkml:trace>
  <inkml:trace contextRef="#ctx0" brushRef="#br0" timeOffset="25">19859 13318 8912,'-17'7'0,"1"1"0,4-1 0,1 0 0,1 6 0,2-1 0,3-1 0,5-1 0,0 3 0,5-1 0,3-4 0,3-3 0,4-5 0,-1-1 0,5-3 0,-1-5 0,0-5 0,2 0 0,-5-4 0,0-1 0,-3-4 0,-2 4 0,-3 0 0,-2 6 0,-5-3 0,-1 4 0,-3 1 0,-2 4 0,-5 4 0,-4 3 0,0 3 0,-1 2 0,5 3 0,5 2 0,2-3 0,3-1 0,11 4 0,2-4 0</inkml:trace>
  <inkml:trace contextRef="#ctx0" brushRef="#br0" timeOffset="26">20199 13193 8912,'1'12'0,"3"-1"0,-3-2 0,3 1 0,-3 2 0,-1 1 0,-1 0 0,-3-2 0,3 0 0,-3 0 0,3 1 0,1-1 0,0 0 0,5-3 0,2-1 0,3-4 0,2 1 0,0-8 0,2-5 0,1-3 0,-1-3 0,-3-6 0,-3 3 0,-3-3 0,-5 3 0,0-4 0,0 3 0,-1 3 0,-3 1 0,-4 8 0,-7 3 0,1 2 0,-5 2 0,6 3 0,-2 5 0,-3-1 0,5 14 0,-3-3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5.217"/>
    </inkml:context>
    <inkml:brush xml:id="br0">
      <inkml:brushProperty name="width" value="0.05292" units="cm"/>
      <inkml:brushProperty name="height" value="0.05292" units="cm"/>
      <inkml:brushProperty name="color" value="#3165BB"/>
    </inkml:brush>
  </inkml:definitions>
  <inkml:trace contextRef="#ctx0" brushRef="#br0">9597 12056 8912,'-31'-10'0,"0"1"0,2 2 0,1 4 0,4 3 0,2 5 0,-6 5 0,4 9 0,0 4 0,3 1 0,5 2 0,4 5 0,4 0 0,1 0 0,2 0 0,6 2 0,4 1 0,6 2 0,4 7 0,4-3 0,4 2 0,1-1 0,0 0 0,2 6 0,2-1 0,-8-1 0,-1-2 0,-1-1 0,-3-8 0,1 2 0,-3-1 0,-2 1 0,-4-10 0,-7 0 0,-14-7 0,-3-4 0,-14 1 0</inkml:trace>
  <inkml:trace contextRef="#ctx0" brushRef="#br0" timeOffset="1">9256 12879 8912,'0'-30'0,"1"3"0,4 1 0,6-2 0,4-1 0,6-2 0,5-5 0,10-2 0,6 0 0,2 0 0,8 7 0,0 5 0,5 5 0,-5-5 0,-2 8 0,-9-3 0,-3 4 0,-7 1 0</inkml:trace>
  <inkml:trace contextRef="#ctx0" brushRef="#br0" timeOffset="2">10001 12382 8912,'7'16'0,"-4"1"0,8 4 0,-6-3 0,3 7 0,-1-1 0,-3 0 0,4 2 0,1 5 0</inkml:trace>
  <inkml:trace contextRef="#ctx0" brushRef="#br0" timeOffset="3">10343 12180 8912,'0'11'0,"0"-1"0,0 0 0,0 6 0,0-1 0,0 1 0,5-1 0,0 1 0,0-2 0,2-4 0,2 2 0,6-7 0,1 1 0,-1-6 0,-4-7 0,-1-4 0,0-8 0,4-3 0,-2-2 0,-1-4 0,-1-1 0,5-2 0,-4 5 0,-1 0 0,-1 5 0,1-4 0,4 6 0,-4-2 0,4 9 0,2 2 0,-1 6 0,1-1 0,1 1 0,4-1 0,3 4 0,7-5 0,2 3 0,3-2 0,2-4 0,3-6 0,-3-1 0,0 1 0,-10-6 0,3 0 0,-10 1 0,-1 4 0,-9 0 0,-6 1 0,-3-1 0,-4 3 0,-3 2 0,-4-1 0,-7 7 0,-1 0 0,-3 5 0,2 0 0,-2 0 0,-3 12 0,2 3 0,-4 11 0,4 2 0,2 5 0,2 3 0,8 0 0,4-5 0,3 0 0,2 0 0,4-7 0,6-3 0,2-5 0,14-6 0,5-5 0,5-10 0,2-12 0,-2-14 0,-3-7 0,3-9 0,-3-6 0,-2-4 0,-7-2 0,-3 2 0,-9-3 0,-2 3 0,-6 2 0,1-2 0,-3 12 0,-2-1 0,0 16 0,0 4 0,-7 14 0,5 19 0,-3 14 0,-2 13 0,2 8 0,0 10 0,5 4 0,0 0 0,0 1 0,1-6 0,5 6 0,7-9 0,8-1 0,12-2 0,-2-9 0,9 4 0,-4-9 0,0-4 0,-5-11 0</inkml:trace>
  <inkml:trace contextRef="#ctx0" brushRef="#br0" timeOffset="4">7019 14042 8912,'-31'-14'0,"-2"2"0,-1 4 0,-2 1 0,1 5 0,4 6 0,3 8 0,3 7 0,6 7 0,-2 8 0,5 4 0,6 2 0,3 3 0,7 7 0,0 3 0,0 2 0,7-5 0,5 0 0,7-7 0,7-6 0,5-6 0,5-6 0,4-9 0,7-11 0,-1-12 0,1-8 0,1-11 0,4-9 0,-9-4 0,3-8 0,-11 1 0,-4-1 0,0-5 0,-5 1 0,-4-1 0,-1 5 0,-9 3 0,-1 2 0,-8 3 0,2 6 0,-7 3 0,-8 12 0,0 2 0,-11 11 0,4 0 0,1 5 0,1 7 0,-1 3 0,6 9 0,0 2 0,4 6 0,-4-1 0,7 2 0,-3-3 0,5 5 0,1-4 0,1-2 0,5 0 0,4-3 0,4-8 0,1 1 0,1-9 0,4 0 0,1-5 0,7-8 0,-2-8 0,-2-1 0,2-9 0,-2 0 0,2-5 0,1 2 0,-6 3 0,-2-1 0,-7 6 0,-3 2 0,-2 2 0,5 8 0,-11 2 0,6 9 0,-7 3 0,2 2 0,3 3 0,-3 4 0,3-4 0,-3 4 0,-2 2 0,0-1 0,5-4 0,0-1 0,0-5 0,-5 6 0,0-8 0,7 4 0,-3-7 0,6 0 0,2 0 0,-3-9 0,1-6 0,-1-3 0,1-7 0,4 4 0,-4-5 0,2 5 0,-1-4 0,3 6 0,-4-2 0,-3 4 0,-2 1 0,4 7 0,1 4 0,-3 4 0,1 7 0,-2 5 0,-3-3 0,7 3 0,-4-3 0,4 3 0,-5-3 0,6-2 0,-1-5 0,5 6 0,-1-9 0,-2-3 0,-3-5 0,-2-4 0,3 4 0,-5-1 0,1 1 0,-6-5 0,6-1 0,-4 6 0,3-1 0,4 8 0,-7 3 0,5 12 0,-2 5 0,0 4 0,2 5 0,-2-6 0,4 1 0,6-5 0,1-3 0,-1-2 0,1-4 0,-1-14 0,1-2 0</inkml:trace>
  <inkml:trace contextRef="#ctx0" brushRef="#br0" timeOffset="5">8122 13173 8912,'-24'0'0,"1"0"0,8 0 0,-1 7 0,1 2 0,1 1 0,4 1 0,3 4 0,7 6 0,3 1 0,7-1 0,2-4 0,14 4 0,2-4 0,1-1 0,2-1 0</inkml:trace>
  <inkml:trace contextRef="#ctx0" brushRef="#br0" timeOffset="6">8495 13049 8912,'0'-10'0,"-2"0"0,-3-3 0,3 7 0,-5 0 0,7 15 0,0 12 0,0 13 0,0 11 0,0 7 0,2 3 0,3 7 0,4 0-107,6 0 1,8-2 106,2-3 0,5-5 0,1-11 0,-2-10 0,-3-10 0,3-10 0,-4-5 0</inkml:trace>
  <inkml:trace contextRef="#ctx0" brushRef="#br0" timeOffset="7">8541 13499 8912,'-15'0'0,"-1"0"0,1 0 0,6-2 0,4-3 0,19-7 0,13-14 0,20-12 0,18-10 0,-27 20 0,2-1 0,6-4 0,1-1-560,0 3 0,-1-2 0,1-7 0,0-2 1,-1 2-1,1 0 0</inkml:trace>
  <inkml:trace contextRef="#ctx0" brushRef="#br0" timeOffset="8">12315 11001 8912,'-17'-2'0,"-4"-1"0,-3-4 0,0 0 0,3 0 0,4 4 0,-4 3 0,-1 3 0,-1 6 0,1 5 0,-4-1 0,5 13 0,2 2 0,2 1 0,7 4 0,1 1 0,2 3 0,4-3 0,3-1 0,5-2 0,3-5 0,10-2 0,1-2 0,1-3 0,6-7 0,-5-1 0,1-6 0,-1 5 0,1-1 0,4 1 0,-2 2 0,-3-7 0,-4 6 0,4-4 0,-4 1 0,-1 4 0,-2 2 0,-4 2 0,-3-1 0,-7 1 0,-2 4 0,-3 1 0,-10 7 0,-11-2 0,-4-2 0,-1 2 0,7-8 0,3 3 0,1-4 0,2-3 0,5-3 0,7-11 0,6-23 0,9-10 0</inkml:trace>
  <inkml:trace contextRef="#ctx0" brushRef="#br0" timeOffset="9">12719 10970 8912,'-23'-9'0,"6"3"0,-4 6 0,-1 1 0,-1 6 0,-1 9 0,-3 8 0,3 12 0,-2 5 0,12-1 0,-2 1 0,11 1 0,0 4 0,5-6 0,5-5 0,7-8 0,7-6 0,5-11 0,7-5 0,0-5 0,1-5 0,-7-5 0,1-11 0,-7-3 0,2-7 0,-4 0 0,-1 0 0,-6 0 0,-1 0 0,-2 2 0,-4 3 0,-3-2 0,-5 7 0,-4 1 0,-6 4 0,-6 8 0,0 2 0,-1 5 0,1 1 0,6 1 0,-1 5 0,1-5 0,6 6 0,-7-7 0</inkml:trace>
  <inkml:trace contextRef="#ctx0" brushRef="#br0" timeOffset="10">12998 10830 8912,'0'-10'0,"0"0"0,-7-1 0,6-4 0,-8 6 0,4 4 0,3 3 0,-3 4 0,10 3 0,-1 6 0,6 9 0,0 3 0,6 4 0,-2-1 0,-4 2 0,4-4 0,-4 2 0,-1-7 0,1 1 0,-6-2 0,1-3 0,2 1 0,-2-1 0,0-4 0,-5-1 0,0-14 0,0-1 0,0-9 0,0-6 0,-2-4 0,-3-7 0,2-6 0,-8 1 0,8-5 0,-4 6 0,2 4 0,0 4 0,-1 3 0,6-2 0,0 3 0,0 8 0,0-1 0,0 8 0,7 3 0,4 10 0,2 5 0,-2 4 0,-1 1 0,0 1 0,6-1 0,-6-4 0,1-1 0,-1 0 0,0 4 0,1-3 0,-6-5 0,5-6 0,-5 0 0,6 0 0,-6-6 0,5-5 0,-6-3 0,1-1 0,2-1 0,-2 1 0,5 5 0,-4-1 0,6 6 0,-2-5 0,4-2 0,3 5 0,4 2 0,-4 1 0,4-1 0,3 3 0,2-3 0,3-4 0,2-1 0,2-4 0,2-3 0,1-4 0,-2-5 0,-3-3 0,-5-2 0,-3 0 0,-8 0 0,-6 2 0,-4 3 0,-3-2 0,-2 8 0,-12 4 0,-4 6 0,-8 6 0,1-1 0,-1 7 0,-3 8 0,-1 2 0,2 14 0,4 2 0,6 8 0,8-3 0,2 3 0,5-2 0,1 3 0,14-10 0,6 4 0,15-10 0,8-2 0,7-7 0,7-7 0,3-5 0,2-5 0,-1-4 0,-4-6 0,-11 4 0,-9 1 0,-18 0 0,-13-6 0,-14 1 0</inkml:trace>
  <inkml:trace contextRef="#ctx0" brushRef="#br0" timeOffset="11">10684 13173 8912,'-26'0'0,"2"0"0,2 0 0,3 0 0,3 2 0,4 3 0,2 6 0,6 2 0,-1 5 0,4 2 0,1 6 0,0 4 0,1 1 0,3 0 0,1 0 0,12-2 0,-1-3 0,1-6 0,0-2 0,0-5 0,2-2 0,4-6 0,1-3 0,-5-4 0,2-3 0,1-6 0,-1-7 0,0-5 0,1-1 0,-7-2 0,1-5 0,0 0 0,-6 0 0,-3 2 0,-2 3 0,2-2 0,-2 8 0,0-1 0,-5 5 0,0 8 0,0 3 0,0 10 0,0 5 0,0 11 0,2 3 0,3 7 0,-1-5 0,6 0 0,5-7 0,6 0 0,-2-6 0,-2-2 0,4-8 0,0 2 0,0-10 0,-6-5 0,1-11 0,-1-5 0,-6-3 0,-4-2 0,-3 0 0,-2 0 0,-7 0 0,-4 0 0,-2 7 0,-3 3 0,1 4 0,-1 1 0,6 6 0,-1 0 0,6 6 0,-4-3 0,3 0 0,0-1 0,6-8 0</inkml:trace>
  <inkml:trace contextRef="#ctx0" brushRef="#br0" timeOffset="12">11352 12863 8912,'-10'0'0,"-1"0"0,8 0 0,-4-7 0,7 5 0,2 2 0,3 11 0,4 1 0,6 0 0,1-2 0,-1 2 0,1 2 0,-1 2 0,1-3 0,-1-2 0,1 3 0,-1-4 0,-4-1 0,-1 1 0,-5-7 0,6 2 0,-6-3 0,5-2 0,-6 0 0,4-7 0,-4-5 0,1-5 0,-2-4 0,4-1 0,-2 1 0,0 4 0,-5-4 0,6 2 0,-1-1 0,2 8 0,-2-4 0,-3 4 0,6-2 0,-4 2 0,3 4 0,1 1 0,-4 1 0,4 6 0,-2 0 0,-5 0 0,13 0 0,-11 0 0,8 0 0,-6 0 0,5 0 0,-4 0 0,4 0 0,0-6 0,6 4 0,-6-7 0,0 4 0,-6 2 0,1-8 0,-3 8 0,-2-11 0,0 12 0,0-12 0,0 13 0,2-6 0,3 7 0,-4 0 0,6 2 0,-7 3 0,7-4 0,-5 13 0,10-10 0,-7 6 0,7-6 0,-10 2 0,7-6 0,-4 0 0,-3 0 0,6-6 0,-4-5 0,1-4 0,-2-6 0,4 2 0,-2-7 0,6 0 0,-6-5 0,5 5 0,-5 1 0,1 6 0,-5-2 0,5 4 0,-5 8 0,13 2 0,-4 7 0,-1 0 0,1 0 0,1 7 0,4 0 0,1 3 0,-6 2 0,1-6 0,-1-1 0,0-5 0,-1-2 0,-2-3 0,0-4 0,-2-6 0,-3-3 0,3-2 0,-4-4 0,-1-7 0,0 0 0,0-2 0,0 0 0,0 2 0,0-2 0,0 13 0,0-1 0,0 5 0,0 8 0,0 1 0,0 10 0,0 6 0,0 6 0,0 16 0,0 0 0,0 11 0,0-1 0,0 4 0,2 2 0,3-1 0,6 1 0,4-1 0,6 1 0,-4-6 0,4 1 0,-6-3 0,-4 3 0,3-5 0,-6-5 0</inkml:trace>
  <inkml:trace contextRef="#ctx0" brushRef="#br0" timeOffset="13">12051 12692 8912,'-9'-15'0,"-3"-1"0,7 1 0,-5-1 0,5 1 0,-1-2 0,6-2 0,2-2 0,3 2 0,11-3 0,10 1 0,10-7 0,5 2 0,4 2 0,2-2 0,-2 2 0,-4-2 0,-3 4 0,-7 6 0,0 1 0,0-1 0,-12 8 0,-3 3 0,-11 3 0,2 4 0,-7 3 0,0 5 0,0 4 0,0 1 0,0 1 0,0 0 0,5-1 0,0 1 0,2-6 0,-2 0 0,-1-1 0,6 1 0,-7 4 0,6-12 0,-5 5 0,1 0 0,2-6 0,-2 4 0,-3-3 0,10-9 0,-7-3 0,7-4 0,-2-1 0,-1-3 0,1-2 0,-1 1 0,1-7 0,4 5 0,-5-3 0,1 2 0,0 3 0,-5 1 0,6 3 0,-8 5 0,2-1 0,-1 8 0,1-2 0,-1 3 0,6 2 0,0 0 0,6 0 0,1 0 0,4 0 0,-2 0 0,7 0 0,-1 0 0,7 0 0,-1 0 0,-2 0 0,-1 0 0,-3 0 0,-6 0 0,2 0 0,-4 0 0,-1 0 0,-1-2 0,1-3 0,-7-4 0,-4-6 0,2-6 0,-2 0 0,2-4 0,-2 4 0,-3-5 0,3 5 0,-3-5 0,-2 6 0,0-1 0,0 6 0,0-1 0,0 7 0,0 3 0,6 6 0,5 0 0,-3 6 0,3 5 0,-1 4 0,6 6 0,-1 3 0,1 7 0,-1-3 0,-1 1 0,-4 4 0,-4 0 0,0-1 0,0-1 0,-3 0 0,-8 0 0,0 6 0,-11-1 0,2-7 0,-11-8 0,6-4 0,-18-1 0,5-1 0</inkml:trace>
  <inkml:trace contextRef="#ctx0" brushRef="#br0" timeOffset="14">12579 12118 8912,'-16'-20'0,"1"-1"0,1 2 0,4 2 0,3-1 0,7-2 0,3 3 0,8-4 0,-1-3 0,19 0 0,-5-7 0</inkml:trace>
  <inkml:trace contextRef="#ctx0" brushRef="#br0" timeOffset="15">9939 14523 8912,'5'-15'0,"0"-1"0,-1 1 0,-3-1 0,1 2 0,3 4 0,6 5 0,13 8 0,14 15 0,19 20 0,-21-12 0,2 4 0,7 8 0,1 4 0,7 6 0,1 2 0,4 6 0,2 2 0,-18-17 0,1 1 0,1 1 0,4 2 0,0 1 0,1 1-129,2 1 0,2 0 0,-2 0 0,-2-2 0,0-1 1,0-1-1,-1-3 0,1-2 0,-1 0 0,17 12 0,-1-2 129,-5-7 0,-2-3 0,-4-6 0,-2-4 0,-9-8 0,-2-1 0,28 16 0,-22 4 0,-11-2 167,-13-4 1,-3-6-168,-14-2 0,6-7 0,-6 2 0,0-18 0,-5-18 0,0-18 0</inkml:trace>
  <inkml:trace contextRef="#ctx0" brushRef="#br0" timeOffset="16">11787 14027 8912,'-29'-47'0,"1"2"0,4 6 0,1 8 0,-3 8 0,6 13 0,-10 27 0,-2 28 0,8-9 0,-1 4 0,-7 10 0,-1 5 0,-6 17 0,-2 6 0,9-18 0,-2 2 0,0 2 0,-2 6 0,-2 2 0,0 2 0,7-14 0,-1 2 0,0 1 0,-1 0 0,-2 5 0,-1 0 0,0 2 0,-1 0-473,-3 5 1,0 1-1,-1 1 1,1 0 0,8-14-1,-1 2 1,1-1 0,0 0-1,1 1 473,-7 13 0,2 1 0,0 0 0,1 0 0,5-14 0,0 1 0,1 0 0,0 0 0,2-1 0,-4 11 0,2 0 0,0 0 0,2 1 0,0-1 0,2 1 0,0 0 0,2 0 0,2-2 0,0 0 0,3 1 0,2-1 0,3 0 0,2-1 0,2 1 0,2-2-147,3-5 1,2 0 0,1-2 0,1-56 124</inkml:trace>
  <inkml:trace contextRef="#ctx0" brushRef="#br0" timeOffset="17">22689 4515 8912,'-7'-17'0,"-3"-2"0,-4-3 0,0-1 0,2 1 0,3 3 0,2 2 0,2 1 0,7 8 0,3 3 0,4 11 0,8 10 0,4 10 0,5 8 0,8 6 0,2 6 0,6 3 0,-4 1 0,1 0 0,5-5 0,-1-1 0,-2-7 0,4-8 0,-4-8 0,6-16 0,8-17 0,13-25 0,-28 11 0,1-4 0,7-10 0,2-3 0,4-5 0,1-2 0,-1-6 0,0-2-390,3-4 0,0 0 0,-16 19 0,0 0 0,0-1 390,0-1 0,0 0 0,1 1 0,2 2 0,0 0 0,1 2 0,20-18 0,-1 2 0,-2 1 0,-3 1 0,-4 2 0,-1 1 0,-4 3 0,0 3-161,-2 4 1,-1 3 0,-5 3 0,0 4 160,36-10 0,-16 4 0,-15 12 0,-9 7 0,-12 8 0,-4 7 0,-13-4 0,-2 8 1800,-7 5-1800,6-5 395,3 13 1,1-12-396,1 3 0,-6 2 0,5-2 0,-6 0 0,3-5 0,-7 0 0,0 0 0,0 7 0,0 2 0,0 6 0,0 1 0,0-1 0,-7 1 0,-2-1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5.235"/>
    </inkml:context>
    <inkml:brush xml:id="br0">
      <inkml:brushProperty name="width" value="0.05292" units="cm"/>
      <inkml:brushProperty name="height" value="0.05292" units="cm"/>
      <inkml:brushProperty name="color" value="#3165BB"/>
    </inkml:brush>
  </inkml:definitions>
  <inkml:trace contextRef="#ctx0" brushRef="#br0">6402 11794 8912,'-10'-17'0,"2"2"0,1 4 0,5 1 0,-4 4 0,2 4 0,-1-3 0,3 3 0,-14 2 0,5 0 0,-3-8 0,-1-1 0,0-3 0,-4 1 0,-2-1 0,4-5 0,-6 0 0,-2 0 0,0-1 0,0 1 0,-6 6 0,3-1 0,1 1 0,-2-6 0,6 5 0,-5 1 0,-1 1 0,-4-3 0,3 3 0,1 3 0,-5 1 0,-6 6 0,-10-6 0,-2 0 0,-7 1 0,-10 5 0,-7 0-228,-5 0 1,-3 2 227,-2 3 0,-2-1 0,-4 8 0,1-1 0,40-3 0,-2 1 0,-1 0 0,-1-1 0,0 1 0,0 0 0,0-1 0,1 1 0,5-1 0,0 1 0,-2 0 0,1-1 0,1 1 0,0-1 0,-7 1 0,-1 0 0,1-1 0,0 1 0,2-1 0,1 1 0,1-1 0,2 1 0,2 2 0,1 1 0,-2 0 0,0-1 0,-1 1 0,1-1 0,-43 6 0,43-6 0,0 1 0,-42 11 0,43-11 0,0-1 0,-38 6 0,-2 6 0,13 0 0,8-6 0,10-5 0,4 1 0,1 2 0,2-3 0,4-1 0,4-1 0,8 1 0,9 4 0,8-3 0,1-3 0,11 3 0,-7 1 0,7 8 0,1 2 0,-4 2 227,2-2 1,-1 4-228,1 7 0,4 8 0,-4 4 0,-1 11 0,1 6 0,-6 12 0,7 5 0,-7 6-224,6 6 0,0-43 1,-1 1 223,1 2 0,1-1 0,0 0 0,2 0 0,-3 38 0,4 3 0,2-2 0,0 1 0,0-5 0,0-3-100,0-15 1,0-1 99,0-4 0,0 2 0,0-7 0,2-3 0,4-9 0,-4-4 0,6-8 0,-3-1 0,1-5 0,7-3 0,-1-8 0,3 1 0,2-1 0,3 4 0,2-2 0,9-4 328,7 0 1,6-5-329,8 1 0,5-5 0,1 6 0,12-9 0,-1 3 0,6-4-62,-1-2 1,-1-2 61,7-4 0,3 5 0,8-5 0,1 4-207,-40 2 1,-1 0 0,41-6 206,-43 3 0,0 0 0,-1 0 0,1 1 0,49 2 0,-44 0 0,3 0 0,1 0 0,0 0 0,2-1 0,1 0 0,-2-2 0,0 0 0,-1 0 0,1-2 0,1 0 0,0-1 0,2-2 0,1 1 0,3 1 0,0 0 0,-7 1 0,0 1 0,4-1 0,0 0 0,-2 0 0,-1 1 0,-1-1 0,0 0 0,6 0 0,0-1 0,4-3 0,0 0 0,0 4 0,0 1 0,2 1 0,1 0 0,-1-1 0,0 0 0,1 1 0,1-1 0,4 0 0,1 0 0,4 1 0,0-2 0,-3 0 0,-1-1-339,-1 3 1,1 0 0,1 0 0,1 1 338,2 1 0,2 2 0,1-1 0,0 0 0,1 0 0,0 0 0,0 0 0,0 0 0,0-1 0,0 2 0,0-1 0,-2 1 0,-1 2 0,1 0 0,4-1 0,2 0 0,-1 4 0,-1-1 0,1-2 0,-2 0 0,0 3 0,-2 0 0,2-2 0,-1 1 0,-3 1 0,0 0 0,5 1 0,2 1-346,1-2 0,1-1 0,-1 2 1,0 0 345,1-2 0,0 1 0,-2 2 0,1 0 0,2-3 0,0 1 0,0 1 0,1 1 0,-28-2 0,0 0 0,-1 0 0,28 0 0,-1-1 0,-27-1 0,0 0 0,0-1 0,31 0 0,0 0-221,-30 1 1,2 0 0,-2 0 0,32-2-1,-1 1 221,-28 1 0,0 0 0,0 0 0,-3-2 0,-1-1 0,1 2 0,1 0 0,0 1 0,0 0 0,30-1 0,1 0 0,-32 0 0,1 2 0,0-2 0,1-1 0,1 0 0,-1 0 0,2 1 0,0 0 0,0 0 0,1 1 0,0-1 0,0 0 0,-2 0 0,1 1 0,-1-1 0,-2-2 0,0 0 0,0 0 0,3 1 0,1 0 0,0 0 0,0-1 0,-1 0 0,1-1 0,2 0 0,0 0 0,-1 0 0,-3 2 0,-1 0 0,0 0 0,2 0 0,1 0 0,0 0 0,0 0 0,-1 0 0,1-1 0,2 0 0,0-2 0,-1 1 0,1 0 0,-1 0 0,1 0 0,2 0 0,0 0 0,-1 0 0,-1 0 0,-1 0 0,1 0 0,1 0 0,1 0 0,0 0 0,-2 0 0,-1-1 0,1 0 0,-2 0 0,-1-1 0,1 0 0,1 0 0,1 1 0,0 0 0,2-2 0,0 0 0,1-1 0,-1 1 0,0 0 0,0 0 0,-1-1 0,0 1 0,0 0 0,-2 1 0,-1 1 0,0-2 0,2 0 0,-1-1 0,1 0 0,0 2 0,-1 0 0,1 0 0,2-1 0,0-2 0,-1 2 0,-4 1 0,0 1 0,0 0 0,-1-1 0,0 0 0,0 0 0,-1 0 0,1-1 0,0 1 0,1-1 0,-1 2 0,1-1 0,-1 0 0,0 0 0,1 0 0,2 0 0,0-1 0,0 0 0,-3 2 0,0 0 0,0 0 0,1-3 0,1 0 0,0 0 0,-1 2 0,0 1 0,0-2 0,-1 0 0,0-1 0,0 0 0,1 1 0,0 0 0,0-1 0,0 1 0,1-1 0,0 0 0,2-1 0,0 0 0,-1 0 0,-3 1 0,0 0 0,0 0 0,3 1 0,1 0 0,0 0 0,-1-1 0,1 0 0,0 0 0,1 1 0,0 0 0,-1 0 0,-2-1 0,0 0 0,0 0 0,1 0 0,1-1 0,0 1 0,-6 2 0,0 0 0,-1 0 0,1-1 0,-1-2 0,0 2 0,3 0 0,1 1 0,0-1 0,0 0 0,0-1 0,0 1 0,27 1 0,-1-1 0,1-2 0,-1 0-169,-4 1 1,0 0-1,3 1 1,1-1 168,-1 1 0,-1 0 0,1 2 0,0 0 0,-6-1 0,-1-2 0,2 1 0,-2-1 8,-4 1 0,-1 0 1,-2-1-1,0 0-8,-1 1 0,1 1 0,1 0 0,0 0 0,1-4 0,0 0 0,-1 4 0,-1-1 0,-1-3 0,1 0 0,-2 3 0,0 1 0,2-4 0,1 0 0,2 0 0,0 1 0,1 0 0,0 0 0,-2-2 0,-1 1 0,-4 3 0,-1 0 0,-1-3 0,1 0 0,6 4 0,0-1 0,-5-4 0,-1 0 0,-2 1 0,-1 1 0,-4 0 0,0 0 109,-7 0 1,0-1-1,1 1 1,0 0-110,2 0 0,0-1 0,-3-2 0,-2 1 0,-5 2 0,-1 0 0,-3-1 0,-1 1 307,0-1 1,0 0-1,44-5-307,-46 2 0,0 0 0,37-8 0,-6 0 0,-11 0 335,-18 0 0,1-6 0,2-2 0,1 0-335,2 0 0,7-5 0,-7 1 0,0 2 0,-5-1 0,-2-1 0,-4-5 406,-6-1 1,-2-1 0,0-2-407,2-2 0,0-8 0,-5 2 0,-6-4 0,-1-1 0,1 1 480,5 4 1,-7-3-481,-4 3 0,-4-4 0,-4-2 0,-3 1 0,-6-1 0,-4-7 0,-2-4 0,-8 2 0,-4-2 0,-5 2 0,-6-2 0,-3 0 0,-7 9 0,2 5 276,3-1 1,1 6-277,-2-2 0,4 8 0,8-2 0,0 3 0,0 3 0,2 5 0,3 1 0,-9 1 0,4-2 0,-4-1 0,2 5 0,-6 0 0,-10 0 0,-7-3 0,-9 5 0,-10 0 0,-8 6 0,-10 1-306,-12 5 0,1-3 306,41 11 0,0 1 0,-4-4 0,-1 0 0,-6 3 0,-2 1 0,-5-1 0,-2 0 0,-4-1 0,-1 0 0,1 3 0,0 0 0,2-2 0,-1 1 0,-5 0 0,-1 2-363,-2 0 0,-1 0 0,-3-3 0,-2 0 363,-3 0 0,0 0 0,5 0 0,0 0 0,-2 3 0,0 0 0,3 0 0,0 0 0,-1 0 0,0 0 0,0 1 0,-1 0 0,-2 2 0,0 0 0,2-1 0,0 0 0,-1 3 0,0 1 0,2-3 0,0 0 0,1 2 0,-1 2 0,-2-2 0,-2 1 0,-6 3 0,-1-1 0,4-2 0,0 0 0,2-1 0,1 1 0,-2-1 0,0 2 0,0 1 0,0 1 0,-2-1 0,-1 1 0,27-3 0,0-1 0,1 1 0,-30 3 0,0-1 0,31-2 0,-2 0 0,1 0 0,-31 0 0,1-1-298,4 1 1,-1-1 0,27-1 0,0 0 0,0 0 297,-2 1 0,-1 1 0,2 0 0,-30 3 0,1-1 0,0 1 0,0-1 0,3 0 0,-1 0 0,-2-1 0,1-1 0,-2 0 0,0 0 0,31-2 0,0 1 0,0-1 0,-26 1 0,1 0 0,1 1 0,0-1 0,-2-3 0,0 0 0,2 1 0,0 0 0,-3-2 0,-1-1 0,-1 1 0,1-2 0,0 1 0,2 0-266,2 0 1,0 0 0,0 0 0,0 0 265,3 0 0,0 0 0,-3 0 0,-1 0 0,0 0 0,2 0 0,1 0 0,0 0 0,-5 1 0,0-2 0,3 1 0,0-1 0,1-1 0,0 0 0,-1-2 0,-1 0 0,-1-1 0,0 1 0,6 1 0,0 0 0,-1-3 0,0 0 0,-1 2 0,0-1 0,-2-1 0,0 0 0,-1-1 0,0-1 0,1 2 0,0 1 0,2-2 0,0 0 0,-2 1 0,1 1 0,3-2 0,1 0 0,1 5 0,0-1 0,-1-4 0,0 0 0,-5 1 0,0 1 0,5 1 0,1 0 0,0 1 0,0 0 0,-1 0 0,0-1 0,0 0 0,0 0 0,-2 0 0,0-1 0,0-2 0,1 0 0,4 2 0,0 1 0,-2-2 0,-1 0 0,5 4 0,0 0 0,-1 0 0,-1-1 0,1-1 0,0 0 0,-4 1 0,1 0 0,4 0 0,-1 1 0,-3 1 0,0 2 0,4-1 0,-1 0 0,0 0 0,0 0 0,-2 0 0,-1 0-115,0-1 1,0 2 0,-2 1 0,2 1 114,11 0 0,0 0 0,-6 0 0,0 0 0,0-3 0,1 0 0,-5 2 0,1 1 0,3 0 0,1 0 0,1 3 0,-1 0 0,5-2 0,-1-1 0,-2 1 0,-1 0 0,-1 0 0,1 0 0,0 0 0,1-1 0,6 0 0,0 0 0,0-2 0,1 0 65,-1 2 1,0 0-1,1-1 1,0-1-66,2 2 0,0 0 0,2-2 0,0 0 0,4 2 0,0 0 0,-4-2 0,0 0 0,-2-1 0,0 0 0,1 0 0,2 0 0,-1 0 0,1 0 0,0 0 0,0 0 0,3 0 0,0 0 0,-5 0 0,0 2 0,4-1 0,1 1 0,0 1 0,0 0 169,1-1 1,1 0 0,-3-1-1,0 0-169,4-1 0,-1 0 0,-6 2 0,0 2 0,4-2 0,-1 1 0,-3 3 0,0 0 0,4-3 0,0 0 0,-6 3 0,0 1 0,3-1 0,0-1 0,-4 2 0,0 0 0,-2-2 0,0 1 0,5 1 0,0 0 0,4-4 0,0-1 0,1 2 0,1-2 0,6-2 0,1 0 0,-3 0 0,1 0 0,-45 0 0,48 0 0,1 0 416,-49 0 0,1 0-416,11 0 0,-4-2 0,9-4 0,-10-1 0,42 1 0,0 0 0,-1-1 0,1 1 0,-47-2 0,10 1 0,10-1 0,-5 2 0,-5 6 0,37 0 0,-1 0 0,-5 0 0,1 0 0,3 0 0,1 0 0,-42 0 0,4 0 0,0 2 0,-2 2 0,-2 2 0,43 0 0,-1-1 0,1-2 0,0 0 0,0 3 0,-1 1 0,1-1 0,0 0 0,0 1 0,1 1 0,-38 9 0,-2 0 0,13 1 0,-5-1 0,5 0 0,1-5 0,9-3 0,5 1 547,9-1 0,11-3-547,0 5 0,3-7 485,3 2 1,7-4-486,4-2 0,2 2 0,0 3 389,-2 7 1,-13 7-390,-10 10 0,-23 15 0,23-21 0,-4-1 0,-1 3 0,-1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5.236"/>
    </inkml:context>
    <inkml:brush xml:id="br0">
      <inkml:brushProperty name="width" value="0.05292" units="cm"/>
      <inkml:brushProperty name="height" value="0.05292" units="cm"/>
      <inkml:brushProperty name="color" value="#3165BB"/>
    </inkml:brush>
  </inkml:definitions>
  <inkml:trace contextRef="#ctx0" brushRef="#br0">25469 3353 8912,'0'-18'0,"0"1"0,0 0 0,0 0 0,-2 0 0,-4 0 0,-3-1 0,-3 3 0,3 2 0,1 1 0,-5 3 0,1-3 0,-3 5 0,-2 5 0,-1-2 0,1-2 0,0 0 0,0 6 0,0 0 0,-1 0 0,1 8 0,0 3 0,0 5 0,-1 1 0,1 8 0,0 3 0,6 11 0,-1 1 0,3 2 0,-3-2 0,4-4 0,8 4 0,0-9 0,0-2 0,0-8 0,0 1 0,2-4 0,4-7 0,-2-3 0,7-8 0,3 0 0,1 0 0,2-10 0,0-7 0,1-2 0,-1-10 0,0 6 0,0-5 0,-1-1 0,-5-5 0,2 5 0,-7 0 0,6 8 0,-7-2 0,-1 4 0,-2 2 0,0 6 0,4-1 0,-4 10 0,3 2 0,3 10 0,-2 13 0,1 9 0,-1 8 0,2 6 0,5-4 0,-1 0 0,1 0 0,2-2 0,3-5 0,-7-9 0,1-3 0,-7-9 0,7-3 0,-1-11 0,5-5 0,-5-16 0,2-12 0,-7-7 0,6-4 0,-7-8 0,1 1 0,-6-1 0,0 1 0,0-1 0,0 6 0,0 0 0,0 10 0,0 2 0,0 7 0,0 27 0,0 11 0,0 12 0,0 12 0,0-1 0,0 1 0,8-1 0,1 0 0</inkml:trace>
  <inkml:trace contextRef="#ctx0" brushRef="#br0" timeOffset="1">25796 3318 8912,'0'-19'0,"0"-4"0,0 4 0,0-4 0,0 4 0,0 2 0,0 0 0,0 7 0,0 3 0,0 22 0,0 10 0,0 11 0,0 0 0,0 4 0,6-3 0,-1-3 0,3 0 0,-2 1 0,-3-8 0,9-5 0,-6-2 0,5-3 0,-5-2 0,5-3 0,3-7 0,-1-10 0,-1-7 0,3-11 0,-4-6 0,5-5 0,1-6 0,-2 6 0,-1-3 0,-3 9 0,2 3 0,-5 2 0,-2 6 0,3 0 0,-5 7 0,8 4 0,-7 18 0,7 5 0,-6 10 0,5-4 0,1 7 0,7-3 0,2 0 0,2-4 0,5-6 0,-5-6 0,6 3 0,-6-9 0,8-1 0,-3-10 0,-3 1 0,-2-13 0,-4 5 0,-2-10 0,-1 2 0,-5-2 0,-3 4 0,-8-4 0,5-2 0,1 2 0,-2 2 0,-10 10 0,4-4 0,-3 3 0,-5 5 0,-1 1 0,1 4 0,-1 2 0,7 8 0,-4 1 0,8 8 0,0 1 0,0-1 0,0 0 0,0 0 0,8 0 0,1-7 0,9-4 0,-1-5 0,0-1 0,0-1 0,2-5 0,2-6 0,2-3 0,8-2 0,-2 0 0,-3-6 0,3 0 0,-2-4 0,1 10 0,-3-2 0,-8 13 0,1 0 0,-1 6 0,-8 4 0,-3 6 0,-4 7 0,-8 10 0,1-4 0,-9 5 0,3-5 0,3 0 0,2-6 0,-1 0 0,1 1 0,0-1 0,6-8 0,8-3 0,3-12 0,5-5 0,1-12 0,6-4 0,0-7 0,0 0 0,-6-1 0,0-1 0,0-4 0,1 1 0,-1-4 0,-2 1 0,-3 3 0,1 3 0,-7 2 0,-1 7 0,-5 4 0,0 4 0,0 2 0,0 7 0,0 2 0,0 8 0,8 8 0,2 0 0,7 3 0,0 5 0,0-5 0,0 4 0,1 2 0,-1 1 0,0-1 0,0 0 0,0 0 0,-1 2 0,-5 4 0,3-4 0,-9 4 0,1-4 0,-4-1 0,2-1 0,2 0 0,-1 0 0,-5-7 0,0-3 0,2-7 0,4 0 0,-2-13 0,7-4 0,1-10 0,5 4 0,0-7 0,0 3 0,1-2 0,-1 0 0,2 7 0,4-7 0,-4 10 0,4 2 0,-4 1 0,-2 11 0,6-1 0,0 6 0,0 0 0,-6 0 0,1 0 0,-1 0 0,0 0 0,0 0 0,0 6 0,1-1 0,-1-1 0,0-2 0,0-2 0,-5 0 0,-1 0 0,-7 0 0,11 0 0,-13-2 0,4-4 0,-4 3 0,-2-9 0,0 8 0,-2-3 0,-4 7 0,2 0 0,-7 0 0,-1 7 0,-3 5 0,4 3 0,-3 2 0,8 0 0,1 1 0,5-1 0,0-6 0,0 1 0,0-1 0,2-1 0,3-4 0,7-5 0,3-1 0,2 0 0,1-5 0,-1-1 0,6-7 0,0 1 0,5-9 0,-3-2 0,0 2 0,0 2 0,0 2 0,-2 0 0,-4-6 0,4 0 0,-10-6 0,-1 6 0,-1-5 0,6 5 0,-1-8 0,-3 2 0,-3-3 0,-3-2 0,5 5 0,-7 0 0,1 8 0,-6-2 0,0 4 0,0 2 0,-2 7 0,-3 5 0,1 3 0,-6 4 0,2 3 0,-3 7 0,5 11 0,-5 9 0,5 8 0,-5 8 0,5-2 0,0-2 0,6 2 0,-2-2 0,-2 4 0,-1-5 0,1 0 0,2-3 0,2-6 0,0 4 0,0-3 0,2-5 0,4-13 0,-5 1 0,15-9 0,-7-5 0,1-8 0,5-11 0,-3-8 0,1-8 0,-1 3 0,3 1 0,-4-2 0,-1 6 0,1-5 0,-5 12 0,4-1 0,-3 2 0,5 5 0,-7-1 0,3 7 0,-2-2 0,-4 6 0,4 6 0,-5 4 0,-1 7 0,2 0 0,4 0 0,-4 6 0,4 0 0,-4-2 0,-2-2 0,0-9 0,0-3 0,0-7 0</inkml:trace>
  <inkml:trace contextRef="#ctx0" brushRef="#br0" timeOffset="2">28291 2510 8912,'0'-17'0,"-8"0"0,7 0 0,-5-1 0,4 9 0,4 1 0,4 8 0,5 0 0,12 2 0,6 4 0,3 5 0,10 5 0,2 1 0</inkml:trace>
  <inkml:trace contextRef="#ctx0" brushRef="#br0" timeOffset="3">28962 2579 8912,'-9'25'0,"-7"-4"0,-7-4 0,-3 2 0,-5 10 0,-9-1 0,4 11 0,-5 1 0,7 0 0,7-6 0,10 1 0,9-3 0,8-3 0,6-6 0,6-6 0,11-6 0,11 3 0,12-9 0,4 1 0,1-6 0,7 0 0,1 0 0,-2 0 0,-3 0 0,-7-7 0,-12-3 0</inkml:trace>
  <inkml:trace contextRef="#ctx0" brushRef="#br0" timeOffset="4">25761 6551 8912,'-9'-25'0,"-6"6"0,3-4 0,-1 4 0,-1 1 0,5 1 0,1 0 0,0 7 0,5 3 0,-3-1 0,0 10 0,6 4 0,-2 17 0,-4 13 0,5 16 0,-5 11 0,4 4 0,2 1 0,2 1 0,2 0 0,3-2 0,3-4 0,1-6 0,7-11 0,-1-12 0,0-11 0,6-11 0,2-7 0,2-6 0,3-11 0,-3-13 0,2-15 0,-3-8 0,3 3 0,-4-7 0,-8-5 0,-2 9 0,-1-2 0,-5 4 0,-1 2 0,-2 8 0,-6 2 0,0 7 0,0 10 0,-2 7 0,-4 4 0,4 5 0,-5 2 0,7 5 0,0 4 0,0 7 0,0 0 0,0 0 0,1-1 0,5-5 0,-2 4 0,7-3 0,1 1 0,5-1 0,-2-3 0,-3-3 0,3-4 0,-3 4 0,3-4 0,2-2 0,0-2 0,1-4 0,-7 2 0,1-7 0,-1-3 0,-1-1 0,5-2 0,-11 1 0,7 5 0,-7-4 0,4 13 0,-6-6 0,3 8 0,-1 0 0,6 2 0,-1 2 0,1 2 0,-4 5 0,5-5 0,0 0 0,7-6 0,-1 0 0,0 0 0,0-2 0,1-4 0,-7-4 0,0-7 0,-5-2 0,6-4 0,-8 2 0,1-8 0,-3 1 0,-2-7 0,0 3 0,0 3 0,0-1 0,0 7 0,0 2 0,0 2 0,-2 7 0,-4 1 0,5 7 0,-7-2 0,10 12 0,2 7 0,1 8 0,9 0 0,-3 8 0,-1 2 0,1 9 0,1-4 0,5 6 0,0-2 0,0 0 0,-1 0 0,-5-5 0,4-1 0,-3 1 0,-4-9 0,-3-3 0,5-4 0,-6-9 0,7-6 0,3-8 0,-5-6 0,3-7 0,-1-8 0,6-3 0,0 1 0,1-2 0,-7 8 0,1-2 0,-3 4 0,5 4 0,-3 3 0,-7 5 0,4 11 0,-8 7 0,-2 2 0,-4 16 0,-4 0 0,-7 5 0,0 1 0,0-1 0,-1 0 0,1 1 0,0-9 0,0-3 0,0 4 0,-1-8 0,1-2 0,8-11 0,3-12 0,4-11 0,2-11 0,2-7 0,4-5 0,7-6 0,8-3 0,0 5 0,8 3 0,-1 5 0,7 2 0,-3 1 0,-3 5 0,4 5 0,-5 11 0,-3-1 0,-2 7 0,-4 0 0,-2 6 0,-1 10 0,-5 7 0,-1 2 0,-5 10 0,-1 0 0,8 5 0,-6 0 0,3 1 0,-1-3 0,-4-3 0,3 3 0,-1-3 0,0 2 0,-6-3 0,0-3 0,0-8 0,0-7 0,-8-3 0,-2-7 0</inkml:trace>
  <inkml:trace contextRef="#ctx0" brushRef="#br0" timeOffset="5">27052 6310 8912,'-17'-27'0,"5"2"0,1 8 0,7 0 0,-2 0 0,6 1 0,6 3 0,7 4 0,8 1 0,2-5 0,12 1 0,-5 2 0,12 1 0,-1-1 0,-1 1 0,8-3 0,-3-5 0,-1 0 0,2 0 0,-5-2 0,4-4 0,-4 2 0,4-8 0,-12 8 0,1-2 0,-11 12 0,-5 3 0,-18 10 0,-12 4 0,-9 5 0,-2 12 0,-8 10 0,3 10 0,-3 5 0,3 6 0,3 1 0,7-3 0,7-1 0,1-1 0,5-4 0,7-6 0,7-4 0,14-1 0,13-14 0,16-4 0,9-15 0,14-8 0,3-19-1474,8-21 1474,-39 15 0,0-3 0,1 3 0,0-1 0,3-5 0,1 0 0,-1 1 0,1 1 0</inkml:trace>
  <inkml:trace contextRef="#ctx0" brushRef="#br0" timeOffset="6">15488 13479 8912,'-12'-17'0,"3"0"0,-1 0 0,3 0 0,-3-1 0,2 1 0,1 0 0,1 6 0,4 1 0,-4 2 0,4 7 0,-1 12 0,6 12 0,7 17 0,5 12 0,-1 9 0,-3 6 0,1 1 0,5 1 0,0-2 0,2 0 0,2-2 0,2 0 0,2-4 0,-2-15 0,-10-6 0,5-11 0,3-5 0,5-6 0</inkml:trace>
  <inkml:trace contextRef="#ctx0" brushRef="#br0" timeOffset="7">15987 13686 8912,'-35'17'0,"9"2"0,3 4 0,4 4 0,3 9 0,3 2 0,1 2 0,11-1 0,1-11 0,9-3 0,14-8 0,-2-7 0,8-4 0,-2-5 0,1-2 0,-3-7 0,0-9 0,-6-6 0,4-6 0,-10-3 0,-3 3 0,-2-2 0,-5 3 0,-1-5 0,-2 5 0,-7 3 0,-5 2 0,-5 6 0,-6 5 0,2-1 0,-8 7 0,8 0 0,-2 6 0,4 2 0,2 4 0,7 4 0,5 7 0,3-6 0,2 1 0,7-9 0,18 13 0,12-7 0</inkml:trace>
  <inkml:trace contextRef="#ctx0" brushRef="#br0" timeOffset="8">16383 13479 8912,'-25'0'0,"4"2"0,-8 4 0,6-2 0,-6 7 0,8 3 0,-2 7 0,4 4 0,2 1 0,2 5 0,3 7 0,7 0 0,3-5 0,2-1 0,2-9 0,3-2 0,7-2 0,3-9 0,2-4 0,1-5 0,-1-1 0,0-1 0,0-5 0,0-6 0,1-3 0,-1-8 0,0 0 0,-2 0 0,-3 6 0,-3 2 0,-3 3 0,-4-3 0,6 6 0,-1-1 0,3 2 0,7 12 0,0 8 0,0 7 0,1 15 0,7 16 0,3 7 0,5 16 0,1 7 0,1 4 0,-1 2 0,-7-10 0,-6-7 0,-8-10 0,-7-5 0,-4-6 0,-2-8 0,-8-2 0,-3-15 0,-6-2 0,-6-10 0,-4 3 0,-8-9 0,7 1 0,-1-6 0,2-7 0,-1-5 0,-3-13 0,8-9 0,0-2 0,6-10 0,0-8 0,-1-7 0</inkml:trace>
  <inkml:trace contextRef="#ctx0" brushRef="#br0" timeOffset="9">16830 13462 8912,'-34'0'0,"1"0"0,3 0 0,1 0 0,6 8 0,-6 3 0,2 5 0,-1 1 0,-3 6 0,10 2 0,4 1 0,4 5 0,9-6 0,-2-2 0,6-4 0,6-2 0,5-2 0,12-3 0,-4-5 0,4-7 0,-4 0 0,-1 0 0,-1 0 0,0 0 0,-2-2 0,-3-3 0,3-5 0,-3-7 0,-3 0 0,3 0 0,-1-1 0,-1 1 0,5 0 0,-4 0 0,-1 1 0,1 5 0,1-2 0,5 7 0,0 0 0,2 6 0,4 0 0,-4 8 0,4 3 0,-3 10 0,-3 2 0,2 6 0,4-6 0,-4 5 0,4-5 0,-4-2 0,-2-1 0,0-3 0</inkml:trace>
  <inkml:trace contextRef="#ctx0" brushRef="#br0" timeOffset="10">17071 13307 8912,'-6'-11'0,"1"0"0,1-3 0,4 1 0,5 1 0,1 5 0,11 7 0,-1 0 0,12 0 0,-5 7 0,4 7 0,0 5 0,0 4 0,-1 5 0,3-5 0,-4 6 0,-8-4 0,-2 0 0,-3 0 0,1-3 0,-7-4 0,0-1 0,-6 0 0,0-7 0,0-3 0,0-9 0,0-3 0,0-7 0,0-9 0,0-2 0,0-13 0,0 1 0,7-3 0,5 4 0,3-6 0,2-2 0,1 0 0,-1 0 0,8-6 0,1 4 0</inkml:trace>
  <inkml:trace contextRef="#ctx0" brushRef="#br0" timeOffset="11">17691 13050 8912,'-2'15'0,"-4"-4"0,4 5 0,-4-5 0,4 10 0,2 2 0,2 8 0,4-3 0,4 5 0,-1 1 0,6 0 0,-3 1 0,9-3 0,2-3 0,0 2 0,-6-8 0,-2-6 0,-3-6 0,-5-7 0,1-12 0,2-11 0</inkml:trace>
  <inkml:trace contextRef="#ctx0" brushRef="#br0" timeOffset="12">17467 12482 8912,'-35'8'0,"1"3"0,1 7 0,5 4 0,5-2 0,11 2 0,7-2 0,7-11 0,7-3 0,8-4 0,10-4 0,-4-4 0,8-3 0,-5-11 0,1-1 0,-4-1 0,-6-3 0,-5 2 0,1 4 0,-7-4 0,0 4 0,-6 1 0,0 1 0,-8 2 0,-3 4 0,-5 5 0,-1 12 0,0 3 0,0 8 0,1 2 0,5 2 0,5 4 0,4 2 0,4-6 0,4 2 0,5-6 0,12-5 0,4 3 0,7-6 0</inkml:trace>
  <inkml:trace contextRef="#ctx0" brushRef="#br0" timeOffset="13">17863 12517 8912,'-12'9'0,"1"-3"0,7-2 0,-2 1 0,6 7 0,6 11 0,0 4 0,11 7 0,-2 8 0,14 4 0,1 9 0,11 3 0,-5 6 0,4 0 0,2-1 0,-4 2 0,-7-1 0,-12-4 0,-9-5 0,-10-3 0,0-1 0</inkml:trace>
  <inkml:trace contextRef="#ctx0" brushRef="#br0" timeOffset="14">17863 13153 8912,'-8'-17'0,"0"-6"0,-3 0 0,1 0 0,5 6 0,3-3 0,-4-2 0,6 1 0,6-8 0,5 2 0,12-2 0,4-3 0,7 3 0,8-5 0,2-4 0,0-2 0,6-8 0,-6 4 0</inkml:trace>
  <inkml:trace contextRef="#ctx0" brushRef="#br0" timeOffset="15">18310 12379 8912,'-27'12'0,"4"-3"0,4-1 0,2-3 0,7 3 0,5 4 0,10 5 0,7 6 0,3 5 0,2 5 0,6 3 0,0 4 0,0-2 0,-6 8 0,-5-2 0,-1 2 0,-5-4 0,6-8 0,-9 1 0,3-1 0,-4-7 0,-2-4 0,0-4 0,0-9 0,0-5 0,0-10 0,0-7 0,0-11 0,0-5 0,0-5 0,0-7 0,0 0 0,0-2 0,0 4 0,0-3 0,0 3 0,2 10 0,4 5 0,-2 4 0,7 1 0,-5 3 0,5 4 0,-5 3 0,5 8 0,7 8 0,5 5 0,0 6 0,1 4 0,1 6 0,4-6 0,3 5 0,-3-5 0,4-2 0,1-9 0,-1-5 0,-5-7 0,3 0 0,-8 0 0,4-13 0,-10-4 0,4-6 0,-10 0 0,-3-4 0,-2-7 0,-4 1 0,-2 5 0,0-3 0,0 8 0,-8 0 0,-4 6 0,3 0 0,-3 0 0,9 7 0,-13 2 0,14 8 0,-5 2 0,7 4 0,0 6 0,5 3 0,1 2 0,6 2 0,-7 4 0,9-2 0,-3 8 0,-1-6 0,1 5 0,-5 1 0,5 5 0,-1 1 0,2-1 0,-3 2 0,-3 5 0,-4-11 0,3 4 0,-3-3 0,-2-4 0,0-2 0,0-8 0,0-8 0,0-11 0,0-15 0,-2-9 0,-3-7 0,3-3 0,-4-4 0,2-2 0,-1-4 0,3-4 0,-4 4 0,4-2 0,2 3 0,0-3 0,0 8 0,0 0 0,0 5 0,6 3 0,-1 3 0,9 12 0,-3 9 0,5 3 0,1-1 0,0 4 0,0 13 0,0 3 0,1 14 0,-1-5 0,0 6 0,-5 0 0,-3 5 0,1-1 0,-1-5 0,-5 3 0,2-8 0,-2 0 0,1-6 0,-3 0 0,6-6 0,-8 1 0,0-8 0,0 3 0,0-7 0,0-9 0,0-8 0,0-1 0,0-6 0,0-1 0,0-4 0,0 2 0,0-1 0,0 7 0,0-2 0,2 4 0,4 1 0,-5 7 0,5 0 0,4 7 0,-6-4 0,7 8 0,1 0 0,5 0 0,0 0 0,0 0 0,2 0 0,4 0 0,4 6 0,7 0 0,1 1 0,-1-1 0,3-4 0,3 4 0,-6-5 0,2-1 0,-7-1 0,-4-5 0,-2 2 0,-6-7 0,-5 5 0,-1-6 0,-7 1 0,2-6 0,-4-1 0,-2 1 0,0 0 0,0 0 0,0 0 0,0 0 0,0-1 0,0 1 0,0 8 0,0-1 0,0 4 0,0 4 0,5-3 0,1 10 0,-2 7 0,4 11 0,-3 5 0,7 5 0,-7 1 0,7 3 0,-6 3 0,5-4 0,-3 6 0,-1-2 0,1 0 0,4-2 0,-7-9 0,1 2 0,-6-8 0,0-8 0,0-7 0,0-8 0</inkml:trace>
  <inkml:trace contextRef="#ctx0" brushRef="#br0" timeOffset="16">19566 11726 8912,'-44'0'0,"6"-2"0,7-4 0,14 4 0,25-5 0,15 7 0,13 0 0,4 0 0,8 1 0,-2 5 0,-4-4 0,8 13 0,-6-5 0</inkml:trace>
  <inkml:trace contextRef="#ctx0" brushRef="#br0" timeOffset="17">20255 11657 8912,'-18'-12'0,"1"1"0,6 7 0,-1-2 0,-1 22 0,-8 12 0,-4 16 0,-2 12 0,6 13 0,-2 11 0,12 10-287,5 1 0,6-3 287,6-13 0,11-9 0,12-18 0,3-8 70,3-11 0,7-16-70,4-7 0,3-14 0,3-9 0,5-17 0,1-18 0,5-1 0,-8-10 0,-5-2 0,-6-2 0,-10-2 0</inkml:trace>
  <inkml:trace contextRef="#ctx0" brushRef="#br0" timeOffset="18">25813 16213 8912,'-23'12'0,"2"-1"0,4 2 0,5 3 0,5 1 0,3 0 0,4-2 0,6-3 0,-1-5 0,11-7 0,5-1 0,4-5 0,1-6 0,5-11 0,-2-5 0,1-5 0,1-1 0,-3 0 0,-5 1 0,-11 3 0,-6 3 0,-4 2 0,-2 2 0,0 6 0,-16 5 0,-7 1 0,-15 11 0,-10 6 0,-5 15 0,-5 9 0,1 18 0,5 4 0,3 18-297,3 5 1,7 13 296,17 3 0,1-5 0,15-5 0,10-9 0,15 1 0,11-10-2,9-12 1,8-16 1,-1-18 0,8-8 0,-3-9 0,9-9 0,-14-8 0,5-8 0,-11-10 0,-7-1 0,-10-4 0,-4-2 0,-2-4 0,-7-2 0,-5 4 0,-3-1 0,-2-3 0,0 2 0</inkml:trace>
  <inkml:trace contextRef="#ctx0" brushRef="#br0" timeOffset="19">26106 16196 8912,'0'-17'0,"0"0"0,0-1 0,0 1 0,7 8 0,5 3 0,5 4 0,6 2 0,6 8 0,11 3 0,2 6 0,4 6 0,7 4 0,-5 7 0,-2-1 0,-2-5 0,2 5 0,-6-4 0,0-5 0,-6-1 0,-7-4 0,-4-1 0,-11-9 0,-5-1 0,-7-8 0</inkml:trace>
  <inkml:trace contextRef="#ctx0" brushRef="#br0" timeOffset="20">26553 15990 8912,'-17'17'0,"0"8"0,-1 3 0,-5 14 0,0 10 0,2 9 0,2 6 0,-2 4 0,4 3 0,-4-3 0,10 3 0,3-16 0,2-9 0,6-7 0,6-9 0,3-14 0,9-13 0,-1-12 0,0-4 0</inkml:trace>
  <inkml:trace contextRef="#ctx0" brushRef="#br0" timeOffset="21">26828 15869 8912,'0'-17'0,"0"8"0,0 3 0,0 12 0,8 13 0,3 15 0,5 14 0,1 11 0,2 4 0,4 8 0,-4-3 0,4 7 0,2-4 0,-2-3 0,2-5 0,-4-3 0,0-7 0,-6-9 0,0-6 0,-9-3 0,0-9 0,-6-3 0,0-11 0,0-4 0,0-8 0</inkml:trace>
  <inkml:trace contextRef="#ctx0" brushRef="#br0" timeOffset="22">26863 15904 8912,'0'-18'0,"0"1"0,2 0 0,3 0 0,1 2 0,11 3 0,-3-3 0,11 3 0,1-1 0,9 2 0,-1 1 0,6 4 0,-3 4 0,-3-3 0,-7 10 0,-4 7 0,-6 5 0,-6 6 0,-3 4 0,-8 9 0,0 2 0,0 2 0,-13 2 0,-4-2 0,-5-1 0,5 7 0,-6-3 0,0 3 0,0-6 0,6-11 0,0 2 0,0-8 0,0-2 0,-1-10 0,9-3 0,1-8 0</inkml:trace>
  <inkml:trace contextRef="#ctx0" brushRef="#br0" timeOffset="23">27310 15921 8912,'-17'7'0,"0"3"0,0 7 0,5 6 0,3 2 0,1 4 0,4 7 0,2-2 0,2 6 0,8-9 0,3-2 0,5-10 0,1-2 0,6-2 0,0-9 0,0 0 0,-4-8 0,0-4 0,-2-5 0,4-10 0,-9-2 0,-5-8 0,-1 2 0,-4 3 0,-2-3 0,0 2 0,0-1 0,-8 3 0,-3 8 0,-5 1 0,-1 5 0,0-2 0,0 7 0,5-2 0,1 2 0,5 4 0,-5-3 0,-1 3 0,-5 2 0</inkml:trace>
  <inkml:trace contextRef="#ctx0" brushRef="#br0" timeOffset="24">27534 15972 8912,'-12'0'0,"1"0"0,7 2 0,-2 4 0,4-2 0,2 7 0,0-5 0,0 6 0,6-1 0,2 6 0,1 0 0,5 1 0,-5-1 0,3 0 0,-3 0 0,3 0 0,1 1 0,-7-1 0,5-6 0,-3-1 0,0-1 0,-1 1 0,-1-6 0,-6 1 0,0-10 0,0-5 0,0-7 0,0-6 0,0-2 0,0 0 0,0 1 0,6-7 0,0 2 0,1 4 0,-1 3 0,2 2 0,3 3 0,4 2 0,-3 2 0,5 3 0,6 2 0,-4 3 0,4 5 0,2 0 0,-2 0 0,7 0 0,-1 0 0,-2 0 0,0 0 0,-2 0 0,-4 0 0,-2 0 0,-2 0 0,0-2 0,0-4 0,-7-4 0,-4-7 0,-4 6 0,-2-1 0,0-1 0,0-2 0,-2 3 0,-4 1 0,-4 7 0,-7-9 0,0 7 0,0 0 0,1 8 0,3 4 0,2 5 0,1 4 0,-1 3 0,1 1 0,4 4 0,4-4 0,-3 4 0,3 2 0,2-2 0,5-1 0,3-6 0,2-3 0,3-1 0,8-9 0,2 3 0,8-4 0,-3-2 0,5-13 0,1-5 0,1-10 0,-1-1 0,-1-3 0,-3-1 0,-3 5 0,-2 5 0,3-2 0,-5 2 0,0 2 0,-5 9 0,-9-3 0,-1 13 0,-8-5 0,0 8 0,0 5 0,0 6 0,0 3 0,0 2 0,0 0 0,0 0 0,0 1 0,0-1 0,0 0 0,0 0 0,0 0 0,0 1 0,0-7 0,0 1 0,0-1 0,0-1 0,0-3 0,0-20 0,0-4 0,0-2 0,2-6 0,3 2 0,-1 0 0,8 6 0,-7 5 0,7 1 0,-1-1 0,7 1 0,-1-1 0,0 9 0,0-3 0,0 4 0,1 2 0,5 0 0,-1 0 0,3-2 0,-2-4 0,-2 2 0,8-7 0,-8 0 0,4-7 0,-2 1 0,0 0 0,0-8 0,-6-4 0,-2-3 0,-3-2 0,-3-1 0,-3 1 0,-4-8 0,4-4 0,-4-6 0,-2-3 0,-2-2 0,-4 1 0,2 9 0,-7 1 0,5 9 0,-6 3 0,9 15 0,-7 11 0,4 8 0,4 16 0,-5 8 0,1 15 0,0 12 0,1 10 0,5 14 0,0 1-152,0 4 0,1-3 152,5-8 0,4-1 0,7 1 0,0-15 0,0-9 0,6-10 0,0-10 0,0-10 0,2-5 0,-4-7 0,8-8 0,-6-14 0,5-16 0,-1-3 0,4-12 0,-4-3 0,-3-1 0,-1 1 0,-5 1 0,-1 1 152,0-1 0,-7 10-152,-5 8 0,-3-1 0,-2 28 0,0 7 0,0 9 0,0 20 0,6 5 0,0 6 0,5 2 0,-5-2 0,7-3 0,-1 1 0,3-6 0,2-3 0,0-2 0,1 2 0,-1-10 0,0-8 0,0-7 0,0 4 0,-7-24 0,5-3 0,-5-15 0</inkml:trace>
  <inkml:trace contextRef="#ctx0" brushRef="#br0" timeOffset="25">29272 14717 8912,'-25'8'0,"-2"2"0,2 1 0,8 0 0,2-5 0,9 6 0,0-1 0,6 6 0,8-5 0,4-1 0,5-7 0,6 2 0,-2-6 0,7-6 0,-6 4 0,0-4 0,-8-1 0,-3-1 0,3-1 0,-7 5 0,1-4 0,-16 10 0,-3 4 0,-6 5 0,-6 12 0,2-2 0,-8 8 0,0-1 0,-13 14 0,-2 2 0</inkml:trace>
  <inkml:trace contextRef="#ctx0" brushRef="#br0" timeOffset="26">28790 15697 8912,'-27'18'0,"8"-7"0,8 0 0,-1-7 0,3 4 0,3-8 0,12-4 0,5-7 0,22-5 0,13-16 0,15-4 0,11-1 0,13-7 0,-40 22 0,1-2 0,4 0 0,0-1 0,-2-1 0,-1 0 0</inkml:trace>
  <inkml:trace contextRef="#ctx0" brushRef="#br0" timeOffset="27">30064 15336 8912,'-25'0'0,"-2"0"0,-7 0 0,5 0 0,0 0 0,0 2 0,-5 2 0,2 4 0,3 1 0,4 8 0,8 6 0,0 2 0,-1-2 0,9-4 0,3 4 0,4 2 0,2-2 0,0 0 0,2-6 0,4 0 0,3-7 0,7-5 0,-5-10 0,4-5 0,-3-7 0,-3-8 0,3-4 0,-1-3 0,7-2 0,-7 1 0,1 5 0,-1-5 0,6 6 0,0 1 0,1 3 0,-1-4 0,0 8 0,0-4 0,1 9 0,-1 3 0,0 7 0,0-2 0,6 12 0,0 6 0,-2 3 0,-2 2 0,4 0 0,0 1 0,2-7 0,-2 0 0,-4-7 0,4 2 0,-4-12 0,-2-5 0,6-12 0,0-6 0,0-5 0,-6-6 0,1-6 0,-1-4 0,-2-9 0,-4-4 0,3-4 0,-8-2 0,-3-1-165,-8-5 0,-5 3 165,-7-9 0,-6 16 0,-2 4 0,0 13 0,0 14 0,2 9 0,6 14 0,0 7 0,0 15 0,0 16 0,-1 19 0,3 21 0,4 13 0,-3 14 0,11-41 0,1 1 0,-1 1 0,2 0-164,-1 2 1,2-1-1,0-2 1,2-1 163,0 2 0,1-1 0,1-2 0,2-1 0,2-2 0,1 0 0,8 46 0,1-3 0,1-8 0,2 4 0,0-6 0,-6-11 0,-1-6 0,-7-12 0,5-1 0,-1-5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30T21:42:15.264"/>
    </inkml:context>
    <inkml:brush xml:id="br0">
      <inkml:brushProperty name="width" value="0.05292" units="cm"/>
      <inkml:brushProperty name="height" value="0.05292" units="cm"/>
      <inkml:brushProperty name="color" value="#3165BB"/>
    </inkml:brush>
  </inkml:definitions>
  <inkml:trace contextRef="#ctx0" brushRef="#br0">12941 3765 8912,'-13'-23'0,"-3"0"0,1 4 0,3 4 0,5 4 0,1 14 0,8 7 0,4 15 0,5 15 0,3 15 0,-1 8 0,-2 6 0,1 6 0,-1 3 0,1 0 0,-3 4 0,3-7 0,-4-1 0,-1 3 0,-5-14 0,4-2 0,-4-11 0,-2-10 0,-2-12 0,-2-8 0,-2-13 0,1-11 0,5-19 0,0-11 0,0-14 0,0-7 0,0-8 0,0-6 0,0-5 0,-6 1-182,0-7 1,0 1 181,6-1 0,0-2 0,0 8 0,0 1 0,0 2 0,6 20 0,0 11 0,7 13 0,-1 15 0,3 12 0,2 12 0,8 18 0,2 12 0,1 12 0,1 9 0,2 4 0,9 2 0,-9-8 0,3-4 0,-3-5 0,3-7 0,0-4 0,1-13 0,-3-5 0,-1-11 0,-4-7 0,-3-3 0,-2-6 181,-11-7 1,2-2-182,-7-16 0,2-5 0,-2-7 0,-5-8 0,5-3 0,-4 1 0,-4-9 0,-4 3 0,-5 0 0,1-6 0,-1 5 0,5 9 0,-5 9 0,7 5 0,-2 7 0,6 5 0,6 13 0,5 10 0,12 15 0,6 14 0,11-4 0,-4 7 0,7-5 0</inkml:trace>
  <inkml:trace contextRef="#ctx0" brushRef="#br0" timeOffset="1">14163 3920 8912,'-46'0'0,"4"0"0,4 2 0,5 4 0,4 5 0,-1 12 0,5 6 0,6 3 0,0-3 0,13 0 0,0-3 0,6 5 0,2-4 0,4-3 0,0-3 0,11-9 0,-4-4 0,10-8 0,2 0 0,0-2 0,0-4 0,0-6 0,-1-9 0,-1-2 0,-4-7 0,4 1 0,-5-3 0,-7-3 0,4-1 0,-3-2 0,1-2 0,-1 2 0,1 9 0,-7 6 0,0 4 0,-6 2 0,5 3 0,1 9 0,0 16 0,-6 23 0,0 8 0,0 10 0,0 0 0,0-1 0,7-5 0,5 0 0,5-8 0,6 2 0,6-5 0,3-7 0,8-3 0,1-8 0,4-7 0,-4-4 0,-1-8 0,-6-10 0,-7-7 0,-2-15 0</inkml:trace>
  <inkml:trace contextRef="#ctx0" brushRef="#br0" timeOffset="2">14662 3559 8912,'-10'-2'0,"4"-4"0,-3 4 0,7-1 0,-4 12 0,4 10 0,2 6 0,2 11 0,4 10 0,-2 6 0,7 5 0,1-1 0,5 7 0,0 0 0,-1 3 0,-3-2 0,-2-7 0,-7-6 0,2-5 0,-4-9 0,-2-9 0,-15-7 0,-5 4 0</inkml:trace>
  <inkml:trace contextRef="#ctx0" brushRef="#br0" timeOffset="3">14507 4178 8912,'0'-17'0,"0"-6"0,0 0 0,2 0 0,4 6 0,5 0 0,12-1 0,6 1 0,9 0 0,4 0 0,2 0 0,-4 5 0,6 1 0,-6 5 0,6-6 0,-10 9 0,1-5 0,-9 2 0,-3 1 0,-2-1 0,-13 6 0,-5 2 0,-8 5 0,-3 11 0,-7-1 0,1 6 0,2 2 0,-1-3 0,7 7 0,-2-6 0,-1 0 0,1-6 0,2 0 0,2 1 0,2 6 0,0-5 0,0 4 0,8-11 0,2-4 0,7-8 0,0 0 0,0 0 0,6-10 0,0-7 0,6-2 0,-6-10 0,2 0 0,-3-5 0,-2-6 0,3 0 0,-4 2 0,-2 9 0,-2 4 0,-3 8 0,-5 2 0,1 3 0,-6-3 0,7 15 0,-3 0 0,-4 7 0,4 11 0,1-1 0,1 2 0,0 2 0,-1 2 0,7 0 0,-3-6 0,5-6 0,1 1 0,0-6 0,0 5 0,0-7 0,3 2 0,1-4 0,1-2 0,1-8 0,-5-4 0,1 3 0,4-3 0,-4 3 0,4-3 0,-4-1 0,-2 7 0,0 3 0,1 1 0,-1 2 0,6 0 0,0 0 0,1 0 0,-1 0 0,4-6 0,8 0 0,-7-1 0,1 1 0,-6 2 0,6-8 0,-8 1 0,0-6 0,-8 0 0,-7-1 0,-4 1 0,-2 0 0,-2 6 0,-4-1 0,-4 8 0,-7-1 0,0 3 0,0 2 0,-2 2 0,-4 3 0,4 5 0,-4 7 0,6 0 0,5 0 0,-3 1 0,3-1 0,5 0 0,1 0 0,4 0 0,2 1 0,0-7 0,0 1 0,2-9 0,4 3 0,3-4 0,8-2 0,1-2 0,-1-4 0,0-5 0,0-4 0,0 3 0,1 1 0,-7-1 0,1-5 0,-3 6 0,5-1 0,-3-1 0,0-3 0,1 7 0,-1 3 0,-5 4 0,6 2 0,-7 0 0,7 0 0,-1 0 0,7 0 0,-1 0 0,0 0 0,0 0 0,0-2 0,1-3 0,-1-5 0,0-7 0,0-2 0,0-2 0,1-6 0,-1-5 0,-2 1 0,-3-9 0,-3-4 0,-3-2 0,-4-6 0,4-5 0,-5 4 0,-1-5 0,-1 7 0,-5 5 0,4-2 0,-4 8 0,-1 13 0,1 10 0,0 11 0,4 16 0,-2 19 0,-1 15 0,1 11 0,-4 8 0,2 11 0,1 5-181,5 7 1,0-8 180,0-3 0,3-5 0,9-1 0,1 0 0,16 0 0,2-10 0,11-9 0,9-14 0,3-8 0,13-8 0,9-3 0,10-4 0</inkml:trace>
  <inkml:trace contextRef="#ctx0" brushRef="#br0" timeOffset="4">18344 2974 8912,'0'-34'0,"0"0"0,0 1 0,0 5 0,0 8 0,0 13 0,0 12 0,0 26 0,0 15 0,0 13 0,0 18 0,0 7 0,0 7 0,0 5 0,2-6 0,4 1 0,6-3 0,3-2 0,10-6 0,3 1 0,5-18 0,1-10 0,1-20 0,7-16 0,2-17 0</inkml:trace>
  <inkml:trace contextRef="#ctx0" brushRef="#br0" timeOffset="5">18998 3439 8912,'-17'0'0,"0"2"0,0 3 0,0 7 0,-1 3 0,1 12 0,0 7 0,2 2 0,3 8 0,6-2 0,4-3 0,18-5 0,7-5 0,7-6 0,5-12 0,7-5 0,2-14 0,0-9 0,-4-10 0,-4-7 0,-1-6 0,-10 1 0,-8-6 0,-8 1 0,-9-2 0,-2-2 0,-5 8 0,-10 2 0,-10 1 0,-13 16 0,-6 4 0,2 12 0,-2-1 0,8 13 0,-3 11 0,15 6 0,8 13 0,11 1 0,5 2 0,19 0 0,12-5 0,11-9 0,12-3 0,-1-4 0,1-1 0</inkml:trace>
  <inkml:trace contextRef="#ctx0" brushRef="#br0" timeOffset="6">19807 3387 8912,'-23'-32'0,"0"3"0,2 6 0,2 4 0,-4 7 0,0 1 0,-2 5 0,4-3 0,-2 1 0,2 4 0,2 10 0,2 5 0,-6 12 0,0 6 0,6-2 0,5 1 0,9 3 0,-3 7 0,6 2 0,6-2 0,3-7 0,8-2 0,8-8 0,4 2 0,-2 1 0,1-1 0,-5 0 0,6-5 0,-6 1 0,4 4 0,-2 3 0,-4 1 0,4 11 0,-3-3 0,1 16 0,-5 1 0,-3 11 0,-4 0 0,-3 11 0,-8 7 0,-2 3 0,-4 2 0,-11-4 0,-12-8 0,-3-9 0,-2-19 0,-7-13 0,1-16 0,-6-8 0,6-9 0,0-17 0,6-12 0,1-13 0,4-17 0,7-8 0,2-5 0,13-8 0,7 5 0,9-7-291,14 2 1,6-4 290,11-2 0,12 7 0,-21 41 0,3 2 0,0 1 0,2 1 0,1 2 0,1 1 0,3-3 0,0 1 0,34-22 0,-34 24 0,0-1 0,0-1 0,0 1 0,-1-2 0,1 1 0</inkml:trace>
  <inkml:trace contextRef="#ctx0" brushRef="#br0" timeOffset="7">21958 3834 8912,'-23'0'0,"0"-2"0,4-4 0,8-3 0,15-1 0,17 5 0,17-7 0,25-3 0,13-6 0,12 0 0,-37 8 0,2-1 0,4 1 0,2-1 0,2 0 0,1 0 0,1-1 0,0 1 0,1 3 0,-2 1 0,-6-1 0,-3 1 0,35-3 0,-17 7 0,-22 4 0,-14 2 0,-18 0 0,-17 0 0,-8 0 0,-11 2 0,-2 2 0,-2 1 0,-5 1 0,5-6 0,0 0 0,6 0 0,-1 0 0,1 0 0,8-2 0,5-3 0,8-7 0,5 4 0,16-7 0,2 6 0</inkml:trace>
  <inkml:trace contextRef="#ctx0" brushRef="#br0" timeOffset="8">24299 2906 8912,'-16'-27'0,"3"6"0,1 8 0,7 5 0,-5 10 0,3 7 0,3 14 0,-4 12 0,0 18 0,1 4 0,-1 6 0,0 10 0,3 2 0,3-1 0,-6-5 0,2-2 0,1-4 0,-7-4 0,7-7 0,-3-9 0,2-2 0,2-13 0,-7-5 0,7-11 0,-4-14 0,8-15 0,0-3 0,0-8 0,0 5 0,0-6 0,2 1 0,4-7 0,9 1 0,10 1 0,0 5 0,0 5 0,5 4 0,-1 1 0,0 7 0,5 0 0,-3 7 0,9-2 0,-4 8 0,-1 9 0,-1 3 0,1 14 0,-14 1 0,-4 5 0,-13 1 0,-6-1 0,-14 2 0,-10 5 0,-9-5 0,-5 4 0,4-4 0,-4-1 0,5-9 0,7-3 0,3-11 0,15-5 0,2-29 0,8-7 0</inkml:trace>
  <inkml:trace contextRef="#ctx0" brushRef="#br0" timeOffset="9">25142 3267 8912,'-17'-10'0,"-6"3"0,0 7 0,-6 1 0,4 5 0,-2 6 0,-3 3 0,-3 10 0,-1 3 0,1 5 0,5 1 0,-3 3 0,10-1 0,6 0 0,7-3 0,6-10 0,2-1 0,8-4 0,3-7 0,12-3 0,6-8 0,-2-2 0,1-4 0,3-7 0,2-8 0,-1-6 0,-3-7 0,1-1 0,-7 1 0,0-6 0,-6 0 0,1-1 0,-1 7 0,-6 2 0,1 3 0,-8-2 0,1 8 0,-3 2 0,-2 10 0,0 5 0,0 12 0,0 5 0,0 14 0,0 10 0,0-1 0,0 6 0,0-4 0,0-1 0,8-6 0,3-1 0,7-7 0,5 2 0,1-11 0,5-7 0,4-3 0,-5-2 0,3-4 0,-2-7 0,1-2 0,-7-16 0,0 2 0,-6-5 0,0-1 0,1-3 0,-3-2 0,-4 3 0,3 3 0,-8 3 0,5 4 0,-5 8 0,0 0 0,-6 0 0,0 7 0,0 4 0,0 12 0,1 4 0,3 7 0,4 2 0,1 4 0,3-4 0,5 4 0,2 2 0,4-2 0,-4 0 0,4-6 0,2 2 0,-2 4 0,6-4 0,-6 4 0,-6-4 0,-6-2 0,-7 2 0,2 2 0,-4 2 0,-2-2 0,-8 4 0,-3-2 0,-12 6 0,-6-6 0,-1 0 0,1-6 0,4-2 0,8-4 0,0 3 0,-1-8 0,9-3 0,3-8 0,4-7 0,10-11 0,3-5 0,12-12 0,4-4 0</inkml:trace>
  <inkml:trace contextRef="#ctx0" brushRef="#br0" timeOffset="10">26312 3232 8912,'-17'0'0,"0"0"0,-1 2 0,1 4 0,6-4 0,-1 4 0,8-4 0,-1-2 0,12 0 0,12 0 0,14 0 0,9-2 0,10-4 0,-1-6 0,1-11 0,0 4 0,-1-4 0,-1 2 0,-4-1 0,-4 0 0,-8-6 0,-7 7 0,-4-2 0,-12-2 0,-7 2 0,-9 2 0,-13 2 0,-8 9 0,-15 5 0,-3 3 0,-7 2 0,-1 9 0,1 9 0,-1 6 0,0 11 0,3 7 0,3 4 0,4 11 0,7 6 0,10-4 0,8-1 0,13-5 0,14-1 0,22-8 0,20-4 0,13-12 0,4-5 0,2-11-244,9-7 0,4-5 244,-36-1 0,2-3 0,2-4 0,1-1 0,5 1 0,0 0 0,1-3 0,-1-1 0,0-1 0,1 0 0,-2-3 0,0 1 0</inkml:trace>
  <inkml:trace contextRef="#ctx0" brushRef="#br0" timeOffset="11">29014 2974 8912,'-27'0'0,"-4"-5"0,9-1 0,8 0 0,16 6 0,13 0 0,20 0 0,16 0 0,11 0 0,10-2 0,5-3 0,1-7 0,1-3 0,1-2 0,-9-2 0,-10-2 0,-4-4 0,-7-2 0,-2-2 0,-14-5 0,-11 0 0,-17-1 0,-25 1 0,-10-1 0,-23 5 0,-5 7 0,-10 2 0,-8 15 0,-3 4 0,-8 14 0,-6 3 0,46 0 0,0 4 0,2 2 0,0 2 0,3 3 0,0 2 0,2 1 0,2 3-214,-32 37 0,12 5 214,11 1 0,21 1 0,25-1 0,27-5 0,24 5 0,-15-43 0,5-3 0,9-2 0,3-3 0,-1-1 0,1-3 0,4-5 0,1-2 0,-5 0 0,1-1 0,0-4 0,1-1 0,-2 0 0,-1-2 0,0-1 0,-1-3 0,-2-2 0,0-3 0,0-1 0,-1-2 0,1-3 0,0-3 0,0 1 0,-1-2 0,1-3 0,0-1 0,0 1 0,1 0 0,1 0 0,0-1 0</inkml:trace>
  <inkml:trace contextRef="#ctx0" brushRef="#br0" timeOffset="12">15677 5261 8912,'-17'0'0,"0"0"0,-2 2 0,-2 6 0,-2 9 0,2 12 0,1 9 0,3 9 0,0 9 0,7 1 0,5 8 0,3 0 0,2-6 0,2 2 0,3-5 0,9-5 0,7-3 0,6-12 0,7-1 0,0-10 0,1-14 0,-1-5 0,8-12 0,2-3 0</inkml:trace>
  <inkml:trace contextRef="#ctx0" brushRef="#br0" timeOffset="13">16159 5571 8912,'-8'-18'0,"4"9"0,-7 3 0,0 6 0,-7 6 0,1 7 0,0 8 0,0 8 0,-1 11 0,7-4 0,1 6 0,3-2 0,3 1 0,4-3 0,6-10 0,11-3 0,12-9 0,3-5 0,3-5 0,-1-8 0,0-10 0,-1-7 0,-4-15 0,1-1 0,-7-1 0,-4-2 0,-5-2 0,-7 0 0,-7 5 0,-2 1 0,-3 1 0,-9 5 0,-7 5 0,2 6 0,-4 5 0,4 5 0,2 7 0,7 0 0,10 5 0,12 1 0,11 0 0,5-6 0,7 0 0,5 0 0,4 0 0,7 0 0,7-8 0,-1-3 0,-3-5 0,-6-1 0,-3 0 0,-10 0 0,-12 0 0,-17-1 0,-5 1 0,-10 8 0,-8 3 0,-4 6 0,-14 6 0,5 11 0,-11 12 0,5 3 0,4 2 0,3 1 0,6-1 0,6-1 0,5-5 0,-1 5 0,7-5 0,8-5 0,10-5 0,11-3 0,5-9 0,5-1 0,1-5 0,1-9 0,-1-8 0,0-3 0,-1-8 0,-4-3 0,-6-1 0,-4-3 0,-2 1 0,-6 7 0,1 4 0,-8-3 0,3 14 0,-7 1 0,0 22 0,0 10 0,0 19 0,6 6 0,0 11 0,0 5 0,-5 8 0,3 3 0,2 1 0,0 7 0,-6-7 0,0 1 0,-2-9 0,-2-3 0,-2-5 0,-9-14 0,-2-10 0,-2-1 0,-10-10 0,0-1 0,-5-4 0,-1-3 0,1-4 0,0-3 0,-1-8 0,3 0 0,3 0 0,6-2 0,12-4 0,5-5 0,4-4 0,4-10 0,4-4 0,11-3 0,10-3 0</inkml:trace>
  <inkml:trace contextRef="#ctx0" brushRef="#br0" timeOffset="14">17742 6000 8912,'15'-17'0,"-3"0"0,-4 0 0,-10 7 0,-4 5 0,2 3 0,-7 2 0,-3 0 0,5 7 0,-3 5 0,-3 5 0,-6 6 0,0 4 0,-8 9 0,0 4 0,3 6 0,-5 4 0,8 1 0,0 3 0,8 1 0,3 0 0,7-5 0,10-6 0,9-12 0,9-5 0,11-10 0,8-7 0,10-10 0,5-8 0,1-5 0,-3-8 0,-1-8 0,-9 3 0,1-3 0,-13 8 0,1-2 0,-11 4 0,0 2 0,-11-1 0,-5 9 0,-14-4 0,-5 7 0,-3 0 0,-10-2 0,-2-1 0</inkml:trace>
  <inkml:trace contextRef="#ctx0" brushRef="#br0" timeOffset="15">19136 5450 8912,'-2'-17'0,"-2"0"0,-1 0 0,-1-1 0,0 1 0,-2 0 0,-1 0 0,3 7 0,-5 3 0,-5 1 0,-5 0 0,0 4 0,-7 14 0,5 1 0,-6 16 0,0 3 0,3 6 0,-5 1 0,8 7 0,0-6 0,6 6 0,5-8 0,3 2 0,1-4 0,4-1 0,2-9 0,2-3 0,6-9 0,0-3 0,13-7 0,-2 2 0,10-5 0,0-4 0,1-7 0,3-7 0,11-12 0,-7 1 0,-3 1 0,-5-2 0,-2-1 0,-4-3 0,-2-5 0,-2 4 0,-2-3 0,-3 14 0,1 0 0,-7 6 0,0 0 0,-6 7 0,0 5 0,-2 12 0,-4 11 0,4 6 0,-4 11 0,4-1 0,2 1 0,0 5 0,0 0 0,2 0 0,4-6 0,4-5 0,7 0 0,2-8 0,4 2 0,-2-6 0,8-6 0,-6-3 0,5-8 0,-7-2 0,2-4 0,-4-11 0,-1-10 0</inkml:trace>
  <inkml:trace contextRef="#ctx0" brushRef="#br0" timeOffset="16">20100 5502 8912,'-27'0'0,"2"0"0,10-2 0,1-2 0,3-2 0,7 1 0,4 5 0,12 0 0,7 0 0,9 0 0,9-2 0,14-2 0,3-4 0,3-1 0,-5 5 0,0-2 0,-3-2 0,-9 3 0,-1-1 0,-3-2 0,-9 6 0,-2-5 0</inkml:trace>
  <inkml:trace contextRef="#ctx0" brushRef="#br0" timeOffset="17">19928 6018 8912,'-10'0'0,"4"-6"0,14-2 0,11-1 0,14-5 0,11-3 0,13-6 0,14 2 0,15-7 0,0 7-301,6-2 1,-12-12 0,-4-1 0</inkml:trace>
  <inkml:trace contextRef="#ctx0" brushRef="#br0" timeOffset="18">22956 4952 8912,'-11'-6'0,"-1"0"0,7 2 0,-5 12 0,1 11 0,1 12 0,0 7 0,1 12 0,3 1 0,-2 12 0,2 10 0,2-1 0,2 7 0,2-5 0,4-7 0,5-6 0,10-11 0,4-8 0,2-13 0,2-5 0,5-14 0</inkml:trace>
  <inkml:trace contextRef="#ctx0" brushRef="#br0" timeOffset="19">23490 5192 8912,'-8'10'0,"-3"-2"0,-5-1 0,5-3 0,1 9 0,3 5 0,3 3 0,-4 9 0,3-1 0,1-2 0,9 1 0,5-5 0,7 4 0,2-4 0,4-8 0,-2-5 0,8-10 0,0-2 0,5-4 0,-5-5 0,-1-12 0,-7-4 0,2-8 0,-11-1 0,-6-4 0,-4 9 0,-2-3 0,-8 9 0,-4-3 0,-1 12 0,2-1 0,-5 11 0,5 1 0,3 10 0,2 7 0,6 1 0,6-1 0,11 1 0,12-7 0,11 5 0,6-5 0,10 0 0,1-6 0,6-2 0,-8-4 0,-3-3 0,-4-1 0,-19-5 0,-6 3 0,-12 3 0,-13-3 0,-6 1 0,-9 1 0,-8 3 0,-9 7 0,-6 0 0,0 0 0,-6 13 0,6 4 0,-1 6 0,7 0 0,7-4 0,4 4 0,10 2 0,3-2 0,3-2 0,3-2 0,10-2 0,5 0 0,6-7 0,6-4 0,6-5 0,3-1 0,3-7 0,-1-5 0,1-3 0,-1-2 0,-5-6 0,-1 0 0,-7 6 0,2 5 0,-3 3 0,-3-3 0,0 7 0,-2 10 0,-3 7 0,1 16 0,-7 7 0,0 13 0,-6 3 0,0 7 0,0 5 0,0 3 0,0-3 0,-2-5 0,-4-5 0,-7-7 0,-8-4 0,-4 4 0,-4-6 0,-4-6 0,5-5 0,-10-10 0,-3-2 0,1-7 0,6-10 0,7-15 0,2-12 0,8-17 0</inkml:trace>
  <inkml:trace contextRef="#ctx0" brushRef="#br0" timeOffset="20">25710 4694 8912,'0'-17'0,"-6"-1"0,0 1 0,-5 0 0,3 0 0,-1 1 0,-5 5 0,-1 3 0,-2 8 0,0 8 0,-1 3 0,1 12 0,0 6 0,0 4 0,-1 1 0,7 6 0,0 0 0,7 0 0,-2-5 0,-2-1 0,3 0 0,1-1 0,2-4 0,4-7 0,3-10 0,-3 3 0,14-13 0,-5 4 0,6-12 0,6-5 0,2-10 0,4-2 0,3-8 0,-5 3 0,0-3 0,-4 2 0,2-1 0,-2 7 0,0 0 0,-6 6 0,0 7 0,0 4 0,0 5 0,1 1 0,-1 3 0,0 9 0,0 1 0,0 16 0,1-1 0,-1 7 0,-2-1 0,-3 1 0,-5-1 0,-9 0 0,-3-1 0,-7-4 0,-11 3 0,-4-5 0</inkml:trace>
  <inkml:trace contextRef="#ctx0" brushRef="#br0" timeOffset="21">24884 5416 8912,'-17'-27'0,"1"4"0,3 6 0,1 6 0,7 3 0,-5 12 0,2 7 0,5 12 0,1 10 0,2 7 0,0 4 0,0 7 0,0 1 0,0-1 0,0 1 0,0 0 0,0-3 0,0-3 0,2 2 0,3-8 0,-3-6 0,4-7 0,-4-2 0,-2-10 0,0-7 0,6-23 0,-1-8 0,9-8 0,-3-3 0,5-1 0,1 1 0,2 1 0,4 5 0,-4-3 0,4 8 0,-4 0 0,-2 6 0,6 2 0,0 3 0,2 5 0,-2 7 0,-4 2 0,4 3 0,-6 7 0,-5 3 0,-5 10 0,-7 4 0,-2 3 0,-3 2 0,-11 7 0,-7-1 0,-9 0 0,-3-6 0,-1-1 0,-8-3 0,0-3 0,0-2 0,0-2 0,-2-6 0,-3-2 0,3-3 0,-4-5 0,-2-14 0,1-3 0</inkml:trace>
  <inkml:trace contextRef="#ctx0" brushRef="#br0" timeOffset="22">22870 6688 8912,'-17'-9'0,"8"-7"0,3 5 0,13 3 0,13 1 0,14-1 0,16-4 0,26-3 0,-26 6 0,3-1 0,10-1 0,3-1 0,8-2 0,5-1 0,-16 4 0,4 0 0,1-1 0,5-1 0,1 0 0,1-1 0,5-1 0,1 0 0,1-1-194,3 0 0,0-1 0,1 0 0,3 1 0,1-1 1,1 1-1,1 0 0,0 0 0,-1 0 0,-3 1 1,-1 1-1,0-1 194,-1 1 0,-2 0 0,0 0 0,-4 0 0,-1 1 0,0 0 0,1 1 0,1 1 0,-2 0 0,-7 1 0,-1 0 0,-1 1 0,-3 0 0,-1 0 0,0 0 0,23-3 0,-3-1 0,-6 3 0,-3-1 0,-3-1 0,-1-1-6,-2 2 1,-4 0-1,-13 0 1,-3 1 5,35-2 0,-26-3 0,-36 11 0,-18-7 0,-12 7 0,-11-2 0,-2 2 0,-4-2 0,2 5 561,-7-5 0,-1 12 0,-8 3-561,-3 1 0,4 5 0,-6-6 0</inkml:trace>
  <inkml:trace contextRef="#ctx0" brushRef="#br0" timeOffset="23">23628 7032 8912,'0'-40'0,"0"0"0,0 3 0,0 7 0,-2 24 0,-2 23 0,-4 22 0,-1 14 0,-3 10 0,-5 12 0,2 3 0,3 0 0,3-1 0,5-9 0,-2 1 0,2 0 0,6-4 0,10-8 0,1-9 0,16-21 0,1-10 0,3-9 0,1-14 0,1-4 0</inkml:trace>
  <inkml:trace contextRef="#ctx0" brushRef="#br0" timeOffset="24">24161 7170 8912,'-34'17'0,"1"0"0,2 2 0,3 4 0,7 4 0,0 7 0,5 0 0,5 1 0,9-3 0,2-3 0,10-4 0,13-8 0,3-7 0,9-5 0,-1-3 0,1-2 0,-1-9 0,0-9 0,1-3 0,-1-13 0,-7 3 0,-4-9 0,-10 4 0,-3 4 0,-2-1 0,-5-1 0,-1 9 0,-2-9 0,-7 11 0,-5 0 0,-3 9 0,-2 3 0,5 7 0,1-2 0,7 12 0,-4 11 0,16 10 0,1 7 0</inkml:trace>
  <inkml:trace contextRef="#ctx0" brushRef="#br0" timeOffset="25">24849 7118 8912,'-26'-17'0,"3"0"0,2 1 0,-2 5 0,2 3 0,-8 8 0,0 0 0,-5 0 0,7 2 0,4 4 0,-2 3 0,2 9 0,8-1 0,7 0 0,3 0 0,-1 0 0,0-5 0,6-1 0,8-5 0,3 5 0,1-7 0,3 2 0,4-4 0,0-2 0,2-6 0,2 0 0,-4-7 0,4 2 0,-4 1 0,-1-1 0,-1-1 0,0 3 0,0 3 0,0 4 0,-1 10 0,-5 3 0,3 14 0,-9 9 0,7 10 0,-6 14 0,5 10 0,-5 13 0,5-3 0,-5 0 0,-2-1 0,-2-5 0,-2-11 0,0-9 0,-14-8 0,-3-10 0,-17-7 0,-1-4 0,-11-6 0,-1-5 0,-7-7 0,-3-3 0,-1-4 0,7-3 0,9-7 0,7-11 0,8-4 0,10-7 0,8 0 0,1-8 0,8-2 0</inkml:trace>
  <inkml:trace contextRef="#ctx0" brushRef="#br0" timeOffset="26">26932 6568 8912,'0'-23'0,"1"0"0,3 2 0,2 2 0,-4 4 0,-6 3 0,-7 6 0,-12 4 0,-6 4 0,-7 6 0,-8 11 0,-10 14 0,-5 10 0,3 21 0,1 6 0,7 5 0,8 1 0,11 4 0,8-7 0,12-6 0,15-8 0,13-15 0,21-10 0,13-15 0,16-13 0,10-6 0,5-6 0,2-11 0,0-11 0,-6-5-123,0-1 0,-22-1 123,-7 1 0,-12 5 0,-11 1 0,-10 7 0,-13-2 0,-9 0 0,-1 6 0,-1 3 0</inkml:trace>
  <inkml:trace contextRef="#ctx0" brushRef="#br0" timeOffset="27">25710 7359 8912,'-12'-6'0,"3"-2"0,-1-1 0,1-3 0,-5 3 0,7 3 0,1 16 0,4 12 0,2 17 0,0 8 0,0 7 0,0 3 0,0 6 0,0-3 0,0-3 0,0 2 0,0-2 0,0-3 0,0-6 0,0-14 0,0-11 0,0-4 0,0-2 0,6-9 0,-1-8 0,9-15 0,-3-14 0,5-4 0,1-1 0,0 0 0,0-1 0,0 1 0,3-1 0,1 1 0,1 0 0,9 7 0,-2 4 0,3 6 0,3 5 0,-1 5 0,1 7 0,-1 7 0,0 5 0,-7 11 0,-4 5 0,-6 5 0,-5 1 0,-8 1 0,-16-1 0,-9 0 0,-19 1 0,-10-1 0,-9 1 0,-2-1 0,-4 0 0,0-1 0,2-4 0,-8 1 0,8-7 0,0-6 0,11-5 0,8-10 0,4-2 0,-4-23 0,0-14 0</inkml:trace>
  <inkml:trace contextRef="#ctx0" brushRef="#br0" timeOffset="28">7537 16093 8912,'-26'-17'0,"3"-1"0,4 1 0,9 8 0,4 1 0,12 8 0,4 8 0,7 1 0,0 8 0,2 2 0,4 4 0,-2 6 0,8 11 0,-1 6 0,7 11 0,1 4 0,4 8 0,-1 8 0,6 5 0,-21-39 0,0 2 0,1 0 0,0 1 0,1 2 0,0 0-154,-1-5 1,1 0-1,24 39 154,-4-13 0,4-8 0,-5-4 0,3-5 0,-2-6 0,6-10 0,-3-7 0,7 1 0,-1 3 0,-1 1 0,-2 0 0,-3 1 0,-3-1 0,2 1 0,-8-1 0,8 0 0,-2 1 0,5-3 0,7-3 0,-1-4 0,12-6 0,6 2 0,1 2 0,1 0 0,-9-6 0,1 0-115,0 0 0,0-5 115,0-1 0,1 1 0,5 5 0,11 0 0,10 0 0,-1 0 0,-3 1 0,-4-3 0,0-2 0,4-1-76,-37-6 0,1-1 0,-3 1 1,1 0-1,3-1 0,0-1 76,-3 0 0,0 0 0,-3-1 0,1 0 0,3-1 0,1 1 0,1 0 0,0 0 0,2-1 0,1 0 0,0-1 0,0 0 0,0-1 0,-1 2 0,-2 1 0,1-1 0,2-1 0,0 0-123,0 2 0,1 0 0,-1 1 0,2 0 123,4-1 0,0-1 0,-4 2 0,0-2 0,1-1 0,0-2 0,3 1 0,0 0 0,2 0 0,0 0 0,3 0 0,0 0 0,-1 1 0,1-2 0,-1-1 0,0-2 0,-2 2 0,1-1 0,4-4 0,2 0-269,2 1 0,0 1 1,-3 0-1,0 0 269,0-1 0,1 1 0,-1 3 0,1 0 0,-1-1 0,1 0 0,5-1 0,1 1 0,0 0 0,0 0 0,0 0 0,-1 0 0,-3-1 0,1 1 0,-2 1 0,1 0 0,3-4 0,0 0 0,-1 1 0,1 1-230,3-2 1,0 0 0,-3-1 0,-1-1 229,1 2 0,1 1 0,-3 0 0,0 0 0,0-1 0,-1 0 0,2 1 0,-1-1 0,1-2 0,1 1 0,0 0 0,0 0 0,0 1 0,-1 1 0,0 0 0,-1 0 0,-1 0 0,1-1 0,3-2 0,0 1 0,3 1 0,-1 0 0,-3 0 0,-2-1 0,-3 1 0,0 0 0,2-1 0,0-1 0,-2 2 0,0 1 0,2-3 0,0-2 0,4 0 0,-1-1 0,-1 0 0,-1-1 0,-1 2 0,-1-1 0,-3-1 0,1 0 0,6 0 0,1 1 0,-5-4 0,-1 1 0,0 3 0,-1-1 0,-3-2 0,-1-1-114,2 4 1,0 0 0,-2-4-1,-1 1 114,0 3 0,0-1 0,-3-3 0,0-1 0,-1 2 0,0 0 0,0-2 0,0 1 5,0 1 0,0-1 0,-4-1 0,0 0-5,0 1 0,-1 1 0,-2 1 0,-1 0 0,-3-2 0,1 1 0,-3 2 0,1 1 99,1-3 1,1-1 0,-3 4 0,1-1-100,-1-2 0,-1 0 0,-3 2 0,0 1 0,43-18 0,-10 1 0,-5-5 0,1 3 0,3 1 0,4 0 0,2-5 0,-7-1 0,-5 1 0,-7-8 0,2-4 0,2-3 0,9-3 0,-37 27 0,0 0 0,39-22 0,2 4 434,-5 7 1,-14 0-435,-8 13 0,-11 0 474,-6 6 1,-9 0-475,-3-1 0,1 3 217,6 4 0,-7-3 0,-1 7 0,0-1-217,0 0 0,-4-3 340,5 5 0,-7-5-340,2 5 0,2-5 149,-2 5 1,2-8-150,-2 3 0,-4 1 0,4-1 0,2 1 0,0-3 0,-1 4 0,1 1 0,-2-4 0,-6 7 0,6-7 0,0 6 0,0-5 0,-6 5 0,6-7 0,0 1 0,2 3 0,-2-3 0,2 1 0,6-4 0,-5 1 0,-1 3 0,4-1 0,-6-5 0,7 2 0,-1 3 0,-2-1 0,2 7 0,-6-7 0,5 2 0,-1 1 0,4 0 0,-3 1 0,3-1 0,1 1 0,3-3 0,5-3 0,0 4 0,-6 1 0,-5-1 0,0 1 0,5-1 0,1-5 0,-1 5 0,1 1 0,-1 1 0,0 1 0,1 4 0,3-3 0,-4 1 0,3 0 0,-14 6 0,0 0 0,-6 0 0,0 0 0,-7 0 0,-5 0 0,-10 0 0,3 0 0,-8 0 0,4 0 0,5 0 0,-7 0 0,8 0 0,0 0 0,-8 0 0,6 0 0,-5 0 0,7 0 0,0 0 0,0-8 0,0-1 0,0-8 0,-2 0 0,-4-1 0,-4 1 0,-7 0 0,-8 0 0,-3 0 0,1 5 0,-2 1 0,6 7 0,-5-2 0,7 2 0,-2 0 0,4-1 0,9-1 0,6 6 0,16 0 0,16-2 0,24-4 0,9 4 0,14-3 0,-5 3-111,5 2 0,-6 9 111,-6 9 0,-11 10 0,-12 18 0,-14 9 0,-8 20 0,-13 11 0,-9-38 0,-3 1 0,-2 6 0,-3 1 0,-7 2 0,-2 1 0,-2-1 0,0 0 0,-1-4 0,-2-1 0,0 3 0,-1-1 0,-2-3 0,0-1 0,-1 3 0,-1-1 0</inkml:trace>
  <inkml:trace contextRef="#ctx0" brushRef="#br0" timeOffset="29">9740 17245 8912,'-2'-21'0,"-2"2"0,-3 3 0,-3 1 0,6 7 0,-3 3 0,7 10 0,2 9 0,3 5 0,7 4 0,-3 2 0,1-2 0,-1 5 0,1 5 0,-4-5 0,5 1 0,-7-2 0,2 3 0,-2-3 0,1-2 0,-3 4 0,4-7 0,-4-4 0,-2-7 0,0 1 0,0-12 0,0-12 0,-6-13 0,0-15 0,1 2 0,5-8 0,0 8 0,0-2 0,0 3 0,0 3 0,0 2 0,0 3 0,0-2 0,0 8 0,7 6 0,5 6 0,-1 7 0,7-2 0,-5 6 0,12 6 0,0 7 0,3 8 0,-3 0 0,-2 8 0,2 0 0,-2 5 0,0 2 0,-6 5 0,-5-11 0,-1 4 0,-5-11 0,5 0 0,-7-4 0,4-3 0,-1-5 0,-5-5 0,4-12 0,2-11 0,-3-12 0,3-3 0,-2-3 0,-4 1 0,3-2 0,-3-1 0,-2 3 0,0-4 0,0 9 0,0 2 0,0-1 0,0 7 0,0 2 0,0 7 0,0 8 0,2 4 0,4 12 0,5 3 0,-1 4 0,1 4 0,3 4 0,1 0 0,2 5 0,1-3 0,-1-2 0,0 1 0,0-7 0,0 2 0,-1-4 0,-5-2 0,4-7 0,-5-2 0,7-8 0,-1-2 0,-5-4 0,-1-4 0,-5-7 0,-3-6 0,4 0 0,-4 0 0,-2 6 0,0 0 0,0 0 0,0 0 0,0 0 0,0 5 0,0 1 0,0 7 0,0-6 0,0 5 0,0 3 0,0-4 0,0 12 0,8 3 0,3 8 0,4 1 0,-3-1 0,-1 0 0,1-6 0,5 1 0,0-1 0,0 1 0,1-1 0,-1-7 0,0 2 0,0-4 0,0-10 0,1-3 0,-3-5 0,-4-1 0,3 0 0,-9 0 0,7 0 0,-6-1 0,-1-6 0,-5 4 0,0-4 0,0 14 0,0 4 0,0 12 0,0 7 0,0 8 0,0 0 0,0 8 0,2-2 0,4 1 0,4 3 0,7-8 0,2 0 0,4-6 0,-4 0 0,14-7 0,-7-3 0</inkml:trace>
  <inkml:trace contextRef="#ctx0" brushRef="#br0" timeOffset="30">10979 16729 8912,'-17'-10'0,"5"-3"0,1 7 0,5 1 0,-3 6 0,1 5 0,-3 13 0,5 16 0,0 7 0,6 9 0,2 1 0,4-1 0,5 1 0,5 0 0,6-3 0,1-3 0,6-10 0,-6-7 0,6-10 0,-6-2 0,0-7 0,-6-10 0,0-2 0,-2-4 0,-3-5 0,3-12 0,-5-4 0</inkml:trace>
  <inkml:trace contextRef="#ctx0" brushRef="#br0" timeOffset="31">11186 16935 8912,'-8'-42'0,"4"4"0,-7-8 0,7 8 0,-2-2 0,-2 5 0,3 7 0,-1-3 0,6 8 0,0 6 0,0 6 0,0 7 0,0-2 0,2 14 0,4 9 0,-3 10 0,9 13 0,-1 6 0,-1 3 0,5 9 0,-3-1 0,1 0 0,-1-5 0,3-1 0,-4 1 0,5-8 0,1-4 0,0-4 0,0-1 0,1-10 0,-1-8 0,0-8 0,0-9 0,0-2 0,1-3 0,-3-13 0,-4-10 0,3-5 0,-9-1 0,7 0 0,-6-1 0,1 1 0,-1-1 0,-4 3 0,4 3 0,-4 4 0,-2 8 0,2 8 0,3 3 0,-3 6 0,4 6 0,2 9 0,-3 8 0,7 6 0,-7-7 0,9 7 0,-3-6 0,3 2 0,-3-2 0,5-4 0,-5 2 0,4-8 0,2-7 0,-7-4 0,5-2 0,-5 0 0</inkml:trace>
  <inkml:trace contextRef="#ctx0" brushRef="#br0" timeOffset="32">11616 16574 8912,'-6'-17'0,"-2"0"0,-1 0 0,5 7 0,-4 1 0,8 3 0,0 4 0,2 8 0,2 11 0,2 2 0,5 2 0,-5 2 0,0-4 0,-6 6 0</inkml:trace>
  <inkml:trace contextRef="#ctx0" brushRef="#br0" timeOffset="33">11151 17193 8912,'-17'0'0,"7"-2"0,5-3 0,5-13 0,5-10 0,18-7 0,12-5 0,18-10 0,5-7 0,12-2 0,5 2 0,5 3 0,-5-3 0,-4 5 0,-6 6 0,-14 12 0,-11 11 0,-3 4 0,-3-6 0,1-2 0</inkml:trace>
  <inkml:trace contextRef="#ctx0" brushRef="#br0" timeOffset="34">11977 16609 8912,'10'11'0,"-4"1"0,-5-1 0,-1 6 0,0 0 0,0 1 0,0 1 0,0 4 0,2-2 0,4 7 0,-2 7 0,7 5 0,1 8 0,5-3 0,0 5 0,0 2 0,3-1 0,3 1 0,-4-1 0,4 1 0,-4-6 0,-2 0 0,-2-10 0,-3-2 0,-7-9 0,-10-13 0,-5-5 0,-7-7 0</inkml:trace>
  <inkml:trace contextRef="#ctx0" brushRef="#br0" timeOffset="35">11926 16695 8912,'26'-27'0,"-6"-4"0,-9 8 0,0-2 0,7 3 0,-1 2 0,0-1 0,2 6 0,4 4 0,-2 7 0,8-2 0,-2 4 0,1 2 0,-3 8 0,-8 3 0,1 12 0,-1 6 0,-2 5 0,-3 6 0,1-1 0,-7 6 0,-3 3 0,-1 2 0,-2 0 0,0-5 0,0 3 0,0-8 0,0 2 0,0-2 0,0-11 0,0 0 0,8-16 0,2-5 0</inkml:trace>
  <inkml:trace contextRef="#ctx0" brushRef="#br0" timeOffset="36">12476 16660 8912,'0'-17'0,"0"0"0,0 0 0,0-1 0,0 11 0,0 7 0,0 9 0,0 14 0,0 10 0,0 7 0,2 8 0,4-3 0,-2 3 0,7-2 0,1 2 0,5-8 0,0-2 0,0-2 0,1-9 0,-1-4 0,6-6 0,0-5 0,0-5 0,-6-7 0,0-7 0,0-5 0,-5-9 0,-1-2 0,-7-7 0,2 1 0,1-1 0,-1 1 0,0-4 0,-6 7 0,0-1 0,0 4 0,2 10 0,3 1 0,-3 1 0,8 1 0,-4 4 0,-2 12 0,7 6 0,-5 3 0,5 2 0,-5 8 0,5 4 0,-5 1 0,6 1 0,-1-3 0,-1 3 0,-1-1 0,-3-1 0,-4-4 0,6-8 0</inkml:trace>
  <inkml:trace contextRef="#ctx0" brushRef="#br0" timeOffset="37">12838 16574 8912,'-12'-17'0,"1"0"0,7 5 0,-2 1 0,2 5 0,-1-5 0,3 7 0,-4-4 0,14 8 0,9 0 0,10 0 0,5 0 0,10 0 0,2 0 0</inkml:trace>
  <inkml:trace contextRef="#ctx0" brushRef="#br0" timeOffset="38">13302 16884 8912,'-17'9'0,"6"1"0,-1-4 0,1-3 0,-7 9 0,1 3 0,0 6 0,0 0 0,0 8 0,5-1 0,3 7 0,1-1 0,4 1 0,2-3 0,2-3 0,2 1 0,4-7 0,9-2 0,8-9 0,8-5 0,-3-7 0,5-9 0,1-8 0,-7-1 0,13-22 0,-3 4 0</inkml:trace>
  <inkml:trace contextRef="#ctx0" brushRef="#br0" timeOffset="39">13646 16866 8912,'0'12'0,"0"-1"0,-1-1 0,-5 1 0,-4 10 0,-7-3 0,0 3 0,0 3 0,-1-3 0,1 8 0,6-6 0,-1 6 0,8-8 0,-1 2 0,3 1 0,4-1 0,3-2 0,-1-9 0,8-6 0,-1-4 0,6-2 0,1-8 0,-1-4 0,0-9 0,0-2 0,-5-1 0,-1 1 0,-7 2 0,2-8 0,-4 2 0,0-1 0,1 5 0,3 4 0,0 1 0,-6 1 0,2 8 0,4 3 0,-5 4 0,13 10 0,-8 3 0,7 10 0,-2 2 0,5 6 0,1-6 0,0-2 0,0-2 0,1-2 0,-1 0 0,0-7 0,0-5 0,0-3 0,1-2 0,-1-3 0,0-9 0,0-1 0,0-16 0,-1-5 0,-5-6 0,3-8 0,-7 2 0,1-6 0,0-5 0,-3 4 0,-5-5 0,-2 5 0,-3 1 0,1 10 0,-8 8 0,9 7 0,-5 17 0,2 7 0,0 14 0,3 14 0,1 11 0,7 10 0,1 11 0,2 5 0,-2 8 0,5 1 0,4-2 0,-3 1 0,-1-12 0,1 5 0,5-6 0,-2 0 0,-3-5 0,1-10 0,-7-8 0,0-1 0,-6-10 0,-2-2 0,-4-10 0,-11-11 0,-10-9 0</inkml:trace>
  <inkml:trace contextRef="#ctx0" brushRef="#br0" timeOffset="40">13939 17193 8912,'-8'-17'0,"1"-2"0,-5-4 0,5 4 0,7-4 0,0 4 0,0 2 0,9-1 0,8 1 0,8-6 0,10 0 0,-1 0 0,0 6 0,7 0 0,-1 0 0,6 2 0,-6 1 0,0 5 0,2 1 0,-6-3 0,5 5 0,-5 0 0,-2 6 0,-7 0 0,-4 10 0,-12 7 0,-3 2 0,-8 10 0,0-6 0,0 5 0,-2 1 0,-2 5 0,-3 1 0,-3-1 0,6-5 0,-1-1 0,-3-5 0,2 6 0,-5-8 0,5 2 0,0-10 0,6-1 0,0-9 0,0 5 0,-7-16 0,-3-1 0</inkml:trace>
  <inkml:trace contextRef="#ctx0" brushRef="#br0" timeOffset="41">14731 16918 8912,'-29'40'0,"2"2"0,2 0 0,4 0 0,10-2 0,5-5 0,4-3 0,2-3 0,2-4 0,4-8 0,9-6 0,10-1 0,2-2 0,3-5 0,-3-8 0,2-7 0,-6-9 0,3-2 0,-1 0 0,-4-1 0,-9 2 0,-6-6 0,-4 5 0,-2-6 0,-2 8 0,-4-2 0,-4 2 0,-7-2 0,2 10 0,3-4 0,-1 3 0,7-3 0,-5 0 0,5 0 0,2 0 0,-5-8 0,-1-2 0</inkml:trace>
  <inkml:trace contextRef="#ctx0" brushRef="#br0" timeOffset="42">15212 17004 8912,'0'17'0,"-5"0"0,-1 1 0,-5-7 0,5 1 0,-6 5 0,7 6 0,-1-2 0,-2-2 0,4-2 0,-7 0 0,5-2 0,-5-3 0,7 3 0,-6-7 0,5 3 0,3-3 0,-6-8 0,16-8 0,3-5 0,4-8 0,3-8 0,-1-3 0,0-3 0,0 3 0,0 3 0,1-3 0,-1 3 0,0 4 0,0 2 0,-5 10 0,-1 2 0,1 7 0,3 8 0,-2 18 0,-1 17 0,1 8 0,3 11 0,1-1 0,2 0 0,4-5 0,-4-1 0,6 1 0</inkml:trace>
  <inkml:trace contextRef="#ctx0" brushRef="#br0" timeOffset="43">16933 16660 8912,'-21'-38'0,"4"2"0,6 5 0,1 4 0,8 14 0,-4 15 0,5 15 0,1 16 0,0 16 0,0 16 0,0 8 0,0 7 0,0 2 0,0 0 0,1-1 0,5 1 0,-4-8 0,4-3 0,-4-8 0,-2-4 0,0-9 0,0-8 0,0-8 0</inkml:trace>
  <inkml:trace contextRef="#ctx0" brushRef="#br0" timeOffset="44">16692 17107 8912,'-17'-17'0,"6"2"0,-1 3 0,10-1 0,2 7 0,10 0 0,13 6 0,11-7 0,12-5 0,10-3 0,1-2 0,2 0 0,-1-1 0,9-1-179,7-4 0,1-3 1,-6-9-1</inkml:trace>
  <inkml:trace contextRef="#ctx0" brushRef="#br0" timeOffset="45">17415 17038 8912,'-34'35'0,"-1"-1"0,3 6 0,3 0 0,6-1 0,4-3 0,10-4 0,3-3 0,6-6 0,7-12 0,11-5 0,8-4 0,7-10 0,1-3 0,1-6 0,-1-6 0,-5-6 0,0-11 0,-8 4 0,2-4 0,-6-2 0,-6 2 0,-3 5 0,-8 6 0,-2 7 0,-4-7 0,-5 8 0,-12 0 0,-6 8 0,-3 7 0,-1 6 0,2 6 0,7 5 0,5 4 0,5 2 0,14 1 0,0-1 0</inkml:trace>
  <inkml:trace contextRef="#ctx0" brushRef="#br0" timeOffset="46">18413 17021 8912,'-44'8'0,"4"1"0,4 3 0,1-1 0,1 1 0,0 5 0,5 6 0,2 0 0,4-2 0,8-2 0,0-8 0,9 1 0,2 1 0,4-5 0,6-2 0,3-4 0,9-2 0,-1 0 0,0 0 0,2-2 0,4-4 0,-2-9 0,8-8 0,-8-2 0,4 4 0,-2-2 0,0 2 0,-1 4 0,-4 5 0,-1-1 0,0 7 0,0-2 0,0 3 0,1 3 0,-1-4 0,2 6 0,4 6 0,-2 3 0,8 9 0,1-1 0,10 0 0,4-6 0,8 1 0,0-8 0,-1 3 0</inkml:trace>
  <inkml:trace contextRef="#ctx0" brushRef="#br0" timeOffset="47">18964 16970 8912,'-42'17'0,"4"6"0,-8 0 0,2 2 0,-2-3 0,4 3 0,7 4 0,9 1 0,3-7 0,11-7 0,5-9 0,16-7 0,6 0 0,8-2 0,4-3 0,8-12 0,7-14 0,0-7 0,0-8 0,-2 2 0,-6-2 0,-5 0 0,-2-5 0,-2-3 0,-4-3 0,-4 1 0,-6-7 0,3 8 0,-9-2 0,-1 5 0,-9 6 0,-5 12 0,-7 11 0,5 6 0,1 5 0,1 8 0,-1 16 0,-3 9 0,9 19 0,-1 4 0,6 10 0,2 3 0,4 6 0,5 2 0,12-2 0,-2-4 0,8-7 0,1-6 0,9-4 0,1-6 0,-2-9 0,4-14 0,-2-7 0,8-12 0,-4-4 0</inkml:trace>
  <inkml:trace contextRef="#ctx0" brushRef="#br0" timeOffset="48">19549 16763 8912,'-27'-9'0,"-5"1"0,3 8 0,-1 0 0,1 0 0,-4 8 0,5 3 0,3 12 0,2 6 0,0 5 0,6 6 0,-4-1 0,9 6 0,5-6 0,1 1 0,10-12 0,1-5 0,11-6 0,-1-5 0,6-6 0,0-4 0,4-6 0,-2-8 0,7-7 0,-1-15 0,-2-8 0,2-4 0,-1-6 0,-1-5 0,5 2 0,-5-7 0,0 1 0,-4 0 0,-10 4 0,-3-6 0,-2 0 0,-5 2 0,-1 9 0,-2 12 0,-7 11 0,-5 8 0,-3 8 0,0 17 0,3 19 0,-1 11 0,7 18 0,0 7 0,6 4 0,0-2 0,0 2 0,2-2 0,4 2 0,3 2 0,9-7 0,-1-3 0,0-9 0,2-8 0,4-7 0,-4-3 0,4-11 0,2-3 0,-2-14 0,0-10 0,-6-7 0,0-8 0,1-9 0,-1-1 0,0 1 0,-7-6 0,-5 0 0,3 0 0,-2 5 0,-1 9 0,-5 3 0,0 4 0,0 1 0,0 9 0,0 1 0,-1 23 0,-5 8 0,4 10 0,-4 5 0,4 4 0,2 2 0,0 0 0,0 2 0,0-4 0,0-8 0,8-7 0,3-4 0,3-4 0,-3-2 0,5-7 0,-5-5 0,2-10 0,-1-7 0,3-11 0,-5-3 0</inkml:trace>
  <inkml:trace contextRef="#ctx0" brushRef="#br0" timeOffset="49">19893 16505 8912,'-25'0'0,"4"0"0,-7 0 0,12 0 0,-1 0 0,11-7 0,-1 5 0,16-8 0,9 5 0,8 1 0,14-8 0,6-1 0,4-2 0,2-3 0,-1-6 0,1-3 0</inkml:trace>
  <inkml:trace contextRef="#ctx0" brushRef="#br0" timeOffset="50">20358 16454 8912,'-35'27'0,"9"-1"0,3-3 0,11 4 0,7 7 0,3 3 0,2 3 0,3 6 0,9 3 0,1 3 0,16-1 0,-6-1 0,6-4 0,-8 4 0,2-4 0,-4-3 0,-2 3 0,-8-7 0,-3 1 0,-12-6 0,-5-5 0,-14 1 0,-7-9 0,-9-5 0,-3-9 0,-1-5 0,-7-2 0,8-2 0,4-4 0,11-3 0,6-8 0,12-8 0,5-4 0,4-3 0,2-3 0,13 1 0,5 0 0,10-1 0,3 1 0,5-1 0,4 1 0,6 5 0,-6 1 0,3-1 0,-3-5 0,-4 1 0,4 5 0,-9 3 0,-3 8 0,-6 1 0,0 5 0,-2 3 0,-3 8 0,-6 10 0,1 7 0,-8 8 0,1 9 0,-1 2 0,2 5 0,-4-5 0,3 4 0,-3-4 0,-2-1 0,2-1 0,2-2 0,2-1 0,-2-2 0,-2-8 0,-2 2 0,2-6 0,3-6 0,-3-3 0,6-16 0,-8-1 0</inkml:trace>
  <inkml:trace contextRef="#ctx0" brushRef="#br0" timeOffset="51">20840 16815 8912,'-18'0'0,"7"0"0,0 0 0,7 0 0,-4 2 0,8 4 0,0-3 0,0 9 0,2-6 0,4 5 0,1-5 0,7 3 0,-3 1 0,3-1 0,-5-3 0,3 6 0,-9-1 0,11 6 0,-8 0 0,-1-5 0,-5-1 0,-7 1 0,-5 5 0,-3 0 0,-2 0 0,-1 1 0,1-1 0,0 0 0,0-2 0,2-1 0,3-3 0,-3-7 0,13 4 0,-2-12 0,16-8 0,1-1 0,16-14 0,1 0 0,3 1 0,3-3 0,4-5 0,-2-1 0,8 1 0,-7 5 0,1 1 0,-6 7 0,-5-2 0,3 11 0,-3 6 0,-4 5 0,-2 1 0,-10 9 0,-3 6 0,-1 8 0,1 4 0,-6-6 0,1 2 0,-3-4 0,-2-2 0,0 0 0,0-5 0,0-1 0,8-7 0,-6 4 0,13-16 0,-13 4 0,4-7 0,3 5 0,1-5 0,3-3 0,5-1 0,-1-2 0,17 0 0,4-8 0,22-17 0,1-12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en.wikipedia.org/wiki/Legislative"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oversight.house.gov/interactivepage/plannedparenthood"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www.color-blindness.com/deuteranopia-red-green-color-blindness/"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176969-0A74-9C6E-E09C-86E65106994E}"/>
            </a:ext>
          </a:extLst>
        </p:cNvPr>
        <p:cNvGrpSpPr/>
        <p:nvPr/>
      </p:nvGrpSpPr>
      <p:grpSpPr>
        <a:xfrm>
          <a:off x="0" y="0"/>
          <a:ext cx="0" cy="0"/>
          <a:chOff x="0" y="0"/>
          <a:chExt cx="0" cy="0"/>
        </a:xfrm>
      </p:grpSpPr>
      <p:sp>
        <p:nvSpPr>
          <p:cNvPr id="105" name="Google Shape;105;p1:notes">
            <a:extLst>
              <a:ext uri="{FF2B5EF4-FFF2-40B4-BE49-F238E27FC236}">
                <a16:creationId xmlns:a16="http://schemas.microsoft.com/office/drawing/2014/main" id="{AB3134B7-4969-A18E-72CE-F5706FB5D02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1:notes">
            <a:extLst>
              <a:ext uri="{FF2B5EF4-FFF2-40B4-BE49-F238E27FC236}">
                <a16:creationId xmlns:a16="http://schemas.microsoft.com/office/drawing/2014/main" id="{69F2D6BA-CFB0-B945-A0FB-FC4175508D7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1:notes">
            <a:extLst>
              <a:ext uri="{FF2B5EF4-FFF2-40B4-BE49-F238E27FC236}">
                <a16:creationId xmlns:a16="http://schemas.microsoft.com/office/drawing/2014/main" id="{6D3DDFF0-5F07-3760-A773-777F66EA1C7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extLst>
      <p:ext uri="{BB962C8B-B14F-4D97-AF65-F5344CB8AC3E}">
        <p14:creationId xmlns:p14="http://schemas.microsoft.com/office/powerpoint/2010/main" val="2949939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7" name="Google Shape;23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3" name="Google Shape;24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Data available from Prof. Nolan’s </a:t>
            </a:r>
            <a:r>
              <a:rPr lang="en-US" dirty="0" err="1"/>
              <a:t>statlab</a:t>
            </a:r>
            <a:r>
              <a:rPr lang="en-US" dirty="0"/>
              <a:t> project that provides many examples and case studies in statistics.</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en-US" dirty="0"/>
              <a:t>Q: is it a simple random sample?</a:t>
            </a:r>
            <a:endParaRPr dirty="0"/>
          </a:p>
        </p:txBody>
      </p:sp>
      <p:sp>
        <p:nvSpPr>
          <p:cNvPr id="264" name="Google Shape;264;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What kinds of data are these? Quantitative, ordinal or nominal.</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Income: actually qualitative, b/c it’s reported in brackets, not absolute amounts.</a:t>
            </a:r>
            <a:endParaRPr/>
          </a:p>
        </p:txBody>
      </p:sp>
      <p:sp>
        <p:nvSpPr>
          <p:cNvPr id="272" name="Google Shape;272;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Properties of these data?</a:t>
            </a:r>
            <a:endParaRPr dirty="0"/>
          </a:p>
          <a:p>
            <a:pPr marL="0" lvl="0" indent="0" algn="l" rtl="0">
              <a:lnSpc>
                <a:spcPct val="100000"/>
              </a:lnSpc>
              <a:spcBef>
                <a:spcPts val="0"/>
              </a:spcBef>
              <a:spcAft>
                <a:spcPts val="0"/>
              </a:spcAft>
              <a:buSzPts val="1400"/>
              <a:buNone/>
            </a:pPr>
            <a:endParaRPr dirty="0"/>
          </a:p>
          <a:p>
            <a:pPr marL="171450" lvl="0" indent="-171450" algn="l" rtl="0">
              <a:lnSpc>
                <a:spcPct val="100000"/>
              </a:lnSpc>
              <a:spcBef>
                <a:spcPts val="0"/>
              </a:spcBef>
              <a:spcAft>
                <a:spcPts val="0"/>
              </a:spcAft>
              <a:buClr>
                <a:schemeClr val="dk1"/>
              </a:buClr>
              <a:buSzPts val="1200"/>
              <a:buFont typeface="Calibri"/>
              <a:buChar char="-"/>
            </a:pPr>
            <a:r>
              <a:rPr lang="en-US" dirty="0"/>
              <a:t>Modes? Basically unimodal.</a:t>
            </a:r>
            <a:endParaRPr dirty="0"/>
          </a:p>
          <a:p>
            <a:pPr marL="171450" lvl="0" indent="-171450" algn="l" rtl="0">
              <a:lnSpc>
                <a:spcPct val="100000"/>
              </a:lnSpc>
              <a:spcBef>
                <a:spcPts val="0"/>
              </a:spcBef>
              <a:spcAft>
                <a:spcPts val="0"/>
              </a:spcAft>
              <a:buClr>
                <a:schemeClr val="dk1"/>
              </a:buClr>
              <a:buSzPts val="1200"/>
              <a:buFont typeface="Calibri"/>
              <a:buChar char="-"/>
            </a:pPr>
            <a:r>
              <a:rPr lang="en-US" dirty="0"/>
              <a:t>Skew? Very little</a:t>
            </a:r>
            <a:endParaRPr dirty="0"/>
          </a:p>
          <a:p>
            <a:pPr marL="171450" lvl="0" indent="-171450" algn="l" rtl="0">
              <a:lnSpc>
                <a:spcPct val="100000"/>
              </a:lnSpc>
              <a:spcBef>
                <a:spcPts val="0"/>
              </a:spcBef>
              <a:spcAft>
                <a:spcPts val="0"/>
              </a:spcAft>
              <a:buClr>
                <a:schemeClr val="dk1"/>
              </a:buClr>
              <a:buSzPts val="1200"/>
              <a:buFont typeface="Calibri"/>
              <a:buChar char="-"/>
            </a:pPr>
            <a:r>
              <a:rPr lang="en-US" dirty="0"/>
              <a:t>Tails? Both short.</a:t>
            </a:r>
            <a:endParaRPr dirty="0"/>
          </a:p>
        </p:txBody>
      </p:sp>
      <p:sp>
        <p:nvSpPr>
          <p:cNvPr id="279" name="Google Shape;279;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Clr>
                <a:schemeClr val="dk1"/>
              </a:buClr>
              <a:buSzPts val="1200"/>
              <a:buFont typeface="Calibri"/>
              <a:buAutoNum type="arabicParenBoth"/>
            </a:pPr>
            <a:r>
              <a:rPr lang="en-US" sz="1200" b="0" i="0">
                <a:solidFill>
                  <a:schemeClr val="dk1"/>
                </a:solidFill>
                <a:latin typeface="Calibri"/>
                <a:ea typeface="Calibri"/>
                <a:cs typeface="Calibri"/>
                <a:sym typeface="Calibri"/>
              </a:rPr>
              <a:t>Box plots are a convenient way to see where most of the data lie. Typically, we use the 25th and 75th percentiles of the data as the start and endpoints of the box and draw a line within the box for the 50th percentile (the median). We draw two "whiskers" that extend to show the the remaining data except outliers, which are marked as individual points outside the whiskers. Whiskers end at the min and max values (again, excluding outliers)</a:t>
            </a:r>
            <a:endParaRPr/>
          </a:p>
        </p:txBody>
      </p:sp>
      <p:sp>
        <p:nvSpPr>
          <p:cNvPr id="308" name="Google Shape;308;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5" name="Google Shape;325;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Bar chart – width of bar has no meaning</a:t>
            </a:r>
            <a:endParaRPr/>
          </a:p>
          <a:p>
            <a:pPr marL="0" lvl="0" indent="0" algn="l" rtl="0">
              <a:lnSpc>
                <a:spcPct val="100000"/>
              </a:lnSpc>
              <a:spcBef>
                <a:spcPts val="0"/>
              </a:spcBef>
              <a:spcAft>
                <a:spcPts val="0"/>
              </a:spcAft>
              <a:buSzPts val="1400"/>
              <a:buNone/>
            </a:pPr>
            <a:r>
              <a:rPr lang="en-US"/>
              <a:t>Bar chart – often prefer proportions or percentages over counts</a:t>
            </a:r>
            <a:endParaRPr/>
          </a:p>
        </p:txBody>
      </p:sp>
      <p:sp>
        <p:nvSpPr>
          <p:cNvPr id="326" name="Google Shape;326;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5" name="Google Shape;335;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Dot</a:t>
            </a:r>
            <a:endParaRPr/>
          </a:p>
        </p:txBody>
      </p:sp>
      <p:sp>
        <p:nvSpPr>
          <p:cNvPr id="336" name="Google Shape;336;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914400" marR="0" lvl="2" indent="0" algn="l" rtl="0">
              <a:lnSpc>
                <a:spcPct val="100000"/>
              </a:lnSpc>
              <a:spcBef>
                <a:spcPts val="0"/>
              </a:spcBef>
              <a:spcAft>
                <a:spcPts val="0"/>
              </a:spcAft>
              <a:buClr>
                <a:schemeClr val="accent1"/>
              </a:buClr>
              <a:buSzPts val="1200"/>
              <a:buFont typeface="Arial"/>
              <a:buNone/>
            </a:pPr>
            <a:r>
              <a:rPr lang="en-US" b="1">
                <a:solidFill>
                  <a:schemeClr val="accent1"/>
                </a:solidFill>
                <a:latin typeface="Arial"/>
                <a:ea typeface="Arial"/>
                <a:cs typeface="Arial"/>
                <a:sym typeface="Arial"/>
              </a:rPr>
              <a:t>Scatter plots </a:t>
            </a:r>
            <a:r>
              <a:rPr lang="en-US">
                <a:latin typeface="Arial"/>
                <a:ea typeface="Arial"/>
                <a:cs typeface="Arial"/>
                <a:sym typeface="Arial"/>
              </a:rPr>
              <a:t>depict the relationship between two variables on a rectangular coordinate system, where each axis corresponds to one variable.</a:t>
            </a:r>
            <a:endParaRPr/>
          </a:p>
          <a:p>
            <a:pPr marL="914400" marR="0" lvl="2"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a:p>
            <a:pPr marL="914400" marR="0" lvl="2" indent="0" algn="l" rtl="0">
              <a:lnSpc>
                <a:spcPct val="100000"/>
              </a:lnSpc>
              <a:spcBef>
                <a:spcPts val="0"/>
              </a:spcBef>
              <a:spcAft>
                <a:spcPts val="0"/>
              </a:spcAft>
              <a:buClr>
                <a:schemeClr val="dk1"/>
              </a:buClr>
              <a:buSzPts val="1200"/>
              <a:buFont typeface="Arial"/>
              <a:buNone/>
            </a:pPr>
            <a:r>
              <a:rPr lang="en-US">
                <a:latin typeface="Arial"/>
                <a:ea typeface="Arial"/>
                <a:cs typeface="Arial"/>
                <a:sym typeface="Arial"/>
              </a:rPr>
              <a:t>College football Head coach total salary vs. rank of team (1 is best team)</a:t>
            </a:r>
            <a:endParaRPr/>
          </a:p>
          <a:p>
            <a:pPr marL="914400" lvl="2" indent="0" algn="l" rtl="0">
              <a:lnSpc>
                <a:spcPct val="100000"/>
              </a:lnSpc>
              <a:spcBef>
                <a:spcPts val="0"/>
              </a:spcBef>
              <a:spcAft>
                <a:spcPts val="0"/>
              </a:spcAft>
              <a:buClr>
                <a:schemeClr val="dk1"/>
              </a:buClr>
              <a:buSzPts val="1200"/>
              <a:buFont typeface="Calibri"/>
              <a:buNone/>
            </a:pPr>
            <a:endParaRPr/>
          </a:p>
        </p:txBody>
      </p:sp>
      <p:sp>
        <p:nvSpPr>
          <p:cNvPr id="344" name="Google Shape;344;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 name="Google Shape;352;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914400" lvl="2" indent="0" algn="l" rtl="0">
              <a:lnSpc>
                <a:spcPct val="100000"/>
              </a:lnSpc>
              <a:spcBef>
                <a:spcPts val="0"/>
              </a:spcBef>
              <a:spcAft>
                <a:spcPts val="0"/>
              </a:spcAft>
              <a:buClr>
                <a:schemeClr val="dk1"/>
              </a:buClr>
              <a:buSzPts val="1200"/>
              <a:buFont typeface="Calibri"/>
              <a:buNone/>
            </a:pPr>
            <a:endParaRPr/>
          </a:p>
          <a:p>
            <a:pPr marL="914400" lvl="2" indent="0" algn="l" rtl="0">
              <a:lnSpc>
                <a:spcPct val="100000"/>
              </a:lnSpc>
              <a:spcBef>
                <a:spcPts val="0"/>
              </a:spcBef>
              <a:spcAft>
                <a:spcPts val="0"/>
              </a:spcAft>
              <a:buClr>
                <a:schemeClr val="dk1"/>
              </a:buClr>
              <a:buSzPts val="1200"/>
              <a:buFont typeface="Calibri"/>
              <a:buNone/>
            </a:pPr>
            <a:endParaRPr/>
          </a:p>
          <a:p>
            <a:pPr marL="914400" lvl="2" indent="0" algn="l" rtl="0">
              <a:lnSpc>
                <a:spcPct val="100000"/>
              </a:lnSpc>
              <a:spcBef>
                <a:spcPts val="0"/>
              </a:spcBef>
              <a:spcAft>
                <a:spcPts val="0"/>
              </a:spcAft>
              <a:buClr>
                <a:schemeClr val="dk1"/>
              </a:buClr>
              <a:buSzPts val="1200"/>
              <a:buFont typeface="Calibri"/>
              <a:buNone/>
            </a:pPr>
            <a:endParaRPr/>
          </a:p>
        </p:txBody>
      </p:sp>
      <p:sp>
        <p:nvSpPr>
          <p:cNvPr id="353" name="Google Shape;353;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 name="Google Shape;360;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Count vs proportion – neither is “right”, but they convey different information.</a:t>
            </a:r>
            <a:endParaRPr/>
          </a:p>
        </p:txBody>
      </p:sp>
      <p:sp>
        <p:nvSpPr>
          <p:cNvPr id="361" name="Google Shape;361;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1" name="Google Shape;371;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dirty="0"/>
              <a:t>Outliers are &gt; 1.5 * IQR away from lower and upper quartiles.</a:t>
            </a:r>
            <a:endParaRPr dirty="0"/>
          </a:p>
        </p:txBody>
      </p:sp>
      <p:sp>
        <p:nvSpPr>
          <p:cNvPr id="372" name="Google Shape;372;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2" name="Google Shape;382;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3" name="Google Shape;383;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1" name="Google Shape;391;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92" name="Google Shape;392;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6" name="Google Shape;406;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Clr>
                <a:schemeClr val="dk1"/>
              </a:buClr>
              <a:buSzPts val="1200"/>
              <a:buFont typeface="Calibri"/>
              <a:buAutoNum type="arabicParenBoth"/>
            </a:pPr>
            <a:r>
              <a:rPr lang="en-US"/>
              <a:t>Friday non-smokers seem to have higher bills</a:t>
            </a:r>
            <a:endParaRPr/>
          </a:p>
        </p:txBody>
      </p:sp>
      <p:sp>
        <p:nvSpPr>
          <p:cNvPr id="407" name="Google Shape;407;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9" name="Google Shape;41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4" name="Google Shape;424;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b="0" i="0">
                <a:solidFill>
                  <a:schemeClr val="dk1"/>
                </a:solidFill>
                <a:latin typeface="Calibri"/>
                <a:ea typeface="Calibri"/>
                <a:cs typeface="Calibri"/>
                <a:sym typeface="Calibri"/>
              </a:rPr>
              <a:t>The Committee on Oversight and Reform is the main investigative committee in the U.S. House of Representatives. The Committee's government-wide oversight jurisdiction and expanded </a:t>
            </a:r>
            <a:r>
              <a:rPr lang="en-US" sz="1200" b="0" i="0" u="sng" strike="noStrike">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legislative</a:t>
            </a:r>
            <a:r>
              <a:rPr lang="en-US" sz="1200" b="0" i="0">
                <a:solidFill>
                  <a:schemeClr val="dk1"/>
                </a:solidFill>
                <a:latin typeface="Calibri"/>
                <a:ea typeface="Calibri"/>
                <a:cs typeface="Calibri"/>
                <a:sym typeface="Calibri"/>
              </a:rPr>
              <a:t> authority make it one of the most influential and powerful committees in the House. The Committee serves as Congress' chief investigative and oversight committee, and is granted broad jurisdiction. </a:t>
            </a:r>
            <a:endParaRPr/>
          </a:p>
          <a:p>
            <a:pPr marL="0" lvl="0" indent="0" algn="l" rtl="0">
              <a:lnSpc>
                <a:spcPct val="100000"/>
              </a:lnSpc>
              <a:spcBef>
                <a:spcPts val="0"/>
              </a:spcBef>
              <a:spcAft>
                <a:spcPts val="0"/>
              </a:spcAft>
              <a:buSzPts val="1400"/>
              <a:buNone/>
            </a:pPr>
            <a:endParaRPr sz="1200" b="0" i="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2400"/>
              <a:t>Report available at:</a:t>
            </a:r>
            <a:endParaRPr/>
          </a:p>
          <a:p>
            <a:pPr marL="457200" lvl="1" indent="0" algn="l" rtl="0">
              <a:lnSpc>
                <a:spcPct val="100000"/>
              </a:lnSpc>
              <a:spcBef>
                <a:spcPts val="0"/>
              </a:spcBef>
              <a:spcAft>
                <a:spcPts val="0"/>
              </a:spcAft>
              <a:buClr>
                <a:schemeClr val="dk1"/>
              </a:buClr>
              <a:buSzPts val="2400"/>
              <a:buFont typeface="Calibri"/>
              <a:buNone/>
            </a:pPr>
            <a:r>
              <a:rPr lang="en-US" sz="2400" u="sng">
                <a:solidFill>
                  <a:schemeClr val="hlink"/>
                </a:solidFill>
                <a:hlinkClick r:id="rId4"/>
              </a:rPr>
              <a:t>https://oversight.house.gov/interactivepage/plannedparenthood</a:t>
            </a:r>
            <a:endParaRPr sz="2400"/>
          </a:p>
          <a:p>
            <a:pPr marL="0" lvl="0" indent="0" algn="l" rtl="0">
              <a:lnSpc>
                <a:spcPct val="100000"/>
              </a:lnSpc>
              <a:spcBef>
                <a:spcPts val="0"/>
              </a:spcBef>
              <a:spcAft>
                <a:spcPts val="0"/>
              </a:spcAft>
              <a:buSzPts val="1400"/>
              <a:buNone/>
            </a:pPr>
            <a:endParaRPr/>
          </a:p>
        </p:txBody>
      </p:sp>
      <p:sp>
        <p:nvSpPr>
          <p:cNvPr id="425" name="Google Shape;425;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1" name="Google Shape;431;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Chapter 11: </a:t>
            </a:r>
            <a:r>
              <a:rPr lang="en-US" sz="1200" b="0" i="0" dirty="0">
                <a:solidFill>
                  <a:schemeClr val="dk1"/>
                </a:solidFill>
                <a:latin typeface="Calibri"/>
                <a:ea typeface="Calibri"/>
                <a:cs typeface="Calibri"/>
                <a:sym typeface="Calibri"/>
              </a:rPr>
              <a:t>This plot violates principles of scale; it doesn't make good choices for its x and y-axis.</a:t>
            </a:r>
            <a:endParaRPr dirty="0"/>
          </a:p>
          <a:p>
            <a:pPr marL="0" lvl="0" indent="0" algn="l" rtl="0">
              <a:lnSpc>
                <a:spcPct val="100000"/>
              </a:lnSpc>
              <a:spcBef>
                <a:spcPts val="0"/>
              </a:spcBef>
              <a:spcAft>
                <a:spcPts val="0"/>
              </a:spcAft>
              <a:buSzPts val="1400"/>
              <a:buNone/>
            </a:pPr>
            <a:r>
              <a:rPr lang="en-US" sz="1200" b="0" i="0" dirty="0">
                <a:solidFill>
                  <a:schemeClr val="dk1"/>
                </a:solidFill>
                <a:latin typeface="Calibri"/>
                <a:ea typeface="Calibri"/>
                <a:cs typeface="Calibri"/>
                <a:sym typeface="Calibri"/>
              </a:rPr>
              <a:t>When we select the x and y-axis for our plot, we should keep a consistent scale across the entire axis. However, the plot above has different scales for the Abortion and Cancer Screening lines—the start of the Abortion line and end of the Cancer Screening line lie close to each other on the y-axis but represent vastly different numbers. In addition, only points from 2006 and 2013 are plotted but the x-axis contains unnecessary tick marks for every year in between.</a:t>
            </a:r>
            <a:endParaRPr dirty="0"/>
          </a:p>
          <a:p>
            <a:pPr marL="0" lvl="0" indent="0" algn="l" rtl="0">
              <a:lnSpc>
                <a:spcPct val="100000"/>
              </a:lnSpc>
              <a:spcBef>
                <a:spcPts val="0"/>
              </a:spcBef>
              <a:spcAft>
                <a:spcPts val="0"/>
              </a:spcAft>
              <a:buSzPts val="1400"/>
              <a:buNone/>
            </a:pPr>
            <a:br>
              <a:rPr lang="en-US" dirty="0"/>
            </a:br>
            <a:endParaRPr dirty="0"/>
          </a:p>
        </p:txBody>
      </p:sp>
      <p:sp>
        <p:nvSpPr>
          <p:cNvPr id="432" name="Google Shape;432;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0" name="Google Shape;440;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7" name="Google Shape;447;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b="0" i="0">
                <a:solidFill>
                  <a:schemeClr val="dk1"/>
                </a:solidFill>
                <a:latin typeface="Calibri"/>
                <a:ea typeface="Calibri"/>
                <a:cs typeface="Calibri"/>
                <a:sym typeface="Calibri"/>
              </a:rPr>
              <a:t>The US Bureau of Labor Statistics oversees scientific surveys related to the economic health of the US. Their website contains a tool to generate reports using this data that was used to generate this chart comparing median weekly earnings split by sex.</a:t>
            </a:r>
            <a:endParaRPr/>
          </a:p>
          <a:p>
            <a:pPr marL="0" lvl="0" indent="0" algn="l" rtl="0">
              <a:lnSpc>
                <a:spcPct val="100000"/>
              </a:lnSpc>
              <a:spcBef>
                <a:spcPts val="0"/>
              </a:spcBef>
              <a:spcAft>
                <a:spcPts val="0"/>
              </a:spcAft>
              <a:buSzPts val="1400"/>
              <a:buNone/>
            </a:pPr>
            <a:endParaRPr sz="1200" b="0" i="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200" b="0" i="0">
                <a:solidFill>
                  <a:schemeClr val="dk1"/>
                </a:solidFill>
                <a:latin typeface="Calibri"/>
                <a:ea typeface="Calibri"/>
                <a:cs typeface="Calibri"/>
                <a:sym typeface="Calibri"/>
              </a:rPr>
              <a:t>A dot chart or side-by-side bar chart would be more helpful.</a:t>
            </a:r>
            <a:endParaRPr/>
          </a:p>
        </p:txBody>
      </p:sp>
      <p:sp>
        <p:nvSpPr>
          <p:cNvPr id="448" name="Google Shape;448;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6" name="Google Shape;456;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7" name="Google Shape;457;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3" name="Google Shape;463;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dirty="0"/>
              <a:t>Overlaying Histogram/Density plot</a:t>
            </a:r>
            <a:endParaRPr dirty="0"/>
          </a:p>
          <a:p>
            <a:pPr marL="0" lvl="0" indent="0" algn="l" rtl="0">
              <a:lnSpc>
                <a:spcPct val="100000"/>
              </a:lnSpc>
              <a:spcBef>
                <a:spcPts val="0"/>
              </a:spcBef>
              <a:spcAft>
                <a:spcPts val="0"/>
              </a:spcAft>
              <a:buSzPts val="1400"/>
              <a:buNone/>
            </a:pPr>
            <a:r>
              <a:rPr lang="en-US" dirty="0"/>
              <a:t>Bar plot</a:t>
            </a:r>
            <a:endParaRPr dirty="0"/>
          </a:p>
          <a:p>
            <a:pPr marL="0" lvl="0" indent="0" algn="l" rtl="0">
              <a:lnSpc>
                <a:spcPct val="100000"/>
              </a:lnSpc>
              <a:spcBef>
                <a:spcPts val="0"/>
              </a:spcBef>
              <a:spcAft>
                <a:spcPts val="0"/>
              </a:spcAft>
              <a:buSzPts val="1400"/>
              <a:buNone/>
            </a:pPr>
            <a:r>
              <a:rPr lang="en-US" dirty="0"/>
              <a:t>Dot plot</a:t>
            </a:r>
            <a:endParaRPr dirty="0"/>
          </a:p>
          <a:p>
            <a:pPr marL="0" lvl="0" indent="0" algn="l" rtl="0">
              <a:lnSpc>
                <a:spcPct val="100000"/>
              </a:lnSpc>
              <a:spcBef>
                <a:spcPts val="0"/>
              </a:spcBef>
              <a:spcAft>
                <a:spcPts val="0"/>
              </a:spcAft>
              <a:buSzPts val="1400"/>
              <a:buNone/>
            </a:pPr>
            <a:r>
              <a:rPr lang="en-US" dirty="0"/>
              <a:t>Scatter plot</a:t>
            </a:r>
            <a:endParaRPr dirty="0"/>
          </a:p>
          <a:p>
            <a:pPr marL="0" lvl="0" indent="0" algn="l" rtl="0">
              <a:lnSpc>
                <a:spcPct val="100000"/>
              </a:lnSpc>
              <a:spcBef>
                <a:spcPts val="0"/>
              </a:spcBef>
              <a:spcAft>
                <a:spcPts val="0"/>
              </a:spcAft>
              <a:buSzPts val="1400"/>
              <a:buNone/>
            </a:pPr>
            <a:r>
              <a:rPr lang="en-US" dirty="0"/>
              <a:t>Box plot</a:t>
            </a:r>
            <a:endParaRPr dirty="0"/>
          </a:p>
          <a:p>
            <a:pPr marL="0" lvl="0" indent="0" algn="l" rtl="0">
              <a:lnSpc>
                <a:spcPct val="100000"/>
              </a:lnSpc>
              <a:spcBef>
                <a:spcPts val="0"/>
              </a:spcBef>
              <a:spcAft>
                <a:spcPts val="0"/>
              </a:spcAft>
              <a:buSzPts val="1400"/>
              <a:buNone/>
            </a:pPr>
            <a:r>
              <a:rPr lang="en-US" dirty="0"/>
              <a:t>Violin plot</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p:txBody>
      </p:sp>
      <p:sp>
        <p:nvSpPr>
          <p:cNvPr id="464" name="Google Shape;464;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3" name="Google Shape;473;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0" name="Google Shape;48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7" name="Google Shape;487;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Misleading about number of available points and scale</a:t>
            </a:r>
            <a:endParaRPr/>
          </a:p>
        </p:txBody>
      </p:sp>
      <p:sp>
        <p:nvSpPr>
          <p:cNvPr id="488" name="Google Shape;488;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20657fffa21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5" name="Google Shape;495;g20657fffa21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20657fffa21_0_1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4" name="Google Shape;504;g20657fffa21_0_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1" name="Google Shape;511;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2" name="Google Shape;512;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7" name="Google Shape;527;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4" name="Google Shape;534;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8" name="Google Shape;548;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5" name="Google Shape;555;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6" name="Google Shape;566;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5" name="Google Shape;575;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6" name="Google Shape;576;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40</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4" name="Google Shape;584;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Left: Colormap and its grayscale version, </a:t>
            </a:r>
            <a:r>
              <a:rPr lang="en-US" sz="1200" b="0" i="0">
                <a:solidFill>
                  <a:schemeClr val="dk1"/>
                </a:solidFill>
                <a:latin typeface="Calibri"/>
                <a:ea typeface="Calibri"/>
                <a:cs typeface="Calibri"/>
                <a:sym typeface="Calibri"/>
              </a:rPr>
              <a:t>perceptual deltas and perceptual lightness deltas.</a:t>
            </a:r>
            <a:endParaRPr/>
          </a:p>
          <a:p>
            <a:pPr marL="0" lvl="0" indent="0" algn="l" rtl="0">
              <a:lnSpc>
                <a:spcPct val="100000"/>
              </a:lnSpc>
              <a:spcBef>
                <a:spcPts val="0"/>
              </a:spcBef>
              <a:spcAft>
                <a:spcPts val="0"/>
              </a:spcAft>
              <a:buSzPts val="1400"/>
              <a:buNone/>
            </a:pPr>
            <a:r>
              <a:rPr lang="en-US" sz="1200" b="0" i="0">
                <a:solidFill>
                  <a:schemeClr val="dk1"/>
                </a:solidFill>
                <a:latin typeface="Calibri"/>
                <a:ea typeface="Calibri"/>
                <a:cs typeface="Calibri"/>
                <a:sym typeface="Calibri"/>
              </a:rPr>
              <a:t>We want property that if data goes from 0.1 to 0.2, this should have same perceptual change as if data goes from 0.8 to 0.9.</a:t>
            </a:r>
            <a:endParaRPr/>
          </a:p>
          <a:p>
            <a:pPr marL="0" lvl="0" indent="0" algn="l" rtl="0">
              <a:lnSpc>
                <a:spcPct val="100000"/>
              </a:lnSpc>
              <a:spcBef>
                <a:spcPts val="0"/>
              </a:spcBef>
              <a:spcAft>
                <a:spcPts val="0"/>
              </a:spcAft>
              <a:buSzPts val="1400"/>
              <a:buNone/>
            </a:pPr>
            <a:r>
              <a:rPr lang="en-US" sz="1200" b="0" i="0">
                <a:solidFill>
                  <a:schemeClr val="dk1"/>
                </a:solidFill>
                <a:latin typeface="Calibri"/>
                <a:ea typeface="Calibri"/>
                <a:cs typeface="Calibri"/>
                <a:sym typeface="Calibri"/>
              </a:rPr>
              <a:t>What a colorblind person would see</a:t>
            </a:r>
            <a:endParaRPr/>
          </a:p>
          <a:p>
            <a:pPr marL="0" lvl="0" indent="0" algn="l" rtl="0">
              <a:lnSpc>
                <a:spcPct val="100000"/>
              </a:lnSpc>
              <a:spcBef>
                <a:spcPts val="0"/>
              </a:spcBef>
              <a:spcAft>
                <a:spcPts val="0"/>
              </a:spcAft>
              <a:buSzPts val="1400"/>
              <a:buNone/>
            </a:pPr>
            <a:r>
              <a:rPr lang="en-US" sz="1200" b="0" i="0">
                <a:solidFill>
                  <a:schemeClr val="dk1"/>
                </a:solidFill>
                <a:latin typeface="Calibri"/>
                <a:ea typeface="Calibri"/>
                <a:cs typeface="Calibri"/>
                <a:sym typeface="Calibri"/>
              </a:rPr>
              <a:t>3D visualization of colormap spline through CAM02-UCS color space: "perceptually uniform" means that dots should be equally spaced </a:t>
            </a:r>
            <a:endParaRPr/>
          </a:p>
          <a:p>
            <a:pPr marL="0" lvl="0" indent="0" algn="l" rtl="0">
              <a:lnSpc>
                <a:spcPct val="100000"/>
              </a:lnSpc>
              <a:spcBef>
                <a:spcPts val="0"/>
              </a:spcBef>
              <a:spcAft>
                <a:spcPts val="0"/>
              </a:spcAft>
              <a:buSzPts val="1400"/>
              <a:buNone/>
            </a:pPr>
            <a:r>
              <a:rPr lang="en-US" sz="1200" b="0" i="0">
                <a:solidFill>
                  <a:schemeClr val="dk1"/>
                </a:solidFill>
                <a:latin typeface="Calibri"/>
                <a:ea typeface="Calibri"/>
                <a:cs typeface="Calibri"/>
                <a:sym typeface="Calibri"/>
              </a:rPr>
              <a:t>Right: Example images colored with the test colormap (left column) and how it would be perceived by readers with the most common form of color blindness (right column)</a:t>
            </a:r>
            <a:endParaRPr/>
          </a:p>
          <a:p>
            <a:pPr marL="0" lvl="0" indent="0" algn="l" rtl="0">
              <a:lnSpc>
                <a:spcPct val="100000"/>
              </a:lnSpc>
              <a:spcBef>
                <a:spcPts val="0"/>
              </a:spcBef>
              <a:spcAft>
                <a:spcPts val="0"/>
              </a:spcAft>
              <a:buSzPts val="1400"/>
              <a:buNone/>
            </a:pPr>
            <a:endParaRPr sz="1200" b="0" i="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b="0" i="0" u="sng">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Deuteranopia – red-green colorblindness</a:t>
            </a:r>
            <a:endParaRPr/>
          </a:p>
          <a:p>
            <a:pPr marL="0" marR="0" lvl="0" indent="0" algn="l" rtl="0">
              <a:lnSpc>
                <a:spcPct val="100000"/>
              </a:lnSpc>
              <a:spcBef>
                <a:spcPts val="0"/>
              </a:spcBef>
              <a:spcAft>
                <a:spcPts val="0"/>
              </a:spcAft>
              <a:buClr>
                <a:schemeClr val="dk1"/>
              </a:buClr>
              <a:buSzPts val="1200"/>
              <a:buFont typeface="Calibri"/>
              <a:buNone/>
            </a:pPr>
            <a:r>
              <a:rPr lang="en-US" sz="1200" b="0" i="0" u="sng">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Protanomaly – reduced sensitivity to red light </a:t>
            </a:r>
            <a:endParaRPr/>
          </a:p>
          <a:p>
            <a:pPr marL="0" marR="0" lvl="0" indent="0" algn="l" rtl="0">
              <a:lnSpc>
                <a:spcPct val="100000"/>
              </a:lnSpc>
              <a:spcBef>
                <a:spcPts val="0"/>
              </a:spcBef>
              <a:spcAft>
                <a:spcPts val="0"/>
              </a:spcAft>
              <a:buClr>
                <a:schemeClr val="dk1"/>
              </a:buClr>
              <a:buSzPts val="1200"/>
              <a:buFont typeface="Calibri"/>
              <a:buNone/>
            </a:pPr>
            <a:endParaRPr sz="1200" b="0" i="0" u="sng">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endParaRPr>
          </a:p>
          <a:p>
            <a:pPr marL="0" lvl="0" indent="0" algn="l" rtl="0">
              <a:lnSpc>
                <a:spcPct val="100000"/>
              </a:lnSpc>
              <a:spcBef>
                <a:spcPts val="0"/>
              </a:spcBef>
              <a:spcAft>
                <a:spcPts val="0"/>
              </a:spcAft>
              <a:buSzPts val="1400"/>
              <a:buNone/>
            </a:pPr>
            <a:endParaRPr/>
          </a:p>
        </p:txBody>
      </p:sp>
      <p:sp>
        <p:nvSpPr>
          <p:cNvPr id="585" name="Google Shape;585;p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41</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5" name="Google Shape;595;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6" name="Google Shape;596;p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42</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3" name="Google Shape;603;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4" name="Google Shape;604;p5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43</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5" name="Google Shape;615;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2" name="Google Shape;622;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9" name="Google Shape;629;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6" name="Google Shape;636;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7" name="Google Shape;637;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47</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zh-CN" altLang="en-US" dirty="0"/>
              <a:t>堆叠条形图和直方图难以阅读，因为基线在不同的条之间移动。</a:t>
            </a:r>
          </a:p>
          <a:p>
            <a:r>
              <a:rPr lang="zh-CN" altLang="en-US" dirty="0"/>
              <a:t>折线图（线形图）中，如果表示测量值的区域在连续的线之间填充，会非常难以阅读，因为基线上下波动、抖动，使得读者难以直观比较数据。</a:t>
            </a:r>
          </a:p>
          <a:p>
            <a:pPr marL="0" lvl="0" indent="0" algn="l" rtl="0">
              <a:lnSpc>
                <a:spcPct val="100000"/>
              </a:lnSpc>
              <a:spcBef>
                <a:spcPts val="0"/>
              </a:spcBef>
              <a:spcAft>
                <a:spcPts val="0"/>
              </a:spcAft>
              <a:buSzPts val="1400"/>
              <a:buNone/>
            </a:pPr>
            <a:endParaRPr dirty="0"/>
          </a:p>
        </p:txBody>
      </p:sp>
      <p:sp>
        <p:nvSpPr>
          <p:cNvPr id="648" name="Google Shape;648;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5" name="Google Shape;655;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2" name="Google Shape;662;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0" name="Google Shape;670;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914400" lvl="2" indent="0" algn="l" rtl="0">
              <a:lnSpc>
                <a:spcPct val="100000"/>
              </a:lnSpc>
              <a:spcBef>
                <a:spcPts val="0"/>
              </a:spcBef>
              <a:spcAft>
                <a:spcPts val="0"/>
              </a:spcAft>
              <a:buClr>
                <a:schemeClr val="dk1"/>
              </a:buClr>
              <a:buSzPts val="1200"/>
              <a:buFont typeface="Calibri"/>
              <a:buNone/>
            </a:pPr>
            <a:endParaRPr/>
          </a:p>
          <a:p>
            <a:pPr marL="914400" lvl="2" indent="0" algn="l" rtl="0">
              <a:lnSpc>
                <a:spcPct val="100000"/>
              </a:lnSpc>
              <a:spcBef>
                <a:spcPts val="0"/>
              </a:spcBef>
              <a:spcAft>
                <a:spcPts val="0"/>
              </a:spcAft>
              <a:buClr>
                <a:schemeClr val="dk1"/>
              </a:buClr>
              <a:buSzPts val="1200"/>
              <a:buFont typeface="Calibri"/>
              <a:buNone/>
            </a:pPr>
            <a:endParaRPr/>
          </a:p>
          <a:p>
            <a:pPr marL="914400" lvl="2" indent="0" algn="l" rtl="0">
              <a:lnSpc>
                <a:spcPct val="100000"/>
              </a:lnSpc>
              <a:spcBef>
                <a:spcPts val="0"/>
              </a:spcBef>
              <a:spcAft>
                <a:spcPts val="0"/>
              </a:spcAft>
              <a:buClr>
                <a:schemeClr val="dk1"/>
              </a:buClr>
              <a:buSzPts val="1200"/>
              <a:buFont typeface="Calibri"/>
              <a:buNone/>
            </a:pPr>
            <a:endParaRPr/>
          </a:p>
        </p:txBody>
      </p:sp>
      <p:sp>
        <p:nvSpPr>
          <p:cNvPr id="678" name="Google Shape;678;p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52</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5" name="Google Shape;685;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1" name="Google Shape;691;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6" name="Google Shape;596;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7" name="Google Shape;597;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3027680" y="1183257"/>
            <a:ext cx="82296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3042421" y="3429000"/>
            <a:ext cx="82296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10733828" y="1110597"/>
            <a:ext cx="2286000" cy="508000"/>
          </a:xfrm>
        </p:spPr>
        <p:txBody>
          <a:bodyPr/>
          <a:lstStyle/>
          <a:p>
            <a:endParaRPr lang="en-US"/>
          </a:p>
        </p:txBody>
      </p:sp>
      <p:sp>
        <p:nvSpPr>
          <p:cNvPr id="17" name="Footer Placeholder 16"/>
          <p:cNvSpPr>
            <a:spLocks noGrp="1"/>
          </p:cNvSpPr>
          <p:nvPr>
            <p:ph type="ftr" sz="quarter" idx="11"/>
          </p:nvPr>
        </p:nvSpPr>
        <p:spPr bwMode="auto">
          <a:xfrm rot="5400000">
            <a:off x="10045959" y="4117661"/>
            <a:ext cx="3657600" cy="512064"/>
          </a:xfrm>
        </p:spPr>
        <p:txBody>
          <a:bodyPr/>
          <a:lstStyle/>
          <a:p>
            <a:endParaRPr lang="en-US"/>
          </a:p>
        </p:txBody>
      </p:sp>
      <p:sp>
        <p:nvSpPr>
          <p:cNvPr id="10" name="Rectangle 9"/>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Rectangle 11"/>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4" name="Rectangle 13"/>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9" name="Rectangle 18"/>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Straight Connector 10"/>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8" name="Straight Connector 17"/>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0" name="Straight Connector 19"/>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5" name="Straight Connector 14"/>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2" name="Straight Connector 21"/>
          <p:cNvSpPr>
            <a:spLocks noChangeShapeType="1"/>
          </p:cNvSpPr>
          <p:nvPr/>
        </p:nvSpPr>
        <p:spPr bwMode="auto">
          <a:xfrm>
            <a:off x="1215180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7" name="Rectangle 26"/>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1" name="Oval 20"/>
          <p:cNvSpPr/>
          <p:nvPr/>
        </p:nvSpPr>
        <p:spPr bwMode="auto">
          <a:xfrm>
            <a:off x="812800" y="3429000"/>
            <a:ext cx="17272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Oval 22"/>
          <p:cNvSpPr/>
          <p:nvPr/>
        </p:nvSpPr>
        <p:spPr bwMode="auto">
          <a:xfrm>
            <a:off x="1746176"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4" name="Oval 23"/>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6" name="Oval 25"/>
          <p:cNvSpPr/>
          <p:nvPr/>
        </p:nvSpPr>
        <p:spPr bwMode="auto">
          <a:xfrm>
            <a:off x="2218944" y="5788152"/>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5" name="Oval 24"/>
          <p:cNvSpPr/>
          <p:nvPr/>
        </p:nvSpPr>
        <p:spPr>
          <a:xfrm>
            <a:off x="2540000" y="4495800"/>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9" name="Slide Number Placeholder 28"/>
          <p:cNvSpPr>
            <a:spLocks noGrp="1"/>
          </p:cNvSpPr>
          <p:nvPr>
            <p:ph type="sldNum" sz="quarter" idx="12"/>
          </p:nvPr>
        </p:nvSpPr>
        <p:spPr bwMode="auto">
          <a:xfrm>
            <a:off x="1767392" y="4928702"/>
            <a:ext cx="812800" cy="517524"/>
          </a:xfrm>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9769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609600" y="1600200"/>
            <a:ext cx="99568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endParaRPr lang="en-US"/>
          </a:p>
        </p:txBody>
      </p:sp>
      <p:sp>
        <p:nvSpPr>
          <p:cNvPr id="9" name="Slide Number Placeholder 8"/>
          <p:cNvSpPr>
            <a:spLocks noGrp="1"/>
          </p:cNvSpPr>
          <p:nvPr>
            <p:ph type="sldNum" sz="quarter" idx="15"/>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extLst>
      <p:ext uri="{BB962C8B-B14F-4D97-AF65-F5344CB8AC3E}">
        <p14:creationId xmlns:p14="http://schemas.microsoft.com/office/powerpoint/2010/main" val="628539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101590" y="494193"/>
            <a:ext cx="82296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3051616" y="3280744"/>
            <a:ext cx="82296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10732008" y="1106932"/>
            <a:ext cx="2286000" cy="508000"/>
          </a:xfrm>
        </p:spPr>
        <p:txBody>
          <a:bodyPr/>
          <a:lstStyle/>
          <a:p>
            <a:endParaRPr lang="en-US"/>
          </a:p>
        </p:txBody>
      </p:sp>
      <p:sp>
        <p:nvSpPr>
          <p:cNvPr id="5" name="Footer Placeholder 4"/>
          <p:cNvSpPr>
            <a:spLocks noGrp="1"/>
          </p:cNvSpPr>
          <p:nvPr>
            <p:ph type="ftr" sz="quarter" idx="11"/>
          </p:nvPr>
        </p:nvSpPr>
        <p:spPr bwMode="auto">
          <a:xfrm rot="5400000">
            <a:off x="10046208" y="4114800"/>
            <a:ext cx="3657600" cy="512064"/>
          </a:xfrm>
        </p:spPr>
        <p:txBody>
          <a:bodyPr/>
          <a:lstStyle/>
          <a:p>
            <a:endParaRPr lang="en-US"/>
          </a:p>
        </p:txBody>
      </p:sp>
      <p:sp>
        <p:nvSpPr>
          <p:cNvPr id="9" name="Rectangle 8"/>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0" name="Rectangle 9"/>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Rectangle 10"/>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Rectangle 11"/>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3" name="Straight Connector 12"/>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4" name="Straight Connector 13"/>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5" name="Straight Connector 14"/>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7" name="Straight Connector 16"/>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8" name="Rectangle 17"/>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19" name="Oval 18"/>
          <p:cNvSpPr/>
          <p:nvPr/>
        </p:nvSpPr>
        <p:spPr bwMode="auto">
          <a:xfrm>
            <a:off x="812800" y="3429000"/>
            <a:ext cx="17272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0" name="Oval 19"/>
          <p:cNvSpPr/>
          <p:nvPr/>
        </p:nvSpPr>
        <p:spPr bwMode="auto">
          <a:xfrm>
            <a:off x="1766272"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1" name="Oval 20"/>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2" name="Oval 21"/>
          <p:cNvSpPr/>
          <p:nvPr/>
        </p:nvSpPr>
        <p:spPr bwMode="auto">
          <a:xfrm>
            <a:off x="2218944" y="5791200"/>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Oval 22"/>
          <p:cNvSpPr/>
          <p:nvPr/>
        </p:nvSpPr>
        <p:spPr bwMode="auto">
          <a:xfrm>
            <a:off x="2505387" y="4479888"/>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6" name="Straight Connector 25"/>
          <p:cNvSpPr>
            <a:spLocks noChangeShapeType="1"/>
          </p:cNvSpPr>
          <p:nvPr/>
        </p:nvSpPr>
        <p:spPr bwMode="auto">
          <a:xfrm>
            <a:off x="12130592"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6" name="Slide Number Placeholder 5"/>
          <p:cNvSpPr>
            <a:spLocks noGrp="1"/>
          </p:cNvSpPr>
          <p:nvPr>
            <p:ph type="sldNum" sz="quarter" idx="12"/>
          </p:nvPr>
        </p:nvSpPr>
        <p:spPr bwMode="auto">
          <a:xfrm>
            <a:off x="1787488" y="4928702"/>
            <a:ext cx="812800" cy="517524"/>
          </a:xfrm>
        </p:spPr>
        <p:txBody>
          <a:bodyPr/>
          <a:lstStyle/>
          <a:p>
            <a:pPr marL="0" lvl="0" indent="0" algn="ct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1560509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
        <p:nvSpPr>
          <p:cNvPr id="9" name="Content Placeholder 8"/>
          <p:cNvSpPr>
            <a:spLocks noGrp="1"/>
          </p:cNvSpPr>
          <p:nvPr>
            <p:ph sz="quarter" idx="1"/>
          </p:nvPr>
        </p:nvSpPr>
        <p:spPr>
          <a:xfrm>
            <a:off x="609600"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5693664"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57923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0584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
        <p:nvSpPr>
          <p:cNvPr id="11" name="Content Placeholder 10"/>
          <p:cNvSpPr>
            <a:spLocks noGrp="1"/>
          </p:cNvSpPr>
          <p:nvPr>
            <p:ph sz="quarter" idx="2"/>
          </p:nvPr>
        </p:nvSpPr>
        <p:spPr>
          <a:xfrm>
            <a:off x="6096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58293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6096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57912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extLst>
      <p:ext uri="{BB962C8B-B14F-4D97-AF65-F5344CB8AC3E}">
        <p14:creationId xmlns:p14="http://schemas.microsoft.com/office/powerpoint/2010/main" val="4065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endParaRPr lang="en-US"/>
          </a:p>
        </p:txBody>
      </p:sp>
      <p:sp>
        <p:nvSpPr>
          <p:cNvPr id="7" name="Slide Number Placeholder 6"/>
          <p:cNvSpPr>
            <a:spLocks noGrp="1"/>
          </p:cNvSpPr>
          <p:nvPr>
            <p:ph type="sldNum" sz="quarter" idx="11"/>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extLst>
      <p:ext uri="{BB962C8B-B14F-4D97-AF65-F5344CB8AC3E}">
        <p14:creationId xmlns:p14="http://schemas.microsoft.com/office/powerpoint/2010/main" val="1634041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07638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 name="Title 1"/>
          <p:cNvSpPr>
            <a:spLocks noGrp="1"/>
          </p:cNvSpPr>
          <p:nvPr>
            <p:ph type="title"/>
          </p:nvPr>
        </p:nvSpPr>
        <p:spPr>
          <a:xfrm rot="5400000">
            <a:off x="5547360" y="3124200"/>
            <a:ext cx="6309360" cy="6096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9083040" y="274320"/>
            <a:ext cx="2036064"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9" name="Straight Connector 8"/>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11" name="Straight Connector 10"/>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2" name="Rectangle 11"/>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3" name="Straight Connector 12"/>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4" name="Oval 13"/>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18" name="Content Placeholder 17"/>
          <p:cNvSpPr>
            <a:spLocks noGrp="1"/>
          </p:cNvSpPr>
          <p:nvPr>
            <p:ph sz="quarter" idx="1"/>
          </p:nvPr>
        </p:nvSpPr>
        <p:spPr>
          <a:xfrm>
            <a:off x="406400" y="274320"/>
            <a:ext cx="75184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endParaRPr lang="en-US"/>
          </a:p>
        </p:txBody>
      </p:sp>
      <p:sp>
        <p:nvSpPr>
          <p:cNvPr id="22" name="Slide Number Placeholder 21"/>
          <p:cNvSpPr>
            <a:spLocks noGrp="1"/>
          </p:cNvSpPr>
          <p:nvPr>
            <p:ph type="sldNum" sz="quarter" idx="15"/>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extLst>
      <p:ext uri="{BB962C8B-B14F-4D97-AF65-F5344CB8AC3E}">
        <p14:creationId xmlns:p14="http://schemas.microsoft.com/office/powerpoint/2010/main" val="1962719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11684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3" name="Oval 12"/>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 name="Title 1"/>
          <p:cNvSpPr>
            <a:spLocks noGrp="1"/>
          </p:cNvSpPr>
          <p:nvPr>
            <p:ph type="title"/>
          </p:nvPr>
        </p:nvSpPr>
        <p:spPr>
          <a:xfrm rot="5400000">
            <a:off x="5518404" y="3124200"/>
            <a:ext cx="6309360" cy="6096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82296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9021064" y="264795"/>
            <a:ext cx="2032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119888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1" name="Rectangle 10"/>
          <p:cNvSpPr/>
          <p:nvPr/>
        </p:nvSpPr>
        <p:spPr bwMode="auto">
          <a:xfrm>
            <a:off x="11785600" y="0"/>
            <a:ext cx="4064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Straight Connector 11"/>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9" name="Straight Connector 18"/>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0" name="Straight Connector 19"/>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17" name="Date Placeholder 16"/>
          <p:cNvSpPr>
            <a:spLocks noGrp="1"/>
          </p:cNvSpPr>
          <p:nvPr>
            <p:ph type="dt" sz="half" idx="10"/>
          </p:nvPr>
        </p:nvSpPr>
        <p:spPr/>
        <p:txBody>
          <a:bodyPr rtlCol="0"/>
          <a:lstStyle/>
          <a:p>
            <a:endParaRPr lang="en-US"/>
          </a:p>
        </p:txBody>
      </p:sp>
      <p:sp>
        <p:nvSpPr>
          <p:cNvPr id="18" name="Slide Number Placeholder 17"/>
          <p:cNvSpPr>
            <a:spLocks noGrp="1"/>
          </p:cNvSpPr>
          <p:nvPr>
            <p:ph type="sldNum" sz="quarter" idx="11"/>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extLst>
      <p:ext uri="{BB962C8B-B14F-4D97-AF65-F5344CB8AC3E}">
        <p14:creationId xmlns:p14="http://schemas.microsoft.com/office/powerpoint/2010/main" val="16013748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74782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235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446928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Chart Placeholder 2"/>
          <p:cNvSpPr>
            <a:spLocks noGrp="1"/>
          </p:cNvSpPr>
          <p:nvPr>
            <p:ph type="chart" idx="1"/>
          </p:nvPr>
        </p:nvSpPr>
        <p:spPr>
          <a:xfrm>
            <a:off x="609600" y="1600201"/>
            <a:ext cx="10972800" cy="4525963"/>
          </a:xfrm>
        </p:spPr>
        <p:txBody>
          <a:bodyPr/>
          <a:lstStyle/>
          <a:p>
            <a:r>
              <a:rPr lang="en-US"/>
              <a:t>Click icon to add chart</a:t>
            </a:r>
          </a:p>
        </p:txBody>
      </p:sp>
      <p:sp>
        <p:nvSpPr>
          <p:cNvPr id="4" name="Date Placeholder 3"/>
          <p:cNvSpPr>
            <a:spLocks noGrp="1"/>
          </p:cNvSpPr>
          <p:nvPr>
            <p:ph type="dt" sz="half" idx="10"/>
          </p:nvPr>
        </p:nvSpPr>
        <p:spPr>
          <a:xfrm>
            <a:off x="609600" y="6245225"/>
            <a:ext cx="2844800" cy="476250"/>
          </a:xfrm>
        </p:spPr>
        <p:txBody>
          <a:bodyPr/>
          <a:lstStyle>
            <a:lvl1pPr>
              <a:defRPr/>
            </a:lvl1pPr>
          </a:lstStyle>
          <a:p>
            <a:endParaRPr lang="en-US"/>
          </a:p>
        </p:txBody>
      </p:sp>
      <p:sp>
        <p:nvSpPr>
          <p:cNvPr id="5" name="Footer Placeholder 4"/>
          <p:cNvSpPr>
            <a:spLocks noGrp="1"/>
          </p:cNvSpPr>
          <p:nvPr>
            <p:ph type="ftr" sz="quarter" idx="11"/>
          </p:nvPr>
        </p:nvSpPr>
        <p:spPr>
          <a:xfrm>
            <a:off x="4165600" y="6245225"/>
            <a:ext cx="3860800" cy="476250"/>
          </a:xfrm>
        </p:spPr>
        <p:txBody>
          <a:bodyPr/>
          <a:lstStyle>
            <a:lvl1pPr>
              <a:defRPr/>
            </a:lvl1pPr>
          </a:lstStyle>
          <a:p>
            <a:endParaRPr lang="en-US"/>
          </a:p>
        </p:txBody>
      </p:sp>
      <p:sp>
        <p:nvSpPr>
          <p:cNvPr id="6" name="Slide Number Placeholder 5"/>
          <p:cNvSpPr>
            <a:spLocks noGrp="1"/>
          </p:cNvSpPr>
          <p:nvPr>
            <p:ph type="sldNum" sz="quarter" idx="12"/>
          </p:nvPr>
        </p:nvSpPr>
        <p:spPr>
          <a:xfrm>
            <a:off x="8737600" y="6245225"/>
            <a:ext cx="2844800" cy="476250"/>
          </a:xfrm>
        </p:spPr>
        <p:txBody>
          <a:bodyPr/>
          <a:lstStyle>
            <a:lvl1pPr>
              <a:defRPr/>
            </a:lvl1p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24694150"/>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2" name="Title Placeholder 21"/>
          <p:cNvSpPr>
            <a:spLocks noGrp="1"/>
          </p:cNvSpPr>
          <p:nvPr>
            <p:ph type="title"/>
          </p:nvPr>
        </p:nvSpPr>
        <p:spPr>
          <a:xfrm>
            <a:off x="609600" y="274638"/>
            <a:ext cx="99568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609600" y="1600200"/>
            <a:ext cx="99568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10454640" y="1017843"/>
            <a:ext cx="2011680" cy="512064"/>
          </a:xfrm>
          <a:prstGeom prst="rect">
            <a:avLst/>
          </a:prstGeom>
        </p:spPr>
        <p:txBody>
          <a:bodyPr vert="horz" anchor="ctr" anchorCtr="0"/>
          <a:lstStyle>
            <a:lvl1pPr algn="r" eaLnBrk="1" latinLnBrk="0" hangingPunct="1">
              <a:defRPr kumimoji="0" sz="1200">
                <a:solidFill>
                  <a:schemeClr val="tx2"/>
                </a:solidFill>
              </a:defRPr>
            </a:lvl1pPr>
          </a:lstStyle>
          <a:p>
            <a:endParaRPr lang="en-US"/>
          </a:p>
        </p:txBody>
      </p:sp>
      <p:sp>
        <p:nvSpPr>
          <p:cNvPr id="3" name="Footer Placeholder 2"/>
          <p:cNvSpPr>
            <a:spLocks noGrp="1"/>
          </p:cNvSpPr>
          <p:nvPr>
            <p:ph type="ftr" sz="quarter" idx="3"/>
          </p:nvPr>
        </p:nvSpPr>
        <p:spPr>
          <a:xfrm rot="5400000">
            <a:off x="9853648" y="3676280"/>
            <a:ext cx="3200400" cy="48768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1016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9" name="Straight Connector 8"/>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0" name="Rectangle 9"/>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Straight Connector 10"/>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2" name="Oval 11"/>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Slide Number Placeholder 22"/>
          <p:cNvSpPr>
            <a:spLocks noGrp="1"/>
          </p:cNvSpPr>
          <p:nvPr>
            <p:ph type="sldNum" sz="quarter" idx="4"/>
          </p:nvPr>
        </p:nvSpPr>
        <p:spPr>
          <a:xfrm>
            <a:off x="10838688" y="5734050"/>
            <a:ext cx="812800" cy="521208"/>
          </a:xfrm>
          <a:prstGeom prst="rect">
            <a:avLst/>
          </a:prstGeom>
        </p:spPr>
        <p:txBody>
          <a:bodyPr vert="horz" anchor="ctr"/>
          <a:lstStyle>
            <a:lvl1pPr algn="ctr" eaLnBrk="1" latinLnBrk="0" hangingPunct="1">
              <a:defRPr kumimoji="0" sz="1400" b="1">
                <a:solidFill>
                  <a:srgbClr val="FFFFFF"/>
                </a:solidFill>
              </a:defRPr>
            </a:lvl1p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870253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hf sldNum="0"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customXml" Target="../ink/ink7.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customXml" Target="../ink/ink8.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customXml" Target="../ink/ink9.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customXml" Target="../ink/ink10.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customXml" Target="../ink/ink11.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customXml" Target="../ink/ink1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customXml" Target="../ink/ink13.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customXml" Target="../ink/ink14.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customXml" Target="../ink/ink15.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customXml" Target="../ink/ink16.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8" Type="http://schemas.openxmlformats.org/officeDocument/2006/relationships/customXml" Target="../ink/ink18.xml"/><Relationship Id="rId3" Type="http://schemas.openxmlformats.org/officeDocument/2006/relationships/image" Target="../media/image35.png"/><Relationship Id="rId7"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customXml" Target="../ink/ink17.xml"/><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39.png"/></Relationships>
</file>

<file path=ppt/slides/_rels/slide2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1.png"/><Relationship Id="rId7" Type="http://schemas.openxmlformats.org/officeDocument/2006/relationships/customXml" Target="../ink/ink20.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customXml" Target="../ink/ink19.xml"/><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customXml" Target="../ink/ink21.xm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3" Type="http://schemas.openxmlformats.org/officeDocument/2006/relationships/hyperlink" Target="http://www.aul.org/"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40.png"/><Relationship Id="rId4" Type="http://schemas.openxmlformats.org/officeDocument/2006/relationships/customXml" Target="../ink/ink22.xml"/></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customXml" Target="../ink/ink24.xml"/><Relationship Id="rId5" Type="http://schemas.openxmlformats.org/officeDocument/2006/relationships/image" Target="../media/image460.png"/><Relationship Id="rId4" Type="http://schemas.openxmlformats.org/officeDocument/2006/relationships/customXml" Target="../ink/ink23.xml"/></Relationships>
</file>

<file path=ppt/slides/_rels/slide25.xml.rels><?xml version="1.0" encoding="UTF-8" standalone="yes"?>
<Relationships xmlns="http://schemas.openxmlformats.org/package/2006/relationships"><Relationship Id="rId3" Type="http://schemas.openxmlformats.org/officeDocument/2006/relationships/hyperlink" Target="http://www.bls.gov/"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80.png"/><Relationship Id="rId5" Type="http://schemas.openxmlformats.org/officeDocument/2006/relationships/customXml" Target="../ink/ink25.xml"/><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1.pn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customXml" Target="../ink/ink27.xml"/><Relationship Id="rId5" Type="http://schemas.openxmlformats.org/officeDocument/2006/relationships/image" Target="../media/image50.png"/><Relationship Id="rId4" Type="http://schemas.openxmlformats.org/officeDocument/2006/relationships/customXml" Target="../ink/ink26.xml"/></Relationships>
</file>

<file path=ppt/slides/_rels/slide27.xml.rels><?xml version="1.0" encoding="UTF-8" standalone="yes"?>
<Relationships xmlns="http://schemas.openxmlformats.org/package/2006/relationships"><Relationship Id="rId3" Type="http://schemas.openxmlformats.org/officeDocument/2006/relationships/hyperlink" Target="http://www.cherryblossom.org/"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510.png"/><Relationship Id="rId4" Type="http://schemas.openxmlformats.org/officeDocument/2006/relationships/customXml" Target="../ink/ink28.xml"/></Relationships>
</file>

<file path=ppt/slides/_rels/slide28.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52.png"/><Relationship Id="rId7" Type="http://schemas.openxmlformats.org/officeDocument/2006/relationships/customXml" Target="../ink/ink30.xml"/><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53.png"/><Relationship Id="rId4" Type="http://schemas.openxmlformats.org/officeDocument/2006/relationships/customXml" Target="../ink/ink29.xml"/></Relationships>
</file>

<file path=ppt/slides/_rels/slide29.xml.rels><?xml version="1.0" encoding="UTF-8" standalone="yes"?>
<Relationships xmlns="http://schemas.openxmlformats.org/package/2006/relationships"><Relationship Id="rId8" Type="http://schemas.openxmlformats.org/officeDocument/2006/relationships/customXml" Target="../ink/ink32.xml"/><Relationship Id="rId3" Type="http://schemas.openxmlformats.org/officeDocument/2006/relationships/image" Target="../media/image55.png"/><Relationship Id="rId7" Type="http://schemas.openxmlformats.org/officeDocument/2006/relationships/image" Target="../media/image560.png"/><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customXml" Target="../ink/ink31.xml"/><Relationship Id="rId5" Type="http://schemas.openxmlformats.org/officeDocument/2006/relationships/image" Target="../media/image52.png"/><Relationship Id="rId4" Type="http://schemas.openxmlformats.org/officeDocument/2006/relationships/image" Target="../media/image56.png"/><Relationship Id="rId9" Type="http://schemas.openxmlformats.org/officeDocument/2006/relationships/image" Target="../media/image5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image" Target="../media/image60.png"/><Relationship Id="rId5" Type="http://schemas.openxmlformats.org/officeDocument/2006/relationships/customXml" Target="../ink/ink33.xml"/><Relationship Id="rId4" Type="http://schemas.openxmlformats.org/officeDocument/2006/relationships/image" Target="../media/image59.png"/></Relationships>
</file>

<file path=ppt/slides/_rels/slide3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1.xml"/><Relationship Id="rId1" Type="http://schemas.openxmlformats.org/officeDocument/2006/relationships/slideLayout" Target="../slideLayouts/slideLayout4.xml"/><Relationship Id="rId5" Type="http://schemas.openxmlformats.org/officeDocument/2006/relationships/image" Target="../media/image61.png"/><Relationship Id="rId4" Type="http://schemas.openxmlformats.org/officeDocument/2006/relationships/customXml" Target="../ink/ink34.xml"/></Relationships>
</file>

<file path=ppt/slides/_rels/slide3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3.xml"/><Relationship Id="rId1" Type="http://schemas.openxmlformats.org/officeDocument/2006/relationships/slideLayout" Target="../slideLayouts/slideLayout4.xml"/><Relationship Id="rId5" Type="http://schemas.openxmlformats.org/officeDocument/2006/relationships/image" Target="../media/image64.png"/><Relationship Id="rId4" Type="http://schemas.openxmlformats.org/officeDocument/2006/relationships/customXml" Target="../ink/ink35.xml"/></Relationships>
</file>

<file path=ppt/slides/_rels/slide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image" Target="../media/image66.png"/><Relationship Id="rId5" Type="http://schemas.openxmlformats.org/officeDocument/2006/relationships/customXml" Target="../ink/ink36.xml"/><Relationship Id="rId4" Type="http://schemas.openxmlformats.org/officeDocument/2006/relationships/image" Target="../media/image65.png"/></Relationships>
</file>

<file path=ppt/slides/_rels/slide3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5.xml"/><Relationship Id="rId1" Type="http://schemas.openxmlformats.org/officeDocument/2006/relationships/slideLayout" Target="../slideLayouts/slideLayout4.xml"/><Relationship Id="rId5" Type="http://schemas.openxmlformats.org/officeDocument/2006/relationships/image" Target="../media/image68.png"/><Relationship Id="rId4" Type="http://schemas.openxmlformats.org/officeDocument/2006/relationships/customXml" Target="../ink/ink3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customXml" Target="../ink/ink38.xml"/><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customXml" Target="../ink/ink39.xml"/><Relationship Id="rId4" Type="http://schemas.openxmlformats.org/officeDocument/2006/relationships/image" Target="../media/image72.png"/></Relationships>
</file>

<file path=ppt/slides/_rels/slide4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customXml" Target="../ink/ink40.xml"/></Relationships>
</file>

<file path=ppt/slides/_rels/slide41.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6.png"/><Relationship Id="rId7" Type="http://schemas.openxmlformats.org/officeDocument/2006/relationships/customXml" Target="../ink/ink41.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hyperlink" Target="https://bids.github.io/colormap" TargetMode="External"/><Relationship Id="rId5" Type="http://schemas.openxmlformats.org/officeDocument/2006/relationships/image" Target="../media/image78.png"/><Relationship Id="rId4" Type="http://schemas.openxmlformats.org/officeDocument/2006/relationships/image" Target="../media/image77.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80.png"/><Relationship Id="rId7" Type="http://schemas.openxmlformats.org/officeDocument/2006/relationships/customXml" Target="../ink/ink42.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45.xml"/><Relationship Id="rId1" Type="http://schemas.openxmlformats.org/officeDocument/2006/relationships/slideLayout" Target="../slideLayouts/slideLayout4.xml"/><Relationship Id="rId6" Type="http://schemas.openxmlformats.org/officeDocument/2006/relationships/image" Target="../media/image87.png"/><Relationship Id="rId5" Type="http://schemas.openxmlformats.org/officeDocument/2006/relationships/customXml" Target="../ink/ink43.xml"/><Relationship Id="rId4" Type="http://schemas.openxmlformats.org/officeDocument/2006/relationships/image" Target="../media/image86.png"/></Relationships>
</file>

<file path=ppt/slides/_rels/slide47.xml.rels><?xml version="1.0" encoding="UTF-8" standalone="yes"?>
<Relationships xmlns="http://schemas.openxmlformats.org/package/2006/relationships"><Relationship Id="rId3" Type="http://schemas.openxmlformats.org/officeDocument/2006/relationships/image" Target="../media/image88.png"/><Relationship Id="rId7" Type="http://schemas.openxmlformats.org/officeDocument/2006/relationships/image" Target="../media/image90.png"/><Relationship Id="rId2" Type="http://schemas.openxmlformats.org/officeDocument/2006/relationships/notesSlide" Target="../notesSlides/notesSlide46.xml"/><Relationship Id="rId1" Type="http://schemas.openxmlformats.org/officeDocument/2006/relationships/slideLayout" Target="../slideLayouts/slideLayout4.xml"/><Relationship Id="rId6" Type="http://schemas.openxmlformats.org/officeDocument/2006/relationships/customXml" Target="../ink/ink44.xml"/><Relationship Id="rId5" Type="http://schemas.openxmlformats.org/officeDocument/2006/relationships/image" Target="../media/image89.png"/><Relationship Id="rId4" Type="http://schemas.openxmlformats.org/officeDocument/2006/relationships/image" Target="../media/image32.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cait.wri.org/" TargetMode="External"/><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9.xml"/><Relationship Id="rId1" Type="http://schemas.openxmlformats.org/officeDocument/2006/relationships/slideLayout" Target="../slideLayouts/slideLayout4.xml"/><Relationship Id="rId6" Type="http://schemas.openxmlformats.org/officeDocument/2006/relationships/image" Target="../media/image93.png"/><Relationship Id="rId5" Type="http://schemas.openxmlformats.org/officeDocument/2006/relationships/customXml" Target="../ink/ink45.xml"/><Relationship Id="rId4" Type="http://schemas.openxmlformats.org/officeDocument/2006/relationships/image" Target="../media/image92.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customXml" Target="../ink/ink46.xml"/><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5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96.png"/><Relationship Id="rId4" Type="http://schemas.openxmlformats.org/officeDocument/2006/relationships/customXml" Target="../ink/ink47.xml"/></Relationships>
</file>

<file path=ppt/slides/_rels/slide5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99.png"/><Relationship Id="rId5" Type="http://schemas.openxmlformats.org/officeDocument/2006/relationships/customXml" Target="../ink/ink48.xml"/><Relationship Id="rId4" Type="http://schemas.openxmlformats.org/officeDocument/2006/relationships/image" Target="../media/image98.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
          <p:cNvSpPr txBox="1">
            <a:spLocks noGrp="1"/>
          </p:cNvSpPr>
          <p:nvPr>
            <p:ph type="ctrTitle"/>
          </p:nvPr>
        </p:nvSpPr>
        <p:spPr>
          <a:xfrm>
            <a:off x="3027680" y="2779114"/>
            <a:ext cx="8565230" cy="1894362"/>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SzPts val="6000"/>
              <a:buFont typeface="Rockwell"/>
              <a:buNone/>
            </a:pPr>
            <a:r>
              <a:rPr lang="en-US" sz="6000" dirty="0"/>
              <a:t>Quiz: 30 Minutes</a:t>
            </a:r>
            <a:br>
              <a:rPr lang="en-US" sz="6000" dirty="0"/>
            </a:br>
            <a:r>
              <a:rPr lang="en-US" sz="6000" dirty="0"/>
              <a:t>STARTS AT 3:30 PM</a:t>
            </a:r>
            <a:br>
              <a:rPr lang="en-US" sz="6000" dirty="0"/>
            </a:br>
            <a:r>
              <a:rPr lang="en-US" sz="6000" dirty="0"/>
              <a:t>Ends at 4:00 PM</a:t>
            </a:r>
            <a:endParaRPr lang="en-US" dirty="0"/>
          </a:p>
        </p:txBody>
      </p:sp>
      <p:sp>
        <p:nvSpPr>
          <p:cNvPr id="110" name="Google Shape;110;p1"/>
          <p:cNvSpPr txBox="1">
            <a:spLocks noGrp="1"/>
          </p:cNvSpPr>
          <p:nvPr>
            <p:ph type="subTitle" idx="1"/>
          </p:nvPr>
        </p:nvSpPr>
        <p:spPr>
          <a:xfrm>
            <a:off x="4070879" y="5274728"/>
            <a:ext cx="7891272" cy="1056213"/>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SzPct val="85000"/>
              <a:buNone/>
            </a:pPr>
            <a:r>
              <a:rPr lang="en-US" dirty="0"/>
              <a:t>CS 418 Introduction to Data Science</a:t>
            </a:r>
            <a:endParaRPr dirty="0"/>
          </a:p>
          <a:p>
            <a:pPr marL="0" lvl="0" indent="0" algn="l" rtl="0">
              <a:lnSpc>
                <a:spcPct val="90000"/>
              </a:lnSpc>
              <a:spcBef>
                <a:spcPts val="1200"/>
              </a:spcBef>
              <a:spcAft>
                <a:spcPts val="0"/>
              </a:spcAft>
              <a:buSzPct val="85000"/>
              <a:buNone/>
            </a:pPr>
            <a:r>
              <a:rPr lang="en-US" dirty="0"/>
              <a:t>Prof. Sathya Ravi</a:t>
            </a:r>
            <a:endParaRPr dirty="0"/>
          </a:p>
          <a:p>
            <a:pPr marL="0" lvl="0" indent="0" algn="l" rtl="0">
              <a:lnSpc>
                <a:spcPct val="90000"/>
              </a:lnSpc>
              <a:spcBef>
                <a:spcPts val="1200"/>
              </a:spcBef>
              <a:spcAft>
                <a:spcPts val="0"/>
              </a:spcAft>
              <a:buSzPct val="85000"/>
              <a:buNone/>
            </a:pPr>
            <a:r>
              <a:rPr lang="en-US" dirty="0"/>
              <a:t>September 26, 2024</a:t>
            </a:r>
            <a:endParaRPr dirty="0"/>
          </a:p>
        </p:txBody>
      </p:sp>
      <p:sp>
        <p:nvSpPr>
          <p:cNvPr id="3" name="Date Placeholder 2">
            <a:extLst>
              <a:ext uri="{FF2B5EF4-FFF2-40B4-BE49-F238E27FC236}">
                <a16:creationId xmlns:a16="http://schemas.microsoft.com/office/drawing/2014/main" id="{82B3AF68-A65A-7724-3C58-0601117C1B74}"/>
              </a:ext>
            </a:extLst>
          </p:cNvPr>
          <p:cNvSpPr>
            <a:spLocks noGrp="1"/>
          </p:cNvSpPr>
          <p:nvPr>
            <p:ph type="dt" sz="half" idx="10"/>
          </p:nvPr>
        </p:nvSpPr>
        <p:spPr>
          <a:xfrm>
            <a:off x="1708879" y="132543"/>
            <a:ext cx="10253272" cy="1517212"/>
          </a:xfrm>
        </p:spPr>
        <p:txBody>
          <a:bodyPr/>
          <a:lstStyle/>
          <a:p>
            <a:r>
              <a:rPr lang="en-US" sz="5400" b="1" u="sng" dirty="0">
                <a:solidFill>
                  <a:srgbClr val="002060"/>
                </a:solidFill>
              </a:rPr>
              <a:t>Current Time:</a:t>
            </a:r>
            <a:fld id="{CEEB060E-15B9-3A49-9AA0-4F6B7AE050FF}" type="datetime12">
              <a:rPr lang="en-US" sz="9600" b="1" u="sng" smtClean="0">
                <a:solidFill>
                  <a:srgbClr val="002060"/>
                </a:solidFill>
              </a:rPr>
              <a:t>11:29 AM</a:t>
            </a:fld>
            <a:endParaRPr lang="en-US" sz="8000" b="1" u="sng" dirty="0">
              <a:solidFill>
                <a:srgbClr val="00206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BF758958-966E-30E9-03B8-AFE2D6F72541}"/>
            </a:ext>
          </a:extLst>
        </p:cNvPr>
        <p:cNvGrpSpPr/>
        <p:nvPr/>
      </p:nvGrpSpPr>
      <p:grpSpPr>
        <a:xfrm>
          <a:off x="0" y="0"/>
          <a:ext cx="0" cy="0"/>
          <a:chOff x="0" y="0"/>
          <a:chExt cx="0" cy="0"/>
        </a:xfrm>
      </p:grpSpPr>
      <p:sp>
        <p:nvSpPr>
          <p:cNvPr id="109" name="Google Shape;109;p1">
            <a:extLst>
              <a:ext uri="{FF2B5EF4-FFF2-40B4-BE49-F238E27FC236}">
                <a16:creationId xmlns:a16="http://schemas.microsoft.com/office/drawing/2014/main" id="{CA2D0E18-A4AD-6515-7656-515DBA1093F8}"/>
              </a:ext>
            </a:extLst>
          </p:cNvPr>
          <p:cNvSpPr txBox="1">
            <a:spLocks noGrp="1"/>
          </p:cNvSpPr>
          <p:nvPr>
            <p:ph type="ctrTitle"/>
          </p:nvPr>
        </p:nvSpPr>
        <p:spPr>
          <a:xfrm>
            <a:off x="3027680" y="1183257"/>
            <a:ext cx="8565230" cy="1894362"/>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SzPts val="6000"/>
              <a:buFont typeface="Rockwell"/>
              <a:buNone/>
            </a:pPr>
            <a:r>
              <a:rPr lang="en-US" sz="6000" dirty="0"/>
              <a:t>Data Visualization (</a:t>
            </a:r>
            <a:r>
              <a:rPr lang="en-US" sz="6000" dirty="0" err="1"/>
              <a:t>ctnd</a:t>
            </a:r>
            <a:r>
              <a:rPr lang="en-US" sz="6000" dirty="0"/>
              <a:t>): Chapter 11</a:t>
            </a:r>
            <a:endParaRPr lang="en-US" dirty="0"/>
          </a:p>
        </p:txBody>
      </p:sp>
      <p:sp>
        <p:nvSpPr>
          <p:cNvPr id="4" name="Subtitle 3">
            <a:extLst>
              <a:ext uri="{FF2B5EF4-FFF2-40B4-BE49-F238E27FC236}">
                <a16:creationId xmlns:a16="http://schemas.microsoft.com/office/drawing/2014/main" id="{7DBD6D5F-FE07-A59C-7F73-8D8E98AA18E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69089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D8CD3-FFD8-BADF-656B-F98EF32BB512}"/>
              </a:ext>
            </a:extLst>
          </p:cNvPr>
          <p:cNvSpPr>
            <a:spLocks noGrp="1"/>
          </p:cNvSpPr>
          <p:nvPr>
            <p:ph type="title"/>
          </p:nvPr>
        </p:nvSpPr>
        <p:spPr/>
        <p:txBody>
          <a:bodyPr/>
          <a:lstStyle/>
          <a:p>
            <a:r>
              <a:rPr lang="en-US" dirty="0"/>
              <a:t>Basic Implementation in Python</a:t>
            </a:r>
          </a:p>
        </p:txBody>
      </p:sp>
      <p:pic>
        <p:nvPicPr>
          <p:cNvPr id="4" name="Picture 3">
            <a:extLst>
              <a:ext uri="{FF2B5EF4-FFF2-40B4-BE49-F238E27FC236}">
                <a16:creationId xmlns:a16="http://schemas.microsoft.com/office/drawing/2014/main" id="{B077933E-CEBA-4968-A07F-65FC2331B698}"/>
              </a:ext>
            </a:extLst>
          </p:cNvPr>
          <p:cNvPicPr>
            <a:picLocks noChangeAspect="1"/>
          </p:cNvPicPr>
          <p:nvPr/>
        </p:nvPicPr>
        <p:blipFill>
          <a:blip r:embed="rId2"/>
          <a:srcRect l="3649" r="20478"/>
          <a:stretch/>
        </p:blipFill>
        <p:spPr>
          <a:xfrm>
            <a:off x="792511" y="1417638"/>
            <a:ext cx="7415733" cy="3702579"/>
          </a:xfrm>
          <a:prstGeom prst="rect">
            <a:avLst/>
          </a:prstGeom>
        </p:spPr>
      </p:pic>
      <p:pic>
        <p:nvPicPr>
          <p:cNvPr id="6" name="Picture 5">
            <a:extLst>
              <a:ext uri="{FF2B5EF4-FFF2-40B4-BE49-F238E27FC236}">
                <a16:creationId xmlns:a16="http://schemas.microsoft.com/office/drawing/2014/main" id="{31D4BCDA-AE42-92D3-BA40-0A8BB1261193}"/>
              </a:ext>
            </a:extLst>
          </p:cNvPr>
          <p:cNvPicPr>
            <a:picLocks noChangeAspect="1"/>
          </p:cNvPicPr>
          <p:nvPr/>
        </p:nvPicPr>
        <p:blipFill>
          <a:blip r:embed="rId3"/>
          <a:srcRect r="4589"/>
          <a:stretch/>
        </p:blipFill>
        <p:spPr>
          <a:xfrm>
            <a:off x="792510" y="5098028"/>
            <a:ext cx="7415733" cy="1472184"/>
          </a:xfrm>
          <a:prstGeom prst="rect">
            <a:avLst/>
          </a:prstGeom>
        </p:spPr>
      </p:pic>
      <p:pic>
        <p:nvPicPr>
          <p:cNvPr id="1026" name="Picture 2">
            <a:extLst>
              <a:ext uri="{FF2B5EF4-FFF2-40B4-BE49-F238E27FC236}">
                <a16:creationId xmlns:a16="http://schemas.microsoft.com/office/drawing/2014/main" id="{249DB4A7-2FAC-567C-E8D2-BAFAB0E549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0854" y="2979973"/>
            <a:ext cx="4452937" cy="34290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32083AB8-2C80-5B45-6FF4-864465015F83}"/>
                  </a:ext>
                </a:extLst>
              </p14:cNvPr>
              <p14:cNvContentPartPr/>
              <p14:nvPr/>
            </p14:nvContentPartPr>
            <p14:xfrm>
              <a:off x="631800" y="1801080"/>
              <a:ext cx="3884040" cy="514080"/>
            </p14:xfrm>
          </p:contentPart>
        </mc:Choice>
        <mc:Fallback xmlns="">
          <p:pic>
            <p:nvPicPr>
              <p:cNvPr id="3" name="Ink 2">
                <a:extLst>
                  <a:ext uri="{FF2B5EF4-FFF2-40B4-BE49-F238E27FC236}">
                    <a16:creationId xmlns:a16="http://schemas.microsoft.com/office/drawing/2014/main" id="{32083AB8-2C80-5B45-6FF4-864465015F83}"/>
                  </a:ext>
                </a:extLst>
              </p:cNvPr>
              <p:cNvPicPr/>
              <p:nvPr/>
            </p:nvPicPr>
            <p:blipFill>
              <a:blip r:embed="rId6"/>
              <a:stretch>
                <a:fillRect/>
              </a:stretch>
            </p:blipFill>
            <p:spPr>
              <a:xfrm>
                <a:off x="622440" y="1791720"/>
                <a:ext cx="3902760" cy="532800"/>
              </a:xfrm>
              <a:prstGeom prst="rect">
                <a:avLst/>
              </a:prstGeom>
            </p:spPr>
          </p:pic>
        </mc:Fallback>
      </mc:AlternateContent>
    </p:spTree>
    <p:extLst>
      <p:ext uri="{BB962C8B-B14F-4D97-AF65-F5344CB8AC3E}">
        <p14:creationId xmlns:p14="http://schemas.microsoft.com/office/powerpoint/2010/main" val="3169407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9"/>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TWO TYPES OF VISUALIZATION</a:t>
            </a:r>
            <a:endParaRPr/>
          </a:p>
        </p:txBody>
      </p:sp>
      <p:sp>
        <p:nvSpPr>
          <p:cNvPr id="240" name="Google Shape;240;p9"/>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400"/>
              <a:buChar char="▪"/>
            </a:pPr>
            <a:r>
              <a:rPr lang="en-US" sz="2700" b="1" dirty="0"/>
              <a:t>Data exploration visualization</a:t>
            </a:r>
            <a:r>
              <a:rPr lang="en-US" sz="2700" dirty="0"/>
              <a:t>: figuring out what is true </a:t>
            </a:r>
            <a:endParaRPr sz="2700" dirty="0"/>
          </a:p>
          <a:p>
            <a:pPr marL="182880" lvl="0" indent="-182880" algn="l" rtl="0">
              <a:lnSpc>
                <a:spcPct val="90000"/>
              </a:lnSpc>
              <a:spcBef>
                <a:spcPts val="1200"/>
              </a:spcBef>
              <a:spcAft>
                <a:spcPts val="0"/>
              </a:spcAft>
              <a:buSzPts val="2400"/>
              <a:buChar char="▪"/>
            </a:pPr>
            <a:r>
              <a:rPr lang="en-US" sz="2700" b="1" dirty="0"/>
              <a:t>Data presentation visualization</a:t>
            </a:r>
            <a:r>
              <a:rPr lang="en-US" sz="2700" dirty="0"/>
              <a:t>: convincing other people it is true (usually they are related)</a:t>
            </a:r>
          </a:p>
          <a:p>
            <a:pPr marL="182880" lvl="0" indent="-182880" algn="l" rtl="0">
              <a:lnSpc>
                <a:spcPct val="90000"/>
              </a:lnSpc>
              <a:spcBef>
                <a:spcPts val="1200"/>
              </a:spcBef>
              <a:spcAft>
                <a:spcPts val="0"/>
              </a:spcAft>
              <a:buSzPts val="2400"/>
              <a:buChar char="▪"/>
            </a:pPr>
            <a:r>
              <a:rPr lang="en-US" sz="2700" dirty="0"/>
              <a:t>This lecture will mostly be focused on the first</a:t>
            </a:r>
            <a:endParaRPr sz="2700" dirty="0"/>
          </a:p>
          <a:p>
            <a:pPr marL="182880" lvl="0" indent="-182880" algn="l" rtl="0">
              <a:lnSpc>
                <a:spcPct val="90000"/>
              </a:lnSpc>
              <a:spcBef>
                <a:spcPts val="1200"/>
              </a:spcBef>
              <a:spcAft>
                <a:spcPts val="0"/>
              </a:spcAft>
              <a:buSzPts val="2400"/>
              <a:buChar char="▪"/>
            </a:pPr>
            <a:r>
              <a:rPr lang="en-US" sz="2700" dirty="0"/>
              <a:t>“Data exploration” (or EDA) is much broader than just visualization</a:t>
            </a:r>
            <a:endParaRPr sz="2700"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CA38B9D8-B3B4-7BB3-8FE7-130703324F3E}"/>
                  </a:ext>
                </a:extLst>
              </p14:cNvPr>
              <p14:cNvContentPartPr/>
              <p14:nvPr/>
            </p14:nvContentPartPr>
            <p14:xfrm>
              <a:off x="3150360" y="1606680"/>
              <a:ext cx="7387920" cy="3555720"/>
            </p14:xfrm>
          </p:contentPart>
        </mc:Choice>
        <mc:Fallback xmlns="">
          <p:pic>
            <p:nvPicPr>
              <p:cNvPr id="2" name="Ink 1">
                <a:extLst>
                  <a:ext uri="{FF2B5EF4-FFF2-40B4-BE49-F238E27FC236}">
                    <a16:creationId xmlns:a16="http://schemas.microsoft.com/office/drawing/2014/main" id="{CA38B9D8-B3B4-7BB3-8FE7-130703324F3E}"/>
                  </a:ext>
                </a:extLst>
              </p:cNvPr>
              <p:cNvPicPr/>
              <p:nvPr/>
            </p:nvPicPr>
            <p:blipFill>
              <a:blip r:embed="rId4"/>
              <a:stretch>
                <a:fillRect/>
              </a:stretch>
            </p:blipFill>
            <p:spPr>
              <a:xfrm>
                <a:off x="3141000" y="1597320"/>
                <a:ext cx="7406640" cy="357444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10"/>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IMPORTANCE OF VISUALIZATION</a:t>
            </a:r>
            <a:endParaRPr/>
          </a:p>
        </p:txBody>
      </p:sp>
      <p:sp>
        <p:nvSpPr>
          <p:cNvPr id="246" name="Google Shape;246;p10"/>
          <p:cNvSpPr txBox="1">
            <a:spLocks noGrp="1"/>
          </p:cNvSpPr>
          <p:nvPr>
            <p:ph type="body" idx="1"/>
          </p:nvPr>
        </p:nvSpPr>
        <p:spPr>
          <a:xfrm>
            <a:off x="1069850" y="2121400"/>
            <a:ext cx="10510200" cy="4050900"/>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900"/>
              <a:buChar char="▪"/>
            </a:pPr>
            <a:r>
              <a:rPr lang="en-US" sz="2200" dirty="0"/>
              <a:t>Before you run any analysis, build any machine learning system, etc., </a:t>
            </a:r>
            <a:r>
              <a:rPr lang="en-US" sz="2200" b="1" u="sng" dirty="0"/>
              <a:t>always understand your data</a:t>
            </a:r>
            <a:r>
              <a:rPr lang="en-US" sz="2200" dirty="0"/>
              <a:t> </a:t>
            </a:r>
            <a:endParaRPr sz="2200" dirty="0"/>
          </a:p>
          <a:p>
            <a:pPr marL="182880" lvl="0" indent="-182880" algn="l" rtl="0">
              <a:lnSpc>
                <a:spcPct val="90000"/>
              </a:lnSpc>
              <a:spcBef>
                <a:spcPts val="1200"/>
              </a:spcBef>
              <a:spcAft>
                <a:spcPts val="0"/>
              </a:spcAft>
              <a:buSzPts val="1900"/>
              <a:buChar char="▪"/>
            </a:pPr>
            <a:r>
              <a:rPr lang="en-US" sz="2200" dirty="0"/>
              <a:t>If you can’t identify a trend or make a prediction for your dataset, neither will an automated algorithm (without </a:t>
            </a:r>
            <a:r>
              <a:rPr lang="en-US" sz="2200" u="sng" dirty="0"/>
              <a:t>huge</a:t>
            </a:r>
            <a:r>
              <a:rPr lang="en-US" sz="2200" dirty="0"/>
              <a:t> amounts of data)</a:t>
            </a:r>
            <a:endParaRPr sz="2200" dirty="0"/>
          </a:p>
          <a:p>
            <a:pPr marL="182880" lvl="0" indent="-182880" algn="l" rtl="0">
              <a:lnSpc>
                <a:spcPct val="90000"/>
              </a:lnSpc>
              <a:spcBef>
                <a:spcPts val="1200"/>
              </a:spcBef>
              <a:spcAft>
                <a:spcPts val="0"/>
              </a:spcAft>
              <a:buSzPts val="1900"/>
              <a:buChar char="▪"/>
            </a:pPr>
            <a:r>
              <a:rPr lang="en-US" sz="2200" dirty="0"/>
              <a:t>This is especially important to keep in mind as you hear stories of “superhuman” performance of AI methods (it is possible, but takes a lot of time/data, and is not the norm)</a:t>
            </a:r>
            <a:endParaRPr sz="2300" dirty="0"/>
          </a:p>
          <a:p>
            <a:pPr marL="182880" lvl="0" indent="-182880" algn="l" rtl="0">
              <a:lnSpc>
                <a:spcPct val="90000"/>
              </a:lnSpc>
              <a:spcBef>
                <a:spcPts val="1200"/>
              </a:spcBef>
              <a:spcAft>
                <a:spcPts val="0"/>
              </a:spcAft>
              <a:buSzPts val="1900"/>
              <a:buChar char="▪"/>
            </a:pPr>
            <a:r>
              <a:rPr lang="en-US" sz="2200" dirty="0"/>
              <a:t>Visualization will also give you ideas how to represent/clean your data better</a:t>
            </a:r>
            <a:endParaRPr sz="2200" dirty="0"/>
          </a:p>
          <a:p>
            <a:pPr marL="182880" lvl="0" indent="-182880" algn="l" rtl="0">
              <a:lnSpc>
                <a:spcPct val="90000"/>
              </a:lnSpc>
              <a:spcBef>
                <a:spcPts val="1200"/>
              </a:spcBef>
              <a:spcAft>
                <a:spcPts val="0"/>
              </a:spcAft>
              <a:buSzPts val="1900"/>
              <a:buChar char="▪"/>
            </a:pPr>
            <a:r>
              <a:rPr lang="en-US" sz="2200" dirty="0"/>
              <a:t>For the performance of ML algorithms, the right pre-processing and cleaning can be </a:t>
            </a:r>
            <a:r>
              <a:rPr lang="en-US" sz="2200" u="sng" dirty="0"/>
              <a:t>more important</a:t>
            </a:r>
            <a:r>
              <a:rPr lang="en-US" sz="2200" dirty="0"/>
              <a:t> than which specific algorithm you choose</a:t>
            </a:r>
            <a:endParaRPr sz="2200"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7FE9D9A-69AF-230C-EBB6-FA5E932363C9}"/>
                  </a:ext>
                </a:extLst>
              </p14:cNvPr>
              <p14:cNvContentPartPr/>
              <p14:nvPr/>
            </p14:nvContentPartPr>
            <p14:xfrm>
              <a:off x="328320" y="4704120"/>
              <a:ext cx="1182960" cy="1262880"/>
            </p14:xfrm>
          </p:contentPart>
        </mc:Choice>
        <mc:Fallback xmlns="">
          <p:pic>
            <p:nvPicPr>
              <p:cNvPr id="2" name="Ink 1">
                <a:extLst>
                  <a:ext uri="{FF2B5EF4-FFF2-40B4-BE49-F238E27FC236}">
                    <a16:creationId xmlns:a16="http://schemas.microsoft.com/office/drawing/2014/main" id="{27FE9D9A-69AF-230C-EBB6-FA5E932363C9}"/>
                  </a:ext>
                </a:extLst>
              </p:cNvPr>
              <p:cNvPicPr/>
              <p:nvPr/>
            </p:nvPicPr>
            <p:blipFill>
              <a:blip r:embed="rId4"/>
              <a:stretch>
                <a:fillRect/>
              </a:stretch>
            </p:blipFill>
            <p:spPr>
              <a:xfrm>
                <a:off x="318960" y="4694760"/>
                <a:ext cx="1201680" cy="128160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1"/>
          <p:cNvSpPr txBox="1">
            <a:spLocks noGrp="1"/>
          </p:cNvSpPr>
          <p:nvPr>
            <p:ph type="ctrTitle"/>
          </p:nvPr>
        </p:nvSpPr>
        <p:spPr>
          <a:xfrm>
            <a:off x="1051560" y="1432223"/>
            <a:ext cx="9966960" cy="3035808"/>
          </a:xfrm>
          <a:prstGeom prst="rect">
            <a:avLst/>
          </a:prstGeom>
          <a:noFill/>
          <a:ln>
            <a:noFill/>
          </a:ln>
        </p:spPr>
        <p:txBody>
          <a:bodyPr spcFirstLastPara="1" wrap="square" lIns="91425" tIns="45700" rIns="91425" bIns="45700" anchor="ctr" anchorCtr="0">
            <a:noAutofit/>
          </a:bodyPr>
          <a:lstStyle/>
          <a:p>
            <a:pPr marL="0" lvl="0" indent="0" algn="ctr" rtl="0">
              <a:lnSpc>
                <a:spcPct val="80000"/>
              </a:lnSpc>
              <a:spcBef>
                <a:spcPts val="0"/>
              </a:spcBef>
              <a:spcAft>
                <a:spcPts val="0"/>
              </a:spcAft>
              <a:buSzPts val="6000"/>
              <a:buFont typeface="Rockwell"/>
              <a:buNone/>
            </a:pPr>
            <a:r>
              <a:rPr lang="en-US" sz="6000"/>
              <a:t>REVIEW OF PLOT TYPES</a:t>
            </a:r>
            <a:endParaRPr/>
          </a:p>
        </p:txBody>
      </p:sp>
      <p:sp>
        <p:nvSpPr>
          <p:cNvPr id="253" name="Google Shape;253;p11"/>
          <p:cNvSpPr txBox="1">
            <a:spLocks noGrp="1"/>
          </p:cNvSpPr>
          <p:nvPr>
            <p:ph type="subTitle" idx="1"/>
          </p:nvPr>
        </p:nvSpPr>
        <p:spPr>
          <a:xfrm>
            <a:off x="1069848" y="4389120"/>
            <a:ext cx="7891272" cy="106984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70"/>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2"/>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VISUALIZING UNIVARIATE RELATIONSHIPS</a:t>
            </a:r>
            <a:endParaRPr/>
          </a:p>
        </p:txBody>
      </p:sp>
      <p:sp>
        <p:nvSpPr>
          <p:cNvPr id="260" name="Google Shape;260;p12"/>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US" sz="2400" b="1"/>
              <a:t>Quantitative Data</a:t>
            </a:r>
            <a:endParaRPr/>
          </a:p>
          <a:p>
            <a:pPr marL="457200" lvl="1" indent="-182880" algn="l" rtl="0">
              <a:lnSpc>
                <a:spcPct val="90000"/>
              </a:lnSpc>
              <a:spcBef>
                <a:spcPts val="400"/>
              </a:spcBef>
              <a:spcAft>
                <a:spcPts val="0"/>
              </a:spcAft>
              <a:buSzPts val="2040"/>
              <a:buChar char="▪"/>
            </a:pPr>
            <a:r>
              <a:rPr lang="en-US" sz="2400"/>
              <a:t>Histograms, Box Plots, Rug Plots, Smoothed Interpolations (KDE – Kernel Density Estimators)</a:t>
            </a:r>
            <a:endParaRPr/>
          </a:p>
          <a:p>
            <a:pPr marL="457200" lvl="1" indent="-182880" algn="l" rtl="0">
              <a:lnSpc>
                <a:spcPct val="90000"/>
              </a:lnSpc>
              <a:spcBef>
                <a:spcPts val="600"/>
              </a:spcBef>
              <a:spcAft>
                <a:spcPts val="0"/>
              </a:spcAft>
              <a:buSzPts val="2040"/>
              <a:buChar char="▪"/>
            </a:pPr>
            <a:r>
              <a:rPr lang="en-US" sz="2400">
                <a:solidFill>
                  <a:srgbClr val="FF0000"/>
                </a:solidFill>
              </a:rPr>
              <a:t>Look for: </a:t>
            </a:r>
            <a:r>
              <a:rPr lang="en-US" sz="2400"/>
              <a:t>spread, shape, modes, outliers, unreasonable values …</a:t>
            </a:r>
            <a:endParaRPr sz="2400"/>
          </a:p>
          <a:p>
            <a:pPr marL="182880" lvl="0" indent="-182880" algn="l" rtl="0">
              <a:lnSpc>
                <a:spcPct val="90000"/>
              </a:lnSpc>
              <a:spcBef>
                <a:spcPts val="1400"/>
              </a:spcBef>
              <a:spcAft>
                <a:spcPts val="0"/>
              </a:spcAft>
              <a:buSzPts val="2040"/>
              <a:buChar char="▪"/>
            </a:pPr>
            <a:r>
              <a:rPr lang="en-US" sz="2400" b="1"/>
              <a:t>Categorical Data (Nominal &amp; Ordinal)</a:t>
            </a:r>
            <a:endParaRPr/>
          </a:p>
          <a:p>
            <a:pPr marL="457200" lvl="1" indent="-182880" algn="l" rtl="0">
              <a:lnSpc>
                <a:spcPct val="90000"/>
              </a:lnSpc>
              <a:spcBef>
                <a:spcPts val="400"/>
              </a:spcBef>
              <a:spcAft>
                <a:spcPts val="0"/>
              </a:spcAft>
              <a:buSzPts val="2040"/>
              <a:buChar char="▪"/>
            </a:pPr>
            <a:r>
              <a:rPr lang="en-US" sz="2400"/>
              <a:t>Bar plots (sorted by frequency or ordinal dimension)</a:t>
            </a:r>
            <a:endParaRPr/>
          </a:p>
          <a:p>
            <a:pPr marL="457200" lvl="1" indent="-182880" algn="l" rtl="0">
              <a:lnSpc>
                <a:spcPct val="90000"/>
              </a:lnSpc>
              <a:spcBef>
                <a:spcPts val="600"/>
              </a:spcBef>
              <a:spcAft>
                <a:spcPts val="0"/>
              </a:spcAft>
              <a:buSzPts val="2040"/>
              <a:buChar char="▪"/>
            </a:pPr>
            <a:r>
              <a:rPr lang="en-US" sz="2400">
                <a:solidFill>
                  <a:srgbClr val="FF0000"/>
                </a:solidFill>
              </a:rPr>
              <a:t>Look for: </a:t>
            </a:r>
            <a:r>
              <a:rPr lang="en-US" sz="2400"/>
              <a:t>skew, frequent and rare categories, or invalid categories</a:t>
            </a:r>
            <a:endParaRPr/>
          </a:p>
          <a:p>
            <a:pPr marL="457200" lvl="1" indent="-182880" algn="l" rtl="0">
              <a:lnSpc>
                <a:spcPct val="90000"/>
              </a:lnSpc>
              <a:spcBef>
                <a:spcPts val="600"/>
              </a:spcBef>
              <a:spcAft>
                <a:spcPts val="0"/>
              </a:spcAft>
              <a:buSzPts val="2040"/>
              <a:buChar char="▪"/>
            </a:pPr>
            <a:r>
              <a:rPr lang="en-US" sz="2400"/>
              <a:t>Consider grouping categories and repeating analysis</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78F9E9D-DC56-9466-06FF-430B118AB240}"/>
                  </a:ext>
                </a:extLst>
              </p14:cNvPr>
              <p14:cNvContentPartPr/>
              <p14:nvPr/>
            </p14:nvContentPartPr>
            <p14:xfrm>
              <a:off x="1610640" y="12240"/>
              <a:ext cx="9862920" cy="5558760"/>
            </p14:xfrm>
          </p:contentPart>
        </mc:Choice>
        <mc:Fallback xmlns="">
          <p:pic>
            <p:nvPicPr>
              <p:cNvPr id="2" name="Ink 1">
                <a:extLst>
                  <a:ext uri="{FF2B5EF4-FFF2-40B4-BE49-F238E27FC236}">
                    <a16:creationId xmlns:a16="http://schemas.microsoft.com/office/drawing/2014/main" id="{678F9E9D-DC56-9466-06FF-430B118AB240}"/>
                  </a:ext>
                </a:extLst>
              </p:cNvPr>
              <p:cNvPicPr/>
              <p:nvPr/>
            </p:nvPicPr>
            <p:blipFill>
              <a:blip r:embed="rId4"/>
              <a:stretch>
                <a:fillRect/>
              </a:stretch>
            </p:blipFill>
            <p:spPr>
              <a:xfrm>
                <a:off x="1601280" y="2880"/>
                <a:ext cx="9881640" cy="55774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0">
                                            <p:txEl>
                                              <p:pRg st="0" end="0"/>
                                            </p:txEl>
                                          </p:spTgt>
                                        </p:tgtEl>
                                        <p:attrNameLst>
                                          <p:attrName>style.visibility</p:attrName>
                                        </p:attrNameLst>
                                      </p:cBhvr>
                                      <p:to>
                                        <p:strVal val="visible"/>
                                      </p:to>
                                    </p:set>
                                    <p:animEffect transition="in" filter="fade">
                                      <p:cBhvr>
                                        <p:cTn id="7" dur="500"/>
                                        <p:tgtEl>
                                          <p:spTgt spid="26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0">
                                            <p:txEl>
                                              <p:pRg st="1" end="1"/>
                                            </p:txEl>
                                          </p:spTgt>
                                        </p:tgtEl>
                                        <p:attrNameLst>
                                          <p:attrName>style.visibility</p:attrName>
                                        </p:attrNameLst>
                                      </p:cBhvr>
                                      <p:to>
                                        <p:strVal val="visible"/>
                                      </p:to>
                                    </p:set>
                                    <p:animEffect transition="in" filter="fade">
                                      <p:cBhvr>
                                        <p:cTn id="12" dur="500"/>
                                        <p:tgtEl>
                                          <p:spTgt spid="26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0">
                                            <p:txEl>
                                              <p:pRg st="2" end="2"/>
                                            </p:txEl>
                                          </p:spTgt>
                                        </p:tgtEl>
                                        <p:attrNameLst>
                                          <p:attrName>style.visibility</p:attrName>
                                        </p:attrNameLst>
                                      </p:cBhvr>
                                      <p:to>
                                        <p:strVal val="visible"/>
                                      </p:to>
                                    </p:set>
                                    <p:animEffect transition="in" filter="fade">
                                      <p:cBhvr>
                                        <p:cTn id="17" dur="500"/>
                                        <p:tgtEl>
                                          <p:spTgt spid="26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0">
                                            <p:txEl>
                                              <p:pRg st="3" end="3"/>
                                            </p:txEl>
                                          </p:spTgt>
                                        </p:tgtEl>
                                        <p:attrNameLst>
                                          <p:attrName>style.visibility</p:attrName>
                                        </p:attrNameLst>
                                      </p:cBhvr>
                                      <p:to>
                                        <p:strVal val="visible"/>
                                      </p:to>
                                    </p:set>
                                    <p:animEffect transition="in" filter="fade">
                                      <p:cBhvr>
                                        <p:cTn id="22" dur="500"/>
                                        <p:tgtEl>
                                          <p:spTgt spid="26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0">
                                            <p:txEl>
                                              <p:pRg st="4" end="4"/>
                                            </p:txEl>
                                          </p:spTgt>
                                        </p:tgtEl>
                                        <p:attrNameLst>
                                          <p:attrName>style.visibility</p:attrName>
                                        </p:attrNameLst>
                                      </p:cBhvr>
                                      <p:to>
                                        <p:strVal val="visible"/>
                                      </p:to>
                                    </p:set>
                                    <p:animEffect transition="in" filter="fade">
                                      <p:cBhvr>
                                        <p:cTn id="27" dur="500"/>
                                        <p:tgtEl>
                                          <p:spTgt spid="26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0">
                                            <p:txEl>
                                              <p:pRg st="5" end="5"/>
                                            </p:txEl>
                                          </p:spTgt>
                                        </p:tgtEl>
                                        <p:attrNameLst>
                                          <p:attrName>style.visibility</p:attrName>
                                        </p:attrNameLst>
                                      </p:cBhvr>
                                      <p:to>
                                        <p:strVal val="visible"/>
                                      </p:to>
                                    </p:set>
                                    <p:animEffect transition="in" filter="fade">
                                      <p:cBhvr>
                                        <p:cTn id="32" dur="500"/>
                                        <p:tgtEl>
                                          <p:spTgt spid="26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0">
                                            <p:txEl>
                                              <p:pRg st="6" end="6"/>
                                            </p:txEl>
                                          </p:spTgt>
                                        </p:tgtEl>
                                        <p:attrNameLst>
                                          <p:attrName>style.visibility</p:attrName>
                                        </p:attrNameLst>
                                      </p:cBhvr>
                                      <p:to>
                                        <p:strVal val="visible"/>
                                      </p:to>
                                    </p:set>
                                    <p:animEffect transition="in" filter="fade">
                                      <p:cBhvr>
                                        <p:cTn id="37" dur="500"/>
                                        <p:tgtEl>
                                          <p:spTgt spid="26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13"/>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KAISER STUDY</a:t>
            </a:r>
            <a:endParaRPr/>
          </a:p>
        </p:txBody>
      </p:sp>
      <p:sp>
        <p:nvSpPr>
          <p:cNvPr id="267" name="Google Shape;267;p13"/>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00"/>
              <a:buChar char="▪"/>
            </a:pPr>
            <a:r>
              <a:rPr lang="en-US" sz="2300"/>
              <a:t>Oakland Kaiser mothers </a:t>
            </a:r>
            <a:endParaRPr sz="2300"/>
          </a:p>
          <a:p>
            <a:pPr marL="182880" lvl="0" indent="-182880" algn="l" rtl="0">
              <a:lnSpc>
                <a:spcPct val="90000"/>
              </a:lnSpc>
              <a:spcBef>
                <a:spcPts val="1200"/>
              </a:spcBef>
              <a:spcAft>
                <a:spcPts val="0"/>
              </a:spcAft>
              <a:buSzPts val="2000"/>
              <a:buChar char="▪"/>
            </a:pPr>
            <a:r>
              <a:rPr lang="en-US" sz="2300"/>
              <a:t>1960s</a:t>
            </a:r>
            <a:endParaRPr sz="2300"/>
          </a:p>
          <a:p>
            <a:pPr marL="182880" lvl="0" indent="-182880" algn="l" rtl="0">
              <a:lnSpc>
                <a:spcPct val="90000"/>
              </a:lnSpc>
              <a:spcBef>
                <a:spcPts val="1200"/>
              </a:spcBef>
              <a:spcAft>
                <a:spcPts val="0"/>
              </a:spcAft>
              <a:buSzPts val="2000"/>
              <a:buChar char="▪"/>
            </a:pPr>
            <a:r>
              <a:rPr lang="en-US" sz="2300"/>
              <a:t>Measure the babies weight (in ounces) at birth</a:t>
            </a:r>
            <a:endParaRPr sz="2300"/>
          </a:p>
          <a:p>
            <a:pPr marL="182880" lvl="0" indent="-182880" algn="l" rtl="0">
              <a:lnSpc>
                <a:spcPct val="90000"/>
              </a:lnSpc>
              <a:spcBef>
                <a:spcPts val="1200"/>
              </a:spcBef>
              <a:spcAft>
                <a:spcPts val="0"/>
              </a:spcAft>
              <a:buSzPts val="2000"/>
              <a:buChar char="▪"/>
            </a:pPr>
            <a:r>
              <a:rPr lang="en-US" sz="2300"/>
              <a:t>All babies: </a:t>
            </a:r>
            <a:endParaRPr sz="2300"/>
          </a:p>
          <a:p>
            <a:pPr marL="457200" lvl="1" indent="-201930" algn="l" rtl="0">
              <a:lnSpc>
                <a:spcPct val="90000"/>
              </a:lnSpc>
              <a:spcBef>
                <a:spcPts val="400"/>
              </a:spcBef>
              <a:spcAft>
                <a:spcPts val="0"/>
              </a:spcAft>
              <a:buSzPts val="1830"/>
              <a:buChar char="▪"/>
            </a:pPr>
            <a:r>
              <a:rPr lang="en-US" sz="2100"/>
              <a:t>Male</a:t>
            </a:r>
            <a:endParaRPr sz="2100"/>
          </a:p>
          <a:p>
            <a:pPr marL="457200" lvl="1" indent="-201930" algn="l" rtl="0">
              <a:lnSpc>
                <a:spcPct val="90000"/>
              </a:lnSpc>
              <a:spcBef>
                <a:spcPts val="600"/>
              </a:spcBef>
              <a:spcAft>
                <a:spcPts val="0"/>
              </a:spcAft>
              <a:buSzPts val="1830"/>
              <a:buChar char="▪"/>
            </a:pPr>
            <a:r>
              <a:rPr lang="en-US" sz="2100"/>
              <a:t>Single births (no twins, etc.)</a:t>
            </a:r>
            <a:endParaRPr sz="2100"/>
          </a:p>
          <a:p>
            <a:pPr marL="457200" lvl="1" indent="-201930" algn="l" rtl="0">
              <a:lnSpc>
                <a:spcPct val="90000"/>
              </a:lnSpc>
              <a:spcBef>
                <a:spcPts val="600"/>
              </a:spcBef>
              <a:spcAft>
                <a:spcPts val="0"/>
              </a:spcAft>
              <a:buSzPts val="1830"/>
              <a:buChar char="▪"/>
            </a:pPr>
            <a:r>
              <a:rPr lang="en-US" sz="2100"/>
              <a:t>Survived at least 28 days</a:t>
            </a:r>
            <a:endParaRPr sz="2100"/>
          </a:p>
          <a:p>
            <a:pPr marL="182880" lvl="0" indent="-74928" algn="l" rtl="0">
              <a:lnSpc>
                <a:spcPct val="90000"/>
              </a:lnSpc>
              <a:spcBef>
                <a:spcPts val="1400"/>
              </a:spcBef>
              <a:spcAft>
                <a:spcPts val="0"/>
              </a:spcAft>
              <a:buSzPts val="1700"/>
              <a:buNone/>
            </a:pPr>
            <a:endParaRPr/>
          </a:p>
        </p:txBody>
      </p:sp>
      <p:sp>
        <p:nvSpPr>
          <p:cNvPr id="268" name="Google Shape;268;p13"/>
          <p:cNvSpPr txBox="1"/>
          <p:nvPr/>
        </p:nvSpPr>
        <p:spPr>
          <a:xfrm>
            <a:off x="7610862" y="3393659"/>
            <a:ext cx="4126832" cy="2585323"/>
          </a:xfrm>
          <a:prstGeom prst="rect">
            <a:avLst/>
          </a:prstGeom>
          <a:noFill/>
          <a:ln w="9525" cap="flat" cmpd="sng">
            <a:solidFill>
              <a:srgbClr val="99341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Rockwell"/>
                <a:ea typeface="Rockwell"/>
                <a:cs typeface="Rockwell"/>
                <a:sym typeface="Rockwell"/>
              </a:rPr>
              <a:t>Data provenance: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Mothers who use Kaiser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Starts as administrative dataset, expanded into study with new data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Selection mechanism </a:t>
            </a:r>
            <a:r>
              <a:rPr lang="en-US" sz="1800" b="1" i="0" u="none" strike="noStrike" cap="none">
                <a:solidFill>
                  <a:schemeClr val="dk1"/>
                </a:solidFill>
                <a:latin typeface="Rockwell"/>
                <a:ea typeface="Rockwell"/>
                <a:cs typeface="Rockwell"/>
                <a:sym typeface="Rockwell"/>
              </a:rPr>
              <a:t>not</a:t>
            </a:r>
            <a:r>
              <a:rPr lang="en-US" sz="1800" b="0" i="0" u="none" strike="noStrike" cap="none">
                <a:solidFill>
                  <a:schemeClr val="dk1"/>
                </a:solidFill>
                <a:latin typeface="Rockwell"/>
                <a:ea typeface="Rockwell"/>
                <a:cs typeface="Rockwell"/>
                <a:sym typeface="Rockwell"/>
              </a:rPr>
              <a:t> random</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02B9EA3-8986-665F-05DF-5A856E323D3D}"/>
                  </a:ext>
                </a:extLst>
              </p14:cNvPr>
              <p14:cNvContentPartPr/>
              <p14:nvPr/>
            </p14:nvContentPartPr>
            <p14:xfrm>
              <a:off x="527040" y="832320"/>
              <a:ext cx="11337120" cy="6025680"/>
            </p14:xfrm>
          </p:contentPart>
        </mc:Choice>
        <mc:Fallback xmlns="">
          <p:pic>
            <p:nvPicPr>
              <p:cNvPr id="2" name="Ink 1">
                <a:extLst>
                  <a:ext uri="{FF2B5EF4-FFF2-40B4-BE49-F238E27FC236}">
                    <a16:creationId xmlns:a16="http://schemas.microsoft.com/office/drawing/2014/main" id="{602B9EA3-8986-665F-05DF-5A856E323D3D}"/>
                  </a:ext>
                </a:extLst>
              </p:cNvPr>
              <p:cNvPicPr/>
              <p:nvPr/>
            </p:nvPicPr>
            <p:blipFill>
              <a:blip r:embed="rId4"/>
              <a:stretch>
                <a:fillRect/>
              </a:stretch>
            </p:blipFill>
            <p:spPr>
              <a:xfrm>
                <a:off x="517680" y="822960"/>
                <a:ext cx="11355840" cy="60444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4"/>
          <p:cNvSpPr txBox="1">
            <a:spLocks noGrp="1"/>
          </p:cNvSpPr>
          <p:nvPr>
            <p:ph type="title"/>
          </p:nvPr>
        </p:nvSpPr>
        <p:spPr>
          <a:xfrm>
            <a:off x="1069850" y="484625"/>
            <a:ext cx="102702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100000"/>
              <a:buFont typeface="Rockwell"/>
              <a:buNone/>
            </a:pPr>
            <a:r>
              <a:rPr lang="en-US"/>
              <a:t>INFORMATION COLLECTED </a:t>
            </a:r>
            <a:br>
              <a:rPr lang="en-US"/>
            </a:br>
            <a:r>
              <a:rPr lang="en-US"/>
              <a:t>ON MOTHERS AND THEIR BABIES</a:t>
            </a:r>
            <a:endParaRPr/>
          </a:p>
        </p:txBody>
      </p:sp>
      <p:sp>
        <p:nvSpPr>
          <p:cNvPr id="275" name="Google Shape;275;p14"/>
          <p:cNvSpPr txBox="1">
            <a:spLocks noGrp="1"/>
          </p:cNvSpPr>
          <p:nvPr>
            <p:ph type="body" idx="1"/>
          </p:nvPr>
        </p:nvSpPr>
        <p:spPr>
          <a:xfrm>
            <a:off x="1069848" y="2286300"/>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US" sz="2400"/>
              <a:t>Birth weight (ounces)</a:t>
            </a:r>
            <a:endParaRPr/>
          </a:p>
          <a:p>
            <a:pPr marL="182880" lvl="0" indent="-182880" algn="l" rtl="0">
              <a:lnSpc>
                <a:spcPct val="90000"/>
              </a:lnSpc>
              <a:spcBef>
                <a:spcPts val="1200"/>
              </a:spcBef>
              <a:spcAft>
                <a:spcPts val="0"/>
              </a:spcAft>
              <a:buSzPts val="2040"/>
              <a:buChar char="▪"/>
            </a:pPr>
            <a:r>
              <a:rPr lang="en-US" sz="2400"/>
              <a:t>Gestation (weeks)</a:t>
            </a:r>
            <a:endParaRPr/>
          </a:p>
          <a:p>
            <a:pPr marL="182880" lvl="0" indent="-182880" algn="l" rtl="0">
              <a:lnSpc>
                <a:spcPct val="90000"/>
              </a:lnSpc>
              <a:spcBef>
                <a:spcPts val="1200"/>
              </a:spcBef>
              <a:spcAft>
                <a:spcPts val="0"/>
              </a:spcAft>
              <a:buSzPts val="2040"/>
              <a:buChar char="▪"/>
            </a:pPr>
            <a:r>
              <a:rPr lang="en-US" sz="2400"/>
              <a:t>Parity - total number of previous pregnancies</a:t>
            </a:r>
            <a:endParaRPr/>
          </a:p>
          <a:p>
            <a:pPr marL="182880" lvl="0" indent="-182880" algn="l" rtl="0">
              <a:lnSpc>
                <a:spcPct val="90000"/>
              </a:lnSpc>
              <a:spcBef>
                <a:spcPts val="1200"/>
              </a:spcBef>
              <a:spcAft>
                <a:spcPts val="0"/>
              </a:spcAft>
              <a:buSzPts val="2040"/>
              <a:buChar char="▪"/>
            </a:pPr>
            <a:r>
              <a:rPr lang="en-US" sz="2400"/>
              <a:t>Mother’s height and weight</a:t>
            </a:r>
            <a:endParaRPr/>
          </a:p>
          <a:p>
            <a:pPr marL="182880" lvl="0" indent="-182880" algn="l" rtl="0">
              <a:lnSpc>
                <a:spcPct val="90000"/>
              </a:lnSpc>
              <a:spcBef>
                <a:spcPts val="1200"/>
              </a:spcBef>
              <a:spcAft>
                <a:spcPts val="0"/>
              </a:spcAft>
              <a:buSzPts val="2040"/>
              <a:buChar char="▪"/>
            </a:pPr>
            <a:r>
              <a:rPr lang="en-US" sz="2400"/>
              <a:t>Mother’s smoking status</a:t>
            </a:r>
            <a:endParaRPr/>
          </a:p>
          <a:p>
            <a:pPr marL="182880" lvl="0" indent="-182880" algn="l" rtl="0">
              <a:lnSpc>
                <a:spcPct val="90000"/>
              </a:lnSpc>
              <a:spcBef>
                <a:spcPts val="1200"/>
              </a:spcBef>
              <a:spcAft>
                <a:spcPts val="0"/>
              </a:spcAft>
              <a:buSzPts val="2040"/>
              <a:buChar char="▪"/>
            </a:pPr>
            <a:r>
              <a:rPr lang="en-US" sz="2400"/>
              <a:t>Mother’s age, race, education level, income</a:t>
            </a:r>
            <a:endParaRPr/>
          </a:p>
          <a:p>
            <a:pPr marL="182880" lvl="0" indent="-182880" algn="l" rtl="0">
              <a:lnSpc>
                <a:spcPct val="90000"/>
              </a:lnSpc>
              <a:spcBef>
                <a:spcPts val="1200"/>
              </a:spcBef>
              <a:spcAft>
                <a:spcPts val="0"/>
              </a:spcAft>
              <a:buSzPts val="2040"/>
              <a:buChar char="▪"/>
            </a:pPr>
            <a:r>
              <a:rPr lang="en-US" sz="2400"/>
              <a:t>Father’s information and more…</a:t>
            </a:r>
            <a:endParaRPr/>
          </a:p>
          <a:p>
            <a:pPr marL="182880" lvl="0" indent="-53338" algn="l" rtl="0">
              <a:lnSpc>
                <a:spcPct val="90000"/>
              </a:lnSpc>
              <a:spcBef>
                <a:spcPts val="1200"/>
              </a:spcBef>
              <a:spcAft>
                <a:spcPts val="0"/>
              </a:spcAft>
              <a:buSzPts val="2040"/>
              <a:buNone/>
            </a:pPr>
            <a:endParaRPr sz="2400"/>
          </a:p>
          <a:p>
            <a:pPr marL="182880" lvl="0" indent="-53338" algn="l" rtl="0">
              <a:lnSpc>
                <a:spcPct val="90000"/>
              </a:lnSpc>
              <a:spcBef>
                <a:spcPts val="1200"/>
              </a:spcBef>
              <a:spcAft>
                <a:spcPts val="0"/>
              </a:spcAft>
              <a:buSzPts val="2040"/>
              <a:buNone/>
            </a:pPr>
            <a:endParaRPr sz="240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90D4E0FB-2F46-0963-F7A6-5A4DD6C95122}"/>
                  </a:ext>
                </a:extLst>
              </p14:cNvPr>
              <p14:cNvContentPartPr/>
              <p14:nvPr/>
            </p14:nvContentPartPr>
            <p14:xfrm>
              <a:off x="2038320" y="1535040"/>
              <a:ext cx="9670680" cy="4819320"/>
            </p14:xfrm>
          </p:contentPart>
        </mc:Choice>
        <mc:Fallback xmlns="">
          <p:pic>
            <p:nvPicPr>
              <p:cNvPr id="2" name="Ink 1">
                <a:extLst>
                  <a:ext uri="{FF2B5EF4-FFF2-40B4-BE49-F238E27FC236}">
                    <a16:creationId xmlns:a16="http://schemas.microsoft.com/office/drawing/2014/main" id="{90D4E0FB-2F46-0963-F7A6-5A4DD6C95122}"/>
                  </a:ext>
                </a:extLst>
              </p:cNvPr>
              <p:cNvPicPr/>
              <p:nvPr/>
            </p:nvPicPr>
            <p:blipFill>
              <a:blip r:embed="rId4"/>
              <a:stretch>
                <a:fillRect/>
              </a:stretch>
            </p:blipFill>
            <p:spPr>
              <a:xfrm>
                <a:off x="2028960" y="1525680"/>
                <a:ext cx="9689400" cy="483804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281" name="Google Shape;281;p15"/>
          <p:cNvPicPr preferRelativeResize="0"/>
          <p:nvPr/>
        </p:nvPicPr>
        <p:blipFill rotWithShape="1">
          <a:blip r:embed="rId3">
            <a:alphaModFix/>
          </a:blip>
          <a:srcRect/>
          <a:stretch/>
        </p:blipFill>
        <p:spPr>
          <a:xfrm>
            <a:off x="6304479" y="1684724"/>
            <a:ext cx="5632450" cy="4231162"/>
          </a:xfrm>
          <a:prstGeom prst="rect">
            <a:avLst/>
          </a:prstGeom>
          <a:noFill/>
          <a:ln>
            <a:noFill/>
          </a:ln>
        </p:spPr>
      </p:pic>
      <p:pic>
        <p:nvPicPr>
          <p:cNvPr id="282" name="Google Shape;282;p15"/>
          <p:cNvPicPr preferRelativeResize="0"/>
          <p:nvPr/>
        </p:nvPicPr>
        <p:blipFill rotWithShape="1">
          <a:blip r:embed="rId4">
            <a:alphaModFix/>
          </a:blip>
          <a:srcRect/>
          <a:stretch/>
        </p:blipFill>
        <p:spPr>
          <a:xfrm>
            <a:off x="391819" y="1577633"/>
            <a:ext cx="5450182" cy="4175180"/>
          </a:xfrm>
          <a:prstGeom prst="rect">
            <a:avLst/>
          </a:prstGeom>
          <a:noFill/>
          <a:ln>
            <a:noFill/>
          </a:ln>
        </p:spPr>
      </p:pic>
      <p:sp>
        <p:nvSpPr>
          <p:cNvPr id="283" name="Google Shape;283;p15"/>
          <p:cNvSpPr txBox="1">
            <a:spLocks noGrp="1"/>
          </p:cNvSpPr>
          <p:nvPr>
            <p:ph type="title"/>
          </p:nvPr>
        </p:nvSpPr>
        <p:spPr>
          <a:xfrm>
            <a:off x="552450" y="320675"/>
            <a:ext cx="109995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100000"/>
              <a:buFont typeface="Rockwell"/>
              <a:buNone/>
            </a:pPr>
            <a:r>
              <a:rPr lang="en-US"/>
              <a:t>QUANTITATIVE VARIABLE: BIRTHWEIGHT</a:t>
            </a:r>
            <a:endParaRPr/>
          </a:p>
        </p:txBody>
      </p:sp>
      <p:sp>
        <p:nvSpPr>
          <p:cNvPr id="284" name="Google Shape;284;p15"/>
          <p:cNvSpPr txBox="1"/>
          <p:nvPr/>
        </p:nvSpPr>
        <p:spPr>
          <a:xfrm>
            <a:off x="391819" y="5997577"/>
            <a:ext cx="11160097" cy="5847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Rockwell"/>
                <a:ea typeface="Rockwell"/>
                <a:cs typeface="Rockwell"/>
                <a:sym typeface="Rockwell"/>
              </a:rPr>
              <a:t>How would we describe the distribution of birth weight?</a:t>
            </a:r>
            <a:endParaRPr sz="1400" b="0" i="0" u="none" strike="noStrike" cap="none">
              <a:solidFill>
                <a:srgbClr val="000000"/>
              </a:solidFill>
              <a:latin typeface="Arial"/>
              <a:ea typeface="Arial"/>
              <a:cs typeface="Arial"/>
              <a:sym typeface="Arial"/>
            </a:endParaRPr>
          </a:p>
        </p:txBody>
      </p:sp>
      <p:sp>
        <p:nvSpPr>
          <p:cNvPr id="285" name="Google Shape;285;p15"/>
          <p:cNvSpPr txBox="1"/>
          <p:nvPr/>
        </p:nvSpPr>
        <p:spPr>
          <a:xfrm>
            <a:off x="1156323" y="1856740"/>
            <a:ext cx="2080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Histogram</a:t>
            </a:r>
            <a:endParaRPr sz="1400" b="0" i="0" u="none" strike="noStrike" cap="none">
              <a:solidFill>
                <a:srgbClr val="000000"/>
              </a:solidFill>
              <a:latin typeface="Arial"/>
              <a:ea typeface="Arial"/>
              <a:cs typeface="Arial"/>
              <a:sym typeface="Arial"/>
            </a:endParaRPr>
          </a:p>
        </p:txBody>
      </p:sp>
      <p:sp>
        <p:nvSpPr>
          <p:cNvPr id="286" name="Google Shape;286;p15"/>
          <p:cNvSpPr txBox="1"/>
          <p:nvPr/>
        </p:nvSpPr>
        <p:spPr>
          <a:xfrm>
            <a:off x="9856233" y="1965206"/>
            <a:ext cx="208069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Density Curve</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B5D18387-EC43-5EF8-B3C0-BFBD7E78AB50}"/>
                  </a:ext>
                </a:extLst>
              </p14:cNvPr>
              <p14:cNvContentPartPr/>
              <p14:nvPr/>
            </p14:nvContentPartPr>
            <p14:xfrm>
              <a:off x="80640" y="-360"/>
              <a:ext cx="11517120" cy="6033960"/>
            </p14:xfrm>
          </p:contentPart>
        </mc:Choice>
        <mc:Fallback xmlns="">
          <p:pic>
            <p:nvPicPr>
              <p:cNvPr id="2" name="Ink 1">
                <a:extLst>
                  <a:ext uri="{FF2B5EF4-FFF2-40B4-BE49-F238E27FC236}">
                    <a16:creationId xmlns:a16="http://schemas.microsoft.com/office/drawing/2014/main" id="{B5D18387-EC43-5EF8-B3C0-BFBD7E78AB50}"/>
                  </a:ext>
                </a:extLst>
              </p:cNvPr>
              <p:cNvPicPr/>
              <p:nvPr/>
            </p:nvPicPr>
            <p:blipFill>
              <a:blip r:embed="rId6"/>
              <a:stretch>
                <a:fillRect/>
              </a:stretch>
            </p:blipFill>
            <p:spPr>
              <a:xfrm>
                <a:off x="71280" y="-9720"/>
                <a:ext cx="11535840" cy="605232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6"/>
          <p:cNvSpPr txBox="1">
            <a:spLocks noGrp="1"/>
          </p:cNvSpPr>
          <p:nvPr>
            <p:ph type="body" idx="1"/>
          </p:nvPr>
        </p:nvSpPr>
        <p:spPr>
          <a:xfrm>
            <a:off x="929390" y="1633927"/>
            <a:ext cx="10689000" cy="4860900"/>
          </a:xfrm>
          <a:prstGeom prst="rect">
            <a:avLst/>
          </a:prstGeom>
          <a:noFill/>
          <a:ln>
            <a:noFill/>
          </a:ln>
        </p:spPr>
        <p:txBody>
          <a:bodyPr spcFirstLastPara="1" wrap="square" lIns="91425" tIns="45700" rIns="91425" bIns="45700" anchor="t" anchorCtr="0">
            <a:normAutofit/>
          </a:bodyPr>
          <a:lstStyle/>
          <a:p>
            <a:pPr marL="14287" lvl="0" indent="0" algn="l" rtl="0">
              <a:lnSpc>
                <a:spcPct val="90000"/>
              </a:lnSpc>
              <a:spcBef>
                <a:spcPts val="0"/>
              </a:spcBef>
              <a:spcAft>
                <a:spcPts val="0"/>
              </a:spcAft>
              <a:buSzPts val="1700"/>
              <a:buNone/>
            </a:pPr>
            <a:r>
              <a:rPr lang="en-US"/>
              <a:t>Describes distribution of data – relative prevalence of values</a:t>
            </a:r>
            <a:endParaRPr/>
          </a:p>
          <a:p>
            <a:pPr marL="182880" lvl="0" indent="-182880" algn="l" rtl="0">
              <a:lnSpc>
                <a:spcPct val="90000"/>
              </a:lnSpc>
              <a:spcBef>
                <a:spcPts val="1200"/>
              </a:spcBef>
              <a:spcAft>
                <a:spcPts val="0"/>
              </a:spcAft>
              <a:buSzPts val="1700"/>
              <a:buChar char="▪"/>
            </a:pPr>
            <a:r>
              <a:rPr lang="en-US"/>
              <a:t>Histogram</a:t>
            </a:r>
            <a:endParaRPr/>
          </a:p>
          <a:p>
            <a:pPr marL="457200" lvl="1" indent="-182880" algn="l" rtl="0">
              <a:lnSpc>
                <a:spcPct val="90000"/>
              </a:lnSpc>
              <a:spcBef>
                <a:spcPts val="400"/>
              </a:spcBef>
              <a:spcAft>
                <a:spcPts val="0"/>
              </a:spcAft>
              <a:buSzPts val="1530"/>
              <a:buChar char="▪"/>
            </a:pPr>
            <a:r>
              <a:rPr lang="en-US"/>
              <a:t>relative frequency of values </a:t>
            </a:r>
            <a:endParaRPr/>
          </a:p>
          <a:p>
            <a:pPr marL="457200" lvl="1" indent="-182880" algn="l" rtl="0">
              <a:lnSpc>
                <a:spcPct val="90000"/>
              </a:lnSpc>
              <a:spcBef>
                <a:spcPts val="600"/>
              </a:spcBef>
              <a:spcAft>
                <a:spcPts val="0"/>
              </a:spcAft>
              <a:buSzPts val="1530"/>
              <a:buChar char="▪"/>
            </a:pPr>
            <a:r>
              <a:rPr lang="en-US"/>
              <a:t>Tradeoff of bin sizes</a:t>
            </a:r>
            <a:endParaRPr/>
          </a:p>
          <a:p>
            <a:pPr marL="182880" lvl="0" indent="-182880" algn="l" rtl="0">
              <a:lnSpc>
                <a:spcPct val="90000"/>
              </a:lnSpc>
              <a:spcBef>
                <a:spcPts val="1400"/>
              </a:spcBef>
              <a:spcAft>
                <a:spcPts val="0"/>
              </a:spcAft>
              <a:buSzPts val="1700"/>
              <a:buChar char="▪"/>
            </a:pPr>
            <a:r>
              <a:rPr lang="en-US"/>
              <a:t>Rug Plot</a:t>
            </a:r>
            <a:endParaRPr/>
          </a:p>
          <a:p>
            <a:pPr marL="457200" lvl="1" indent="-182880" algn="l" rtl="0">
              <a:lnSpc>
                <a:spcPct val="90000"/>
              </a:lnSpc>
              <a:spcBef>
                <a:spcPts val="400"/>
              </a:spcBef>
              <a:spcAft>
                <a:spcPts val="0"/>
              </a:spcAft>
              <a:buSzPts val="1530"/>
              <a:buChar char="▪"/>
            </a:pPr>
            <a:r>
              <a:rPr lang="en-US"/>
              <a:t>Shows the actual data </a:t>
            </a:r>
            <a:br>
              <a:rPr lang="en-US"/>
            </a:br>
            <a:r>
              <a:rPr lang="en-US"/>
              <a:t>locations</a:t>
            </a:r>
            <a:endParaRPr/>
          </a:p>
          <a:p>
            <a:pPr marL="182880" lvl="0" indent="-182880" algn="l" rtl="0">
              <a:lnSpc>
                <a:spcPct val="90000"/>
              </a:lnSpc>
              <a:spcBef>
                <a:spcPts val="1400"/>
              </a:spcBef>
              <a:spcAft>
                <a:spcPts val="0"/>
              </a:spcAft>
              <a:buSzPts val="1700"/>
              <a:buChar char="▪"/>
            </a:pPr>
            <a:r>
              <a:rPr lang="en-US"/>
              <a:t>Kernel density estimator (KDE) plot</a:t>
            </a:r>
            <a:endParaRPr/>
          </a:p>
          <a:p>
            <a:pPr marL="457200" lvl="1" indent="-182880" algn="l" rtl="0">
              <a:lnSpc>
                <a:spcPct val="90000"/>
              </a:lnSpc>
              <a:spcBef>
                <a:spcPts val="400"/>
              </a:spcBef>
              <a:spcAft>
                <a:spcPts val="0"/>
              </a:spcAft>
              <a:buSzPts val="1530"/>
              <a:buChar char="▪"/>
            </a:pPr>
            <a:r>
              <a:rPr lang="en-US"/>
              <a:t>Tradeoff of “bandwidth” </a:t>
            </a:r>
            <a:br>
              <a:rPr lang="en-US"/>
            </a:br>
            <a:r>
              <a:rPr lang="en-US"/>
              <a:t>parameter (more on this later) </a:t>
            </a:r>
            <a:endParaRPr/>
          </a:p>
        </p:txBody>
      </p:sp>
      <p:pic>
        <p:nvPicPr>
          <p:cNvPr id="292" name="Google Shape;292;p16"/>
          <p:cNvPicPr preferRelativeResize="0"/>
          <p:nvPr/>
        </p:nvPicPr>
        <p:blipFill rotWithShape="1">
          <a:blip r:embed="rId3">
            <a:alphaModFix/>
          </a:blip>
          <a:srcRect/>
          <a:stretch/>
        </p:blipFill>
        <p:spPr>
          <a:xfrm>
            <a:off x="5467264" y="1916961"/>
            <a:ext cx="6934186" cy="4622791"/>
          </a:xfrm>
          <a:prstGeom prst="rect">
            <a:avLst/>
          </a:prstGeom>
          <a:noFill/>
          <a:ln>
            <a:noFill/>
          </a:ln>
        </p:spPr>
      </p:pic>
      <p:sp>
        <p:nvSpPr>
          <p:cNvPr id="293" name="Google Shape;293;p16"/>
          <p:cNvSpPr txBox="1"/>
          <p:nvPr/>
        </p:nvSpPr>
        <p:spPr>
          <a:xfrm>
            <a:off x="8546535" y="2660464"/>
            <a:ext cx="856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Main </a:t>
            </a:r>
            <a:br>
              <a:rPr lang="en-US" sz="1800" b="0" i="0" u="none" strike="noStrike" cap="none">
                <a:solidFill>
                  <a:schemeClr val="dk1"/>
                </a:solidFill>
                <a:latin typeface="Rockwell"/>
                <a:ea typeface="Rockwell"/>
                <a:cs typeface="Rockwell"/>
                <a:sym typeface="Rockwell"/>
              </a:rPr>
            </a:br>
            <a:r>
              <a:rPr lang="en-US" sz="1800" b="0" i="0" u="none" strike="noStrike" cap="none">
                <a:solidFill>
                  <a:schemeClr val="dk1"/>
                </a:solidFill>
                <a:latin typeface="Rockwell"/>
                <a:ea typeface="Rockwell"/>
                <a:cs typeface="Rockwell"/>
                <a:sym typeface="Rockwell"/>
              </a:rPr>
              <a:t>Mode</a:t>
            </a:r>
            <a:endParaRPr sz="1800" b="0" i="0" u="none" strike="noStrike" cap="none">
              <a:solidFill>
                <a:schemeClr val="dk1"/>
              </a:solidFill>
              <a:latin typeface="Rockwell"/>
              <a:ea typeface="Rockwell"/>
              <a:cs typeface="Rockwell"/>
              <a:sym typeface="Rockwell"/>
            </a:endParaRPr>
          </a:p>
        </p:txBody>
      </p:sp>
      <p:sp>
        <p:nvSpPr>
          <p:cNvPr id="294" name="Google Shape;294;p16"/>
          <p:cNvSpPr txBox="1"/>
          <p:nvPr/>
        </p:nvSpPr>
        <p:spPr>
          <a:xfrm>
            <a:off x="6372512" y="4304556"/>
            <a:ext cx="1114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Second </a:t>
            </a:r>
            <a:br>
              <a:rPr lang="en-US" sz="1800" b="0" i="0" u="none" strike="noStrike" cap="none">
                <a:solidFill>
                  <a:schemeClr val="dk1"/>
                </a:solidFill>
                <a:latin typeface="Rockwell"/>
                <a:ea typeface="Rockwell"/>
                <a:cs typeface="Rockwell"/>
                <a:sym typeface="Rockwell"/>
              </a:rPr>
            </a:br>
            <a:r>
              <a:rPr lang="en-US" sz="1800" b="0" i="0" u="none" strike="noStrike" cap="none">
                <a:solidFill>
                  <a:schemeClr val="dk1"/>
                </a:solidFill>
                <a:latin typeface="Rockwell"/>
                <a:ea typeface="Rockwell"/>
                <a:cs typeface="Rockwell"/>
                <a:sym typeface="Rockwell"/>
              </a:rPr>
              <a:t>Mode</a:t>
            </a:r>
            <a:endParaRPr sz="1400" b="0" i="0" u="none" strike="noStrike" cap="none">
              <a:solidFill>
                <a:srgbClr val="000000"/>
              </a:solidFill>
              <a:latin typeface="Arial"/>
              <a:ea typeface="Arial"/>
              <a:cs typeface="Arial"/>
              <a:sym typeface="Arial"/>
            </a:endParaRPr>
          </a:p>
        </p:txBody>
      </p:sp>
      <p:sp>
        <p:nvSpPr>
          <p:cNvPr id="295" name="Google Shape;295;p16"/>
          <p:cNvSpPr txBox="1"/>
          <p:nvPr/>
        </p:nvSpPr>
        <p:spPr>
          <a:xfrm rot="3839097">
            <a:off x="8534453" y="4621329"/>
            <a:ext cx="1383698" cy="3692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Skew Right</a:t>
            </a:r>
            <a:endParaRPr sz="1800" b="0" i="0" u="none" strike="noStrike" cap="none">
              <a:solidFill>
                <a:schemeClr val="dk1"/>
              </a:solidFill>
              <a:latin typeface="Rockwell"/>
              <a:ea typeface="Rockwell"/>
              <a:cs typeface="Rockwell"/>
              <a:sym typeface="Rockwell"/>
            </a:endParaRPr>
          </a:p>
        </p:txBody>
      </p:sp>
      <p:sp>
        <p:nvSpPr>
          <p:cNvPr id="296" name="Google Shape;296;p16"/>
          <p:cNvSpPr txBox="1"/>
          <p:nvPr/>
        </p:nvSpPr>
        <p:spPr>
          <a:xfrm>
            <a:off x="9695661" y="5649665"/>
            <a:ext cx="700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Gap</a:t>
            </a:r>
            <a:endParaRPr sz="1800" b="0" i="0" u="none" strike="noStrike" cap="none">
              <a:solidFill>
                <a:schemeClr val="dk1"/>
              </a:solidFill>
              <a:latin typeface="Rockwell"/>
              <a:ea typeface="Rockwell"/>
              <a:cs typeface="Rockwell"/>
              <a:sym typeface="Rockwell"/>
            </a:endParaRPr>
          </a:p>
        </p:txBody>
      </p:sp>
      <p:sp>
        <p:nvSpPr>
          <p:cNvPr id="297" name="Google Shape;297;p16"/>
          <p:cNvSpPr txBox="1"/>
          <p:nvPr/>
        </p:nvSpPr>
        <p:spPr>
          <a:xfrm>
            <a:off x="10388499" y="5324025"/>
            <a:ext cx="11145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Outliers</a:t>
            </a:r>
            <a:endParaRPr sz="1400" b="0" i="0" u="none" strike="noStrike" cap="none">
              <a:solidFill>
                <a:srgbClr val="000000"/>
              </a:solidFill>
              <a:latin typeface="Arial"/>
              <a:ea typeface="Arial"/>
              <a:cs typeface="Arial"/>
              <a:sym typeface="Arial"/>
            </a:endParaRPr>
          </a:p>
        </p:txBody>
      </p:sp>
      <p:sp>
        <p:nvSpPr>
          <p:cNvPr id="298" name="Google Shape;298;p16"/>
          <p:cNvSpPr txBox="1"/>
          <p:nvPr/>
        </p:nvSpPr>
        <p:spPr>
          <a:xfrm>
            <a:off x="8136158" y="6191141"/>
            <a:ext cx="6207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Rug</a:t>
            </a:r>
            <a:endParaRPr sz="1800" b="0" i="0" u="none" strike="noStrike" cap="none">
              <a:solidFill>
                <a:schemeClr val="dk1"/>
              </a:solidFill>
              <a:latin typeface="Rockwell"/>
              <a:ea typeface="Rockwell"/>
              <a:cs typeface="Rockwell"/>
              <a:sym typeface="Rockwell"/>
            </a:endParaRPr>
          </a:p>
        </p:txBody>
      </p:sp>
      <p:cxnSp>
        <p:nvCxnSpPr>
          <p:cNvPr id="299" name="Google Shape;299;p16"/>
          <p:cNvCxnSpPr/>
          <p:nvPr/>
        </p:nvCxnSpPr>
        <p:spPr>
          <a:xfrm rot="10800000" flipH="1">
            <a:off x="8546535" y="6068785"/>
            <a:ext cx="54000" cy="203100"/>
          </a:xfrm>
          <a:prstGeom prst="straightConnector1">
            <a:avLst/>
          </a:prstGeom>
          <a:noFill/>
          <a:ln w="9525" cap="flat" cmpd="sng">
            <a:solidFill>
              <a:schemeClr val="accent1"/>
            </a:solidFill>
            <a:prstDash val="solid"/>
            <a:round/>
            <a:headEnd type="none" w="sm" len="sm"/>
            <a:tailEnd type="triangle" w="med" len="med"/>
          </a:ln>
        </p:spPr>
      </p:cxnSp>
      <p:sp>
        <p:nvSpPr>
          <p:cNvPr id="300" name="Google Shape;300;p16"/>
          <p:cNvSpPr txBox="1"/>
          <p:nvPr/>
        </p:nvSpPr>
        <p:spPr>
          <a:xfrm>
            <a:off x="6372512" y="3018848"/>
            <a:ext cx="1410900" cy="9234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Smoothed </a:t>
            </a:r>
            <a:br>
              <a:rPr lang="en-US" sz="1800" b="0" i="0" u="none" strike="noStrike" cap="none">
                <a:solidFill>
                  <a:schemeClr val="dk1"/>
                </a:solidFill>
                <a:latin typeface="Rockwell"/>
                <a:ea typeface="Rockwell"/>
                <a:cs typeface="Rockwell"/>
                <a:sym typeface="Rockwell"/>
              </a:rPr>
            </a:br>
            <a:r>
              <a:rPr lang="en-US" sz="1800" b="0" i="0" u="none" strike="noStrike" cap="none">
                <a:solidFill>
                  <a:schemeClr val="dk1"/>
                </a:solidFill>
                <a:latin typeface="Rockwell"/>
                <a:ea typeface="Rockwell"/>
                <a:cs typeface="Rockwell"/>
                <a:sym typeface="Rockwell"/>
              </a:rPr>
              <a:t>Density </a:t>
            </a:r>
            <a:br>
              <a:rPr lang="en-US" sz="1800" b="0" i="0" u="none" strike="noStrike" cap="none">
                <a:solidFill>
                  <a:schemeClr val="dk1"/>
                </a:solidFill>
                <a:latin typeface="Rockwell"/>
                <a:ea typeface="Rockwell"/>
                <a:cs typeface="Rockwell"/>
                <a:sym typeface="Rockwell"/>
              </a:rPr>
            </a:br>
            <a:r>
              <a:rPr lang="en-US" sz="1800" b="0" i="0" u="none" strike="noStrike" cap="none">
                <a:solidFill>
                  <a:schemeClr val="dk1"/>
                </a:solidFill>
                <a:latin typeface="Rockwell"/>
                <a:ea typeface="Rockwell"/>
                <a:cs typeface="Rockwell"/>
                <a:sym typeface="Rockwell"/>
              </a:rPr>
              <a:t>Estimator</a:t>
            </a:r>
            <a:endParaRPr sz="1400" b="0" i="0" u="none" strike="noStrike" cap="none">
              <a:solidFill>
                <a:srgbClr val="000000"/>
              </a:solidFill>
              <a:latin typeface="Arial"/>
              <a:ea typeface="Arial"/>
              <a:cs typeface="Arial"/>
              <a:sym typeface="Arial"/>
            </a:endParaRPr>
          </a:p>
        </p:txBody>
      </p:sp>
      <p:cxnSp>
        <p:nvCxnSpPr>
          <p:cNvPr id="301" name="Google Shape;301;p16"/>
          <p:cNvCxnSpPr/>
          <p:nvPr/>
        </p:nvCxnSpPr>
        <p:spPr>
          <a:xfrm>
            <a:off x="7585082" y="3950081"/>
            <a:ext cx="551100" cy="1363200"/>
          </a:xfrm>
          <a:prstGeom prst="straightConnector1">
            <a:avLst/>
          </a:prstGeom>
          <a:noFill/>
          <a:ln w="9525" cap="flat" cmpd="sng">
            <a:solidFill>
              <a:schemeClr val="accent1"/>
            </a:solidFill>
            <a:prstDash val="solid"/>
            <a:round/>
            <a:headEnd type="none" w="sm" len="sm"/>
            <a:tailEnd type="triangle" w="med" len="med"/>
          </a:ln>
        </p:spPr>
      </p:cxnSp>
      <p:sp>
        <p:nvSpPr>
          <p:cNvPr id="302" name="Google Shape;302;p16"/>
          <p:cNvSpPr txBox="1">
            <a:spLocks noGrp="1"/>
          </p:cNvSpPr>
          <p:nvPr>
            <p:ph type="title"/>
          </p:nvPr>
        </p:nvSpPr>
        <p:spPr>
          <a:xfrm>
            <a:off x="816907" y="357434"/>
            <a:ext cx="1080135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5400"/>
              <a:buFont typeface="Rockwell"/>
              <a:buNone/>
            </a:pPr>
            <a:r>
              <a:rPr lang="en-US"/>
              <a:t>HISTOGRAMS, RUG PLOTS, KDE INTERPOLATION</a:t>
            </a:r>
            <a:endParaRPr/>
          </a:p>
        </p:txBody>
      </p:sp>
      <p:sp>
        <p:nvSpPr>
          <p:cNvPr id="303" name="Google Shape;303;p16"/>
          <p:cNvSpPr txBox="1"/>
          <p:nvPr/>
        </p:nvSpPr>
        <p:spPr>
          <a:xfrm>
            <a:off x="6301902" y="6463841"/>
            <a:ext cx="516981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Note: this figure is not part of the Kaiser dataset</a:t>
            </a:r>
            <a:endParaRPr sz="1400" b="0" i="0" u="none" strike="noStrike" cap="none">
              <a:solidFill>
                <a:srgbClr val="000000"/>
              </a:solidFill>
              <a:latin typeface="Arial"/>
              <a:ea typeface="Arial"/>
              <a:cs typeface="Arial"/>
              <a:sym typeface="Arial"/>
            </a:endParaRPr>
          </a:p>
        </p:txBody>
      </p:sp>
      <p:sp>
        <p:nvSpPr>
          <p:cNvPr id="304" name="Google Shape;304;p16"/>
          <p:cNvSpPr txBox="1"/>
          <p:nvPr/>
        </p:nvSpPr>
        <p:spPr>
          <a:xfrm rot="-5400000">
            <a:off x="7493575" y="4852625"/>
            <a:ext cx="1885200" cy="369300"/>
          </a:xfrm>
          <a:prstGeom prst="rect">
            <a:avLst/>
          </a:prstGeom>
          <a:noFill/>
          <a:ln w="9525" cap="flat" cmpd="sng">
            <a:solidFill>
              <a:srgbClr val="333333"/>
            </a:solidFill>
            <a:prstDash val="solid"/>
            <a:round/>
            <a:headEnd type="none" w="sm" len="sm"/>
            <a:tailEnd type="none" w="sm" len="sm"/>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Rockwell"/>
                <a:ea typeface="Rockwell"/>
                <a:cs typeface="Rockwell"/>
                <a:sym typeface="Rockwell"/>
              </a:rPr>
              <a:t>Histogram</a:t>
            </a:r>
            <a:endParaRPr sz="1800" b="0" i="0" u="none" strike="noStrike" cap="none">
              <a:solidFill>
                <a:srgbClr val="000000"/>
              </a:solidFill>
              <a:latin typeface="Rockwell"/>
              <a:ea typeface="Rockwell"/>
              <a:cs typeface="Rockwell"/>
              <a:sym typeface="Rockwel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A5AD2205-FC07-CCC8-E350-7655E4E2C485}"/>
                  </a:ext>
                </a:extLst>
              </p14:cNvPr>
              <p14:cNvContentPartPr/>
              <p14:nvPr/>
            </p14:nvContentPartPr>
            <p14:xfrm>
              <a:off x="6603840" y="3261960"/>
              <a:ext cx="4374360" cy="2927880"/>
            </p14:xfrm>
          </p:contentPart>
        </mc:Choice>
        <mc:Fallback xmlns="">
          <p:pic>
            <p:nvPicPr>
              <p:cNvPr id="2" name="Ink 1">
                <a:extLst>
                  <a:ext uri="{FF2B5EF4-FFF2-40B4-BE49-F238E27FC236}">
                    <a16:creationId xmlns:a16="http://schemas.microsoft.com/office/drawing/2014/main" id="{A5AD2205-FC07-CCC8-E350-7655E4E2C485}"/>
                  </a:ext>
                </a:extLst>
              </p:cNvPr>
              <p:cNvPicPr/>
              <p:nvPr/>
            </p:nvPicPr>
            <p:blipFill>
              <a:blip r:embed="rId5"/>
              <a:stretch>
                <a:fillRect/>
              </a:stretch>
            </p:blipFill>
            <p:spPr>
              <a:xfrm>
                <a:off x="6594480" y="3252600"/>
                <a:ext cx="4393080" cy="29466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8"/>
                                        </p:tgtEl>
                                        <p:attrNameLst>
                                          <p:attrName>style.visibility</p:attrName>
                                        </p:attrNameLst>
                                      </p:cBhvr>
                                      <p:to>
                                        <p:strVal val="visible"/>
                                      </p:to>
                                    </p:set>
                                    <p:animEffect transition="in" filter="fade">
                                      <p:cBhvr>
                                        <p:cTn id="7" dur="500"/>
                                        <p:tgtEl>
                                          <p:spTgt spid="298"/>
                                        </p:tgtEl>
                                      </p:cBhvr>
                                    </p:animEffect>
                                  </p:childTnLst>
                                </p:cTn>
                              </p:par>
                              <p:par>
                                <p:cTn id="8" presetID="10" presetClass="entr" presetSubtype="0" fill="hold" nodeType="withEffect">
                                  <p:stCondLst>
                                    <p:cond delay="0"/>
                                  </p:stCondLst>
                                  <p:childTnLst>
                                    <p:set>
                                      <p:cBhvr>
                                        <p:cTn id="9" dur="1" fill="hold">
                                          <p:stCondLst>
                                            <p:cond delay="0"/>
                                          </p:stCondLst>
                                        </p:cTn>
                                        <p:tgtEl>
                                          <p:spTgt spid="299"/>
                                        </p:tgtEl>
                                        <p:attrNameLst>
                                          <p:attrName>style.visibility</p:attrName>
                                        </p:attrNameLst>
                                      </p:cBhvr>
                                      <p:to>
                                        <p:strVal val="visible"/>
                                      </p:to>
                                    </p:set>
                                    <p:animEffect transition="in" filter="fade">
                                      <p:cBhvr>
                                        <p:cTn id="10" dur="500"/>
                                        <p:tgtEl>
                                          <p:spTgt spid="29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0"/>
                                        </p:tgtEl>
                                        <p:attrNameLst>
                                          <p:attrName>style.visibility</p:attrName>
                                        </p:attrNameLst>
                                      </p:cBhvr>
                                      <p:to>
                                        <p:strVal val="visible"/>
                                      </p:to>
                                    </p:set>
                                    <p:animEffect transition="in" filter="fade">
                                      <p:cBhvr>
                                        <p:cTn id="15" dur="500"/>
                                        <p:tgtEl>
                                          <p:spTgt spid="300"/>
                                        </p:tgtEl>
                                      </p:cBhvr>
                                    </p:animEffect>
                                  </p:childTnLst>
                                </p:cTn>
                              </p:par>
                              <p:par>
                                <p:cTn id="16" presetID="10" presetClass="entr" presetSubtype="0" fill="hold" nodeType="withEffect">
                                  <p:stCondLst>
                                    <p:cond delay="0"/>
                                  </p:stCondLst>
                                  <p:childTnLst>
                                    <p:set>
                                      <p:cBhvr>
                                        <p:cTn id="17" dur="1" fill="hold">
                                          <p:stCondLst>
                                            <p:cond delay="0"/>
                                          </p:stCondLst>
                                        </p:cTn>
                                        <p:tgtEl>
                                          <p:spTgt spid="301"/>
                                        </p:tgtEl>
                                        <p:attrNameLst>
                                          <p:attrName>style.visibility</p:attrName>
                                        </p:attrNameLst>
                                      </p:cBhvr>
                                      <p:to>
                                        <p:strVal val="visible"/>
                                      </p:to>
                                    </p:set>
                                    <p:animEffect transition="in" filter="fade">
                                      <p:cBhvr>
                                        <p:cTn id="18" dur="500"/>
                                        <p:tgtEl>
                                          <p:spTgt spid="30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93"/>
                                        </p:tgtEl>
                                        <p:attrNameLst>
                                          <p:attrName>style.visibility</p:attrName>
                                        </p:attrNameLst>
                                      </p:cBhvr>
                                      <p:to>
                                        <p:strVal val="visible"/>
                                      </p:to>
                                    </p:set>
                                    <p:animEffect transition="in" filter="fade">
                                      <p:cBhvr>
                                        <p:cTn id="23" dur="500"/>
                                        <p:tgtEl>
                                          <p:spTgt spid="29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95"/>
                                        </p:tgtEl>
                                        <p:attrNameLst>
                                          <p:attrName>style.visibility</p:attrName>
                                        </p:attrNameLst>
                                      </p:cBhvr>
                                      <p:to>
                                        <p:strVal val="visible"/>
                                      </p:to>
                                    </p:set>
                                    <p:animEffect transition="in" filter="fade">
                                      <p:cBhvr>
                                        <p:cTn id="28" dur="500"/>
                                        <p:tgtEl>
                                          <p:spTgt spid="29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94"/>
                                        </p:tgtEl>
                                        <p:attrNameLst>
                                          <p:attrName>style.visibility</p:attrName>
                                        </p:attrNameLst>
                                      </p:cBhvr>
                                      <p:to>
                                        <p:strVal val="visible"/>
                                      </p:to>
                                    </p:set>
                                    <p:animEffect transition="in" filter="fade">
                                      <p:cBhvr>
                                        <p:cTn id="33" dur="500"/>
                                        <p:tgtEl>
                                          <p:spTgt spid="29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96"/>
                                        </p:tgtEl>
                                        <p:attrNameLst>
                                          <p:attrName>style.visibility</p:attrName>
                                        </p:attrNameLst>
                                      </p:cBhvr>
                                      <p:to>
                                        <p:strVal val="visible"/>
                                      </p:to>
                                    </p:set>
                                    <p:animEffect transition="in" filter="fade">
                                      <p:cBhvr>
                                        <p:cTn id="38" dur="500"/>
                                        <p:tgtEl>
                                          <p:spTgt spid="29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97"/>
                                        </p:tgtEl>
                                        <p:attrNameLst>
                                          <p:attrName>style.visibility</p:attrName>
                                        </p:attrNameLst>
                                      </p:cBhvr>
                                      <p:to>
                                        <p:strVal val="visible"/>
                                      </p:to>
                                    </p:set>
                                    <p:animEffect transition="in" filter="fade">
                                      <p:cBhvr>
                                        <p:cTn id="43" dur="500"/>
                                        <p:tgtEl>
                                          <p:spTgt spid="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pic>
        <p:nvPicPr>
          <p:cNvPr id="310" name="Google Shape;310;p17"/>
          <p:cNvPicPr preferRelativeResize="0"/>
          <p:nvPr/>
        </p:nvPicPr>
        <p:blipFill rotWithShape="1">
          <a:blip r:embed="rId3">
            <a:alphaModFix/>
          </a:blip>
          <a:srcRect/>
          <a:stretch/>
        </p:blipFill>
        <p:spPr>
          <a:xfrm>
            <a:off x="3036460" y="1692603"/>
            <a:ext cx="2727652" cy="5455303"/>
          </a:xfrm>
          <a:prstGeom prst="rect">
            <a:avLst/>
          </a:prstGeom>
          <a:noFill/>
          <a:ln>
            <a:noFill/>
          </a:ln>
        </p:spPr>
      </p:pic>
      <p:sp>
        <p:nvSpPr>
          <p:cNvPr id="311" name="Google Shape;311;p17"/>
          <p:cNvSpPr txBox="1"/>
          <p:nvPr/>
        </p:nvSpPr>
        <p:spPr>
          <a:xfrm>
            <a:off x="3647489" y="5787757"/>
            <a:ext cx="18085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Lower Quartile</a:t>
            </a:r>
            <a:endParaRPr sz="1400" b="0" i="0" u="none" strike="noStrike" cap="none">
              <a:solidFill>
                <a:srgbClr val="000000"/>
              </a:solidFill>
              <a:latin typeface="Arial"/>
              <a:ea typeface="Arial"/>
              <a:cs typeface="Arial"/>
              <a:sym typeface="Arial"/>
            </a:endParaRPr>
          </a:p>
        </p:txBody>
      </p:sp>
      <p:sp>
        <p:nvSpPr>
          <p:cNvPr id="312" name="Google Shape;312;p17"/>
          <p:cNvSpPr txBox="1"/>
          <p:nvPr/>
        </p:nvSpPr>
        <p:spPr>
          <a:xfrm>
            <a:off x="3628015" y="4349527"/>
            <a:ext cx="182293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Upper Quartile</a:t>
            </a:r>
            <a:endParaRPr sz="1400" b="0" i="0" u="none" strike="noStrike" cap="none">
              <a:solidFill>
                <a:srgbClr val="000000"/>
              </a:solidFill>
              <a:latin typeface="Arial"/>
              <a:ea typeface="Arial"/>
              <a:cs typeface="Arial"/>
              <a:sym typeface="Arial"/>
            </a:endParaRPr>
          </a:p>
        </p:txBody>
      </p:sp>
      <p:sp>
        <p:nvSpPr>
          <p:cNvPr id="313" name="Google Shape;313;p17"/>
          <p:cNvSpPr txBox="1"/>
          <p:nvPr/>
        </p:nvSpPr>
        <p:spPr>
          <a:xfrm>
            <a:off x="1783211" y="4772515"/>
            <a:ext cx="1587358" cy="92333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Interquartile </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Range (IQR)</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50</a:t>
            </a:r>
            <a:r>
              <a:rPr lang="en-US" sz="1800" b="0" i="1" u="none" strike="noStrike" cap="none">
                <a:solidFill>
                  <a:schemeClr val="dk1"/>
                </a:solidFill>
                <a:latin typeface="Rockwell"/>
                <a:ea typeface="Rockwell"/>
                <a:cs typeface="Rockwell"/>
                <a:sym typeface="Rockwell"/>
              </a:rPr>
              <a:t>% of Data</a:t>
            </a:r>
            <a:endParaRPr sz="1800" b="0" i="0" u="none" strike="noStrike" cap="none">
              <a:solidFill>
                <a:schemeClr val="dk1"/>
              </a:solidFill>
              <a:latin typeface="Rockwell"/>
              <a:ea typeface="Rockwell"/>
              <a:cs typeface="Rockwell"/>
              <a:sym typeface="Rockwell"/>
            </a:endParaRPr>
          </a:p>
        </p:txBody>
      </p:sp>
      <p:sp>
        <p:nvSpPr>
          <p:cNvPr id="314" name="Google Shape;314;p17"/>
          <p:cNvSpPr/>
          <p:nvPr/>
        </p:nvSpPr>
        <p:spPr>
          <a:xfrm>
            <a:off x="3416249" y="2477425"/>
            <a:ext cx="10503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Outliers</a:t>
            </a:r>
            <a:endParaRPr sz="1800" b="0" i="0" u="none" strike="noStrike" cap="none">
              <a:solidFill>
                <a:schemeClr val="dk1"/>
              </a:solidFill>
              <a:latin typeface="Rockwell"/>
              <a:ea typeface="Rockwell"/>
              <a:cs typeface="Rockwell"/>
              <a:sym typeface="Rockwell"/>
            </a:endParaRPr>
          </a:p>
        </p:txBody>
      </p:sp>
      <p:sp>
        <p:nvSpPr>
          <p:cNvPr id="315" name="Google Shape;315;p17"/>
          <p:cNvSpPr txBox="1"/>
          <p:nvPr/>
        </p:nvSpPr>
        <p:spPr>
          <a:xfrm>
            <a:off x="3961699" y="3797300"/>
            <a:ext cx="1290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Whisker</a:t>
            </a:r>
            <a:endParaRPr sz="1400" b="0" i="0" u="none" strike="noStrike" cap="none">
              <a:solidFill>
                <a:srgbClr val="000000"/>
              </a:solidFill>
              <a:latin typeface="Arial"/>
              <a:ea typeface="Arial"/>
              <a:cs typeface="Arial"/>
              <a:sym typeface="Arial"/>
            </a:endParaRPr>
          </a:p>
        </p:txBody>
      </p:sp>
      <p:sp>
        <p:nvSpPr>
          <p:cNvPr id="316" name="Google Shape;316;p17"/>
          <p:cNvSpPr txBox="1"/>
          <p:nvPr/>
        </p:nvSpPr>
        <p:spPr>
          <a:xfrm>
            <a:off x="3931411" y="4834219"/>
            <a:ext cx="105028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Rockwell"/>
                <a:ea typeface="Rockwell"/>
                <a:cs typeface="Rockwell"/>
                <a:sym typeface="Rockwell"/>
              </a:rPr>
              <a:t>Median</a:t>
            </a:r>
            <a:endParaRPr sz="1400" b="0" i="0" u="none" strike="noStrike" cap="none">
              <a:solidFill>
                <a:srgbClr val="000000"/>
              </a:solidFill>
              <a:latin typeface="Arial"/>
              <a:ea typeface="Arial"/>
              <a:cs typeface="Arial"/>
              <a:sym typeface="Arial"/>
            </a:endParaRPr>
          </a:p>
        </p:txBody>
      </p:sp>
      <p:cxnSp>
        <p:nvCxnSpPr>
          <p:cNvPr id="317" name="Google Shape;317;p17"/>
          <p:cNvCxnSpPr/>
          <p:nvPr/>
        </p:nvCxnSpPr>
        <p:spPr>
          <a:xfrm>
            <a:off x="3614161" y="4900064"/>
            <a:ext cx="1638561" cy="0"/>
          </a:xfrm>
          <a:prstGeom prst="straightConnector1">
            <a:avLst/>
          </a:prstGeom>
          <a:noFill/>
          <a:ln w="28575" cap="flat" cmpd="sng">
            <a:solidFill>
              <a:schemeClr val="lt1"/>
            </a:solidFill>
            <a:prstDash val="solid"/>
            <a:round/>
            <a:headEnd type="none" w="sm" len="sm"/>
            <a:tailEnd type="none" w="sm" len="sm"/>
          </a:ln>
        </p:spPr>
      </p:cxnSp>
      <p:sp>
        <p:nvSpPr>
          <p:cNvPr id="318" name="Google Shape;318;p17"/>
          <p:cNvSpPr/>
          <p:nvPr/>
        </p:nvSpPr>
        <p:spPr>
          <a:xfrm>
            <a:off x="3335084" y="4680603"/>
            <a:ext cx="231441" cy="1107154"/>
          </a:xfrm>
          <a:prstGeom prst="leftBrace">
            <a:avLst>
              <a:gd name="adj1" fmla="val 8333"/>
              <a:gd name="adj2" fmla="val 50000"/>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ckwell"/>
              <a:ea typeface="Rockwell"/>
              <a:cs typeface="Rockwell"/>
              <a:sym typeface="Rockwell"/>
            </a:endParaRPr>
          </a:p>
        </p:txBody>
      </p:sp>
      <p:sp>
        <p:nvSpPr>
          <p:cNvPr id="319" name="Google Shape;319;p17"/>
          <p:cNvSpPr txBox="1">
            <a:spLocks noGrp="1"/>
          </p:cNvSpPr>
          <p:nvPr>
            <p:ph type="title"/>
          </p:nvPr>
        </p:nvSpPr>
        <p:spPr>
          <a:xfrm>
            <a:off x="838200" y="477541"/>
            <a:ext cx="1080135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BOX PLOT/CHART</a:t>
            </a:r>
            <a:endParaRPr/>
          </a:p>
        </p:txBody>
      </p:sp>
      <p:sp>
        <p:nvSpPr>
          <p:cNvPr id="320" name="Google Shape;320;p17"/>
          <p:cNvSpPr txBox="1">
            <a:spLocks noGrp="1"/>
          </p:cNvSpPr>
          <p:nvPr>
            <p:ph type="body" idx="1"/>
          </p:nvPr>
        </p:nvSpPr>
        <p:spPr>
          <a:xfrm>
            <a:off x="801388" y="1752502"/>
            <a:ext cx="10515600" cy="863787"/>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Useful for summarizing distributions and comparing multiple distributions</a:t>
            </a:r>
            <a:endParaRPr/>
          </a:p>
        </p:txBody>
      </p:sp>
      <p:sp>
        <p:nvSpPr>
          <p:cNvPr id="321" name="Google Shape;321;p17"/>
          <p:cNvSpPr txBox="1"/>
          <p:nvPr/>
        </p:nvSpPr>
        <p:spPr>
          <a:xfrm>
            <a:off x="6145182" y="3443357"/>
            <a:ext cx="4254978" cy="16312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Rockwell"/>
                <a:ea typeface="Rockwell"/>
                <a:cs typeface="Rockwell"/>
                <a:sym typeface="Rockwell"/>
              </a:rPr>
              <a:t>Outliers are &gt; 1.5 * IQR away from lower and upper quartiles.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Rockwell"/>
                <a:ea typeface="Rockwell"/>
                <a:cs typeface="Rockwell"/>
                <a:sym typeface="Rockwell"/>
              </a:rPr>
              <a:t>(in some implementations, others use 3*IQR, …)</a:t>
            </a:r>
            <a:endParaRPr sz="1400" b="0" i="0" u="none" strike="noStrike" cap="none">
              <a:solidFill>
                <a:srgbClr val="000000"/>
              </a:solidFill>
              <a:latin typeface="Arial"/>
              <a:ea typeface="Arial"/>
              <a:cs typeface="Arial"/>
              <a:sym typeface="Arial"/>
            </a:endParaRPr>
          </a:p>
        </p:txBody>
      </p:sp>
      <p:sp>
        <p:nvSpPr>
          <p:cNvPr id="322" name="Google Shape;322;p17"/>
          <p:cNvSpPr/>
          <p:nvPr/>
        </p:nvSpPr>
        <p:spPr>
          <a:xfrm rot="10800000">
            <a:off x="5305519" y="3075839"/>
            <a:ext cx="736986" cy="1589449"/>
          </a:xfrm>
          <a:prstGeom prst="leftBrace">
            <a:avLst>
              <a:gd name="adj1" fmla="val 36835"/>
              <a:gd name="adj2" fmla="val 51332"/>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ckwell"/>
              <a:ea typeface="Rockwell"/>
              <a:cs typeface="Rockwell"/>
              <a:sym typeface="Rockwel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31955406-B0EC-767F-A056-0C6A738884C1}"/>
                  </a:ext>
                </a:extLst>
              </p14:cNvPr>
              <p14:cNvContentPartPr/>
              <p14:nvPr/>
            </p14:nvContentPartPr>
            <p14:xfrm>
              <a:off x="1196640" y="1021320"/>
              <a:ext cx="10419480" cy="5410080"/>
            </p14:xfrm>
          </p:contentPart>
        </mc:Choice>
        <mc:Fallback xmlns="">
          <p:pic>
            <p:nvPicPr>
              <p:cNvPr id="2" name="Ink 1">
                <a:extLst>
                  <a:ext uri="{FF2B5EF4-FFF2-40B4-BE49-F238E27FC236}">
                    <a16:creationId xmlns:a16="http://schemas.microsoft.com/office/drawing/2014/main" id="{31955406-B0EC-767F-A056-0C6A738884C1}"/>
                  </a:ext>
                </a:extLst>
              </p:cNvPr>
              <p:cNvPicPr/>
              <p:nvPr/>
            </p:nvPicPr>
            <p:blipFill>
              <a:blip r:embed="rId5"/>
              <a:stretch>
                <a:fillRect/>
              </a:stretch>
            </p:blipFill>
            <p:spPr>
              <a:xfrm>
                <a:off x="1187280" y="1011960"/>
                <a:ext cx="10438200" cy="54288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6"/>
                                        </p:tgtEl>
                                        <p:attrNameLst>
                                          <p:attrName>style.visibility</p:attrName>
                                        </p:attrNameLst>
                                      </p:cBhvr>
                                      <p:to>
                                        <p:strVal val="visible"/>
                                      </p:to>
                                    </p:set>
                                    <p:animEffect transition="in" filter="fade">
                                      <p:cBhvr>
                                        <p:cTn id="7" dur="500"/>
                                        <p:tgtEl>
                                          <p:spTgt spid="316"/>
                                        </p:tgtEl>
                                      </p:cBhvr>
                                    </p:animEffect>
                                  </p:childTnLst>
                                </p:cTn>
                              </p:par>
                              <p:par>
                                <p:cTn id="8" presetID="10" presetClass="entr" presetSubtype="0" fill="hold" nodeType="withEffect">
                                  <p:stCondLst>
                                    <p:cond delay="0"/>
                                  </p:stCondLst>
                                  <p:childTnLst>
                                    <p:set>
                                      <p:cBhvr>
                                        <p:cTn id="9" dur="1" fill="hold">
                                          <p:stCondLst>
                                            <p:cond delay="0"/>
                                          </p:stCondLst>
                                        </p:cTn>
                                        <p:tgtEl>
                                          <p:spTgt spid="317"/>
                                        </p:tgtEl>
                                        <p:attrNameLst>
                                          <p:attrName>style.visibility</p:attrName>
                                        </p:attrNameLst>
                                      </p:cBhvr>
                                      <p:to>
                                        <p:strVal val="visible"/>
                                      </p:to>
                                    </p:set>
                                    <p:animEffect transition="in" filter="fade">
                                      <p:cBhvr>
                                        <p:cTn id="10" dur="500"/>
                                        <p:tgtEl>
                                          <p:spTgt spid="317"/>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11"/>
                                        </p:tgtEl>
                                        <p:attrNameLst>
                                          <p:attrName>style.visibility</p:attrName>
                                        </p:attrNameLst>
                                      </p:cBhvr>
                                      <p:to>
                                        <p:strVal val="visible"/>
                                      </p:to>
                                    </p:set>
                                    <p:anim calcmode="lin" valueType="num">
                                      <p:cBhvr additive="base">
                                        <p:cTn id="15" dur="500"/>
                                        <p:tgtEl>
                                          <p:spTgt spid="311"/>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12"/>
                                        </p:tgtEl>
                                        <p:attrNameLst>
                                          <p:attrName>style.visibility</p:attrName>
                                        </p:attrNameLst>
                                      </p:cBhvr>
                                      <p:to>
                                        <p:strVal val="visible"/>
                                      </p:to>
                                    </p:set>
                                    <p:animEffect transition="in" filter="fade">
                                      <p:cBhvr>
                                        <p:cTn id="20" dur="500"/>
                                        <p:tgtEl>
                                          <p:spTgt spid="31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13"/>
                                        </p:tgtEl>
                                        <p:attrNameLst>
                                          <p:attrName>style.visibility</p:attrName>
                                        </p:attrNameLst>
                                      </p:cBhvr>
                                      <p:to>
                                        <p:strVal val="visible"/>
                                      </p:to>
                                    </p:set>
                                    <p:animEffect transition="in" filter="fade">
                                      <p:cBhvr>
                                        <p:cTn id="25" dur="500"/>
                                        <p:tgtEl>
                                          <p:spTgt spid="313"/>
                                        </p:tgtEl>
                                      </p:cBhvr>
                                    </p:animEffect>
                                  </p:childTnLst>
                                </p:cTn>
                              </p:par>
                              <p:par>
                                <p:cTn id="26" presetID="10" presetClass="entr" presetSubtype="0" fill="hold" nodeType="withEffect">
                                  <p:stCondLst>
                                    <p:cond delay="0"/>
                                  </p:stCondLst>
                                  <p:childTnLst>
                                    <p:set>
                                      <p:cBhvr>
                                        <p:cTn id="27" dur="1" fill="hold">
                                          <p:stCondLst>
                                            <p:cond delay="0"/>
                                          </p:stCondLst>
                                        </p:cTn>
                                        <p:tgtEl>
                                          <p:spTgt spid="318"/>
                                        </p:tgtEl>
                                        <p:attrNameLst>
                                          <p:attrName>style.visibility</p:attrName>
                                        </p:attrNameLst>
                                      </p:cBhvr>
                                      <p:to>
                                        <p:strVal val="visible"/>
                                      </p:to>
                                    </p:set>
                                    <p:animEffect transition="in" filter="fade">
                                      <p:cBhvr>
                                        <p:cTn id="28" dur="500"/>
                                        <p:tgtEl>
                                          <p:spTgt spid="31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15"/>
                                        </p:tgtEl>
                                        <p:attrNameLst>
                                          <p:attrName>style.visibility</p:attrName>
                                        </p:attrNameLst>
                                      </p:cBhvr>
                                      <p:to>
                                        <p:strVal val="visible"/>
                                      </p:to>
                                    </p:set>
                                    <p:animEffect transition="in" filter="fade">
                                      <p:cBhvr>
                                        <p:cTn id="33" dur="500"/>
                                        <p:tgtEl>
                                          <p:spTgt spid="31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14"/>
                                        </p:tgtEl>
                                        <p:attrNameLst>
                                          <p:attrName>style.visibility</p:attrName>
                                        </p:attrNameLst>
                                      </p:cBhvr>
                                      <p:to>
                                        <p:strVal val="visible"/>
                                      </p:to>
                                    </p:set>
                                    <p:animEffect transition="in" filter="fade">
                                      <p:cBhvr>
                                        <p:cTn id="38" dur="500"/>
                                        <p:tgtEl>
                                          <p:spTgt spid="31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21"/>
                                        </p:tgtEl>
                                        <p:attrNameLst>
                                          <p:attrName>style.visibility</p:attrName>
                                        </p:attrNameLst>
                                      </p:cBhvr>
                                      <p:to>
                                        <p:strVal val="visible"/>
                                      </p:to>
                                    </p:set>
                                    <p:animEffect transition="in" filter="fade">
                                      <p:cBhvr>
                                        <p:cTn id="43" dur="500"/>
                                        <p:tgtEl>
                                          <p:spTgt spid="321"/>
                                        </p:tgtEl>
                                      </p:cBhvr>
                                    </p:animEffect>
                                  </p:childTnLst>
                                </p:cTn>
                              </p:par>
                              <p:par>
                                <p:cTn id="44" presetID="10" presetClass="entr" presetSubtype="0" fill="hold" nodeType="withEffect">
                                  <p:stCondLst>
                                    <p:cond delay="0"/>
                                  </p:stCondLst>
                                  <p:childTnLst>
                                    <p:set>
                                      <p:cBhvr>
                                        <p:cTn id="45" dur="1" fill="hold">
                                          <p:stCondLst>
                                            <p:cond delay="0"/>
                                          </p:stCondLst>
                                        </p:cTn>
                                        <p:tgtEl>
                                          <p:spTgt spid="322"/>
                                        </p:tgtEl>
                                        <p:attrNameLst>
                                          <p:attrName>style.visibility</p:attrName>
                                        </p:attrNameLst>
                                      </p:cBhvr>
                                      <p:to>
                                        <p:strVal val="visible"/>
                                      </p:to>
                                    </p:set>
                                    <p:animEffect transition="in" filter="fade">
                                      <p:cBhvr>
                                        <p:cTn id="46" dur="500"/>
                                        <p:tgtEl>
                                          <p:spTgt spid="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18"/>
          <p:cNvSpPr txBox="1">
            <a:spLocks noGrp="1"/>
          </p:cNvSpPr>
          <p:nvPr>
            <p:ph type="title"/>
          </p:nvPr>
        </p:nvSpPr>
        <p:spPr>
          <a:xfrm>
            <a:off x="965199" y="165481"/>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CATEGORICAL VARIABLE: EDUCATION LEVEL</a:t>
            </a:r>
            <a:endParaRPr/>
          </a:p>
        </p:txBody>
      </p:sp>
      <p:pic>
        <p:nvPicPr>
          <p:cNvPr id="329" name="Google Shape;329;p18" descr="plotQL1.2.pdf"/>
          <p:cNvPicPr preferRelativeResize="0">
            <a:picLocks noGrp="1"/>
          </p:cNvPicPr>
          <p:nvPr>
            <p:ph type="body" idx="1"/>
          </p:nvPr>
        </p:nvPicPr>
        <p:blipFill rotWithShape="1">
          <a:blip r:embed="rId3">
            <a:alphaModFix/>
          </a:blip>
          <a:srcRect t="-1950" b="-1950"/>
          <a:stretch/>
        </p:blipFill>
        <p:spPr>
          <a:xfrm>
            <a:off x="186268" y="1646238"/>
            <a:ext cx="5749054" cy="4479926"/>
          </a:xfrm>
          <a:prstGeom prst="rect">
            <a:avLst/>
          </a:prstGeom>
          <a:noFill/>
          <a:ln>
            <a:noFill/>
          </a:ln>
        </p:spPr>
      </p:pic>
      <p:pic>
        <p:nvPicPr>
          <p:cNvPr id="330" name="Google Shape;330;p18" descr="plotQL1.2.pdf"/>
          <p:cNvPicPr preferRelativeResize="0">
            <a:picLocks noGrp="1"/>
          </p:cNvPicPr>
          <p:nvPr>
            <p:ph type="body" idx="2"/>
          </p:nvPr>
        </p:nvPicPr>
        <p:blipFill rotWithShape="1">
          <a:blip r:embed="rId4">
            <a:alphaModFix/>
          </a:blip>
          <a:srcRect t="-6033" b="-6034"/>
          <a:stretch/>
        </p:blipFill>
        <p:spPr>
          <a:xfrm>
            <a:off x="5935322" y="1480735"/>
            <a:ext cx="5784660" cy="4857770"/>
          </a:xfrm>
          <a:prstGeom prst="rect">
            <a:avLst/>
          </a:prstGeom>
          <a:noFill/>
          <a:ln>
            <a:noFill/>
          </a:ln>
        </p:spPr>
      </p:pic>
      <p:sp>
        <p:nvSpPr>
          <p:cNvPr id="331" name="Google Shape;331;p18"/>
          <p:cNvSpPr txBox="1"/>
          <p:nvPr/>
        </p:nvSpPr>
        <p:spPr>
          <a:xfrm>
            <a:off x="8415867" y="1825625"/>
            <a:ext cx="3776133"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Bar Width – has no meaning</a:t>
            </a:r>
            <a:endParaRPr sz="1400" b="0" i="0" u="none" strike="noStrike" cap="none">
              <a:solidFill>
                <a:srgbClr val="000000"/>
              </a:solidFill>
              <a:latin typeface="Arial"/>
              <a:ea typeface="Arial"/>
              <a:cs typeface="Arial"/>
              <a:sym typeface="Arial"/>
            </a:endParaRPr>
          </a:p>
        </p:txBody>
      </p:sp>
      <p:sp>
        <p:nvSpPr>
          <p:cNvPr id="332" name="Google Shape;332;p18"/>
          <p:cNvSpPr txBox="1"/>
          <p:nvPr/>
        </p:nvSpPr>
        <p:spPr>
          <a:xfrm>
            <a:off x="704838" y="6176964"/>
            <a:ext cx="1057912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Why don’t we reorder the bars from shortest to tallest?</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30DB082A-0DDB-6BC3-1333-6C171E104F39}"/>
                  </a:ext>
                </a:extLst>
              </p14:cNvPr>
              <p14:cNvContentPartPr/>
              <p14:nvPr/>
            </p14:nvContentPartPr>
            <p14:xfrm>
              <a:off x="55800" y="86760"/>
              <a:ext cx="10253160" cy="6554880"/>
            </p14:xfrm>
          </p:contentPart>
        </mc:Choice>
        <mc:Fallback xmlns="">
          <p:pic>
            <p:nvPicPr>
              <p:cNvPr id="2" name="Ink 1">
                <a:extLst>
                  <a:ext uri="{FF2B5EF4-FFF2-40B4-BE49-F238E27FC236}">
                    <a16:creationId xmlns:a16="http://schemas.microsoft.com/office/drawing/2014/main" id="{30DB082A-0DDB-6BC3-1333-6C171E104F39}"/>
                  </a:ext>
                </a:extLst>
              </p:cNvPr>
              <p:cNvPicPr/>
              <p:nvPr/>
            </p:nvPicPr>
            <p:blipFill>
              <a:blip r:embed="rId6"/>
              <a:stretch>
                <a:fillRect/>
              </a:stretch>
            </p:blipFill>
            <p:spPr>
              <a:xfrm>
                <a:off x="46440" y="77400"/>
                <a:ext cx="10271880" cy="65736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19"/>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DOT PLOT/CHART</a:t>
            </a:r>
            <a:endParaRPr/>
          </a:p>
        </p:txBody>
      </p:sp>
      <p:sp>
        <p:nvSpPr>
          <p:cNvPr id="339" name="Google Shape;339;p19"/>
          <p:cNvSpPr txBox="1">
            <a:spLocks noGrp="1"/>
          </p:cNvSpPr>
          <p:nvPr>
            <p:ph type="body" idx="1"/>
          </p:nvPr>
        </p:nvSpPr>
        <p:spPr>
          <a:xfrm>
            <a:off x="1069848" y="2194560"/>
            <a:ext cx="4754880" cy="3977640"/>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Width of bars in a bar plot have no meaning</a:t>
            </a:r>
            <a:endParaRPr/>
          </a:p>
          <a:p>
            <a:pPr marL="0" lvl="0" indent="0" algn="l" rtl="0">
              <a:lnSpc>
                <a:spcPct val="90000"/>
              </a:lnSpc>
              <a:spcBef>
                <a:spcPts val="1200"/>
              </a:spcBef>
              <a:spcAft>
                <a:spcPts val="0"/>
              </a:spcAft>
              <a:buSzPts val="1700"/>
              <a:buNone/>
            </a:pPr>
            <a:endParaRPr/>
          </a:p>
          <a:p>
            <a:pPr marL="182880" lvl="0" indent="-182880" algn="l" rtl="0">
              <a:lnSpc>
                <a:spcPct val="90000"/>
              </a:lnSpc>
              <a:spcBef>
                <a:spcPts val="1200"/>
              </a:spcBef>
              <a:spcAft>
                <a:spcPts val="0"/>
              </a:spcAft>
              <a:buSzPts val="1700"/>
              <a:buChar char="▪"/>
            </a:pPr>
            <a:r>
              <a:rPr lang="en-US"/>
              <a:t>Dot plot (aka Cleveland) focus on comparison of the values </a:t>
            </a:r>
            <a:endParaRPr/>
          </a:p>
          <a:p>
            <a:pPr marL="182880" lvl="0" indent="-74928" algn="l" rtl="0">
              <a:lnSpc>
                <a:spcPct val="90000"/>
              </a:lnSpc>
              <a:spcBef>
                <a:spcPts val="1200"/>
              </a:spcBef>
              <a:spcAft>
                <a:spcPts val="0"/>
              </a:spcAft>
              <a:buSzPts val="1700"/>
              <a:buNone/>
            </a:pPr>
            <a:endParaRPr/>
          </a:p>
        </p:txBody>
      </p:sp>
      <p:pic>
        <p:nvPicPr>
          <p:cNvPr id="340" name="Google Shape;340;p19" descr="plotQL1.3.pdf"/>
          <p:cNvPicPr preferRelativeResize="0">
            <a:picLocks noGrp="1"/>
          </p:cNvPicPr>
          <p:nvPr>
            <p:ph type="body" idx="2"/>
          </p:nvPr>
        </p:nvPicPr>
        <p:blipFill rotWithShape="1">
          <a:blip r:embed="rId3">
            <a:alphaModFix/>
          </a:blip>
          <a:srcRect t="-6033" b="-6034"/>
          <a:stretch/>
        </p:blipFill>
        <p:spPr>
          <a:xfrm>
            <a:off x="5613962" y="1563950"/>
            <a:ext cx="6419400" cy="5370300"/>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E709BDF2-5829-E073-E73A-E193E6571A7C}"/>
                  </a:ext>
                </a:extLst>
              </p14:cNvPr>
              <p14:cNvContentPartPr/>
              <p14:nvPr/>
            </p14:nvContentPartPr>
            <p14:xfrm>
              <a:off x="1038600" y="1596960"/>
              <a:ext cx="10627200" cy="5261040"/>
            </p14:xfrm>
          </p:contentPart>
        </mc:Choice>
        <mc:Fallback xmlns="">
          <p:pic>
            <p:nvPicPr>
              <p:cNvPr id="2" name="Ink 1">
                <a:extLst>
                  <a:ext uri="{FF2B5EF4-FFF2-40B4-BE49-F238E27FC236}">
                    <a16:creationId xmlns:a16="http://schemas.microsoft.com/office/drawing/2014/main" id="{E709BDF2-5829-E073-E73A-E193E6571A7C}"/>
                  </a:ext>
                </a:extLst>
              </p:cNvPr>
              <p:cNvPicPr/>
              <p:nvPr/>
            </p:nvPicPr>
            <p:blipFill>
              <a:blip r:embed="rId5"/>
              <a:stretch>
                <a:fillRect/>
              </a:stretch>
            </p:blipFill>
            <p:spPr>
              <a:xfrm>
                <a:off x="1029240" y="1587600"/>
                <a:ext cx="10645920" cy="527976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20"/>
          <p:cNvSpPr txBox="1">
            <a:spLocks noGrp="1"/>
          </p:cNvSpPr>
          <p:nvPr>
            <p:ph type="title"/>
          </p:nvPr>
        </p:nvSpPr>
        <p:spPr>
          <a:xfrm>
            <a:off x="770307" y="512064"/>
            <a:ext cx="11122152"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VISUALIZING BIVARIATE RELATIONSHIPS</a:t>
            </a:r>
            <a:endParaRPr sz="2800"/>
          </a:p>
        </p:txBody>
      </p:sp>
      <p:sp>
        <p:nvSpPr>
          <p:cNvPr id="347" name="Google Shape;347;p20"/>
          <p:cNvSpPr txBox="1">
            <a:spLocks noGrp="1"/>
          </p:cNvSpPr>
          <p:nvPr>
            <p:ph type="body" idx="1"/>
          </p:nvPr>
        </p:nvSpPr>
        <p:spPr>
          <a:xfrm>
            <a:off x="1069848" y="2121408"/>
            <a:ext cx="5078704"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US" sz="2400">
                <a:solidFill>
                  <a:srgbClr val="FF0000"/>
                </a:solidFill>
              </a:rPr>
              <a:t>Scatter plot </a:t>
            </a:r>
            <a:r>
              <a:rPr lang="en-US" sz="2400"/>
              <a:t>uncovers form of relationship between 2 quantitative variables</a:t>
            </a:r>
            <a:endParaRPr/>
          </a:p>
          <a:p>
            <a:pPr marL="182880" lvl="0" indent="-182880" algn="l" rtl="0">
              <a:lnSpc>
                <a:spcPct val="90000"/>
              </a:lnSpc>
              <a:spcBef>
                <a:spcPts val="1200"/>
              </a:spcBef>
              <a:spcAft>
                <a:spcPts val="0"/>
              </a:spcAft>
              <a:buSzPts val="2040"/>
              <a:buChar char="▪"/>
            </a:pPr>
            <a:r>
              <a:rPr lang="en-US" sz="2400"/>
              <a:t>Linear relationships are particularly simple to interpret</a:t>
            </a:r>
            <a:endParaRPr/>
          </a:p>
          <a:p>
            <a:pPr marL="182880" lvl="0" indent="-182880" algn="l" rtl="0">
              <a:lnSpc>
                <a:spcPct val="90000"/>
              </a:lnSpc>
              <a:spcBef>
                <a:spcPts val="1200"/>
              </a:spcBef>
              <a:spcAft>
                <a:spcPts val="0"/>
              </a:spcAft>
              <a:buSzPts val="2040"/>
              <a:buChar char="▪"/>
            </a:pPr>
            <a:r>
              <a:rPr lang="en-US" sz="2400"/>
              <a:t>Simple and elegant statistical theory for linear relationships</a:t>
            </a:r>
            <a:endParaRPr/>
          </a:p>
          <a:p>
            <a:pPr marL="182880" lvl="0" indent="-182880" algn="l" rtl="0">
              <a:lnSpc>
                <a:spcPct val="90000"/>
              </a:lnSpc>
              <a:spcBef>
                <a:spcPts val="1200"/>
              </a:spcBef>
              <a:spcAft>
                <a:spcPts val="0"/>
              </a:spcAft>
              <a:buSzPts val="2040"/>
              <a:buChar char="▪"/>
            </a:pPr>
            <a:r>
              <a:rPr lang="en-US" sz="2400"/>
              <a:t>Models are typically approximations, choose a simpler model over a complex one</a:t>
            </a:r>
            <a:endParaRPr/>
          </a:p>
        </p:txBody>
      </p:sp>
      <p:pic>
        <p:nvPicPr>
          <p:cNvPr id="348" name="Google Shape;348;p20"/>
          <p:cNvPicPr preferRelativeResize="0"/>
          <p:nvPr/>
        </p:nvPicPr>
        <p:blipFill rotWithShape="1">
          <a:blip r:embed="rId3">
            <a:alphaModFix/>
          </a:blip>
          <a:srcRect/>
          <a:stretch/>
        </p:blipFill>
        <p:spPr>
          <a:xfrm>
            <a:off x="6353505" y="2121408"/>
            <a:ext cx="5334000" cy="3314700"/>
          </a:xfrm>
          <a:prstGeom prst="rect">
            <a:avLst/>
          </a:prstGeom>
          <a:noFill/>
          <a:ln>
            <a:noFill/>
          </a:ln>
        </p:spPr>
      </p:pic>
      <p:sp>
        <p:nvSpPr>
          <p:cNvPr id="349" name="Google Shape;349;p20"/>
          <p:cNvSpPr txBox="1"/>
          <p:nvPr/>
        </p:nvSpPr>
        <p:spPr>
          <a:xfrm>
            <a:off x="6301902" y="6463841"/>
            <a:ext cx="516981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Note: this figure is not part of the Kaiser dataset</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021B89C8-65EC-E760-57F0-756C8E0A431D}"/>
                  </a:ext>
                </a:extLst>
              </p14:cNvPr>
              <p14:cNvContentPartPr/>
              <p14:nvPr/>
            </p14:nvContentPartPr>
            <p14:xfrm>
              <a:off x="3159360" y="43920"/>
              <a:ext cx="8983440" cy="5830200"/>
            </p14:xfrm>
          </p:contentPart>
        </mc:Choice>
        <mc:Fallback xmlns="">
          <p:pic>
            <p:nvPicPr>
              <p:cNvPr id="2" name="Ink 1">
                <a:extLst>
                  <a:ext uri="{FF2B5EF4-FFF2-40B4-BE49-F238E27FC236}">
                    <a16:creationId xmlns:a16="http://schemas.microsoft.com/office/drawing/2014/main" id="{021B89C8-65EC-E760-57F0-756C8E0A431D}"/>
                  </a:ext>
                </a:extLst>
              </p:cNvPr>
              <p:cNvPicPr/>
              <p:nvPr/>
            </p:nvPicPr>
            <p:blipFill>
              <a:blip r:embed="rId5"/>
              <a:stretch>
                <a:fillRect/>
              </a:stretch>
            </p:blipFill>
            <p:spPr>
              <a:xfrm>
                <a:off x="3150000" y="34560"/>
                <a:ext cx="9002160" cy="58489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21"/>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SCATTER PLOTS</a:t>
            </a:r>
            <a:endParaRPr sz="2800"/>
          </a:p>
        </p:txBody>
      </p:sp>
      <p:pic>
        <p:nvPicPr>
          <p:cNvPr id="356" name="Google Shape;356;p21" descr="linearFigures.pdf"/>
          <p:cNvPicPr preferRelativeResize="0">
            <a:picLocks noGrp="1"/>
          </p:cNvPicPr>
          <p:nvPr>
            <p:ph type="body" idx="1"/>
          </p:nvPr>
        </p:nvPicPr>
        <p:blipFill rotWithShape="1">
          <a:blip r:embed="rId3">
            <a:alphaModFix/>
          </a:blip>
          <a:srcRect l="-33033" r="-33031"/>
          <a:stretch/>
        </p:blipFill>
        <p:spPr>
          <a:xfrm>
            <a:off x="712076" y="1936337"/>
            <a:ext cx="10207512" cy="4921663"/>
          </a:xfrm>
          <a:prstGeom prst="rect">
            <a:avLst/>
          </a:prstGeom>
          <a:noFill/>
          <a:ln>
            <a:noFill/>
          </a:ln>
        </p:spPr>
      </p:pic>
      <p:sp>
        <p:nvSpPr>
          <p:cNvPr id="357" name="Google Shape;357;p21"/>
          <p:cNvSpPr txBox="1"/>
          <p:nvPr/>
        </p:nvSpPr>
        <p:spPr>
          <a:xfrm>
            <a:off x="6301902" y="6463841"/>
            <a:ext cx="516981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Note: this figure is not part of the Kaiser dataset</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57C223CC-B0AB-8ABD-F335-46C78D715177}"/>
                  </a:ext>
                </a:extLst>
              </p14:cNvPr>
              <p14:cNvContentPartPr/>
              <p14:nvPr/>
            </p14:nvContentPartPr>
            <p14:xfrm>
              <a:off x="2955240" y="247680"/>
              <a:ext cx="8592840" cy="6598440"/>
            </p14:xfrm>
          </p:contentPart>
        </mc:Choice>
        <mc:Fallback xmlns="">
          <p:pic>
            <p:nvPicPr>
              <p:cNvPr id="2" name="Ink 1">
                <a:extLst>
                  <a:ext uri="{FF2B5EF4-FFF2-40B4-BE49-F238E27FC236}">
                    <a16:creationId xmlns:a16="http://schemas.microsoft.com/office/drawing/2014/main" id="{57C223CC-B0AB-8ABD-F335-46C78D715177}"/>
                  </a:ext>
                </a:extLst>
              </p:cNvPr>
              <p:cNvPicPr/>
              <p:nvPr/>
            </p:nvPicPr>
            <p:blipFill>
              <a:blip r:embed="rId5"/>
              <a:stretch>
                <a:fillRect/>
              </a:stretch>
            </p:blipFill>
            <p:spPr>
              <a:xfrm>
                <a:off x="2945880" y="238320"/>
                <a:ext cx="8611560" cy="661716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22"/>
          <p:cNvSpPr txBox="1">
            <a:spLocks noGrp="1"/>
          </p:cNvSpPr>
          <p:nvPr>
            <p:ph type="title"/>
          </p:nvPr>
        </p:nvSpPr>
        <p:spPr>
          <a:xfrm>
            <a:off x="899051" y="365898"/>
            <a:ext cx="10801350" cy="67440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5400"/>
              <a:buFont typeface="Rockwell"/>
              <a:buNone/>
            </a:pPr>
            <a:r>
              <a:rPr lang="en-US"/>
              <a:t>PAIRS OF CATEGORICAL VARIABLES </a:t>
            </a:r>
            <a:endParaRPr/>
          </a:p>
        </p:txBody>
      </p:sp>
      <p:pic>
        <p:nvPicPr>
          <p:cNvPr id="364" name="Google Shape;364;p22" descr="plotQL2.1.pdf"/>
          <p:cNvPicPr preferRelativeResize="0">
            <a:picLocks noGrp="1"/>
          </p:cNvPicPr>
          <p:nvPr>
            <p:ph type="body" idx="1"/>
          </p:nvPr>
        </p:nvPicPr>
        <p:blipFill rotWithShape="1">
          <a:blip r:embed="rId3">
            <a:alphaModFix/>
          </a:blip>
          <a:srcRect t="-6033" b="-6034"/>
          <a:stretch/>
        </p:blipFill>
        <p:spPr>
          <a:xfrm>
            <a:off x="53853" y="1129003"/>
            <a:ext cx="6246000" cy="5245200"/>
          </a:xfrm>
          <a:prstGeom prst="rect">
            <a:avLst/>
          </a:prstGeom>
          <a:noFill/>
          <a:ln>
            <a:noFill/>
          </a:ln>
        </p:spPr>
      </p:pic>
      <p:pic>
        <p:nvPicPr>
          <p:cNvPr id="365" name="Google Shape;365;p22" descr="plotQL2.2.pdf"/>
          <p:cNvPicPr preferRelativeResize="0">
            <a:picLocks noGrp="1"/>
          </p:cNvPicPr>
          <p:nvPr>
            <p:ph type="body" idx="2"/>
          </p:nvPr>
        </p:nvPicPr>
        <p:blipFill rotWithShape="1">
          <a:blip r:embed="rId4">
            <a:alphaModFix/>
          </a:blip>
          <a:srcRect t="-6033" b="-6034"/>
          <a:stretch/>
        </p:blipFill>
        <p:spPr>
          <a:xfrm>
            <a:off x="5968891" y="1145201"/>
            <a:ext cx="6267300" cy="5263200"/>
          </a:xfrm>
          <a:prstGeom prst="rect">
            <a:avLst/>
          </a:prstGeom>
          <a:noFill/>
          <a:ln>
            <a:noFill/>
          </a:ln>
        </p:spPr>
      </p:pic>
      <p:sp>
        <p:nvSpPr>
          <p:cNvPr id="366" name="Google Shape;366;p22"/>
          <p:cNvSpPr txBox="1"/>
          <p:nvPr/>
        </p:nvSpPr>
        <p:spPr>
          <a:xfrm>
            <a:off x="778934" y="5969000"/>
            <a:ext cx="10430933" cy="5847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Rockwell"/>
                <a:ea typeface="Rockwell"/>
                <a:cs typeface="Rockwell"/>
                <a:sym typeface="Rockwell"/>
              </a:rPr>
              <a:t>What’s the difference between these 2 plots?</a:t>
            </a:r>
            <a:endParaRPr sz="1400" b="0" i="0" u="none" strike="noStrike" cap="none">
              <a:solidFill>
                <a:srgbClr val="000000"/>
              </a:solidFill>
              <a:latin typeface="Arial"/>
              <a:ea typeface="Arial"/>
              <a:cs typeface="Arial"/>
              <a:sym typeface="Arial"/>
            </a:endParaRPr>
          </a:p>
        </p:txBody>
      </p:sp>
      <p:sp>
        <p:nvSpPr>
          <p:cNvPr id="367" name="Google Shape;367;p22"/>
          <p:cNvSpPr txBox="1"/>
          <p:nvPr/>
        </p:nvSpPr>
        <p:spPr>
          <a:xfrm>
            <a:off x="8392419" y="1416911"/>
            <a:ext cx="2731141"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Smoking status normalized within Education level</a:t>
            </a:r>
            <a:endParaRPr sz="1400" b="0" i="0" u="none" strike="noStrike" cap="none">
              <a:solidFill>
                <a:srgbClr val="000000"/>
              </a:solidFill>
              <a:latin typeface="Arial"/>
              <a:ea typeface="Arial"/>
              <a:cs typeface="Arial"/>
              <a:sym typeface="Arial"/>
            </a:endParaRPr>
          </a:p>
        </p:txBody>
      </p:sp>
      <p:sp>
        <p:nvSpPr>
          <p:cNvPr id="368" name="Google Shape;368;p22"/>
          <p:cNvSpPr txBox="1"/>
          <p:nvPr/>
        </p:nvSpPr>
        <p:spPr>
          <a:xfrm>
            <a:off x="2019807" y="1416911"/>
            <a:ext cx="341305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Side-by-side Bar Plot </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268ED27C-1BBD-0E63-3077-3382A6A60073}"/>
                  </a:ext>
                </a:extLst>
              </p14:cNvPr>
              <p14:cNvContentPartPr/>
              <p14:nvPr/>
            </p14:nvContentPartPr>
            <p14:xfrm>
              <a:off x="4223160" y="1494720"/>
              <a:ext cx="6780960" cy="3861720"/>
            </p14:xfrm>
          </p:contentPart>
        </mc:Choice>
        <mc:Fallback xmlns="">
          <p:pic>
            <p:nvPicPr>
              <p:cNvPr id="2" name="Ink 1">
                <a:extLst>
                  <a:ext uri="{FF2B5EF4-FFF2-40B4-BE49-F238E27FC236}">
                    <a16:creationId xmlns:a16="http://schemas.microsoft.com/office/drawing/2014/main" id="{268ED27C-1BBD-0E63-3077-3382A6A60073}"/>
                  </a:ext>
                </a:extLst>
              </p:cNvPr>
              <p:cNvPicPr/>
              <p:nvPr/>
            </p:nvPicPr>
            <p:blipFill>
              <a:blip r:embed="rId6"/>
              <a:stretch>
                <a:fillRect/>
              </a:stretch>
            </p:blipFill>
            <p:spPr>
              <a:xfrm>
                <a:off x="4213800" y="1485360"/>
                <a:ext cx="6799680" cy="38804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6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2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MIX QUANTITATIVE &amp; CATEGORICAL</a:t>
            </a:r>
            <a:endParaRPr/>
          </a:p>
        </p:txBody>
      </p:sp>
      <p:pic>
        <p:nvPicPr>
          <p:cNvPr id="375" name="Google Shape;375;p25" descr="plotQN1QL1.4.pdf"/>
          <p:cNvPicPr preferRelativeResize="0">
            <a:picLocks noGrp="1"/>
          </p:cNvPicPr>
          <p:nvPr>
            <p:ph type="body" idx="1"/>
          </p:nvPr>
        </p:nvPicPr>
        <p:blipFill rotWithShape="1">
          <a:blip r:embed="rId3">
            <a:alphaModFix/>
          </a:blip>
          <a:srcRect t="-6033" b="-6034"/>
          <a:stretch/>
        </p:blipFill>
        <p:spPr>
          <a:xfrm>
            <a:off x="1069848" y="2194560"/>
            <a:ext cx="4754880" cy="3977640"/>
          </a:xfrm>
          <a:prstGeom prst="rect">
            <a:avLst/>
          </a:prstGeom>
          <a:noFill/>
          <a:ln>
            <a:noFill/>
          </a:ln>
        </p:spPr>
      </p:pic>
      <p:pic>
        <p:nvPicPr>
          <p:cNvPr id="376" name="Google Shape;376;p25" descr="plotQN1QL1.5.pdf"/>
          <p:cNvPicPr preferRelativeResize="0">
            <a:picLocks noGrp="1"/>
          </p:cNvPicPr>
          <p:nvPr>
            <p:ph type="body" idx="2"/>
          </p:nvPr>
        </p:nvPicPr>
        <p:blipFill rotWithShape="1">
          <a:blip r:embed="rId4">
            <a:alphaModFix/>
          </a:blip>
          <a:srcRect t="-6033" b="-6034"/>
          <a:stretch/>
        </p:blipFill>
        <p:spPr>
          <a:xfrm>
            <a:off x="6364224" y="2194560"/>
            <a:ext cx="4754880" cy="3977640"/>
          </a:xfrm>
          <a:prstGeom prst="rect">
            <a:avLst/>
          </a:prstGeom>
          <a:noFill/>
          <a:ln>
            <a:noFill/>
          </a:ln>
        </p:spPr>
      </p:pic>
      <p:sp>
        <p:nvSpPr>
          <p:cNvPr id="377" name="Google Shape;377;p25"/>
          <p:cNvSpPr txBox="1"/>
          <p:nvPr/>
        </p:nvSpPr>
        <p:spPr>
          <a:xfrm>
            <a:off x="3212018" y="1924896"/>
            <a:ext cx="25474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Side-by-side Box plots</a:t>
            </a:r>
            <a:endParaRPr sz="1400" b="0" i="0" u="none" strike="noStrike" cap="none">
              <a:solidFill>
                <a:srgbClr val="000000"/>
              </a:solidFill>
              <a:latin typeface="Arial"/>
              <a:ea typeface="Arial"/>
              <a:cs typeface="Arial"/>
              <a:sym typeface="Arial"/>
            </a:endParaRPr>
          </a:p>
        </p:txBody>
      </p:sp>
      <p:sp>
        <p:nvSpPr>
          <p:cNvPr id="378" name="Google Shape;378;p25"/>
          <p:cNvSpPr txBox="1"/>
          <p:nvPr/>
        </p:nvSpPr>
        <p:spPr>
          <a:xfrm>
            <a:off x="8257103" y="1959602"/>
            <a:ext cx="286200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Side-by-side violin plots</a:t>
            </a:r>
            <a:endParaRPr sz="1400" b="0" i="0" u="none" strike="noStrike" cap="none">
              <a:solidFill>
                <a:srgbClr val="000000"/>
              </a:solidFill>
              <a:latin typeface="Arial"/>
              <a:ea typeface="Arial"/>
              <a:cs typeface="Arial"/>
              <a:sym typeface="Arial"/>
            </a:endParaRPr>
          </a:p>
        </p:txBody>
      </p:sp>
      <p:sp>
        <p:nvSpPr>
          <p:cNvPr id="379" name="Google Shape;379;p25"/>
          <p:cNvSpPr txBox="1"/>
          <p:nvPr/>
        </p:nvSpPr>
        <p:spPr>
          <a:xfrm>
            <a:off x="5759488" y="5911703"/>
            <a:ext cx="5736314"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 violin plot is a hybrid of a box plot and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 kernel density plot, which shows peaks in the data.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ckwell"/>
              <a:ea typeface="Rockwell"/>
              <a:cs typeface="Rockwell"/>
              <a:sym typeface="Rockwell"/>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FC2ECDD6-D062-AF91-6A4A-9038DFCDBB8E}"/>
                  </a:ext>
                </a:extLst>
              </p14:cNvPr>
              <p14:cNvContentPartPr/>
              <p14:nvPr/>
            </p14:nvContentPartPr>
            <p14:xfrm>
              <a:off x="4274640" y="1838160"/>
              <a:ext cx="6533280" cy="3126240"/>
            </p14:xfrm>
          </p:contentPart>
        </mc:Choice>
        <mc:Fallback xmlns="">
          <p:pic>
            <p:nvPicPr>
              <p:cNvPr id="2" name="Ink 1">
                <a:extLst>
                  <a:ext uri="{FF2B5EF4-FFF2-40B4-BE49-F238E27FC236}">
                    <a16:creationId xmlns:a16="http://schemas.microsoft.com/office/drawing/2014/main" id="{FC2ECDD6-D062-AF91-6A4A-9038DFCDBB8E}"/>
                  </a:ext>
                </a:extLst>
              </p:cNvPr>
              <p:cNvPicPr/>
              <p:nvPr/>
            </p:nvPicPr>
            <p:blipFill>
              <a:blip r:embed="rId6"/>
              <a:stretch>
                <a:fillRect/>
              </a:stretch>
            </p:blipFill>
            <p:spPr>
              <a:xfrm>
                <a:off x="4265280" y="1828800"/>
                <a:ext cx="6552000" cy="3144960"/>
              </a:xfrm>
              <a:prstGeom prst="rect">
                <a:avLst/>
              </a:prstGeom>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26"/>
          <p:cNvSpPr txBox="1">
            <a:spLocks noGrp="1"/>
          </p:cNvSpPr>
          <p:nvPr>
            <p:ph type="title"/>
          </p:nvPr>
        </p:nvSpPr>
        <p:spPr>
          <a:xfrm>
            <a:off x="1069848" y="234748"/>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MIX CATEGORICAL &amp; QUANTITATIVE</a:t>
            </a:r>
            <a:endParaRPr/>
          </a:p>
        </p:txBody>
      </p:sp>
      <p:pic>
        <p:nvPicPr>
          <p:cNvPr id="386" name="Google Shape;386;p26" descr="plotQN1QL1.3.pdf"/>
          <p:cNvPicPr preferRelativeResize="0">
            <a:picLocks noGrp="1"/>
          </p:cNvPicPr>
          <p:nvPr>
            <p:ph type="body" idx="2"/>
          </p:nvPr>
        </p:nvPicPr>
        <p:blipFill rotWithShape="1">
          <a:blip r:embed="rId3">
            <a:alphaModFix/>
          </a:blip>
          <a:srcRect t="-6033" b="-6034"/>
          <a:stretch/>
        </p:blipFill>
        <p:spPr>
          <a:xfrm>
            <a:off x="778934" y="2121124"/>
            <a:ext cx="5181600" cy="4351339"/>
          </a:xfrm>
          <a:prstGeom prst="rect">
            <a:avLst/>
          </a:prstGeom>
          <a:noFill/>
          <a:ln>
            <a:noFill/>
          </a:ln>
        </p:spPr>
      </p:pic>
      <p:pic>
        <p:nvPicPr>
          <p:cNvPr id="387" name="Google Shape;387;p26" descr="plotQN1QL1.1.pdf"/>
          <p:cNvPicPr preferRelativeResize="0"/>
          <p:nvPr/>
        </p:nvPicPr>
        <p:blipFill rotWithShape="1">
          <a:blip r:embed="rId4">
            <a:alphaModFix/>
          </a:blip>
          <a:srcRect l="-40915" r="-40915"/>
          <a:stretch/>
        </p:blipFill>
        <p:spPr>
          <a:xfrm>
            <a:off x="4508938" y="2339578"/>
            <a:ext cx="8774948" cy="3909533"/>
          </a:xfrm>
          <a:prstGeom prst="rect">
            <a:avLst/>
          </a:prstGeom>
          <a:noFill/>
          <a:ln>
            <a:noFill/>
          </a:ln>
        </p:spPr>
      </p:pic>
      <p:sp>
        <p:nvSpPr>
          <p:cNvPr id="388" name="Google Shape;388;p26"/>
          <p:cNvSpPr txBox="1"/>
          <p:nvPr/>
        </p:nvSpPr>
        <p:spPr>
          <a:xfrm>
            <a:off x="3372376" y="1633538"/>
            <a:ext cx="47070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Overlaid histogram/curves</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CB022F23-F173-2EE4-5E52-2118CF5E4740}"/>
                  </a:ext>
                </a:extLst>
              </p14:cNvPr>
              <p14:cNvContentPartPr/>
              <p14:nvPr/>
            </p14:nvContentPartPr>
            <p14:xfrm>
              <a:off x="681480" y="1535040"/>
              <a:ext cx="9330120" cy="5026320"/>
            </p14:xfrm>
          </p:contentPart>
        </mc:Choice>
        <mc:Fallback xmlns="">
          <p:pic>
            <p:nvPicPr>
              <p:cNvPr id="2" name="Ink 1">
                <a:extLst>
                  <a:ext uri="{FF2B5EF4-FFF2-40B4-BE49-F238E27FC236}">
                    <a16:creationId xmlns:a16="http://schemas.microsoft.com/office/drawing/2014/main" id="{CB022F23-F173-2EE4-5E52-2118CF5E4740}"/>
                  </a:ext>
                </a:extLst>
              </p:cNvPr>
              <p:cNvPicPr/>
              <p:nvPr/>
            </p:nvPicPr>
            <p:blipFill>
              <a:blip r:embed="rId6"/>
              <a:stretch>
                <a:fillRect/>
              </a:stretch>
            </p:blipFill>
            <p:spPr>
              <a:xfrm>
                <a:off x="672120" y="1525680"/>
                <a:ext cx="9348840" cy="50450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grpSp>
        <p:nvGrpSpPr>
          <p:cNvPr id="394" name="Google Shape;394;p27"/>
          <p:cNvGrpSpPr/>
          <p:nvPr/>
        </p:nvGrpSpPr>
        <p:grpSpPr>
          <a:xfrm>
            <a:off x="552450" y="1597723"/>
            <a:ext cx="11200606" cy="4986512"/>
            <a:chOff x="-2742406" y="0"/>
            <a:chExt cx="15404306" cy="6858000"/>
          </a:xfrm>
        </p:grpSpPr>
        <p:pic>
          <p:nvPicPr>
            <p:cNvPr id="395" name="Google Shape;395;p27"/>
            <p:cNvPicPr preferRelativeResize="0"/>
            <p:nvPr/>
          </p:nvPicPr>
          <p:blipFill rotWithShape="1">
            <a:blip r:embed="rId3">
              <a:alphaModFix/>
            </a:blip>
            <a:srcRect/>
            <a:stretch/>
          </p:blipFill>
          <p:spPr>
            <a:xfrm>
              <a:off x="7518400" y="0"/>
              <a:ext cx="5143500" cy="6858000"/>
            </a:xfrm>
            <a:prstGeom prst="rect">
              <a:avLst/>
            </a:prstGeom>
            <a:noFill/>
            <a:ln>
              <a:noFill/>
            </a:ln>
          </p:spPr>
        </p:pic>
        <p:pic>
          <p:nvPicPr>
            <p:cNvPr id="396" name="Google Shape;396;p27"/>
            <p:cNvPicPr preferRelativeResize="0"/>
            <p:nvPr/>
          </p:nvPicPr>
          <p:blipFill rotWithShape="1">
            <a:blip r:embed="rId4">
              <a:alphaModFix/>
            </a:blip>
            <a:srcRect/>
            <a:stretch/>
          </p:blipFill>
          <p:spPr>
            <a:xfrm>
              <a:off x="2427287" y="0"/>
              <a:ext cx="5143500" cy="6858000"/>
            </a:xfrm>
            <a:prstGeom prst="rect">
              <a:avLst/>
            </a:prstGeom>
            <a:noFill/>
            <a:ln>
              <a:noFill/>
            </a:ln>
          </p:spPr>
        </p:pic>
        <p:pic>
          <p:nvPicPr>
            <p:cNvPr id="397" name="Google Shape;397;p27"/>
            <p:cNvPicPr preferRelativeResize="0"/>
            <p:nvPr/>
          </p:nvPicPr>
          <p:blipFill rotWithShape="1">
            <a:blip r:embed="rId5">
              <a:alphaModFix/>
            </a:blip>
            <a:srcRect/>
            <a:stretch/>
          </p:blipFill>
          <p:spPr>
            <a:xfrm>
              <a:off x="-2742406" y="0"/>
              <a:ext cx="5143500" cy="6858000"/>
            </a:xfrm>
            <a:prstGeom prst="rect">
              <a:avLst/>
            </a:prstGeom>
            <a:noFill/>
            <a:ln>
              <a:noFill/>
            </a:ln>
          </p:spPr>
        </p:pic>
      </p:grpSp>
      <p:sp>
        <p:nvSpPr>
          <p:cNvPr id="398" name="Google Shape;398;p27"/>
          <p:cNvSpPr txBox="1">
            <a:spLocks noGrp="1"/>
          </p:cNvSpPr>
          <p:nvPr>
            <p:ph type="title"/>
          </p:nvPr>
        </p:nvSpPr>
        <p:spPr>
          <a:xfrm>
            <a:off x="838200" y="240625"/>
            <a:ext cx="109887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UNIVARIATE (VS. MULTIVARIATE)</a:t>
            </a:r>
            <a:endParaRPr/>
          </a:p>
        </p:txBody>
      </p:sp>
      <p:sp>
        <p:nvSpPr>
          <p:cNvPr id="399" name="Google Shape;399;p27"/>
          <p:cNvSpPr txBox="1">
            <a:spLocks noGrp="1"/>
          </p:cNvSpPr>
          <p:nvPr>
            <p:ph type="body" idx="1"/>
          </p:nvPr>
        </p:nvSpPr>
        <p:spPr>
          <a:xfrm>
            <a:off x="838200" y="1566399"/>
            <a:ext cx="10515600" cy="4351339"/>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Another example: three univariate plots</a:t>
            </a:r>
            <a:endParaRPr/>
          </a:p>
          <a:p>
            <a:pPr marL="182880" lvl="0" indent="-74928" algn="l" rtl="0">
              <a:lnSpc>
                <a:spcPct val="90000"/>
              </a:lnSpc>
              <a:spcBef>
                <a:spcPts val="1200"/>
              </a:spcBef>
              <a:spcAft>
                <a:spcPts val="0"/>
              </a:spcAft>
              <a:buSzPts val="1700"/>
              <a:buNone/>
            </a:pPr>
            <a:endParaRPr/>
          </a:p>
        </p:txBody>
      </p:sp>
      <p:sp>
        <p:nvSpPr>
          <p:cNvPr id="400" name="Google Shape;400;p27"/>
          <p:cNvSpPr txBox="1"/>
          <p:nvPr/>
        </p:nvSpPr>
        <p:spPr>
          <a:xfrm>
            <a:off x="1309022" y="2699898"/>
            <a:ext cx="1790875" cy="120032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Titanic </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Passenger </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Manifest </a:t>
            </a:r>
            <a:endParaRPr sz="1400" b="0" i="0" u="none" strike="noStrike" cap="none">
              <a:solidFill>
                <a:srgbClr val="000000"/>
              </a:solidFill>
              <a:latin typeface="Arial"/>
              <a:ea typeface="Arial"/>
              <a:cs typeface="Arial"/>
              <a:sym typeface="Arial"/>
            </a:endParaRPr>
          </a:p>
        </p:txBody>
      </p:sp>
      <p:sp>
        <p:nvSpPr>
          <p:cNvPr id="401" name="Google Shape;401;p27"/>
          <p:cNvSpPr txBox="1"/>
          <p:nvPr/>
        </p:nvSpPr>
        <p:spPr>
          <a:xfrm>
            <a:off x="2082815" y="6101064"/>
            <a:ext cx="1377475" cy="369291"/>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Class</a:t>
            </a:r>
            <a:endParaRPr sz="1400" b="0" i="0" u="none" strike="noStrike" cap="none">
              <a:solidFill>
                <a:srgbClr val="000000"/>
              </a:solidFill>
              <a:latin typeface="Arial"/>
              <a:ea typeface="Arial"/>
              <a:cs typeface="Arial"/>
              <a:sym typeface="Arial"/>
            </a:endParaRPr>
          </a:p>
        </p:txBody>
      </p:sp>
      <p:sp>
        <p:nvSpPr>
          <p:cNvPr id="402" name="Google Shape;402;p27"/>
          <p:cNvSpPr txBox="1"/>
          <p:nvPr/>
        </p:nvSpPr>
        <p:spPr>
          <a:xfrm>
            <a:off x="5953125" y="6101064"/>
            <a:ext cx="1372382" cy="369291"/>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Sex</a:t>
            </a:r>
            <a:endParaRPr sz="1400" b="0" i="0" u="none" strike="noStrike" cap="none">
              <a:solidFill>
                <a:srgbClr val="000000"/>
              </a:solidFill>
              <a:latin typeface="Arial"/>
              <a:ea typeface="Arial"/>
              <a:cs typeface="Arial"/>
              <a:sym typeface="Arial"/>
            </a:endParaRPr>
          </a:p>
        </p:txBody>
      </p:sp>
      <p:sp>
        <p:nvSpPr>
          <p:cNvPr id="403" name="Google Shape;403;p27"/>
          <p:cNvSpPr txBox="1"/>
          <p:nvPr/>
        </p:nvSpPr>
        <p:spPr>
          <a:xfrm>
            <a:off x="9340948" y="6030165"/>
            <a:ext cx="1686352" cy="369291"/>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Survived</a:t>
            </a:r>
            <a:endParaRPr sz="1800" b="0" i="0" u="none" strike="noStrike" cap="none">
              <a:solidFill>
                <a:schemeClr val="dk1"/>
              </a:solidFill>
              <a:latin typeface="Rockwell"/>
              <a:ea typeface="Rockwell"/>
              <a:cs typeface="Rockwell"/>
              <a:sym typeface="Rockwell"/>
            </a:endParaRPr>
          </a:p>
        </p:txBody>
      </p:sp>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47496D3B-79D2-6314-39C4-C9FC1BCF1EAA}"/>
                  </a:ext>
                </a:extLst>
              </p14:cNvPr>
              <p14:cNvContentPartPr/>
              <p14:nvPr/>
            </p14:nvContentPartPr>
            <p14:xfrm>
              <a:off x="2627280" y="5948280"/>
              <a:ext cx="6157080" cy="909720"/>
            </p14:xfrm>
          </p:contentPart>
        </mc:Choice>
        <mc:Fallback xmlns="">
          <p:pic>
            <p:nvPicPr>
              <p:cNvPr id="2" name="Ink 1">
                <a:extLst>
                  <a:ext uri="{FF2B5EF4-FFF2-40B4-BE49-F238E27FC236}">
                    <a16:creationId xmlns:a16="http://schemas.microsoft.com/office/drawing/2014/main" id="{47496D3B-79D2-6314-39C4-C9FC1BCF1EAA}"/>
                  </a:ext>
                </a:extLst>
              </p:cNvPr>
              <p:cNvPicPr/>
              <p:nvPr/>
            </p:nvPicPr>
            <p:blipFill>
              <a:blip r:embed="rId7"/>
              <a:stretch>
                <a:fillRect/>
              </a:stretch>
            </p:blipFill>
            <p:spPr>
              <a:xfrm>
                <a:off x="2617920" y="5938920"/>
                <a:ext cx="6175800" cy="928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 name="Ink 2">
                <a:extLst>
                  <a:ext uri="{FF2B5EF4-FFF2-40B4-BE49-F238E27FC236}">
                    <a16:creationId xmlns:a16="http://schemas.microsoft.com/office/drawing/2014/main" id="{BEA54DDC-CCA4-0C22-6AAD-0AD73C360048}"/>
                  </a:ext>
                </a:extLst>
              </p14:cNvPr>
              <p14:cNvContentPartPr/>
              <p14:nvPr/>
            </p14:nvContentPartPr>
            <p14:xfrm>
              <a:off x="3531240" y="2327400"/>
              <a:ext cx="526320" cy="606960"/>
            </p14:xfrm>
          </p:contentPart>
        </mc:Choice>
        <mc:Fallback xmlns="">
          <p:pic>
            <p:nvPicPr>
              <p:cNvPr id="3" name="Ink 2">
                <a:extLst>
                  <a:ext uri="{FF2B5EF4-FFF2-40B4-BE49-F238E27FC236}">
                    <a16:creationId xmlns:a16="http://schemas.microsoft.com/office/drawing/2014/main" id="{BEA54DDC-CCA4-0C22-6AAD-0AD73C360048}"/>
                  </a:ext>
                </a:extLst>
              </p:cNvPr>
              <p:cNvPicPr/>
              <p:nvPr/>
            </p:nvPicPr>
            <p:blipFill>
              <a:blip r:embed="rId9"/>
              <a:stretch>
                <a:fillRect/>
              </a:stretch>
            </p:blipFill>
            <p:spPr>
              <a:xfrm>
                <a:off x="3521880" y="2318040"/>
                <a:ext cx="545040" cy="625680"/>
              </a:xfrm>
              <a:prstGeom prst="rect">
                <a:avLst/>
              </a:prstGeom>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28"/>
          <p:cNvSpPr txBox="1">
            <a:spLocks noGrp="1"/>
          </p:cNvSpPr>
          <p:nvPr>
            <p:ph type="title"/>
          </p:nvPr>
        </p:nvSpPr>
        <p:spPr>
          <a:xfrm>
            <a:off x="811525" y="284675"/>
            <a:ext cx="110571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(UNIVARIATE VS.) MULTIVARIATE</a:t>
            </a:r>
            <a:endParaRPr/>
          </a:p>
        </p:txBody>
      </p:sp>
      <p:sp>
        <p:nvSpPr>
          <p:cNvPr id="410" name="Google Shape;410;p28"/>
          <p:cNvSpPr txBox="1">
            <a:spLocks noGrp="1"/>
          </p:cNvSpPr>
          <p:nvPr>
            <p:ph type="body" idx="1"/>
          </p:nvPr>
        </p:nvSpPr>
        <p:spPr>
          <a:xfrm>
            <a:off x="811530" y="1894019"/>
            <a:ext cx="10515600" cy="4351339"/>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Conditioning on a range of values (e.g., ages in groups) and construct side by side bar charts or box plots</a:t>
            </a:r>
            <a:endParaRPr/>
          </a:p>
          <a:p>
            <a:pPr marL="182880" lvl="0" indent="-74928" algn="l" rtl="0">
              <a:lnSpc>
                <a:spcPct val="90000"/>
              </a:lnSpc>
              <a:spcBef>
                <a:spcPts val="1200"/>
              </a:spcBef>
              <a:spcAft>
                <a:spcPts val="0"/>
              </a:spcAft>
              <a:buSzPts val="1700"/>
              <a:buNone/>
            </a:pPr>
            <a:endParaRPr/>
          </a:p>
          <a:p>
            <a:pPr marL="182880" lvl="0" indent="-74928" algn="l" rtl="0">
              <a:lnSpc>
                <a:spcPct val="90000"/>
              </a:lnSpc>
              <a:spcBef>
                <a:spcPts val="1200"/>
              </a:spcBef>
              <a:spcAft>
                <a:spcPts val="0"/>
              </a:spcAft>
              <a:buSzPts val="1700"/>
              <a:buNone/>
            </a:pPr>
            <a:endParaRPr/>
          </a:p>
          <a:p>
            <a:pPr marL="182880" lvl="0" indent="-74928" algn="l" rtl="0">
              <a:lnSpc>
                <a:spcPct val="90000"/>
              </a:lnSpc>
              <a:spcBef>
                <a:spcPts val="1200"/>
              </a:spcBef>
              <a:spcAft>
                <a:spcPts val="0"/>
              </a:spcAft>
              <a:buSzPts val="1700"/>
              <a:buNone/>
            </a:pPr>
            <a:endParaRPr/>
          </a:p>
        </p:txBody>
      </p:sp>
      <p:grpSp>
        <p:nvGrpSpPr>
          <p:cNvPr id="411" name="Google Shape;411;p28"/>
          <p:cNvGrpSpPr/>
          <p:nvPr/>
        </p:nvGrpSpPr>
        <p:grpSpPr>
          <a:xfrm>
            <a:off x="441813" y="2857501"/>
            <a:ext cx="5398585" cy="3696967"/>
            <a:chOff x="811530" y="2493112"/>
            <a:chExt cx="5937553" cy="4066054"/>
          </a:xfrm>
        </p:grpSpPr>
        <p:pic>
          <p:nvPicPr>
            <p:cNvPr id="412" name="Google Shape;412;p28"/>
            <p:cNvPicPr preferRelativeResize="0"/>
            <p:nvPr/>
          </p:nvPicPr>
          <p:blipFill rotWithShape="1">
            <a:blip r:embed="rId3">
              <a:alphaModFix/>
            </a:blip>
            <a:srcRect/>
            <a:stretch/>
          </p:blipFill>
          <p:spPr>
            <a:xfrm>
              <a:off x="811530" y="2493112"/>
              <a:ext cx="5937553" cy="4066054"/>
            </a:xfrm>
            <a:prstGeom prst="rect">
              <a:avLst/>
            </a:prstGeom>
            <a:noFill/>
            <a:ln>
              <a:noFill/>
            </a:ln>
          </p:spPr>
        </p:pic>
        <p:sp>
          <p:nvSpPr>
            <p:cNvPr id="413" name="Google Shape;413;p28"/>
            <p:cNvSpPr txBox="1"/>
            <p:nvPr/>
          </p:nvSpPr>
          <p:spPr>
            <a:xfrm>
              <a:off x="1519310" y="3742005"/>
              <a:ext cx="190308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Titanic Survivors</a:t>
              </a:r>
              <a:endParaRPr sz="1400" b="0" i="0" u="none" strike="noStrike" cap="none">
                <a:solidFill>
                  <a:srgbClr val="000000"/>
                </a:solidFill>
                <a:latin typeface="Arial"/>
                <a:ea typeface="Arial"/>
                <a:cs typeface="Arial"/>
                <a:sym typeface="Arial"/>
              </a:endParaRPr>
            </a:p>
          </p:txBody>
        </p:sp>
      </p:grpSp>
      <p:grpSp>
        <p:nvGrpSpPr>
          <p:cNvPr id="414" name="Google Shape;414;p28"/>
          <p:cNvGrpSpPr/>
          <p:nvPr/>
        </p:nvGrpSpPr>
        <p:grpSpPr>
          <a:xfrm>
            <a:off x="5981885" y="2857501"/>
            <a:ext cx="5238050" cy="3696967"/>
            <a:chOff x="4513635" y="1654953"/>
            <a:chExt cx="7783684" cy="5189123"/>
          </a:xfrm>
        </p:grpSpPr>
        <p:pic>
          <p:nvPicPr>
            <p:cNvPr id="415" name="Google Shape;415;p28"/>
            <p:cNvPicPr preferRelativeResize="0"/>
            <p:nvPr/>
          </p:nvPicPr>
          <p:blipFill rotWithShape="1">
            <a:blip r:embed="rId4">
              <a:alphaModFix/>
            </a:blip>
            <a:srcRect/>
            <a:stretch/>
          </p:blipFill>
          <p:spPr>
            <a:xfrm>
              <a:off x="4513635" y="1654953"/>
              <a:ext cx="7783684" cy="5189123"/>
            </a:xfrm>
            <a:prstGeom prst="rect">
              <a:avLst/>
            </a:prstGeom>
            <a:noFill/>
            <a:ln>
              <a:noFill/>
            </a:ln>
          </p:spPr>
        </p:pic>
        <p:sp>
          <p:nvSpPr>
            <p:cNvPr id="416" name="Google Shape;416;p28"/>
            <p:cNvSpPr txBox="1"/>
            <p:nvPr/>
          </p:nvSpPr>
          <p:spPr>
            <a:xfrm>
              <a:off x="6180209" y="1804501"/>
              <a:ext cx="4980600" cy="432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Comparison of Restaurant Bills</a:t>
              </a:r>
              <a:endParaRPr sz="1800" b="0" i="0" u="none" strike="noStrike" cap="none">
                <a:solidFill>
                  <a:schemeClr val="dk1"/>
                </a:solidFill>
                <a:latin typeface="Rockwell"/>
                <a:ea typeface="Rockwell"/>
                <a:cs typeface="Rockwell"/>
                <a:sym typeface="Rockwell"/>
              </a:endParaRPr>
            </a:p>
          </p:txBody>
        </p:sp>
      </p:gr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13F738DA-E376-7DC5-926E-3DC0FC487CD7}"/>
                  </a:ext>
                </a:extLst>
              </p14:cNvPr>
              <p14:cNvContentPartPr/>
              <p14:nvPr/>
            </p14:nvContentPartPr>
            <p14:xfrm>
              <a:off x="6705720" y="4824720"/>
              <a:ext cx="3985200" cy="1393200"/>
            </p14:xfrm>
          </p:contentPart>
        </mc:Choice>
        <mc:Fallback xmlns="">
          <p:pic>
            <p:nvPicPr>
              <p:cNvPr id="2" name="Ink 1">
                <a:extLst>
                  <a:ext uri="{FF2B5EF4-FFF2-40B4-BE49-F238E27FC236}">
                    <a16:creationId xmlns:a16="http://schemas.microsoft.com/office/drawing/2014/main" id="{13F738DA-E376-7DC5-926E-3DC0FC487CD7}"/>
                  </a:ext>
                </a:extLst>
              </p:cNvPr>
              <p:cNvPicPr/>
              <p:nvPr/>
            </p:nvPicPr>
            <p:blipFill>
              <a:blip r:embed="rId6"/>
              <a:stretch>
                <a:fillRect/>
              </a:stretch>
            </p:blipFill>
            <p:spPr>
              <a:xfrm>
                <a:off x="6696360" y="4815360"/>
                <a:ext cx="4003920" cy="14119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99871063-38BD-A74E-9965-6F95DBCADBE3}"/>
                  </a:ext>
                </a:extLst>
              </p14:cNvPr>
              <p14:cNvContentPartPr/>
              <p14:nvPr/>
            </p14:nvContentPartPr>
            <p14:xfrm>
              <a:off x="2446920" y="2500560"/>
              <a:ext cx="9379800" cy="2692080"/>
            </p14:xfrm>
          </p:contentPart>
        </mc:Choice>
        <mc:Fallback xmlns="">
          <p:pic>
            <p:nvPicPr>
              <p:cNvPr id="3" name="Ink 2">
                <a:extLst>
                  <a:ext uri="{FF2B5EF4-FFF2-40B4-BE49-F238E27FC236}">
                    <a16:creationId xmlns:a16="http://schemas.microsoft.com/office/drawing/2014/main" id="{99871063-38BD-A74E-9965-6F95DBCADBE3}"/>
                  </a:ext>
                </a:extLst>
              </p:cNvPr>
              <p:cNvPicPr/>
              <p:nvPr/>
            </p:nvPicPr>
            <p:blipFill>
              <a:blip r:embed="rId8"/>
              <a:stretch>
                <a:fillRect/>
              </a:stretch>
            </p:blipFill>
            <p:spPr>
              <a:xfrm>
                <a:off x="2437560" y="2491200"/>
                <a:ext cx="9398520" cy="27108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29"/>
          <p:cNvSpPr txBox="1">
            <a:spLocks noGrp="1"/>
          </p:cNvSpPr>
          <p:nvPr>
            <p:ph type="ctrTitle"/>
          </p:nvPr>
        </p:nvSpPr>
        <p:spPr>
          <a:xfrm>
            <a:off x="2187437" y="1827431"/>
            <a:ext cx="9144000" cy="2387600"/>
          </a:xfrm>
          <a:prstGeom prst="rect">
            <a:avLst/>
          </a:prstGeom>
          <a:noFill/>
          <a:ln>
            <a:noFill/>
          </a:ln>
        </p:spPr>
        <p:txBody>
          <a:bodyPr spcFirstLastPara="1" wrap="square" lIns="91425" tIns="45700" rIns="91425" bIns="45700" anchor="ctr" anchorCtr="0">
            <a:normAutofit/>
          </a:bodyPr>
          <a:lstStyle/>
          <a:p>
            <a:pPr marL="0" lvl="0" indent="0" algn="ctr" rtl="0">
              <a:lnSpc>
                <a:spcPct val="80000"/>
              </a:lnSpc>
              <a:spcBef>
                <a:spcPts val="0"/>
              </a:spcBef>
              <a:spcAft>
                <a:spcPts val="0"/>
              </a:spcAft>
              <a:buSzPts val="6000"/>
              <a:buFont typeface="Rockwell"/>
              <a:buNone/>
            </a:pPr>
            <a:r>
              <a:rPr lang="en-US" sz="6000" dirty="0"/>
              <a:t>EXAMPLES OF PLOTS THAT </a:t>
            </a:r>
            <a:br>
              <a:rPr lang="en-US" sz="6000" dirty="0"/>
            </a:br>
            <a:r>
              <a:rPr lang="en-US" sz="6000" dirty="0"/>
              <a:t>NEED IMPROVEMENT</a:t>
            </a:r>
            <a:endParaRPr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D6E0BCE0-BA2B-5337-C135-3804C99B4D7D}"/>
                  </a:ext>
                </a:extLst>
              </p14:cNvPr>
              <p14:cNvContentPartPr/>
              <p14:nvPr/>
            </p14:nvContentPartPr>
            <p14:xfrm>
              <a:off x="4195440" y="903600"/>
              <a:ext cx="1739880" cy="477000"/>
            </p14:xfrm>
          </p:contentPart>
        </mc:Choice>
        <mc:Fallback xmlns="">
          <p:pic>
            <p:nvPicPr>
              <p:cNvPr id="2" name="Ink 1">
                <a:extLst>
                  <a:ext uri="{FF2B5EF4-FFF2-40B4-BE49-F238E27FC236}">
                    <a16:creationId xmlns:a16="http://schemas.microsoft.com/office/drawing/2014/main" id="{D6E0BCE0-BA2B-5337-C135-3804C99B4D7D}"/>
                  </a:ext>
                </a:extLst>
              </p:cNvPr>
              <p:cNvPicPr/>
              <p:nvPr/>
            </p:nvPicPr>
            <p:blipFill>
              <a:blip r:embed="rId4"/>
              <a:stretch>
                <a:fillRect/>
              </a:stretch>
            </p:blipFill>
            <p:spPr>
              <a:xfrm>
                <a:off x="4186080" y="894240"/>
                <a:ext cx="1758600" cy="495720"/>
              </a:xfrm>
              <a:prstGeom prst="rect">
                <a:avLst/>
              </a:prstGeom>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30"/>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2015 CONGRESSIONAL HEARING:</a:t>
            </a:r>
            <a:br>
              <a:rPr lang="en-US"/>
            </a:br>
            <a:r>
              <a:rPr lang="en-US"/>
              <a:t>PLANNED PARENTHOOD </a:t>
            </a:r>
            <a:endParaRPr/>
          </a:p>
        </p:txBody>
      </p:sp>
      <p:sp>
        <p:nvSpPr>
          <p:cNvPr id="428" name="Google Shape;428;p30"/>
          <p:cNvSpPr txBox="1">
            <a:spLocks noGrp="1"/>
          </p:cNvSpPr>
          <p:nvPr>
            <p:ph type="body" idx="1"/>
          </p:nvPr>
        </p:nvSpPr>
        <p:spPr>
          <a:xfrm>
            <a:off x="1069848" y="2373659"/>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US" sz="2400"/>
              <a:t>Congressman Chaffetz (R-UT), chair US House Oversight Committee</a:t>
            </a:r>
            <a:endParaRPr/>
          </a:p>
          <a:p>
            <a:pPr marL="182880" lvl="0" indent="-182880" algn="l" rtl="0">
              <a:lnSpc>
                <a:spcPct val="90000"/>
              </a:lnSpc>
              <a:spcBef>
                <a:spcPts val="1200"/>
              </a:spcBef>
              <a:spcAft>
                <a:spcPts val="0"/>
              </a:spcAft>
              <a:buSzPts val="2040"/>
              <a:buChar char="▪"/>
            </a:pPr>
            <a:r>
              <a:rPr lang="en-US" sz="2400"/>
              <a:t>Investigation of federal funding of Planned Parenthood </a:t>
            </a:r>
            <a:endParaRPr/>
          </a:p>
          <a:p>
            <a:pPr marL="182880" lvl="0" indent="-182880" algn="l" rtl="0">
              <a:lnSpc>
                <a:spcPct val="90000"/>
              </a:lnSpc>
              <a:spcBef>
                <a:spcPts val="1200"/>
              </a:spcBef>
              <a:spcAft>
                <a:spcPts val="0"/>
              </a:spcAft>
              <a:buSzPts val="2040"/>
              <a:buChar char="▪"/>
            </a:pPr>
            <a:r>
              <a:rPr lang="en-US" sz="2400"/>
              <a:t>Chaffetz showed a plot which originally appeared in a report by Americans United for Life (</a:t>
            </a:r>
            <a:r>
              <a:rPr lang="en-US" sz="2400" u="sng">
                <a:solidFill>
                  <a:schemeClr val="hlink"/>
                </a:solidFill>
                <a:hlinkClick r:id="rId3"/>
              </a:rPr>
              <a:t>http://www.aul.org</a:t>
            </a:r>
            <a:r>
              <a:rPr lang="en-US" sz="2400"/>
              <a:t>)</a:t>
            </a:r>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D74149DE-285F-F877-BD2F-643381000EB0}"/>
                  </a:ext>
                </a:extLst>
              </p14:cNvPr>
              <p14:cNvContentPartPr/>
              <p14:nvPr/>
            </p14:nvContentPartPr>
            <p14:xfrm>
              <a:off x="4212720" y="2098080"/>
              <a:ext cx="5842440" cy="798840"/>
            </p14:xfrm>
          </p:contentPart>
        </mc:Choice>
        <mc:Fallback xmlns="">
          <p:pic>
            <p:nvPicPr>
              <p:cNvPr id="2" name="Ink 1">
                <a:extLst>
                  <a:ext uri="{FF2B5EF4-FFF2-40B4-BE49-F238E27FC236}">
                    <a16:creationId xmlns:a16="http://schemas.microsoft.com/office/drawing/2014/main" id="{D74149DE-285F-F877-BD2F-643381000EB0}"/>
                  </a:ext>
                </a:extLst>
              </p:cNvPr>
              <p:cNvPicPr/>
              <p:nvPr/>
            </p:nvPicPr>
            <p:blipFill>
              <a:blip r:embed="rId5"/>
              <a:stretch>
                <a:fillRect/>
              </a:stretch>
            </p:blipFill>
            <p:spPr>
              <a:xfrm>
                <a:off x="4203360" y="2088720"/>
                <a:ext cx="5861160" cy="817560"/>
              </a:xfrm>
              <a:prstGeom prst="rect">
                <a:avLst/>
              </a:prstGeom>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31"/>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PLANNED PARENTHOOD PROCEDURES</a:t>
            </a:r>
            <a:endParaRPr/>
          </a:p>
        </p:txBody>
      </p:sp>
      <p:pic>
        <p:nvPicPr>
          <p:cNvPr id="435" name="Google Shape;435;p31" descr="plannedParenthoodBad.pdf"/>
          <p:cNvPicPr preferRelativeResize="0">
            <a:picLocks noGrp="1"/>
          </p:cNvPicPr>
          <p:nvPr>
            <p:ph type="body" idx="1"/>
          </p:nvPr>
        </p:nvPicPr>
        <p:blipFill rotWithShape="1">
          <a:blip r:embed="rId3">
            <a:alphaModFix/>
          </a:blip>
          <a:srcRect t="8012" b="8011"/>
          <a:stretch/>
        </p:blipFill>
        <p:spPr>
          <a:xfrm>
            <a:off x="1069848" y="2194560"/>
            <a:ext cx="4754880" cy="3977640"/>
          </a:xfrm>
          <a:prstGeom prst="rect">
            <a:avLst/>
          </a:prstGeom>
          <a:noFill/>
          <a:ln>
            <a:noFill/>
          </a:ln>
        </p:spPr>
      </p:pic>
      <p:sp>
        <p:nvSpPr>
          <p:cNvPr id="436" name="Google Shape;436;p31"/>
          <p:cNvSpPr txBox="1">
            <a:spLocks noGrp="1"/>
          </p:cNvSpPr>
          <p:nvPr>
            <p:ph type="body" idx="2"/>
          </p:nvPr>
        </p:nvSpPr>
        <p:spPr>
          <a:xfrm>
            <a:off x="6048908" y="2194560"/>
            <a:ext cx="5980177" cy="3977640"/>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SzPts val="2040"/>
              <a:buFont typeface="Arial"/>
              <a:buChar char="•"/>
            </a:pPr>
            <a:r>
              <a:rPr lang="en-US" sz="2400"/>
              <a:t>Procedures:</a:t>
            </a:r>
            <a:endParaRPr/>
          </a:p>
          <a:p>
            <a:pPr marL="1142983" lvl="1" indent="-457200" algn="l" rtl="0">
              <a:lnSpc>
                <a:spcPct val="90000"/>
              </a:lnSpc>
              <a:spcBef>
                <a:spcPts val="400"/>
              </a:spcBef>
              <a:spcAft>
                <a:spcPts val="0"/>
              </a:spcAft>
              <a:buSzPts val="2040"/>
              <a:buFont typeface="Arial"/>
              <a:buChar char="•"/>
            </a:pPr>
            <a:r>
              <a:rPr lang="en-US" sz="2400"/>
              <a:t>Cancer screenings</a:t>
            </a:r>
            <a:endParaRPr/>
          </a:p>
          <a:p>
            <a:pPr marL="1142983" lvl="1" indent="-457200" algn="l" rtl="0">
              <a:lnSpc>
                <a:spcPct val="90000"/>
              </a:lnSpc>
              <a:spcBef>
                <a:spcPts val="600"/>
              </a:spcBef>
              <a:spcAft>
                <a:spcPts val="0"/>
              </a:spcAft>
              <a:buSzPts val="2040"/>
              <a:buFont typeface="Arial"/>
              <a:buChar char="•"/>
            </a:pPr>
            <a:r>
              <a:rPr lang="en-US" sz="2400"/>
              <a:t>Abortion</a:t>
            </a:r>
            <a:endParaRPr/>
          </a:p>
          <a:p>
            <a:pPr marL="457200" lvl="0" indent="-457200" algn="l" rtl="0">
              <a:lnSpc>
                <a:spcPct val="90000"/>
              </a:lnSpc>
              <a:spcBef>
                <a:spcPts val="1400"/>
              </a:spcBef>
              <a:spcAft>
                <a:spcPts val="0"/>
              </a:spcAft>
              <a:buSzPts val="2040"/>
              <a:buFont typeface="Arial"/>
              <a:buChar char="•"/>
            </a:pPr>
            <a:r>
              <a:rPr lang="en-US" sz="2400"/>
              <a:t>Time: 2006 to 2013</a:t>
            </a:r>
            <a:endParaRPr/>
          </a:p>
          <a:p>
            <a:pPr marL="457200" lvl="0" indent="-457200" algn="l" rtl="0">
              <a:lnSpc>
                <a:spcPct val="90000"/>
              </a:lnSpc>
              <a:spcBef>
                <a:spcPts val="1200"/>
              </a:spcBef>
              <a:spcAft>
                <a:spcPts val="0"/>
              </a:spcAft>
              <a:buSzPts val="2040"/>
              <a:buFont typeface="Arial"/>
              <a:buChar char="•"/>
            </a:pPr>
            <a:r>
              <a:rPr lang="en-US" sz="2400"/>
              <a:t>How many data points are in this plot?</a:t>
            </a:r>
            <a:endParaRPr/>
          </a:p>
          <a:p>
            <a:pPr marL="457200" lvl="0" indent="-457200" algn="l" rtl="0">
              <a:lnSpc>
                <a:spcPct val="90000"/>
              </a:lnSpc>
              <a:spcBef>
                <a:spcPts val="1200"/>
              </a:spcBef>
              <a:spcAft>
                <a:spcPts val="0"/>
              </a:spcAft>
              <a:buSzPts val="2040"/>
              <a:buFont typeface="Arial"/>
              <a:buChar char="•"/>
            </a:pPr>
            <a:r>
              <a:rPr lang="en-US" sz="2400"/>
              <a:t>What’s suspicious about this plot?</a:t>
            </a:r>
            <a:endParaRPr/>
          </a:p>
          <a:p>
            <a:pPr marL="457200" lvl="0" indent="-457200" algn="l" rtl="0">
              <a:lnSpc>
                <a:spcPct val="90000"/>
              </a:lnSpc>
              <a:spcBef>
                <a:spcPts val="1200"/>
              </a:spcBef>
              <a:spcAft>
                <a:spcPts val="0"/>
              </a:spcAft>
              <a:buSzPts val="2040"/>
              <a:buFont typeface="Arial"/>
              <a:buChar char="•"/>
            </a:pPr>
            <a:r>
              <a:rPr lang="en-US" sz="2400"/>
              <a:t>How can we improve this plot? </a:t>
            </a:r>
            <a:endParaRPr/>
          </a:p>
          <a:p>
            <a:pPr marL="1142983" lvl="1" indent="-327660" algn="l" rtl="0">
              <a:lnSpc>
                <a:spcPct val="90000"/>
              </a:lnSpc>
              <a:spcBef>
                <a:spcPts val="400"/>
              </a:spcBef>
              <a:spcAft>
                <a:spcPts val="0"/>
              </a:spcAft>
              <a:buSzPts val="2040"/>
              <a:buFont typeface="Arial"/>
              <a:buNone/>
            </a:pPr>
            <a:endParaRPr sz="2400"/>
          </a:p>
        </p:txBody>
      </p:sp>
      <p:sp>
        <p:nvSpPr>
          <p:cNvPr id="437" name="Google Shape;437;p31"/>
          <p:cNvSpPr txBox="1"/>
          <p:nvPr/>
        </p:nvSpPr>
        <p:spPr>
          <a:xfrm>
            <a:off x="6558469" y="6069722"/>
            <a:ext cx="4776938"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Note: This is based on an administrative dataset collected by Planned Parenthood</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66F62693-880F-DC9C-D8CE-AD3FF4876CB9}"/>
                  </a:ext>
                </a:extLst>
              </p14:cNvPr>
              <p14:cNvContentPartPr/>
              <p14:nvPr/>
            </p14:nvContentPartPr>
            <p14:xfrm>
              <a:off x="1084320" y="2266200"/>
              <a:ext cx="10823040" cy="4591800"/>
            </p14:xfrm>
          </p:contentPart>
        </mc:Choice>
        <mc:Fallback xmlns="">
          <p:pic>
            <p:nvPicPr>
              <p:cNvPr id="2" name="Ink 1">
                <a:extLst>
                  <a:ext uri="{FF2B5EF4-FFF2-40B4-BE49-F238E27FC236}">
                    <a16:creationId xmlns:a16="http://schemas.microsoft.com/office/drawing/2014/main" id="{66F62693-880F-DC9C-D8CE-AD3FF4876CB9}"/>
                  </a:ext>
                </a:extLst>
              </p:cNvPr>
              <p:cNvPicPr/>
              <p:nvPr/>
            </p:nvPicPr>
            <p:blipFill>
              <a:blip r:embed="rId5"/>
              <a:stretch>
                <a:fillRect/>
              </a:stretch>
            </p:blipFill>
            <p:spPr>
              <a:xfrm>
                <a:off x="1074960" y="2256840"/>
                <a:ext cx="10841760" cy="4610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4FA84F58-2AFE-C732-8CB7-EFD3F291F3F7}"/>
                  </a:ext>
                </a:extLst>
              </p14:cNvPr>
              <p14:cNvContentPartPr/>
              <p14:nvPr/>
            </p14:nvContentPartPr>
            <p14:xfrm>
              <a:off x="2255040" y="4939200"/>
              <a:ext cx="1828080" cy="538920"/>
            </p14:xfrm>
          </p:contentPart>
        </mc:Choice>
        <mc:Fallback xmlns="">
          <p:pic>
            <p:nvPicPr>
              <p:cNvPr id="3" name="Ink 2">
                <a:extLst>
                  <a:ext uri="{FF2B5EF4-FFF2-40B4-BE49-F238E27FC236}">
                    <a16:creationId xmlns:a16="http://schemas.microsoft.com/office/drawing/2014/main" id="{4FA84F58-2AFE-C732-8CB7-EFD3F291F3F7}"/>
                  </a:ext>
                </a:extLst>
              </p:cNvPr>
              <p:cNvPicPr/>
              <p:nvPr/>
            </p:nvPicPr>
            <p:blipFill>
              <a:blip r:embed="rId7"/>
              <a:stretch>
                <a:fillRect/>
              </a:stretch>
            </p:blipFill>
            <p:spPr>
              <a:xfrm>
                <a:off x="2245680" y="4929840"/>
                <a:ext cx="1846800" cy="557640"/>
              </a:xfrm>
              <a:prstGeom prst="rect">
                <a:avLst/>
              </a:prstGeom>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32"/>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EARNINGS</a:t>
            </a:r>
            <a:endParaRPr/>
          </a:p>
        </p:txBody>
      </p:sp>
      <p:sp>
        <p:nvSpPr>
          <p:cNvPr id="443" name="Google Shape;443;p32"/>
          <p:cNvSpPr txBox="1">
            <a:spLocks noGrp="1"/>
          </p:cNvSpPr>
          <p:nvPr>
            <p:ph type="body" idx="1"/>
          </p:nvPr>
        </p:nvSpPr>
        <p:spPr>
          <a:xfrm>
            <a:off x="1069848" y="1825626"/>
            <a:ext cx="4526599" cy="4351339"/>
          </a:xfrm>
          <a:prstGeom prst="rect">
            <a:avLst/>
          </a:prstGeom>
          <a:noFill/>
          <a:ln>
            <a:noFill/>
          </a:ln>
        </p:spPr>
        <p:txBody>
          <a:bodyPr spcFirstLastPara="1" wrap="square" lIns="91425" tIns="45700" rIns="91425" bIns="45700" anchor="t" anchorCtr="0">
            <a:noAutofit/>
          </a:bodyPr>
          <a:lstStyle/>
          <a:p>
            <a:pPr marL="182880" lvl="0" indent="-182880" algn="l" rtl="0">
              <a:lnSpc>
                <a:spcPct val="90000"/>
              </a:lnSpc>
              <a:spcBef>
                <a:spcPts val="0"/>
              </a:spcBef>
              <a:spcAft>
                <a:spcPts val="0"/>
              </a:spcAft>
              <a:buSzPts val="2040"/>
              <a:buChar char="▪"/>
            </a:pPr>
            <a:r>
              <a:rPr lang="en-US" sz="2400"/>
              <a:t>Bureau of Labor Statistics </a:t>
            </a:r>
            <a:endParaRPr/>
          </a:p>
          <a:p>
            <a:pPr marL="457200" lvl="1" indent="-182880" algn="l" rtl="0">
              <a:lnSpc>
                <a:spcPct val="90000"/>
              </a:lnSpc>
              <a:spcBef>
                <a:spcPts val="400"/>
              </a:spcBef>
              <a:spcAft>
                <a:spcPts val="0"/>
              </a:spcAft>
              <a:buSzPts val="2040"/>
              <a:buChar char="▪"/>
            </a:pPr>
            <a:r>
              <a:rPr lang="en-US" sz="2400"/>
              <a:t>Oversees scientific surveys related to economic health of the country</a:t>
            </a:r>
            <a:endParaRPr/>
          </a:p>
          <a:p>
            <a:pPr marL="182880" lvl="0" indent="-182880" algn="l" rtl="0">
              <a:lnSpc>
                <a:spcPct val="90000"/>
              </a:lnSpc>
              <a:spcBef>
                <a:spcPts val="1400"/>
              </a:spcBef>
              <a:spcAft>
                <a:spcPts val="0"/>
              </a:spcAft>
              <a:buSzPts val="2040"/>
              <a:buChar char="▪"/>
            </a:pPr>
            <a:r>
              <a:rPr lang="en-US" sz="2400"/>
              <a:t>Current Population Survey</a:t>
            </a:r>
            <a:endParaRPr/>
          </a:p>
          <a:p>
            <a:pPr marL="457200" lvl="1" indent="-182880" algn="l" rtl="0">
              <a:lnSpc>
                <a:spcPct val="90000"/>
              </a:lnSpc>
              <a:spcBef>
                <a:spcPts val="400"/>
              </a:spcBef>
              <a:spcAft>
                <a:spcPts val="0"/>
              </a:spcAft>
              <a:buSzPts val="2040"/>
              <a:buChar char="▪"/>
            </a:pPr>
            <a:r>
              <a:rPr lang="en-US" sz="2400"/>
              <a:t>Collects data on the earnings</a:t>
            </a:r>
            <a:endParaRPr/>
          </a:p>
          <a:p>
            <a:pPr marL="457200" lvl="1" indent="0" algn="l" rtl="0">
              <a:lnSpc>
                <a:spcPct val="90000"/>
              </a:lnSpc>
              <a:spcBef>
                <a:spcPts val="600"/>
              </a:spcBef>
              <a:spcAft>
                <a:spcPts val="0"/>
              </a:spcAft>
              <a:buSzPts val="2040"/>
              <a:buNone/>
            </a:pPr>
            <a:endParaRPr sz="2400"/>
          </a:p>
          <a:p>
            <a:pPr marL="457200" lvl="1" indent="-182880" algn="l" rtl="0">
              <a:lnSpc>
                <a:spcPct val="90000"/>
              </a:lnSpc>
              <a:spcBef>
                <a:spcPts val="600"/>
              </a:spcBef>
              <a:spcAft>
                <a:spcPts val="0"/>
              </a:spcAft>
              <a:buSzPts val="2040"/>
              <a:buChar char="▪"/>
            </a:pPr>
            <a:r>
              <a:rPr lang="en-US" sz="2400" u="sng">
                <a:solidFill>
                  <a:schemeClr val="hlink"/>
                </a:solidFill>
                <a:hlinkClick r:id="rId3"/>
              </a:rPr>
              <a:t>www.bls.gov</a:t>
            </a:r>
            <a:r>
              <a:rPr lang="en-US" sz="2400"/>
              <a:t> - Web interface to a report generating app</a:t>
            </a:r>
            <a:endParaRPr/>
          </a:p>
          <a:p>
            <a:pPr marL="457200" lvl="1" indent="0" algn="l" rtl="0">
              <a:lnSpc>
                <a:spcPct val="90000"/>
              </a:lnSpc>
              <a:spcBef>
                <a:spcPts val="600"/>
              </a:spcBef>
              <a:spcAft>
                <a:spcPts val="0"/>
              </a:spcAft>
              <a:buSzPts val="2040"/>
              <a:buNone/>
            </a:pPr>
            <a:r>
              <a:rPr lang="en-US" sz="2400"/>
              <a:t> </a:t>
            </a:r>
            <a:endParaRPr/>
          </a:p>
          <a:p>
            <a:pPr marL="182880" lvl="0" indent="-53338" algn="l" rtl="0">
              <a:lnSpc>
                <a:spcPct val="90000"/>
              </a:lnSpc>
              <a:spcBef>
                <a:spcPts val="1400"/>
              </a:spcBef>
              <a:spcAft>
                <a:spcPts val="0"/>
              </a:spcAft>
              <a:buSzPts val="2040"/>
              <a:buNone/>
            </a:pPr>
            <a:endParaRPr sz="2400"/>
          </a:p>
          <a:p>
            <a:pPr marL="182880" lvl="0" indent="-53338" algn="l" rtl="0">
              <a:lnSpc>
                <a:spcPct val="90000"/>
              </a:lnSpc>
              <a:spcBef>
                <a:spcPts val="1200"/>
              </a:spcBef>
              <a:spcAft>
                <a:spcPts val="0"/>
              </a:spcAft>
              <a:buSzPts val="2040"/>
              <a:buNone/>
            </a:pPr>
            <a:endParaRPr sz="2400"/>
          </a:p>
        </p:txBody>
      </p:sp>
      <p:pic>
        <p:nvPicPr>
          <p:cNvPr id="444" name="Google Shape;444;p32" descr="CPSWebsite.tiff"/>
          <p:cNvPicPr preferRelativeResize="0"/>
          <p:nvPr/>
        </p:nvPicPr>
        <p:blipFill rotWithShape="1">
          <a:blip r:embed="rId4">
            <a:alphaModFix/>
          </a:blip>
          <a:srcRect t="4922" b="1212"/>
          <a:stretch/>
        </p:blipFill>
        <p:spPr>
          <a:xfrm>
            <a:off x="5529646" y="286998"/>
            <a:ext cx="6019800" cy="5383335"/>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08B6B2B5-BE63-918F-6884-4D6D7701BC94}"/>
                  </a:ext>
                </a:extLst>
              </p14:cNvPr>
              <p14:cNvContentPartPr/>
              <p14:nvPr/>
            </p14:nvContentPartPr>
            <p14:xfrm>
              <a:off x="650160" y="1479240"/>
              <a:ext cx="2398320" cy="4229280"/>
            </p14:xfrm>
          </p:contentPart>
        </mc:Choice>
        <mc:Fallback xmlns="">
          <p:pic>
            <p:nvPicPr>
              <p:cNvPr id="2" name="Ink 1">
                <a:extLst>
                  <a:ext uri="{FF2B5EF4-FFF2-40B4-BE49-F238E27FC236}">
                    <a16:creationId xmlns:a16="http://schemas.microsoft.com/office/drawing/2014/main" id="{08B6B2B5-BE63-918F-6884-4D6D7701BC94}"/>
                  </a:ext>
                </a:extLst>
              </p:cNvPr>
              <p:cNvPicPr/>
              <p:nvPr/>
            </p:nvPicPr>
            <p:blipFill>
              <a:blip r:embed="rId6"/>
              <a:stretch>
                <a:fillRect/>
              </a:stretch>
            </p:blipFill>
            <p:spPr>
              <a:xfrm>
                <a:off x="640800" y="1469880"/>
                <a:ext cx="2417040" cy="4248000"/>
              </a:xfrm>
              <a:prstGeom prst="rect">
                <a:avLst/>
              </a:prstGeom>
            </p:spPr>
          </p:pic>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33"/>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EARNINGS</a:t>
            </a:r>
            <a:endParaRPr/>
          </a:p>
        </p:txBody>
      </p:sp>
      <p:pic>
        <p:nvPicPr>
          <p:cNvPr id="451" name="Google Shape;451;p33" descr="CPSMedianInc.pdf"/>
          <p:cNvPicPr preferRelativeResize="0">
            <a:picLocks noGrp="1"/>
          </p:cNvPicPr>
          <p:nvPr>
            <p:ph type="body" idx="1"/>
          </p:nvPr>
        </p:nvPicPr>
        <p:blipFill rotWithShape="1">
          <a:blip r:embed="rId3">
            <a:alphaModFix/>
          </a:blip>
          <a:srcRect t="-5984" b="-5982"/>
          <a:stretch/>
        </p:blipFill>
        <p:spPr>
          <a:xfrm>
            <a:off x="796790" y="1821722"/>
            <a:ext cx="5646262" cy="4723315"/>
          </a:xfrm>
          <a:prstGeom prst="rect">
            <a:avLst/>
          </a:prstGeom>
          <a:noFill/>
          <a:ln>
            <a:noFill/>
          </a:ln>
        </p:spPr>
      </p:pic>
      <p:sp>
        <p:nvSpPr>
          <p:cNvPr id="452" name="Google Shape;452;p33"/>
          <p:cNvSpPr txBox="1">
            <a:spLocks noGrp="1"/>
          </p:cNvSpPr>
          <p:nvPr>
            <p:ph type="body" idx="2"/>
          </p:nvPr>
        </p:nvSpPr>
        <p:spPr>
          <a:xfrm>
            <a:off x="6676395" y="2194559"/>
            <a:ext cx="4754880" cy="3977640"/>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Which comparisons can be easily made with this plot?</a:t>
            </a:r>
            <a:endParaRPr/>
          </a:p>
          <a:p>
            <a:pPr marL="182880" lvl="0" indent="-182880" algn="l" rtl="0">
              <a:lnSpc>
                <a:spcPct val="90000"/>
              </a:lnSpc>
              <a:spcBef>
                <a:spcPts val="1200"/>
              </a:spcBef>
              <a:spcAft>
                <a:spcPts val="0"/>
              </a:spcAft>
              <a:buSzPts val="1700"/>
              <a:buChar char="▪"/>
            </a:pPr>
            <a:r>
              <a:rPr lang="en-US"/>
              <a:t>What comparisons are most interesting or important?</a:t>
            </a:r>
            <a:endParaRPr/>
          </a:p>
        </p:txBody>
      </p:sp>
      <p:sp>
        <p:nvSpPr>
          <p:cNvPr id="453" name="Google Shape;453;p33"/>
          <p:cNvSpPr txBox="1"/>
          <p:nvPr/>
        </p:nvSpPr>
        <p:spPr>
          <a:xfrm>
            <a:off x="6676395" y="5525868"/>
            <a:ext cx="436639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Rockwell"/>
                <a:ea typeface="Rockwell"/>
                <a:cs typeface="Rockwell"/>
                <a:sym typeface="Rockwell"/>
              </a:rPr>
              <a:t>Note: This is a probability sample (AKA scientific sample)</a:t>
            </a:r>
            <a:endParaRPr sz="1400" b="0" i="0" u="none" strike="noStrike" cap="none" dirty="0">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C7E9A7AE-1597-D486-5940-0775956B1D06}"/>
                  </a:ext>
                </a:extLst>
              </p14:cNvPr>
              <p14:cNvContentPartPr/>
              <p14:nvPr/>
            </p14:nvContentPartPr>
            <p14:xfrm>
              <a:off x="1635480" y="2495160"/>
              <a:ext cx="10156320" cy="2989080"/>
            </p14:xfrm>
          </p:contentPart>
        </mc:Choice>
        <mc:Fallback xmlns="">
          <p:pic>
            <p:nvPicPr>
              <p:cNvPr id="2" name="Ink 1">
                <a:extLst>
                  <a:ext uri="{FF2B5EF4-FFF2-40B4-BE49-F238E27FC236}">
                    <a16:creationId xmlns:a16="http://schemas.microsoft.com/office/drawing/2014/main" id="{C7E9A7AE-1597-D486-5940-0775956B1D06}"/>
                  </a:ext>
                </a:extLst>
              </p:cNvPr>
              <p:cNvPicPr/>
              <p:nvPr/>
            </p:nvPicPr>
            <p:blipFill>
              <a:blip r:embed="rId5"/>
              <a:stretch>
                <a:fillRect/>
              </a:stretch>
            </p:blipFill>
            <p:spPr>
              <a:xfrm>
                <a:off x="1626120" y="2485800"/>
                <a:ext cx="10175040" cy="3007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14FD0F7E-9FBA-8317-9376-8C4011065268}"/>
                  </a:ext>
                </a:extLst>
              </p14:cNvPr>
              <p14:cNvContentPartPr/>
              <p14:nvPr/>
            </p14:nvContentPartPr>
            <p14:xfrm>
              <a:off x="1815120" y="613440"/>
              <a:ext cx="8821440" cy="6244560"/>
            </p14:xfrm>
          </p:contentPart>
        </mc:Choice>
        <mc:Fallback xmlns="">
          <p:pic>
            <p:nvPicPr>
              <p:cNvPr id="3" name="Ink 2">
                <a:extLst>
                  <a:ext uri="{FF2B5EF4-FFF2-40B4-BE49-F238E27FC236}">
                    <a16:creationId xmlns:a16="http://schemas.microsoft.com/office/drawing/2014/main" id="{14FD0F7E-9FBA-8317-9376-8C4011065268}"/>
                  </a:ext>
                </a:extLst>
              </p:cNvPr>
              <p:cNvPicPr/>
              <p:nvPr/>
            </p:nvPicPr>
            <p:blipFill>
              <a:blip r:embed="rId7"/>
              <a:stretch>
                <a:fillRect/>
              </a:stretch>
            </p:blipFill>
            <p:spPr>
              <a:xfrm>
                <a:off x="1805760" y="604080"/>
                <a:ext cx="8840160" cy="6263280"/>
              </a:xfrm>
              <a:prstGeom prst="rect">
                <a:avLst/>
              </a:prstGeom>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34"/>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CHERRY BLOSSOM RUN</a:t>
            </a:r>
            <a:endParaRPr/>
          </a:p>
        </p:txBody>
      </p:sp>
      <p:sp>
        <p:nvSpPr>
          <p:cNvPr id="460" name="Google Shape;460;p34"/>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US" sz="2400"/>
              <a:t>10 mile run in Washington DC each April</a:t>
            </a:r>
            <a:endParaRPr/>
          </a:p>
          <a:p>
            <a:pPr marL="182880" lvl="0" indent="-182880" algn="l" rtl="0">
              <a:lnSpc>
                <a:spcPct val="90000"/>
              </a:lnSpc>
              <a:spcBef>
                <a:spcPts val="1200"/>
              </a:spcBef>
              <a:spcAft>
                <a:spcPts val="0"/>
              </a:spcAft>
              <a:buSzPts val="2040"/>
              <a:buChar char="▪"/>
            </a:pPr>
            <a:r>
              <a:rPr lang="en-US" sz="2400"/>
              <a:t>Race organizers make results available on Web</a:t>
            </a:r>
            <a:endParaRPr/>
          </a:p>
          <a:p>
            <a:pPr marL="457200" lvl="1" indent="-182880" algn="l" rtl="0">
              <a:lnSpc>
                <a:spcPct val="90000"/>
              </a:lnSpc>
              <a:spcBef>
                <a:spcPts val="400"/>
              </a:spcBef>
              <a:spcAft>
                <a:spcPts val="0"/>
              </a:spcAft>
              <a:buSzPts val="2040"/>
              <a:buChar char="▪"/>
            </a:pPr>
            <a:r>
              <a:rPr lang="en-US" sz="2400"/>
              <a:t>Runner name, age, gender, address, hometown, time</a:t>
            </a:r>
            <a:endParaRPr/>
          </a:p>
          <a:p>
            <a:pPr marL="457200" lvl="1" indent="-182880" algn="l" rtl="0">
              <a:lnSpc>
                <a:spcPct val="90000"/>
              </a:lnSpc>
              <a:spcBef>
                <a:spcPts val="600"/>
              </a:spcBef>
              <a:spcAft>
                <a:spcPts val="0"/>
              </a:spcAft>
              <a:buSzPts val="2040"/>
              <a:buChar char="▪"/>
            </a:pPr>
            <a:r>
              <a:rPr lang="en-US" sz="2400"/>
              <a:t>Race results from 1999 to 2016 </a:t>
            </a:r>
            <a:endParaRPr/>
          </a:p>
          <a:p>
            <a:pPr marL="457200" lvl="1" indent="-182880" algn="l" rtl="0">
              <a:lnSpc>
                <a:spcPct val="90000"/>
              </a:lnSpc>
              <a:spcBef>
                <a:spcPts val="600"/>
              </a:spcBef>
              <a:spcAft>
                <a:spcPts val="0"/>
              </a:spcAft>
              <a:buSzPts val="2040"/>
              <a:buChar char="▪"/>
            </a:pPr>
            <a:r>
              <a:rPr lang="en-US" sz="2400"/>
              <a:t>In 2012 nearly 17,000 runners ranging in age from 9 to 89 participated </a:t>
            </a:r>
            <a:endParaRPr/>
          </a:p>
          <a:p>
            <a:pPr marL="457200" lvl="1" indent="-182880" algn="l" rtl="0">
              <a:lnSpc>
                <a:spcPct val="90000"/>
              </a:lnSpc>
              <a:spcBef>
                <a:spcPts val="600"/>
              </a:spcBef>
              <a:spcAft>
                <a:spcPts val="0"/>
              </a:spcAft>
              <a:buSzPts val="2040"/>
              <a:buChar char="▪"/>
            </a:pPr>
            <a:r>
              <a:rPr lang="en-US" sz="2400" u="sng">
                <a:solidFill>
                  <a:schemeClr val="hlink"/>
                </a:solidFill>
                <a:hlinkClick r:id="rId3"/>
              </a:rPr>
              <a:t>http://www.cherryblossom.org/</a:t>
            </a:r>
            <a:r>
              <a:rPr lang="en-US" sz="2400"/>
              <a:t>  </a:t>
            </a:r>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F035AA15-C0A0-A388-389A-8589FC89D04F}"/>
                  </a:ext>
                </a:extLst>
              </p14:cNvPr>
              <p14:cNvContentPartPr/>
              <p14:nvPr/>
            </p14:nvContentPartPr>
            <p14:xfrm>
              <a:off x="3469320" y="3441240"/>
              <a:ext cx="5613120" cy="1003320"/>
            </p14:xfrm>
          </p:contentPart>
        </mc:Choice>
        <mc:Fallback xmlns="">
          <p:pic>
            <p:nvPicPr>
              <p:cNvPr id="2" name="Ink 1">
                <a:extLst>
                  <a:ext uri="{FF2B5EF4-FFF2-40B4-BE49-F238E27FC236}">
                    <a16:creationId xmlns:a16="http://schemas.microsoft.com/office/drawing/2014/main" id="{F035AA15-C0A0-A388-389A-8589FC89D04F}"/>
                  </a:ext>
                </a:extLst>
              </p:cNvPr>
              <p:cNvPicPr/>
              <p:nvPr/>
            </p:nvPicPr>
            <p:blipFill>
              <a:blip r:embed="rId5"/>
              <a:stretch>
                <a:fillRect/>
              </a:stretch>
            </p:blipFill>
            <p:spPr>
              <a:xfrm>
                <a:off x="3459960" y="3431880"/>
                <a:ext cx="5631840" cy="1022040"/>
              </a:xfrm>
              <a:prstGeom prst="rect">
                <a:avLst/>
              </a:prstGeom>
            </p:spPr>
          </p:pic>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3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CHERRY BLOSSOM RUN</a:t>
            </a:r>
            <a:endParaRPr/>
          </a:p>
        </p:txBody>
      </p:sp>
      <p:sp>
        <p:nvSpPr>
          <p:cNvPr id="468" name="Google Shape;468;p35"/>
          <p:cNvSpPr txBox="1">
            <a:spLocks noGrp="1"/>
          </p:cNvSpPr>
          <p:nvPr>
            <p:ph type="body" idx="2"/>
          </p:nvPr>
        </p:nvSpPr>
        <p:spPr>
          <a:xfrm>
            <a:off x="6364224" y="2194560"/>
            <a:ext cx="4754880" cy="4548140"/>
          </a:xfrm>
          <a:prstGeom prst="rect">
            <a:avLst/>
          </a:prstGeom>
          <a:noFill/>
          <a:ln>
            <a:noFill/>
          </a:ln>
        </p:spPr>
        <p:txBody>
          <a:bodyPr spcFirstLastPara="1" wrap="square" lIns="91425" tIns="45700" rIns="91425" bIns="45700" anchor="t" anchorCtr="0">
            <a:normAutofit fontScale="92500"/>
          </a:bodyPr>
          <a:lstStyle/>
          <a:p>
            <a:pPr marL="457200" lvl="0" indent="-457200" algn="l" rtl="0">
              <a:lnSpc>
                <a:spcPct val="90000"/>
              </a:lnSpc>
              <a:spcBef>
                <a:spcPts val="0"/>
              </a:spcBef>
              <a:spcAft>
                <a:spcPts val="0"/>
              </a:spcAft>
              <a:buSzPts val="1700"/>
              <a:buFont typeface="Arial"/>
              <a:buChar char="•"/>
            </a:pPr>
            <a:r>
              <a:rPr lang="en-US"/>
              <a:t>Scatter plot of run time (minutes) by age (years)</a:t>
            </a:r>
            <a:endParaRPr/>
          </a:p>
          <a:p>
            <a:pPr marL="457200" lvl="0" indent="-457200" algn="l" rtl="0">
              <a:lnSpc>
                <a:spcPct val="90000"/>
              </a:lnSpc>
              <a:spcBef>
                <a:spcPts val="1200"/>
              </a:spcBef>
              <a:spcAft>
                <a:spcPts val="0"/>
              </a:spcAft>
              <a:buSzPts val="1700"/>
              <a:buFont typeface="Arial"/>
              <a:buChar char="•"/>
            </a:pPr>
            <a:r>
              <a:rPr lang="en-US"/>
              <a:t>70,000 points in this plot. </a:t>
            </a:r>
            <a:endParaRPr/>
          </a:p>
          <a:p>
            <a:pPr marL="457200" lvl="0" indent="-457200" algn="l" rtl="0">
              <a:lnSpc>
                <a:spcPct val="90000"/>
              </a:lnSpc>
              <a:spcBef>
                <a:spcPts val="1200"/>
              </a:spcBef>
              <a:spcAft>
                <a:spcPts val="0"/>
              </a:spcAft>
              <a:buSzPts val="1700"/>
              <a:buFont typeface="Arial"/>
              <a:buChar char="•"/>
            </a:pPr>
            <a:r>
              <a:rPr lang="en-US"/>
              <a:t>What’s the relationship between run time and age? </a:t>
            </a:r>
            <a:endParaRPr/>
          </a:p>
          <a:p>
            <a:pPr marL="457200" lvl="0" indent="-349250" algn="l" rtl="0">
              <a:lnSpc>
                <a:spcPct val="90000"/>
              </a:lnSpc>
              <a:spcBef>
                <a:spcPts val="1200"/>
              </a:spcBef>
              <a:spcAft>
                <a:spcPts val="0"/>
              </a:spcAft>
              <a:buSzPts val="1700"/>
              <a:buFont typeface="Arial"/>
              <a:buNone/>
            </a:pPr>
            <a:endParaRPr/>
          </a:p>
          <a:p>
            <a:pPr marL="457200" lvl="0" indent="-457200" algn="l" rtl="0">
              <a:lnSpc>
                <a:spcPct val="90000"/>
              </a:lnSpc>
              <a:spcBef>
                <a:spcPts val="1200"/>
              </a:spcBef>
              <a:spcAft>
                <a:spcPts val="0"/>
              </a:spcAft>
              <a:buSzPts val="1700"/>
              <a:buFont typeface="Arial"/>
              <a:buChar char="•"/>
            </a:pPr>
            <a:r>
              <a:rPr lang="en-US"/>
              <a:t>Poll: what would be a better plot?</a:t>
            </a:r>
            <a:endParaRPr/>
          </a:p>
          <a:p>
            <a:pPr marL="274320" lvl="1" indent="0" algn="l" rtl="0">
              <a:lnSpc>
                <a:spcPct val="90000"/>
              </a:lnSpc>
              <a:spcBef>
                <a:spcPts val="400"/>
              </a:spcBef>
              <a:spcAft>
                <a:spcPts val="0"/>
              </a:spcAft>
              <a:buSzPts val="1530"/>
              <a:buNone/>
            </a:pPr>
            <a:r>
              <a:rPr lang="en-US"/>
              <a:t>Hint: think about type of data</a:t>
            </a:r>
            <a:endParaRPr/>
          </a:p>
          <a:p>
            <a:pPr marL="274320" lvl="1" indent="0" algn="l" rtl="0">
              <a:lnSpc>
                <a:spcPct val="90000"/>
              </a:lnSpc>
              <a:spcBef>
                <a:spcPts val="600"/>
              </a:spcBef>
              <a:spcAft>
                <a:spcPts val="0"/>
              </a:spcAft>
              <a:buSzPts val="1530"/>
              <a:buNone/>
            </a:pPr>
            <a:r>
              <a:rPr lang="en-US"/>
              <a:t>A. Histogram/density plot</a:t>
            </a:r>
            <a:endParaRPr/>
          </a:p>
          <a:p>
            <a:pPr marL="274320" lvl="1" indent="0" algn="l" rtl="0">
              <a:lnSpc>
                <a:spcPct val="90000"/>
              </a:lnSpc>
              <a:spcBef>
                <a:spcPts val="600"/>
              </a:spcBef>
              <a:spcAft>
                <a:spcPts val="0"/>
              </a:spcAft>
              <a:buSzPts val="1530"/>
              <a:buNone/>
            </a:pPr>
            <a:r>
              <a:rPr lang="en-US"/>
              <a:t>B. Bar plot</a:t>
            </a:r>
            <a:endParaRPr/>
          </a:p>
          <a:p>
            <a:pPr marL="274320" lvl="1" indent="0" algn="l" rtl="0">
              <a:lnSpc>
                <a:spcPct val="90000"/>
              </a:lnSpc>
              <a:spcBef>
                <a:spcPts val="600"/>
              </a:spcBef>
              <a:spcAft>
                <a:spcPts val="0"/>
              </a:spcAft>
              <a:buSzPts val="1530"/>
              <a:buNone/>
            </a:pPr>
            <a:r>
              <a:rPr lang="en-US"/>
              <a:t>C. Violin plot</a:t>
            </a:r>
            <a:endParaRPr/>
          </a:p>
          <a:p>
            <a:pPr marL="274320" lvl="1" indent="0" algn="l" rtl="0">
              <a:lnSpc>
                <a:spcPct val="90000"/>
              </a:lnSpc>
              <a:spcBef>
                <a:spcPts val="600"/>
              </a:spcBef>
              <a:spcAft>
                <a:spcPts val="0"/>
              </a:spcAft>
              <a:buSzPts val="1530"/>
              <a:buNone/>
            </a:pPr>
            <a:r>
              <a:rPr lang="en-US"/>
              <a:t>D. Box plot</a:t>
            </a:r>
            <a:endParaRPr/>
          </a:p>
        </p:txBody>
      </p:sp>
      <p:sp>
        <p:nvSpPr>
          <p:cNvPr id="469" name="Google Shape;469;p35"/>
          <p:cNvSpPr txBox="1"/>
          <p:nvPr/>
        </p:nvSpPr>
        <p:spPr>
          <a:xfrm>
            <a:off x="1458338" y="6373368"/>
            <a:ext cx="436639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Note: This is a self-selected sample</a:t>
            </a:r>
            <a:endParaRPr sz="1400" b="0" i="0" u="none" strike="noStrike" cap="none">
              <a:solidFill>
                <a:srgbClr val="000000"/>
              </a:solidFill>
              <a:latin typeface="Arial"/>
              <a:ea typeface="Arial"/>
              <a:cs typeface="Arial"/>
              <a:sym typeface="Arial"/>
            </a:endParaRPr>
          </a:p>
        </p:txBody>
      </p:sp>
      <p:pic>
        <p:nvPicPr>
          <p:cNvPr id="4" name="Content Placeholder 5" descr="A blue dot diagram with white text&#10;&#10;Description automatically generated">
            <a:extLst>
              <a:ext uri="{FF2B5EF4-FFF2-40B4-BE49-F238E27FC236}">
                <a16:creationId xmlns:a16="http://schemas.microsoft.com/office/drawing/2014/main" id="{E9ED5682-BD9C-A77C-447F-C33F968E14B9}"/>
              </a:ext>
            </a:extLst>
          </p:cNvPr>
          <p:cNvPicPr>
            <a:picLocks noChangeAspect="1"/>
          </p:cNvPicPr>
          <p:nvPr/>
        </p:nvPicPr>
        <p:blipFill>
          <a:blip r:embed="rId3"/>
          <a:stretch>
            <a:fillRect/>
          </a:stretch>
        </p:blipFill>
        <p:spPr>
          <a:xfrm>
            <a:off x="438912" y="1926771"/>
            <a:ext cx="5486400" cy="3918857"/>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428BA705-E4F9-BDC6-63E6-68AF5290BB34}"/>
                  </a:ext>
                </a:extLst>
              </p14:cNvPr>
              <p14:cNvContentPartPr/>
              <p14:nvPr/>
            </p14:nvContentPartPr>
            <p14:xfrm>
              <a:off x="223200" y="2228760"/>
              <a:ext cx="9856800" cy="4493520"/>
            </p14:xfrm>
          </p:contentPart>
        </mc:Choice>
        <mc:Fallback xmlns="">
          <p:pic>
            <p:nvPicPr>
              <p:cNvPr id="2" name="Ink 1">
                <a:extLst>
                  <a:ext uri="{FF2B5EF4-FFF2-40B4-BE49-F238E27FC236}">
                    <a16:creationId xmlns:a16="http://schemas.microsoft.com/office/drawing/2014/main" id="{428BA705-E4F9-BDC6-63E6-68AF5290BB34}"/>
                  </a:ext>
                </a:extLst>
              </p:cNvPr>
              <p:cNvPicPr/>
              <p:nvPr/>
            </p:nvPicPr>
            <p:blipFill>
              <a:blip r:embed="rId6"/>
              <a:stretch>
                <a:fillRect/>
              </a:stretch>
            </p:blipFill>
            <p:spPr>
              <a:xfrm>
                <a:off x="213840" y="2219400"/>
                <a:ext cx="9875520" cy="4512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30C9B1FD-9307-0EFD-2F9C-76FBF2A2709D}"/>
                  </a:ext>
                </a:extLst>
              </p14:cNvPr>
              <p14:cNvContentPartPr/>
              <p14:nvPr/>
            </p14:nvContentPartPr>
            <p14:xfrm>
              <a:off x="3004560" y="544680"/>
              <a:ext cx="8617680" cy="3447360"/>
            </p14:xfrm>
          </p:contentPart>
        </mc:Choice>
        <mc:Fallback xmlns="">
          <p:pic>
            <p:nvPicPr>
              <p:cNvPr id="3" name="Ink 2">
                <a:extLst>
                  <a:ext uri="{FF2B5EF4-FFF2-40B4-BE49-F238E27FC236}">
                    <a16:creationId xmlns:a16="http://schemas.microsoft.com/office/drawing/2014/main" id="{30C9B1FD-9307-0EFD-2F9C-76FBF2A2709D}"/>
                  </a:ext>
                </a:extLst>
              </p:cNvPr>
              <p:cNvPicPr/>
              <p:nvPr/>
            </p:nvPicPr>
            <p:blipFill>
              <a:blip r:embed="rId8"/>
              <a:stretch>
                <a:fillRect/>
              </a:stretch>
            </p:blipFill>
            <p:spPr>
              <a:xfrm>
                <a:off x="2995200" y="535320"/>
                <a:ext cx="8636400" cy="3466080"/>
              </a:xfrm>
              <a:prstGeom prst="rect">
                <a:avLst/>
              </a:prstGeom>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pic>
        <p:nvPicPr>
          <p:cNvPr id="475" name="Google Shape;475;p36" descr="CPSMedianInc.pdf"/>
          <p:cNvPicPr preferRelativeResize="0"/>
          <p:nvPr/>
        </p:nvPicPr>
        <p:blipFill rotWithShape="1">
          <a:blip r:embed="rId3">
            <a:alphaModFix/>
          </a:blip>
          <a:srcRect t="-5984" b="-5982"/>
          <a:stretch/>
        </p:blipFill>
        <p:spPr>
          <a:xfrm>
            <a:off x="7825881" y="308918"/>
            <a:ext cx="3872458" cy="3120081"/>
          </a:xfrm>
          <a:prstGeom prst="rect">
            <a:avLst/>
          </a:prstGeom>
          <a:noFill/>
          <a:ln>
            <a:noFill/>
          </a:ln>
        </p:spPr>
      </p:pic>
      <p:pic>
        <p:nvPicPr>
          <p:cNvPr id="476" name="Google Shape;476;p36" descr="plannedParenthoodBad.pdf"/>
          <p:cNvPicPr preferRelativeResize="0"/>
          <p:nvPr/>
        </p:nvPicPr>
        <p:blipFill rotWithShape="1">
          <a:blip r:embed="rId4">
            <a:alphaModFix/>
          </a:blip>
          <a:srcRect t="8012" b="8011"/>
          <a:stretch/>
        </p:blipFill>
        <p:spPr>
          <a:xfrm>
            <a:off x="493661" y="308919"/>
            <a:ext cx="3472858" cy="2833299"/>
          </a:xfrm>
          <a:prstGeom prst="rect">
            <a:avLst/>
          </a:prstGeom>
          <a:noFill/>
          <a:ln>
            <a:noFill/>
          </a:ln>
        </p:spPr>
      </p:pic>
      <p:graphicFrame>
        <p:nvGraphicFramePr>
          <p:cNvPr id="2" name="Google Shape;501;g20657fffa21_0_1">
            <a:extLst>
              <a:ext uri="{FF2B5EF4-FFF2-40B4-BE49-F238E27FC236}">
                <a16:creationId xmlns:a16="http://schemas.microsoft.com/office/drawing/2014/main" id="{E3D7DA72-09E2-ED1B-E1FF-9776D3E1457E}"/>
              </a:ext>
            </a:extLst>
          </p:cNvPr>
          <p:cNvGraphicFramePr/>
          <p:nvPr>
            <p:extLst>
              <p:ext uri="{D42A27DB-BD31-4B8C-83A1-F6EECF244321}">
                <p14:modId xmlns:p14="http://schemas.microsoft.com/office/powerpoint/2010/main" val="406143180"/>
              </p:ext>
            </p:extLst>
          </p:nvPr>
        </p:nvGraphicFramePr>
        <p:xfrm>
          <a:off x="160638" y="4114800"/>
          <a:ext cx="11257008" cy="731530"/>
        </p:xfrm>
        <a:graphic>
          <a:graphicData uri="http://schemas.openxmlformats.org/drawingml/2006/table">
            <a:tbl>
              <a:tblPr firstRow="1" bandRow="1">
                <a:noFill/>
              </a:tblPr>
              <a:tblGrid>
                <a:gridCol w="1407126">
                  <a:extLst>
                    <a:ext uri="{9D8B030D-6E8A-4147-A177-3AD203B41FA5}">
                      <a16:colId xmlns:a16="http://schemas.microsoft.com/office/drawing/2014/main" val="104938710"/>
                    </a:ext>
                  </a:extLst>
                </a:gridCol>
                <a:gridCol w="1407126">
                  <a:extLst>
                    <a:ext uri="{9D8B030D-6E8A-4147-A177-3AD203B41FA5}">
                      <a16:colId xmlns:a16="http://schemas.microsoft.com/office/drawing/2014/main" val="20000"/>
                    </a:ext>
                  </a:extLst>
                </a:gridCol>
                <a:gridCol w="1407126">
                  <a:extLst>
                    <a:ext uri="{9D8B030D-6E8A-4147-A177-3AD203B41FA5}">
                      <a16:colId xmlns:a16="http://schemas.microsoft.com/office/drawing/2014/main" val="20001"/>
                    </a:ext>
                  </a:extLst>
                </a:gridCol>
                <a:gridCol w="1407126">
                  <a:extLst>
                    <a:ext uri="{9D8B030D-6E8A-4147-A177-3AD203B41FA5}">
                      <a16:colId xmlns:a16="http://schemas.microsoft.com/office/drawing/2014/main" val="20002"/>
                    </a:ext>
                  </a:extLst>
                </a:gridCol>
                <a:gridCol w="1407126">
                  <a:extLst>
                    <a:ext uri="{9D8B030D-6E8A-4147-A177-3AD203B41FA5}">
                      <a16:colId xmlns:a16="http://schemas.microsoft.com/office/drawing/2014/main" val="20003"/>
                    </a:ext>
                  </a:extLst>
                </a:gridCol>
                <a:gridCol w="1407126">
                  <a:extLst>
                    <a:ext uri="{9D8B030D-6E8A-4147-A177-3AD203B41FA5}">
                      <a16:colId xmlns:a16="http://schemas.microsoft.com/office/drawing/2014/main" val="20004"/>
                    </a:ext>
                  </a:extLst>
                </a:gridCol>
                <a:gridCol w="1407126">
                  <a:extLst>
                    <a:ext uri="{9D8B030D-6E8A-4147-A177-3AD203B41FA5}">
                      <a16:colId xmlns:a16="http://schemas.microsoft.com/office/drawing/2014/main" val="20005"/>
                    </a:ext>
                  </a:extLst>
                </a:gridCol>
                <a:gridCol w="1407126">
                  <a:extLst>
                    <a:ext uri="{9D8B030D-6E8A-4147-A177-3AD203B41FA5}">
                      <a16:colId xmlns:a16="http://schemas.microsoft.com/office/drawing/2014/main" val="20006"/>
                    </a:ext>
                  </a:extLst>
                </a:gridCol>
              </a:tblGrid>
              <a:tr h="481904">
                <a:tc>
                  <a:txBody>
                    <a:bodyPr/>
                    <a:lstStyle/>
                    <a:p>
                      <a:pPr marL="0" marR="0" lvl="0" indent="0" algn="l" rtl="0">
                        <a:lnSpc>
                          <a:spcPct val="100000"/>
                        </a:lnSpc>
                        <a:spcBef>
                          <a:spcPts val="0"/>
                        </a:spcBef>
                        <a:spcAft>
                          <a:spcPts val="0"/>
                        </a:spcAft>
                        <a:buClr>
                          <a:srgbClr val="000000"/>
                        </a:buClr>
                        <a:buSzPts val="1200"/>
                        <a:buFont typeface="Arial"/>
                        <a:buNone/>
                      </a:pPr>
                      <a:r>
                        <a:rPr lang="en-US" sz="1400" u="none" strike="noStrike" cap="none" dirty="0"/>
                        <a:t>Factors to consider in visualization:</a:t>
                      </a:r>
                      <a:endParaRPr sz="1400" u="none" strike="noStrike" cap="none" dirty="0"/>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Conditioning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Transformation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pic>
        <p:nvPicPr>
          <p:cNvPr id="5" name="Content Placeholder 5" descr="A blue dot diagram with white text&#10;&#10;Description automatically generated">
            <a:extLst>
              <a:ext uri="{FF2B5EF4-FFF2-40B4-BE49-F238E27FC236}">
                <a16:creationId xmlns:a16="http://schemas.microsoft.com/office/drawing/2014/main" id="{ADA9547F-3782-2E58-94B1-BD576A4F6374}"/>
              </a:ext>
            </a:extLst>
          </p:cNvPr>
          <p:cNvPicPr>
            <a:picLocks noChangeAspect="1"/>
          </p:cNvPicPr>
          <p:nvPr/>
        </p:nvPicPr>
        <p:blipFill>
          <a:blip r:embed="rId5"/>
          <a:stretch>
            <a:fillRect/>
          </a:stretch>
        </p:blipFill>
        <p:spPr>
          <a:xfrm>
            <a:off x="3934781" y="343450"/>
            <a:ext cx="3966619" cy="2833299"/>
          </a:xfrm>
          <a:prstGeom prst="rect">
            <a:avLst/>
          </a:prstGeom>
        </p:spPr>
      </p:pic>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92AAC655-E0F5-EF2D-637C-4B806E55FA74}"/>
                  </a:ext>
                </a:extLst>
              </p14:cNvPr>
              <p14:cNvContentPartPr/>
              <p14:nvPr/>
            </p14:nvContentPartPr>
            <p14:xfrm>
              <a:off x="2125080" y="3596760"/>
              <a:ext cx="1728720" cy="445320"/>
            </p14:xfrm>
          </p:contentPart>
        </mc:Choice>
        <mc:Fallback xmlns="">
          <p:pic>
            <p:nvPicPr>
              <p:cNvPr id="3" name="Ink 2">
                <a:extLst>
                  <a:ext uri="{FF2B5EF4-FFF2-40B4-BE49-F238E27FC236}">
                    <a16:creationId xmlns:a16="http://schemas.microsoft.com/office/drawing/2014/main" id="{92AAC655-E0F5-EF2D-637C-4B806E55FA74}"/>
                  </a:ext>
                </a:extLst>
              </p:cNvPr>
              <p:cNvPicPr/>
              <p:nvPr/>
            </p:nvPicPr>
            <p:blipFill>
              <a:blip r:embed="rId7"/>
              <a:stretch>
                <a:fillRect/>
              </a:stretch>
            </p:blipFill>
            <p:spPr>
              <a:xfrm>
                <a:off x="2115720" y="3587400"/>
                <a:ext cx="1747440" cy="464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 name="Ink 3">
                <a:extLst>
                  <a:ext uri="{FF2B5EF4-FFF2-40B4-BE49-F238E27FC236}">
                    <a16:creationId xmlns:a16="http://schemas.microsoft.com/office/drawing/2014/main" id="{3D0C8B0A-458F-8457-82FA-954A37BE8812}"/>
                  </a:ext>
                </a:extLst>
              </p14:cNvPr>
              <p14:cNvContentPartPr/>
              <p14:nvPr/>
            </p14:nvContentPartPr>
            <p14:xfrm>
              <a:off x="1914120" y="4314960"/>
              <a:ext cx="8915400" cy="575280"/>
            </p14:xfrm>
          </p:contentPart>
        </mc:Choice>
        <mc:Fallback xmlns="">
          <p:pic>
            <p:nvPicPr>
              <p:cNvPr id="4" name="Ink 3">
                <a:extLst>
                  <a:ext uri="{FF2B5EF4-FFF2-40B4-BE49-F238E27FC236}">
                    <a16:creationId xmlns:a16="http://schemas.microsoft.com/office/drawing/2014/main" id="{3D0C8B0A-458F-8457-82FA-954A37BE8812}"/>
                  </a:ext>
                </a:extLst>
              </p:cNvPr>
              <p:cNvPicPr/>
              <p:nvPr/>
            </p:nvPicPr>
            <p:blipFill>
              <a:blip r:embed="rId9"/>
              <a:stretch>
                <a:fillRect/>
              </a:stretch>
            </p:blipFill>
            <p:spPr>
              <a:xfrm>
                <a:off x="1904760" y="4305600"/>
                <a:ext cx="8934120" cy="594000"/>
              </a:xfrm>
              <a:prstGeom prst="rect">
                <a:avLst/>
              </a:prstGeom>
            </p:spPr>
          </p:pic>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37"/>
          <p:cNvSpPr txBox="1">
            <a:spLocks noGrp="1"/>
          </p:cNvSpPr>
          <p:nvPr>
            <p:ph type="ctrTitle"/>
          </p:nvPr>
        </p:nvSpPr>
        <p:spPr>
          <a:xfrm>
            <a:off x="1051560" y="1432223"/>
            <a:ext cx="9966960" cy="3035808"/>
          </a:xfrm>
          <a:prstGeom prst="rect">
            <a:avLst/>
          </a:prstGeom>
          <a:noFill/>
          <a:ln>
            <a:noFill/>
          </a:ln>
        </p:spPr>
        <p:txBody>
          <a:bodyPr spcFirstLastPara="1" wrap="square" lIns="91425" tIns="45700" rIns="91425" bIns="45700" anchor="ctr" anchorCtr="0">
            <a:noAutofit/>
          </a:bodyPr>
          <a:lstStyle/>
          <a:p>
            <a:pPr marL="0" lvl="0" indent="0" algn="ctr" rtl="0">
              <a:lnSpc>
                <a:spcPct val="80000"/>
              </a:lnSpc>
              <a:spcBef>
                <a:spcPts val="0"/>
              </a:spcBef>
              <a:spcAft>
                <a:spcPts val="0"/>
              </a:spcAft>
              <a:buSzPts val="6000"/>
              <a:buFont typeface="Rockwell"/>
              <a:buNone/>
            </a:pPr>
            <a:r>
              <a:rPr lang="en-US" sz="6000"/>
              <a:t>SCALE </a:t>
            </a:r>
            <a:endParaRPr/>
          </a:p>
        </p:txBody>
      </p:sp>
      <p:sp>
        <p:nvSpPr>
          <p:cNvPr id="483" name="Google Shape;483;p37"/>
          <p:cNvSpPr txBox="1">
            <a:spLocks noGrp="1"/>
          </p:cNvSpPr>
          <p:nvPr>
            <p:ph type="subTitle" idx="1"/>
          </p:nvPr>
        </p:nvSpPr>
        <p:spPr>
          <a:xfrm>
            <a:off x="1069848" y="4389120"/>
            <a:ext cx="7891272" cy="106984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70"/>
              <a:buNone/>
            </a:pPr>
            <a:endParaRPr/>
          </a:p>
        </p:txBody>
      </p:sp>
      <p:graphicFrame>
        <p:nvGraphicFramePr>
          <p:cNvPr id="2" name="Google Shape;501;g20657fffa21_0_1">
            <a:extLst>
              <a:ext uri="{FF2B5EF4-FFF2-40B4-BE49-F238E27FC236}">
                <a16:creationId xmlns:a16="http://schemas.microsoft.com/office/drawing/2014/main" id="{7871CB63-32A6-ACFE-35C2-D9547B34C232}"/>
              </a:ext>
            </a:extLst>
          </p:cNvPr>
          <p:cNvGraphicFramePr/>
          <p:nvPr>
            <p:extLst>
              <p:ext uri="{D42A27DB-BD31-4B8C-83A1-F6EECF244321}">
                <p14:modId xmlns:p14="http://schemas.microsoft.com/office/powerpoint/2010/main" val="2673209983"/>
              </p:ext>
            </p:extLst>
          </p:nvPr>
        </p:nvGraphicFramePr>
        <p:xfrm>
          <a:off x="2372496" y="6027616"/>
          <a:ext cx="9819504" cy="731530"/>
        </p:xfrm>
        <a:graphic>
          <a:graphicData uri="http://schemas.openxmlformats.org/drawingml/2006/table">
            <a:tbl>
              <a:tblPr firstRow="1" bandRow="1">
                <a:noFill/>
              </a:tblPr>
              <a:tblGrid>
                <a:gridCol w="1227438">
                  <a:extLst>
                    <a:ext uri="{9D8B030D-6E8A-4147-A177-3AD203B41FA5}">
                      <a16:colId xmlns:a16="http://schemas.microsoft.com/office/drawing/2014/main" val="104938710"/>
                    </a:ext>
                  </a:extLst>
                </a:gridCol>
                <a:gridCol w="1227438">
                  <a:extLst>
                    <a:ext uri="{9D8B030D-6E8A-4147-A177-3AD203B41FA5}">
                      <a16:colId xmlns:a16="http://schemas.microsoft.com/office/drawing/2014/main" val="20000"/>
                    </a:ext>
                  </a:extLst>
                </a:gridCol>
                <a:gridCol w="1227438">
                  <a:extLst>
                    <a:ext uri="{9D8B030D-6E8A-4147-A177-3AD203B41FA5}">
                      <a16:colId xmlns:a16="http://schemas.microsoft.com/office/drawing/2014/main" val="20001"/>
                    </a:ext>
                  </a:extLst>
                </a:gridCol>
                <a:gridCol w="1227438">
                  <a:extLst>
                    <a:ext uri="{9D8B030D-6E8A-4147-A177-3AD203B41FA5}">
                      <a16:colId xmlns:a16="http://schemas.microsoft.com/office/drawing/2014/main" val="20002"/>
                    </a:ext>
                  </a:extLst>
                </a:gridCol>
                <a:gridCol w="1227438">
                  <a:extLst>
                    <a:ext uri="{9D8B030D-6E8A-4147-A177-3AD203B41FA5}">
                      <a16:colId xmlns:a16="http://schemas.microsoft.com/office/drawing/2014/main" val="20003"/>
                    </a:ext>
                  </a:extLst>
                </a:gridCol>
                <a:gridCol w="1227438">
                  <a:extLst>
                    <a:ext uri="{9D8B030D-6E8A-4147-A177-3AD203B41FA5}">
                      <a16:colId xmlns:a16="http://schemas.microsoft.com/office/drawing/2014/main" val="20004"/>
                    </a:ext>
                  </a:extLst>
                </a:gridCol>
                <a:gridCol w="1227438">
                  <a:extLst>
                    <a:ext uri="{9D8B030D-6E8A-4147-A177-3AD203B41FA5}">
                      <a16:colId xmlns:a16="http://schemas.microsoft.com/office/drawing/2014/main" val="20005"/>
                    </a:ext>
                  </a:extLst>
                </a:gridCol>
                <a:gridCol w="1227438">
                  <a:extLst>
                    <a:ext uri="{9D8B030D-6E8A-4147-A177-3AD203B41FA5}">
                      <a16:colId xmlns:a16="http://schemas.microsoft.com/office/drawing/2014/main" val="20006"/>
                    </a:ext>
                  </a:extLst>
                </a:gridCol>
              </a:tblGrid>
              <a:tr h="481904">
                <a:tc>
                  <a:txBody>
                    <a:bodyPr/>
                    <a:lstStyle/>
                    <a:p>
                      <a:pPr marL="0" marR="0" lvl="0" indent="0" algn="l" rtl="0">
                        <a:lnSpc>
                          <a:spcPct val="100000"/>
                        </a:lnSpc>
                        <a:spcBef>
                          <a:spcPts val="0"/>
                        </a:spcBef>
                        <a:spcAft>
                          <a:spcPts val="0"/>
                        </a:spcAft>
                        <a:buClr>
                          <a:srgbClr val="000000"/>
                        </a:buClr>
                        <a:buSzPts val="1200"/>
                        <a:buFont typeface="Arial"/>
                        <a:buNone/>
                      </a:pPr>
                      <a:r>
                        <a:rPr lang="en-US" sz="1400" u="none" strike="noStrike" cap="none" dirty="0"/>
                        <a:t>Factors to consider in visualization:</a:t>
                      </a:r>
                      <a:endParaRPr sz="1400" u="none" strike="noStrike" cap="none" dirty="0"/>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Conditioning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Transformation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38"/>
          <p:cNvSpPr txBox="1">
            <a:spLocks noGrp="1"/>
          </p:cNvSpPr>
          <p:nvPr>
            <p:ph type="title"/>
          </p:nvPr>
        </p:nvSpPr>
        <p:spPr>
          <a:xfrm>
            <a:off x="552450" y="334963"/>
            <a:ext cx="1080135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PLANNED PARENTHOOD PROCEDURES</a:t>
            </a:r>
            <a:endParaRPr/>
          </a:p>
        </p:txBody>
      </p:sp>
      <p:pic>
        <p:nvPicPr>
          <p:cNvPr id="491" name="Google Shape;491;p38" descr="plannedParenthoodBad.pdf"/>
          <p:cNvPicPr preferRelativeResize="0">
            <a:picLocks noGrp="1"/>
          </p:cNvPicPr>
          <p:nvPr>
            <p:ph type="body" idx="1"/>
          </p:nvPr>
        </p:nvPicPr>
        <p:blipFill rotWithShape="1">
          <a:blip r:embed="rId3">
            <a:alphaModFix/>
          </a:blip>
          <a:srcRect l="-9538" r="-9538"/>
          <a:stretch/>
        </p:blipFill>
        <p:spPr>
          <a:xfrm>
            <a:off x="152400" y="1782763"/>
            <a:ext cx="5181600" cy="4351339"/>
          </a:xfrm>
          <a:prstGeom prst="rect">
            <a:avLst/>
          </a:prstGeom>
          <a:noFill/>
          <a:ln>
            <a:noFill/>
          </a:ln>
        </p:spPr>
      </p:pic>
      <p:pic>
        <p:nvPicPr>
          <p:cNvPr id="492" name="Google Shape;492;p38"/>
          <p:cNvPicPr preferRelativeResize="0"/>
          <p:nvPr/>
        </p:nvPicPr>
        <p:blipFill rotWithShape="1">
          <a:blip r:embed="rId4">
            <a:alphaModFix/>
          </a:blip>
          <a:srcRect/>
          <a:stretch/>
        </p:blipFill>
        <p:spPr>
          <a:xfrm>
            <a:off x="5705767" y="2008983"/>
            <a:ext cx="6486233" cy="4347368"/>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87AE2499-0270-3CB7-53E0-9735F2B6B289}"/>
                  </a:ext>
                </a:extLst>
              </p14:cNvPr>
              <p14:cNvContentPartPr/>
              <p14:nvPr/>
            </p14:nvContentPartPr>
            <p14:xfrm>
              <a:off x="1350360" y="2624400"/>
              <a:ext cx="10730520" cy="4233600"/>
            </p14:xfrm>
          </p:contentPart>
        </mc:Choice>
        <mc:Fallback xmlns="">
          <p:pic>
            <p:nvPicPr>
              <p:cNvPr id="2" name="Ink 1">
                <a:extLst>
                  <a:ext uri="{FF2B5EF4-FFF2-40B4-BE49-F238E27FC236}">
                    <a16:creationId xmlns:a16="http://schemas.microsoft.com/office/drawing/2014/main" id="{87AE2499-0270-3CB7-53E0-9735F2B6B289}"/>
                  </a:ext>
                </a:extLst>
              </p:cNvPr>
              <p:cNvPicPr/>
              <p:nvPr/>
            </p:nvPicPr>
            <p:blipFill>
              <a:blip r:embed="rId6"/>
              <a:stretch>
                <a:fillRect/>
              </a:stretch>
            </p:blipFill>
            <p:spPr>
              <a:xfrm>
                <a:off x="1341000" y="2615040"/>
                <a:ext cx="10749240" cy="4252320"/>
              </a:xfrm>
              <a:prstGeom prst="rect">
                <a:avLst/>
              </a:prstGeom>
            </p:spPr>
          </p:pic>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g20657fffa21_0_1"/>
          <p:cNvSpPr txBox="1">
            <a:spLocks noGrp="1"/>
          </p:cNvSpPr>
          <p:nvPr>
            <p:ph type="title"/>
          </p:nvPr>
        </p:nvSpPr>
        <p:spPr>
          <a:xfrm>
            <a:off x="1069848" y="484632"/>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PLANNED PARENTHOOD PROCEDURES</a:t>
            </a:r>
            <a:endParaRPr/>
          </a:p>
        </p:txBody>
      </p:sp>
      <p:sp>
        <p:nvSpPr>
          <p:cNvPr id="498" name="Google Shape;498;g20657fffa21_0_1"/>
          <p:cNvSpPr txBox="1">
            <a:spLocks noGrp="1"/>
          </p:cNvSpPr>
          <p:nvPr>
            <p:ph type="body" idx="2"/>
          </p:nvPr>
        </p:nvSpPr>
        <p:spPr>
          <a:xfrm>
            <a:off x="6364224" y="1889760"/>
            <a:ext cx="4755000" cy="3977700"/>
          </a:xfrm>
          <a:prstGeom prst="rect">
            <a:avLst/>
          </a:prstGeom>
          <a:noFill/>
          <a:ln>
            <a:noFill/>
          </a:ln>
        </p:spPr>
        <p:txBody>
          <a:bodyPr spcFirstLastPara="1" wrap="square" lIns="91425" tIns="45700" rIns="91425" bIns="45700" anchor="t" anchorCtr="0">
            <a:normAutofit lnSpcReduction="10000"/>
          </a:bodyPr>
          <a:lstStyle/>
          <a:p>
            <a:pPr marL="457200" lvl="0" indent="-457200" algn="l" rtl="0">
              <a:lnSpc>
                <a:spcPct val="90000"/>
              </a:lnSpc>
              <a:spcBef>
                <a:spcPts val="0"/>
              </a:spcBef>
              <a:spcAft>
                <a:spcPts val="0"/>
              </a:spcAft>
              <a:buSzPts val="1700"/>
              <a:buFont typeface="Arial"/>
              <a:buChar char="•"/>
            </a:pPr>
            <a:r>
              <a:rPr lang="en-US"/>
              <a:t>All points and lines are on the same scale</a:t>
            </a:r>
            <a:endParaRPr/>
          </a:p>
          <a:p>
            <a:pPr marL="457200" lvl="0" indent="-457200" algn="l" rtl="0">
              <a:lnSpc>
                <a:spcPct val="90000"/>
              </a:lnSpc>
              <a:spcBef>
                <a:spcPts val="1200"/>
              </a:spcBef>
              <a:spcAft>
                <a:spcPts val="0"/>
              </a:spcAft>
              <a:buSzPts val="1700"/>
              <a:buFont typeface="Arial"/>
              <a:buChar char="•"/>
            </a:pPr>
            <a:r>
              <a:rPr lang="en-US"/>
              <a:t>How does this plot change the perception of the information?</a:t>
            </a:r>
            <a:endParaRPr/>
          </a:p>
          <a:p>
            <a:pPr marL="457200" lvl="0" indent="-457200" algn="l" rtl="0">
              <a:lnSpc>
                <a:spcPct val="90000"/>
              </a:lnSpc>
              <a:spcBef>
                <a:spcPts val="1200"/>
              </a:spcBef>
              <a:spcAft>
                <a:spcPts val="0"/>
              </a:spcAft>
              <a:buSzPts val="1700"/>
              <a:buFont typeface="Arial"/>
              <a:buChar char="•"/>
            </a:pPr>
            <a:r>
              <a:rPr lang="en-US"/>
              <a:t>There has been a dramatic decrease in cancer screenings which dominates this plot </a:t>
            </a:r>
            <a:endParaRPr/>
          </a:p>
          <a:p>
            <a:pPr marL="457200" lvl="0" indent="-457200" algn="l" rtl="0">
              <a:lnSpc>
                <a:spcPct val="90000"/>
              </a:lnSpc>
              <a:spcBef>
                <a:spcPts val="1200"/>
              </a:spcBef>
              <a:spcAft>
                <a:spcPts val="0"/>
              </a:spcAft>
              <a:buSzPts val="1700"/>
              <a:buFont typeface="Arial"/>
              <a:buChar char="•"/>
            </a:pPr>
            <a:r>
              <a:rPr lang="en-US"/>
              <a:t>The scales of the two procedures are very different – consider representing as percentages instead</a:t>
            </a:r>
            <a:endParaRPr/>
          </a:p>
          <a:p>
            <a:pPr marL="1142983" lvl="1" indent="-360045" algn="l" rtl="0">
              <a:lnSpc>
                <a:spcPct val="90000"/>
              </a:lnSpc>
              <a:spcBef>
                <a:spcPts val="400"/>
              </a:spcBef>
              <a:spcAft>
                <a:spcPts val="0"/>
              </a:spcAft>
              <a:buSzPts val="1530"/>
              <a:buFont typeface="Arial"/>
              <a:buNone/>
            </a:pPr>
            <a:endParaRPr/>
          </a:p>
        </p:txBody>
      </p:sp>
      <p:pic>
        <p:nvPicPr>
          <p:cNvPr id="499" name="Google Shape;499;g20657fffa21_0_1"/>
          <p:cNvPicPr preferRelativeResize="0"/>
          <p:nvPr/>
        </p:nvPicPr>
        <p:blipFill rotWithShape="1">
          <a:blip r:embed="rId3">
            <a:alphaModFix/>
          </a:blip>
          <a:srcRect/>
          <a:stretch/>
        </p:blipFill>
        <p:spPr>
          <a:xfrm>
            <a:off x="198437" y="1976014"/>
            <a:ext cx="5973763" cy="4003887"/>
          </a:xfrm>
          <a:prstGeom prst="rect">
            <a:avLst/>
          </a:prstGeom>
          <a:noFill/>
          <a:ln>
            <a:noFill/>
          </a:ln>
        </p:spPr>
      </p:pic>
      <p:sp>
        <p:nvSpPr>
          <p:cNvPr id="500" name="Google Shape;500;g20657fffa21_0_1"/>
          <p:cNvSpPr txBox="1">
            <a:spLocks noGrp="1"/>
          </p:cNvSpPr>
          <p:nvPr>
            <p:ph type="body" idx="2"/>
          </p:nvPr>
        </p:nvSpPr>
        <p:spPr>
          <a:xfrm>
            <a:off x="6364224" y="5471160"/>
            <a:ext cx="4755000" cy="3977700"/>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SzPts val="1700"/>
              <a:buFont typeface="Arial"/>
              <a:buChar char="•"/>
            </a:pPr>
            <a:r>
              <a:rPr lang="en-US"/>
              <a:t>Remaining issue(s)?</a:t>
            </a:r>
            <a:endParaRPr/>
          </a:p>
          <a:p>
            <a:pPr marL="782938" lvl="1" indent="0" algn="l" rtl="0">
              <a:lnSpc>
                <a:spcPct val="90000"/>
              </a:lnSpc>
              <a:spcBef>
                <a:spcPts val="400"/>
              </a:spcBef>
              <a:spcAft>
                <a:spcPts val="0"/>
              </a:spcAft>
              <a:buSzPts val="1530"/>
              <a:buFont typeface="Arial"/>
              <a:buNone/>
            </a:pPr>
            <a:endParaRPr/>
          </a:p>
        </p:txBody>
      </p:sp>
      <p:graphicFrame>
        <p:nvGraphicFramePr>
          <p:cNvPr id="3" name="Google Shape;501;g20657fffa21_0_1">
            <a:extLst>
              <a:ext uri="{FF2B5EF4-FFF2-40B4-BE49-F238E27FC236}">
                <a16:creationId xmlns:a16="http://schemas.microsoft.com/office/drawing/2014/main" id="{C842D77D-622A-C5D0-4489-203D4D21D1B4}"/>
              </a:ext>
            </a:extLst>
          </p:cNvPr>
          <p:cNvGraphicFramePr/>
          <p:nvPr>
            <p:extLst>
              <p:ext uri="{D42A27DB-BD31-4B8C-83A1-F6EECF244321}">
                <p14:modId xmlns:p14="http://schemas.microsoft.com/office/powerpoint/2010/main" val="876331855"/>
              </p:ext>
            </p:extLst>
          </p:nvPr>
        </p:nvGraphicFramePr>
        <p:xfrm>
          <a:off x="199273" y="6126470"/>
          <a:ext cx="11257008" cy="731530"/>
        </p:xfrm>
        <a:graphic>
          <a:graphicData uri="http://schemas.openxmlformats.org/drawingml/2006/table">
            <a:tbl>
              <a:tblPr firstRow="1" bandRow="1">
                <a:noFill/>
              </a:tblPr>
              <a:tblGrid>
                <a:gridCol w="1407126">
                  <a:extLst>
                    <a:ext uri="{9D8B030D-6E8A-4147-A177-3AD203B41FA5}">
                      <a16:colId xmlns:a16="http://schemas.microsoft.com/office/drawing/2014/main" val="104938710"/>
                    </a:ext>
                  </a:extLst>
                </a:gridCol>
                <a:gridCol w="1407126">
                  <a:extLst>
                    <a:ext uri="{9D8B030D-6E8A-4147-A177-3AD203B41FA5}">
                      <a16:colId xmlns:a16="http://schemas.microsoft.com/office/drawing/2014/main" val="20000"/>
                    </a:ext>
                  </a:extLst>
                </a:gridCol>
                <a:gridCol w="1407126">
                  <a:extLst>
                    <a:ext uri="{9D8B030D-6E8A-4147-A177-3AD203B41FA5}">
                      <a16:colId xmlns:a16="http://schemas.microsoft.com/office/drawing/2014/main" val="20001"/>
                    </a:ext>
                  </a:extLst>
                </a:gridCol>
                <a:gridCol w="1407126">
                  <a:extLst>
                    <a:ext uri="{9D8B030D-6E8A-4147-A177-3AD203B41FA5}">
                      <a16:colId xmlns:a16="http://schemas.microsoft.com/office/drawing/2014/main" val="20002"/>
                    </a:ext>
                  </a:extLst>
                </a:gridCol>
                <a:gridCol w="1407126">
                  <a:extLst>
                    <a:ext uri="{9D8B030D-6E8A-4147-A177-3AD203B41FA5}">
                      <a16:colId xmlns:a16="http://schemas.microsoft.com/office/drawing/2014/main" val="20003"/>
                    </a:ext>
                  </a:extLst>
                </a:gridCol>
                <a:gridCol w="1407126">
                  <a:extLst>
                    <a:ext uri="{9D8B030D-6E8A-4147-A177-3AD203B41FA5}">
                      <a16:colId xmlns:a16="http://schemas.microsoft.com/office/drawing/2014/main" val="20004"/>
                    </a:ext>
                  </a:extLst>
                </a:gridCol>
                <a:gridCol w="1407126">
                  <a:extLst>
                    <a:ext uri="{9D8B030D-6E8A-4147-A177-3AD203B41FA5}">
                      <a16:colId xmlns:a16="http://schemas.microsoft.com/office/drawing/2014/main" val="20005"/>
                    </a:ext>
                  </a:extLst>
                </a:gridCol>
                <a:gridCol w="1407126">
                  <a:extLst>
                    <a:ext uri="{9D8B030D-6E8A-4147-A177-3AD203B41FA5}">
                      <a16:colId xmlns:a16="http://schemas.microsoft.com/office/drawing/2014/main" val="20006"/>
                    </a:ext>
                  </a:extLst>
                </a:gridCol>
              </a:tblGrid>
              <a:tr h="481904">
                <a:tc>
                  <a:txBody>
                    <a:bodyPr/>
                    <a:lstStyle/>
                    <a:p>
                      <a:pPr marL="0" marR="0" lvl="0" indent="0" algn="l" rtl="0">
                        <a:lnSpc>
                          <a:spcPct val="100000"/>
                        </a:lnSpc>
                        <a:spcBef>
                          <a:spcPts val="0"/>
                        </a:spcBef>
                        <a:spcAft>
                          <a:spcPts val="0"/>
                        </a:spcAft>
                        <a:buClr>
                          <a:srgbClr val="000000"/>
                        </a:buClr>
                        <a:buSzPts val="1200"/>
                        <a:buFont typeface="Arial"/>
                        <a:buNone/>
                      </a:pPr>
                      <a:r>
                        <a:rPr lang="en-US" sz="1400" u="none" strike="noStrike" cap="none" dirty="0"/>
                        <a:t>Factors to consider in visualization:</a:t>
                      </a:r>
                      <a:endParaRPr sz="1400" u="none" strike="noStrike" cap="none" dirty="0"/>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Conditioning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Transformation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07E4A3A8-70BF-FDF8-F703-1A1C637EBB61}"/>
                  </a:ext>
                </a:extLst>
              </p14:cNvPr>
              <p14:cNvContentPartPr/>
              <p14:nvPr/>
            </p14:nvContentPartPr>
            <p14:xfrm>
              <a:off x="6919920" y="5669640"/>
              <a:ext cx="2428920" cy="80640"/>
            </p14:xfrm>
          </p:contentPart>
        </mc:Choice>
        <mc:Fallback xmlns="">
          <p:pic>
            <p:nvPicPr>
              <p:cNvPr id="2" name="Ink 1">
                <a:extLst>
                  <a:ext uri="{FF2B5EF4-FFF2-40B4-BE49-F238E27FC236}">
                    <a16:creationId xmlns:a16="http://schemas.microsoft.com/office/drawing/2014/main" id="{07E4A3A8-70BF-FDF8-F703-1A1C637EBB61}"/>
                  </a:ext>
                </a:extLst>
              </p:cNvPr>
              <p:cNvPicPr/>
              <p:nvPr/>
            </p:nvPicPr>
            <p:blipFill>
              <a:blip r:embed="rId5"/>
              <a:stretch>
                <a:fillRect/>
              </a:stretch>
            </p:blipFill>
            <p:spPr>
              <a:xfrm>
                <a:off x="6910560" y="5660280"/>
                <a:ext cx="2447640" cy="993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g20657fffa21_0_104"/>
          <p:cNvSpPr txBox="1">
            <a:spLocks noGrp="1"/>
          </p:cNvSpPr>
          <p:nvPr>
            <p:ph type="title"/>
          </p:nvPr>
        </p:nvSpPr>
        <p:spPr>
          <a:xfrm>
            <a:off x="1069848" y="484632"/>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PLANNED PARENTHOOD PROCEDURES</a:t>
            </a:r>
            <a:endParaRPr/>
          </a:p>
        </p:txBody>
      </p:sp>
      <p:sp>
        <p:nvSpPr>
          <p:cNvPr id="507" name="Google Shape;507;g20657fffa21_0_104"/>
          <p:cNvSpPr txBox="1">
            <a:spLocks noGrp="1"/>
          </p:cNvSpPr>
          <p:nvPr>
            <p:ph type="body" idx="2"/>
          </p:nvPr>
        </p:nvSpPr>
        <p:spPr>
          <a:xfrm>
            <a:off x="6364224" y="2194560"/>
            <a:ext cx="4755000" cy="3977700"/>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1200"/>
              </a:spcBef>
              <a:spcAft>
                <a:spcPts val="0"/>
              </a:spcAft>
              <a:buSzPts val="1700"/>
              <a:buFont typeface="Arial"/>
              <a:buChar char="•"/>
            </a:pPr>
            <a:r>
              <a:rPr lang="en-US"/>
              <a:t>Scales not starting at zero can give the false impression that values are farther away from each other.</a:t>
            </a:r>
            <a:endParaRPr/>
          </a:p>
          <a:p>
            <a:pPr marL="457200" lvl="0" indent="-457200" algn="l" rtl="0">
              <a:lnSpc>
                <a:spcPct val="90000"/>
              </a:lnSpc>
              <a:spcBef>
                <a:spcPts val="1200"/>
              </a:spcBef>
              <a:spcAft>
                <a:spcPts val="0"/>
              </a:spcAft>
              <a:buSzPts val="1700"/>
              <a:buChar char="•"/>
            </a:pPr>
            <a:r>
              <a:rPr lang="en-US"/>
              <a:t>Remaining issue(s)?</a:t>
            </a:r>
            <a:endParaRPr/>
          </a:p>
          <a:p>
            <a:pPr marL="1142983" lvl="1" indent="-360045" algn="l" rtl="0">
              <a:lnSpc>
                <a:spcPct val="90000"/>
              </a:lnSpc>
              <a:spcBef>
                <a:spcPts val="400"/>
              </a:spcBef>
              <a:spcAft>
                <a:spcPts val="0"/>
              </a:spcAft>
              <a:buSzPts val="1530"/>
              <a:buFont typeface="Arial"/>
              <a:buNone/>
            </a:pPr>
            <a:endParaRPr/>
          </a:p>
        </p:txBody>
      </p:sp>
      <p:pic>
        <p:nvPicPr>
          <p:cNvPr id="508" name="Google Shape;508;g20657fffa21_0_104"/>
          <p:cNvPicPr preferRelativeResize="0"/>
          <p:nvPr/>
        </p:nvPicPr>
        <p:blipFill rotWithShape="1">
          <a:blip r:embed="rId3">
            <a:alphaModFix/>
          </a:blip>
          <a:srcRect/>
          <a:stretch/>
        </p:blipFill>
        <p:spPr>
          <a:xfrm>
            <a:off x="329675" y="2093825"/>
            <a:ext cx="5882149" cy="426392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40"/>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PLANNED PARENTHOOD PROCEDURES</a:t>
            </a:r>
            <a:endParaRPr/>
          </a:p>
        </p:txBody>
      </p:sp>
      <p:sp>
        <p:nvSpPr>
          <p:cNvPr id="515" name="Google Shape;515;p40"/>
          <p:cNvSpPr txBox="1">
            <a:spLocks noGrp="1"/>
          </p:cNvSpPr>
          <p:nvPr>
            <p:ph type="body" idx="2"/>
          </p:nvPr>
        </p:nvSpPr>
        <p:spPr>
          <a:xfrm>
            <a:off x="6572250" y="2599530"/>
            <a:ext cx="5181600" cy="4351200"/>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SzPts val="2040"/>
              <a:buFont typeface="Arial"/>
              <a:buChar char="•"/>
            </a:pPr>
            <a:r>
              <a:rPr lang="en-US" sz="2400"/>
              <a:t>Procedures in 2006 and 2013 as a percentage </a:t>
            </a:r>
            <a:endParaRPr/>
          </a:p>
          <a:p>
            <a:pPr marL="457200" lvl="0" indent="-457200" algn="l" rtl="0">
              <a:lnSpc>
                <a:spcPct val="90000"/>
              </a:lnSpc>
              <a:spcBef>
                <a:spcPts val="1200"/>
              </a:spcBef>
              <a:spcAft>
                <a:spcPts val="0"/>
              </a:spcAft>
              <a:buSzPts val="2040"/>
              <a:buFont typeface="Arial"/>
              <a:buChar char="•"/>
            </a:pPr>
            <a:r>
              <a:rPr lang="en-US" sz="2400"/>
              <a:t>Abortions increased from 13% to 26% of total procedures </a:t>
            </a:r>
            <a:endParaRPr/>
          </a:p>
          <a:p>
            <a:pPr marL="457200" lvl="0" indent="-457200" algn="l" rtl="0">
              <a:lnSpc>
                <a:spcPct val="90000"/>
              </a:lnSpc>
              <a:spcBef>
                <a:spcPts val="1200"/>
              </a:spcBef>
              <a:spcAft>
                <a:spcPts val="0"/>
              </a:spcAft>
              <a:buSzPts val="2040"/>
              <a:buFont typeface="Arial"/>
              <a:buChar char="•"/>
            </a:pPr>
            <a:r>
              <a:rPr lang="en-US" sz="2400"/>
              <a:t>May want to plot the percent change, screenings fell 50%</a:t>
            </a:r>
            <a:endParaRPr/>
          </a:p>
        </p:txBody>
      </p:sp>
      <p:graphicFrame>
        <p:nvGraphicFramePr>
          <p:cNvPr id="516" name="Google Shape;516;p40"/>
          <p:cNvGraphicFramePr/>
          <p:nvPr>
            <p:extLst>
              <p:ext uri="{D42A27DB-BD31-4B8C-83A1-F6EECF244321}">
                <p14:modId xmlns:p14="http://schemas.microsoft.com/office/powerpoint/2010/main" val="4018195129"/>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Scale</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rgbClr val="FE8636"/>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Perception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Transformation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pic>
        <p:nvPicPr>
          <p:cNvPr id="517" name="Google Shape;517;p40"/>
          <p:cNvPicPr preferRelativeResize="0"/>
          <p:nvPr/>
        </p:nvPicPr>
        <p:blipFill rotWithShape="1">
          <a:blip r:embed="rId3">
            <a:alphaModFix/>
          </a:blip>
          <a:srcRect/>
          <a:stretch/>
        </p:blipFill>
        <p:spPr>
          <a:xfrm>
            <a:off x="216410" y="1951038"/>
            <a:ext cx="5955791" cy="4530725"/>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8E453E04-FC86-706F-4147-9AE8F12E7584}"/>
                  </a:ext>
                </a:extLst>
              </p14:cNvPr>
              <p14:cNvContentPartPr/>
              <p14:nvPr/>
            </p14:nvContentPartPr>
            <p14:xfrm>
              <a:off x="582480" y="180720"/>
              <a:ext cx="10841040" cy="5483160"/>
            </p14:xfrm>
          </p:contentPart>
        </mc:Choice>
        <mc:Fallback xmlns="">
          <p:pic>
            <p:nvPicPr>
              <p:cNvPr id="2" name="Ink 1">
                <a:extLst>
                  <a:ext uri="{FF2B5EF4-FFF2-40B4-BE49-F238E27FC236}">
                    <a16:creationId xmlns:a16="http://schemas.microsoft.com/office/drawing/2014/main" id="{8E453E04-FC86-706F-4147-9AE8F12E7584}"/>
                  </a:ext>
                </a:extLst>
              </p:cNvPr>
              <p:cNvPicPr/>
              <p:nvPr/>
            </p:nvPicPr>
            <p:blipFill>
              <a:blip r:embed="rId5"/>
              <a:stretch>
                <a:fillRect/>
              </a:stretch>
            </p:blipFill>
            <p:spPr>
              <a:xfrm>
                <a:off x="573120" y="171360"/>
                <a:ext cx="10859760" cy="5501880"/>
              </a:xfrm>
              <a:prstGeom prst="rect">
                <a:avLst/>
              </a:prstGeom>
            </p:spPr>
          </p:pic>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41"/>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EARNINGS</a:t>
            </a:r>
            <a:endParaRPr/>
          </a:p>
        </p:txBody>
      </p:sp>
      <p:pic>
        <p:nvPicPr>
          <p:cNvPr id="530" name="Google Shape;530;p41" descr="CPSMedianInc.pdf"/>
          <p:cNvPicPr preferRelativeResize="0"/>
          <p:nvPr/>
        </p:nvPicPr>
        <p:blipFill rotWithShape="1">
          <a:blip r:embed="rId3">
            <a:alphaModFix/>
          </a:blip>
          <a:srcRect t="-5984" b="-5982"/>
          <a:stretch/>
        </p:blipFill>
        <p:spPr>
          <a:xfrm>
            <a:off x="332762" y="1646250"/>
            <a:ext cx="5519015" cy="4270550"/>
          </a:xfrm>
          <a:prstGeom prst="rect">
            <a:avLst/>
          </a:prstGeom>
          <a:noFill/>
          <a:ln>
            <a:noFill/>
          </a:ln>
        </p:spPr>
      </p:pic>
      <p:pic>
        <p:nvPicPr>
          <p:cNvPr id="7" name="Content Placeholder 6" descr="A graph of a line graph&#10;&#10;Description automatically generated with medium confidence">
            <a:extLst>
              <a:ext uri="{FF2B5EF4-FFF2-40B4-BE49-F238E27FC236}">
                <a16:creationId xmlns:a16="http://schemas.microsoft.com/office/drawing/2014/main" id="{9CFC2D7C-30DC-A294-4990-00814A24B728}"/>
              </a:ext>
            </a:extLst>
          </p:cNvPr>
          <p:cNvPicPr>
            <a:picLocks noGrp="1" noChangeAspect="1"/>
          </p:cNvPicPr>
          <p:nvPr>
            <p:ph sz="quarter" idx="1"/>
          </p:nvPr>
        </p:nvPicPr>
        <p:blipFill>
          <a:blip r:embed="rId4"/>
          <a:stretch>
            <a:fillRect/>
          </a:stretch>
        </p:blipFill>
        <p:spPr>
          <a:xfrm>
            <a:off x="5867375" y="2161391"/>
            <a:ext cx="5486398" cy="3047999"/>
          </a:xfr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A6F0297F-D578-9ECE-BB3B-9C1C46A9D394}"/>
                  </a:ext>
                </a:extLst>
              </p14:cNvPr>
              <p14:cNvContentPartPr/>
              <p14:nvPr/>
            </p14:nvContentPartPr>
            <p14:xfrm>
              <a:off x="229320" y="706320"/>
              <a:ext cx="11733840" cy="6151680"/>
            </p14:xfrm>
          </p:contentPart>
        </mc:Choice>
        <mc:Fallback xmlns="">
          <p:pic>
            <p:nvPicPr>
              <p:cNvPr id="2" name="Ink 1">
                <a:extLst>
                  <a:ext uri="{FF2B5EF4-FFF2-40B4-BE49-F238E27FC236}">
                    <a16:creationId xmlns:a16="http://schemas.microsoft.com/office/drawing/2014/main" id="{A6F0297F-D578-9ECE-BB3B-9C1C46A9D394}"/>
                  </a:ext>
                </a:extLst>
              </p:cNvPr>
              <p:cNvPicPr/>
              <p:nvPr/>
            </p:nvPicPr>
            <p:blipFill>
              <a:blip r:embed="rId6"/>
              <a:stretch>
                <a:fillRect/>
              </a:stretch>
            </p:blipFill>
            <p:spPr>
              <a:xfrm>
                <a:off x="219960" y="696960"/>
                <a:ext cx="11752560" cy="6170400"/>
              </a:xfrm>
              <a:prstGeom prst="rect">
                <a:avLst/>
              </a:prstGeom>
            </p:spPr>
          </p:pic>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42"/>
          <p:cNvSpPr txBox="1">
            <a:spLocks noGrp="1"/>
          </p:cNvSpPr>
          <p:nvPr>
            <p:ph type="title"/>
          </p:nvPr>
        </p:nvSpPr>
        <p:spPr>
          <a:xfrm>
            <a:off x="552450" y="320676"/>
            <a:ext cx="10801350" cy="72959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100000"/>
              <a:buFont typeface="Rockwell"/>
              <a:buNone/>
            </a:pPr>
            <a:r>
              <a:rPr lang="en-US"/>
              <a:t>EARNINGS</a:t>
            </a:r>
            <a:endParaRPr/>
          </a:p>
        </p:txBody>
      </p:sp>
      <p:sp>
        <p:nvSpPr>
          <p:cNvPr id="537" name="Google Shape;537;p42"/>
          <p:cNvSpPr txBox="1">
            <a:spLocks noGrp="1"/>
          </p:cNvSpPr>
          <p:nvPr>
            <p:ph type="body" idx="2"/>
          </p:nvPr>
        </p:nvSpPr>
        <p:spPr>
          <a:xfrm>
            <a:off x="6364224" y="2194560"/>
            <a:ext cx="5522976" cy="3977640"/>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SzPts val="1700"/>
              <a:buFont typeface="Arial"/>
              <a:buChar char="•"/>
            </a:pPr>
            <a:r>
              <a:rPr lang="en-US" dirty="0"/>
              <a:t>Emphasize the important difference</a:t>
            </a:r>
            <a:endParaRPr dirty="0"/>
          </a:p>
          <a:p>
            <a:pPr marL="457200" lvl="0" indent="-457200" algn="l" rtl="0">
              <a:lnSpc>
                <a:spcPct val="90000"/>
              </a:lnSpc>
              <a:spcBef>
                <a:spcPts val="1200"/>
              </a:spcBef>
              <a:spcAft>
                <a:spcPts val="0"/>
              </a:spcAft>
              <a:buSzPts val="1700"/>
              <a:buFont typeface="Arial"/>
              <a:buChar char="•"/>
            </a:pPr>
            <a:r>
              <a:rPr lang="en-US" dirty="0"/>
              <a:t>Lines make it easier to see growth in gap</a:t>
            </a:r>
            <a:endParaRPr dirty="0"/>
          </a:p>
          <a:p>
            <a:pPr marL="457200" lvl="0" indent="-457200" algn="l" rtl="0">
              <a:lnSpc>
                <a:spcPct val="90000"/>
              </a:lnSpc>
              <a:spcBef>
                <a:spcPts val="1200"/>
              </a:spcBef>
              <a:spcAft>
                <a:spcPts val="0"/>
              </a:spcAft>
              <a:buSzPts val="1700"/>
              <a:buFont typeface="Arial"/>
              <a:buChar char="•"/>
            </a:pPr>
            <a:r>
              <a:rPr lang="en-US" dirty="0"/>
              <a:t>Placement of one point above the other makes it easier to compare males &amp; females</a:t>
            </a:r>
            <a:endParaRPr dirty="0"/>
          </a:p>
          <a:p>
            <a:pPr marL="457200" lvl="0" indent="-457200" algn="l" rtl="0">
              <a:lnSpc>
                <a:spcPct val="90000"/>
              </a:lnSpc>
              <a:spcBef>
                <a:spcPts val="1200"/>
              </a:spcBef>
              <a:spcAft>
                <a:spcPts val="0"/>
              </a:spcAft>
              <a:buSzPts val="1700"/>
              <a:buFont typeface="Arial"/>
              <a:buChar char="•"/>
            </a:pPr>
            <a:r>
              <a:rPr lang="en-US" dirty="0"/>
              <a:t>Good example of </a:t>
            </a:r>
            <a:r>
              <a:rPr lang="en-US" dirty="0">
                <a:solidFill>
                  <a:srgbClr val="FFC000"/>
                </a:solidFill>
              </a:rPr>
              <a:t>data exploration visualization </a:t>
            </a:r>
            <a:r>
              <a:rPr lang="en-US" dirty="0"/>
              <a:t>(previous bar plot) vs. </a:t>
            </a:r>
            <a:r>
              <a:rPr lang="en-US" dirty="0">
                <a:solidFill>
                  <a:srgbClr val="0070C0"/>
                </a:solidFill>
              </a:rPr>
              <a:t>data presentation visualization </a:t>
            </a:r>
            <a:r>
              <a:rPr lang="en-US" dirty="0"/>
              <a:t>(this plot)</a:t>
            </a:r>
            <a:endParaRPr dirty="0">
              <a:solidFill>
                <a:srgbClr val="0070C0"/>
              </a:solidFill>
            </a:endParaRPr>
          </a:p>
          <a:p>
            <a:pPr marL="457200" lvl="0" indent="-349250" algn="l" rtl="0">
              <a:lnSpc>
                <a:spcPct val="90000"/>
              </a:lnSpc>
              <a:spcBef>
                <a:spcPts val="1200"/>
              </a:spcBef>
              <a:spcAft>
                <a:spcPts val="0"/>
              </a:spcAft>
              <a:buSzPts val="1700"/>
              <a:buFont typeface="Arial"/>
              <a:buNone/>
            </a:pPr>
            <a:endParaRPr dirty="0"/>
          </a:p>
          <a:p>
            <a:pPr marL="182880" lvl="0" indent="-74928" algn="l" rtl="0">
              <a:lnSpc>
                <a:spcPct val="90000"/>
              </a:lnSpc>
              <a:spcBef>
                <a:spcPts val="1200"/>
              </a:spcBef>
              <a:spcAft>
                <a:spcPts val="0"/>
              </a:spcAft>
              <a:buSzPts val="1700"/>
              <a:buNone/>
            </a:pPr>
            <a:endParaRPr dirty="0"/>
          </a:p>
        </p:txBody>
      </p:sp>
      <p:graphicFrame>
        <p:nvGraphicFramePr>
          <p:cNvPr id="538" name="Google Shape;538;p42"/>
          <p:cNvGraphicFramePr/>
          <p:nvPr>
            <p:extLst>
              <p:ext uri="{D42A27DB-BD31-4B8C-83A1-F6EECF244321}">
                <p14:modId xmlns:p14="http://schemas.microsoft.com/office/powerpoint/2010/main" val="2660490031"/>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Perception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Transformation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pic>
        <p:nvPicPr>
          <p:cNvPr id="539" name="Google Shape;539;p42"/>
          <p:cNvPicPr preferRelativeResize="0"/>
          <p:nvPr/>
        </p:nvPicPr>
        <p:blipFill rotWithShape="1">
          <a:blip r:embed="rId3"/>
          <a:srcRect/>
          <a:stretch/>
        </p:blipFill>
        <p:spPr>
          <a:xfrm>
            <a:off x="0" y="1705069"/>
            <a:ext cx="6705600" cy="3977640"/>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369CD44B-B936-0A4F-9CBB-221C794F5350}"/>
                  </a:ext>
                </a:extLst>
              </p14:cNvPr>
              <p14:cNvContentPartPr/>
              <p14:nvPr/>
            </p14:nvContentPartPr>
            <p14:xfrm>
              <a:off x="2347920" y="903600"/>
              <a:ext cx="9200160" cy="5032440"/>
            </p14:xfrm>
          </p:contentPart>
        </mc:Choice>
        <mc:Fallback xmlns="">
          <p:pic>
            <p:nvPicPr>
              <p:cNvPr id="2" name="Ink 1">
                <a:extLst>
                  <a:ext uri="{FF2B5EF4-FFF2-40B4-BE49-F238E27FC236}">
                    <a16:creationId xmlns:a16="http://schemas.microsoft.com/office/drawing/2014/main" id="{369CD44B-B936-0A4F-9CBB-221C794F5350}"/>
                  </a:ext>
                </a:extLst>
              </p:cNvPr>
              <p:cNvPicPr/>
              <p:nvPr/>
            </p:nvPicPr>
            <p:blipFill>
              <a:blip r:embed="rId5"/>
              <a:stretch>
                <a:fillRect/>
              </a:stretch>
            </p:blipFill>
            <p:spPr>
              <a:xfrm>
                <a:off x="2338560" y="894240"/>
                <a:ext cx="9218880" cy="5051160"/>
              </a:xfrm>
              <a:prstGeom prst="rect">
                <a:avLst/>
              </a:prstGeom>
            </p:spPr>
          </p:pic>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44"/>
          <p:cNvSpPr txBox="1">
            <a:spLocks noGrp="1"/>
          </p:cNvSpPr>
          <p:nvPr>
            <p:ph type="ctrTitle"/>
          </p:nvPr>
        </p:nvSpPr>
        <p:spPr>
          <a:xfrm>
            <a:off x="1051560" y="1432223"/>
            <a:ext cx="9966960" cy="3035808"/>
          </a:xfrm>
          <a:prstGeom prst="rect">
            <a:avLst/>
          </a:prstGeom>
          <a:noFill/>
          <a:ln>
            <a:noFill/>
          </a:ln>
        </p:spPr>
        <p:txBody>
          <a:bodyPr spcFirstLastPara="1" wrap="square" lIns="91425" tIns="45700" rIns="91425" bIns="45700" anchor="ctr" anchorCtr="0">
            <a:noAutofit/>
          </a:bodyPr>
          <a:lstStyle/>
          <a:p>
            <a:pPr marL="0" lvl="0" indent="0" algn="ctr" rtl="0">
              <a:lnSpc>
                <a:spcPct val="80000"/>
              </a:lnSpc>
              <a:spcBef>
                <a:spcPts val="0"/>
              </a:spcBef>
              <a:spcAft>
                <a:spcPts val="0"/>
              </a:spcAft>
              <a:buSzPts val="6000"/>
              <a:buFont typeface="Rockwell"/>
              <a:buNone/>
            </a:pPr>
            <a:r>
              <a:rPr lang="en-US" sz="6000"/>
              <a:t>PERCEPTION - COLOR</a:t>
            </a:r>
            <a:endParaRPr/>
          </a:p>
        </p:txBody>
      </p:sp>
      <p:sp>
        <p:nvSpPr>
          <p:cNvPr id="551" name="Google Shape;551;p44"/>
          <p:cNvSpPr txBox="1">
            <a:spLocks noGrp="1"/>
          </p:cNvSpPr>
          <p:nvPr>
            <p:ph type="subTitle" idx="1"/>
          </p:nvPr>
        </p:nvSpPr>
        <p:spPr>
          <a:xfrm>
            <a:off x="1069848" y="4389120"/>
            <a:ext cx="7891272" cy="106984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70"/>
              <a:buNone/>
            </a:pPr>
            <a:endParaRPr/>
          </a:p>
        </p:txBody>
      </p:sp>
      <p:graphicFrame>
        <p:nvGraphicFramePr>
          <p:cNvPr id="552" name="Google Shape;552;p44"/>
          <p:cNvGraphicFramePr/>
          <p:nvPr>
            <p:extLst>
              <p:ext uri="{D42A27DB-BD31-4B8C-83A1-F6EECF244321}">
                <p14:modId xmlns:p14="http://schemas.microsoft.com/office/powerpoint/2010/main" val="2440748063"/>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Transformation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4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COLOR GUIDELINES</a:t>
            </a:r>
            <a:endParaRPr/>
          </a:p>
        </p:txBody>
      </p:sp>
      <p:sp>
        <p:nvSpPr>
          <p:cNvPr id="558" name="Google Shape;558;p45"/>
          <p:cNvSpPr txBox="1">
            <a:spLocks noGrp="1"/>
          </p:cNvSpPr>
          <p:nvPr>
            <p:ph type="body" idx="1"/>
          </p:nvPr>
        </p:nvSpPr>
        <p:spPr>
          <a:xfrm>
            <a:off x="838200" y="1825625"/>
            <a:ext cx="6471258" cy="4351339"/>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Choosing a set of colors which work well together is a challenging task for anyone who does not have an intuitive gift for color</a:t>
            </a:r>
            <a:endParaRPr/>
          </a:p>
          <a:p>
            <a:pPr marL="182880" lvl="0" indent="-182880" algn="l" rtl="0">
              <a:lnSpc>
                <a:spcPct val="90000"/>
              </a:lnSpc>
              <a:spcBef>
                <a:spcPts val="1200"/>
              </a:spcBef>
              <a:spcAft>
                <a:spcPts val="0"/>
              </a:spcAft>
              <a:buSzPts val="1700"/>
              <a:buChar char="▪"/>
            </a:pPr>
            <a:r>
              <a:rPr lang="en-US"/>
              <a:t> 7-10% of males are red-green color blind</a:t>
            </a:r>
            <a:endParaRPr/>
          </a:p>
          <a:p>
            <a:pPr marL="457200" lvl="1" indent="-182880" algn="l" rtl="0">
              <a:lnSpc>
                <a:spcPct val="90000"/>
              </a:lnSpc>
              <a:spcBef>
                <a:spcPts val="400"/>
              </a:spcBef>
              <a:spcAft>
                <a:spcPts val="0"/>
              </a:spcAft>
              <a:buSzPts val="1530"/>
              <a:buChar char="▪"/>
            </a:pPr>
            <a:r>
              <a:rPr lang="en-US"/>
              <a:t>Blue-yellow color blindness less common</a:t>
            </a:r>
            <a:endParaRPr/>
          </a:p>
        </p:txBody>
      </p:sp>
      <p:pic>
        <p:nvPicPr>
          <p:cNvPr id="559" name="Google Shape;559;p45" descr="Ishihara_9.png"/>
          <p:cNvPicPr preferRelativeResize="0"/>
          <p:nvPr/>
        </p:nvPicPr>
        <p:blipFill rotWithShape="1">
          <a:blip r:embed="rId3">
            <a:alphaModFix/>
          </a:blip>
          <a:srcRect/>
          <a:stretch/>
        </p:blipFill>
        <p:spPr>
          <a:xfrm>
            <a:off x="6339828" y="1825625"/>
            <a:ext cx="5852172" cy="4389129"/>
          </a:xfrm>
          <a:prstGeom prst="rect">
            <a:avLst/>
          </a:prstGeom>
          <a:noFill/>
          <a:ln>
            <a:noFill/>
          </a:ln>
        </p:spPr>
      </p:pic>
      <p:graphicFrame>
        <p:nvGraphicFramePr>
          <p:cNvPr id="560" name="Google Shape;560;p45"/>
          <p:cNvGraphicFramePr/>
          <p:nvPr>
            <p:extLst>
              <p:ext uri="{D42A27DB-BD31-4B8C-83A1-F6EECF244321}">
                <p14:modId xmlns:p14="http://schemas.microsoft.com/office/powerpoint/2010/main" val="2812665136"/>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Transformation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grpSp>
        <p:nvGrpSpPr>
          <p:cNvPr id="561" name="Google Shape;561;p45"/>
          <p:cNvGrpSpPr/>
          <p:nvPr/>
        </p:nvGrpSpPr>
        <p:grpSpPr>
          <a:xfrm>
            <a:off x="1457286" y="3744529"/>
            <a:ext cx="4383112" cy="2597323"/>
            <a:chOff x="811530" y="2493112"/>
            <a:chExt cx="5937553" cy="4066054"/>
          </a:xfrm>
        </p:grpSpPr>
        <p:pic>
          <p:nvPicPr>
            <p:cNvPr id="562" name="Google Shape;562;p45"/>
            <p:cNvPicPr preferRelativeResize="0"/>
            <p:nvPr/>
          </p:nvPicPr>
          <p:blipFill rotWithShape="1">
            <a:blip r:embed="rId4">
              <a:alphaModFix/>
            </a:blip>
            <a:srcRect/>
            <a:stretch/>
          </p:blipFill>
          <p:spPr>
            <a:xfrm>
              <a:off x="811530" y="2493112"/>
              <a:ext cx="5937553" cy="4066054"/>
            </a:xfrm>
            <a:prstGeom prst="rect">
              <a:avLst/>
            </a:prstGeom>
            <a:noFill/>
            <a:ln>
              <a:noFill/>
            </a:ln>
          </p:spPr>
        </p:pic>
        <p:sp>
          <p:nvSpPr>
            <p:cNvPr id="563" name="Google Shape;563;p45"/>
            <p:cNvSpPr txBox="1"/>
            <p:nvPr/>
          </p:nvSpPr>
          <p:spPr>
            <a:xfrm>
              <a:off x="1519310" y="3742005"/>
              <a:ext cx="190308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Titanic Survivors</a:t>
              </a:r>
              <a:endParaRPr sz="1400" b="0" i="0" u="none" strike="noStrike" cap="none">
                <a:solidFill>
                  <a:srgbClr val="000000"/>
                </a:solidFill>
                <a:latin typeface="Arial"/>
                <a:ea typeface="Arial"/>
                <a:cs typeface="Arial"/>
                <a:sym typeface="Arial"/>
              </a:endParaRPr>
            </a:p>
          </p:txBody>
        </p:sp>
      </p:gr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172487CF-446F-86DE-31AD-4FA468B6BE9A}"/>
                  </a:ext>
                </a:extLst>
              </p14:cNvPr>
              <p14:cNvContentPartPr/>
              <p14:nvPr/>
            </p14:nvContentPartPr>
            <p14:xfrm>
              <a:off x="1084320" y="3391920"/>
              <a:ext cx="904680" cy="68400"/>
            </p14:xfrm>
          </p:contentPart>
        </mc:Choice>
        <mc:Fallback xmlns="">
          <p:pic>
            <p:nvPicPr>
              <p:cNvPr id="2" name="Ink 1">
                <a:extLst>
                  <a:ext uri="{FF2B5EF4-FFF2-40B4-BE49-F238E27FC236}">
                    <a16:creationId xmlns:a16="http://schemas.microsoft.com/office/drawing/2014/main" id="{172487CF-446F-86DE-31AD-4FA468B6BE9A}"/>
                  </a:ext>
                </a:extLst>
              </p:cNvPr>
              <p:cNvPicPr/>
              <p:nvPr/>
            </p:nvPicPr>
            <p:blipFill>
              <a:blip r:embed="rId6"/>
              <a:stretch>
                <a:fillRect/>
              </a:stretch>
            </p:blipFill>
            <p:spPr>
              <a:xfrm>
                <a:off x="1074960" y="3382560"/>
                <a:ext cx="923400" cy="871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4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COLORFULNESS</a:t>
            </a:r>
            <a:endParaRPr/>
          </a:p>
        </p:txBody>
      </p:sp>
      <p:sp>
        <p:nvSpPr>
          <p:cNvPr id="569" name="Google Shape;569;p46"/>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Saturated/colorful colors are hard to look at for a long time. </a:t>
            </a:r>
            <a:endParaRPr/>
          </a:p>
          <a:p>
            <a:pPr marL="182880" lvl="0" indent="-182880" algn="l" rtl="0">
              <a:lnSpc>
                <a:spcPct val="90000"/>
              </a:lnSpc>
              <a:spcBef>
                <a:spcPts val="1200"/>
              </a:spcBef>
              <a:spcAft>
                <a:spcPts val="0"/>
              </a:spcAft>
              <a:buSzPts val="1700"/>
              <a:buChar char="▪"/>
            </a:pPr>
            <a:r>
              <a:rPr lang="en-US"/>
              <a:t>They tend to produce an after-image eﬀect which can be distracting. </a:t>
            </a:r>
            <a:endParaRPr/>
          </a:p>
          <a:p>
            <a:pPr marL="182880" lvl="0" indent="-182880" algn="l" rtl="0">
              <a:lnSpc>
                <a:spcPct val="90000"/>
              </a:lnSpc>
              <a:spcBef>
                <a:spcPts val="1200"/>
              </a:spcBef>
              <a:spcAft>
                <a:spcPts val="0"/>
              </a:spcAft>
              <a:buSzPts val="1700"/>
              <a:buNone/>
            </a:pPr>
            <a:endParaRPr/>
          </a:p>
        </p:txBody>
      </p:sp>
      <p:pic>
        <p:nvPicPr>
          <p:cNvPr id="570" name="Google Shape;570;p46" descr="brightGreen.tiff"/>
          <p:cNvPicPr preferRelativeResize="0"/>
          <p:nvPr/>
        </p:nvPicPr>
        <p:blipFill rotWithShape="1">
          <a:blip r:embed="rId3">
            <a:alphaModFix/>
          </a:blip>
          <a:srcRect/>
          <a:stretch/>
        </p:blipFill>
        <p:spPr>
          <a:xfrm>
            <a:off x="609601" y="4144869"/>
            <a:ext cx="5213646" cy="1625600"/>
          </a:xfrm>
          <a:prstGeom prst="rect">
            <a:avLst/>
          </a:prstGeom>
          <a:noFill/>
          <a:ln>
            <a:noFill/>
          </a:ln>
        </p:spPr>
      </p:pic>
      <p:pic>
        <p:nvPicPr>
          <p:cNvPr id="571" name="Google Shape;571;p46" descr="DullGreen.tiff"/>
          <p:cNvPicPr preferRelativeResize="0"/>
          <p:nvPr/>
        </p:nvPicPr>
        <p:blipFill rotWithShape="1">
          <a:blip r:embed="rId4">
            <a:alphaModFix/>
          </a:blip>
          <a:srcRect/>
          <a:stretch/>
        </p:blipFill>
        <p:spPr>
          <a:xfrm>
            <a:off x="6011333" y="4101646"/>
            <a:ext cx="5571067" cy="1625600"/>
          </a:xfrm>
          <a:prstGeom prst="rect">
            <a:avLst/>
          </a:prstGeom>
          <a:noFill/>
          <a:ln>
            <a:noFill/>
          </a:ln>
        </p:spPr>
      </p:pic>
      <p:graphicFrame>
        <p:nvGraphicFramePr>
          <p:cNvPr id="572" name="Google Shape;572;p46"/>
          <p:cNvGraphicFramePr/>
          <p:nvPr>
            <p:extLst>
              <p:ext uri="{D42A27DB-BD31-4B8C-83A1-F6EECF244321}">
                <p14:modId xmlns:p14="http://schemas.microsoft.com/office/powerpoint/2010/main" val="3449746341"/>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Transformation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685E460B-E6CC-B57A-CDFF-757641053CD8}"/>
                  </a:ext>
                </a:extLst>
              </p14:cNvPr>
              <p14:cNvContentPartPr/>
              <p14:nvPr/>
            </p14:nvContentPartPr>
            <p14:xfrm>
              <a:off x="786960" y="2407680"/>
              <a:ext cx="10091880" cy="4091760"/>
            </p14:xfrm>
          </p:contentPart>
        </mc:Choice>
        <mc:Fallback xmlns="">
          <p:pic>
            <p:nvPicPr>
              <p:cNvPr id="2" name="Ink 1">
                <a:extLst>
                  <a:ext uri="{FF2B5EF4-FFF2-40B4-BE49-F238E27FC236}">
                    <a16:creationId xmlns:a16="http://schemas.microsoft.com/office/drawing/2014/main" id="{685E460B-E6CC-B57A-CDFF-757641053CD8}"/>
                  </a:ext>
                </a:extLst>
              </p:cNvPr>
              <p:cNvPicPr/>
              <p:nvPr/>
            </p:nvPicPr>
            <p:blipFill>
              <a:blip r:embed="rId6"/>
              <a:stretch>
                <a:fillRect/>
              </a:stretch>
            </p:blipFill>
            <p:spPr>
              <a:xfrm>
                <a:off x="777600" y="2398320"/>
                <a:ext cx="10110600" cy="4110480"/>
              </a:xfrm>
              <a:prstGeom prst="rect">
                <a:avLst/>
              </a:prstGeom>
            </p:spPr>
          </p:pic>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47"/>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LUMINANCE</a:t>
            </a:r>
            <a:endParaRPr/>
          </a:p>
        </p:txBody>
      </p:sp>
      <p:sp>
        <p:nvSpPr>
          <p:cNvPr id="579" name="Google Shape;579;p47"/>
          <p:cNvSpPr txBox="1">
            <a:spLocks noGrp="1"/>
          </p:cNvSpPr>
          <p:nvPr>
            <p:ph type="body" idx="1"/>
          </p:nvPr>
        </p:nvSpPr>
        <p:spPr>
          <a:xfrm>
            <a:off x="1069848" y="1925732"/>
            <a:ext cx="4952580" cy="4351339"/>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US" sz="2400"/>
              <a:t>Areas should be rendered with colors of similar luminance (brightness)</a:t>
            </a:r>
            <a:endParaRPr/>
          </a:p>
          <a:p>
            <a:pPr marL="182880" lvl="0" indent="-182880" algn="l" rtl="0">
              <a:lnSpc>
                <a:spcPct val="90000"/>
              </a:lnSpc>
              <a:spcBef>
                <a:spcPts val="1200"/>
              </a:spcBef>
              <a:spcAft>
                <a:spcPts val="0"/>
              </a:spcAft>
              <a:buSzPts val="2040"/>
              <a:buChar char="▪"/>
            </a:pPr>
            <a:r>
              <a:rPr lang="en-US" sz="2400"/>
              <a:t>Lighter colors tend to make areas look larger than darker colors</a:t>
            </a:r>
            <a:endParaRPr/>
          </a:p>
        </p:txBody>
      </p:sp>
      <p:pic>
        <p:nvPicPr>
          <p:cNvPr id="580" name="Google Shape;580;p47" descr="GreyBlackSquares.pdf"/>
          <p:cNvPicPr preferRelativeResize="0"/>
          <p:nvPr/>
        </p:nvPicPr>
        <p:blipFill rotWithShape="1">
          <a:blip r:embed="rId3">
            <a:alphaModFix/>
          </a:blip>
          <a:srcRect/>
          <a:stretch/>
        </p:blipFill>
        <p:spPr>
          <a:xfrm>
            <a:off x="5404151" y="1230831"/>
            <a:ext cx="6787849" cy="5397500"/>
          </a:xfrm>
          <a:prstGeom prst="rect">
            <a:avLst/>
          </a:prstGeom>
          <a:noFill/>
          <a:ln>
            <a:noFill/>
          </a:ln>
        </p:spPr>
      </p:pic>
      <p:graphicFrame>
        <p:nvGraphicFramePr>
          <p:cNvPr id="581" name="Google Shape;581;p47"/>
          <p:cNvGraphicFramePr/>
          <p:nvPr>
            <p:extLst>
              <p:ext uri="{D42A27DB-BD31-4B8C-83A1-F6EECF244321}">
                <p14:modId xmlns:p14="http://schemas.microsoft.com/office/powerpoint/2010/main" val="690047838"/>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Transformation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671FF98D-0CAD-422E-20D7-50AEC5351B20}"/>
                  </a:ext>
                </a:extLst>
              </p14:cNvPr>
              <p14:cNvContentPartPr/>
              <p14:nvPr/>
            </p14:nvContentPartPr>
            <p14:xfrm>
              <a:off x="6622560" y="3738600"/>
              <a:ext cx="2341440" cy="1621800"/>
            </p14:xfrm>
          </p:contentPart>
        </mc:Choice>
        <mc:Fallback xmlns="">
          <p:pic>
            <p:nvPicPr>
              <p:cNvPr id="2" name="Ink 1">
                <a:extLst>
                  <a:ext uri="{FF2B5EF4-FFF2-40B4-BE49-F238E27FC236}">
                    <a16:creationId xmlns:a16="http://schemas.microsoft.com/office/drawing/2014/main" id="{671FF98D-0CAD-422E-20D7-50AEC5351B20}"/>
                  </a:ext>
                </a:extLst>
              </p:cNvPr>
              <p:cNvPicPr/>
              <p:nvPr/>
            </p:nvPicPr>
            <p:blipFill>
              <a:blip r:embed="rId5"/>
              <a:stretch>
                <a:fillRect/>
              </a:stretch>
            </p:blipFill>
            <p:spPr>
              <a:xfrm>
                <a:off x="6613200" y="3729240"/>
                <a:ext cx="2360160" cy="1640520"/>
              </a:xfrm>
              <a:prstGeom prst="rect">
                <a:avLst/>
              </a:prstGeom>
            </p:spPr>
          </p:pic>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48"/>
          <p:cNvSpPr txBox="1">
            <a:spLocks noGrp="1"/>
          </p:cNvSpPr>
          <p:nvPr>
            <p:ph type="title"/>
          </p:nvPr>
        </p:nvSpPr>
        <p:spPr>
          <a:xfrm>
            <a:off x="100" y="311600"/>
            <a:ext cx="12192000" cy="16095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5400"/>
              <a:buFont typeface="Rockwell"/>
              <a:buNone/>
            </a:pPr>
            <a:r>
              <a:rPr lang="en-US"/>
              <a:t>MATPLOTLIB’S VIRIDIS COLORMAP</a:t>
            </a:r>
            <a:endParaRPr/>
          </a:p>
        </p:txBody>
      </p:sp>
      <p:pic>
        <p:nvPicPr>
          <p:cNvPr id="588" name="Google Shape;588;p48"/>
          <p:cNvPicPr preferRelativeResize="0"/>
          <p:nvPr/>
        </p:nvPicPr>
        <p:blipFill rotWithShape="1">
          <a:blip r:embed="rId3">
            <a:alphaModFix/>
          </a:blip>
          <a:srcRect/>
          <a:stretch/>
        </p:blipFill>
        <p:spPr>
          <a:xfrm>
            <a:off x="372688" y="1753986"/>
            <a:ext cx="6518564" cy="3911138"/>
          </a:xfrm>
          <a:prstGeom prst="rect">
            <a:avLst/>
          </a:prstGeom>
          <a:blipFill rotWithShape="1">
            <a:blip r:embed="rId4">
              <a:alphaModFix/>
            </a:blip>
            <a:tile tx="0" ty="0" sx="60000" sy="58999" flip="none" algn="tl"/>
          </a:blipFill>
          <a:ln>
            <a:noFill/>
          </a:ln>
          <a:effectLst>
            <a:outerShdw blurRad="50800" dist="19050" dir="5400000" algn="tl" rotWithShape="0">
              <a:srgbClr val="000000">
                <a:alpha val="60000"/>
              </a:srgbClr>
            </a:outerShdw>
          </a:effectLst>
        </p:spPr>
      </p:pic>
      <p:pic>
        <p:nvPicPr>
          <p:cNvPr id="589" name="Google Shape;589;p48"/>
          <p:cNvPicPr preferRelativeResize="0"/>
          <p:nvPr/>
        </p:nvPicPr>
        <p:blipFill rotWithShape="1">
          <a:blip r:embed="rId5">
            <a:alphaModFix/>
          </a:blip>
          <a:srcRect/>
          <a:stretch/>
        </p:blipFill>
        <p:spPr>
          <a:xfrm>
            <a:off x="5257800" y="2926080"/>
            <a:ext cx="6553200" cy="3931920"/>
          </a:xfrm>
          <a:prstGeom prst="rect">
            <a:avLst/>
          </a:prstGeom>
          <a:blipFill rotWithShape="1">
            <a:blip r:embed="rId4">
              <a:alphaModFix/>
            </a:blip>
            <a:tile tx="0" ty="0" sx="60000" sy="58999" flip="none" algn="tl"/>
          </a:blipFill>
          <a:ln>
            <a:noFill/>
          </a:ln>
          <a:effectLst>
            <a:outerShdw blurRad="50800" dist="19050" dir="5400000" algn="tl" rotWithShape="0">
              <a:srgbClr val="000000">
                <a:alpha val="60000"/>
              </a:srgbClr>
            </a:outerShdw>
          </a:effectLst>
        </p:spPr>
      </p:pic>
      <p:sp>
        <p:nvSpPr>
          <p:cNvPr id="590" name="Google Shape;590;p48"/>
          <p:cNvSpPr/>
          <p:nvPr/>
        </p:nvSpPr>
        <p:spPr>
          <a:xfrm>
            <a:off x="765241" y="5938396"/>
            <a:ext cx="363009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sng" strike="noStrike" cap="none">
                <a:solidFill>
                  <a:schemeClr val="dk1"/>
                </a:solidFill>
                <a:latin typeface="Rockwell"/>
                <a:ea typeface="Rockwell"/>
                <a:cs typeface="Rockwell"/>
                <a:sym typeface="Rockwell"/>
                <a:hlinkClick r:id="rId6">
                  <a:extLst>
                    <a:ext uri="{A12FA001-AC4F-418D-AE19-62706E023703}">
                      <ahyp:hlinkClr xmlns:ahyp="http://schemas.microsoft.com/office/drawing/2018/hyperlinkcolor" val="tx"/>
                    </a:ext>
                  </a:extLst>
                </a:hlinkClick>
              </a:rPr>
              <a:t>https://bids.github.io/colormap</a:t>
            </a:r>
            <a:r>
              <a:rPr lang="en-US" sz="1800" b="0" i="0" u="none" strike="noStrike" cap="none">
                <a:solidFill>
                  <a:schemeClr val="dk1"/>
                </a:solidFill>
                <a:latin typeface="Rockwell"/>
                <a:ea typeface="Rockwell"/>
                <a:cs typeface="Rockwell"/>
                <a:sym typeface="Rockwell"/>
              </a:rPr>
              <a:t> </a:t>
            </a:r>
            <a:endParaRPr sz="1400" b="0" i="0" u="none" strike="noStrike" cap="none">
              <a:solidFill>
                <a:srgbClr val="000000"/>
              </a:solidFill>
              <a:latin typeface="Arial"/>
              <a:ea typeface="Arial"/>
              <a:cs typeface="Arial"/>
              <a:sym typeface="Arial"/>
            </a:endParaRPr>
          </a:p>
        </p:txBody>
      </p:sp>
      <p:sp>
        <p:nvSpPr>
          <p:cNvPr id="591" name="Google Shape;591;p48"/>
          <p:cNvSpPr/>
          <p:nvPr/>
        </p:nvSpPr>
        <p:spPr>
          <a:xfrm>
            <a:off x="8822096" y="2894548"/>
            <a:ext cx="2321918"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Rockwell"/>
                <a:ea typeface="Rockwell"/>
                <a:cs typeface="Rockwell"/>
                <a:sym typeface="Rockwell"/>
              </a:rPr>
              <a:t>matplotlib.pyplot.viridis()</a:t>
            </a:r>
            <a:endParaRPr sz="1400" b="0" i="0" u="none" strike="noStrike" cap="none">
              <a:solidFill>
                <a:srgbClr val="000000"/>
              </a:solidFill>
              <a:latin typeface="Arial"/>
              <a:ea typeface="Arial"/>
              <a:cs typeface="Arial"/>
              <a:sym typeface="Arial"/>
            </a:endParaRPr>
          </a:p>
        </p:txBody>
      </p:sp>
      <p:sp>
        <p:nvSpPr>
          <p:cNvPr id="592" name="Google Shape;592;p48"/>
          <p:cNvSpPr/>
          <p:nvPr/>
        </p:nvSpPr>
        <p:spPr>
          <a:xfrm>
            <a:off x="7100950" y="1901775"/>
            <a:ext cx="4985100" cy="64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Inconsolata"/>
                <a:ea typeface="Inconsolata"/>
                <a:cs typeface="Inconsolata"/>
                <a:sym typeface="Inconsolata"/>
              </a:rPr>
              <a:t>Goal: a "perceptually uniform" colormap,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Inconsolata"/>
                <a:ea typeface="Inconsolata"/>
                <a:cs typeface="Inconsolata"/>
                <a:sym typeface="Inconsolata"/>
              </a:rPr>
              <a:t>with uniform perceptual deltas</a:t>
            </a:r>
            <a:r>
              <a:rPr lang="en-US" sz="1800" b="0" i="0" u="none" strike="noStrike" cap="none">
                <a:solidFill>
                  <a:srgbClr val="333333"/>
                </a:solidFill>
                <a:latin typeface="Inconsolata"/>
                <a:ea typeface="Inconsolata"/>
                <a:cs typeface="Inconsolata"/>
                <a:sym typeface="Inconsolata"/>
              </a:rPr>
              <a:t> </a:t>
            </a:r>
            <a:endParaRPr sz="1800" b="0" i="0" u="none" strike="noStrike" cap="none">
              <a:solidFill>
                <a:schemeClr val="dk1"/>
              </a:solidFill>
              <a:latin typeface="Rockwell"/>
              <a:ea typeface="Rockwell"/>
              <a:cs typeface="Rockwell"/>
              <a:sym typeface="Rockwell"/>
            </a:endParaRPr>
          </a:p>
        </p:txBody>
      </p:sp>
      <mc:AlternateContent xmlns:mc="http://schemas.openxmlformats.org/markup-compatibility/2006" xmlns:p14="http://schemas.microsoft.com/office/powerpoint/2010/main">
        <mc:Choice Requires="p14">
          <p:contentPart p14:bwMode="auto" r:id="rId7">
            <p14:nvContentPartPr>
              <p14:cNvPr id="2" name="Ink 1">
                <a:extLst>
                  <a:ext uri="{FF2B5EF4-FFF2-40B4-BE49-F238E27FC236}">
                    <a16:creationId xmlns:a16="http://schemas.microsoft.com/office/drawing/2014/main" id="{ECDA859F-ADB4-55ED-C093-0E3F06D576DE}"/>
                  </a:ext>
                </a:extLst>
              </p14:cNvPr>
              <p14:cNvContentPartPr/>
              <p14:nvPr/>
            </p14:nvContentPartPr>
            <p14:xfrm>
              <a:off x="681840" y="1417320"/>
              <a:ext cx="8319960" cy="5397840"/>
            </p14:xfrm>
          </p:contentPart>
        </mc:Choice>
        <mc:Fallback xmlns="">
          <p:pic>
            <p:nvPicPr>
              <p:cNvPr id="2" name="Ink 1">
                <a:extLst>
                  <a:ext uri="{FF2B5EF4-FFF2-40B4-BE49-F238E27FC236}">
                    <a16:creationId xmlns:a16="http://schemas.microsoft.com/office/drawing/2014/main" id="{ECDA859F-ADB4-55ED-C093-0E3F06D576DE}"/>
                  </a:ext>
                </a:extLst>
              </p:cNvPr>
              <p:cNvPicPr/>
              <p:nvPr/>
            </p:nvPicPr>
            <p:blipFill>
              <a:blip r:embed="rId8"/>
              <a:stretch>
                <a:fillRect/>
              </a:stretch>
            </p:blipFill>
            <p:spPr>
              <a:xfrm>
                <a:off x="672480" y="1407960"/>
                <a:ext cx="8338680" cy="54165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49"/>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DATA TYPE AND COLOR</a:t>
            </a:r>
            <a:endParaRPr/>
          </a:p>
        </p:txBody>
      </p:sp>
      <p:sp>
        <p:nvSpPr>
          <p:cNvPr id="599" name="Google Shape;599;p49"/>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US" sz="2400"/>
              <a:t>Categorical – Choose a scheme that makes it easy to distinguish between categories</a:t>
            </a:r>
            <a:endParaRPr/>
          </a:p>
          <a:p>
            <a:pPr marL="182880" lvl="0" indent="-53338" algn="l" rtl="0">
              <a:lnSpc>
                <a:spcPct val="90000"/>
              </a:lnSpc>
              <a:spcBef>
                <a:spcPts val="1200"/>
              </a:spcBef>
              <a:spcAft>
                <a:spcPts val="0"/>
              </a:spcAft>
              <a:buSzPts val="2040"/>
              <a:buNone/>
            </a:pPr>
            <a:endParaRPr sz="2400"/>
          </a:p>
          <a:p>
            <a:pPr marL="182880" lvl="0" indent="-182880" algn="l" rtl="0">
              <a:lnSpc>
                <a:spcPct val="90000"/>
              </a:lnSpc>
              <a:spcBef>
                <a:spcPts val="1200"/>
              </a:spcBef>
              <a:spcAft>
                <a:spcPts val="0"/>
              </a:spcAft>
              <a:buSzPts val="2040"/>
              <a:buChar char="▪"/>
            </a:pPr>
            <a:r>
              <a:rPr lang="en-US" sz="2400"/>
              <a:t>Quantitative – Choose a color scheme that implies magnitude. </a:t>
            </a:r>
            <a:endParaRPr/>
          </a:p>
          <a:p>
            <a:pPr marL="457200" lvl="1" indent="-182880" algn="l" rtl="0">
              <a:lnSpc>
                <a:spcPct val="90000"/>
              </a:lnSpc>
              <a:spcBef>
                <a:spcPts val="400"/>
              </a:spcBef>
              <a:spcAft>
                <a:spcPts val="0"/>
              </a:spcAft>
              <a:buSzPts val="2040"/>
              <a:buChar char="▪"/>
            </a:pPr>
            <a:r>
              <a:rPr lang="en-US" sz="2400"/>
              <a:t>Does the data progress from low to high? Use a </a:t>
            </a:r>
            <a:r>
              <a:rPr lang="en-US" sz="2400" b="1"/>
              <a:t>sequential</a:t>
            </a:r>
            <a:r>
              <a:rPr lang="en-US" sz="2400"/>
              <a:t> scheme where light colors are for low values</a:t>
            </a:r>
            <a:endParaRPr/>
          </a:p>
          <a:p>
            <a:pPr marL="457200" lvl="1" indent="-182880" algn="l" rtl="0">
              <a:lnSpc>
                <a:spcPct val="90000"/>
              </a:lnSpc>
              <a:spcBef>
                <a:spcPts val="600"/>
              </a:spcBef>
              <a:spcAft>
                <a:spcPts val="0"/>
              </a:spcAft>
              <a:buSzPts val="2040"/>
              <a:buChar char="▪"/>
            </a:pPr>
            <a:r>
              <a:rPr lang="en-US" sz="2400"/>
              <a:t>Do both low and high value deserve equal emphasis? Use a </a:t>
            </a:r>
            <a:r>
              <a:rPr lang="en-US" sz="2400" b="1"/>
              <a:t>diverging</a:t>
            </a:r>
            <a:r>
              <a:rPr lang="en-US" sz="2400"/>
              <a:t> scheme where light colors represent middle values </a:t>
            </a:r>
            <a:endParaRPr/>
          </a:p>
        </p:txBody>
      </p:sp>
      <p:graphicFrame>
        <p:nvGraphicFramePr>
          <p:cNvPr id="600" name="Google Shape;600;p49"/>
          <p:cNvGraphicFramePr/>
          <p:nvPr>
            <p:extLst>
              <p:ext uri="{D42A27DB-BD31-4B8C-83A1-F6EECF244321}">
                <p14:modId xmlns:p14="http://schemas.microsoft.com/office/powerpoint/2010/main" val="1747183673"/>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Transformation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50"/>
          <p:cNvSpPr txBox="1">
            <a:spLocks noGrp="1"/>
          </p:cNvSpPr>
          <p:nvPr>
            <p:ph type="title"/>
          </p:nvPr>
        </p:nvSpPr>
        <p:spPr>
          <a:xfrm>
            <a:off x="1052512" y="149861"/>
            <a:ext cx="10801350" cy="82867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5400"/>
              <a:buFont typeface="Rockwell"/>
              <a:buNone/>
            </a:pPr>
            <a:r>
              <a:rPr lang="en-US"/>
              <a:t>COLORMAPS</a:t>
            </a:r>
            <a:endParaRPr/>
          </a:p>
        </p:txBody>
      </p:sp>
      <p:graphicFrame>
        <p:nvGraphicFramePr>
          <p:cNvPr id="607" name="Google Shape;607;p50"/>
          <p:cNvGraphicFramePr/>
          <p:nvPr>
            <p:extLst>
              <p:ext uri="{D42A27DB-BD31-4B8C-83A1-F6EECF244321}">
                <p14:modId xmlns:p14="http://schemas.microsoft.com/office/powerpoint/2010/main" val="946438226"/>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Transformation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
        <p:nvSpPr>
          <p:cNvPr id="608" name="Google Shape;608;p50"/>
          <p:cNvSpPr txBox="1"/>
          <p:nvPr/>
        </p:nvSpPr>
        <p:spPr>
          <a:xfrm>
            <a:off x="6367050" y="161100"/>
            <a:ext cx="54867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https://matplotlib.org/examples/color/colormaps_reference.html</a:t>
            </a:r>
            <a:endParaRPr sz="1800" b="0" i="0" u="none" strike="noStrike" cap="none">
              <a:solidFill>
                <a:schemeClr val="dk1"/>
              </a:solidFill>
              <a:latin typeface="Rockwell"/>
              <a:ea typeface="Rockwell"/>
              <a:cs typeface="Rockwell"/>
              <a:sym typeface="Rockwell"/>
            </a:endParaRPr>
          </a:p>
        </p:txBody>
      </p:sp>
      <p:pic>
        <p:nvPicPr>
          <p:cNvPr id="609" name="Google Shape;609;p50"/>
          <p:cNvPicPr preferRelativeResize="0"/>
          <p:nvPr/>
        </p:nvPicPr>
        <p:blipFill rotWithShape="1">
          <a:blip r:embed="rId3">
            <a:alphaModFix/>
          </a:blip>
          <a:srcRect/>
          <a:stretch/>
        </p:blipFill>
        <p:spPr>
          <a:xfrm>
            <a:off x="369887" y="879925"/>
            <a:ext cx="6502400" cy="1714500"/>
          </a:xfrm>
          <a:prstGeom prst="rect">
            <a:avLst/>
          </a:prstGeom>
          <a:noFill/>
          <a:ln>
            <a:noFill/>
          </a:ln>
        </p:spPr>
      </p:pic>
      <p:pic>
        <p:nvPicPr>
          <p:cNvPr id="610" name="Google Shape;610;p50"/>
          <p:cNvPicPr preferRelativeResize="0"/>
          <p:nvPr/>
        </p:nvPicPr>
        <p:blipFill rotWithShape="1">
          <a:blip r:embed="rId4">
            <a:alphaModFix/>
          </a:blip>
          <a:srcRect/>
          <a:stretch/>
        </p:blipFill>
        <p:spPr>
          <a:xfrm>
            <a:off x="7589836" y="844630"/>
            <a:ext cx="3806826" cy="3114676"/>
          </a:xfrm>
          <a:prstGeom prst="rect">
            <a:avLst/>
          </a:prstGeom>
          <a:noFill/>
          <a:ln>
            <a:noFill/>
          </a:ln>
        </p:spPr>
      </p:pic>
      <p:pic>
        <p:nvPicPr>
          <p:cNvPr id="611" name="Google Shape;611;p50"/>
          <p:cNvPicPr preferRelativeResize="0"/>
          <p:nvPr/>
        </p:nvPicPr>
        <p:blipFill rotWithShape="1">
          <a:blip r:embed="rId5">
            <a:alphaModFix/>
          </a:blip>
          <a:srcRect/>
          <a:stretch/>
        </p:blipFill>
        <p:spPr>
          <a:xfrm>
            <a:off x="7589836" y="4130503"/>
            <a:ext cx="3832624" cy="2349501"/>
          </a:xfrm>
          <a:prstGeom prst="rect">
            <a:avLst/>
          </a:prstGeom>
          <a:noFill/>
          <a:ln>
            <a:noFill/>
          </a:ln>
        </p:spPr>
      </p:pic>
      <p:pic>
        <p:nvPicPr>
          <p:cNvPr id="612" name="Google Shape;612;p50"/>
          <p:cNvPicPr preferRelativeResize="0"/>
          <p:nvPr/>
        </p:nvPicPr>
        <p:blipFill rotWithShape="1">
          <a:blip r:embed="rId6">
            <a:alphaModFix/>
          </a:blip>
          <a:srcRect/>
          <a:stretch/>
        </p:blipFill>
        <p:spPr>
          <a:xfrm>
            <a:off x="357187" y="2428704"/>
            <a:ext cx="6515100" cy="4051300"/>
          </a:xfrm>
          <a:prstGeom prst="rect">
            <a:avLst/>
          </a:prstGeom>
          <a:noFill/>
          <a:ln>
            <a:noFill/>
          </a:ln>
        </p:spPr>
      </p:pic>
      <mc:AlternateContent xmlns:mc="http://schemas.openxmlformats.org/markup-compatibility/2006" xmlns:p14="http://schemas.microsoft.com/office/powerpoint/2010/main">
        <mc:Choice Requires="p14">
          <p:contentPart p14:bwMode="auto" r:id="rId7">
            <p14:nvContentPartPr>
              <p14:cNvPr id="2" name="Ink 1">
                <a:extLst>
                  <a:ext uri="{FF2B5EF4-FFF2-40B4-BE49-F238E27FC236}">
                    <a16:creationId xmlns:a16="http://schemas.microsoft.com/office/drawing/2014/main" id="{7F005DBA-4B49-8BE9-F39D-AE69F35F6C1C}"/>
                  </a:ext>
                </a:extLst>
              </p14:cNvPr>
              <p14:cNvContentPartPr/>
              <p14:nvPr/>
            </p14:nvContentPartPr>
            <p14:xfrm>
              <a:off x="154800" y="55800"/>
              <a:ext cx="6195600" cy="3132000"/>
            </p14:xfrm>
          </p:contentPart>
        </mc:Choice>
        <mc:Fallback xmlns="">
          <p:pic>
            <p:nvPicPr>
              <p:cNvPr id="2" name="Ink 1">
                <a:extLst>
                  <a:ext uri="{FF2B5EF4-FFF2-40B4-BE49-F238E27FC236}">
                    <a16:creationId xmlns:a16="http://schemas.microsoft.com/office/drawing/2014/main" id="{7F005DBA-4B49-8BE9-F39D-AE69F35F6C1C}"/>
                  </a:ext>
                </a:extLst>
              </p:cNvPr>
              <p:cNvPicPr/>
              <p:nvPr/>
            </p:nvPicPr>
            <p:blipFill>
              <a:blip r:embed="rId8"/>
              <a:stretch>
                <a:fillRect/>
              </a:stretch>
            </p:blipFill>
            <p:spPr>
              <a:xfrm>
                <a:off x="145440" y="46440"/>
                <a:ext cx="6214320" cy="3150720"/>
              </a:xfrm>
              <a:prstGeom prst="rect">
                <a:avLst/>
              </a:prstGeom>
            </p:spPr>
          </p:pic>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51"/>
          <p:cNvSpPr txBox="1">
            <a:spLocks noGrp="1"/>
          </p:cNvSpPr>
          <p:nvPr>
            <p:ph type="ctrTitle"/>
          </p:nvPr>
        </p:nvSpPr>
        <p:spPr>
          <a:xfrm>
            <a:off x="1051560" y="1432223"/>
            <a:ext cx="9966960" cy="3035808"/>
          </a:xfrm>
          <a:prstGeom prst="rect">
            <a:avLst/>
          </a:prstGeom>
          <a:noFill/>
          <a:ln>
            <a:noFill/>
          </a:ln>
        </p:spPr>
        <p:txBody>
          <a:bodyPr spcFirstLastPara="1" wrap="square" lIns="91425" tIns="45700" rIns="91425" bIns="45700" anchor="ctr" anchorCtr="0">
            <a:noAutofit/>
          </a:bodyPr>
          <a:lstStyle/>
          <a:p>
            <a:pPr marL="0" lvl="0" indent="0" algn="ctr" rtl="0">
              <a:lnSpc>
                <a:spcPct val="80000"/>
              </a:lnSpc>
              <a:spcBef>
                <a:spcPts val="0"/>
              </a:spcBef>
              <a:spcAft>
                <a:spcPts val="0"/>
              </a:spcAft>
              <a:buSzPts val="6000"/>
              <a:buFont typeface="Rockwell"/>
              <a:buNone/>
            </a:pPr>
            <a:r>
              <a:rPr lang="en-US" sz="6000"/>
              <a:t>PERCEPTION - LENGTH</a:t>
            </a:r>
            <a:endParaRPr/>
          </a:p>
        </p:txBody>
      </p:sp>
      <p:sp>
        <p:nvSpPr>
          <p:cNvPr id="618" name="Google Shape;618;p51"/>
          <p:cNvSpPr txBox="1">
            <a:spLocks noGrp="1"/>
          </p:cNvSpPr>
          <p:nvPr>
            <p:ph type="subTitle" idx="1"/>
          </p:nvPr>
        </p:nvSpPr>
        <p:spPr>
          <a:xfrm>
            <a:off x="1069848" y="4389120"/>
            <a:ext cx="7891272" cy="106984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70"/>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Google Shape;624;p52"/>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BAR PLOT, PIE CHART, DOT CHART</a:t>
            </a:r>
            <a:endParaRPr/>
          </a:p>
        </p:txBody>
      </p:sp>
      <p:sp>
        <p:nvSpPr>
          <p:cNvPr id="625" name="Google Shape;625;p52"/>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Experiments found that </a:t>
            </a:r>
            <a:r>
              <a:rPr lang="en-US" b="1" dirty="0"/>
              <a:t>angle</a:t>
            </a:r>
            <a:r>
              <a:rPr lang="en-US" dirty="0"/>
              <a:t> judgments based on pie charts are </a:t>
            </a:r>
            <a:r>
              <a:rPr lang="en-US" b="1" dirty="0"/>
              <a:t>less accurate</a:t>
            </a:r>
            <a:r>
              <a:rPr lang="en-US" dirty="0"/>
              <a:t> than length judgments from bar charts </a:t>
            </a:r>
            <a:endParaRPr dirty="0"/>
          </a:p>
          <a:p>
            <a:pPr marL="182880" lvl="0" indent="-182880" algn="l" rtl="0">
              <a:lnSpc>
                <a:spcPct val="90000"/>
              </a:lnSpc>
              <a:spcBef>
                <a:spcPts val="1200"/>
              </a:spcBef>
              <a:spcAft>
                <a:spcPts val="0"/>
              </a:spcAft>
              <a:buSzPts val="1700"/>
              <a:buChar char="▪"/>
            </a:pPr>
            <a:r>
              <a:rPr lang="en-US" b="1" dirty="0"/>
              <a:t>Length is easier to compare than area or volume</a:t>
            </a:r>
            <a:endParaRPr dirty="0"/>
          </a:p>
          <a:p>
            <a:pPr marL="182880" lvl="0" indent="-182880" algn="l" rtl="0">
              <a:lnSpc>
                <a:spcPct val="90000"/>
              </a:lnSpc>
              <a:spcBef>
                <a:spcPts val="1200"/>
              </a:spcBef>
              <a:spcAft>
                <a:spcPts val="0"/>
              </a:spcAft>
              <a:buSzPts val="1700"/>
              <a:buChar char="▪"/>
            </a:pPr>
            <a:r>
              <a:rPr lang="en-US" dirty="0"/>
              <a:t>Lengths that fall on a line are easier to compare than lengths on parallel lines, i.e., judgments based on dot charts are easier to make than judgments based on bar plots </a:t>
            </a:r>
            <a:endParaRPr dirty="0"/>
          </a:p>
          <a:p>
            <a:pPr marL="182880" lvl="0" indent="-74928" algn="l" rtl="0">
              <a:lnSpc>
                <a:spcPct val="90000"/>
              </a:lnSpc>
              <a:spcBef>
                <a:spcPts val="1200"/>
              </a:spcBef>
              <a:spcAft>
                <a:spcPts val="0"/>
              </a:spcAft>
              <a:buSzPts val="1700"/>
              <a:buNone/>
            </a:pPr>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pic>
        <p:nvPicPr>
          <p:cNvPr id="631" name="Google Shape;631;p53" descr="africaGDPDots.pdf"/>
          <p:cNvPicPr preferRelativeResize="0">
            <a:picLocks noGrp="1"/>
          </p:cNvPicPr>
          <p:nvPr>
            <p:ph type="body" idx="2"/>
          </p:nvPr>
        </p:nvPicPr>
        <p:blipFill rotWithShape="1">
          <a:blip r:embed="rId3">
            <a:alphaModFix/>
          </a:blip>
          <a:srcRect t="12599" b="12599"/>
          <a:stretch/>
        </p:blipFill>
        <p:spPr>
          <a:xfrm>
            <a:off x="6097385" y="1141416"/>
            <a:ext cx="5996363" cy="5035550"/>
          </a:xfrm>
          <a:prstGeom prst="rect">
            <a:avLst/>
          </a:prstGeom>
          <a:noFill/>
          <a:ln>
            <a:noFill/>
          </a:ln>
        </p:spPr>
      </p:pic>
      <p:pic>
        <p:nvPicPr>
          <p:cNvPr id="632" name="Google Shape;632;p53" descr="africaGDPBoxes.pdf"/>
          <p:cNvPicPr preferRelativeResize="0">
            <a:picLocks noGrp="1"/>
          </p:cNvPicPr>
          <p:nvPr>
            <p:ph type="body" idx="1"/>
          </p:nvPr>
        </p:nvPicPr>
        <p:blipFill rotWithShape="1">
          <a:blip r:embed="rId4">
            <a:alphaModFix/>
          </a:blip>
          <a:srcRect l="-16841" r="-16841"/>
          <a:stretch/>
        </p:blipFill>
        <p:spPr>
          <a:xfrm>
            <a:off x="0" y="964278"/>
            <a:ext cx="6207299" cy="5212688"/>
          </a:xfrm>
          <a:prstGeom prst="rect">
            <a:avLst/>
          </a:prstGeom>
          <a:noFill/>
          <a:ln>
            <a:noFill/>
          </a:ln>
        </p:spPr>
      </p:pic>
      <p:graphicFrame>
        <p:nvGraphicFramePr>
          <p:cNvPr id="633" name="Google Shape;633;p53"/>
          <p:cNvGraphicFramePr/>
          <p:nvPr>
            <p:extLst>
              <p:ext uri="{D42A27DB-BD31-4B8C-83A1-F6EECF244321}">
                <p14:modId xmlns:p14="http://schemas.microsoft.com/office/powerpoint/2010/main" val="1141312889"/>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B5DDD8DB-579D-746D-0785-96A3F9EF6B09}"/>
                  </a:ext>
                </a:extLst>
              </p14:cNvPr>
              <p14:cNvContentPartPr/>
              <p14:nvPr/>
            </p14:nvContentPartPr>
            <p14:xfrm>
              <a:off x="829440" y="1748160"/>
              <a:ext cx="10173600" cy="4404600"/>
            </p14:xfrm>
          </p:contentPart>
        </mc:Choice>
        <mc:Fallback xmlns="">
          <p:pic>
            <p:nvPicPr>
              <p:cNvPr id="2" name="Ink 1">
                <a:extLst>
                  <a:ext uri="{FF2B5EF4-FFF2-40B4-BE49-F238E27FC236}">
                    <a16:creationId xmlns:a16="http://schemas.microsoft.com/office/drawing/2014/main" id="{B5DDD8DB-579D-746D-0785-96A3F9EF6B09}"/>
                  </a:ext>
                </a:extLst>
              </p:cNvPr>
              <p:cNvPicPr/>
              <p:nvPr/>
            </p:nvPicPr>
            <p:blipFill>
              <a:blip r:embed="rId6"/>
              <a:stretch>
                <a:fillRect/>
              </a:stretch>
            </p:blipFill>
            <p:spPr>
              <a:xfrm>
                <a:off x="820080" y="1738800"/>
                <a:ext cx="10192320" cy="4423320"/>
              </a:xfrm>
              <a:prstGeom prst="rect">
                <a:avLst/>
              </a:prstGeom>
            </p:spPr>
          </p:pic>
        </mc:Fallback>
      </mc:AlternateContent>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54"/>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WHICH OF THESE PLOTS IS EASIEST TO READ?</a:t>
            </a:r>
            <a:endParaRPr/>
          </a:p>
        </p:txBody>
      </p:sp>
      <p:pic>
        <p:nvPicPr>
          <p:cNvPr id="640" name="Google Shape;640;p54" descr="plotQN1QL1.2.pdf"/>
          <p:cNvPicPr preferRelativeResize="0">
            <a:picLocks noGrp="1"/>
          </p:cNvPicPr>
          <p:nvPr>
            <p:ph type="body" idx="1"/>
          </p:nvPr>
        </p:nvPicPr>
        <p:blipFill rotWithShape="1">
          <a:blip r:embed="rId3">
            <a:alphaModFix/>
          </a:blip>
          <a:srcRect t="-6033" b="-6034"/>
          <a:stretch/>
        </p:blipFill>
        <p:spPr>
          <a:xfrm>
            <a:off x="0" y="2305374"/>
            <a:ext cx="4694400" cy="3942300"/>
          </a:xfrm>
          <a:prstGeom prst="rect">
            <a:avLst/>
          </a:prstGeom>
          <a:noFill/>
          <a:ln>
            <a:noFill/>
          </a:ln>
        </p:spPr>
      </p:pic>
      <p:pic>
        <p:nvPicPr>
          <p:cNvPr id="641" name="Google Shape;641;p54" descr="plotQN1QL1.3.pdf"/>
          <p:cNvPicPr preferRelativeResize="0">
            <a:picLocks noGrp="1"/>
          </p:cNvPicPr>
          <p:nvPr>
            <p:ph type="body" idx="2"/>
          </p:nvPr>
        </p:nvPicPr>
        <p:blipFill rotWithShape="1">
          <a:blip r:embed="rId4">
            <a:alphaModFix/>
          </a:blip>
          <a:srcRect t="-6033" b="-6034"/>
          <a:stretch/>
        </p:blipFill>
        <p:spPr>
          <a:xfrm>
            <a:off x="7005301" y="2110838"/>
            <a:ext cx="4308121" cy="4040152"/>
          </a:xfrm>
          <a:prstGeom prst="rect">
            <a:avLst/>
          </a:prstGeom>
          <a:noFill/>
          <a:ln>
            <a:noFill/>
          </a:ln>
        </p:spPr>
      </p:pic>
      <p:pic>
        <p:nvPicPr>
          <p:cNvPr id="642" name="Google Shape;642;p54" descr="plotQN1QL1.1.pdf"/>
          <p:cNvPicPr preferRelativeResize="0"/>
          <p:nvPr/>
        </p:nvPicPr>
        <p:blipFill rotWithShape="1">
          <a:blip r:embed="rId5">
            <a:alphaModFix/>
          </a:blip>
          <a:srcRect l="-40915" r="-40915"/>
          <a:stretch/>
        </p:blipFill>
        <p:spPr>
          <a:xfrm>
            <a:off x="2310901" y="2457773"/>
            <a:ext cx="6107885" cy="3595365"/>
          </a:xfrm>
          <a:prstGeom prst="rect">
            <a:avLst/>
          </a:prstGeom>
          <a:noFill/>
          <a:ln>
            <a:noFill/>
          </a:ln>
        </p:spPr>
      </p:pic>
      <p:sp>
        <p:nvSpPr>
          <p:cNvPr id="643" name="Google Shape;643;p54"/>
          <p:cNvSpPr txBox="1"/>
          <p:nvPr/>
        </p:nvSpPr>
        <p:spPr>
          <a:xfrm>
            <a:off x="1255022" y="2012986"/>
            <a:ext cx="893228" cy="5847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644" name="Google Shape;644;p54"/>
          <p:cNvSpPr txBox="1"/>
          <p:nvPr/>
        </p:nvSpPr>
        <p:spPr>
          <a:xfrm>
            <a:off x="5029125" y="1872998"/>
            <a:ext cx="893228" cy="5847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645" name="Google Shape;645;p54"/>
          <p:cNvSpPr txBox="1"/>
          <p:nvPr/>
        </p:nvSpPr>
        <p:spPr>
          <a:xfrm>
            <a:off x="8950563" y="1872998"/>
            <a:ext cx="893228" cy="5847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F2B9D6AE-DC2D-0399-F2CA-36EDAF9445BA}"/>
                  </a:ext>
                </a:extLst>
              </p14:cNvPr>
              <p14:cNvContentPartPr/>
              <p14:nvPr/>
            </p14:nvContentPartPr>
            <p14:xfrm>
              <a:off x="5532840" y="1449000"/>
              <a:ext cx="5921640" cy="3488040"/>
            </p14:xfrm>
          </p:contentPart>
        </mc:Choice>
        <mc:Fallback xmlns="">
          <p:pic>
            <p:nvPicPr>
              <p:cNvPr id="2" name="Ink 1">
                <a:extLst>
                  <a:ext uri="{FF2B5EF4-FFF2-40B4-BE49-F238E27FC236}">
                    <a16:creationId xmlns:a16="http://schemas.microsoft.com/office/drawing/2014/main" id="{F2B9D6AE-DC2D-0399-F2CA-36EDAF9445BA}"/>
                  </a:ext>
                </a:extLst>
              </p:cNvPr>
              <p:cNvPicPr/>
              <p:nvPr/>
            </p:nvPicPr>
            <p:blipFill>
              <a:blip r:embed="rId7"/>
              <a:stretch>
                <a:fillRect/>
              </a:stretch>
            </p:blipFill>
            <p:spPr>
              <a:xfrm>
                <a:off x="5523480" y="1439640"/>
                <a:ext cx="5940360" cy="3506760"/>
              </a:xfrm>
              <a:prstGeom prst="rect">
                <a:avLst/>
              </a:prstGeom>
            </p:spPr>
          </p:pic>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5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STACKING AND JIGGLING</a:t>
            </a:r>
            <a:r>
              <a:rPr lang="zh-CN" altLang="en-US" dirty="0"/>
              <a:t> 堆叠与抖动</a:t>
            </a:r>
            <a:endParaRPr dirty="0"/>
          </a:p>
        </p:txBody>
      </p:sp>
      <p:sp>
        <p:nvSpPr>
          <p:cNvPr id="651" name="Google Shape;651;p55"/>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Stacked bar plots and histograms are difficult to read because the base line moves from one bar to the next</a:t>
            </a:r>
            <a:endParaRPr dirty="0"/>
          </a:p>
          <a:p>
            <a:pPr marL="182880" lvl="0" indent="-182880" algn="l" rtl="0">
              <a:lnSpc>
                <a:spcPct val="90000"/>
              </a:lnSpc>
              <a:spcBef>
                <a:spcPts val="1200"/>
              </a:spcBef>
              <a:spcAft>
                <a:spcPts val="0"/>
              </a:spcAft>
              <a:buSzPts val="1700"/>
              <a:buChar char="▪"/>
            </a:pPr>
            <a:r>
              <a:rPr lang="en-US" dirty="0"/>
              <a:t>Line plots where the area between successive lines represent the measurement are very difficult to read because the base line jiggles up and down.</a:t>
            </a:r>
            <a:endParaRPr dirty="0"/>
          </a:p>
        </p:txBody>
      </p:sp>
      <p:graphicFrame>
        <p:nvGraphicFramePr>
          <p:cNvPr id="2" name="Google Shape;633;p53">
            <a:extLst>
              <a:ext uri="{FF2B5EF4-FFF2-40B4-BE49-F238E27FC236}">
                <a16:creationId xmlns:a16="http://schemas.microsoft.com/office/drawing/2014/main" id="{1F645B36-45BB-8223-F985-26CCF45AC223}"/>
              </a:ext>
            </a:extLst>
          </p:cNvPr>
          <p:cNvGraphicFramePr/>
          <p:nvPr>
            <p:extLst>
              <p:ext uri="{D42A27DB-BD31-4B8C-83A1-F6EECF244321}">
                <p14:modId xmlns:p14="http://schemas.microsoft.com/office/powerpoint/2010/main" val="863418604"/>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5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CO2 EMISSIONS FROM FUEL CONSUMPTION</a:t>
            </a:r>
            <a:endParaRPr/>
          </a:p>
        </p:txBody>
      </p:sp>
      <p:sp>
        <p:nvSpPr>
          <p:cNvPr id="658" name="Google Shape;658;p56"/>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Data on historical carbon dioxide (CO2) emissions from fuel combustion (</a:t>
            </a:r>
            <a:r>
              <a:rPr lang="en-US" u="sng" dirty="0">
                <a:solidFill>
                  <a:schemeClr val="hlink"/>
                </a:solidFill>
                <a:hlinkClick r:id="rId3"/>
              </a:rPr>
              <a:t>http://cait.wri.org</a:t>
            </a:r>
            <a:r>
              <a:rPr lang="en-US" dirty="0"/>
              <a:t>)</a:t>
            </a:r>
            <a:endParaRPr dirty="0"/>
          </a:p>
          <a:p>
            <a:pPr marL="182880" lvl="0" indent="-182880" algn="l" rtl="0">
              <a:lnSpc>
                <a:spcPct val="90000"/>
              </a:lnSpc>
              <a:spcBef>
                <a:spcPts val="1200"/>
              </a:spcBef>
              <a:spcAft>
                <a:spcPts val="0"/>
              </a:spcAft>
              <a:buSzPts val="1700"/>
              <a:buChar char="▪"/>
            </a:pPr>
            <a:r>
              <a:rPr lang="en-US" dirty="0"/>
              <a:t>Country annual CO2 emissions date back to 1850 </a:t>
            </a:r>
            <a:endParaRPr dirty="0"/>
          </a:p>
          <a:p>
            <a:pPr marL="182880" lvl="0" indent="-182880" algn="l" rtl="0">
              <a:lnSpc>
                <a:spcPct val="90000"/>
              </a:lnSpc>
              <a:spcBef>
                <a:spcPts val="1200"/>
              </a:spcBef>
              <a:spcAft>
                <a:spcPts val="0"/>
              </a:spcAft>
              <a:buSzPts val="1700"/>
              <a:buChar char="▪"/>
            </a:pPr>
            <a:r>
              <a:rPr lang="en-US" dirty="0"/>
              <a:t>Typical report on trends since 1950 for the 14 countries that emitted the greatest amount of CO2 in 2012 </a:t>
            </a:r>
            <a:endParaRPr dirty="0"/>
          </a:p>
          <a:p>
            <a:pPr marL="182880" lvl="0" indent="-182880" algn="l" rtl="0">
              <a:lnSpc>
                <a:spcPct val="90000"/>
              </a:lnSpc>
              <a:spcBef>
                <a:spcPts val="1200"/>
              </a:spcBef>
              <a:spcAft>
                <a:spcPts val="0"/>
              </a:spcAft>
              <a:buSzPts val="1700"/>
              <a:buChar char="▪"/>
            </a:pPr>
            <a:r>
              <a:rPr lang="en-US" dirty="0"/>
              <a:t>World Resources Institute (http://</a:t>
            </a:r>
            <a:r>
              <a:rPr lang="en-US" dirty="0" err="1"/>
              <a:t>www.wri.org</a:t>
            </a:r>
            <a:r>
              <a:rPr lang="en-US" dirty="0"/>
              <a:t>/) </a:t>
            </a:r>
            <a:endParaRPr dirty="0"/>
          </a:p>
          <a:p>
            <a:pPr marL="182880" lvl="0" indent="-74928" algn="l" rtl="0">
              <a:lnSpc>
                <a:spcPct val="90000"/>
              </a:lnSpc>
              <a:spcBef>
                <a:spcPts val="1200"/>
              </a:spcBef>
              <a:spcAft>
                <a:spcPts val="0"/>
              </a:spcAft>
              <a:buSzPts val="1700"/>
              <a:buNone/>
            </a:pPr>
            <a:endParaRPr dirty="0"/>
          </a:p>
          <a:p>
            <a:pPr marL="182880" lvl="0" indent="-74928" algn="l" rtl="0">
              <a:lnSpc>
                <a:spcPct val="90000"/>
              </a:lnSpc>
              <a:spcBef>
                <a:spcPts val="1200"/>
              </a:spcBef>
              <a:spcAft>
                <a:spcPts val="0"/>
              </a:spcAft>
              <a:buSzPts val="1700"/>
              <a:buNone/>
            </a:pPr>
            <a:endParaRPr dirty="0"/>
          </a:p>
        </p:txBody>
      </p:sp>
      <p:graphicFrame>
        <p:nvGraphicFramePr>
          <p:cNvPr id="2" name="Google Shape;633;p53">
            <a:extLst>
              <a:ext uri="{FF2B5EF4-FFF2-40B4-BE49-F238E27FC236}">
                <a16:creationId xmlns:a16="http://schemas.microsoft.com/office/drawing/2014/main" id="{DC8C8430-A441-A856-18CC-C5717A6F3DDE}"/>
              </a:ext>
            </a:extLst>
          </p:cNvPr>
          <p:cNvGraphicFramePr/>
          <p:nvPr>
            <p:extLst>
              <p:ext uri="{D42A27DB-BD31-4B8C-83A1-F6EECF244321}">
                <p14:modId xmlns:p14="http://schemas.microsoft.com/office/powerpoint/2010/main" val="863418604"/>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57"/>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CO2 EMISSIONS</a:t>
            </a:r>
            <a:endParaRPr/>
          </a:p>
        </p:txBody>
      </p:sp>
      <p:pic>
        <p:nvPicPr>
          <p:cNvPr id="665" name="Google Shape;665;p57" descr="CO2EmissionsStackedLine.pdf"/>
          <p:cNvPicPr preferRelativeResize="0">
            <a:picLocks noGrp="1"/>
          </p:cNvPicPr>
          <p:nvPr>
            <p:ph type="body" idx="1"/>
          </p:nvPr>
        </p:nvPicPr>
        <p:blipFill rotWithShape="1">
          <a:blip r:embed="rId3">
            <a:alphaModFix/>
          </a:blip>
          <a:srcRect l="-9454" r="-9452"/>
          <a:stretch/>
        </p:blipFill>
        <p:spPr>
          <a:xfrm>
            <a:off x="1069848" y="2194560"/>
            <a:ext cx="4754880" cy="3977640"/>
          </a:xfrm>
          <a:prstGeom prst="rect">
            <a:avLst/>
          </a:prstGeom>
          <a:noFill/>
          <a:ln>
            <a:noFill/>
          </a:ln>
        </p:spPr>
      </p:pic>
      <p:pic>
        <p:nvPicPr>
          <p:cNvPr id="667" name="Google Shape;667;p57"/>
          <p:cNvPicPr preferRelativeResize="0">
            <a:picLocks noGrp="1"/>
          </p:cNvPicPr>
          <p:nvPr>
            <p:ph type="body" idx="2"/>
          </p:nvPr>
        </p:nvPicPr>
        <p:blipFill rotWithShape="1">
          <a:blip r:embed="rId4">
            <a:alphaModFix/>
          </a:blip>
          <a:srcRect/>
          <a:stretch/>
        </p:blipFill>
        <p:spPr>
          <a:xfrm>
            <a:off x="6502267" y="1825625"/>
            <a:ext cx="4521465" cy="4351338"/>
          </a:xfrm>
          <a:prstGeom prst="rect">
            <a:avLst/>
          </a:prstGeom>
          <a:noFill/>
          <a:ln>
            <a:noFill/>
          </a:ln>
        </p:spPr>
      </p:pic>
      <p:graphicFrame>
        <p:nvGraphicFramePr>
          <p:cNvPr id="2" name="Google Shape;633;p53">
            <a:extLst>
              <a:ext uri="{FF2B5EF4-FFF2-40B4-BE49-F238E27FC236}">
                <a16:creationId xmlns:a16="http://schemas.microsoft.com/office/drawing/2014/main" id="{1429C646-330C-DF97-81D3-9D1EBB81607D}"/>
              </a:ext>
            </a:extLst>
          </p:cNvPr>
          <p:cNvGraphicFramePr/>
          <p:nvPr>
            <p:extLst>
              <p:ext uri="{D42A27DB-BD31-4B8C-83A1-F6EECF244321}">
                <p14:modId xmlns:p14="http://schemas.microsoft.com/office/powerpoint/2010/main" val="2161435782"/>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3C710604-1D9A-9E29-263A-41EDE542A7B0}"/>
                  </a:ext>
                </a:extLst>
              </p14:cNvPr>
              <p14:cNvContentPartPr/>
              <p14:nvPr/>
            </p14:nvContentPartPr>
            <p14:xfrm>
              <a:off x="2409480" y="1162080"/>
              <a:ext cx="6642360" cy="5261400"/>
            </p14:xfrm>
          </p:contentPart>
        </mc:Choice>
        <mc:Fallback xmlns="">
          <p:pic>
            <p:nvPicPr>
              <p:cNvPr id="3" name="Ink 2">
                <a:extLst>
                  <a:ext uri="{FF2B5EF4-FFF2-40B4-BE49-F238E27FC236}">
                    <a16:creationId xmlns:a16="http://schemas.microsoft.com/office/drawing/2014/main" id="{3C710604-1D9A-9E29-263A-41EDE542A7B0}"/>
                  </a:ext>
                </a:extLst>
              </p:cNvPr>
              <p:cNvPicPr/>
              <p:nvPr/>
            </p:nvPicPr>
            <p:blipFill>
              <a:blip r:embed="rId6"/>
              <a:stretch>
                <a:fillRect/>
              </a:stretch>
            </p:blipFill>
            <p:spPr>
              <a:xfrm>
                <a:off x="2400120" y="1152720"/>
                <a:ext cx="6661080" cy="5280120"/>
              </a:xfrm>
              <a:prstGeom prst="rect">
                <a:avLst/>
              </a:prstGeom>
            </p:spPr>
          </p:pic>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58"/>
          <p:cNvSpPr txBox="1">
            <a:spLocks noGrp="1"/>
          </p:cNvSpPr>
          <p:nvPr>
            <p:ph type="ctrTitle"/>
          </p:nvPr>
        </p:nvSpPr>
        <p:spPr>
          <a:xfrm>
            <a:off x="1005225" y="1279825"/>
            <a:ext cx="12577200" cy="3035700"/>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SzPts val="9600"/>
              <a:buFont typeface="Rockwell"/>
              <a:buNone/>
            </a:pPr>
            <a:r>
              <a:rPr lang="en-US" sz="8100"/>
              <a:t>TRANSFORMATIONS</a:t>
            </a:r>
            <a:endParaRPr sz="8100"/>
          </a:p>
        </p:txBody>
      </p:sp>
      <p:sp>
        <p:nvSpPr>
          <p:cNvPr id="673" name="Google Shape;673;p58"/>
          <p:cNvSpPr txBox="1">
            <a:spLocks noGrp="1"/>
          </p:cNvSpPr>
          <p:nvPr>
            <p:ph type="subTitle" idx="1"/>
          </p:nvPr>
        </p:nvSpPr>
        <p:spPr>
          <a:xfrm>
            <a:off x="1069848" y="4389120"/>
            <a:ext cx="7891272" cy="106984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70"/>
              <a:buNone/>
            </a:pPr>
            <a:endParaRPr/>
          </a:p>
        </p:txBody>
      </p:sp>
      <p:graphicFrame>
        <p:nvGraphicFramePr>
          <p:cNvPr id="674" name="Google Shape;674;p58"/>
          <p:cNvGraphicFramePr/>
          <p:nvPr>
            <p:extLst>
              <p:ext uri="{D42A27DB-BD31-4B8C-83A1-F6EECF244321}">
                <p14:modId xmlns:p14="http://schemas.microsoft.com/office/powerpoint/2010/main" val="2937391474"/>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59"/>
          <p:cNvSpPr txBox="1">
            <a:spLocks noGrp="1"/>
          </p:cNvSpPr>
          <p:nvPr>
            <p:ph type="title"/>
          </p:nvPr>
        </p:nvSpPr>
        <p:spPr>
          <a:xfrm>
            <a:off x="1069850" y="484625"/>
            <a:ext cx="103332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WHY TRANSFORM VARIABLES?</a:t>
            </a:r>
            <a:endParaRPr sz="2800"/>
          </a:p>
        </p:txBody>
      </p:sp>
      <p:sp>
        <p:nvSpPr>
          <p:cNvPr id="681" name="Google Shape;681;p59"/>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Reveal distribution of most of the observations (otherwise much of the data is squashed in a small region)</a:t>
            </a:r>
            <a:endParaRPr dirty="0"/>
          </a:p>
          <a:p>
            <a:pPr marL="182880" lvl="0" indent="-182880" algn="l" rtl="0">
              <a:lnSpc>
                <a:spcPct val="90000"/>
              </a:lnSpc>
              <a:spcBef>
                <a:spcPts val="1200"/>
              </a:spcBef>
              <a:spcAft>
                <a:spcPts val="0"/>
              </a:spcAft>
              <a:buSzPts val="1700"/>
              <a:buChar char="▪"/>
            </a:pPr>
            <a:r>
              <a:rPr lang="en-US" dirty="0"/>
              <a:t>Reveal anomalies on the “other side” of the data</a:t>
            </a:r>
            <a:endParaRPr dirty="0"/>
          </a:p>
          <a:p>
            <a:pPr marL="182880" lvl="0" indent="-182880" algn="l" rtl="0">
              <a:lnSpc>
                <a:spcPct val="90000"/>
              </a:lnSpc>
              <a:spcBef>
                <a:spcPts val="1200"/>
              </a:spcBef>
              <a:spcAft>
                <a:spcPts val="0"/>
              </a:spcAft>
              <a:buSzPts val="1700"/>
              <a:buChar char="▪"/>
            </a:pPr>
            <a:r>
              <a:rPr lang="en-US" dirty="0"/>
              <a:t>Numerical summaries of transformed data are better summaries of a symmetric distribution </a:t>
            </a:r>
            <a:endParaRPr dirty="0"/>
          </a:p>
          <a:p>
            <a:pPr marL="182880" lvl="0" indent="-182880" algn="l" rtl="0">
              <a:lnSpc>
                <a:spcPct val="90000"/>
              </a:lnSpc>
              <a:spcBef>
                <a:spcPts val="1200"/>
              </a:spcBef>
              <a:spcAft>
                <a:spcPts val="0"/>
              </a:spcAft>
              <a:buSzPts val="1700"/>
              <a:buChar char="▪"/>
            </a:pPr>
            <a:r>
              <a:rPr lang="en-US" b="1" dirty="0"/>
              <a:t>Logarithmic transformations are the most common especially when the numbers are large or too small.</a:t>
            </a:r>
            <a:endParaRPr dirty="0"/>
          </a:p>
        </p:txBody>
      </p:sp>
      <p:graphicFrame>
        <p:nvGraphicFramePr>
          <p:cNvPr id="2" name="Google Shape;674;p58">
            <a:extLst>
              <a:ext uri="{FF2B5EF4-FFF2-40B4-BE49-F238E27FC236}">
                <a16:creationId xmlns:a16="http://schemas.microsoft.com/office/drawing/2014/main" id="{F4E3640B-7E24-8436-3100-59182E2B6BCE}"/>
              </a:ext>
            </a:extLst>
          </p:cNvPr>
          <p:cNvGraphicFramePr/>
          <p:nvPr>
            <p:extLst>
              <p:ext uri="{D42A27DB-BD31-4B8C-83A1-F6EECF244321}">
                <p14:modId xmlns:p14="http://schemas.microsoft.com/office/powerpoint/2010/main" val="4158089932"/>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9449E6D9-05D6-5AE7-D16D-24FFA6F48ECC}"/>
                  </a:ext>
                </a:extLst>
              </p14:cNvPr>
              <p14:cNvContentPartPr/>
              <p14:nvPr/>
            </p14:nvContentPartPr>
            <p14:xfrm>
              <a:off x="811440" y="4122360"/>
              <a:ext cx="9894240" cy="1077480"/>
            </p14:xfrm>
          </p:contentPart>
        </mc:Choice>
        <mc:Fallback xmlns="">
          <p:pic>
            <p:nvPicPr>
              <p:cNvPr id="3" name="Ink 2">
                <a:extLst>
                  <a:ext uri="{FF2B5EF4-FFF2-40B4-BE49-F238E27FC236}">
                    <a16:creationId xmlns:a16="http://schemas.microsoft.com/office/drawing/2014/main" id="{9449E6D9-05D6-5AE7-D16D-24FFA6F48ECC}"/>
                  </a:ext>
                </a:extLst>
              </p:cNvPr>
              <p:cNvPicPr/>
              <p:nvPr/>
            </p:nvPicPr>
            <p:blipFill>
              <a:blip r:embed="rId4"/>
              <a:stretch>
                <a:fillRect/>
              </a:stretch>
            </p:blipFill>
            <p:spPr>
              <a:xfrm>
                <a:off x="802080" y="4113000"/>
                <a:ext cx="9912960" cy="1096200"/>
              </a:xfrm>
              <a:prstGeom prst="rect">
                <a:avLst/>
              </a:prstGeom>
            </p:spPr>
          </p:pic>
        </mc:Fallback>
      </mc:AlternateContent>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60"/>
          <p:cNvSpPr txBox="1">
            <a:spLocks noGrp="1"/>
          </p:cNvSpPr>
          <p:nvPr>
            <p:ph type="title"/>
          </p:nvPr>
        </p:nvSpPr>
        <p:spPr>
          <a:xfrm>
            <a:off x="139660" y="168177"/>
            <a:ext cx="3032165" cy="636121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BASIC</a:t>
            </a:r>
            <a:br>
              <a:rPr lang="en-US"/>
            </a:br>
            <a:r>
              <a:rPr lang="en-US"/>
              <a:t>FUNCTIONAL RELATIONS</a:t>
            </a:r>
            <a:endParaRPr/>
          </a:p>
        </p:txBody>
      </p:sp>
      <p:pic>
        <p:nvPicPr>
          <p:cNvPr id="688" name="Google Shape;688;p60"/>
          <p:cNvPicPr preferRelativeResize="0"/>
          <p:nvPr/>
        </p:nvPicPr>
        <p:blipFill rotWithShape="1">
          <a:blip r:embed="rId3">
            <a:alphaModFix/>
          </a:blip>
          <a:srcRect/>
          <a:stretch/>
        </p:blipFill>
        <p:spPr>
          <a:xfrm>
            <a:off x="4157663" y="0"/>
            <a:ext cx="7857741" cy="6686908"/>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D1AD5E30-F08A-DE63-C922-1D4838A4D932}"/>
                  </a:ext>
                </a:extLst>
              </p14:cNvPr>
              <p14:cNvContentPartPr/>
              <p14:nvPr/>
            </p14:nvContentPartPr>
            <p14:xfrm>
              <a:off x="5546160" y="860400"/>
              <a:ext cx="5418720" cy="5242680"/>
            </p14:xfrm>
          </p:contentPart>
        </mc:Choice>
        <mc:Fallback xmlns="">
          <p:pic>
            <p:nvPicPr>
              <p:cNvPr id="2" name="Ink 1">
                <a:extLst>
                  <a:ext uri="{FF2B5EF4-FFF2-40B4-BE49-F238E27FC236}">
                    <a16:creationId xmlns:a16="http://schemas.microsoft.com/office/drawing/2014/main" id="{D1AD5E30-F08A-DE63-C922-1D4838A4D932}"/>
                  </a:ext>
                </a:extLst>
              </p:cNvPr>
              <p:cNvPicPr/>
              <p:nvPr/>
            </p:nvPicPr>
            <p:blipFill>
              <a:blip r:embed="rId5"/>
              <a:stretch>
                <a:fillRect/>
              </a:stretch>
            </p:blipFill>
            <p:spPr>
              <a:xfrm>
                <a:off x="5536800" y="851040"/>
                <a:ext cx="5437440" cy="5261400"/>
              </a:xfrm>
              <a:prstGeom prst="rect">
                <a:avLst/>
              </a:prstGeom>
            </p:spPr>
          </p:pic>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61"/>
          <p:cNvSpPr txBox="1"/>
          <p:nvPr/>
        </p:nvSpPr>
        <p:spPr>
          <a:xfrm>
            <a:off x="268247" y="182465"/>
            <a:ext cx="10333078"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Rockwell"/>
              <a:buNone/>
            </a:pPr>
            <a:r>
              <a:rPr lang="en-US" sz="4400" b="0" i="0" u="none" strike="noStrike" cap="none">
                <a:solidFill>
                  <a:schemeClr val="dk1"/>
                </a:solidFill>
                <a:latin typeface="Rockwell"/>
                <a:ea typeface="Rockwell"/>
                <a:cs typeface="Rockwell"/>
                <a:sym typeface="Rockwell"/>
              </a:rPr>
              <a:t>Log transformation: Swiss army knife</a:t>
            </a:r>
            <a:endParaRPr sz="1400" b="0" i="0" u="none" strike="noStrike" cap="none">
              <a:solidFill>
                <a:srgbClr val="000000"/>
              </a:solidFill>
              <a:latin typeface="Arial"/>
              <a:ea typeface="Arial"/>
              <a:cs typeface="Arial"/>
              <a:sym typeface="Arial"/>
            </a:endParaRPr>
          </a:p>
        </p:txBody>
      </p:sp>
      <p:pic>
        <p:nvPicPr>
          <p:cNvPr id="694" name="Google Shape;694;p61"/>
          <p:cNvPicPr preferRelativeResize="0"/>
          <p:nvPr/>
        </p:nvPicPr>
        <p:blipFill rotWithShape="1">
          <a:blip r:embed="rId3">
            <a:alphaModFix/>
          </a:blip>
          <a:srcRect/>
          <a:stretch/>
        </p:blipFill>
        <p:spPr>
          <a:xfrm>
            <a:off x="1039811" y="4957763"/>
            <a:ext cx="10544175" cy="771525"/>
          </a:xfrm>
          <a:prstGeom prst="rect">
            <a:avLst/>
          </a:prstGeom>
          <a:noFill/>
          <a:ln>
            <a:noFill/>
          </a:ln>
        </p:spPr>
      </p:pic>
      <p:pic>
        <p:nvPicPr>
          <p:cNvPr id="695" name="Google Shape;695;p61"/>
          <p:cNvPicPr preferRelativeResize="0"/>
          <p:nvPr/>
        </p:nvPicPr>
        <p:blipFill rotWithShape="1">
          <a:blip r:embed="rId4">
            <a:alphaModFix/>
          </a:blip>
          <a:srcRect/>
          <a:stretch/>
        </p:blipFill>
        <p:spPr>
          <a:xfrm>
            <a:off x="1039811" y="2974426"/>
            <a:ext cx="10471870" cy="907012"/>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F9C3ECE1-A01D-EE83-C4F8-32385B2B4308}"/>
                  </a:ext>
                </a:extLst>
              </p14:cNvPr>
              <p14:cNvContentPartPr/>
              <p14:nvPr/>
            </p14:nvContentPartPr>
            <p14:xfrm>
              <a:off x="2683080" y="911160"/>
              <a:ext cx="8233200" cy="5631840"/>
            </p14:xfrm>
          </p:contentPart>
        </mc:Choice>
        <mc:Fallback xmlns="">
          <p:pic>
            <p:nvPicPr>
              <p:cNvPr id="2" name="Ink 1">
                <a:extLst>
                  <a:ext uri="{FF2B5EF4-FFF2-40B4-BE49-F238E27FC236}">
                    <a16:creationId xmlns:a16="http://schemas.microsoft.com/office/drawing/2014/main" id="{F9C3ECE1-A01D-EE83-C4F8-32385B2B4308}"/>
                  </a:ext>
                </a:extLst>
              </p:cNvPr>
              <p:cNvPicPr/>
              <p:nvPr/>
            </p:nvPicPr>
            <p:blipFill>
              <a:blip r:embed="rId6"/>
              <a:stretch>
                <a:fillRect/>
              </a:stretch>
            </p:blipFill>
            <p:spPr>
              <a:xfrm>
                <a:off x="2673720" y="901800"/>
                <a:ext cx="8251920" cy="5650560"/>
              </a:xfrm>
              <a:prstGeom prst="rect">
                <a:avLst/>
              </a:prstGeom>
            </p:spPr>
          </p:pic>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54"/>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ACKNOWLEDGMENTS</a:t>
            </a:r>
            <a:endParaRPr/>
          </a:p>
        </p:txBody>
      </p:sp>
      <p:sp>
        <p:nvSpPr>
          <p:cNvPr id="600" name="Google Shape;600;p54"/>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These slides use materials by Berkeley’s DS 100 team, Isabel Cruz, Jiawei Han, Micheline </a:t>
            </a:r>
            <a:r>
              <a:rPr lang="en-US" dirty="0" err="1"/>
              <a:t>Kamber</a:t>
            </a:r>
            <a:r>
              <a:rPr lang="en-US" dirty="0"/>
              <a:t>, Jian Pei, and Elena </a:t>
            </a:r>
            <a:r>
              <a:rPr lang="en-US" dirty="0" err="1"/>
              <a:t>Zheleva</a:t>
            </a:r>
            <a:endParaRPr dirty="0"/>
          </a:p>
          <a:p>
            <a:pPr marL="182880" lvl="0" indent="-74928" algn="l" rtl="0">
              <a:lnSpc>
                <a:spcPct val="90000"/>
              </a:lnSpc>
              <a:spcBef>
                <a:spcPts val="1200"/>
              </a:spcBef>
              <a:spcAft>
                <a:spcPts val="0"/>
              </a:spcAft>
              <a:buSzPts val="1700"/>
              <a:buNone/>
            </a:pPr>
            <a:endParaRP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4180</TotalTime>
  <Words>2626</Words>
  <Application>Microsoft Macintosh PowerPoint</Application>
  <PresentationFormat>宽屏</PresentationFormat>
  <Paragraphs>446</Paragraphs>
  <Slides>55</Slides>
  <Notes>54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55</vt:i4>
      </vt:variant>
    </vt:vector>
  </HeadingPairs>
  <TitlesOfParts>
    <vt:vector size="64" baseType="lpstr">
      <vt:lpstr>Arial</vt:lpstr>
      <vt:lpstr>Calibri</vt:lpstr>
      <vt:lpstr>Gill Sans MT</vt:lpstr>
      <vt:lpstr>Helvetica Neue</vt:lpstr>
      <vt:lpstr>Inconsolata</vt:lpstr>
      <vt:lpstr>Rockwell</vt:lpstr>
      <vt:lpstr>Wingdings</vt:lpstr>
      <vt:lpstr>Wingdings 2</vt:lpstr>
      <vt:lpstr>Oriel</vt:lpstr>
      <vt:lpstr>Quiz: 30 Minutes STARTS AT 3:30 PM Ends at 4:00 PM</vt:lpstr>
      <vt:lpstr>Data Visualization (ctnd): Chapter 11</vt:lpstr>
      <vt:lpstr>Basic Implementation in Python</vt:lpstr>
      <vt:lpstr>TWO TYPES OF VISUALIZATION</vt:lpstr>
      <vt:lpstr>IMPORTANCE OF VISUALIZATION</vt:lpstr>
      <vt:lpstr>REVIEW OF PLOT TYPES</vt:lpstr>
      <vt:lpstr>VISUALIZING UNIVARIATE RELATIONSHIPS</vt:lpstr>
      <vt:lpstr>KAISER STUDY</vt:lpstr>
      <vt:lpstr>INFORMATION COLLECTED  ON MOTHERS AND THEIR BABIES</vt:lpstr>
      <vt:lpstr>QUANTITATIVE VARIABLE: BIRTHWEIGHT</vt:lpstr>
      <vt:lpstr>HISTOGRAMS, RUG PLOTS, KDE INTERPOLATION</vt:lpstr>
      <vt:lpstr>BOX PLOT/CHART</vt:lpstr>
      <vt:lpstr>CATEGORICAL VARIABLE: EDUCATION LEVEL</vt:lpstr>
      <vt:lpstr>DOT PLOT/CHART</vt:lpstr>
      <vt:lpstr>VISUALIZING BIVARIATE RELATIONSHIPS</vt:lpstr>
      <vt:lpstr>SCATTER PLOTS</vt:lpstr>
      <vt:lpstr>PAIRS OF CATEGORICAL VARIABLES </vt:lpstr>
      <vt:lpstr>MIX QUANTITATIVE &amp; CATEGORICAL</vt:lpstr>
      <vt:lpstr>MIX CATEGORICAL &amp; QUANTITATIVE</vt:lpstr>
      <vt:lpstr>UNIVARIATE (VS. MULTIVARIATE)</vt:lpstr>
      <vt:lpstr>(UNIVARIATE VS.) MULTIVARIATE</vt:lpstr>
      <vt:lpstr>EXAMPLES OF PLOTS THAT  NEED IMPROVEMENT</vt:lpstr>
      <vt:lpstr>2015 CONGRESSIONAL HEARING: PLANNED PARENTHOOD </vt:lpstr>
      <vt:lpstr>PLANNED PARENTHOOD PROCEDURES</vt:lpstr>
      <vt:lpstr>EARNINGS</vt:lpstr>
      <vt:lpstr>EARNINGS</vt:lpstr>
      <vt:lpstr>CHERRY BLOSSOM RUN</vt:lpstr>
      <vt:lpstr>CHERRY BLOSSOM RUN</vt:lpstr>
      <vt:lpstr>PowerPoint 演示文稿</vt:lpstr>
      <vt:lpstr>SCALE </vt:lpstr>
      <vt:lpstr>PLANNED PARENTHOOD PROCEDURES</vt:lpstr>
      <vt:lpstr>PLANNED PARENTHOOD PROCEDURES</vt:lpstr>
      <vt:lpstr>PLANNED PARENTHOOD PROCEDURES</vt:lpstr>
      <vt:lpstr>PLANNED PARENTHOOD PROCEDURES</vt:lpstr>
      <vt:lpstr>EARNINGS</vt:lpstr>
      <vt:lpstr>EARNINGS</vt:lpstr>
      <vt:lpstr>PERCEPTION - COLOR</vt:lpstr>
      <vt:lpstr>COLOR GUIDELINES</vt:lpstr>
      <vt:lpstr>COLORFULNESS</vt:lpstr>
      <vt:lpstr>LUMINANCE</vt:lpstr>
      <vt:lpstr>MATPLOTLIB’S VIRIDIS COLORMAP</vt:lpstr>
      <vt:lpstr>DATA TYPE AND COLOR</vt:lpstr>
      <vt:lpstr>COLORMAPS</vt:lpstr>
      <vt:lpstr>PERCEPTION - LENGTH</vt:lpstr>
      <vt:lpstr>BAR PLOT, PIE CHART, DOT CHART</vt:lpstr>
      <vt:lpstr>PowerPoint 演示文稿</vt:lpstr>
      <vt:lpstr>WHICH OF THESE PLOTS IS EASIEST TO READ?</vt:lpstr>
      <vt:lpstr>STACKING AND JIGGLING 堆叠与抖动</vt:lpstr>
      <vt:lpstr>CO2 EMISSIONS FROM FUEL CONSUMPTION</vt:lpstr>
      <vt:lpstr>CO2 EMISSIONS</vt:lpstr>
      <vt:lpstr>TRANSFORMATIONS</vt:lpstr>
      <vt:lpstr>WHY TRANSFORM VARIABLES?</vt:lpstr>
      <vt:lpstr>BASIC FUNCTIONAL RELATIONS</vt:lpstr>
      <vt:lpstr>PowerPoint 演示文稿</vt:lpstr>
      <vt:lpstr>ACKNOWLEDGMENTS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DATA SCIENCE</dc:title>
  <dc:subject/>
  <dc:creator>sathya@uic.edu</dc:creator>
  <cp:keywords/>
  <dc:description/>
  <cp:lastModifiedBy>yuting lu</cp:lastModifiedBy>
  <cp:revision>297</cp:revision>
  <dcterms:created xsi:type="dcterms:W3CDTF">2017-08-21T17:08:06Z</dcterms:created>
  <dcterms:modified xsi:type="dcterms:W3CDTF">2024-10-28T16:41:26Z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
    <vt:lpwstr>Sathya Ravi</vt:lpwstr>
  </property>
</Properties>
</file>