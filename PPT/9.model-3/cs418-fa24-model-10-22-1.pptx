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4.xml" ContentType="application/vnd.openxmlformats-officedocument.presentationml.notesSlide+xml"/>
  <Override PartName="/ppt/ink/ink10.xml" ContentType="application/inkml+xml"/>
  <Override PartName="/ppt/notesSlides/notesSlide5.xml" ContentType="application/vnd.openxmlformats-officedocument.presentationml.notesSlide+xml"/>
  <Override PartName="/ppt/ink/ink11.xml" ContentType="application/inkml+xml"/>
  <Override PartName="/ppt/notesSlides/notesSlide6.xml" ContentType="application/vnd.openxmlformats-officedocument.presentationml.notesSlide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notesSlides/notesSlide8.xml" ContentType="application/vnd.openxmlformats-officedocument.presentationml.notesSlide+xml"/>
  <Override PartName="/ppt/ink/ink14.xml" ContentType="application/inkml+xml"/>
  <Override PartName="/ppt/notesSlides/notesSlide9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23"/>
  </p:notesMasterIdLst>
  <p:sldIdLst>
    <p:sldId id="256" r:id="rId2"/>
    <p:sldId id="477" r:id="rId3"/>
    <p:sldId id="478" r:id="rId4"/>
    <p:sldId id="479" r:id="rId5"/>
    <p:sldId id="324" r:id="rId6"/>
    <p:sldId id="287" r:id="rId7"/>
    <p:sldId id="490" r:id="rId8"/>
    <p:sldId id="288" r:id="rId9"/>
    <p:sldId id="289" r:id="rId10"/>
    <p:sldId id="290" r:id="rId11"/>
    <p:sldId id="291" r:id="rId12"/>
    <p:sldId id="493" r:id="rId13"/>
    <p:sldId id="482" r:id="rId14"/>
    <p:sldId id="481" r:id="rId15"/>
    <p:sldId id="483" r:id="rId16"/>
    <p:sldId id="484" r:id="rId17"/>
    <p:sldId id="485" r:id="rId18"/>
    <p:sldId id="486" r:id="rId19"/>
    <p:sldId id="489" r:id="rId20"/>
    <p:sldId id="488" r:id="rId21"/>
    <p:sldId id="286" r:id="rId22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0099A61-60B1-E343-B0A1-10E31D92ED86}">
          <p14:sldIdLst>
            <p14:sldId id="256"/>
            <p14:sldId id="477"/>
            <p14:sldId id="478"/>
            <p14:sldId id="479"/>
            <p14:sldId id="324"/>
            <p14:sldId id="287"/>
            <p14:sldId id="490"/>
            <p14:sldId id="288"/>
            <p14:sldId id="289"/>
            <p14:sldId id="290"/>
            <p14:sldId id="291"/>
            <p14:sldId id="493"/>
            <p14:sldId id="482"/>
            <p14:sldId id="481"/>
            <p14:sldId id="483"/>
            <p14:sldId id="484"/>
            <p14:sldId id="485"/>
            <p14:sldId id="486"/>
            <p14:sldId id="489"/>
            <p14:sldId id="488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1"/>
    <p:restoredTop sz="75701"/>
  </p:normalViewPr>
  <p:slideViewPr>
    <p:cSldViewPr snapToGrid="0">
      <p:cViewPr varScale="1">
        <p:scale>
          <a:sx n="82" d="100"/>
          <a:sy n="82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3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13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29.112"/>
    </inkml:context>
    <inkml:brush xml:id="br0">
      <inkml:brushProperty name="height" value="0.053" units="cm"/>
      <inkml:brushProperty name="color" value="#FF0000"/>
    </inkml:brush>
  </inkml:definitions>
  <inkml:trace contextRef="#ctx0" brushRef="#br0">12993 12465 8912,'5'-11'0,"3"-1"0,1-1 0,-3-3 0,4-1 0,-3 0 0,-1 6 0,-6-1 0,2-1 0,4-3 0,-4-1 0,3 0 0,-3 6 0,-2-1 0,0-1 0,-2-2 0,-3-3 0,3 9 0,-6 3 0,8 12 0,0 5 0,0 12 0,0 4 0,0 7 0,-6 10 0,1 8 0,-1 1 0,6 8 0,-2-1 0,-4-5 0,4-1 0,-3-3 0,-3-1 0,2-4 0,1-12 0,5-11 0,0-4 0,0-9 0,-6-5 0,0-12 0,2-11 0,-3-8 0,1-14 0,0-8 0,-2-8 0,7 1 0,-5-8 0,-2 2 0,2-2 0,1-2 0,5 8 0,0 7 0,0 10 0,2 5 0,3 7 0,-1 11 0,8 11 0,3 8 0,6 9 0,0 10 0,8 19 0,-6 4 0,5 8 0,-1 1 0,2 5 0,-2-5 0,-5 4 0,3-5 0,4-6 0,-6-8 0,-4-7 0,-2-6 0,1-8 0,-1-8 0,0-3 0,0-6 0,0-6 0,2-5 0,4-12 0,-3-6 0,2-11 0,-2-6 0,-3-3 0,-2-5 0,-3-3 0,-5 3 0,-7-3 0,0 5 0,0 7 0,0 10 0,0 12 0,0 4 0,0 11 0,0 10 0,0 14 0,0 10 0,0 15 0,0 4 0,0 7 0,0 5 0,0-3 0,0 3 0,2-5 0,4-6 0,5-4 0,12-8 0,-4-2 0,6-3 0,-2-8 0,0-8 0,6-5 0,-6-8 0,0-2 0,-6-4 0,6-5 0,0-12 0,6-4 0,-7-7 0,-1-2 0,-1-4 0,-9 3 0,1-3 0,-9 10 0,3 1 0,-4 16 0,6-10 0,1 13 0</inkml:trace>
  <inkml:trace contextRef="#ctx0" brushRef="#br0" timeOffset="1">13922 12534 8912,'-2'25'0,"-4"3"0,4 5 0,-5 1 0,7 1 0,0-1 0,0 0 0,0-1 0,0-5 0,2 3 0,3-8 0,1 0 0,11-6 0,-7-7 0,13-5 0,-14-3 0,8-2 0,-3-7 0,3-3 0</inkml:trace>
  <inkml:trace contextRef="#ctx0" brushRef="#br0" timeOffset="2">13973 12207 8912,'-19'6'0,"-4"0"0,4-1 0,-4-5 0,-2 6 0,3 0 0,-1 7 0,7-3 0,5 7 0,5 0 0,4 0 0,10-1 0,3-5 0,10-1 0,2-5 0,6-3 0,-6 4 0,0-10 0,-6-4 0,-2-1 0,-3-4 0,-5-3 0,-7-1 0,0 0 0,0 0 0,0 0 0,-7-1 0,-1 7 0,-3-1 0,3 9 0,8-5 0,-8 23 0,-1 4 0</inkml:trace>
  <inkml:trace contextRef="#ctx0" brushRef="#br0" timeOffset="3">14524 12620 8912,'-2'-12'0,"-4"1"0,-3 5 0,-8-5 0,-8 1 0,-4-1 0,-3-3 0,-3 9 0,1-1 0,1 8 0,3 5 0,1 11 0,8 3 0,-2 13 0,4-2 0,2 14 0,7-2 0,4 2 0,5 2 0,1-8 0,7-6 0,5-5 0,3-8 0,2 0 0,0-8 0,1-7 0,6-14 0,5-9 0,2-9 0,-3-15 0,5 3 0,-4-8 0,-3-5 0,3-7 0,-8-6 0,2 0 0,-12-2 0,-5-3 0,-4-6-110,-2 1 0,-2 1 110,-4 10 0,-1 14 0,-5 14 0,-3 10 0,4 16 0,-5 9 0,1 17 0,4 17 0,-3 10 0,8 14 0,1 3 0,5 7 0,0 1 0,0 0 0,5 0 0,1 0 0,8-3 0,-3-3 0,10-11 0,2-12 0,2-5 0,-4-5 0,4-5 0,1-6 0,-4-6 110,0-13 0,3-9-110,-2-8 0,8-8 0,-12-17 0,6-2 0</inkml:trace>
  <inkml:trace contextRef="#ctx0" brushRef="#br0" timeOffset="4">14989 12087 8912,'0'-12'0,"0"1"0,0-3 0,0-1 0,0-2 0,0 0 0,-2 7 0,-4 5 0,2 12 0,-7 10 0,7 16 0,-2 13 0,-1 11 0,1 6 0,-6 6 0,7 5 0,1 7 0,2 3 0,2 0 0,0-4 0,2-6 0,4-11 0,3-11 0,8-12 0,1-11 0,-1-6 0,0-12 0,0-5 0,6-12 0,0-5 0,8-12 0,-3-6 0,5-5 0,1-6 0,-1-6 0,-5-4 0,-3 0 0,-7 5 0,-3-3 0,-4 8 0,3 0 0,-9 5 0,1 8 0,-14 10 0,-3 12 0,-4 12 0,-2 10 0,-1 14 0,3 11 0,2 2 0,1 4 0,6 1 0,-5 3 0,7-2 0,-2-5 0,12-3 0,6-7 0,5-8 0,6-4 0,4-12 0,7-7 0,2-10 0,4-11 0,-3-2 0,3-10 0,-4-1 0,-1-11 0,-7 5 0,1-4 0,-16 4 0,-1 1 0,-8 1 0,-12-8 0,-2-2 0</inkml:trace>
  <inkml:trace contextRef="#ctx0" brushRef="#br0" timeOffset="5">14817 12654 8912,'-23'21'0,"0"-4"0,0 2 0,6-13 0,11-8 0,12-9 0,13-6 0,23-6 0,9-6 0,11-3 0,14-3 0,10 1 0,2-1-282,-39 18 1,0 0-1,39-17 282,-2-1-330,-8 9 1,-17-15 0,-2 5-1</inkml:trace>
  <inkml:trace contextRef="#ctx0" brushRef="#br0" timeOffset="6">16004 12362 8912,'-27'17'0,"-3"6"0,7 0 0,0-8 0,6-9 0,-1-4 0,9-2 0,1 0 0,8 0 0,2 2 0,4 5 0,5 11 0,5 1 0,1 9 0,0 3 0,0 1 0,-5 3 0,-1-1 0,-1-1 0,1-5 0,3 3 0,-9-8 0,3 0 0,-2-6 0,-4 0 0,5-7 0,-7-5 0,0-10 0,0-7 0,0-11 0,0-5 0,8-11 0,3-1 0,-1-6 0,1 6 0,1-6 0,5 6 0,0-4 0,1 10 0,-1 2 0,0 9 0,-6 9 0,1-3 0,-1 6 0,7-1 0,-1 12 0,0 10 0</inkml:trace>
  <inkml:trace contextRef="#ctx0" brushRef="#br0" timeOffset="7">16400 12534 8912,'0'17'0,"0"-6"0,0 1 0,0-8 0,0 3 0,0-7 0,0 0 0,0 8 0,0 2 0,0 7 0,-6 0 0,0 0 0,1 6 0,5 0 0,0 0 0,0-6 0,0 0 0,0 1 0,0-7 0,2-1 0,3-3 0,5-5 0,7-13 0,2-3 0,4-14 0,-2-1 0,8-5 0,-6-7 0,5 1 0,-1-6 0,2 6 0,-2 6 0,-4 5 0,-4 8 0,4-2 0,-10 6 0,-1 6 0,1 5 0,0 17 0,-1 7 0,1 12 0,-7 5 0,0-1 0,-6 6 0,0-2 0,0 2 0,0-9 0,0 3 0,0-3 0,0-4 0,0-2 0,0-8 0,0-6 0,0 1 0,0-9 0,0 3 0,0-12 0,0-3 0,0-8 0,5-8 0,1-4 0,8-5 0,-3-4 0,4-4 0,3-2 0,-1 4 0,0-6 0,0 7 0,0-1 0,1 6 0,-1 5 0,8 12 0,-1 11 0,5 14 0,-8 9 0,-7 10 0,-1 13 0,-7 6 0,1 4 0,-1 1 0,-4-7 0,4-4 0,1-3 0,-1-3 0,9-7 0,3-4 0,-1-12 0,6-5 0,11-12 0,3-3 0</inkml:trace>
  <inkml:trace contextRef="#ctx0" brushRef="#br0" timeOffset="8">19308 12534 8912,'0'11'0,"-2"-1"0,-4-1 0,-3 1 0,-4 3 0,-5 3 0,5 8 0,-10 5 0,4 4 0,2 1 0,-1 6 0,3 2 0,4 0 0,5 0 0,4-2 0,2-7 0,2-7 0,4-8 0,3-3 0,10-9 0,4-3 0,6-1 0,-2-17 0,1-8 0,3-7 0,5-5 0,-1-1 0,-8-4 0,-8 2 0,-8-8 0,-3 6 0,-8-6 0,-8 8 0,-5-3 0,-8 7 0,-8 5 0,-3 7 0,-3 10 0,3 4 0,3 8 0,-2 16 0,8 7 0,6 7 0,6 5 0,7-1 0,0 0 0,8 1 0,7-1 0,12-7 0,6-4 0,11-4 0,4-2 0</inkml:trace>
  <inkml:trace contextRef="#ctx0" brushRef="#br0" timeOffset="9">19842 12689 8912,'9'-18'0,"-1"1"0,-8 0 0,0 5 0,0 1 0,0 7 0,0-3 0,0 8 0,0 7 0,0 9 0,0 10 0,0 6 0,0 1 0,0 0 0,0 1 0,-2-1 0,-4 0 0,4-5 0,-3 0 0,3-8 0,2 2 0,0-4 0,0-2 0,0-7 0,0-26 0,0-7 0,0-21 0,0 0 0,0 1 0,5 2 0,1-4 0,2 6 0,-3-1 0,3 6 0,5 3 0,-1 6 0,1 6 0,3 0 0,1 14 0,0 8 0,0 15 0,0 6 0,1 11 0,5 7 0,0 4 0,0 3 0,-6 1 0,2-4 0,4-6 0,4-4 0,15-9 0,2-2 0</inkml:trace>
  <inkml:trace contextRef="#ctx0" brushRef="#br0" timeOffset="10">22388 12173 8912,'18'-17'0,"-9"-1"0,-3 1 0,-4 0 0,-2 0 0,0 9 0,0 8 0,0 10 0,0 13 0,0 7 0,0 8 0,0 8 0,0 12 0,0-3 0,0 8 0,2 2 0,4 2 0,-5-4 0,5 0 0,-4-10 0,-2-1 0,2-10 0,4-6 0,3-17 0,9-7 0,-1-8 0,8-20 0,1-3 0</inkml:trace>
  <inkml:trace contextRef="#ctx0" brushRef="#br0" timeOffset="11">22870 12242 8912,'-17'22'0,"0"1"0,-2-2 0,-4-2 0,4 6 0,-4 4 0,4 3 0,3 3 0,5 1 0,5 4 0,6-3 0,6 3 0,3-10 0,9-1 0,5-10 0,0-2 0,5-7 0,-5-10 0,8 0 0,-3 0 0,3-14 0,-2-3 0,1-11 0,-7-1 0,-2-4 0,-9-3 0,-6-4 0,-5-6 0,-2 2 0,-5-2 0,-4 2 0,-7-1 0,-8 4 0,-4 13 0,-3-1 0,-2 12 0,-1-2 0,1 15 0,-1 6 0,1 7 0,5 14 0,1 6 0,14 5 0,3 7 0,11-13 0,11 1 0,8 0 0,16-3 0</inkml:trace>
  <inkml:trace contextRef="#ctx0" brushRef="#br0" timeOffset="12">23903 11640 8912,'-2'-17'0,"-2"-1"0,-2 1 0,-5 0 0,5 0 0,0 2 0,-1 3 0,5 1 0,-4 11 0,4 13 0,2 21 0,0 18 0,0 17 0,-2 9 0,-2 16 0,1-43 0,-1 1 0,-1 4 0,0 0 0,1 4 0,-1 1-267,0 2 0,-2 0 1,-2 2-1,-1 0 267,4 4 0,1-1 0,-5-3 0,1-2 0,3-3 0,2-3 0,-2-7 0,0-3 0,-5 30 0,1-18 0,-1-19 0,-2-2 0,7-15 0,-8-8 0,13-9 0,-5-13 0,4-11 0,2-8 0,8-7 0,9-16 0,10-5 0</inkml:trace>
  <inkml:trace contextRef="#ctx0" brushRef="#br0" timeOffset="13">24333 12121 8912,'8'-9'0,"-4"-1"0,7 4 0,2-5 0,5-4 0,5-3 0,5 1 0,10 2 0,3 2 0,-3 3 0,-2 2 0,-1 3 0,-3 7 0,-1 3 0,-3 7 0,-7 11 0,2 5 0,-11-1 0,-6 2 0,-5 1 0,-1 3 0,-1 1 0,-5 1 0,-4-1 0,-7 0 0,-8 1 0,-3-1 0,-5 2 0,-1 4 0,-1-5 0,1-1 0,1-1 0,5-10 0,3-2 0,0-2 0,6-8 0,-4 1 0,9-8 0,3 1 0,5-10 0,-5-7 0,7-9 0,-2-2 0,6-7 0,6 1 0,-2-4 0,7-1 0,1 7 0,5 4 0,-6 6 0,1 6 0,-1-3 0,7 9 0,4-1 0,3 6 0,0 0 0,0 0 0,11 2 0,-1 4 0,9 3 0,-2 8 0,0 0 0,0 1 0,0-3 0,-2-4 0,-5 5 0,-1-5 0,0-3 0,-5-2 0,-4-5 0,-2-1 0,4-15 0,-1-4 0</inkml:trace>
  <inkml:trace contextRef="#ctx0" brushRef="#br0" timeOffset="14">25779 12052 8912,'-18'-23'0,"-1"1"0,-4-1 0,-5-2 0,1 0 0,-2-4 0,1 6 0,-5 10 0,2 3 0,3 3 0,1 3 0,-2 10 0,4 13 0,8 15 0,0 6 0,0 6 0,7 4 0,4-4 0,5 1 0,1-1 0,0 2 0,0-8 0,0-7 0,0-10 0,7-4 0,5-4 0,3-4 0,8-11 0,0-11 0,2-6 0,-2-6 0,2-2 0,3-4 0,5-3 0,-6 3 0,1-1 0,1 1 0,-2-2 0,1 9 0,-3-1 0,-8 5 0,1 9 0,-3 3 0,-4 14 0,-5 9 0,-4 10 0,-10 15 0,-3 9 0,-4 7 0,-3 7 0,1-4 0,0-2 0,0 0 0,0-2 0,1-5 0,5 0 0,-3-8 0,9-10 0,-1-5 0,6-1 0,0-7 0,0 2 0,2-11 0,4-7 0,3-3 0,8-2 0</inkml:trace>
  <inkml:trace contextRef="#ctx0" brushRef="#br0" timeOffset="15">11272 12860 8912,'23'-17'0,"0"0"0,-4 0 0,-4 2 0,-5 1 0,-3 3 0,-3-3 0,-4 7 0,-6 1 0,4 4 0,-1 8 0,12 1 0,8 3 0,12-6 0,0 2 0,9-6 0,4-4 0,2-4 0,4-1 0,1-1 0,1-1 0,-4 5 0,-6 4 0,4-6 0,0-1 0</inkml:trace>
  <inkml:trace contextRef="#ctx0" brushRef="#br0" timeOffset="16">11134 11554 8912,'0'11'0,"2"-1"0,6-4 0,9-8 0,8-12 0,11-9 0,4 2 0,6 4 0,4 4 0,1 1 0,1 8 0,-2-1 0,-4 3 0,-6 2 0,-12 0 0,-5 0 0,-11 7 0,-5 3 0</inkml:trace>
  <inkml:trace contextRef="#ctx0" brushRef="#br0" timeOffset="17">12597 10814 8912,'17'-17'0,"-7"6"0,-5-1 0,-3-1 0,-2 5 0,0 3 0,0 12 0,0 10 0,0 10 0,6 15 0,2 8 0,1 7 0,4 4 0,1 2 0,-3 6 0,5 4 0,-5-3 0,4-3 0,3 0 0,-9-10 0,-3-5 0,2-10 0,-3-13 0,-7-12 0,-15-9 0,-10-8 0</inkml:trace>
  <inkml:trace contextRef="#ctx0" brushRef="#br0" timeOffset="18">12528 10832 8912,'0'17'0,"2"-8"0,4-3 0,-3-4 0,9-2 0,-1-2 0,7-4 0,8-3 0,9-8 0,11 1 0,9 5 0,-1-2 0,3 7 0,-5 0 0,-7 6 0,-4 0 0,-13 0 0,-5 10 0,-11 7 0,-7 2 0,-10 10 0,-7 5 0,-11 6 0,-5 2 0,-13-4 0,-2 2 0,-1-1 0,1-3 0,9-2 0,7-1 0,4-5 0,4-5 0,2-11 0,0-4 0,0-8 0</inkml:trace>
  <inkml:trace contextRef="#ctx0" brushRef="#br0" timeOffset="19">13147 11193 8912,'0'-10'0,"2"3"0,4 7 0,-2 1 0,7 5 0,3 6 0,7 9 0,2 3 0,-2 3 0,-2 0 0,-2 2 0,-2 1 0,-3-7 0,1 6 0,-7-6 0,2-2 0,-3-10 0,-3 4 0,4-15 0,-12 0 0,4-15 0,-3-13 0,3-7 0,2-5 0,5 2 0,1-8 0,13 8 0,-1-2 0,4 3 0,1 3 0,-3 5 0,2 1 0,3 7 0,-2-2 0,6 11 0,-6 7 0,-2 3 0,-2 2 0,-2 2 0,0 3 0,-7 5 0,-4 7 0,-4 2 0,-2 4 0,-8-2 0,-3 8 0,-5-3 0,-1 3 0,2 4 0,1-7 0,5 3 0,1 0 0,2-8 0,6 2 0,0-4 0,0-2 0,2-2 0,4-3 0,4-5 0,7-7 0,6-4 0,0-7 0,2-2 0,-2-16 0,-4 0 0,4-5 0,-4 0 0,-2-1 0,-6-5 0,1 0 0,-8 2 0,1 9 0,-10 4 0,-7 8 0,-5 7 0,-6 5 0,2 3 0,-8 2 0,8 7 0,0 7 0,8 5 0,7 4 0,-1 0 0,1-6 0,2-2 0,10-3 0,11 3 0,10-5 0,7 7 0</inkml:trace>
  <inkml:trace contextRef="#ctx0" brushRef="#br0" timeOffset="20">13991 11107 8912,'9'-2'0,"-3"-4"0,-4 4 0,6-5 0,-7 7 0,7 1 0,-8 5 0,2 6 0,4 3 0,-2 10 0,7 3 0,-5 5 0,5 1 0,1 3 0,5 3 0,6-2 0,0 8 0,-6-8 0,-7 2 0,-3-4 0,-3-1 0,-4-3 0,-6-3 0,-3-4 0,-8-8 0,-3 0 0,-3 0 0,-1-1 0,-5-5 0,4-3 0,8-8 0,-4-4 0,2-8 0,3-10 0,1-9 0,0-11 0,-2-2 0</inkml:trace>
  <inkml:trace contextRef="#ctx0" brushRef="#br0" timeOffset="21">14025 10763 8912,'-11'29'0,"-1"-3"0,-3-1 0,-6-4 0,2-2 0,-6-2 0,8 1 0,7-1 0,4 0 0,12-7 0,6-5 0,3-5 0,2-5 0,0-5 0,0-7 0,1-6 0,-1 0 0,-8-6 0,-3 6 0,-4-1 0,-2 1 0,0 4 0,-2-4 0,-4 4 0,-5 1 0,1 9 0,-1 3 0,-1 4 0,-3 4 0,4 4 0,3 5 0,8 12 0,2 2 0,4 4 0,3 3 0,8-5 0</inkml:trace>
  <inkml:trace contextRef="#ctx0" brushRef="#br0" timeOffset="22">14593 11176 8912,'-8'9'0,"-1"-1"0,-8-8 0,-1 2 0,1 3 0,0-3 0,0 4 0,7-4 0,2-10 0,16-1 0,4-8 0,11-3 0,5-2 0,-3 1 0,-2-8 0,-4 8 0,-2-2 0,-1 2 0,-5-2 0,3 10 0,-9-5 0,1 13 0,-14-3 0,-3 8 0,-12 4 0,-6 7 0,-3 3 0,-3 14 0,7 7 0,-1 5 0,8 2 0,0-4 0,8 2 0,7-2 0,13-3 0,11-7 0,14-5 0,14-11 0,4-5 0,1-14 0,1-3 0</inkml:trace>
  <inkml:trace contextRef="#ctx0" brushRef="#br0" timeOffset="23">15281 10814 8912,'-46'23'0,"-1"0"0,1-2 0,2-2 0,4-1 0,5-1 0,3 8 0,3 5 0,8 7 0,8 3 0,5 0 0,8-6 0,8 4 0,3-3 0,6 1 0,6-13 0,4-2 0,7-10 0,1 3 0,-1-8 0,1-5 0,-1-4 0,0-7 0,1-7 0,3-8 0,-3-4 0,1-9 0,-13-2 0,0-8 0,-6 2 0,0-11 0,0-6 0,-7 2 0,-2 0 0,-3 0 0,1 0 0,0-1 0,-6-1 0,-6 6 0,0 11 0,-5 12 0,5 11 0,-7 11 0,5 9 0,-3 14 0,1 10 0,4 19 0,4 10 0,-3 9 0,3 2 0,2 4 0,0 2 0,0 2 0,0 3 0,0-3 0,2 2 0,3-14 0,5 1 0,7-7 0,0-7 0,1-6 0,-1-9 0,0-12 0,6-2 0,0-9 0,2-2 0,-2-10 0,-2-11 0,7-12 0,-7-7 0,2-10 0,4 0 0,0-13 0</inkml:trace>
  <inkml:trace contextRef="#ctx0" brushRef="#br0" timeOffset="24">15488 10883 8912,'-27'27'0,"8"-2"0,7-10 0,-1-3 0,7-5 0,8-7 0,14 0 0,16-7 0,16-5 0,7-5 0,8-6 0,12-4 0,5-7 0,4-8 0,2-2 0</inkml:trace>
  <inkml:trace contextRef="#ctx0" brushRef="#br0" timeOffset="25">17570 10729 8912,'-32'0'0,"1"-2"0,2-2 0,-1-2 0,-1 2 0,-1 2 0,-1 2 0,-3 0 0,-1 8 0,7 5 0,1 8 0,-1 8 0,7 11 0,3 6 0,9 6 0,3 5 0,8-2 0,10 4 0,5-5 0,10-10 0,8-8 0,7-9 0,8-8 0,7-6 0,-1-11 0,3-2 0,-4-15 0,-1-14 0,-2-5 0,-4-6 0,-4-19 0,-8-12 0</inkml:trace>
  <inkml:trace contextRef="#ctx0" brushRef="#br0" timeOffset="26">17725 10333 8912,'-8'10'0,"1"-1"0,-5-3 0,3 3 0,3 9 0,4 14 0,-4 8 0,4 10 0,2 7 0,6 10 0,0 8 0,5 3-241,-5 2 0,7-7 241,-1 7 0,-3-7 0,3-5 0,-6-8 59,5-9 0,-7-9-59,2-13 0,-4-12 0,-2-17 0,0-11 0,0-20 0,0-9 0,0-8 0,0-3 0,5-1 91,1 0 0,2 3 0,-3 3 0,5 6-91,0 3 0,3 11 0,-7 3 0,7 4 0,-3 11 0,7 8 0,6 17 0,0 18 0,7 1 0,-1 10 0,0-2 0,5 2 0,-3-4 0,9-8 0,-2-3 0,2-9 0,-3-1 0,3-15 0,-6 0 0,-5-6 0,-6-8 0,-12-3 0,3-6 0,-9-6 0,1 4 0,-6-6 0,-2 2 0,-4 0 0,-3-6 0,-8 6 0,-1 0 0,1 6 0,-6 2 0,0 3 0,-2-1 0,3 7 0,2 3 0,-3 8 0,4 7 0,2 11 0,2 5 0,3 5 0,5 1 0,7 1 0,4-1 0,7 0 0,2-1 0,16-5 0,7-3 0,10-7 0,4-9 0,2-3 0,-1-4 0,9-18 0,1-3 0</inkml:trace>
  <inkml:trace contextRef="#ctx0" brushRef="#br0" timeOffset="27">18861 10763 8912,'-35'0'0,"-1"0"0,-4 0 0,2 2 0,-8 4 0,2 3 0,-2 10 0,8 6 0,7 9 0,6 8 0,8 10 0,7 5 0,5 1 0,5 5 0,5-6 0,7-2 0,11-9 0,4 0 0,7-12 0,2-7 0,4-6 0,2-11 0,4-4 0,4-6 0,-4-6 0,-4-6 0,-2-11 0,-3-3 0,5-16 0,2-2 0</inkml:trace>
  <inkml:trace contextRef="#ctx0" brushRef="#br0" timeOffset="28">19170 10574 8912,'-17'9'0,"6"1"0,-1-4 0,3-3 0,-5 7 0,3 1 0,-2 5 0,3-1 0,-2 14 0,9 1 0,-3 10 0,6 0 0,6 12 0,5 7 0,4 6 0,3 4 0,-1 0 0,0-2 0,0-4 0,0-2 0,1-4 0,-7-13 0,1-4 0,-7-13 0,7-16 0,-8-3 0,3-23 0,-7-4 0</inkml:trace>
  <inkml:trace contextRef="#ctx0" brushRef="#br0" timeOffset="29">19566 10677 8912,'-17'0'0,"-2"8"0,-4 3 0,2 1 0,-8 3 0,-1 6 0,-3 4 0,-1-2 0,-1 5 0,9 1 0,3 5 0,2 6 0,-2 0 0,11 1 0,1-7 0,7 0 0,4 1 0,0-8 0,0-5 0,2-4 0,4-7 0,5 2 0,12-7 0,6-2 0,11-10 0,2-3 0,4-8 0,9-3 0,-3-2 0,3 2 0,-3-4 0,0-1 0,-9-2 0,0-7 0</inkml:trace>
  <inkml:trace contextRef="#ctx0" brushRef="#br0" timeOffset="30">19996 11072 8912,'0'27'0,"-7"-2"0,3-10 0,-7-3 0,16-12 0,7-12 0,11-3 0,13-2 0,4 0 0,6-1 0,2-5 0,-2 1 0,2-1 0,-6 4 0,-2-3 0,-4 0 0,10-9 0,-10 4 0</inkml:trace>
  <inkml:trace contextRef="#ctx0" brushRef="#br0" timeOffset="31">20754 10729 8912,'-8'-12'0,"-3"1"0,-5 7 0,5-4 0,-1 8 0,8 8 0,-3 7 0,1 10 0,0 9 0,1 12 0,5 0 0,2 9 0,1 3 0,5-1 0,2 2 0,1-7 0,6-1 0,0-14 0,1-14 0,5-6 0,0-6 0,7-7 0,-3-15 0,2-14 0,-1-12 0,1-8 0,5-13 0,1-1 0,-1-4 0,-7 2 0,-4 4 0,-4 11 0,-2 0 0,-1 4 0,-5 8 0,-3 11 0,-10 23 0,-4 11 0,-2 14 0,-3 9 0,-2 1 0,7 5 0,-6 2 0,7-2 0,-1 2 0,6-2 0,-6-4 0,0 4 0,1-11 0,5-6 0,0-4 0,0-2 0,2-7 0,3-4 0,5-18 0,7-5 0,0-14 0,0-3 0,1-2 0,-1-10 0,6 0 0,0-6 0,5 9 0,-5 2 0,2 5 0,-2 2 0,-4 9 0,4 8 0,-4 7 0,-1 10 0,-1 2 0,0 4 0,-2 11 0,-1 12 0,-5 5 0,-1 6 0,0-4 0,-3 5 0,-3-5 0,4-2 0,-4 1 0,-2-1 0,0-7 0,0-4 0,-2-6 0,-4-6 0,-3-3 0,-9-8 0,1-8 0,0-1 0</inkml:trace>
  <inkml:trace contextRef="#ctx0" brushRef="#br0" timeOffset="32">20840 10264 8912,'-42'8'0,"5"-2"0,-3 11 0,6 4 0,7 13 0,10 1 0,9-1 0,6 6 0,2 0 0,4-2 0,7-9 0,3-4 0,15-10 0,1-3 0,3-7 0,-1-3 0,-3-2 0,-4-2 0,-8-3 0,-8-5 0,-3-7 0,-6 4 0,-6-5 0,-5 11 0,-12-10 0,2 3 0,-8-3 0,1 7 0,-7 5 0,7 3 0,1 2 0,2 2 0,4 3 0,2 13 0,2 8 0</inkml:trace>
  <inkml:trace contextRef="#ctx0" brushRef="#br0" timeOffset="33">23301 10385 8912,'11'0'0,"-1"-2"0,-3-4 0,-9-2 0,-9-5 0,-4 2 0,-3-3 0,-7 5 0,-3-3 0,-5 1 0,-1 1 0,-6 2 0,0 8 0,15 0 0,9 0 0</inkml:trace>
  <inkml:trace contextRef="#ctx0" brushRef="#br0" timeOffset="34">22888 10385 8912,'-18'46'0,"1"-1"0,0 1 0,7-2 0,5-4 0,3-5 0,2-5 0,2-3 0,3-2 0,5-10 0,7-9 0,2-4 0,4-4 0,8-6 0,7-9 0,0-8 0,8-9 0,-2-6 0,2 0 0,-4-3 0,-7 3 0,-3 6 0,-3 0 0,-4 7 0,-8 10 0,-6 1 0,1 5 0,-3 7 0,3 16 0,-3 16 0,-3 24 0,-4 11 0,4 17 0,1 8 0,-4-37 0,0 1 0,-1 0 0,0-1 0,-1 1 0,0-1 0,1-1 0,2 0 0,1 41 0,-1-5 0,-8-23 0,-3-13 0,-3-10 0,-7-19 0,-6-4 0,-8-5 0,3-1 0,-5-3 0,-1-8 0,-6-8 0,-1-3 0,1-6 0,6-6 0,7-6 0,4-11 0,12 2 0,5-8 0,8 0 0,9-5 0,-7 22 0,11 6 0</inkml:trace>
  <inkml:trace contextRef="#ctx0" brushRef="#br0" timeOffset="35">23180 11038 8912,'25'-25'0,"9"-2"0,10-7 0,8 5 0,0 1 0,1-1 0,4-5 0,-3-3 0,5-1 0,1-4 0,3-2 0,-2 0 0,2-2 0,2-7 0,-2 7 0,-13 4 0,-10 4 0,-21 11 0,-4 2 0</inkml:trace>
  <inkml:trace contextRef="#ctx0" brushRef="#br0" timeOffset="36">24075 10316 8912,'-17'-17'0,"0"-1"0,-6 9 0,0 3 0,-16 4 0,26 2 0,-10 0 0</inkml:trace>
  <inkml:trace contextRef="#ctx0" brushRef="#br0" timeOffset="37">23800 10385 8912,'-20'40'0,"-2"0"0,10 15 0,-9-15 0,17 12 0,6-2 0,2-6 0,11 0 0,6-2 0,4-4 0,2-10 0,2-5 0,3-4 0,-5-1 0,2-1 0,-1 0 0,-7-7 0,2-5 0,-4 3 0,-1-2 0,-1-1 0,0-5 0,2 0 0,4 0 0,-2-7 0,8-5 0,-3-9 0,3-2 0,-2-7 0,-4 1 0,-4-5 0,4-6 0,-4 9 0,-2-3 0,0 9 0,1-4 0,1 8 0,2 0 0,2 6 0,-2 3 0,-2 9 0,-2-13 0,-9 9 0,-8-5 0,-8 5 0,-9 7 0,-6 0 0,0 0 0,-8 0 0,3 0 0,3 7 0,2 5 0,4 3 0,2 2 0,-1 0 0,3 2 0,4 2 0,5 2 0,4 6 0,2-6 0,0 0 0,0-6 0,8 0 0,3 0 0,4-1 0,3-5 0,-1-3 0,0-8 0,6-4 0,0-7 0,0-1 0,-6-11 0,0 2 0,1-2 0,-7-2 0,0-3 0,-7 3 0,4 8 0,0 0 0,-6-1 0,7 15 0,-3 3 0,-2 17 0,7 0 0,2 2 0,3 0 0,7-2 0,0 1 0,13-1 0,-2 0 0,12-8 0,0-3 0,4-4 0,2-2 0,-8-8 0,-4-5 0,-4-8 0,-2-8 0,1-11 0,-1-4 0</inkml:trace>
  <inkml:trace contextRef="#ctx0" brushRef="#br0" timeOffset="38">25159 10436 8912,'-17'0'0,"0"0"0,-1 0 0,-1 0 0,-4 0 0,-3 8 0,-9 3 0,7 7 0,-1 4 0,2 5 0,-2 8 0,5-1 0,6 0 0,9 1 0,3-1 0,4-7 0,2-4 0,8-4 0,3-4 0,6-3 0,6-7 0,-3-5 0,2-5 0,3-7 0,-2-11 0,2-3 0,-2-9 0,-4-1 0,4-4 0,-4-4 0,-2-8 0,-7 1 0,-4-1 0,1 0 0,-1 1 0,0-6 0,-6-1 0,0 3 0,0 9 0,-2 6 0,-2 11 0,-2 6 0,3 4 0,-7 10 0,8 9 0,-4 11 0,4 12 0,4 8 0,2 7 0,2 8 0,7 3 0,-1 5 0,3 1 0,2 3 0,-3-1 0,3-6 0,-4-5 0,10-2 0,-2-2 0,2-4 0,-4-3 0,4-7 0,2-8 0,-2-9 0,6-7 0,-6 2 0,0-12 0,-6-6 0,6-11 0,0-5 0,-2-5 0,-10-1 0,-3-2 0,-8-4 0,0 1 0,0-5 0,-2 2 0,-4 4 0,-3 10 0,-9 7 0,-1 7 0,-4 8 0,4 6 0,-4 6 0,-2 6 0,4 12 0,4 11 0,4 9 0,9 5 0,-2 3 0,4-6 0,2 0 0,10-2 0,7 1 0,10-2 0,13-9 0,10-15 0,7-8 0,8-7 0,-2-4 0,2-15 0,-2-8 0,-3-7 0,-9-7 0,-3-1 0,-8-2 0,4-6 0,-15 6 0,-8 0 0,-15 5 0,-4-1 0,-2-4 0,-8 9 0,-4-3 0,-9 5 0,-2 1 0,-7 5 0,1 11 0,2 5 0,-1 7 0,7 7 0,-4 3 0,8 7 0</inkml:trace>
  <inkml:trace contextRef="#ctx0" brushRef="#br0" timeOffset="39">25830 10385 8912,'0'40'0,"0"0"0,0 0 0,0 0 0,0 0 0,0-2 0,6-3 0,2-7 0,1-5 0,5-3 0,3-11 0,6-3 0,-4-6 0,4-6 0,-4-5 0,-2-12 0,2-6 0,4-3 0,-6-10 0,1-4 0,-1-4 0,-6-3 0,5-7 0,1-8 0,-8-1 0,-3-6 0,2-3-213,-3-2 1,7 1 212,-6-1 0,-1 19 0,-5 9 0,0 16 0,0 30 0,0 12 0,0 21 0,0 24 0,0 16 0,0 14 0,0 10 0,0 5 0,0-1 0,0-3 0,10-6-223,7-6 0,10-1 223,13-5 0,2-19 0,4-3 0,4-20 0,-8-3 0,4-12 0,-6-7 0,-4-6 0</inkml:trace>
  <inkml:trace contextRef="#ctx0" brushRef="#br0" timeOffset="40">14748 13651 8912,'0'-17'0,"6"6"0,-1-1 0,-1-1 0,-4-2 0,-6-3 0,3 3 0,-7 2 0,0 3 0,1 3 0,-4 3 0,-3 2 0,-7 2 0,-2 2 0,-3 3 0,-9 7 0,1 18 0,-10 11 0,-5 16 0,-9 12 0,30-30 0,1 2 0,-1 3 0,1 2 0,0 1 0,2 1-203,3 3 0,2 1 0,1 2 0,0 1 203,3 0 0,2-1 0,5 0 0,3-1 0,-4 43 0,10-12 0,8-14 0,8-10 0,14-15 0,10-18 0,20-15 0,11-10 0,11-8 0,4-19 0,-2-4 0,4-11 0,4 4 0</inkml:trace>
  <inkml:trace contextRef="#ctx0" brushRef="#br0" timeOffset="41">15075 14219 8912,'2'-14'0,"2"-1"0,1-6 0,-1-2 0,-2-2 0,-2 4 0,0 2 0,0 2 0,0 0 0,-2 5 0,-4 1 0,4 9 0,-3 4 0,3 15 0,2 16 0,0 3 0,0 10 0,0 0 0,0 5 0,0 1 0,0-1 0,0-1 0,0-4 0,0 2 0,0-8 0,0 6 0,0-6 0,-2-4 0,-4-6 0,2-12 0,-7-13 0,-1-3 0,-5-2 0</inkml:trace>
  <inkml:trace contextRef="#ctx0" brushRef="#br0" timeOffset="42">14782 14202 8912,'-9'0'0,"3"0"0,12 0 0,11-8 0,12-4 0,13-5 0,9-6 0,10 4 0,14-4 0,3 4 0,1 2 0,-5 7 0,-11 5 0,-3 3 0,-9 2 0</inkml:trace>
  <inkml:trace contextRef="#ctx0" brushRef="#br0" timeOffset="43">15505 14356 8912,'-17'12'0,"0"-3"0,-1 1 0,1-1 0,2-3 0,3 6 0,-3-1 0,4 6 0,3 0 0,2 1 0,4 5 0,2-1 0,2-1 0,4-1 0,4-9 0,7 1 0,6-9 0,0 3 0,5-4 0,-5-2 0,6-10 0,-6-7 0,-6 0 0,-5-6 0,-7 2 0,7-2 0,-8 4 0,1-6 0,-5 2 0,-5 0 0,-5 0 0,-7 6 0,0 2 0,-1 4 0,7-3 0,-1 8 0,1-7 0,1 11 0,3-5 0,7 7 0,7 0 0,11 0 0,8 0 0</inkml:trace>
  <inkml:trace contextRef="#ctx0" brushRef="#br0" timeOffset="44">15970 14236 8912,'-18'0'0,"1"-8"0,0 8 0,0 0 0,5 8 0,1 9 0,7 8 0,-2 4 0,-1 3 0,1 2 0,0 8 0,6 4 0,0 4 0,0 2 0,6-7 0,0 1 0,-1 0 0,3-2 0,-6 4 0,4-8 0,1-8 0,-1-9 0,0-4 0,-14-9 0,-1-2 0</inkml:trace>
  <inkml:trace contextRef="#ctx0" brushRef="#br0" timeOffset="45">15832 14270 8912,'10'0'0,"-3"0"0,1 0 0,3 0 0,7 0 0,4 0 0,-1 0 0,6 0 0,0 0 0,0 0 0,0 0 0,1 0 0,-3 0 0,-8 0 0,-1 8 0,-5 3 0,-3 5 0,-8 1 0,-2 2 0,-4 4 0,-3-2 0,-9 8 0,1-3 0,0 3 0,0 0 0,1-10 0,5-4 0,3-9 0,8-6 0,0-10 0</inkml:trace>
  <inkml:trace contextRef="#ctx0" brushRef="#br0" timeOffset="46">16348 14236 8912,'12'9'0,"-1"-3"0,-7-2 0,2 2 0,-6-2 0,-6 7 0,-4 2 0,-7 10 0,2-2 0,3 8 0,-3-6 0,4 6 0,3-6 0,2 3 0,4 1 0,2 0 0,0-6 0,0 2 0,0-12 0,2-3 0,4-8 0,-4-8 0,6-1 0</inkml:trace>
  <inkml:trace contextRef="#ctx0" brushRef="#br0" timeOffset="47">16297 14116 8912,'-18'-18'0,"1"-1"0,0-4 0,2 10 0,3-4 0,-3 11 0,13-2 0,-6 8 0,18 8 0,7 4 0,8 1 0,9 0 0,1-3 0,-1-3 0,8-1 0,2-6 0</inkml:trace>
  <inkml:trace contextRef="#ctx0" brushRef="#br0" timeOffset="48">16830 14116 8912,'-34'9'0,"-1"4"0,1-7 0,1 6 0,5-7 0,3 15 0,8-1 0,-1 4 0,1 1 0,8 7 0,3-2 0,6 3 0,6 2 0,5 1 0,12-1 0,-4-7 0,4-4 0,4-6 0,2-5 0,-3-5 0,3-7 0,-2-2 0,3-3 0,-1-9 0,2-7 0,-5-6 0,3-7 0,-8 0 0,2-1 0,-4 1 0,-2 0 0,-1-7 0,-5 1 0,3 6 0,-9 7 0,-1 2 0,-2 4 0,-2 8 0,0 1 0,0 9 0,-2 5 0,-4 15 0,4 2 0,-3 9 0,3 3 0,2 9 0,7-4 0,5 5 0,3-5 0,1-2 0,-3 1 0,-2-1 0,-7-1 0,2-5 0,-4 3 0,-2-8 0,-10 0 0,-7-6 0,-6 0 0,-6 0 0,-3-7 0,3-5 0,2-5 0,-1-5 0,-1-12 0,-5-10 0</inkml:trace>
  <inkml:trace contextRef="#ctx0" brushRef="#br0" timeOffset="49">18517 14202 8912,'0'-10'0,"0"18"0,0 3 0,0 12 0,0 4 0,0 0 0,1 1 0,5 1 0,-4-1 0,6 5 0,-1-2 0,5-3 0,-3-7 0,3 0 0,1-7 0,8-7 0,2-7 0,-2-4 0,-2-7 0,-1-2 0,-1-16 0,-2-2 0,-3-1 0,-5-3 0,-7 1 0,0 2 0,0 3 0,0 4 0,0 8 0,0 0 0,0 9 0,0 8 0,2 10 0,4 13 0,3 3 0,9 9 0,1-1 0,4 0 0,2-5 0,3 0 0,11-8 0,-5 2 0,4-12 0,-3-5 0,-1-4 0,0-2 0,-1-14 0,-6-5 0,-8-5 0,-6-7 0,-9 6 0,11-15 0,-5 4 0</inkml:trace>
  <inkml:trace contextRef="#ctx0" brushRef="#br0" timeOffset="50">19170 14253 8912,'0'17'0,"0"1"0,0-1 0,0-6 0,0 1 0,8-1 0,-6 6 0,4 0 0,-4 1 0,-2-1 0,0 6 0,0 0 0,2 0 0,1-4 0,3 2 0,-2 2 0,-2 0 0,-2-6 0,-2 0 0,-4 0 0,4 0 0,-7-7 0,3-4 0,4-6 0,-4-6 0,4-6 0,2-10 0,0-7 0,0-9 0,0-2 0,0 1 0,2-1 0,4 6 0,2-2 0,3 13 0,5-6 0,-5 6 0,4 2 0,3 10 0,-1 3 0,0 8 0,6 8 0,0 3 0,5 12 0,-5 6 0,2 3 0,-4 2 0,4 1 0,2-1 0,-4-7 0,6-4 0,-8-6 0,2-5 0,-2-5 0,2-7 0,-4 0 0,6-15 0,-8-4 0</inkml:trace>
  <inkml:trace contextRef="#ctx0" brushRef="#br0" timeOffset="51">19790 13840 8912,'-11'16'0,"-1"-5"0,2 10 0,-1-4 0,-2 12 0,7 0 0,-2 13 0,2 9 0,5 1 0,-5 5 0,4-1 0,2 1 0,0-2 0,0 8 0,2-13 0,4 2 0,-5-7 0,5 1 0,2-9 0,-2-9 0,7-14 0,-3-1 0,7-19 0,2-9 0,4-12 0,-2-3 0,8-16 0,-8 6 0,2-6 0,-10 6 0,-2-6 0,-1 10 0,1 1 0,-1 9 0,-4 8 0,-4 1 0,5 8 0,-7 3 0,0 13 0,0 11 0,0 8 0,0 7 0,0 1 0,2-1 0,4-5 0,-2 3 0,7-8 0,-1 6 0,3-8 0,-1-4 0,1-4 0,2-9 0,3 2 0,-1-6 0,0-6 0,-6-4 0,1-7 0,-8-8 0,19-9 0,-4-10 0</inkml:trace>
  <inkml:trace contextRef="#ctx0" brushRef="#br0" timeOffset="52">20186 13806 8912,'-17'27'0,"-3"-2"0,-3-8 0,2 2 0,-7 4 0,1-2 0,-2 8 0,4-7 0,10 5 0,4-2 0,5-4 0,4-8 0,2-1 0,8-8 0,3 1 0,4-3 0,3-2 0,-3-7 0,-4-5 0,3-3 0,-8-2 0,-1 0 0,-5-1 0,0-5 0,-2 1 0,-3 1 0,-5 7 0,-7 3 0,0 7 0,-1-2 0,1 12 0,0 5 0,0 10 0,0 2 0,-1 8 0,1-2 0,0 3 0,0 2 0,0 1 0</inkml:trace>
  <inkml:trace contextRef="#ctx0" brushRef="#br0" timeOffset="53">19601 14442 8912,'-44'16'0,"4"-5"0,11-3 0,6-8 0,11 0 0,5-2 0,9-4 0,3-5 0,18-5 0,12-1 0,16-2 0,1-4 0,9 4 0,-3-4 0,5-2 0,-4 0 0,2 0 0,4 1 0,-4-1 0,2 2 0,1-4 0,4-7 0</inkml:trace>
  <inkml:trace contextRef="#ctx0" brushRef="#br0" timeOffset="54">20633 13755 8912,'-11'11'0,"-1"0"0,7 9 0,-7 8 0,2 8 0,-1 10 0,-2 8 0,7 15 0,-6 5 0,7 1 0,1-3 0,2-1 0,10-10 0,3-4 0,-1-11 0,1-6 0,1-11 0,5-6 0,-6-12 0,1-5 0,-1-12 0,6-3 0</inkml:trace>
  <inkml:trace contextRef="#ctx0" brushRef="#br0" timeOffset="55">21786 13720 8912,'-19'10'0,"-2"-5"0,-4-1 0,-2 2 0,6-2 0,-2 7 0,4 3 0,2 9 0,2 7 0,3 8 0,5 6 0,7 8 0,0 5 0,0 0 0,2 8 0,3-3 0,5-1 0,-1-4 0,7-9 0,-5-2 0,5-8 0,1 0 0,-2-7 0,-4-9 0,5-2 0,-14-11 0,5-16 0,-14-13 0,-3-14 0</inkml:trace>
  <inkml:trace contextRef="#ctx0" brushRef="#br0" timeOffset="56">21442 14219 8912,'-17'0'0,"0"0"0,9-2 0,8-4 0,15 2 0,14-7 0,19 5 0,9-5 0,10-1 0,8 3 0,-5-7 0,5 5-607,3-4 0,-7-10 0,6-2 0</inkml:trace>
  <inkml:trace contextRef="#ctx0" brushRef="#br0" timeOffset="57">22268 14150 8912,'-23'23'0,"0"0"0,-11 0 0,5-6 0,-5 6 0,11 0 0,-4 5 0,8-3 0,5 0 0,5 0 0,3 4 0,6-6 0,8-2 0,3-10 0,10 2 0,2-7 0,8 0 0,-3-6 0,-1-10 0,2-7 0,0-2 0,5-10 0,-1 3 0,-5-3 0,-3-4 0,-8 5 0,-7-5 0,-3-1 0,-1 1 0,0 5 0,-8-3 0,-9 8 0,-7 2 0,-5 10 0,2 3 0,-7 8 0,1 2 0,-2 4 0,4 3 0,8 9 0,8-1 0,1 0 0,8 0 0</inkml:trace>
  <inkml:trace contextRef="#ctx0" brushRef="#br0" timeOffset="58">22905 14219 8912,'-17'-8'0,"-1"4"0,1-7 0,-2 5 0,-4-5 0,-4 7 0,-7-2 0,-1 4 0,1 2 0,0 10 0,-1 7 0,7 2 0,-1 10 0,8-1 0,-2 7 0,6-3 0,5-3 0,5 3 0,7-5 0,0 0 0,0-4 0,1-10 0,5-1 0,4-9 0,7 3 0,0-8 0,0-9 0,8-3 0,4-14 0,-2-3 0,1-9 0,-5-4 0,6-7 0,-8-1 0,2 0 0,-4-7 0,-2-4 0,-1 2 0,-5-2 0,-1 13 0,-5-1 0,-3 16 0,4 1 0,-10 28 0,-2 12 0,-5 24 0,5 22 0,-1 7 0,1 10 0,4-6 0,-4 0 0,4-6 0,2 6 0,2-9 0,4-2 0,3-5 0,9-12 0,7-5 0,3-13 0,7-7 0,5-4 0,4-20 0,7-5 0</inkml:trace>
  <inkml:trace contextRef="#ctx0" brushRef="#br0" timeOffset="59">23387 14098 8912,'-33'0'0,"4"0"0,-11 0 0,-2 0 0,2 0 0,-2 2 0,2 4 0,3 4 0,-3 7 0,12 2 0,5 4 0,4-2 0,1 7 0,9-1 0,3 2 0,6 1 0,6-9 0,5-3 0,5-5 0,3-9 0,4 2 0,-2-5 0,7-1 0,-1-5 0,2-1 0,3-9 0,-3-2 0,-2-1 0,1-6 0,1 1 0,-2 0 0,3 0 0,-7 6 0,0-1 0,-5 1 0,-1 0 0,0 7 0,-7 3 0,-3 14 0,-7 5 0,0 11 0,0-4 0,0 4 0,0-4 0,0-2 0,6-5 0,2-3 0,1-1 0,5-4 0,3-2 0,6-2 0,-4 0 0,4 0 0,-2-2 0,2-4 0,-4 2 0,4-7 0,-4-3 0,-2-9 0,-5 10 0,-1-4 0,-1 3 0,1-3 0,4 0 0,-13 0 0,6 7 0,-10 3 0,-4 7 0,4 1 0,-3 5 0,3 6 0,2 3 0,0 2 0,2-2 0,3-3 0,7 3 0,11-3 0,4-5 0,7-1 0,0-4 0,1-2 0,-1-2 0,1-4 0,-1-3 0,1-8 0,-9-3 0,-3-2 0,2 0 0,-2-6 0,-6 7 0,-7-2 0,-1 4 0,1 2 0,-6-1 0,1 1 0,-3 8 0,-2 5 0,0 15 0,0 12 0,0 8 0,0 11 0,0 4 0,0 5 0,0 8 0,0 8 0,0 6 0,0 9 0,0-2 0,-2 4-232,-3 2 0,1-2 232,-8-3 0,1-7 0,-6-11 0,-2-9 0,-4-8 0,4-16 0,-4-1 0,4-16 0,1-7 0,5-8 0,-4-10 0,9-9 0,-9-19 0,3-7 0,5-9 0,1-5 0,8-8 0,0 2 0,0 4 0,8-2 0,3 8 0,5-2 0,1 2 0,2 11 0,4 0 0,-2 10 0,8 7 0,-3 4 116,3 8 0,4 0 0,-5 1 0,3 5-116,-2 5 0,3 2 0,-3-1 0,-4-5 0,-1-7 0</inkml:trace>
  <inkml:trace contextRef="#ctx0" brushRef="#br0" timeOffset="60">24746 13462 8912,'-9'-11'0,"3"-1"0,4 8 0,10-1 0,3 10 0,12 15 0,6 14 0,1 12 0,1 19 0,-4 17 0,-14-34 0,-2 3 0,2 11 0,-3 2 0,-1 7 0,-2 2 0,-1 1 0,-1 1 0,-1-1 0,-2 1 0,-4 0 0,-4 1-67,-1-5 0,-3 1 0,-2 1 1,-3-1-1,-3-3 0,-4-2 1,-1-3-1,-2-2 67,-1-8 0,-3-1 0,-4-2 0,-3-1 0,-3-2 0,0-1 0</inkml:trace>
  <inkml:trace contextRef="#ctx0" brushRef="#br0" timeOffset="61">27310 11880 8912,'8'10'0,"-6"-4"0,3-12 0,-3 2 0,-2-7 0,0-3 0,0-1 0,0-2 0,0 0 0,0-1 0,0 1 0,0-2 0,0-4 0,0 10 0,0-4 0,-2 5 0,-3 1 0,-5 13 0,-7 15 0,-6 17 0,0 18 0,-2 11 0,2 17 0,4 10 0,8-36 0,-1 3 0,2 2 0,1 2-247,0 4 1,1 0-1,0 2 1,1 0 246,0-1 0,2 0 0,1-10 0,0-2 0,4 38 0,0-16 0,0-18 0,0-9 0,0-14 0,0-8 0,6-12 0,0-15 0,0-15 0,-6-27 0,0-12 0</inkml:trace>
  <inkml:trace contextRef="#ctx0" brushRef="#br0" timeOffset="62">26846 12534 8912,'-8'9'0,"6"-1"0,-4-16 0,12-3 0,9-10 0,8-2 0,14-2 0,-1 4 0,6-2 0,6 2 0,1-4 0,3 2 0,0 0 0,-1 6 0,-7 0 0,-2 0 0</inkml:trace>
  <inkml:trace contextRef="#ctx0" brushRef="#br0" timeOffset="63">27603 12293 8912,'0'17'0,"-8"-1"0,-3-5 0,-5 2 0,-1-7 0,0 6 0,0-7 0,-1 9 0,1-3 0,6 4 0,1 3 0,3-1 0,3 0 0,2 6 0,2 0 0,2 0 0,3-6 0,5 0 0,7 0 0,2-1 0,4-5 0,-2-3 0,8-8 0,0-2 0,5-4 0,-5-5 0,-1-12 0,-6-4 0,0-7 0,-2 1 0,-3 4 0,-8-3 0,-3 3 0,2 5 0,-3 1 0,1 3 0,-6 11 0,0 1 0,0 22 0,0 3 0,-2 10 0,-3-4 0,3 7 0,-4-1 0,4 1 0,2-1 0,0 2 0,0-9 0,2 1 0,4-5 0,3 4 0,8 0 0,1-7 0,1-6 0,4-9 0,-4 0 0,4 0 0,-4-3 0,-2-9 0,0 1 0,1-30 0,-1 5 0</inkml:trace>
  <inkml:trace contextRef="#ctx0" brushRef="#br0" timeOffset="64">28136 12052 8912,'10'-26'0,"-3"-5"0,-7 8 0,0 0 0,-7 14 0,-5 3 0,-3 8 0,-2 9 0,1 8 0,5 16 0,-4 1 0,5 2 0,1 4 0,3 2 0,4 2 0,2 6 0,0-6 0,0-1 0,2-6 0,4 1 0,3-4 0,8-2 0,2-9 0,4-8 0,-2-7 0,8-10 0,2-2 0,1-4 0,3-11 0,-1-11 0,-1-13 0,-5-4 0,3-7 0,-8-5 0,0 1 0,-6-7 0,-2 0 0,-3-6 0,1 1 0,-7-1 0,0 15 0,-6 9 0,-2 27 0,-4 24 0,0 28 0,-11 35 0,2 10 0,-14 12 0,8 1-239,9-41 1,1 1 0,-6 42 238,10-43 0,2 1 0,-2 40 0,7-3 0,4-5 0,7-3 0,8-24 0,16-5 0,3-22 0,-4-13 0,10-13 0,-9-13 0,1-7 0,0-5 0</inkml:trace>
  <inkml:trace contextRef="#ctx0" brushRef="#br0" timeOffset="65">29341 12190 8912,'-35'0'0,"3"0"0,3 0 0,8-2 0,10-2 0,11-2 0,7-5 0,12 5 0,6 1 0,10-3 0,-1 0 0,6-5 0,-3 3 0,-3 3 0,0-5 0,-1 7 0,-2 1 0,-3 2 0,-5 2 0,4 0 0,-2 0 0,-4 0 0,-4 7 0,-5 5 0,1 11 0,-7 5 0,-3 7 0,-1 5 0,-2 4 0,0 7 0,0 3 0,0 3 0,-5-3 0,-1 3 0,-6-3 0,7-3 0,-7-1 0,5-4 0,-3-8 0,-3-8 0,-3-5 0,-1-8 0,0 1 0,0-1 0</inkml:trace>
  <inkml:trace contextRef="#ctx0" brushRef="#br0" timeOffset="66">29427 12603 8912,'-10'0'0,"3"0"0,7-8 0,15-4 0,8-10 0,9 2 0,9-2 0,4-3 0,13 0 0,5 0 0,4 0 0,2-5 0,-1 1-342,-6 4 1,5-7 0,-6 5 0</inkml:trace>
  <inkml:trace contextRef="#ctx0" brushRef="#br0" timeOffset="67">30218 12173 8912,'0'9'0,"-7"7"0,-3-13 0,-7 9 0,6-8 0,-1 1 0,3 5 0,-3 1 0,4-1 0,8 1 0,0 3 0,0 1 0,0 4 0,0 4 0,8-2 0,4 8 0,-3-1 0,3 7 0,-1-1 0,6 1 0,-1-3 0,-3-1 0,-2-3 0,3 3 0,-7-6 0,-1-2 0,-4-4 0,-2-2 0,0 0 0,-2-7 0,-4-5 0,3-3 0,-9-2 0,-1 0 0,-3 0 0,-1-15 0,0-8 0,6-9 0,-1-8 0,1-6 0,-7-12 0,1-3 0,0-8 0</inkml:trace>
  <inkml:trace contextRef="#ctx0" brushRef="#br0" timeOffset="68">30012 12138 8912,'-17'0'0,"7"-7"0,3 3 0,7-8 0,15 1 0,8-6 0,19-8 0,15-4 0,8-3 0,21-3 0,2 1-246,-39 17 0,0 0 0,1 0 0,-1 1 246,43-12 0,-16-5 0,-13 4 0,-15-3 0,-21-2 0,-12-1 0</inkml:trace>
  <inkml:trace contextRef="#ctx0" brushRef="#br0" timeOffset="69">27448 11726 8912,'9'-33'0,"-3"3"0,-6 3 0,-6 0 0,-5 2 0,-4 1 0,-10 3 0,-2 7 0,-2 5 0,1 1 0,5 2 0,-6 8 0,-2 6 0,-1 9 0,-3 8 0,1 13 0,0 8 0,-1 11 0,-1 18 0,-4 11 0,21-36 0,1 3 0,-2 7 0,0 4 0,1 7 0,2 3-401,-2 10 0,4 2 1,4 0-1,2 0 401,2 6 0,3-1 0,3-7 0,4-1 0,3-5 0,5-2 0,2-4 0,7-4 0,8-7 0,7-4 0,0-5 0,4-4-124,1-8 1,2-6 0,2-7-1,0-4 124,1-4 0,2-4 0,5-1 0,3-3 0,8-4 0,0-2 0,2-1 0,0-1 0,8-5 0,0-2 0,-4 2 0,-1-1 0,1 0 0,0 0 0</inkml:trace>
  <inkml:trace contextRef="#ctx0" brushRef="#br0" timeOffset="70">31027 12121 8912,'0'10'0,"-5"-1"0,-1-3 0,-6-2 0,5 7 0,-1 3 0,0 1 0,-3 10 0,5 3 0,0 7 0,-1 5 0,5-2 0,-6 6 0,2-2 0,1-4 0,-3-1 0,4-5 0,-1-3 0,1-6 0,0-12 0,-2-5 0,4-8 0,-4-10 0,5-10 0,1-11 0,0-7 0,5-2 0,1-4 0,7-7 0,-1 7 0,3 0 0,2 12 0,-5 5 0,-1 2 0,3 2 0,1 4 0,2 10 0,0 5 0,3 6 0,3 6 0,-4 5 0,4 12 0,1 4 0,-1 7 0,-5 1 0,-7-1 0,-1 0 0,1 1 0,-1-6 0,-5-1 0,-3-7 0,6 2 0,0-4 0,-5-3 0,9-5 0,-6-3 0,5-8 0,1-10 0,5-7 0,0-8 0,0-9 0,0-1 0,1 1 0,3-4 0,-4 3 0,2-1 0,-11 15 0,-1 4 0,1 3 0,-2 9 0,-6-7 0,0 8 0,0 4 0,0 12 0,0 3 0,0 2 0,0 1 0,0 4 0,2 1 0,3-2 0,7-2 0,-3-1 0,3-1 0,-1-6 0,6 1 0,1-8 0,-1 1 0,0-3 0,0-2 0,1-2 0,-3-3 0,-2-7 0,-1-3 0,-1-4 0,6-4 0,1 4 0,-3-6 0,-2 10 0,-3 1 0,-3 3 0,-1 7 0,-6-2 0,0 12 0,0 9 0,0 10 0,0 2 0,0 3 0,0 3 0,0 1 0,2 1 0,4-1 0,-2-5 0,7-1 0,-5-7 0,5 2 0,1-11 0,5-7 0,0-10 0,0-12 0,1-10 0</inkml:trace>
  <inkml:trace contextRef="#ctx0" brushRef="#br0" timeOffset="71">31819 11657 8912,'-35'34'0,"-1"-9"0,-4-8 0,11-1 0,1-9 0,7 1 0,3 0 0,1 5 0,0-4 0</inkml:trace>
  <inkml:trace contextRef="#ctx0" brushRef="#br0" timeOffset="72">31595 11794 8912,'10'8'0,"-3"-6"0,1 8 0,3-5 0,5-3 0,1 4 0,0-6 0,0-6 0,1-5 0,-1-5 0,-2-1 0,-3 0 0,-5 0 0,-1 0 0,0 0 0,-2 11 0,-10 12 0,4 5 0,-4 18 0,-2 1 0,3 10 0,-1 4 0,6 8 0</inkml:trace>
  <inkml:trace contextRef="#ctx0" brushRef="#br0" timeOffset="73">32077 12259 8912,'0'9'0,"0"-1"0,-2-8 0,-4 0 0,2 2 0,-7 4 0,5-3 0,-5 9 0,5-6 0,-5 5 0,7 2 0,-2 10 0,-2-4 0,3 4 0,-1-4 0,6-1 0,0-1 0,0 0 0,0 0 0,0-7 0,2-4 0,4-12 0,-3-6 0,9-11 0,-1-3 0,7-9 0,1 1 0,4-1 0,-4 1 0,4 0 0,-4 7 0,-2 4 0,0 4 0,0 2 0,1 7 0,-1 4 0,0 5 0,0 2 0,0 5 0,-5 4 0,-1 7 0,-5 0 0,6 0 0,-7 1 0,7-1 0,-1-6 0,7 1 0,-1-9 0,0 3 0,-6-4 0,1-2 0,-1-2 0,7-4 0,-1 3 0,0-9 0,0-5 0,0-6 0,1-2 0,-3 2 0,-4-3 0,-5-1 0,2-6 0,-3 5 0,1 3 0,-6 2 0,0 10 0,0 1 0,-7 8 0,-1-1 0,-4 10 0,-1 7 0,7 11 0,1 3 0,5 9 0,0 1 0,0 4 0,2-4 0,3 5 0,7-3 0,3 2 0,2-4 0,0 4 0,1 0 0,-1-5 0,-2 3 0,-3-9 0,-5-4 0,-7-3 0,-2-4 0,-3-7 0,-13-3 0,-10-8 0,-7 0 0,-3 0 0,-2-2 0,2-4 0,1-3 0,3-9 0,1-14 0,5-8 0,3-8 0,8-11 0,-1-2 0</inkml:trace>
  <inkml:trace contextRef="#ctx0" brushRef="#br0" timeOffset="74">32559 11262 8912,'34'0'0,"1"0"0,-1 0 0,8 1 0,4 5 0,6 11 0,5 12 0,-9 13 0,2 13 0,-6 18 0,-24-30 0,-2 4 0,-3 9 0,-2 2 0,0 5 0,-3 1 0,-3 1 0,-2 1-258,-1 0 1,-2 0 0,-4 1 0,-2 0 257,-1-4 0,-2 0 0,-4 4 0,-2 0 0,-3-1 0,-3-1 0,-2 0 0,-4-2 0,-5 1 0,-3-1 0,-1-2 0,-3 0 0,-4-1 0,-4 0 0,-1 1 0,-1-1 0,-2 0 0,0 0 0,0 0 0,-1-2 0,-4 0 0,-1-1 0,-4-2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29.589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22939 1186 8912,'10'-26'0,"-5"3"0,-5 4 0,-5 1 0,-7 1 0,-3 2 0,-2 3 0,0 5 0,-3 7 0,-3 2 0,-5 3 0,-1 15 0,-3 14 0,-5 12 0,1 9 0,0 14 0,1 13 0,18-36 0,0 2 0,-1 5 0,1 3 0,3-1 0,2 2 0,-1 6 0,3 0 0,0-1 0,2 1-310,2 0 0,1 0 0,0-4 1,2 0 309,3 5 0,0-2 0,0-10 0,0-3 0,0 49 0,8-18 73,3-17 1,5-11 0,3-14 0,2-9-74,2-12 0,13-8 0,-1-9 0,3-15 0,-4-8 0,6-7 0,1-5 0,-1 1 0</inkml:trace>
  <inkml:trace contextRef="#ctx0" brushRef="#br0" timeOffset="1">23404 1702 8912,'0'17'0,"0"1"0,0-9 0,0-1 0,0-8 0,0-8 0,0 4 0,0-7 0,0-1 0,0 1 0,0-1 0,-2 9 0,-4-3 0,4 4 0,-5 2 0,7-2 0,0-4 0,0 4 0,0-5 0,0 7 0,0 2 0,0 3 0,0 5 0,0 7 0,0 8 0,0 4 0,0 11 0,0 6 0,0 5 0,0 6 0,0-1 0,0 7 0,0-10 0,0-1 0,0-8 0,0-10 0,0-5 0,0 0 0,0-20 0,0-9 0,0-15 0,-8-27 0,-2-2 0</inkml:trace>
  <inkml:trace contextRef="#ctx0" brushRef="#br0" timeOffset="2">23851 2029 8912,'27'-10'0,"4"-5"0,-8 5 0,-2-1 0,-2-1 0,-10 1 0,-3-6 0,-4 0 0,-4-1 0,-4 3 0,-5 2 0,-5 1 0,-6 9 0,-3-3 0,-2 4 0,-4 2 0,5 4 0,-3 7 0,6 3 0,-6 14 0,8-5 0,-2 6 0,4 1 0,2 3 0,5 1 0,1 1 0,7-3 0,-2-3 0,5 1 0,1-7 0,0 0 0,0-6 0,9-7 0,8-4 0,2-5 0,10-1 0,-2-13 0,3-6 0,-3-6 0,-2-5 0,4-3 0,-6-1 0,0-6 0,-6 0 0,0-14 0,0 2 0,-7-11 0,-4 0 0,-5-9 0,-1-3 0,-1 3 0,-5 9 0,-2 5 0,-5 12 0,3 8 0,3 8 0,1 13 0,0 17 0,0 11 0,1 14 0,5 9 0,0 8 0,0 10 0,0 7 0,0 4 0,0 2 0,0-2 0,0 2 0,0-8 0,0-1 0,0-3 0,5-1 0,1-1 0,7-7 0,-1-4 0,5-9 0,6-2 0,-2-10 0,6-2 0,-2-9 0,-4-7 0,6-8 0,-1-10 0,9-10 0</inkml:trace>
  <inkml:trace contextRef="#ctx0" brushRef="#br0" timeOffset="3">24953 1358 8912,'0'-11'0,"0"-1"0,-2 9 0,-4-3 0,4 4 0,-11 4 0,5 5 0,-2 11 0,7 8 0,-3 14 0,-2 1 0,2 8 0,3 5 0,1-1 0,2 6 0,0-1 0,0-1 0,0-5 0,0-8 0,2-6 0,1-8 0,3-7 0,8-9 0,-3-3 0,4-9 0,3-2 0,5-10 0,-1-12 0,1-5 0,-5-8 0,-1 1 0,0 0 0,-2-1 0,-3 1 0,1 0 0,-7 1 0,0 4 0,1 6 0,-5 4 0,6 10 0,-8 9 0,0 17 0,0 14 0,0 7 0,-2 4 0,-4 4 0,4 1 0,-3-6 0,3-3 0,2-2 0,7-9 0,5-4 0,3-6 0,2-6 0,0-5 0,1-12 0,-1-3 0,0-16 0,0-2 0</inkml:trace>
  <inkml:trace contextRef="#ctx0" brushRef="#br0" timeOffset="4">25245 1238 8912,'-19'17'0,"-2"0"0,-4 0 0,-2 1 0,6-1 0,-2 0 0,4 6 0,4 0 0,3-2 0,7-4 0,10-5 0,7 1 0,11-7 0,-2-1 0,6-6 0,-2-3 0,-4-2 0,-4-7 0,-6 1 0,5-3 0,-15-2 0,5-1 0,-6 3 0,-6 2 0,-5 3 0,-4 3 0,-4 1 0,-4 6 0,4 0 0,-4 0 0,3 6 0,3-1 0,8 9 0,3-3 0,-4 4 0,8 3 0,-5-1 0</inkml:trace>
  <inkml:trace contextRef="#ctx0" brushRef="#br0" timeOffset="5">25572 1685 8912,'-29'17'0,"1"-2"0,-1-1 0,2-3 0,2-1 0,8 1 0,0 5 0,0-5 0,7-1 0,4 1 0,5 2 0,8 3 0,3 1 0,7 0 0,-6-7 0,1-5 0,-8-3 0,5-2 0,-3 0 0,-4-2 0,4-3 0,-2-7 0,1-11 0,-1 2 0,8-7 0,-1 7 0,6-2 0,-5-2 0,-1 2 0,1 2 0,5 9 0,-6-1 0,1 7 0,-1 1 0,7 5 0,-3 7 0,-4 5 0,5 9 0,-5 2 0,-1 5 0,1-5 0,-5 6 0,5-6 0,-5 0 0,5-8 0,3-4 0,1-5 0,2-4 0,1-2 0,-1-2 0,0-4 0,6-5 0,0-12 0,0 2 0,-6-8 0,-5 1 0,-1-7 0,-7 1 0,2 0 0,-5 1 0,-1 4 0,-1 5 0,-5 8 0,-6 5 0,-3 5 0,-2 6 0,0 6 0,-1 5 0,1 12 0,0 10 0,0 7 0,2 2 0,3-2 0,4-4 0,8 4 0,0-5 0,0-7 0,10 3 0,7-8 0,10-4 0,5-6 0,10-5 0,4-8 0,6-10 0,5-7 0,-3-8 0,3-9-472,-3 0 1,5-8-1,2-2 1</inkml:trace>
  <inkml:trace contextRef="#ctx0" brushRef="#br0" timeOffset="6">26381 1513 8912,'-25'10'0,"4"5"0,-8-4 0,3 3 0,-3-3 0,-4 10 0,5-4 0,-5 12 0,-1 0 0,9 3 0,8 3 0,7-3 0,10-1 0,0-5 0,0-1 0,8-2 0,3-6 0,5-7 0,1-4 0,6-5 0,0-1 0,0 0 0,-6 0 0,0-7 0,0-5 0,6-3 0,0-2 0,0-6 0,-8-2 0,-1 0 0,-3 0 0,-1-3 0,1 5 0,3 0 0,-9 6 0,7 0 0,-6-1 0,-1 7 0,-5-1 0,0 9 0,6-3 0,0 12 0,0 3 0,-6 8 0,0 1 0,0-1 0,0 6 0,0 0 0,7 0 0,3-6 0,7-8 0,8-1 0,2-8 0</inkml:trace>
  <inkml:trace contextRef="#ctx0" brushRef="#br0" timeOffset="7">26570 1547 8912,'0'-9'0,"0"-6"0,0 13 0,2-4 0,4 12 0,3 3 0,9 8 0,-3 8 0,0 6 0,-1 5 0,-1 4 0,6 0 0,-7-5 0,3-1 0,2 0 0,-7-1 0,-5-4 0,3-5 0,-2-6 0,-1-9 0,-5-5 0,0-15 0,0-12 0,0-8 0,2-17 0,4-3 0,2-7 0,3 1 0,10 4 0,-4-5 0,5 12 0,-5 6 0,0 4 0,0 2 0,0-1 0</inkml:trace>
  <inkml:trace contextRef="#ctx0" brushRef="#br0" timeOffset="8">27930 1668 8912,'-23'-8'0,"0"-3"0,4-5 0,3-1 0,7-2 0,1-2 0,4-2 0,2 0 0,4 8 0,4 2 0,6 1 0,9 3 0,3-3 0,3 6 0,4 4 0,1 4 0,3 4 0,-1 9 0,-1 10 0,-5 2 0,-5 3 0,-4 3 0,-1 1 0,-9 1 0,-3-1 0,2 1 0,-3-3 0,-3-3 0,-6-6 0,1-4 0,-9-2 0,6-8 0,-5-3 0,1-6 0,-1-6 0,-3-5 0,9-12 0,-1-11 0,6-12 0,2 2 0,4-2 0,-1 2 0,13-2 0,-5-2 0,10 8 0,6 2 0,3 9 0,6 7 0,1 2 0,3 11 0,-2 3 0,0 4 0,-6 2 0,7 8 0,-1 3 0,-6 7 0,-5 4 0,-10-2 0,-2 3 0,-2 1 0,-7-1 0,0-2 0,-1-2 0,-1-1 0,-6-1 0,-2-6 0,-4 1 0,5-8 0,-7 3 0,8-7 0,2 0 0,4 0 0,5-2 0,10-3 0,4-7 0,2-3 0,-4-8 0,5 0 0,-7-6 0,2 6 0,-6-5 0,-5 5 0,-4-6 0,-8 6 0,0 0 0,0 6 0,-8 8 0,-4 3 0,-5 4 0,-6 2 0,4 4 0,-6 5 0,4 8 0,4 3 0,-4 6 0,10 3 0,3 2 0,2-3 0,4 3 0,2-8 0,2 5 0,4-5 0,5-6 0,12-5 0,10-8 0,9 0 0,4-8 0,7-8 0,1-11 0,9-5 0,-8-5 0,3-1 0,-12 1 0,-6 5 0,-11-3 0,-7 8 0,-10 0 0,-8 14 0,-14 3 0,-7 4 0,-2 2 0,-6 10 0,2 7 0,-6 0 0,6 6 0,0-4 0,6-2 0,2 0 0,4 1 0,3-1 0,8 0 0,2-7 0,4-5 0,3-3 0,8-2 0,2-2 0,4-3 0,-4-3 0,4-4 0,-5-3 0,-5 6 0,-2-1 0,3 4 0,-6 4 0,-1 2 0,-5 16 0,4 7 0,-4 9 0,3 8 0,-3 12 0,-2 11 0,2 4 0,4 1 0,-4 1 0,4 0 0,1-8 0,-1-4 0,0-5 0,-6-6 0,0-6 0,0-11 0,0-5 0,-2-8 0,-4-5 0,-5-5 0,-7-4 0,-4-2 0,0 0 0,-6 0 0,-3-8 0,-9-3 0,4-10 0,-4-2 0,3-8 0,3 3 0,-1-5 0,1-1 0,7-8 0,2-2 0</inkml:trace>
  <inkml:trace contextRef="#ctx0" brushRef="#br0" timeOffset="9">30253 1324 8912,'-8'17'0,"1"-5"0,-7-3 0,3-1 0,-1 5 0,-3-1 0,3 3 0,5 2 0,7 0 0,0 0 0,0 1 0,2 5 0,3-1 0,5 1 0,7-5 0,0-1 0,1 0 0,-1-2 0,0-3 0,0-5 0,0-7 0,1-2 0,-1-3 0,0-7 0,-2-3 0,-3-2 0,-3 0 0,-3-1 0,-4 1 0,4 0 0,1 0 0,-1 0 0,0 5 0,-6 1 0,8 7 0,-5-4 0,9 8 0,-6 8 0,5 3 0,1 7 0,5 4 0,0-2 0,0 2 0,8-4 0,2-7 0,1-5 0,1-4 0,-6-2 0,6 0 0,-10-2 0,-2-4 0,0-5 0,-5-12 0,-5 4 0,-1-4 0,-4-2 0,-2 2 0,0-6 0,0 6 0,-6 0 0,-1 6 0,-3 0 0,6 0 0,-3 7 0,7 3 0,7 7 0,5 0 0,3 0 0,10 7 0,2 3 0</inkml:trace>
  <inkml:trace contextRef="#ctx0" brushRef="#br0" timeOffset="10">31010 1324 8912,'17'17'0,"-7"0"0,5 0 0,-13 1 0,4-1 0,-4 0 0,-2 0 0,0 0 0,0 1 0,0-1 0,0 0 0,0 0 0,7 0 0,3-7 0,7-18 0,0-11 0</inkml:trace>
  <inkml:trace contextRef="#ctx0" brushRef="#br0" timeOffset="11">31096 842 8912,'-17'0'0,"5"0"0,1 0 0,5 0 0,-5 0 0,-1 8 0,-5 4 0,7-3 0,5 3 0,5-9 0,5 3 0,-1 2 0,8-2 0,-1 5 0,6-5 0,1-1 0,-1-5 0,0 6 0,0 0 0,0 7 0,1-3 0</inkml:trace>
  <inkml:trace contextRef="#ctx0" brushRef="#br0" timeOffset="12">31526 894 8912,'-7'12'0,"-5"-1"0,-3-7 0,-2 2 0,7-5 0,2 9 0,8 7 0,0 8 0,2 11 0,2 4 0,2 6 0,7 4 0,-1 2 0,3-3 0,2-3 0,-1 2 0,-5-8 0,-3 6 0,-8-6 0,0-8 0,0-9 0,-2-6 0,-4-5 0,-4-4 0,-7-8 0,-8 0 0,-1 0 0</inkml:trace>
  <inkml:trace contextRef="#ctx0" brushRef="#br0" timeOffset="13">31389 1375 8912,'0'-17'0,"0"0"0,0 0 0,-2 0 0,-4-1 0,4-4 0,-4-1 0,6 5 0,6 7 0,-2 1 0,7-1 0,7-2 0,5 7 0,7 0 0,-1 4 0,3-2 0,3-1 0,5-3 0,0 2 0,-6-3 0,-5-8 0,-2-3 0,2-2 0,1 1 0,-7-8 0,-2 8 0,-9-2 0,-5 4 0,1 2 0,-6 15 0,4 7 0,-10 18 0,-2 12 0,-2 1 0,3 10 0,-3 0 0,-4 5 0,-1-1 0,5-4 0,1-6 0,-1-4 0,-3-1 0,5-1 0,0-7 0,6-4 0,0-4 0,0-10 0,2-3 0,4-12 0,3-9 0,9-8 0,5-6 0,1 5 0,1-1 0,0 0 0,6-2 0,-3 10 0,5-4 0,1 10 0,6-3 0,1 3 0,-1 1 0,-6 4 0,1 5 0,-1-5 0,0 4 0,1 2 0,-1 0 0,1 0 0,-1-8 0,1-1 0</inkml:trace>
  <inkml:trace contextRef="#ctx0" brushRef="#br0" timeOffset="14">25933 2768 8912,'10'-2'0,"-4"-4"0,-6-3 0,-6-1 0,2 10 0,-7 12 0,-3 5 0,-1 6 0,4 4 0,1 7 0,0 2 0,1 4 0,5-3 0,-4 5 0,3 0 0,-1 4 0,0 1 0,6-1 0,-2-6 0,-3-3 0,3-5 0,-4-3 0,-2 1 0,3-7 0,-1-7 0,6-11 0,0-10 0,13-11 0,6-9 0,6-1 0,6-5 0,3-1 0,6-3 0,-3 9 0,3 3 0,-2 5 0,2 7 0,-5 3 0,-1 8 0,-5 2 0,-10 6 0,0 7 0,-4 6 0,-9 10 0,0-3 0,-14-1 0,-9 2 0,-8-2 0,-9 1 0,-1 3 0,1-8 0,-6 0 0,-2-8 0,-1-2 0,1-1 0,4-8 0,9 1 0,5-5 0,6-5 0,3-13 0,4-10 0,3-12 0,8-4 0</inkml:trace>
  <inkml:trace contextRef="#ctx0" brushRef="#br0" timeOffset="15">26553 2906 8912,'27'0'0,"-4"0"0,-12 2 0,-5 3 0,-4 1 0,-2 11 0,0-2 0,0 14 0,-2 2 0,-2 7 0,-2 4 0,3 2 0,-5-6 0,2 2 0,0 0 0,6-5 0,0 1 0,0-13 0,-2-2 0,-3-10 0,3-3 0,-21-23 0,4-4 0</inkml:trace>
  <inkml:trace contextRef="#ctx0" brushRef="#br0" timeOffset="16">26450 2820 8912,'0'-18'0,"0"1"0,0 0 0,0 0 0,0 5 0,0 1 0,0 5 0,0-5 0,7 7 0,5-2 0,5 4 0,6 2 0,11 0 0,12 0 0,4 2 0,2 4 0,5-4 0,0 4 0,8 3 0,-3 1 0</inkml:trace>
  <inkml:trace contextRef="#ctx0" brushRef="#br0" timeOffset="17">27138 2820 8912,'-17'17'0,"0"0"0,-1 0 0,1-5 0,0-1 0,-8-5 0,-4 5 0,3-1 0,-3 1 0,8 5 0,-2-5 0,4 4 0,4 3 0,3-1 0,5-6 0,7 1 0,1-1 0,5 6 0,-2-7 0,7-4 0,-5-4 0,6-2 0,-1-2 0,6-4 0,1-6 0,-1-10 0,0 1 0,0-8 0,-2 6 0,-3-6 0,1 8 0,-7-2 0,6 4 0,-7 2 0,9 0 0,-10 2 0,7 3 0,-7 12 0,2 12 0,-5 5 0,-1 6 0,2 3 0,4 9 0,-2-7 0,7 1 0,-5-8 0,6 2 0,-1-4 0,6-4 0,0-3 0,1-6 0,-1-4 0,0-2 0,0-10 0,1-7 0,-3-2 0,-4-10 0,3 6 0,-9-6 0,7 7 0,-6-7 0,-1 6 0,-5-6 0,0 8 0,0-4 0,0 8 0,0 8 0,0 3 0,0 14 0,0 9 0,0 0 0,0 6 0,0 4 0,0 1 0,6-1 0,0 2 0,7-6 0,-1 5 0,-3-5 0,1 4 0,-3-2 0,-3-4 0,-2-2 0,-2-2 0,0 2 0,0 4 0,-7-4 0,-5 4 0,-3-9 0,-2-3 0,-6-5 0,0 5 0,5-7 0,7 2 0,5-6 0,-3-6 0,1-5 0,2-5 0,6-1 0</inkml:trace>
  <inkml:trace contextRef="#ctx0" brushRef="#br0" timeOffset="18">27947 2545 8912,'-17'-18'0,"-1"3"0,1 4 0,8 5 0,3 12 0,4 5 0,2 14 0,0 7 0,0 7 0,0 8 0,0-1 0,0 4 0,0 1 0,2 1 0,4-2 0,5-3 0,4-1 0,3-7 0,-1 1 0,0-14 0,0-8 0,2-3 0,4-9 0,-4-3 0,4-8 0,-2-11 0,0-8 0,2-3 0,-2-4 0,-3-1 0,-7-3 0,3 1 0,-9 0 0,1-1 0,-6 1 0,-2 1 0,-4 5 0,-1 3 0,-5 8 0,-3 7 0,3 4 0,-3 12 0,-2 8 0,0 8 0,0 13 0,-1 1 0,1 10 0,8 0 0,3 5 0,4 1 0,2 0 0,8-8 0,3-4 0,10-6 0,4-5 0,2-8 0,3-8 0,-3 0 0,2-7 0,-8-8 0,2-9 0,-4-6 0,-2-6 0,0-4 0,0-7 0,1-1 0,-1 1 0,-2-1 0,-3 1 0,3 0 0,-4-1 0,-1 7 0,1-1 0,1 8 0,5-4 0,-5 16 0,-3 5 0,-1 9 0,-4 13 0,3 1 0,-1 9 0,6 1 0,-7 5 0,9 1 0,-3-1 0,4-5 0,3-1 0,-1-6 0,0 0 0,0-4 0,0-7 0,1 4 0,-3-15 0,-4 0 0,-3-15 0,-8-12 0</inkml:trace>
  <inkml:trace contextRef="#ctx0" brushRef="#br0" timeOffset="19">27878 2871 8912,'-17'17'0,"0"1"0,-1-9 0,9-1 0,11-16 0,15-3 0,10-5 0,13-1 0,6 0 0,4 0 0,9 2 0,4 3 0,4-3 0,2 3 0,7-3 0,3-2 0</inkml:trace>
  <inkml:trace contextRef="#ctx0" brushRef="#br0" timeOffset="20">29031 2820 8912,'-8'17'0,"3"0"0,-13 0 0,11-7 0,-10-4 0,3 1 0,-3 1 0,0 1 0,7 3 0,4 5 0,5-6 0,1 1 0,0-1 0,0 7 0,0-1 0,5 0 0,1 0 0,2-5 0,-3-1 0,-3-5 0,4 5 0,-2-7 0,2 2 0,-3-12 0,9-5 0,-6-5 0,5-1 0,-5-8 0,5-3 0,-1 1 0,1-2 0,5 6 0,-5-5 0,-1 7 0,1-2 0,-1 4 0,1 1 0,5 9 0,-7-4 0,8 7 0,-7 2 0,-4 10 0,1 5 0,-1 12 0,2-4 0,-3 4 0,-3 2 0,4-2 0,2 0 0,-3-6 0,3-6 0,-2 1 0,-2-8 0,7 2 0,2-5 0,-3-2 0,1-5 0,-1-4 0,2-7 0,3-8 0,-4-3 0,5 1 0,1-2 0,0 0 0,0 3 0,-5 1 0,-1 8 0,-5 5 0,5 1 0,-5 7 0,6-2 0,-9 12 0,3 5 0,2 5 0,-2 1 0,5 0 0,-5 0 0,7 0 0,-1 1 0,3-1 0,2 0 0,0-2 0,0-3 0,1-5 0,-1-7 0,0 0 0,0 0 0,1 0 0,-1 0 0,-2-1 0,-3-5 0,-5 4 0,-5-11 0,4 7 0,-2-2 0,7 2 0,-7 3 0,2-9 0,-4 8 0,5-11 0,3 5 0</inkml:trace>
  <inkml:trace contextRef="#ctx0" brushRef="#br0" timeOffset="21">29633 2218 8912,'0'17'0,"0"-5"0,0-1 0,6 0 0,2 7 0,3-1 0,8 0 0,0 2 0,10 4 0,9 4 0,14 7 0,5 6 0,6 0 0,-5 6 0,-12-4 0,-8 2 0,-7 4 0,-9 0 0,-10-2 0,-4-4 0,-8-8 0,-4 0 0,-8 1 0,-5 5 0,-12 0 0,-5 0 0,0-5 0,-1-3 0,-5-3 0,4-4 0,1-8 0</inkml:trace>
  <inkml:trace contextRef="#ctx0" brushRef="#br0" timeOffset="22">25675 4161 8912,'-23'2'0,"-1"1"0,-1 3 0,0-2 0,4-2 0,2-2 0,1 0 0,11 0 0,9 0 0,13 0 0,19 0 0,20 0 0,17-2 0,19-4 0,-35 2 0,4-3 0,11-4 0,4-3 0,8-3 0,4-2 0,-22 3 0,2-1 0,1 0 0,8-3 0,2 0 0,2-1 0,13-3 0,3-1 0,1-1 0,-21 7 0,1-1 0,0 1 0,1-1-532,3 0 1,1 1-1,0-1 1,0 1 0,0 0-1,0 0 1,-1 0-1,2 1 532,1 1 0,1 1 0,0 1 0,-3 0 0,16-3 0,-4 1 0,0 1 0,-3 1 0,-2 2 0,-2 1 0,-9 0 0,-2 0 0,-1 1 0,-6 1 0,-2 1 0,-1-1 0,17-2 0,-4 0 237,-12 2 0,-6 2 0,17-1-237,-37 3 0,-23 4 0,-11 2 0,-12 0 0,-5 0 0,-12 2 0,-8 2 0,-7 2 0,-8-2 0,-4 3 0,-1-1 0,-8 5 0,-5-5 0,-4-2 0,-7-2 0,-1-8 0,-5 0 0,5 1 0</inkml:trace>
  <inkml:trace contextRef="#ctx0" brushRef="#br0" timeOffset="23">25624 3542 8912,'0'17'0,"-2"0"0,-4 0 0,-5-1 0,-5-5 0,-3 2 0,-4-5 0,-7 2 0,-9 3 0,-5 0 0,-7 1 0,-1-3 0,1 3 0,1-1 0,2 0 0,4-3 0,2-2 0,2-3 0,5-5 0,1 0 0,-2 0 0,-3 0 0,-1 0 0,-8-7 0,3-5 0,-13-3 0,-7-2 0,-7 0 0,-9-1 0,5-5 0,1 0 0,-1-5-204,1 5 1,29 8 0,-2-1 203,-43-12 0,39 14 0,0 1 0,4-1 0,-1-1 0,-1 1 0,0 0 0,2-3 0,-1-1 0,0 1 0,0 0 0,-37-18 0,41 18 0,-1 0 0,-40-17 0,39 16 0,0-1 0,-5 0 0,-1-2 0,0 0 0,1-2 0,0 2 0,0-2 0,1-1 0,1 1 0,4 3 0,0 0 0,-1-4 0,-1 0 0,-5 0 0,0 0 0,1-2 0,-1-1 0,1-1 0,1-2 0,3-2 0,2-1 0,6 2 0,0-1 0,0-2 0,0-1 0,-3-1 0,0-2 0,-3-3 0,0-2-207,0-3 1,0 0 0,1 1 0,0 0 206,5 5 0,0 0 0,2 2 0,1 0 0,-26-31 0,31 32 0,1-1-193,-20-36 1,-7-1 192,7 7 0,-3-7 0,23 38 0,-1 0 0,1-3 0,1 1 0,-33-29 0,3-5 0,9 10 0,1-4 0,4-4 0,6-1 0,4-3 0,3 1 0,4 5 0,-5 0 0,0 0 0,-1 14-69,-5 4 1,-4 3 68,-2-4 0,-4 1 0,-1-1 0,-1 6 0,1 0 0,-1 6 0,0-6 0,6 6 0,1-6 0,6 14 131,-1-2 0,4 13 0,1 1 0,-3 9-131,-8 3 0,-2 3 0,-15 5 0,2 7 0,-2 5 0,-2 3 0,8 2 0,1 0 0,10 2 0,8 4 412,8 6 1,-1 0-413,8 5 0,-6 4 0,6 14 0,-1 1 0,1 5 0,-4 5-35,-8 11 0,-1 5 35,-4 6 0,21-38 0,0 0-137,-4 2 0,0 0 0,0-1 0,0 1 137,-3 3 0,0-1 0,1-8 0,1-2 0,-22 45 0,0-19 0,11-10 0,-3-11 0,11-6 0,1-5 0,3-7 0,9-9 0,5-7 0,-1-1 0,1-1 0,5-1 0,-2-3 482,4-4-482,2 6 372,0-8 0,0-8-372,0-3 0,6-5 0,0-1 0,-3 0 0,-1 0 0,-2 0 0,0-8 0,0-2 0</inkml:trace>
  <inkml:trace contextRef="#ctx0" brushRef="#br0" timeOffset="24">18413 1049 8912,'16'-8'0,"-5"-3"0,-3-5 0,-3 5 0,1-1 0,-6 16 0,-7 4 0,-1 11 0,0 10 0,-5 13 0,1 9 0,3 3 0,-1 9 0,3 4 0,3 5 0,2-1 0,2 3 0,0-5 0,0-6 0,6 0 0,-1-11 0,11-12 0,1-19 0,10-8 0,5-7 0,12-8 0,8-9 0,20-18 0,-28 6 0,0-4 0,3-1 0,0-1 0,2-1 0,1-1 0,3-2 0,0-1-179,-1 0 0,-1-1 0,-4 2 0,0 1 179,33-19 0,-13 7 0,2 4 0,-8 5 0,-4 7 0,-15 11 0,-23 9 0,-30 8 0</inkml:trace>
  <inkml:trace contextRef="#ctx0" brushRef="#br0" timeOffset="25">15023 5313 8912,'-9'0'0,"1"0"0,8 0 0,0 0 0,0 0 0</inkml:trace>
  <inkml:trace contextRef="#ctx0" brushRef="#br0" timeOffset="26">15075 5313 8912,'27'0'0,"-3"0"0,-6 2 0,-1 1 0,0 3 0,0 6 0,0-7 0,6 9 0,0-5 0,-2 5 0,-1 3 0,-3-4 0,0 10 0,0-2 0,0 0 0,1 4 0,-1 2 0,6-1 0,0 3 0,0 2 0,-4-6 0,2 1 0,2 5 0,7-4 0,-1 1 0,3-7 0,3 2 0,1-2 0,4-2 0,6 0 0,4-3 0,4-5 0,3 1 0,-2 1 0,8-7 0,-7-1 0,1-5 0,-3 0 0,-3 0 0,9 0 0,3 0 0,6-5 0,5-1 0,5-5 0,7 5 0,2 2 0,3 2 0,5 0-201,-45-1 0,1 0 0,1 2 1,-1 1 200,3-3 0,-1 0 0,2 1 0,1 2 0,3 0 0,1 0 0,-5 0 0,-1 0 0,-4 0 0,1 0 0,0-3 0,1 0 0,-2 0 0,1-2 0,4 1 0,1-1 0,2-1 0,1-1 0,-5 0 0,0 0 0,-3 2 0,0-1 0,0-2 0,1 0 0,-2 3 0,1-1 0,5-4 0,1-1 0,8 0 0,0-1 0,-7 0 0,0 1 0,5 2 0,-1 1 0,-7-1 0,-2 1 0,1-1 0,-1 1 0,0-1 0,0 0 0,0 1 0,0-1 0,42-8-222,-4 0 1,-12 5 221,-11 1 0,-6 5-68,0-5 0,0 5 68,6-6 0,0 7 0,0-7 0,2 7 0,1-7 0,3-1 0,-3-3 0,1 3 0,2-4 0,7 3-165,-34 3 1,1 0-1,0 1 1,0 0 164,5 2 0,1-1 0,-3 1 0,-1-1 0,-2 1 0,0-1 0,44-10 159,-7-4 0,-1 4 0,-3-6 0,-2 2-159,2 0 0,-5-6 0,-3 6 0,-12-1 0,-11 1 0,1 4 217,-6-4 1,3-2-218,3 2 0,0-6 0,1 6 0,3 0 71,1-1 0,-2 4-71,-9-2 0,-6 2 377,-11 3 1,2 2-378,-8 4 0,-2-5 72,-10 5-72,5 3 0,-13-5 0,9 7 0,-8 0 0,3 6 0,-7 0 0,0 0 0,-5-2 0,-1-3 0,-2-3 0,2-3 0,5-5 0,-5 5 0,4-12 0,10-11 0,1-10 0</inkml:trace>
  <inkml:trace contextRef="#ctx0" brushRef="#br0" timeOffset="27">22509 4470 8912,'-17'0'0,"0"-2"0,-1-3 0,9 1 0,3-8 0,6 3 0,6-3 0,13 3 0,15 3 0,3 4 0,7-4 0,0 6 0,0 6 0,-6 6 0,2 10 0,2-1 0,-2 8 0,0 7 0,-5 10 0,-8 0 0,-5 6 0,-4-5 0,-7 11 0,-5-5 0,-12-1 0,-7-2 0,-8-5 0,-4 3 0,-4-8 0,-3-7 0,5-8 0,-8-8 0</inkml:trace>
  <inkml:trace contextRef="#ctx0" brushRef="#br0" timeOffset="28">24092 4384 8912,'0'-17'0,"0"0"0,-2 0 0,-2-2 0,-3-2 0,-3-2 0,4 0 0,-5 6 0,-2 1 0,-3 5 0,-1 3 0,0 8 0,-2 4 0,-4 7 0,4 9 0,-4 16 0,4 4 0,1 6 0,3 3 0,2 1 0,3-4 0,3-6 0,1-4 0,6-3 0,2-4 0,3-7 0,7-10 0,11-6 0,-4-12 0,6-7 0,-2-7 0,0-3 0,0-7 0,-6 1 0,0-3 0,0-3 0,-5 9 0,-3 3 0,-1 4 0,-4 1 0,0 9 0,1 3 0,-1 8 0,8 10 0,-1 16 0,6 24 0,1 15 0,-1 13 0,-2 12 0,-9-44 0,0 1 0,1 1 0,-1-1 0,-3 0 0,0 0 0,0 42 0,-1-3 0,-4-11 0,-3-8 0,-5-12 0,-7-17 0,0-8 0,0-14 0,-8-9 0,-4-3 0,2-8 0,-1-9 0,-3-12 0,-2-8 0,-5-9 0,4 0 0,-3-8 0,15 2 0,1 2 0,9-2 0,4 10 0,8 2 0,2 1 0,4 10 0,7 0 0,8-1 0,8 10 0,11-3 0,-1 6 0,6-1 0,1-3 0,6 5 0</inkml:trace>
  <inkml:trace contextRef="#ctx0" brushRef="#br0" timeOffset="29">24419 4711 8912,'0'-17'0,"-8"0"0,-3-1 0,3 9 0,-7 1 0,7 10 0,-3 6 0,5 9 0,4 10 0,2 1 0,0 7 0,0-10 0,0 9 0,6-5 0,0-1 0,5-1 0,-5-4 0,7-10 0,-1 4 0,3-11 0,2-2 0,1-8 0,-3-11 0,-4-8 0,3-8 0,-9 3 0,1-5 0,-6-1 0,0 0 0,0-1 0,-6 3 0,-1 3 0,-1 6 0,0 4 0,3 9 0,5 3 0,0 9 0,0 3 0,2 5 0,3 7 0,5 0 0,7 1 0,8-1 0,2 0 0</inkml:trace>
  <inkml:trace contextRef="#ctx0" brushRef="#br0" timeOffset="30">24729 4745 8912,'0'10'0,"-2"3"0,-4-7 0,4 2 0,-3-3 0,-5-3 0,8 6 0,-6-8 0,10 0 0,4 0 0,6 0 0,5-2 0,6-4 0,-4-9 0,4-8 0,2 0 0,-2 6 0,-2-6 0,-10 0 0,-3 0 0,-6 6 0,1 0 0,3 0 0,-8-1 0,-13 9 0,-8 3 0,-6 14 0,6 9 0,-5 8 0,5 9 0,0 2 0,6 5 0,7-3 0,4 6 0,4-2 0,2-4 0,8-4 0,4-5 0,9 0 0,2-12 0,7-4 0,-1-13 0,3-2 0,3-3 0,-1-7 0,1-11 0,-3-4 0,-3-9 0,-6-2 0,-4-2 0,-4-2 0,-3 2 0,1 3 0,-7-3 0,-1 4 0,-5 2 0,0 7 0,0 4 0,-1 11 0,-5 7 0,2 7 0,-6 7 0,3 8 0,1 12 0,6 0 0,2 3 0,4 3 0,-2 5 0,7 0 0,-1 0 0,1-6 0,4-5 0,-3 0 0,1-3 0,-1 5 0,-7-4 0,-3-3 0,-2-1 0,0-5 0,-2-1 0,-3 0 0,-5-6 0,-7 1 0,0-8 0,-1 1 0,1-3 0,0-4 0,2-3 0,3-7 0,-3-11 0,5-3 0</inkml:trace>
  <inkml:trace contextRef="#ctx0" brushRef="#br0" timeOffset="31">25882 4625 8912,'-17'0'0,"-1"0"0,1 0 0,0 0 0,0 2 0,0 2 0,-1 1 0,3 9 0,4-3 0,-3 10 0,8 2 0,1 8 0,5-4 0,0 1 0,0 1 0,7-2 0,5 1 0,3-5 0,2-11 0,1 1 0,-1-7 0,0-1 0,0-5 0,0-7 0,1-5 0,-9-9 0,-3-2 0,-4-7 0,-2 1 0,0 2 0,0-1 0,-8 1 0,-3-2 0,-5 6 0,-1 4 0,0 4 0,0 4 0,0 3 0,-1 8 0,1 0 0,8 8 0,3 3 0,6 2 0,6-1 0,3 3 0,8-5 0</inkml:trace>
  <inkml:trace contextRef="#ctx0" brushRef="#br0" timeOffset="32">26243 4591 8912,'-7'-10'0,"3"-3"0,-8 7 0,8 0 0,-5 8 0,3 4 0,4 3 0,-3 10 0,5 2 0,5 2 0,5 8 0,7-2 0,-2-5 0,-3-1 0,3 0 0,-3-5 0,3 3 0,2-10 0,-5-3 0,-1-3 0,-5-3 0,5-2 0,-7-2 0,2-3 0,1-11 0,-1-8 0,0-3 0,2-4 0,-7-1 0,5-3 0,2 1 0,-2 0 0,7 5 0,-2 0 0,-1 10 0,1 0 0,3 8 0,1 3 0,2 2 0,1 6 0,-1 0 0,0 0 0,8 0 0,2 0 0</inkml:trace>
  <inkml:trace contextRef="#ctx0" brushRef="#br0" timeOffset="33">26673 4625 8912,'0'27'0,"0"-4"0,0-12 0,0 4 0,0-13 0,0 6 0,0-10 0,0-4 0,6 2 0,0-7 0,13 5 0,-2-5 0,6-1 0,0-5 0,-4 0 0,4 0 0,2-2 0,-2-2 0,-2-2 0,-2 2 0,-7 0 0,-1-2 0,-7 4 0,2-4 0,-4 4 0,-2 1 0,-8 3 0,-4 4 0,-3-3 0,-2 9 0,-6 1 0,0 10 0,-6 11 0,6 11 0,2 5 0,2 1 0,2 8 0,0 4 0,7-2 0,5 2 0,3-2 0,2 2 0,7-4 0,5-8 0,11-1 0,5-5 0,5-5 0,1-11 0,3-5 0,1-11 0,4-5 0,2-8 0,-6-12 0,2 0 0,-5-3 0,-7-2 0,-3-7 0,-8 1 0,-1-7 0,-5 1 0,3 4 0,-9 2 0,1 5 0,-6 6 0,-2 1 0,-4 11 0,-1 5 0,-5 18 0,5 11 0,7 12 0,0 5 0,0 6 0,0 4 0,0 8 0,2-8 0,3-4 0,5 0 0,7-6 0,0 5 0,1-11 0,4-5 0,3-6 0,2-9 0,4-6 0,-6-2 0,7-8 0,-5-1 0</inkml:trace>
  <inkml:trace contextRef="#ctx0" brushRef="#br0" timeOffset="34">28153 4470 8912,'-11'-2'0,"-1"-3"0,1-7 0,1-3 0,3-2 0,7-1 0,0 1 0,2 8 0,5 3 0,11 4 0,1 4 0,9 4 0,3 5 0,1 4 0,1 8 0,-2 2 0,-5 2 0,-1 4 0,-2-5 0,-6 3 0,-1-2 0,-5 1 0,-5-5 0,-4-4 0,-2-9 0,-2-2 0,-4-8 0,-3-2 0,-7-6 0,3-7 0,1-6 0,9-10 0,-3 2 0,4 3 0,2-3 0,2 8 0,4-4 0,5 4 0,4 4 0,10-4 0,4 10 0,3 3 0,3 2 0,-1 4 0,1 2 0,-3 0 0,-3 2 0,-6 4 0,-4 5 0,-4 5 0,-3 1 0,1 0 0,-7 0 0,-1 0 0,-6-5 0,-5-1 0,4-7 0,-13 4 0,13-8 0,-6-2 0,8-4 0,0-5 0,8-5 0,3-1 0,4 0 0,3 0 0,-1 3 0,0-1 0,-2-4 0,-3 0 0,-4 6 0,-8 1 0,0 1 0,-2 1 0,-4 4 0,-4 4 0,-9 4 0,-2 4 0,-2 6 0,-5 11 0,5 5 0,0 5 0,5 1 0,7-1 0,-1-5 0,9 5 0,-3-5 0,4 3 0,2-2 0,15-5 0,8-6 0,10-9 0,7-3 0,4-4 0,8-2 0,5-10 0,2-7 0,2-10 0,4-5 0,2-18 0,2-3 0</inkml:trace>
  <inkml:trace contextRef="#ctx0" brushRef="#br0" timeOffset="35">29272 4350 8912,'-29'0'0,"1"0"0,1 0 0,-2 0 0,4 0 0,8 0 0,-6 2 0,2 4 0,4 5 0,4 4 0,9 2 0,-2 1 0,4 5 0,2-1 0,0 7 0,0-6 0,8 0 0,3-6 0,4 0 0,3 1 0,-1-9 0,0-3 0,6-4 0,0-2 0,2-2 0,-2-4 0,-4-3 0,4-9 0,-4 1 0,-2 0 0,0-2 0,1-4 0,-3 4 0,-4-4 0,3 10 0,-9 1 0,1 1 0,2-7 0,-8 9 0,2 5 0,-8 8 0,-4 7 0,5 5 0,-7 1 0,8 6 0,-1 0 0,-3 5 0,2-3 0,4 0 0,6 0 0,0-8 0,8-6 0,-1-7 0,6 2 0,2-4 0,4-2 0,-4-8 0,4-3 0,-9-6 0,-3-6 0,-7 4 0,2-4 0,-4-2 0,-2 2 0,0 0 0,0 6 0,-8 7 0,-3 5 0,1-3 0,-1 2 0,-3 2 0,-1 2 0,5 10 0,3-6 0,7 6 0</inkml:trace>
  <inkml:trace contextRef="#ctx0" brushRef="#br0" timeOffset="36">29651 4384 8912,'17'0'0,"-6"0"0,1 0 0,-3-2 0,3-3 0,1 1 0,-7-8 0,5 7 0,-5-7 0,7 8 0,-1-1 0,3 5 0,2 5 0,1 5 0,-1 7 0,0 6 0,0 0 0,-1 7 0,-5-1 0,-1 4 0,-7 1 0,3-2 0,-2-3 0,-2-4 0,-2-8 0,-8 0 0,4-7 0,-7-4 0,7-14 0,-2-9 0,4-8 0,2-9 0,0-7 0,0 1 0,0-2 0,0 2 0,8 4 0,4-2 0,3 5 0,2 5 0,0 12 0,1-1 0,6 6 0,5-1 0,4-3 0,1 5 0</inkml:trace>
  <inkml:trace contextRef="#ctx0" brushRef="#br0" timeOffset="37">30477 4333 8912,'-20'0'0,"-1"0"0,-3-2 0,-3-4 0,4-2 0,-6-3 0,8-2 0,-2 5 0,4 0 0,2 1 0,0 1 0,-1 6 0,1 8 0,0 3 0,6 10 0,-1 2 0,6 8 0,-5-3 0,7 5 0,-2 1 0,4-1 0,2-5 0,2-3 0,4-8 0,4-7 0,7-5 0,2-3 0,2-4 0,4-5 0,2-10 0,-4-8 0,5-10 0,-1-5 0,2 0 0,-4-6 0,-8 6 0,0-6 0,0 6 0,-5-13 0,-3 1 0,-1-3 0,-4-4 0,-2 11 0,-2-4 0,-6 20 0,0 3 0,-7 10 0,1 8 0,3 12 0,-3 17 0,3 8 0,-3 14 0,-3 10 0,3 7 0,5 8 0,1-2 0,4 2 0,2-2 0,0-3 0,0-1 0,8-6 0,3 5 0,5-14 0,1-10 0,2-9 0,4-14 0,5-5 0,5-4 0,-4-10 0,-1-3 0,1-18 0,5-5 0,-5-6 0,-2 1 0,-4-1 0,-8 2 0,0-4 0,-9 2 0,0 0 0,-4 7 0,2 5 0,1 5 0,1 11 0,-6 5 0,0 14 0,0 5 0,0 5 0,0 6 0,0 4 0,0 7 0,2 0 0,4 1 0,3-6 0,9-1 0,-7 1 0,0 3 0,3-3 0,1-6 0,-5-4 0,-5-2 0,3 0 0,-2 1 0,-8-7 0,-10 0 0,-10-7 0,-7 2 0,-4-4 0,-1-2 0,-6 0 0,0 0 0,-6-2 0,6-4 0,1-3 0,11-8 0,-5-1 0,14-6 0,-6-3 0</inkml:trace>
  <inkml:trace contextRef="#ctx0" brushRef="#br0" timeOffset="38">31285 3611 8912,'0'-20'0,"0"-2"0,2 8 0,4-3 0,-4 4 0,6 5 0,-8 8 0,0 19 0,0 23 0,0 21 0,0 19 0,-3-30 0,0 1 0,0 4 0,0 1 0,-1 3 0,0 0 0,3-3 0,-1 1 0,-2 2 0,0 2-279,-1 2 0,0 2 0,3 2 0,-1 1 279,-3-1 0,0 0 0,3-5 0,-1-2 0,-4-7 0,-2-1 0,4-5 0,-3-1-164,-20 44 0,1-8 164,-7-10 0,1-14 0,-1-18 0,1-8 0,0 0 0,-1 1 0</inkml:trace>
  <inkml:trace contextRef="#ctx0" brushRef="#br0" timeOffset="39">27878 5725 8912,'0'-17'0,"-2"0"0,-4 0 0,-3-2 0,-3-2 0,1-2 0,-2 2 0,-9 2 0,-2 1 0,-1 3 0,0 4 0,-6 3 0,3 10 0,-5 6 0,-1 9 0,-1 9 0,1 15 0,1-3 0,5 8 0,5 1 0,4 3 0,9-4 0,4 0 0,4-10 0,2-2 0,2-7 0,4-12 0,7-3 0,8-6 0,4-6 0,4-6 0,9-11 0,-3-12 0,5-9 0,0-2 0,-6-8 0,1 2 0,-3-3 0,-9-3 0,0-7 0,-6-4 0,-1 2 0,-5-1 0,-5 5 0,-4 7 0,-2 8 0,0 14 0,-8 3 0,1 17 0,-5 8 0,-3 17 0,3 18 0,5 15 0,1 13 0,4-2 0,2 2 0,0 0 0,0 6 0,0-8 0,0-4 0,8-4 0,3-1 0,6-8 0,6-4 0,6-7 0,3-10 0,3-8 0,-1-15 0,1-8 0,-1-5 0,-1-8 0,-5-8 0,3-9 0,-8-2 0,0-6 0,-6 6 0,-2-6 0,-3 6 0,-5 5 0,-7 7 0,0 7 0,0-2 0,-9 6 0,-8 5 0,-1 5 0,-4 7 0,-3 1 0,2 5 0,-2 4 0,4 9 0,0 2 0,5 2 0,-1 7 0,6-1 0,-3-4 0,3-2 0,3 2 0,8-2 0,-7-1 0,5-4 0,-4-9 0,12-3 0,3-4 0,9-2 0,-1-8 0,0-3 0,0-10 0,0-4 0,1 0 0,-1 0 0,-2 2 0,-3 6 0,3 0 0,-4 0 0,5 0 0,1 7 0,-2 4 0,-3 12 0,1 4 0,-7 7 0,5 8 0,-5 3 0,7-3 0,-1-2 0,-3 2 0,3-2 0,1-2 0,2-2 0,3-10 0,-1-3 0,0-4 0,0-2 0,6-4 0,0-7 0,8-8 0,-4-16 0</inkml:trace>
  <inkml:trace contextRef="#ctx0" brushRef="#br0" timeOffset="40">28584 5416 8912,'-18'0'0,"7"0"0,-1 0 0,9 0 0,-13 7 0,14 5 0,-3 11 0,3-2 0,2 8 0,6-1 0,-1 7 0,9 5 0,-3 0 0,-1 0 0,1-6 0,-1-5 0,1 0 0,4-16 0,-13 10 0,6-14 0</inkml:trace>
  <inkml:trace contextRef="#ctx0" brushRef="#br0" timeOffset="41">28532 5743 8912,'-10'-10'0,"3"-5"0,7 5 0,2-1 0,3-1 0,7 3 0,11-3 0,4-1 0,7 7 0,6-7 0,0 1 0,0-1 0,3 1 0,-7-3 0,4 4 0,-6 1 0,-5-1 0,-4 7 0,-23-4 0,-8 8 0,-13 0 0,-4 0 0,-6 8 0,5 3 0,-1 5 0,0 1 0,2 0 0,6 0 0,5 0 0,1 1 0,7-1 0,-2 0 0,4 0 0,2-7 0,8-3 0,3-7 0,5 0 0,1 0 0,2 0 0,4 0 0,-4-5 0,4-1 0,2-6 0,-2 7 0,0-7 0,-6 6 0,0-1 0,0 1 0,1 4 0,-1-4 0,0 5 0,0 1 0,0 0 0,1 1 0,-1 3 0,0 4 0,0 1 0,0-3 0,1 6 0,7-9 0,3 3 0,5-4 0,1-2 0</inkml:trace>
  <inkml:trace contextRef="#ctx0" brushRef="#br0" timeOffset="42">29513 5588 8912,'0'-12'0,"0"1"0,0 7 0,0-11 0,0 13 0,0-4 0,0 12 0,0 5 0,0 12 0,0 10 0,0 9 0,0 2 0,0 3 0,0 9 0,0 1 0,6 8 0,-1-2 0,7-4 0,-6-1 0,5-7 0,-5-5 0,5-6 0,-5-11 0,0-12 0,-14-17 0,-1-10 0</inkml:trace>
  <inkml:trace contextRef="#ctx0" brushRef="#br0" timeOffset="43">29478 5588 8912,'8'-10'0,"-6"3"0,13 1 0,-3 0 0,3-2 0,2 5 0,2-3 0,4 2 0,-2 2 0,8 2 0,0 0 0,3 0 0,-1 2 0,-2 4 0,-10 3 0,-2 9 0,-2 5 0,-9-1 0,-2 3 0,-10-2 0,-9-2 0,-8 8 0,-8-8 0,2 2 0,-1-4 0,1-2 0,-1-2 0,7-3 0,-8-5 0,4-7 0</inkml:trace>
  <inkml:trace contextRef="#ctx0" brushRef="#br0" timeOffset="44">29978 5639 8912,'-18'0'0,"1"0"0,0 0 0,5 0 0,1 0 0,-2 0 0,-3 0 0,-1 8 0,2 2 0,3 7 0,7 2 0,3 4 0,2-4 0,0 4 0,7-4 0,5-2 0,3-2 0,2-3 0,2-5 0,4-7 0,-4 0 0,4 0 0,-9-7 0,-3-5 0,-1-3 0,1-2 0,-3-2 0,-8-4 0,0 4 0,0-4 0,-2 2 0,-4-2 0,4 4 0,-13-6 0,13 14 0,-4-1 0,5 8 0,1-3 0,0 7 0</inkml:trace>
  <inkml:trace contextRef="#ctx0" brushRef="#br0" timeOffset="45">30201 5571 8912,'2'9'0,"4"-3"0,-4-4 0,5 0 0,-7 3 0,0-3 0,0 14 0,0-5 0,2-1 0,4 1 0,-4 1 0,4 5 0,-4 0 0,-2 0 0,0 0 0,0 1 0,2-1 0,1 0 0,3 0 0,0-7 0,-6-3 0,0-7 0</inkml:trace>
  <inkml:trace contextRef="#ctx0" brushRef="#br0" timeOffset="46">30167 5553 8912,'-8'-34'0,"-3"0"0,-5-1 0,-1 1 0,8 7 0,3 4 0,4 10 0,2 1 0,0 9 0,2-5 0,4 8 0,3 2 0,8 4 0,8 3 0,4 8 0,2-1 0,-3-5 0,5 4 0,-7-5 0</inkml:trace>
  <inkml:trace contextRef="#ctx0" brushRef="#br0" timeOffset="47">30442 5605 8912,'-2'15'0,"-4"-3"0,5 3 0,-9-7 0,4 3 0,4 4 0,-5-5 0,7 7 0,0 0 0,0 1 0,0-9 0,0-1 0,0-10 0,0-4 0,0-3 0,2-11 0,1-1 0,3-2 0,6-5 0,-7 5 0,7-6 0,-6 6 0,7 0 0,-9 6 0,7 0 0,1 7 0,5 3 0,0 7 0,-5 2 0,-1 3 0,3 9 0,1 7 0,2-2 0,0 4 0,0 2 0,1-2 0,5 0 0,0-6 0,1-6 0,-1 1 0,-4-9 0,4 3 0,-3-4 0,4-10 0,3-1 0</inkml:trace>
  <inkml:trace contextRef="#ctx0" brushRef="#br0" timeOffset="48">30941 5141 8912,'-7'-10'0,"-1"-5"0,-4 3 0,3 5 0,3 1 0,4 4 0,-5 6 0,7 7 0,0 14 0,0 12 0,0 7 0,0 7 0,1 6 0,5 1 0,-2-1 0,6-5 0,-1-3 0,1-3 0,1 0 0,6-12 0,1 1 0,-1-18 0,-4 2 0,4-13 0,-3 0 0,9-8 0,-2-6 0,2-9 0,-4-2 0,4-10 0,2 0 0,-2-5 0,0 1 0,-6 5 0,0-3 0,0 8 0,0 0 0,1 6 0,-9 10 0,-3 8 0,-4 15 0,-2 9 0,0 9 0,2 2 0,3 4 0,-1-1 0,8 6 0,-3-6 0,3 1 0,3 2 0,-3-2 0,-5-2 0,-1-9 0,-4-6 0,-2-4 0,0-8 0,0 1 0,-2-8 0,-4 1 0,-3-10 0,-9-7 0,-5-11 0,-1-5 0,-1-5 0,0-1 0,-6-1 0,5-7 0,-9-2 0</inkml:trace>
  <inkml:trace contextRef="#ctx0" brushRef="#br0" timeOffset="49">30838 5571 8912,'-17'0'0,"0"0"0,-1 0 0,9-8 0,5 0 0,15-3 0,12-4 0,23 1 0,15-5 0,16-4 0,7-2 0,-33 13 0,1 1 0,-2 2 0,0-1-407,4-1 1,1-1 406,-6 0 0,-1-2 0,0-2 0,-2-3 0,40-25 0</inkml:trace>
  <inkml:trace contextRef="#ctx0" brushRef="#br0" timeOffset="50">14163 5450 8912,'17'16'0,"-2"-3"0,-1-4 0,-3-1 0,-7 0 0,2-3 0,3 3 0,3 4 0,3-7 0,4-3 0,2-2 0,4-2 0,2-3 0,-4-5 0,5-7 0,-5 0 0,4-1 0,0-1 0,0-4 0,-4 4 0,5-4 0,-7 4 0,4 2 0,-8 0 0</inkml:trace>
  <inkml:trace contextRef="#ctx0" brushRef="#br0" timeOffset="51">14662 5295 8912,'17'-9'0,"2"1"0,4 1 0,-4 5 0,14-6 0,-5 8 0,-10-8 0,-3-1 0</inkml:trace>
  <inkml:trace contextRef="#ctx0" brushRef="#br0" timeOffset="52">14920 5313 8912,'25'17'0,"-6"0"0,13 8 0,-7-8 0,4 0 0,2-1 0,-9-11 0,11 1 0,-2-6 0,5 0 0,2 0 0,-5-6 0,7 1 0,-4-15 0,-1 3 0,5-9 0,0 3 0,-6 0 0,-5 5 0,0 1 0,3 0 0,-1 2 0,-3 3 0,1 3 0,6 3 0,-1-11 0,0-10 0</inkml:trace>
  <inkml:trace contextRef="#ctx0" brushRef="#br0" timeOffset="53">1892 5949 8912,'1'7'0,"-1"57"0,2 2 0,4 3 0,-4 0 0,3 0 0,-3-6 0,-2 0 0,6-2 0,0 2 0,-1 8 0,-5-8 0,0 7 0,0-7 0,0 4 0,0 2 0,0-2 0,0-4 0,0-4 0,0-7 0,0 5 0,0 2 0,0 0 0,0 1 0,-5 3 0,-1-6 0,-6 8 0,7-2 0,-1-4 0,6-1 0,0-5 0,0-1 0,0 7 0,0 4 0,6-2 0,-1 2 0,7-6 0,-6 6 0,-1-5 0,-5 5 0,0-15 0,0-3 0,0-6 0,0-5 0,0 2 0,0 4 0,0-3 0,0 3 0,0-4 0,0-1 0,0 1 0,0 4 0,0 4 0,0 7 0,0 1 0,0 0 0,0-1 0,0 1 0,0-1 0,0 1 0,-2-6 0,-1-2 0,-3 2 0,2 3 0,-4-7 0,3 10 0,-1-4 0,6 3 0,0-3 0,0 3 0,0-10 0,0 4 0,0-1 0,0-3 0,2-5 0,4-2 0,-3-11 0,9 6 0,-6-8 0,3-4 0,-1 0 0,-1-5 0,-1-1 0,-4-7 0,6 4 0,-8-7 0,0 5 0,0 6 0,0 3 0,0 2 0,0 0 0,0 1 0,0-1 0,0-6 0,0 1 0,0-9 0,0 5 0,0-10 0,0-4 0,-2-9 0,-4-8 0,-2-7 0,-3 1 0,-12-11 0,4-4 0</inkml:trace>
  <inkml:trace contextRef="#ctx0" brushRef="#br1" timeOffset="54">1996 5261 8912,'10'0'0,"-3"-8"0,-7-3 0,-5-4 0,-3-1 0,0 3 0,-1 2 0,1-3 0,1-1 0,-5 3 0,4 3 0,1-1 0,-1 1 0,0 3 0,3-5 0,3 7 0,-6-2 0,8 12 0,0 5 0,2 14 0,4 9 0,-4 9 0,3 8 0,3 8 0,0 4 0,-1 6 0,1 6 0,0 5 0,-3 12 0,-1-5-269,8 5 1,-7-4 268,7-2 0,-1 0 0,7 0 0,5-15 0,0-8 0,-2-10 0,-2-7 0,-2-4 0,0-8 0,-5-7 0,-1-4 0,-7-4 0,2-2 0,-4 2 0,-2 4 0,0-4 0,0 6 268,0-7 1,0-11-269,0-7 0,0-23 0,0-13 0</inkml:trace>
  <inkml:trace contextRef="#ctx0" brushRef="#br1" timeOffset="55">379 6207 8912,'0'11'0,"0"1"0,-8-9 0,6 5 0,-6-6 0,10 2 0,4 2 0,0-1 0,9-3 0,6 2 0,4 2 0,6-1 0,9-3 0,8 2 0,7 2 0,16 5 0,15-5 0,-33-3 0,3 0 0,8-3 0,2 0 0,5 0 0,3 0-432,5 0 0,3 0 0,6-3 0,3-2 432,-26 2 0,0-1 0,0 0 0,2-2 0,0-2 0,0 1 0,3-1 0,0 0 0,-1-1 0,-4 0 0,0 1 0,0-2 0,30-5 0,-1 0 0,-5-1 0,0-1 0,-3 0 0,0 0 0,-6 0 0,-1-1-170,-9 1 0,-3 0 0,-6 3 1,-3 1 169,34-10 0,-14 6 0,-9 6 0,-19 1 0,-22 4 0,-11 4 0,-30 1 0,-4 6 0,-14 9 795,-3-3 0,-12 4-795,-17 3 0,0-1 0,-18-8 0,1-3 0,-8-4 0</inkml:trace>
  <inkml:trace contextRef="#ctx0" brushRef="#br1" timeOffset="56">774 5571 8912,'-17'0'0,"6"0"0,-1 0 0,-1 0 0,-2 0 0,7 0 0,8 0 0,11 0 0,10 0 0,0 0 0,8 0 0,4 1 0,5 5 0,-2-2 0,2 8 0,-5 1 0,-4 2 0,-3 2 0,3 1 0,-10-1 0,-9 2 0,-3 2 0,-3 2 0,-4 5 0,-6-5 0,-5 8 0,-12-2 0,2 1 0,-8-1 0,1 3 0,-5-5 0,3 0 0,1-4 0,8-6 0,-2-6 0,10-5 0,1-12 0,8-11 0,-1-12 0,5-11 0,5-5 0,12-5 0,10-2 0</inkml:trace>
  <inkml:trace contextRef="#ctx0" brushRef="#br1" timeOffset="57">1239 5519 8912,'-17'0'0,"0"6"0,-1-1 0,1 15 0,0-3 0,0 13 0,0 5 0,1 1 0,5 10 0,3 0 0,8 5 0,8-1 0,5-4 0,8-6 0,8-4 0,5-9 0,6-4 0,-1-6 0,7-5 0,-8-7 0,2-10 0,4-20 0,0-12 0</inkml:trace>
  <inkml:trace contextRef="#ctx0" brushRef="#br1" timeOffset="58">2512 5416 8912,'10'-17'0,"-2"-1"0,-8 1 0,0 0 0,0 8 0,0 9 0,0 11 0,2 4 0,3 2 0,-1 6 0,8 0 0,-1-2 0,-1-2 0,5-1 0,-4-1 0,5-2 0,1-3 0,-6-5 0,1-7 0,1 0 0,3 0 0,6 0 0,1 0 0,0-15 0,-5-8 0,-1-8 0,0-3 0,-2 0 0,-3-1 0,1 1 0,-7-1 0,5 3 0,-5 3 0,0 5 0,-6 16 0,0 10 0,0 13 0,0 18 0,0 12 0,-6 7 0,0 5 0,1 3 0,5 3 0,0-4 0,0-8 0,0-1 0,0-4 0,0 2 0,0-10 0,0-4 0,0-3 0,-8-12 0,-3-2 0,-11 4 0,0-9 0,-9-1 0,2-11 0,-5 0 0,-6-2 0,-6-4 0,-4-11 0,-2-10 0</inkml:trace>
  <inkml:trace contextRef="#ctx0" brushRef="#br1" timeOffset="59">740 6894 8912,'-17'0'0,"0"0"0,1-1 0,5-5 0,-3 2 0,9-7 0,1-3 0,4 5 0,6-1 0,7 0 0,8 1 0,6 5 0,9-2 0,2 4 0,2 2 0,8 0 0,-4 0 0,0 2 0,-4 4 0,-3 4 0,-3 7 0,-7 6 0,-4 2 0,-6-1 0,-5 1 0,-9 6 0,-14-2 0,-8 3 0,-18 0 0,-1-1 0,-2-2 0,-6-8 0,6 2 0,-6-4 0,6-2 0,7-8 0,11-3 0,2-4 0,3-2 0,8-9 0,3-9 0,4-6 0,2-11 0</inkml:trace>
  <inkml:trace contextRef="#ctx0" brushRef="#br1" timeOffset="60">1428 6585 8251,'-19'21'0,"-2"-6"0,-4-3 162,-1-3 1,3-1-163,-6 9 0,2-4 55,-2 10 1,5 10-56,6 1 0,9 10 13,3-4 1,4 8 0,2-4 0,2 0-14,4-4 0,5-4 85,12-1 0,-4-8-85,4-5 0,2-4 0,-2-7 0,0-3 0,2-16 0,2-1 0</inkml:trace>
  <inkml:trace contextRef="#ctx0" brushRef="#br1" timeOffset="61">1497 6894 8912,'10'8'0,"3"-4"0,-7 7 0,0-5 0,-6 6 0,1 1 0,5 10 0,-4-2 0,4 8 0,-4 1 0,-2 10 0,0-2 0,0 8 0,7-8 0,5 5 0,3-3 0,2 0 0,-5-2 0,-1-9 0,-7-5 0,19-14 0,-4-2 0</inkml:trace>
  <inkml:trace contextRef="#ctx0" brushRef="#br1" timeOffset="62">2409 6688 8912,'-9'0'0,"-7"0"0,14 0 0,-5 0 0,14 0 0,5 0 0,5 0 0,6 0 0,-2 6 0,8 0 0,-6 7 0,3-2 0,1 5 0,0 1 0,-6 0 0,2 0 0,-6 0 0,-5 1 0,1-1 0,-7 0 0,0 0 0,-6 0 0,0 1 0,-2-3 0,-4-2 0,-6-1 0,5-8 0,-9 3 0,13-7 0,-9 0 0,8 0 0,-3-7 0,7 5 0,0-14 0,0 14 0,0-7 0,0 3 0,0 4 0,0-7 0,0 3 0,0 2 0,0-7 0,0 7 0,0-6 0,0 5 0,0 3 0,0-14 0,0 13 0,0-9 0,0-1 0,0-3 0,0-1 0,0 0 0,0 6 0,0-1 0,0 1 0,0-6 0,0 5 0,0 1 0,0-3 0,0 7 0,0-9 0,7 14 0,-5-1 0,4 14 0,-4 0 0,-2 14 0,2 0 0,4 4 0,-5 3 0,5 3 0,-2-7 0,2 1 0,-2-6 0,7 6 0,-5-8 0,5 2 0,-1-10 0,3-4 0,-1-1 0,1-4 0,2-2 0,3-2 0,1-2 0,4-4 0,-4-9 0,4-8 0,-4-6 0,-2 6 0,-5-7 0,-1 1 0,-5-1 0,3-1 0,-1 4 0,-4 2 0,-2 8 0,-2 6 0,0 5 0,0-5 0,0 9 0,0 2 0,0 9 0,0 14 0,0 4 0,0 7 0,5 6 0,1 1 0,2 6 0,-2-1 0,-3 4 0,9 1 0,-6-7 0,3-4 0,-1-3 0,-4-3 0,-2 4 0,-2-3 0,-2-3 0,-4-9 0,-4-6 0,-7 0 0,-2-1 0,-4-10 0,4 5 0,-6-5 0,2-4 0,0-6 0,0 0 0,6-7 0,0-7 0,0-5 0,7-1 0,4 1 0,4-2 0,2-4 0,6-1 0,0 7 0,13 0 0,-2 6 0,4-8 0,-4-2 0</inkml:trace>
  <inkml:trace contextRef="#ctx0" brushRef="#br1" timeOffset="63">3425 7049 8912,'0'-17'0,"1"2"0,5 3 0,-4 7 0,4 10 0,-4 7 0,-2 11 0,0 5 0,0 5 0,0 7 0,2 2 0,1 0 0,3 0 0,0 4 0,-6-6 0,0 6 0,0-6 0,8 0 0,1-6 0</inkml:trace>
  <inkml:trace contextRef="#ctx0" brushRef="#br1" timeOffset="64">878 8012 8912,'-12'0'0,"3"2"0,-1 2 0,0 1 0,-3-1 0,-2-2 0,-2-2 0,7 0 0,4 0 0,12 0 0,6 0 0,3 0 0,4 0 0,2 0 0,2 0 0,6 0 0,-6 2 0,-1 2 0,3 2 0,-6 13 0,4-2 0,-5 4 0,-7 4 0,2-4 0,-7 7 0,0 1 0,-8 4 0,-4-3 0,-5-1 0,-4-6 0,-3 5 0,1-7 0,0 2 0,0-9 0,-1-3 0,1-7 0,0 2 0,0-6 0,0-6 0,7-11 0,2-18 0,8-9 0</inkml:trace>
  <inkml:trace contextRef="#ctx0" brushRef="#br1" timeOffset="65">1239 7857 8912,'0'12'0,"0"-1"0,-2-5 0,-4 5 0,3-5 0,-9 6 0,8-1 0,-1 6 0,3 6 0,2 0 0,0 6 0,0-6 0,0 7 0,0-1 0,7 3 0,3 1 0,1-3 0,1-1 0,-1-8 0,6 2 0,-5-4 0,-1-2 0,1-7 0,5-3 0</inkml:trace>
  <inkml:trace contextRef="#ctx0" brushRef="#br1" timeOffset="66">1411 8046 8912,'10'0'0,"-1"0"0,-3 0 0,-4 0 0,13 0 0,-11 0 0,7 0 0,-7 8 0,10 2 0,-7 9 0,3 4 0,-6-2 0,1 7 0,-3-5 0,-2 6 0,0 0 0,0 5 0,6-5 0,0-1 0,0-7 0,-6 2 0,0-4 0,0-2 0,0 1 0,7-9 0,5-3 0,1-6 0,-1-6 0,10-3 0,-10-16 0,13-2 0</inkml:trace>
  <inkml:trace contextRef="#ctx0" brushRef="#br1" timeOffset="67">2151 7943 8912,'-11'17'0,"1"1"0,2-1 0,-3 0 0,5 0 0,2 0 0,2 1 0,8-1 0,0 0 0,7-2 0,-1-3 0,3 1 0,2-7 0,1 5 0,-1-5 0,0-2 0,0-2 0,0-2 0,1 0 0,-1-6 0,0 0 0,-6-7 0,1 1 0,-1-3 0,-1-2 0,5-8 0,-5 6 0,1-4 0,1 12 0,1 5 0,-5 4 0,5 10 0,-7 3 0,5 10 0,-5 4 0,-2 2 0,-2 3 0,4 3 0,-1 1 0,1 6 0,-6 0 0,0-1 0,-2-9 0,-2-1 0,-1 1 0,-7-5 0,6-2 0,-5-10 0,5-1 0,-7-8 0,3-12 0,-7-11 0</inkml:trace>
  <inkml:trace contextRef="#ctx0" brushRef="#br1" timeOffset="68">2788 7995 8912,'9'0'0,"7"-2"0,-5-4 0,4-3 0,3-9 0,-1 1 0,0 0 0,0 2 0,0 3 0,-5 5 0,-1 7 0,1 0 0,5 0 0,-7 2 0,-5 3 0,-3 12 0,-2 12 0,0 11 0,0 4 0,0 2 0,0 0 0,0 0 0,0 5 0,0-5 0,0 0 0,0-14 0,0 3 0,2-12 0,4 0 0,4-12 0,7-5 0,8-6 0,3-6 0,5-3 0,1-9 0,1-4 0,-1-1 0,-1-6 0,-5 6 0,-11-8 0,-1 5 0,-7-9 0</inkml:trace>
  <inkml:trace contextRef="#ctx0" brushRef="#br1" timeOffset="69">1136 8940 8912,'0'18'0,"-6"-1"0,-2-2 0,-1-3 0,7-5 0,2-7 0,2-2 0,9-3 0,1 3 0,5-4 0,0 4 0,0-6 0,1-1 0</inkml:trace>
  <inkml:trace contextRef="#ctx0" brushRef="#br1" timeOffset="70">1325 9164 8912,'0'17'0,"-8"0"0,-1-1 0,-8-5 0,7-3 0,-5-8 0,13 0 0,2 0 0,9 0 0,9 0 0</inkml:trace>
  <inkml:trace contextRef="#ctx0" brushRef="#br1" timeOffset="71">1359 9370 8912,'-17'17'0,"0"1"0,6-9 0,-1-3 0,8-4 0,-3-2 0,14-2 0,5-4 0,-5 4 0,16-13 0,-4 5 0</inkml:trace>
  <inkml:trace contextRef="#ctx0" brushRef="#br1" timeOffset="72">1377 9594 8561,'-27'21'0,"2"-6"0,2-5 174,0-7-174,0-1 58,6-2-58,7 0 0,5 0 30,10 0-30,5 0 0,7-15 0,0-4 0</inkml:trace>
  <inkml:trace contextRef="#ctx0" brushRef="#br1" timeOffset="73">671 10041 8912,'-17'7'0,"2"-3"0,1 6 0,3-3 0,-3-3 0,7-2 0,1-2 0,12-2 0,5-3 0,5-3 0,1-4 0,6-1 0,0 5 0,0 1 0,1-1 0,-4-5 0,4 3 0,-1 1 0,0 3 0,0 2 0,-6-2 0,-5 4 0,-1-3 0,3 3 0,-5 9 0,3 5 0,-8 5 0,1 6 0,-10-2 0,-5 8 0,-3 1 0,-5 3 0,5 1 0,-10 1 0,4 3 0,2-4 0,2 2 0,3-13 0,-3-7 0,5-9 0,1-22 0,1-4 0,8-16 0</inkml:trace>
  <inkml:trace contextRef="#ctx0" brushRef="#br1" timeOffset="74">981 9783 8912,'11'11'0,"-1"1"0,-2 1 0,-5 2 0,-1-1 0,-2 1 0,0 4 0,0 0 0,0 6 0,0-2 0,0 8 0,0-3 0,2-1 0,4 2 0,-2-3 0,5 3 0,1-6 0,-1-4 0,3-4 0,5-3 0,0 1 0,1-7 0,-7-2 0,1-10 0,7-11 0,7-10 0</inkml:trace>
  <inkml:trace contextRef="#ctx0" brushRef="#br1" timeOffset="75">1359 10024 8912,'-7'17'0,"-3"0"0,1 0 0,-5 0 0,9 1 0,1-1 0,2 2 0,2 4 0,0-4 0,0 4 0,0-4 0,2-2 0,2 2 0,1 4 0,1-4 0,-6 4 0,2-4 0,4-2 0,-4-5 0,3-1 0,-3-7 0,-2 2 0,0-12 0,0-11 0,0-12 0,0-3 0,2-3 0,4 1 0,5 0 0,-1 5 0,1 0 0,-1 8 0,1-2 0,5 4 0,-5 2 0,-1 8 0,1 3 0,3 4 0,1 6 0,2 5 0,-2 10 0,-3 6 0,3 4 0,-3 5 0,1 1 0,-1-1 0,3-7 0,-4-4 0,-3-4 0,0-2 0</inkml:trace>
  <inkml:trace contextRef="#ctx0" brushRef="#br1" timeOffset="76">2547 9628 8912,'-2'-9'0,"-4"3"0,4 12 0,-3 5 0,3 6 0,4 4 0,1 4 0,3 2 0,8-4 0,-3 4 0,4-3 0,3-3 0,-1-2 0,0-3 0,0-5 0,0-3 0,1-10 0,-1-4 0,0-5 0,-6-5 0,1-1 0,-3-8 0,5-1 0,-5-1 0,-1 4 0,5-4 0,-11 8 0,8 2 0,-4 11 0,-4 6 0,3 6 0,3 11 0,-2 12 0,1 9 0,-3 4 0,2 2 0,-2 4 0,3-4 0,-1 2 0,0-6 0,-6 4 0,0-4 0,0-8 0,-8 1 0,-3-10 0,-5 0 0,-1-6 0,-2-6 0,-4 1 0,2-9 0,-8 3 0,6-10 0,-5-1 0,7-14 0,-2 1 0,11-10 0,7-1 0,3-11 0,2-4 0</inkml:trace>
  <inkml:trace contextRef="#ctx0" brushRef="#br1" timeOffset="77">3149 9731 8912,'12'2'0,"-1"4"0,-7 4 0,4 7 0,-8 0 0,0 6 0,0 0 0,0 7 0,0-1 0,0-2 0,0 1 0,0-7 0,-2 2 0,-2-2 0,-2 2 0,0-9 0,6 3 0,0-11 0,0 1 0,-5-16 0,-1-9 0,-2-6 0,3-11 0,3-7 0,-4-4 0,4-1 0,2-1 0,0 2 0,0-2 0,6 4 0,-1-2 0,9 10 0,-3 2 0,10 9 0,2 13 0,8 5 0,-2 7 0,1 17 0,-1 12 0,3 11 0,-5 13 0,2 3 0,-1 1 0,-5 0 0,6-5 0,-6-8 0,6-4 0,-8-4 0,4-1 0,-8-1 0</inkml:trace>
  <inkml:trace contextRef="#ctx0" brushRef="#br1" timeOffset="78">585 5175 8912,'-27'6'0,"4"0"0,4-3 0,2-1 0,0-2 0,7 0 0,12 0 0,15 0 0,10-2 0,6-3 0,9-3 0,4-5 0,5-1 0,7-5 0,10 2 0,13-6 0,7-4-235,-40 13 1,1 0 0,4-2 0,1-1 234,8 0 0,3 0 0,6-1 0,3 1 0,5 0 0,2 0 0,4 0 0,1 0 0,2-1 0,1 1 0,-2 1 0,0 0 0,2 1 0,0 1 0,6 1 0,1 1-383,-1 3 0,0 1 0,-4 3 0,-1 2 383,-9 2 0,-1 2 0,-1 3 0,-1 2 0,0 4 0,-1 3 0,-5 0 0,-3 3-19,-4 2 1,-4 4 0,-5-2-1,-5 4 1,24 29 0,-12 3 18,-7 1 0,-7 15 0,-3 3 0,-4 9 0,-7 6 0,-18-44 0,0 1 0,0 1 0,0 0 0,3 3 0,1 1-174,-1 2 0,0 1 0,3 4 1,0 0 173,-3 1 0,0 1 0,0 5 0,0 1 0,-2 4 0,-2 2 0,1 5 0,-1 0 0,-1 0 0,-1-1 0,-2 3 0,-1 1 0,-1 3 0,-1 0 0,-4-4 0,-1 0 0,0 6 0,-2 0 0,-1-1 0,0 0-60,-1-1 0,0-2 0,0-2 0,2-3 60,1-10 0,0-2 0,-2 3 0,1-1 0,4-1 0,0 0 0,-3 1 0,0 0 0,2-2 0,1 0 0,0-4 0,1 0 146,1-2 0,0-1 0,0 0 0,1 2-146,-1 6 0,1 0 0,2-4 0,1 0 0,0 4 0,-1 0 0,1-1 0,-1 0 0,-3-1 0,-1 0 0,0 1 0,-2 0 0,-2 2 0,-1-1 0,-1-3 0,-3-1 0,-3-5 0,-2 0 0,2-1 0,-3-3-110,-21 39 1,-5-6 109,-7-6 0,1-9 0,6-3 0,-1-8 354,1-7 0,7-9-354,4-4 0,-2-11 545,3-6 1,-1-6-546,5-6 0,-1 3 451,-4-8 1,-3 5-452,-9-5 0,-1 7 223,-4-1 1,-4-3-224,-8 3 0,0-3 0,1 3 0,-1 1 0,1-5 0,-1-1 0,0 1 0,1 3 0,-1-5 0,-9 6 0,-8-7 0,-9 3-228,-14-2 0,44-5 0,-2 2 228,-4 2 0,-1 1 0,2-3 0,-1 0 0,-3 2 0,0 1 0,-6 0 0,-1 2 0,-5 1 0,-1 3 0,-4 0 0,1 0 0,0 2 0,0-1 0,2-1 0,1-1 0,2 2 0,0 1 0,1-2 0,0-1 0,0-3 0,2-1 0,8 1 0,1-1 0,5-3 0,1-2 0,-28 0 0,16-6 0,20 2 0,2-4 0,15-1 0,-3 1 0,7 0 0,3 6 0,1 0 0,0 0 0,6-9 0,-1-8 0,-7-16 0,-8-11 0</inkml:trace>
  <inkml:trace contextRef="#ctx0" brushRef="#br1" timeOffset="79">310 4677 8912,'11'-25'0,"1"-6"0,1-5 0,2-4 0,1 2 0,-3 1 0,-1 3 0,-1-8 0,6-2 0</inkml:trace>
  <inkml:trace contextRef="#ctx0" brushRef="#br1" timeOffset="80">671 3765 8912,'0'-17'0,"0"0"0,0 0 0,0 0 0,0-3 0,0-1 0,0-2 0,0 2 0,6 0 0,0-1 0,-1 8 0,-5-3 0,0 2 0,0 11 0,0 10 0,0 15 0,0 11 0,0 10 0,0 8 0,0 5 0,0 10 0,0-2 0,0-2 0,0 2 0,0-7 0,0 1 0,0-11 0,0-6 0,0-4 0,0-1 0,0-9 0,8-1 0,-6-17 0,4-8 0,-12-15 0,-4-12 0</inkml:trace>
  <inkml:trace contextRef="#ctx0" brushRef="#br1" timeOffset="81">551 3679 8912,'-10'-2'0,"4"-3"0,6-5 0,6-7 0,9 0 0,8 0 0,2-1 0,-2 1 0,4 6 0,7 1 0,1 3 0,-1 3 0,1 4 0,-1 5 0,-5 13 0,-1 10 0,-9 10 0,-1 3 0,-9 12 0,-9-1 0,-2 5 0,-3 0 0,-11-3 0,-7 3 0,-7-9 0,3-6 0,-2-2 0,1-2 0,1-13 0,-2 4 0,-1-8 0,7-4 0,2-6 0,9 1 0,-3-8 0,13-4 0,-6-10 0</inkml:trace>
  <inkml:trace contextRef="#ctx0" brushRef="#br1" timeOffset="82">1325 4075 8912,'0'11'0,"0"1"0,0 1 0,2 2 0,2 4 0,2 2 0,-3 2 0,1 2 0,2-2 0,-4-4 0,4 6 0,-3-2 0,3 0 0,-4 0 0,6-8 0,-1-3 0,-5-5 0,14-7 0,-7 0 0</inkml:trace>
  <inkml:trace contextRef="#ctx0" brushRef="#br1" timeOffset="83">1532 3954 8912,'9'12'0,"-1"-1"0,-1 3 0,-5 1 0,4 2 0,-4 2 0,-2 4 0,2 4 0,4 7 0,-3 8 0,9 4 0,-1-2 0,9 2 0,1 2 0,2 1 0,5 1 0,-5-4 0,0-4 0,-6-8 0</inkml:trace>
  <inkml:trace contextRef="#ctx0" brushRef="#br1" timeOffset="84">5094 8425 8912,'-17'0'0,"-1"0"0,1 0 0,0 0 0,0 0 0,0 0 0,-1 0 0,1 0 0,0 0 0,5 0 0,1 0 0,-2 0 0,5 0 0,0 0 0,8 0 0,0 2 0,0 3 0,6-1 0,0 8 0,7-1 0,-1 6 0,9 6 0,2 0 0,1 6 0,-1-6 0,4 5 0,8-5 0,-1 6 0,0-6 0,1 0 0,-1-6 0,8 4 0,4-4 0,4 2 0,2-13 0,-1 5 0,1-5 0,7 0 0,2-8 0,2-4 0,0-5 0,-1-12 0,1-6 0,9-3-156,-3-3 1,-2 3 155,-4 3 0,-7-1 0,1 7 0,-5 2 0,-6 7 0,-8 5 0,-8 1 0,1 2 0,-8 6 0,0 0 0,-6 0 0,0 8 0,1 4 0,4 3 0,1 2 0,6 6 0,-4 0 0,2-4 0,3-6 0,10 3 0,6-5 0,14-3 0,8-3 0,3-3-50,10-2 1,-1-2 49,6-3 0,-2 1 0,-4-8 0,-3 7 0,-8-7 0,-1 8 0,1-1 0,-2-3-10,-4 2 1,-3 1 9,-9 5 0,-7 0 0,-4 0 0,-5 0 0,-7 0 0,3-6 0,-8 0 0,-2 0 0,-2-1 0,-2 3 0,1-8 0,1 7 102,4-7 0,-4 1 1,6-6-1,-2-1-102,-1 1 0,1-6 5,-5 0 0,-1 0 0,-2 6 0,-3 0-5,-7 0 0,5 7 0,-8 5 0,4 10 0,-3 13 0,3 10 0,4-3 0,7 0 0</inkml:trace>
  <inkml:trace contextRef="#ctx0" brushRef="#br1" timeOffset="85">8363 8579 8912,'-1'16'0,"-5"-5"0,-6-5 0,-3-4 0,-2-4 0,0-4 0,7 4 0,25 10 0,8 5 0,23 14 0,2 0 0,2-1 0,9 5 0,4 9 0,-19-19 0,-4 2 0</inkml:trace>
  <inkml:trace contextRef="#ctx0" brushRef="#br1" timeOffset="86">8880 8940 8912,'59'25'0,"2"-6"0,16 14 0,3-8 0,12 3 0,-45-16 0,1-1 0,48 8 0,0-7-688,-5-1 0,1-5 688,-41 0 0,1-1 0,1-2 0,1-2 0,6 2 0,1 0 0,0-2 0,0 0 0,1-1 0,1 0 0,0 0 0,2 0 0,0 0 0,0 0 0,0 0 0,2 0 0,1-1 0,1 2 0,-2 2 0,0 2 0,-2 0 0,-2 1 0,-2 1 0,-1 1 0,-1 0 0,0 2 0,3 1 0,1 0 0,-1 1 0,2-1 0,1 4 0,0-1-170,-5-2 1,0-1 0,1 1 0,-1-1 169,-3-2 0,0-1 0,1 0 0,1-1 0,7 0 0,0-2 0,-2-1 0,0-1 0,-1-2 0,0-2 0,2 1 0,0 0 0,-2 1 0,0-2 0,5 1 0,0-1 0,6-2 0,1 0 0,0 1 0,0 0 0,-4-3 0,-1 0 0,0 1 0,0 1 0,0 1 0,1 0 0,0-2 0,0 0 0,-2 1 0,-1 1 0,1-1 0,0 2 0,0 0 0,0 0 0,-1 1 0,1 0 0,0 0 0,0 0 0,-4 0 0,0 0 0,-2 0 0,0 0 0,1 0 0,0 0 0,-1 1 0,0 0 0,0 0 0,-1 2 0,-1-1 0,0 1 0,-1 1 0,-1-2 0,-2-2 0,0 0 0,3 0 0,-1 0 0,-1 0 0,1 0 0,1 0 0,2 0 0,1 0 0,0 0 0,0 0 0,0 0 0,-2 0 0,-1 0 0,3 0 0,0 0 0,0 0 0,0 0 0,0-2 0,0-2 0,-2 1 0,-1 1 0,-1-2 0,0 2 0,-1 2 0,-1 0 0,2 0 0,-1 0 0,-4 0 0,1 0 0,3-1 0,0 0 0,0-2 0,-1 0 0,-1 2 0,-1-2 0,0-2 0,-1-1 0,1 3 0,-1 0 0,0-2 0,-1-1 0,0-1 0,1 0 31,2 0 0,1-1 1,0 2-1,1 1 1,0-1-1,0 0 1,-2 0-1,-1-1-31,-2-1 0,-1 1 0,2 1 0,-1 0 0,-4 0 0,0 1 0,1 2 0,-1 0 0,1-2 0,0 0 0,43-4 0,-5-1 0,-5 4 0,-14-5 0,7 0 0,4-7 0,16 1-128,-47 9 1,-1-1-1,2 0 1,-2 1 127,38-9 0,-6-1 0,1 1 0,-3 0 0,2 0 0,4 5 0,-3 1 0,1-1 148,-2-5 1,-5 0-1,-12 0 1,-6 2-149,-3 3 0,-1-3 0,5 3 0,3-3 0,8-2 0,7 0 265,5 0 0,-5-1-265,-1 1 0,-7 0 0,-4 0 0,1 0 0,-6-3 0,4-1 59,8-2 0,-3 1 0,7 2 0,-4-1-59,-2-1 0,-1-3 0,1 2 0,-13 2 0,-3-6 0,1 0 0,1 1 0,12-1 0,2-2 0,0-3 0,5 3 0,-3 2 0,-2-1 0,0-3 0,0-1 0</inkml:trace>
  <inkml:trace contextRef="#ctx0" brushRef="#br1" timeOffset="87">22733 8150 8912,'34'-18'0,"0"-6"0,-7 4 0,4-4 0,-8 6 0,0 1 0,-6 0 0,-6 7 0,-1 3 0,-2-1 0,5 6 0,-2-3 0,5-3 0,1 2 0,2 2 0,4 2 0,0-3 0,11-1 0,-9-2 0,10 3 0,-7 3 0,1-4 0,2 2 0,-8-2 0,0 4 0,-12-11 0,0 7 0,-7-1 0,2 1 0,-4 4 0,-2-6 0,2 8 0,4 0 0,5 0 0,4 2 0,3 4 0,5-4 0,-1 4 0,9-4 0,-4-2 0</inkml:trace>
  <inkml:trace contextRef="#ctx0" brushRef="#br1" timeOffset="88">22956 7496 8912,'-17'0'0,"8"0"0,-7 0 0,14 0 0,-5 0 0</inkml:trace>
  <inkml:trace contextRef="#ctx0" brushRef="#br1" timeOffset="89">22974 7462 8912,'26'0'0,"-1"-8"0,-8-1 0</inkml:trace>
  <inkml:trace contextRef="#ctx0" brushRef="#br1" timeOffset="90">22974 7479 8912,'-25'0'0,"0"0"0,-4 0 0,14 0 0,15 2 0,9 4 0,16-3 0,10 7 0,9 0 0,5-1 0,5 1 0,5 3 0,6-1 0,2 1 0,10 2 0,-14 2 0,0 1 0,-13-1 0,-5 0 0,-4 0 0,-9 6 0,-9 2 0,-11 2 0,-9 3 0,-6 3 0,-9 1 0,-1 2 0,-16 4 0,0-3 0,-5 5 0,-1-2 0,1 0 0,7 0 0,4-7 0,6-5 0,6-5 0,5-6 0,12-5 0,5-8 0,12-16 0,4-15 0,15-24 0,2-10 0</inkml:trace>
  <inkml:trace contextRef="#ctx0" brushRef="#br1" timeOffset="91">24385 7204 8912,'-8'9'0,"4"-1"0,-7-8 0,5 0 0,-4 2 0,3 4 0,-5-2 0,7 7 0,-1 2 0,6 10 0,0 4 0,2 9 0,2 4 0,1 6 0,9 10 0,-3 1 0,4 6 0,3-6 0,-7 1 0,-1-9 0,-1-3 0,1-6 0,-6-3 0,1-3 0,-5-7 0,-5-4 0,-7-12 0,-11-5 0,4-12 0,-4-5 0,4-20 0,2-5 0</inkml:trace>
  <inkml:trace contextRef="#ctx0" brushRef="#br1" timeOffset="92">24350 7238 8912,'10'0'0,"5"0"0,-11 0 0,7 0 0,1 0 0,7 0 0,2 0 0,4 0 0,2 0 0,-4 8 0,5 3 0,1 5 0,5 1 0,-1 2 0,-4 2 0,-8 4 0,-8 2 0,-5 3 0,-8 10 0,-2-3 0,-4 3 0,-9-6 0,-8-5 0,0 1 0,6-9 0,-1-5 0,1-9 0,8-5 0,1-2 0</inkml:trace>
  <inkml:trace contextRef="#ctx0" brushRef="#br1" timeOffset="93">25073 7238 8912,'-17'0'0,"0"0"0,-2 0 0,-4 0 0,3 2 0,-3 4 0,-1-2 0,1 7 0,-2 6 0,2 6 0,4 8 0,-4-2 0,9 5 0,3 6 0,1-4 0,-1 4 0,3-5 0,8-5 0,0-3 0,0-2 0,0-2 0,8-13 0,3-5 0,5-7 0,1-9 0,8-3 0,3-14 0,-1-3 0,0-7 0,-2 0 0,-4 5 0,-2-1 0,-2 5 0,-2 4 0,-3 3 0,3 4 0,-3 7 0,-3-2 0,3 7 0,-8 4 0,1 13 0,-3 1 0,-2 11 0,0-4 0,0 0 0,2 2 0,4 2 0,-4 0 0,5-6 0,1-7 0,2-3 0</inkml:trace>
  <inkml:trace contextRef="#ctx0" brushRef="#br1" timeOffset="94">25228 7341 8912,'0'10'0,"8"5"0,-5-13 0,9 4 0,-6 2 0,5-3 0,1 7 0,5-5 0,0 3 0,0 3 0,0 3 0,1 1 0,-1 2 0,0 4 0,0-4 0,0 4 0,-5 2 0,-3-2 0,-1-2 0,-4-2 0,-2-2 0,-4-7 0,-4-5 0,2-3 0,-7-2 0,1-4 0,-1-7 0,3-3 0,8-14 0,0-3 0,0-1 0,8-5 0,3-3 0,12 4 0,6-4 0,-2 4 0,1 1 0,1 1 0,6 0 0,-1 1 0,0 4 0,-5 3 0,0 3 0,-8 4 0,4-6 0</inkml:trace>
  <inkml:trace contextRef="#ctx0" brushRef="#br1" timeOffset="95">25830 6963 8912,'-7'-17'0,"-3"0"0,-1 7 0,-1 5 0,8 12 0,-1 10 0,1 8 0,-2 10 0,4 5 0,-4 0 0,4 8 0,2-3 0,0-1 0,0 2 0,0-2 0,0 2 0,0 0 0,0-10 0,0-3 0,0-1 0,2-13 0,4-2 0,-4-11 0,13 2 0,-7-16 0,3-3 0,5-12 0,-5-4 0,4-2 0,3 1 0,-3 7 0,-4-2 0,3 9 0,-8 3 0,7 5 0,-2-3 0,5 1 0,-5 4 0,1 10 0,-7 3 0,7 9 0,-6 5 0,5 0 0,-5 5 0,5-5 0,-5 2 0,5-4 0,3 2 0,1-2 0,2-10 0,-5-3 0,-1-8 0,1-15 0,5-4 0</inkml:trace>
  <inkml:trace contextRef="#ctx0" brushRef="#br1" timeOffset="96">26209 6877 8912,'-35'12'0,"1"-1"0,0 1 0,1 7 0,4 2 0,6 2 0,4 7 0,2-1 0,8 1 0,3-1 0,4-4 0,4-8 0,4-2 0,5-3 0,4-4 0,3-8 0,-1 0 0,0 0 0,0-2 0,0-4 0,-5-4 0,-1-7 0,-7-6 0,2 0 0,-6 2 0,-6 2 0,2 4 0,-7 3 0,-1-1 0,-5 7 0,0 1 0,0 5 0,-2 2 0,-4 3 0,2-1 0,-8 8 0,0 7 0,-5 7 0</inkml:trace>
  <inkml:trace contextRef="#ctx0" brushRef="#br1" timeOffset="97">25675 7376 8912,'-17'9'0,"0"7"0,0-14 0,7 5 0,4-14 0,12-5 0,11-3 0,12-2 0,4-1 0,1 1 0,6 0 0,2 0 0,2 0 0,4 0 0,9-8 0,5-2 0</inkml:trace>
  <inkml:trace contextRef="#ctx0" brushRef="#br1" timeOffset="98">26536 7256 8912,'-40'5'0,"-1"1"0,3 0 0,2 1 0,1-3 0,1 8 0,5-1 0,1 6 0,7 2 0,-2 4 0,6 2 0,5 4 0,4-4 0,8-8 0,0 0 0,2-2 0,4-3 0,4-5 0,7-7 0,6-7 0,0-5 0,2-3 0,-2-2 0,-4-6 0,4 0 0,-4-8 0,-2 3 0,-2-3 0,-3 3 0,3 3 0,-5 8 0,1-1 0,0 1 0,-7 0 0,4 7 0,-6 3 0,4 7 0,-4 13 0,3 4 0,-3 14 0,-2 3 0,0 1 0,2 5 0,2-4 0,2-2 0,7-1 0,-2-4 0,1-5 0,5-6 0,-7-9 0,13-3 0,-8-4 0,8-2 0,4-10 0,1-7 0,-1-8 0,2-9 0,-6-8 0,4-4 0,-3-4 0,-3-1 0,-1-1 0,-3 1 0,-8-3 0,-3-3 0,-4 3 0,-2-3 0,-6 17 0,0 5 0,-7 20 0,2 4 0,-10 11 0,-2 11 0,-2 10 0,4 21 0,-2 8 0,2 5 0,2 10 0,1-2 0,3 2 0,4-2 0,3 2 0,8-7 0,0-1 0,0-6 0,8-1 0,3-4 0,6-12 0,6-11 0,2-6 0,6-5 0,-3-6 0,1-12 0,6-4 0</inkml:trace>
  <inkml:trace contextRef="#ctx0" brushRef="#br1" timeOffset="99">27947 7410 8912,'-2'-17'0,"-2"0"0,-2 0 0,1-1 0,-3 1 0,4 0 0,-7-2 0,-1-2 0,3-2 0,-7 0 0,7 4 0,-3-2 0,1-2 0,1 6 0,-3 7 0,3 1 0,3-1 0,-1 6 0,2-1 0,-3 10 0,-8 11 0,-1 9 0,1 9 0,0 6 0,0 0 0,5 4 0,3 6 0,1-2 0,4-3 0,2-8 0,2-3 0,0-1 0,0-11 0,8-6 0,3-11 0,5-3 0,1-2 0,6-17 0,0-11 0,6-15 0,-7-14 0,3 2 0,-2-8 0,-9 5 0,1-5 0,-5-2 0,-7-1 0,-1 1 0,-2 7 0,0 5 0,0 17 0,0 3 0,0 18 0,0 9 0,0 23 0,2 10 0,4 13 0,-2 4 0,7 8 0,1-1 0,5 1 0,-6-1 0,1 1 0,-1-2 0,7-5 0,-3-3 0,-4-7 0,5-8 0,-5-4 0,2-4 0,-1-2 0,3-8 0,-5-9 0,7-13 0,0-8 0,0-8 0,-5-5 0,-1-6 0,-7 4 0,4-6 0,-2 1 0,-1 1 0,1 8 0,-6 9 0,0 4 0,0 2 0,0 7 0,-2 6 0,-4 16 0,4 3 0,-3 19 0,-3-3 0,2 9 0,1 2 0,5-2 0,0 0 0,2-5 0,1-3 0,3-3 0,7-4 0,-1-8 0,3-2 0,4-3 0,2-9 0,2-6 0,6-9 0,-6-11 0,6-5 0,-6-13 0,5 5 0,-5-4 0,-2-2 0,-9 2 0,3 5 0,-4 7 0,-3 7 0,-2-2 0,-4 11 0,-2 5 0,0 9 0,0 3 0,0 11 0,0 7 0,0 1 0,0-3 0,0 2 0,0-2 0,7 0 0,5 2 0,-3-9 0,3 3 0,-1-9 0,7 3 0,-1-7 0,0 2 0,0-6 0,0-6 0,-1 2 0,-5-7 0,5-1 0,-5-5 0,4 0 0,2 0 0,-5 5 0,-1 1 0,-5 1 0,6-1 0,-7 3 0,7 8 0,-3 2 0,3 4 0,1 3 0,-7 8 0,5 6 0,-5 0 0,8 6 0,-3-6 0,-1 5 0,1-5 0,1 0 0,5-6 0,-6 1 0,1-1 0,-8-8 0,3-3 0,-9-14 0,-3-9 0,-13-8 0,-8-9 0</inkml:trace>
  <inkml:trace contextRef="#ctx0" brushRef="#br1" timeOffset="100">28773 6929 8912,'0'9'0,"0"-1"0,0-8 0,0 0 0,2-6 0,4 1 0,-5-1 0,9 6 0,-4 0 0,-4 0 0,13 7 0,-5 3 0</inkml:trace>
  <inkml:trace contextRef="#ctx0" brushRef="#br1" timeOffset="101">29238 7187 8912,'-18'-8'0,"9"6"0,-7-5 0,15 8 0,-5 5 0,10 4 0,1 7 0,7 2 0,-6 4 0,7-2 0,-2 8 0,-1-8 0,1 2 0,1 1 0,5-1 0,-5-2 0,-1-9 0,-5 1 0,5-7 0,-5 0 0,4-8 0,-1-4 0,1-5 0,-1-12 0,3-6 0,-3 2 0,-3-1 0,-4 1 0,4-2 0,-4-1 0,-2 7 0,2 0 0,3 6 0,-3 7 0,13 2 0,-3 8 0,3 0 0,-3 2 0,-1 4 0,1 4 0,5 7 0,0 0 0</inkml:trace>
  <inkml:trace contextRef="#ctx0" brushRef="#br1" timeOffset="102">29788 7221 8912,'17'-8'0,"-7"-1"0,-2-8 0,-16 7 0,-5 4 0,-7 5 0,-2 1 0,-1 7 0,3 5 0,1 3 0,2 2 0,-4 0 0,10 1 0,1-1 0,1 0 0,-1 0 0,0 0 0,7 0 0,-3 1 0,4-9 0,4 5 0,4-9 0,3-1 0,8-10 0,2-3 0,4-8 0,-3-1 0,2 1 0,0 0 0,0 0 0,-2 2 0,3 3 0,-4-1 0,-2 7 0,0 2 0,0 2 0,0 2 0,1 0 0,-3 2 0,-4 4 0,5 4 0,-5 7 0,-1 0 0,1 0 0,-5 0 0,5 0 0,-7-5 0,2-1 0,-2-5 0,2 6 0,-3-9 0,9 3 0,-8-12 0,1-5 0,5-4 0,0-3 0</inkml:trace>
  <inkml:trace contextRef="#ctx0" brushRef="#br1" timeOffset="103">30253 6912 8912,'0'-18'0,"0"1"0,0 0 0,0 0 0,0 7 0,-8 3 0,6 14 0,-3 5 0,3 9 0,2 2 0,0 9 0,0 3 0,0-1 0,0 6 0,0-4 0,0-1 0,0-1 0,0-1 0,0-3 0,0-1 0,0-8 0,0 2 0,0-4 0,0-2 0,2-5 0,3-3 0,7-1 0,-3-10 0,3-10 0,-3-3 0,5-2 0,-5 0 0,-1 0 0,5-1 0,-1 1 0,-3 6 0,3-1 0,-8 8 0,11-3 0,-4 7 0,-3 7 0,-2 5 0,-2 3 0,1 2 0,-3 1 0,4-1 0,-4 0 0,-2 0 0,2 0 0,4 0 0,-5-7 0,7-2 0,-8-16 0,0-2 0</inkml:trace>
  <inkml:trace contextRef="#ctx0" brushRef="#br1" timeOffset="104">30580 6894 8912,'-17'-17'0,"-1"0"0,1 2 0,0 3 0,0 7 0,7 3 0,3 2 0,14 7 0,5 5 0,-3 1 0,3-1 0,-8 5 0,1 0 0,-3 0 0,6 8 0,1-8 0</inkml:trace>
  <inkml:trace contextRef="#ctx0" brushRef="#br1" timeOffset="105">29978 7445 8912,'-10'-2'0,"4"-4"0,4-4 0,2-7 0,2 0 0,4 0 0,11-6 0,12 0 0,0 0 0,3 6 0,4 0 0,1 0 0,5 5 0,-2 1 0,6 7 0,-6-2 0,-6 4 0,-5 2 0,0-8 0,5-1 0</inkml:trace>
  <inkml:trace contextRef="#ctx0" brushRef="#br1" timeOffset="106">30821 7152 8912,'-10'0'0,"-3"-2"0,7-3 0,0 3 0,6-6 0,0 16 0,2 1 0,2 9 0,2-1 0,-2 0 0,3 0 0,1 0 0,1 1 0,-5-1 0,12 0 0,-13-8 0,9-3 0,-6-6 0,5-6 0,1-5 0,-3-4 0,6-10 0,-3-4 0,3 2 0,2-1 0,1 1 0,-1-2 0,-6 3 0,1 3 0,-6 9 0,5-3 0,-5 11 0,5 1 0,-7 3 0,9 11 0,-7 9 0,6 1 0,-5 9 0,3 1 0,3-2 0,2 3 0,3-7 0,1 0 0,4-6 0,-2-1 0,7-5 0,1-3 0,6-8 0,5-8 0,0-3 0,6-10 0,-6-2 0,-2-8 0,-7 2 0,-4-5 0,-3-6 0,-3 4 0,-9-4 0,-4 9 0,-8 2 0,-2 3 0,-4-3 0,-9 6 0,-8 12 0,-8 5 0,2 12 0,-3 5 0,-3 12 0,7 11 0,-1 12 0,6 4 0,-6 1 0,14 7 0,0-1 0,5-2 0,6-1 0,6-8 0,10 0 0,9-14 0,19 2 0,4-18 0,8-5 0,-1-11 0,1-11 0,0-10 0,-1-19 0,-7-12 0,-2-9 0</inkml:trace>
  <inkml:trace contextRef="#ctx0" brushRef="#br1" timeOffset="107">24316 8648 8912,'-8'15'0,"-3"-3"0,-5-6 0,-1-4 0,6-1 0,-1 5 0,1 6 0,1 3 0,-3 4 0,7 4 0,2 6 0,2 3 0,2 2 0,2 1 0,4-1 0,6 1 0,3-3 0,2-3 0,6-6 0,0-12 0,0-5 0,2-4 0,-4-6 0,7-7 0,1-12 0,-2-8 0,2-11 0,-12-4 0,2-4 0,-13-1 0,-3 1 0,-8 4 0,-7 4 0,-9 10 0,-4 3 0,-1 6 0,-3 6 0,-6 6 0,3 5 0,3 12 0,-1 3 0,7 8 0,0 6 0,6 0 0,7 8 0,6-3 0,8 1 0,8-6 0,3 0 0,10-21 0,1 6 0</inkml:trace>
  <inkml:trace contextRef="#ctx0" brushRef="#br1" timeOffset="108">25073 8442 8912,'6'-19'0,"0"-4"0,-3-4 0,-1 0 0,-2-3 0,0 5 0,0 0 0,0 0 0,-5-3 0,-1 5 0,-6 5 0,7 7 0,-9 7 0,5-3 0,-7 20 0,5 4 0,-3 18 0,7 1 0,-1 6 0,1 6 0,-1 7 0,2 2 0,4 6 0,-4-5 0,5 5 0,1-6 0,0 6 0,0-6 0,0 1 0,0-7 0,0-1 0,0-4 0,0-6 0,0-11 0,1-8 0,5-8 0,-4-5 0,8-12 0,-5-8 0,-3-7 0,6-30 0,-8-5 0</inkml:trace>
  <inkml:trace contextRef="#ctx0" brushRef="#br1" timeOffset="109">24918 8631 8912,'-25'10'0,"6"3"0,-4-7 0,6 1 0,6-1 0,5-4 0,12 4 0,9-4 0,8-2 0,13 0 0,0-2 0,5-4 0,1-6 0,4-1 0,-6 2 0,2-3 0,-2 8 0,-4-5 0,4 5 0,-11 1 0,-6 5 0,4-8 0,0-2 0</inkml:trace>
  <inkml:trace contextRef="#ctx0" brushRef="#br1" timeOffset="110">26605 8270 8912,'0'-12'0,"0"1"0,0-2 0,0-3 0,0-1 0,0 8 0,0 9 0,-2 13 0,-2 10 0,-2 11 0,0 8 0,6 12 0,0 3 0,0 6 0,-5 4 0,-1 2 0,-6 5 0,7 1 0,-9-1 0,5-5 0,-3-2 0,1-4 0,1-6 0,-1-11 0,-3-12 0,9-11 0,-1-11 0,6-6 0,0-12 0,0-7 0,0-9 0,0-4 0,0-9 0,2-1 0,4-4 0,-3 4 0,9-4 0,-6 5 0,5 6 0,-5 1 0,5 11 0,-5-2 0,6 13 0,1 2 0,2 2 0,2 4 0,1 4 0,1 9 0,4 8 0,-2 7 0,7-1 0,-1 2 0,2-3 0,3 3 0,-3-8 0,4-2 0,1-2 0,0-9 0,1-5 0,-1-3 0,1-2 0,-1 0 0,0 0 0,-7-7 0,6-11 0,-7-8 0</inkml:trace>
  <inkml:trace contextRef="#ctx0" brushRef="#br1" timeOffset="111">27259 9026 8912,'-18'0'0</inkml:trace>
  <inkml:trace contextRef="#ctx0" brushRef="#br1" timeOffset="112">27431 8940 8912,'2'18'0,"1"-1"0,3 2 0,-2 4 0,-2 6 0,-2 3 0,0 2 0,2 1 0,2-1 0,1 1 0,1-3 0,-6-3 0,0 1 0,0-7 0,0-2 0,-8-9 0,-3-7 0,-4-18 0,-3-6 0,1-16 0</inkml:trace>
  <inkml:trace contextRef="#ctx0" brushRef="#br1" timeOffset="113">27379 8889 8912,'-8'-17'0,"5"1"0,-9 5 0,8-4 0,-11 5 0,13-1 0,-4-1 0,18 8 0,5-1 0,19 3 0,4 2 0,8 7 0,4 5 0,0 11 0,-1 5 0,-1 5 0,-4 1 0,-6 3 0,-4 3 0,-17 2 0,-7 4 0,-10-3 0,-8-2 0,-19-5 0,-15 4 0,-8-4 0,-3-1 0,-1-9 0,0-1 0,1-2 0,-1 0 0,10-8 0,8-9 0,7-4 0,10-2 0,7-2 0,4-4 0,6-3 0,6-8 0,11-8 0,12-4 0,3-3 0,3-3 0</inkml:trace>
  <inkml:trace contextRef="#ctx0" brushRef="#br1" timeOffset="114">28790 8597 8912,'0'-18'0,"-2"1"0,-2 0 0,-1 0 0,-1 0 0,6-1 0,0 1 0,-6 0 0,0 0 0,3 0 0,1 5 0,2 1 0,0-3 0,0 5 0,0-3 0,0 10 0,0 2 0,0 10 0,0 13 0,0 6 0,0 11 0,5 4 0,1 7 0,6-5 0,-7 0 0,7-2 0,-6 2 0,7-4 0,-2-8 0,-1-7 0,1-4 0,3-4 0,1-12 0,2-7 0,-1-9 0,-5-14 0,3-6 0,-9-11 0,7-2 0,-7-4 0,3 4 0,-2 8 0,-4 1 0,5 5 0,1 5 0,-4 11 0,7 7 0,-5 12 0,6 11 0,1 6 0,10 11 0,-4-1 0,6 1 0,-2-3 0,0-3 0,5 1 0,-5-7 0,2-6 0,-2-5 0,-4-8 0,4 1 0,-4-18 0,-1-10 0,-1-7 0,-2-5 0,-3 1 0,-7-1 0,-3-5 0,-2 0 0,-2 0 0,-3 6 0,1 1 0,-8 4 0,1 12 0,-6 10 0,1 10 0,5 9 0,3 1 0,8 16 0,0-8 0,0 4 0,0-8 0</inkml:trace>
  <inkml:trace contextRef="#ctx0" brushRef="#br1" timeOffset="115">29565 8528 8912,'9'-17'0,"-3"-1"0,-4 7 0,0 1 0,3 3 0,-3 3 0,4 10 0,4 9 0,1 8 0,-1 2 0,1-2 0,1 3 0,-3 1 0,4 4 0,-7-8 0,6 0 0,-7-6 0,7 0 0,-6 0 0,-1 0 0,-5-7 0,0-2 0,0-10 0,0-4 0,-5-6 0,-1-11 0,0 2 0,6-7 0,0-3 0,0-1 0,0 3 0,0 0 0,2 3 0,4-3 0,3 4 0,9 8 0,5 0 0,-1 0 0,7 7 0,-6 4 0,6 3 0,-4-1 0,1-2 0,5 2 0,2-5 0,1-1 0</inkml:trace>
  <inkml:trace contextRef="#ctx0" brushRef="#br1" timeOffset="116">30270 8098 8912,'17'-8'0,"-7"6"0,-3-5 0,-7 16 0,0 9 0,-1 6 0,-5 11 0,2 7 0,-7 4 0,5 3 0,-6 3 0,8 5 0,-1-1 0,3-5 0,2-3 0,2-10 0,3 2 0,3-9 0,4-3 0,3-12 0,-4 1 0,-1-11 0,1-1 0,-1-7 0,1-7 0,-3-10 0,0-6 0,1-4 0,9-5 0</inkml:trace>
  <inkml:trace contextRef="#ctx0" brushRef="#br1" timeOffset="117">30304 8407 8912,'-11'0'0,"0"0"0,7 0 0,-12 0 0,14 0 0,4-5 0,16-1 0,6-2 0,11 3 0,7 1 0,2-6 0,2 1 0,0-1 0,0 6 0,5-11 0,1 5 0</inkml:trace>
  <inkml:trace contextRef="#ctx0" brushRef="#br1" timeOffset="118">31062 8304 8912,'-10'8'0,"-3"-4"0,7 7 0,-7-5 0,1 5 0,3 1 0,-3 5 0,1 0 0,1 0 0,-3 6 0,7 0 0,0 8 0,6-2 0,0 3 0,0 2 0,0-7 0,0-4 0,8-4 0,1-2 0,3-1 0,-1-5 0,3-5 0,9-12 0,-4-3 0,4-9 0,2-6 0,-2-5 0,-1-4 0,-4-1 0,3 0 0,-4-1 0,-2-5 0,-11 0 0,2 2 0,-2 1 0,-10 5 0,-6 3 0,-5 6 0,-6 12 0,-2 3 0,-3 8 0,-3 2 0,8 4 0,-2 11 0,6 10 0,0 2 0,4-1 0,3-1 0,1 2 0,-4 3 0,5-5 0,-7 7 0</inkml:trace>
  <inkml:trace contextRef="#ctx0" brushRef="#br1" timeOffset="119">30872 8597 8912,'-26'9'0,"1"-1"0,8-8 0,-1 0 0,1 0 0,8-8 0,3-3 0,8-5 0,9-1 0,3 0 0,16 0 0,5 0 0,3-1 0,4 1 0,-2 0 0,4 2 0,8 3 0,-1-1 0,1 7 0,0-5 0,1 5 0,4 2 0,-3-5 0,5-1 0</inkml:trace>
  <inkml:trace contextRef="#ctx0" brushRef="#br1" timeOffset="120">31612 8545 8912,'-26'25'0,"-5"-6"0,8 4 0,-2-4 0,2-2 0,4 6 0,-2 2 0,8 0 0,7 0 0,4-8 0,2-6 0,2-1 0,4 1 0,-2-3 0,7-8 0,6-2 0,6-4 0,6-3 0,-6-8 0,-2-3 0,-2-3 0,-2 2 0,0-7 0,-5 1 0,-1-2 0,-7-1 0,2 7 0,1-2 0,-1 2 0,0 4 0,-6-4 0,0 4 0,-8 2 0,-1 7 0,-8 5 0,5 3 0,1 2 0,1 2 0,-1 3 0,3 5 0,8 1 0,0 1 0,0-8 0,-8 3 0,-1-7 0</inkml:trace>
  <inkml:trace contextRef="#ctx0" brushRef="#br1" timeOffset="121">4595 7187 8912,'9'-8'0,"-1"4"0,-8-7 0,0-1 0,0 5 0,0 7 0,0 9 0,2 7 0,2 1 0,1 0 0,-1 0 0,-2 6 0,-2 0 0,8 0 0,1-6 0</inkml:trace>
  <inkml:trace contextRef="#ctx0" brushRef="#br1" timeOffset="122">4646 7513 8912,'0'52'0,"0"0"0,0-1 0,0 5 0,0-5 0,0 5 0,0-11 0,6 3 0,0-2 0,5 4 0,-3-6 0,1 0 0,-5-18 0,4-10 0</inkml:trace>
  <inkml:trace contextRef="#ctx0" brushRef="#br1" timeOffset="123">4715 8218 8912,'0'35'0,"0"-1"0,6-1 0,0-5 0,-1-3 0,-5-8 0,0 0 0,2-7 0,4-4 0,-4-4 0,6-2 0,-8 0 0,7 0 0,-3-6 0,8 0 0,-7 0 0,7 6 0,-1-5 0,6-1 0,-3 0 0,3 6 0,-2-2 0,14-1 0,2-3 0,1 2 0,8 2 0,0 2 0,14-6 0,-2 1 0,9-7 0,-4 6 0,8-1 0,-2 1 0,6 4 0,6-4 0,-12 4 0,0 2 0,-8 0 0,-3 0 0,-6 0 0,0 0 0,-8 0 0,2 0 0,-4 0 0,-1 0 0,-1 0 0,1 0 0,5-5 0,0-1 0,6-5 0,-4 5 0,2 0 0,4-2 0,-8 7 0,-6-5 0,-1 6 0,-10 6 0,0-3 0,-6 9 0,0-1 0,0 5 0,-1-3 0,-5-2 0,4-7 0,-11 4 0,8-8 0,-9 0 0,5 0 0,-6-2 0,4-4 0,-4 4 0,13-13 0,-13 11 0,4-7 0,3 7 0,-5-11 0,7 3 0,-5 3 0,4-3 0,-3-1 0,-3-2 0,4-3 0,-2 1 0,5-6 0,-5 0 0,5-2 0,-5 3 0,0 2 0,-6-3 0,6 4 0,-1 2 0,1-2 0,-6-4 0,6 4 0,-1-4 0,-1 2 0,-2-2 0,-2 4 0,0-4 0,6-4 0,0-1 0,-1-10 0,-5-3 0,0-6 0,0 1 0,0-10 0,0-1 0,0-12 0,0 6 0,0 0 0,-1 12 0,-3 1 0,-2 4 0,-2 0 0,3 12 0,3-2 0,-4 13 0,-4 0 0,8 6 0,-5 7 0,7 2 0,0 16 0,0 2 0,0-1 0,0-1 0,-8-8 0,4 0 0,-7 0 0,5 0 0,-5 0 0,-3 0 0,-1 0 0,-10 0 0,-4 0 0,-3 0 0,-2 0 0,-3 0 0,-3 0 0,-10 2 0,-7 3 0,-6-3 0,5 4 0,3-4 0,1-2 0,3 0 0,-1 0 0,8 0 0,4 0 0,4 0 0,1 0 0,3 0 0,3 0 0,-3 0 0,5 0 0,-2 0 0,1 0 0,-7 0 0,-5 0 0,-2 0 0,2 0 0,2 0 0,-8 0 0,7 6 0,-1-1 0,6 3 0,3-4 0,4 2 0,3-3 0,-7 5 0,2-2 0,3 5 0,-3-5 0,6 5 0,-6-5 0,8 6 0,-2-7 0,-2 3 0,2-4 0,2 2 0,2-3 0,2-1 0,0-2 0,0 0 0,-1 0 0,1 2 0,0 4 0,0-4 0,0 4 0,-1-4 0,1-2 0,6 0 0,-1 0 0,3 1 0,-3 5 0,3-4 0,3 4 0,4-4 0,-8-2 0,5 0 0,-5 0 0,-7 0 0,0 0 0,0 5 0,-1 1 0,1 2 0,0-2 0,0-5 0,0 5 0,5-4 0,1-2 0,5 2 0,-6 4 0,7-4 0,-7 3 0,8-3 0,-3-2 0,5 0 0,-4 0 0,4 0 0,-6 2 0,8 4 0,0-4 0,-7 6 0,5-8 0,-6 7 0,8-3 0,0 7 0,-5-5 0,-1 6 0,0-1 0,6 6 0,0 0 0,0 1 0,0 5 0,0 3 0,2 5 0,4 5 0,-2 10 0,7 0 0,0 4 0,7 1 0,-1 8 0,0 4 0,0-3 0,1-3 0,4 2 0,1-2 0,0 3 0,-4-5 0,2 0 0,2-5 0,10 2 0,1-6 0,3 3 0,9 3-400,-1-1 0,-1-7 1,-1-2-1</inkml:trace>
  <inkml:trace contextRef="#ctx0" brushRef="#br2" timeOffset="124">12838 8304 8912,'17'0'0,"-8"-7"0,-3-5 0,-4-3 0,-2 5 0,0 10 0,0 12 0,0 3 0,0 2 0,0 2 0,2 2 0,4 4 0,5 2 0,5 0 0,1 1 0,8 5 0,1-4 0,3 1 0,0-1 0,5 1 0,6-7 0,2 0 0,-2-6 0,-1-1 0,7-5 0,0-3 0,5-8 0,7-2 0,-1-4 0,6-3 0,-6-9 0,1 1 0,-5 0 0,1 2 0,-3 3 0,-3 3 0,-13 3 0,-1 4 0,0-4 0,-1 4 0,-4 2 0,3 8 0,-3 3 0,3-1 0,3 1 0,7-5 0,4 6 0,-2-3 0,2 5 0,1-3 0,3 2 0,7 3 0,1 1 0,-3-2 0,-9-3 0,4-5 0,-4-7 0,2 0 0,-3 0 0,-1 0 0,-3 0 0,-3-7 0,8-5 0,-6-1 0,4-1 0,-2 3 0,-4-2 0,-2 3 0,-1-1 0,-6 7 0,-1-2 0,-7 4 0,2 2 0,-2 0 0,2 0 0,-2 6 0,8 0 0,-6 5 0,6-5 0,-1 0 0,9-6 0,3 0 0,6 0 0,3 0 0,3 0 0,0-2 0,-1-4 0,1 4 0,-1-4 0,-1 4 0,-4 2 0,2-5 0,-6-1 0,0 2 0,0 2 0,4 0 0,-6-3 0,2 3 0,-2-4 0,4-2 0,8 2 0,0-1 0,-1 1 0,-5 4 0,0-4 0,-8 5 0,2 1 0,-5 1 0,-7 5 0,-3 4 0,0-1 0,-6 7 0,4-5 0,2 2 0,-2-1 0,8 1 0,-3-7 0,5 5 0,1-5 0,8 0 0,4-6 0,8 0 0,9 0 0,-2 0 0,10 0 0,-8-2 0,-4-4 0,-2 4 0,-5-3 0,-8 3 0,-4 2 0,-3-6 0,-3 0 0,2-1 0,4 1 0,-3 4 0,3-4 0,-2 4 0,2 2 0,-3-5 0,3-1 0,-4 0 0,-1 6 0,-1 0 0,-2 0 0,-1 0 0,-2 0 0,-2 0 0,1 0 0,3 0 0,-8 0 0,9 0 0,3 0 0,1-6 0,10 1 0,2-7 0,9 5 0,6-3 0,4-3 0,0 3 0,-4-1 0,-4 7 0,-7-2 0,-6-2 0,0 3 0,-14-1 0,3 6 0,-12 0 0,0-2 0,-4-2 0,-2-1 0,-6-1 0,1 6 0,-3-2 0,3-4 0,1 2 0,-7-7 0,7 7 0,-11-4 0,6 8 0,-8 0 0,0 0 0,0 8 0,-8-6 0,6 6 0,-5-8 0</inkml:trace>
  <inkml:trace contextRef="#ctx0" brushRef="#br2" timeOffset="125">20513 8304 8912,'-17'0'0,"-1"0"0,1 0 0,0 0 0,9-2 0,8-1 0,12-5 0,9 0 0,7 1 0,7-1 0,5 4 0,6-3 0,4-3 0,7 4 0,4-5 0,4-1 0,6 3 0,2-5 0,-5 9 0,3-1 0,-6 6 0,-13 0 0,-12 0 0,-6 2 0,-16 4 0,3 9 0,-10 8 0,-3 0 0,-1-6 0</inkml:trace>
  <inkml:trace contextRef="#ctx0" brushRef="#br2" timeOffset="126">25865 16763 8912,'0'12'0,"-2"-3"0,-2 1 0,-2-1 0,0-5 0,-1 4 0,5-8 0,-6 0 0,8-2 0,-2-2 0,-3-2 0,-5 1 0,-7-1 0,0 0 0,-1 2 0,1 3 0,-8 1 0,-3 0 0,-7 0 0,-5 0 0,-4 5 0,-8 1 0,-7 5 0,-6-3 0,-6 0 0,-3-1 0,-8 5 0,1-6 0,-1 1-281,2-1 0,-12-4 281,0 4 0,39-5 0,-1-1 0,-3 1 0,-1-2 0,3 1 0,0 0 0,0 0 0,1 0 0,-3 0 0,1 0-223,-1 0 1,-1 0 0,-3 0-1,0 0 223,-6 0 0,2 0 0,7 0 0,1 0 0,-1 0 0,1 0 0,-35 0 0,20 2 0,5 2 0,4 2 0,15 5 0,2-5 0,4 2 0,8-2 0,3-5 0,14 5 511,7-4-511,3-2 470,7 0 1,2 0-471,3 0 0,-3 0 0,6 0 0,-8 0 0,0 0 0,-8 0 0,-3 0 0,-5 0 0,-1 0 0</inkml:trace>
  <inkml:trace contextRef="#ctx0" brushRef="#br2" timeOffset="127">23438 16316 8912,'0'-25'0,"-6"1"0,1-5 0,-1-2 0,6 8 0,-6 1 0,1 4 0,1 1 0,-6 8 0,6 1 0,-7 8 0,-3 10 0,-8 7 0,-11 9 0,-7 15 0,-14 4 0,3 13 0,-10 3-231,3 8 1,1-6 230,5 0 0,-3 4 0,3 1 0,4 5 0,14-10 0,1-4 0,5-1 0,5-7 0,4-5 0,3-4 0,5-8 0,3-5 0,8 0 0,4-8 0,7 2 0,3-6 0,15-6 0,1 3 0,10-9 0,4 1 230,8-6 1,5 0-231,1 0 0,5 8 0,-6 3 0,6 4 0,-5 3 0,-1-1 0,-5 0 0</inkml:trace>
  <inkml:trace contextRef="#ctx0" brushRef="#br2" timeOffset="128">4319 16660 8912,'-11'6'0,"-1"0"0,-1-3 0,-2-1 0,5-2 0,1 0 0,5 2 0,-2 4 0,0-4 0,8 6 0,4-8 0,5 0 0,12 0 0,-2 0 0,8 0 0,2-2 0,9-4 0,6-6 0,3-3 0,3-2 0,0 0 0,-1 1 0,1 5 0,0-2 0,-1 7 0,-7-6 0,-4 7 0,-5-1 0,-7 8 0,-5 4 0,-3 5 0,-11 6 0,-3 6 0,-4 6 0,-2 11 0,-8 4 0,-3 8 0,-7 1 0,-5 4 0,4-1 0,-4 5 0,6-2 0,6-4 0,-5-1 0,5-2 0,1-7 0,-1 1 0,7-9 0,-2-3 0,-1-7 0,1-10 0,0-8 0,6 7 0,0-16 0,0 0 0,0-10 0,0-11 0,0-2 0,0-7 0,-15 3 0,-4-8 0</inkml:trace>
  <inkml:trace contextRef="#ctx0" brushRef="#br2" timeOffset="129">4440 16626 8912,'-17'0'0,"-1"0"0,7 2 0,-1 3 0,9-3 0,-5 14 0,8-5 0,8 12 0,3 6 0,10 11 0,4 8 0,2 5 0,3 4 0,5 6 0,5-5 0,-4 5 0,4-6 0,2 0 0,-1-5 0,-7-8 0,-5-4 0,-2-6 0,1-5 0,-3 0 0,-8-12 0,0-4 0,-7-20 0,-2-3 0</inkml:trace>
  <inkml:trace contextRef="#ctx0" brushRef="#br2" timeOffset="130">5386 17348 8912,'-5'11'0,"-3"-1"0,0-1 0,-1 1 0,-1 3 0,-3 3 0,3 1 0,1 2 0,1 6 0,4 9 0,2 1 0,2 7 0,0 0 0,0 3 0,0-3 0,0-1 0,8-5 0,3-4 0,5-3 0,1-6 0,0-10 0,0-1 0,2-8 0,1-1 0,-3-6 0,10-9 0,-10-11 0,4 2 0,-4-7 0,0-3 0,0-1 0,-7-5 0,-4-3 0,1 4 0,-1-4 0,0 3 0,-6 3 0,-8 0 0,-3-1 0,-5 8 0,-1 5 0,0 8 0,0 3 0,-6 7 0,0-2 0,2 4 0,2 2 0,7 0 0,1 0 0,5 0 0,-5 0 0,5 6 0,-6 0 0,1 7 0,-6-3 0</inkml:trace>
  <inkml:trace contextRef="#ctx0" brushRef="#br2" timeOffset="131">5249 17761 8912,'-8'-10'0,"6"-5"0,-13 13 0,13-14 0,-4 15 0,12-5 0,-2 4 0,7 2 0,6 0 0,6 0 0,8 0 0,0-2 0,5-2 0,4-2 0,8-5 0,-2 5 0,-2-5 0,2 5 0,-8 0 0,2 6 0,-4 0 0,-1 0 0,-1 0 0</inkml:trace>
  <inkml:trace contextRef="#ctx0" brushRef="#br2" timeOffset="132">5851 17726 8912,'-12'0'0,"1"0"0,7 0 0,-9 2 0,7 4 0,-7 3 0,1 9 0,5 4 0,1 1 0,4 8 0,2-2 0,0 1 0,0-1 0,6 1 0,-1-7 0,9 0 0,-3-6 0,5-7 0,1-4 0,0-4 0,0-2 0,-2-4 0,-3-8 0,3-1 0,-3-16 0,-5 1 0,-1-7 0,2 1 0,-3-1 0,1 7 0,-6-1 0,-7 2 0,-5-1 0,-1 3 0,1 8 0,-3 0 0,3-1 0,-3 9 0,-2 1 0,7 8 0,3 8 0,7 1 0</inkml:trace>
  <inkml:trace contextRef="#ctx0" brushRef="#br2" timeOffset="133">6109 16316 8912,'0'-11'0,"0"-1"0,0 9 0,0-3 0,0 12 0,0 5 0,0 12 0,0 6 0,-2 5 0,-4 6 0,5 4 0,-5 8 0,-2 7 0,2 4 0,1 4 0,-3 2 0,6-3 0,-4-3 0,4-5 0,2-14 0,0-8 0,0-5 0,0-18 0,2 2 0,4-15 0,4 0 0,7 0 0,2-6 0,4-1 0,6-3 0,3-3 0,4 0 0,5 1 0,-5-3 0,4 3 0,-4 3 0,-1-3 0,-8 3 0,-4-3 0,-4 5 0,-2 7 0,-8-2 0,-3-4 0,4 4 0,-8-6 0,5 8 0,-7 0 0,8 0 0,2 0 0</inkml:trace>
  <inkml:trace contextRef="#ctx0" brushRef="#br2" timeOffset="134">6660 16987 8912,'0'-12'0,"0"1"0,0 5 0,0-5 0,0 5 0,0-5 0,0 7 0,0-6 0,0 4 0,0 5 0,0-5 0,0 12 0,0 3 0,0 8 0,0 2 0,0 4 0,0 4 0,0 7 0,0 1 0,0-1 0,0 2 0,0 5 0,0-11 0,0 5 0,0-5 0,0 4 0,0-7 0,0-4 0,0-4 0,0-2 0,0-7 0,0-10 0,0-17 0,0-10 0</inkml:trace>
  <inkml:trace contextRef="#ctx0" brushRef="#br2" timeOffset="135">6591 16970 8912,'-15'-12'0,"3"1"0,3 5 0,3-5 0,4 5 0,-4-6 0,4 1 0,10-6 0,3-1 0,5 3 0,1 4 0,8 3 0,3 8 0,-1 0 0,2 0 0,-2 4 0,1 7 0,-1 3 0,-4 14 0,-4-1 0,4 2 0,-6 9 0,-3-4 0,-5 3 0,-1-1 0,-2-2 0,-6 1 0,-8 5 0,-3 0 0,-7-2 0,-5-2 0,2-1 0,-7-1 0,7-7 0,-2-4 0,2 0 0,-2-6 0,9 2 0,-3-13 0,4 0 0,3-6 0,-5-16 0,5-3 0</inkml:trace>
  <inkml:trace contextRef="#ctx0" brushRef="#br2" timeOffset="136">7210 16179 8912,'0'-12'0,"0"1"0,2 5 0,4-5 0,-4 5 0,4-6 0,-2 7 0,-1-7 0,3-1 0,0 3 0,-6-1 0,2 1 0,2-3 0,1 1 0,1 1 0,-6-6 0,-2 9 0,-4 8 0,3 17 0,-9 18 0,1 14 0,-7 14 0,3 6 0,4 6 0,-5 3 0,7 8 0,-1 0 0,5 0 0,1 0 0,-2 0 0,4-17 0,-2-14 0,8-17 0,8-13 0,3-13 0,2-7 0,8-18 0,2-6 0</inkml:trace>
  <inkml:trace contextRef="#ctx0" brushRef="#br2" timeOffset="137">7365 16368 8912,'-7'-17'0,"-3"7"0,-7-5 0,7 15 0,5 0 0,-3 7 0,2 11 0,0 5 0,6 1 0,2 3 0,4 4 0,-2 1 0,7 3 0,-5-3 0,6-3 0,-1 1 0,6-7 0,1 0 0,-1-6 0,0-1 0,0-5 0,0-3 0,1-8 0,-1-8 0,0-3 0,0-7 0,0-4 0,1-7 0,-1-4 0,-8-1 0,-3 0 0,2-7 0,-3 1 0,1 0 0,-8 8 0,-3 1 0,-7 3 0,-3 1 0,-2-2 0,-1 4 0,1 8 0,0 8 0,0 1 0,0 8 0,5 0 0,3 2 0,-1 4 0,0 5 0,7 4 0,-13 10 0,7 2 0</inkml:trace>
  <inkml:trace contextRef="#ctx0" brushRef="#br2" timeOffset="138">7365 16454 8912,'-9'0'0,"1"0"0,8 0 0,0 0 0,8-2 0,3-4 0,10 2 0,4-5 0,2-1 0,3 1 0,3-3 0,1-5 0</inkml:trace>
  <inkml:trace contextRef="#ctx0" brushRef="#br2" timeOffset="139">7882 16488 8912,'-8'10'0,"-4"-3"0,-3 1 0,0-4 0,3 7 0,-3-5 0,4 6 0,-5-1 0,1 6 0,2 2 0,1 4 0,8-2 0,-1 8 0,3 0 0,2 5 0,0-2 0,0-3 0,7-4 0,5-8 0,3-2 0,2-3 0,1-5 0,-1-7 0,0-1 0,0-5 0,0-6 0,1-11 0,-3-1 0,-4-5 0,-1-4 0,-4 5 0,-4-5 0,3-1 0,-5 5 0,-5 1 0,1 5 0,-8-6 0,3 8 0,-3-2 0,-3 10 0,3 3 0,-3 3 0,6 8 0,1 9 0,8 7 0,0 0 0,0 1 0,0-1 0</inkml:trace>
  <inkml:trace contextRef="#ctx0" brushRef="#br2" timeOffset="140">8122 16695 8912,'-9'0'0,"-6"0"0,13 7 0,-4 5 0,-2 5 0,3 6 0,-1 4 0,6 7 0,0 0 0,0 1 0,2-3 0,4-3 0,-5 3 0,5-3 0,2-4 0,-2-2 0,1-6 0,-1-6 0,-4-3 0,13-16 0,-5-1 0</inkml:trace>
  <inkml:trace contextRef="#ctx0" brushRef="#br2" timeOffset="141">8260 16402 8912,'10'-11'0,"-5"-1"0,-3 7 0,-2-7 0,0 8 0,0-3 0,0 10 0,0 7 0,0 7 0,0 2 0,0 8 0,2 0 0,2 1 0,2 1 0,7-2 0,-1 2 0,-3-5 0,3-6 0,-1-1 0,6 0 0,-1-6 0,-5 1 0,4-8 0,-3 1 0,3-8 0,2-3 0,-1-13 0,-5 2 0,5-12 0,-5 0 0,2-3 0,-1-3 0,-4-1 0,-8-4 0,0 4 0,0-4 0,-4 5 0,-8 7 0,1 3 0,-12 8 0,-4 1 0,-2 5 0,4 3 0,3 8 0,2 2 0,3 4 0,0 3 0,0 9 0,0 4 0,-1 1 0,3 2 0,4-2 0,-5-4 0,7 6 0</inkml:trace>
  <inkml:trace contextRef="#ctx0" brushRef="#br2" timeOffset="142">8277 16591 8912,'-11'10'0,"-1"-4"0,9-4 0,-5-2 0,8 0 0,0 0 0,10 0 0,7-2 0,9-4 0,7-2 0,3-5 0,3 1 0,1-1 0,0 4 0,-6-3 0,6 6 0,1-5 0,-1 7 0,-6-2 0,-7 4 0,-4 2 0,-4 0 0,-2 0 0,0 0 0,1 0 0</inkml:trace>
  <inkml:trace contextRef="#ctx0" brushRef="#br2" timeOffset="143">8828 16540 8912,'0'9'0,"0"7"0,0-7 0,0 8 0,0 1 0,0-1 0,0 0 0,0 0 0,0 0 0,0 6 0,0 0 0,0-2 0,0-2 0,0-1 0,0-1 0,0 0 0,8 0 0,-6-7 0,5-3 0</inkml:trace>
  <inkml:trace contextRef="#ctx0" brushRef="#br2" timeOffset="144">8862 15886 8912,'8'-7'0,"4"9"0,3 13 0,8 17 0,0 14 0,7 19 0,-3 12 0,2 11 0,-15-40 0,0 1 0,0 5 0,-1 1 0,2 2 0,-1 1 0,-1 3 0,-3 2 0,-3-1 0,-3 0 0,0-2 0,-2 0-218,0-1 0,-2-1 1,-1-8-1,-2-1 218,-1 1 0,-3-2 0,-20 34 0,-17-6 0,-8-7 0</inkml:trace>
  <inkml:trace contextRef="#ctx0" brushRef="#br2" timeOffset="145">3080 11468 8912,'0'-29'0,"0"2"0,0 3 0,0 3 0,0 11 0,0 10 0,0 10 0,0 13 0,0 7 0,0 8 0,2 6 0,4 8 0,4 1 0,1 3 0,1 1 0,1 8 0,8-4 0,4 2 0,2 0 0,1-2 0,7 2 0,-1-2 0,-1-5 0,-3-1 0,-1-5 0,-2-6 0,1-10 0,-3-5 0,-8 0 0,-7-8 0,3 3 0,-7-6 0,0-1 0,-6 2 0,-2 2 0,-6 0 0,-9-6 0,-15-13 0,-12-11 0</inkml:trace>
  <inkml:trace contextRef="#ctx0" brushRef="#br2" timeOffset="146">2994 11468 8912,'-17'-23'0,"0"0"0,0 2 0,5 4 0,1 5 0,7 5 0,-11 7 0,5 2 0,-1 1 0,-1 5 0,-1 2 0,-3 1 0,-1 12 0,0 0 0,0-2 0,0 6 0,5-6 0,3 5 0,1-1 0,2 6 0,6-6 0,0 3 0,0-5 0,0-4 0,0-9 0,0-2 0</inkml:trace>
  <inkml:trace contextRef="#ctx0" brushRef="#br2" timeOffset="147">3012 11193 8912,'0'-25'0,"0"4"0,0-8 0,7 10 0,5 2 0,3 7 0,-4 10 0,3 0 0,5 0 0,-2 0 0,16 0 0,-3 2 0,8 4 0,6-2 0,10 7 0,1 1 0,3-3 0,7 14 0,-6-11 0,4 11 0,-4-4 0,-7-2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29.737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14765 756 8912,'0'10'0,"0"-2"0,0-1 0,0-5 0,0 6 0,0-10 0,0-4 0,0 4 0,0-5 0,0 9 0,0 5 0,0 10 0,0 16 0,0 15 0,0 9 0,0 12 0,0 7 0,0 10 0,6-2 0,0-4 0,5-5 0,-3-12 0,1-8 0,5-7 0,-5-15 0,3-16 0,-3-10 0,3-12 0,1-12 0,-7-12 0,0-11 0,-22-12 0,-3-9 0</inkml:trace>
  <inkml:trace contextRef="#ctx0" brushRef="#br0" timeOffset="1">14559 860 8912,'-35'9'0,"1"-1"0,-1-8 0,1 7 0,7-5 0,12 6 0,17-8 0,13 0 0,18-8 0,12-3 0,3-6 0,-2-6 0,4 4 0,-4-4 0,2 4 0,-3 1 0,3 1 0,-6 0 0,0 2 0,0 3 0,-3-1 0,-11 7 0,-7 4 0,-7 6 0,-9 6 0,-10 7 0,-20 8 0,-11 1 0</inkml:trace>
  <inkml:trace contextRef="#ctx0" brushRef="#br0" timeOffset="2">14645 1737 8912,'-12'40'0,"3"-10"0,1-11 0,2-15 0,6-4 0,14-8 0,3-9 0,10-8 0,-1-3 0,5-5 0,5-1 0,2 5 0,-3 1 0,5 5 0,0-6 0,8 6 0,-2-6 0,-4 7 0,-2-7 0,4 0 0,0-5 0</inkml:trace>
  <inkml:trace contextRef="#ctx0" brushRef="#br0" timeOffset="3">15367 1324 8912,'-7'11'0,"-5"1"0,5-6 0,-1 3 0,2 1 0,0-1 0,1 3 0,5 5 0,0 6 0,0 0 0,0 7 0,0 1 0,0 5 0,0 4 0,0 6 0,0-6 0,5 0 0,1-5 0,2-3 0,-2-3 0,-5-4 0,15-8 0,-14-15 0,3-8 0,-3-17 0,-2-11 0,2-10 0,4-6 0,-4-1 0,4-1 0,-4 2 0,-2 4 0,0-1 0,1 7 0,3 1 0,2 3 0,2 9 0,-3 4 0,5 10 0,7 2 0,0 9 0,1 4 0,1 13 0,4 12 0,-2 7 0,7 6 0,-5 2 0,6 4 0,-6 2 0,6-6 0,1 0 0,3 0 0,-5-4 0,1-9 0,0-1 0,5-10 0,-5 1 0,0-14 0,-3-1 0,3-10 0,4-18 0,-7-13 0</inkml:trace>
  <inkml:trace contextRef="#ctx0" brushRef="#br0" timeOffset="4">16279 1152 8912,'10'-2'0,"-4"-4"0,-4 4 0,-2-3 0,0 10 0,0 7 0,0 3 0,0 10 0,0 4 0,2 1 0,3-1 0,3 3 0,3-3 0,10 3 0,-3 3 0,3-3 0,-4-3 0,0-4 0,8-8 0,2 0 0</inkml:trace>
  <inkml:trace contextRef="#ctx0" brushRef="#br0" timeOffset="5">16865 1289 8912,'-18'-17'0,"-5"2"0,0 4 0,-5-3 0,3 8 0,0 5 0,0 4 0,2 3 0,6 11 0,2-3 0,3 9 0,5 3 0,7 3 0,0 3 0,0 3 0,0-1 0,0 1 0,5-3 0,1-3 0,7-4 0,-1-8 0,3 0 0,2 0 0,-5-7 0,-1-5 0,1-5 0,5-5 0,0-7 0,0-11 0,-5-3 0,-1-9 0,-5-1 0,4-2 0,-3-4 0,-3-2 0,4-2 0,-2-6 0,-1 1 0,-5-1 0,0 1 0,0-1 0,-5 10 0,-1 6 0,2 5 0,-6 10 0,9 8 0,-5 18 0,4 16 0,2 23 0,2 10 0,4 5 0,-3 2 0,9 2 0,-3 2 0,3-7 0,5 5 0,0-6 0,0-7 0,6-10 0,4-12 0,2-5 0,11-11 0,4-5 0</inkml:trace>
  <inkml:trace contextRef="#ctx0" brushRef="#br0" timeOffset="6">19153 499 8912,'0'-10'0,"0"2"0,0 6 0,0-3 0,0 3 0,0-6 0,0 8 0,0 0 0,0-7 0,0 5 0,0-6 0,0 8 0,0 0 0,-7 0 0,5-8 0,-8 6 0,4-3 0,3 1 0,-9-2 0,1 4 0,-7-11 0,1 7 0,-6 0 0,0 6 0,-5 0 0,5 0 0,-6 8 0,4 4 0,0 5 0,0 6 0,2 5 0,6 12 0,8 4 0,3 8 0,4 1 0,2 5 0,8 3 0,3 8 0,4-1 0,3 1 0,-1-2 0,0-4 0,0-6 0,1-11 0,-7 0 0,-1-10 0,-1-5 0,1-4 0,-6-4 0,3-14 0,-7-1 0,0-8 0,0-8 0,-2-5 0,-3-8 0,-5-6 0,-15-15 0,-2-2 0</inkml:trace>
  <inkml:trace contextRef="#ctx0" brushRef="#br0" timeOffset="7">18671 1066 8912,'0'10'0,"0"5"0,0-13 0,0 5 0,8-7 0,4 0 0,10-2 0,9-3 0,5-9 0,5-7 0,4 2 0,-4-4 0,6 4 0,-1 2 0,-2-6 0,2 0 0,-8 0 0,3 6 0,-13 0 0,5-8 0,-6-2 0</inkml:trace>
  <inkml:trace contextRef="#ctx0" brushRef="#br0" timeOffset="8">19497 550 8912,'-17'0'0,"0"2"0,0 4 0,0-4 0,-1 3 0,1 5 0,0 3 0,2 8 0,3 8 0,5 5 0,7 7 0,0 10 0,0 12 0,1-2 0,5 0 0,8-1 0,7-5 0,0-1 0,7-3 0,-5-9 0,6-7 0,-6-9 0,6-9 0,-8-1 0,2-5 0,-4-3 0,-4-10 0,-2-6 0,-1-9 0,-1-8 0,7-9 0,-1 0 0</inkml:trace>
  <inkml:trace contextRef="#ctx0" brushRef="#br0" timeOffset="9">19704 825 8912,'-8'17'0,"-1"1"0,-1-9 0,3-1 0,7-10 0,0-4 0,1 2 0,7-5 0,7 1 0,6 4 0,10-3 0,-2 1 0,-3 0 0,3 6 0,-8 0 0,2 0 0,4 8 0,-10 7 0,0 8 0,-1 8 0,-11-3 0,-1 5 0,-10 1 0,-1 1 0,-7-3 0,3-1 0,-2-3 0,-3-7 0,-1-4 0,7-18 0,5-17 0,3-8 0,2-14 0,15-4 0,4-8 0</inkml:trace>
  <inkml:trace contextRef="#ctx0" brushRef="#br0" timeOffset="10">20048 705 8912,'0'17'0,"-2"0"0,-4 0 0,3 1 0,-9-1 0,3 6 0,-3 0 0,-1 5 0,7-3 0,2 2 0,2 4 0,2-5 0,0 3 0,8-8 0,3 2 0,10-4 0,2-2 0,6-7 0,-6-5 0,6-3 0,-6-2 0,3-2 0,-8-3 0,3-7 0,-10-11 0,4-11 0,3-10 0</inkml:trace>
  <inkml:trace contextRef="#ctx0" brushRef="#br0" timeOffset="11">20151 344 8912,'18'0'0,"-9"-2"0,-3-4 0,3 4 0,3-3 0,-3 5 0,3 5 0,-1 5 0,7 7 0,5 8 0,-1 4 0,9 11 0,-2 6 0,1 5 0,-1 6 0,2 3 0,-8 3 0,3 4 0,-7-4 0,-5 5 0,-5 7 0,-7-6 0,-13-1-414,-8-6 0,-23-11 1,-2 1-1</inkml:trace>
  <inkml:trace contextRef="#ctx0" brushRef="#br0" timeOffset="12">17415 1049 8912,'-2'-12'0,"-2"1"0,-1-3 0,1-1 0,2-2 0,0 2 0,-2 1 0,-2 3 0,1-1 0,5-5 0,2 2 0,3 3 0,5 9 0,0 6 0,5 9 0,-4 11 0,5 6 0,1 3 0,0 8 0,0 0 0,-5 6 0,-3-6 0,1-2 0,-1-1 0,1-5 0,1-3 0,-3-4 0,-8-8 0,0 0 0,0 0 0,0-9 0,0-8 0,-8-10 0,-3-13 0,-2-3 0,-1-9 0,5 1 0,1 0 0,-4-1 0,7 1 0,-1 1 0,6 5 0,0 1 0,0 4 0,0 10 0,2-5 0,4 5 0,5 3 0,10 3 0,2 7 0,6 2 0,-6 3 0,5 11 0,-5 7 0,6 1 0,-6-1 0,0-3 0,-8 2 0,-1-2 0,-3-3 0,-1 0 0,1 0 0,-3-5 0,-8-1 0,0-7 0,0 4 0,0-10 0,0-4 0,0-6 0,0-3 0,0-8 0,0 0 0,6-7 0,-1 1 0,3 4 0,-2 2 0,-4-3 0,11 6 0,-7-2 0,1 10 0,-1 6 0,-2 4 0,5 4 0,-1 4 0,-4 6 0,4 3 0,-3 2 0,7-6 0,-7 1 0,3-3 0,-2 3 0,-2 1 0,7-7 0,-7 7 0,11-11 0,-11 6 0,8-8 0,1 0 0,-3 0 0,1 0 0,-7-2 0,2-4 0,1 3 0,-1-9 0,5 6 0,-5-5 0,2 7 0,-4-4 0,1 1 0,9 5 0,-7-8 0,5 5 0,-3 3 0,-3-4 0,-2 4 0,7 2 0,-5 0 0,6 0 0,-1 0 0,6 0 0,1 0 0,-7 0 0,1 0 0,-7 0 0,7 0 0,-1 0 0,6 0 0,-7 0 0,5 0 0,-3 0 0,-5 0 0,9 0 0,-12 2 0,7 4 0,-7-3 0,3 7 0,-1 0 0,0-1 0,2-3 0,-3 5 0,-3 1 0,6 5 0,-8 0 0,0-7 0,-2-3 0,-4-9 0,-5-3 0,-6-7 0,-6-11 0,-4-11 0,-8-10 0</inkml:trace>
  <inkml:trace contextRef="#ctx0" brushRef="#br0" timeOffset="13">18086 671 8912,'10'-2'0,"-4"-4"0,3 4 0,3-4 0,3 4 0,2 2 0,6 0 0,0 0 0,8 0 0,-5 0 0</inkml:trace>
  <inkml:trace contextRef="#ctx0" brushRef="#br0" timeOffset="14">18000 1737 8912,'-17'-18'0,"6"3"0,1 2 0,2 1 0,3 6 0,7-3 0,3 1 0,7 3 0,11 5 0,5-2 0,5-4 0,1 4 0,1-2 0,-1 6 0,1 4 0,-3 7 0,-3-1 0,-2 5 0,-8 4 0,0 4 0,-4 1 0,-3-3 0,-1 6 0,-3-6 0,-8 6 0,-2-1 0,-4 5 0,-5-3 0,-5-1 0,-7-6 0,0 6 0,0-10 0,6-2 0,0-2 0,0-9 0,1-2 0,5-10 0,-2-6 0,7-10 0,0-7 0,8-13 0,2-8 0,2-5 0,13-8 0,-2 5 0,4 1 0,-4 6 0,2 7 0,4 3 0,-6 7 0,3 7 0,-9 8 0,-3 6 0,-3 9 0,-12 4 0,3 10 0,-7 9 0,-3 4 0,1 5 0,1 12 0,-1-1 0,7 5 0,2-1 0,2 1 0,2-5 0,0 1 0,8 2 0,4-2 0,10-8 0,7-9 0,6-11 0,5-7 0,4-3 0,9-5 0,3-9 0,1-11 0,0-15 0,-5-14 0,0-9 0</inkml:trace>
  <inkml:trace contextRef="#ctx0" brushRef="#br0" timeOffset="15">8536 963 8912,'-37'-2'0,"-3"-4"0,-6-3 0,-2-1 0,2 4 0,8 6 0,6 8 0,3 9 0,6 8 0,-2 9 0,4 3 0,6 3 0,9 4 0,0 7 0,4 3 0,2 3 0,10-3 0,5 5 0,6-2 0,0 0 0,4 8 0,0-3 0,0-1 0,0-4 0,-2-4 0,-6-1 0,-2-6 0,-1-2 0,-5-2 0,-1-4 0,-4-9 0,-10-6 0,-11-12 0,-18-3 0,-9-8 0</inkml:trace>
  <inkml:trace contextRef="#ctx0" brushRef="#br0" timeOffset="16">8071 1754 8912,'9'0'0,"7"0"0,-5 0 0,-1-6 0,1 0 0,3-7 0,9 1 0,7-3 0,8-2 0,6-6 0,8 0 0,7-6 0,4 7 0,2-5 0,-2 8 0,-7 3 0,-8 1 0,1 0 0,-5-2 0</inkml:trace>
  <inkml:trace contextRef="#ctx0" brushRef="#br0" timeOffset="17">9000 1358 8912,'-8'10'0,"5"3"0,-9-7 0,6 2 0,-5-3 0,0 7 0,1 3 0,-3 8 0,7 0 0,0 7 0,6-1 0,0 4 0,0 1 0,2-2 0,4-3 0,9 2 0,8-8 0,2-2 0,-2-8 0,4-3 0,-1-3 0,5-1 0,-8-6 0,0-8 0,-6-3 0,4-12 0,-4-6 0,4-3 0,-11-10 0,7-2 0</inkml:trace>
  <inkml:trace contextRef="#ctx0" brushRef="#br0" timeOffset="18">9293 1461 8912,'0'27'0,"0"-8"0,0-7 0,0-1 0,0 6 0,0 1 0,0-1 0,0 0 0,0 0 0,0 0 0,0 1 0,0-1 0,2 0 0,3 0 0,5-7 0,7-5 0,0-3 0,1-2 0,1-7 0,4-5 0,-4-9 0,4-2 0,-10-5 0,-3 3 0,-3 0 0,-3 0 0,-2-4 0,-2 7 0,0-1 0,-8 7 0,-3 5 0,-4 3 0,-3 8 0,1 0 0,0 2 0,2 4 0,3 5 0,-3 5 0,13 1 0,-4 0 0,4-7 0,10 5 0,2-6 0</inkml:trace>
  <inkml:trace contextRef="#ctx0" brushRef="#br0" timeOffset="19">9602 1513 8912,'18'0'0,"-9"0"0,1 0 0,-4 0 0,-5 0 0,7 0 0,-6 0 0,4 0 0,-4 8 0,3 3 0,-1 6 0,2 6 0,-4-4 0,4 4 0,-5-4 0,-1-1 0,0-1 0,0 0 0,0 0 0,0 0 0,0-7 0,0-2 0,0-10 0,0-4 0,0-9 0,0-8 0,6-6 0,0 4 0,0-2 0,1-3 0,-3 5 0,8 2 0,-7 4 0,7 2 0,-6 0 0,5-1 0,1 9 0,5 1 0,0 8 0,0 2 0,0 4 0,1 3 0,-1 9 0,0-7 0,0 1 0,0-1 0,1 6 0,-1-7 0,0-3 0,0-7 0,0 0 0,1 0 0,-7 0 0,1 0 0,-1-7 0,4-3 0,-3-7 0,1 0 0,-7 0 0,0-1 0,-6 1 0,0 0 0,0 0 0,0 7 0,7 3 0,-3 12 0,8 1 0,-3 7 0,5-1 0,-3 3 0,2 2 0,-3 1 0,1-1 0,1 0 0,-1-6 0,1 1 0,-8-8 0,9 1 0,-7-10 0,-2-7 0,-2-9 0,-2-2 0,0 0 0,0 6 0,1 0 0,5 0 0,-4 0 0,4-1 0,-4 1 0,5 0 0,3 0 0</inkml:trace>
  <inkml:trace contextRef="#ctx0" brushRef="#br0" timeOffset="20">10446 1427 8912,'17'17'0,"-6"-1"0,1-5 0,-8-3 0,3-8 0,-7 0 0,0 0 0,6-2 0,0-4 0,7 2 0,-1-7 0,3-3 0,2-1 0,0-4 0,1-4 0,-9 4 0,-3-4 0,1 4 0,-1 2 0,-2-1 0,-10 3 0,-5 4 0,-4-3 0,-3 9 0,-1 1 0,-4 10 0,4 5 0,-4 12 0,6-2 0,6 8 0,-3-1 0,8 7 0,1 1 0,5 2 0,0 4 0,0 2 0,7-6 0,5 2 0,11-3 0,5-3 0,7-9 0,5-8 0,4-2 0,8-9 0,-7-8 0,-2-9 0,-7-4 0,2-18 0,-11-3 0</inkml:trace>
  <inkml:trace contextRef="#ctx0" brushRef="#br0" timeOffset="21">10893 1289 8912,'-2'12'0,"-4"-1"0,5 1 0,-1 5 0,7 0 0,9 2 0,-3 2 0,5 2 0,1-2 0,6 4 0,0-2 0,1 6 0,-1-6 0,-2 0 0,8-6 0,-8-2 0,2-2 0,-4-3 0,-2-2 0,1-3 0,-1-5 0,0-7 0,0-3 0</inkml:trace>
  <inkml:trace contextRef="#ctx0" brushRef="#br0" timeOffset="22">11272 1289 8912,'5'12'0,"1"-1"0,-2 3 0,-2 3 0,-2 6 0,-8 4 0,-3 7 0,-5 8 0,-1 4 0,0 5 0,0 7 0,5-5 0,1 5 0,7-1 0,-2-6 0,4-3 0,2-13 0,2-11 0,4-6 0,4-3 0,7-9 0,0-8 0,0-15 0,0-10 0</inkml:trace>
  <inkml:trace contextRef="#ctx0" brushRef="#br0" timeOffset="23">12201 1152 8912,'-12'0'0,"1"0"0,0 0 0,-7 8 0,1 1 0,2 8 0,3 1 0,7-1 0,3 0 0,2 0 0,15 0 0,4 0 0</inkml:trace>
  <inkml:trace contextRef="#ctx0" brushRef="#br0" timeOffset="24">12287 1719 8912,'-23'0'0,"0"0"0,2 0 0,2 0 0,2 0 0,7 0 0,18-15 0,11-4 0</inkml:trace>
  <inkml:trace contextRef="#ctx0" brushRef="#br0" timeOffset="25">21855 860 8912,'-17'5'0,"0"1"0,-1-2 0,11-2 0,7-2 0,11 0 0,10 0 0,0 0 0,8 0 0,2-2 0,1-4 0,8 2 0,-2-5 0,-3-1 0,-5 1 0,-1 5 0,6-2 0,-3-1 0,-3-1 0,-6-2 0,-4-1 0,-2-6 0</inkml:trace>
  <inkml:trace contextRef="#ctx0" brushRef="#br0" timeOffset="26">22096 1272 8912,'0'17'0,"0"1"0,0-1 0,0-8 0,8-9 0,3-11 0,4-4 0,4-3 0,4-1 0,6-4 0,4 4 0,1-4 0,0-3 0,-1-3 0,-4-5 0,-6-6 0,3-4 0,1-8 0</inkml:trace>
  <inkml:trace contextRef="#ctx0" brushRef="#br0" timeOffset="27">22492 653 8912,'0'10'0,"0"-1"0,0-3 0,7-4 0,3 6 0,9-6 0,6 3 0,9 7 0,3 5 0,9 6 0,-6 11 0,4 12 0,-2 6 0,-4 5 0,-9-2 0,-6 9 0,-12-3 0,-5 2 0,-6-2 0,-6-4 0,-5-11 0,-12 0 0,-4-8 0,-8-4 0,-7-7 0,-3-4 0,-13-11 0,-11-5 0,-9-7 0</inkml:trace>
  <inkml:trace contextRef="#ctx0" brushRef="#br0" timeOffset="28">21786 671 8912,'17'-18'0,"1"1"0,-3-2 0,-2-2 0,-1-2 0,-7 2 0,5 8 0,-2 1 0,-3 8 0,-5-1 0,-1 12 0,-5 12 0,-6 14 0,-11 9 0,-5 10 0,-5 12 0,-1 5 0,-1 2 0,1 0 0,0-3 0,-1 1 0,3 6-158,3-1 0,4-1 158,8-10 0,7-6 0,5-11 0,3-6 0,2-11 0,9-6 0,8-12 0,12-5 0,9-4 0,6-4 0,8-4 0,5-3 0,1-9 0,5 1 0,-6 0 0,8 6 0,-4-1 0,-1-1 0,-9-3 0,-7-5 0,-9 0 0,-1 0 0,0-2 0</inkml:trace>
  <inkml:trace contextRef="#ctx0" brushRef="#br0" timeOffset="29">24109 722 8912,'-17'6'0,"0"0"0,0-3 0,0-1 0,-1 0 0,1 2 0,0 2 0,0-1 0,-1-5 0,9 0 0,1 0 0,29-5 0,8-3 0,5-1 0,8 3 0,-1-6 0,6 1 0,-1-6 0,2 1 0,-2 5 0,-2-4 0,-4 3 0,-4-1 0,5 1 0,-11 5 0,-1 7 0,-8 0 0,2 0 0,-6 9 0,-5 9 0,-5 6 0,-7 11 0,-2 7 0,-3 4 0,-11 9 0,-7 2 0,-2 1 0,4-7 0,-2 1 0,2-1 0,4-7 0,6-4 0,-5-11 0,5-6 0,1-4 0,-1-2 0,5-7 0,-5-4 0,-1-6 0,-5-6 0,-8-11 0,-2-10 0</inkml:trace>
  <inkml:trace contextRef="#ctx0" brushRef="#br0" timeOffset="30">24041 722 8912,'0'17'0,"-2"-1"0,-4-5 0,4-1 0,-4-5 0,4 7 0,4 5 0,4 4 0,5 6 0,5 5 0,9 1 0,3 13 0,3 5 0,-1 6 0,-1-1 0,2-3 0,3-9 0,6-4 0,-3 0 0,3-5 0,-12-6 0,-5-18 0,-3-3 0,4-16 0,3-2 0</inkml:trace>
  <inkml:trace contextRef="#ctx0" brushRef="#br0" timeOffset="31">25297 756 8912,'11'0'0,"1"0"0,1 0 0,-3 0 0,1 0 0,1 0 0,5-1 0,0-5 0,-6 2 0,1-6 0,1 1 0,3-1 0,1 5 0,0-5 0,0 1 0,0-1 0,-5 0 0,-1-3 0,3 2 0,1-1 0,0-5 0,-3 0 0,-6 0 0,-4-1 0,-2 1 0,0 0 0,0 0 0,-6 5 0,0 1 0,-7 1 0,1-1 0,-3-4 0,-2 3 0,-1 4 0,1 3 0,0-3 0,0 2 0,-6 1 0,0 5 0,0 5 0,6 5 0,0 3 0,-1 6 0,1 12 0,0 3 0,5 8 0,1 10 0,7 1 0,-2 5 0,5 5 0,1 4 0,1 1 0,5 1 0,-2-8 0,7-3 0,1-7 0,5-5 0,-2-10 0,-3-7 0,-3-14 0,-3 2 0,-4-3 0,6-5 0,-8-10 0,0-17 0,-8-7 0,-1-9 0</inkml:trace>
  <inkml:trace contextRef="#ctx0" brushRef="#br0" timeOffset="32">25125 928 8912,'0'12'0,"0"-1"0,0-7 0,0 4 0,2-8 0,3 0 0,7 0 0,11 0 0,5-2 0,5-4 0,9-3 0,4-9 0,9 1 0,3 0 0,7-8 0,-4-2 0</inkml:trace>
  <inkml:trace contextRef="#ctx0" brushRef="#br0" timeOffset="33">26157 533 8912,'-17'-8'0,"0"5"0,0-7 0,-1 2 0,3 3 0,2-1 0,1 0 0,1 0 0,-6 6 0,-1 0 0,1 2 0,2 6 0,1 9 0,3 10 0,-1 13 0,-5 6 0,8 11 0,3 6 0,4 6 0,2 5 0,0 3 0,0 3 0,2-7 0,4-8 0,9-6 0,8-8 0,6-8 0,-6-9 0,7-13 0,-1-10 0,3-9 0,3 0 0,-1-6 0,8-24 0,2-1 0</inkml:trace>
  <inkml:trace contextRef="#ctx0" brushRef="#br0" timeOffset="34">26260 791 8912,'-17'9'0,"6"-1"0,-1-8 0,7 0 0,-7 0 0,8 0 0,-1 0 0,10-2 0,9-2 0,7-1 0,0-1 0,7 6 0,1 0 0,5 0 0,-5 8 0,0 3 0,-8 4 0,2 2 0,-4 1 0,-4-1 0,-3 2 0,-7 4 0,-3 4 0,-2 7 0,-2-5 0,-3-1 0,-11-1 0,-7 2 0,2-4 0,10-8 0,-4-2 0,3-4 0,5-3 0,-1-8 0,0-15 0,-1-4 0</inkml:trace>
  <inkml:trace contextRef="#ctx0" brushRef="#br0" timeOffset="35">26570 722 8912,'-9'-8'0,"-1"7"0,4-5 0,3 6 0,-9 6 0,8 5 0,-3 12 0,1 6 0,0 3 0,0 4 0,6 4 0,0-3 0,2 5 0,4-2 0,5 0 0,5-6 0,1-5 0,0-10 0,0-2 0,1-1 0,-1-11 0,0 1 0,0-6 0,0-15 0,1-4 0,-1-16 0</inkml:trace>
  <inkml:trace contextRef="#ctx0" brushRef="#br0" timeOffset="36">26639 464 8912,'11'10'0,"1"-5"0,-8-3 0,5 0 0,-3 4 0,-2-2 0,7 7 0,1 1 0,5 7 0,2 4 0,4 5 0,-2 7 0,8 5 0,-2 4 0,1 7 0,-3 3 0,-8 3 0,-1-1 0,-5 7 0,-3-8 0,-8 2 0,-2-11 0,-4-6 0,-2-11 0,-3-6 0,-4-6 0,3-5 0,5-7 0,1-10 0,12-13 0,3-8 0</inkml:trace>
  <inkml:trace contextRef="#ctx0" brushRef="#br0" timeOffset="37">27568 705 8912,'-9'17'0,"-1"-7"0,4-5 0,5-3 0,-7-2 0,16-5 0,3-1 0,12 0 0,6 4 0,5-2 0,6-1 0,-3-1 0,3 6 0,-4-2 0,-2-4 0,7 4 0,-1-3 0,-6 3 0,-5 2 0,-8 0 0,2 0 0,-12 0 0,5-8 0,-7-1 0</inkml:trace>
  <inkml:trace contextRef="#ctx0" brushRef="#br0" timeOffset="38">27775 1135 8912,'-23'5'0,"0"1"0,2-2 0,9-2 0,9-4 0,14-4 0,12-5 0,8-10 0,3-2 0,8-6 0,4 6 0,-2-5 0,2 5 0,-6-6 0,6 6 0,-8-2 0,2 2 0,4-3 0,0-9 0</inkml:trace>
  <inkml:trace contextRef="#ctx0" brushRef="#br0" timeOffset="39">28704 653 8912,'-23'6'0,"-2"0"0,0-2 0,1-2 0,-5-2 0,6 0 0,-6 7 0,6 5 0,0 3 0,6 4 0,0 2 0,0 2 0,7 8 0,4-3 0,6 5 0,6 1 0,6 0 0,11 1 0,-2-8 0,7-5 0,1-4 0,3-7 0,-1-5 0,-2-4 0,-2-4 0,1-4 0,3-9 0,-8-8 0,0-8 0,-6 3 0,0-3 0,0 2 0,-7-3 0,-4 3 0,-6-3 0,-6-3 0,-6 3 0,-9 3 0,-5 6 0,-7 4 0,3 2 0,-11 0 0,-1 7 0,2 5 0,6 10 0,5 7 0,6 5 0,-6 6 0,16 4 0,-2-1 0,15-1 0</inkml:trace>
  <inkml:trace contextRef="#ctx0" brushRef="#br0" timeOffset="40">21442 4728 8912,'8'-11'0,"3"-1"0,3-1 0,-3-2 0,-5-3 0,-4 1 0,-2 0 0,0 0 0,0 0 0,0-1 0,0 1 0,-2 8 0,-2 1 0,-2 0 0,-7 6 0,1-1 0,-3 6 0,-2 9 0,0 11 0,-6 7 0,0 16 0,-8 2 0,2 15 0,-3 4 0,-2 5 0,5 1 0,0 7 0,8 4-168,-2 2 1,12-5 167,5-18 0,4-6 0,2-11 0,10-6 0,7-11 0,10-8 0,5-8 0,10-7 0,4-12 0,2-11 0,-2-12 0,2-1 0,-4-7 0,5-5 0,7-2 0</inkml:trace>
  <inkml:trace contextRef="#ctx0" brushRef="#br0" timeOffset="41">22251 4866 8912,'-12'-2'0,"1"-2"0,-3-2 0,-1 0 0,-2 6 0,-2 2 0,-2 4 0,-2 6 0,-8 10 0,1 5 0,-7 8 0,7 1 0,3 4 0,4 2 0,6 4 0,7 2 0,6-8 0,8-2 0,8-2 0,11-11 0,5-8 0,7-7 0,5-10 0,-2-2 0,8-4 0,-6-11 0,4-14 0,-2-7 0,6-6 0,-4-7 0</inkml:trace>
  <inkml:trace contextRef="#ctx0" brushRef="#br0" timeOffset="42">22629 4745 8912,'-7'-17'0,"3"2"0,-8 3 0,7-1 0,-7 7 0,8 8 0,-1 10 0,1 11 0,0 7 0,-2 6 0,2 5 0,-3 6 0,1-1 0,-2-2 0,3 2 0,1-6 0,-8 6 0,7-2 0,-5 2 0,1-8 0,-1-8 0,6 1 0,-2-8 0,5 0 0,1-14 0,0-5 0,0-13 0,1-10 0,5-6 0,6-6 0,5-7 0,6-2 0,-4 5 0,4 7 0,-4 5 0,-2-6 0,0 14 0,1-2 0,-1 5 0,0 1 0,0 5 0,-1 12 0,-5 5 0,2 7 0,-7 4 0,6-1 0,-7 8 0,7-6 0,-6 6 0,7-8 0,-2 2 0,10-4 0,4-4 0,0-4 0,0-5 0,6-12 0,-3-5 0,12-12 0,4-4 0</inkml:trace>
  <inkml:trace contextRef="#ctx0" brushRef="#br0" timeOffset="43">23232 4986 8912,'-17'0'0,"-1"0"0,-1 2 0,-2 2 0,-4 1 0,-1-1 0,3 0 0,-6 2 0,6-2 0,-6 7 0,8 1 0,-2 5 0,6 2 0,6 4 0,3-4 0,8 6 0,0-2 0,0 0 0,0 0 0,0-6 0,8-2 0,3-4 0,4 3 0,3-8 0,-1-1 0,0-5 0,0-2 0,0-3 0,1-5 0,-1-7 0,0 0 0,0 0 0,0-6 0,1 0 0,-3 0 0,-4 6 0,3 5 0,-8 1 0,7-1 0,-11 3 0,13 1 0,-13 10 0,4 4 0,-4 5 0,-2 4 0,0 3 0,5-1 0,1 0 0,8 0 0,-3 0 0,4-1 0,3-5 0,4-3 0,1-8 0,2 0 0,-4-2 0,2-4 0,-2-5 0,-3-5 0,-7-1 0,4 0 0,-3 0 0,-5 0 0,-1-1 0,-2 1 0,0 0 0,2 0 0,-1 7 0,-5 5 0,0 10 0,-2 5 0,-3 7 0,3 0 0,-4 0 0,4 6 0,2 0 0,6 6 0,1-4 0,1 0 0,0-1 0,5-1 0,-1-6 0,-3-5 0,3-1 0,-1-7 0,1 2 0,-1-12 0,-7-3 0,11-16 0,-5-2 0</inkml:trace>
  <inkml:trace contextRef="#ctx0" brushRef="#br0" timeOffset="44">23593 4728 8912,'-25'0'0,"-2"0"0,1 0 0,3 0 0,4 8 0,1 3 0,1 5 0,0 1 0,7 0 0,5 0 0,3 0 0,2 0 0,7-5 0,5-1 0,3-7 0,2 2 0,1-4 0,-1-2 0,-6-6 0,1 0 0,-8-7 0,11 3 0,-13-7 0,-2 8 0,-10 1 0,-7 8 0,7 8 0,3 1 0,7 8 0,7 1 0,3-1 0</inkml:trace>
  <inkml:trace contextRef="#ctx0" brushRef="#br0" timeOffset="45">23920 4969 8912,'0'-10'0,"8"3"0,3 9 0,4 3 0,3 5 0,-3 9 0,-2 2 0,-1 2 0,-6 6 0,3-5 0,-1 3 0,-4 4 0,-2-1 0,-2-1 0,0-4 0,0-8 0,0 0 0,0-7 0,0-5 0,0-10 0,0-13 0,0-10 0,7-5 0,5-1 0,3 0 0,2-1 0,0 3 0,1 3 0,-3-2 0,-4 9 0,5 1 0,-5 9 0,4-1 0,3 7 0,-9 0 0,6-1 0,-5-3 0</inkml:trace>
  <inkml:trace contextRef="#ctx0" brushRef="#br0" timeOffset="46">24574 5020 8912,'10'0'0,"-3"0"0,-14-7 0,3 5 0,-8-4 0,7-2 0,-7 3 0,8 7 0,-3 7 0,7 8 0,0 1 0,0-1 0,5 0 0,1 0 0,2-2 0,-4-1 0,1-3 0,-1 3 0,6-7 0,-1 1 0,8-8 0,1 0 0,-1-8 0,0-3 0,0-4 0,0-5 0,-1-1 0,-5-1 0,5-1 0,-5 5 0,-3 7 0,-3-1 0,3 7 0,-2-7 0,1 8 0,-1-1 0,-4 5 0,4 5 0,1 5 0,-1 7 0,0 0 0,2 1 0,-5 1 0,9 4 0,-1-6 0,7 0 0,-7 0 0,0-5 0,1 1 0,5-2 0,0 3 0,1-8 0,-1-3 0,-6-6 0,1-3 0,-8-8 0,11-3 0,-6-9 0</inkml:trace>
  <inkml:trace contextRef="#ctx0" brushRef="#br0" timeOffset="47">23662 5192 8912,'11'-2'0,"1"-1"0,1-3 0,-5-8 0,0 13 0,-10 1 0,-2 11 0,-4 4 0,-1 3 0,5 1 0,-4 2 0,2 2 0,1-2 0,-3-2 0,2-2 0,4 0 0,-3 0 0,3 0 0,2 1 0,-6-7 0,0 1 0,1-9 0,5 5 0,0-10 0,1-4 0,3-5 0,2-4 0,5-3 0,-5 1 0,8-6 0,-3 0 0,-1 2 0,1 10 0,-5-4 0,5 3 0,-5 5 0,5 1 0,3 4 0,1 2 0,0 2 0,-3 4 0,5 3 0,0 8 0,2 0 0,10 1 0,7-1 0,8 0 0</inkml:trace>
  <inkml:trace contextRef="#ctx0" brushRef="#br0" timeOffset="48">25090 4814 8912,'10'-8'0,"-3"-1"0,-7-8 0,0 0 0,-1 11 0,-3 10 0,-2 11 0,-2 14 0,5-1 0,-3 7 0,2 5 0,2-4 0,2 6 0,0-2 0,0 0 0,0 0 0,0-5 0,0-1 0,0 1 0,6-9 0,0-3 0,5-9 0,-3-5 0,1-1 0,3-4 0,5-10 0,0-9 0,0-8 0,0-8 0,1 2 0,-1-3 0,0-2 0,-2-1 0,-3 1 0,1 7 0,-7 4 0,5 4 0,-5 2 0,0 7 0,-6 10 0,0 12 0,2 3 0,4 2 0,-4 6 0,3 0 0,-1 0 0,2-6 0,1 0 0,7 1 0,-3-3 0,3-4 0,1-1 0,2-4 0,0-5 0,1 5 0,-1-12 0,2 3 0,4-9 0,-4 1 0,4-6 0,-4-6 0,-2 0 0,1 0 0,-1 6 0,-6 5 0,1 1 0,-3 5 0,5-4 0,-3 3 0,-5 1 0,5 6 0,-7 0 0,11 0 0,-11 0 0,8 0 0,-8 0 0,5 0 0,-3 0 0,-4 0 0,5 0 0,-7-8 0,-2 6 0,-3-3 0,1-3 0,-8 2 0,1-1 0,-6 1 0,0 4 0,-1-4 0,-1 4 0,-2 2 0,-2 2 0,2 4 0,2-2 0,2 7 0,0-1 0,-1 1 0,7 5 0,0-5 0,1-1 0,-2 1 0,-3 1 0,4 5 0,3-6 0,2 1 0,-1-7 0,1 7 0,0-8 0,6 11 0,0-13 0,0 6 0,0-8 0,0 0 0,8 0 0,-6 7 0,7 1 0,-3 3 0,-2 5 0,7-5 0,-5-1 0,6 1 0,1-1 0,10 1 0,-4 2 0,4-7 0,4 0 0,0-6 0,1 0 0,1 0 0,0 0 0,5 0 0,-5-6 0,-1 0 0,-7-7 0,2 2 0,0-5 0,-6-1 0,-5 0 0,-3 0 0,-7 0 0,6-1 0</inkml:trace>
  <inkml:trace contextRef="#ctx0" brushRef="#br0" timeOffset="49">25933 4384 8912,'0'-17'0,"0"0"0,0 0 0,2-1 0,4 1 0,-2 8 0,9 3 0,6 4 0,2 6 0,14 7 0,3 10 0,14 20 0,-1 12 0,-1 16 0,-2 11 0,-24-36 0,-2 2 0,8 44 0,-15-42 0,-1 1 0,5 43-203,-12-44 1,-2 1-1,-7 41 203,-15 2 0,-10-12 0,-11-6 0,-5-5 0,-1-6 0,-1-4-57,-7-7 0,2-10 57,4-8 0,-1-3 0,6-14 0,1-3 0</inkml:trace>
  <inkml:trace contextRef="#ctx0" brushRef="#br0" timeOffset="50">23387 2785 8912,'-12'0'0,"1"-2"0,-3-3 0,5 1 0,-1-8 0,2-1 0,3-2 0,-3-2 0,6 7 0,-5 4 0,7 12 0,0 5 0,0 5 0,0 7 0,0 0 0,-2 7 0,-4-1 0,2 5 0,-5 6 0,1 8 0,4 7 0,-4 5 0,3 3 0,-1 4 0,6-4 0,0 3 0,0 3 0,0-8 0,0-3 0,0-12 0,0-6 0,0-2 0,2-2 0,2-1 0,1-9 0,3 1 0,-2-4 0,-4-6 0,3-5 0,5-1 0,-8 6 0,7-5 0,-3-1 0,-4-7 0,8 4 0,-5-8 0,5 0 0,7 0 0,-5 0 0,-1 0 0,1 0 0,5 0 0,0 0 0,0 0 0,2 0 0,4 0 0,2 5 0,4 1 0,3 6 0,-3-5 0,4 3 0,1 3 0,8-3 0,4 1 0,-2 1 0,2 5 0,-6-6 0,6 1 0,0-1 0,5 6 0,-7-7 0,-4-4 0,3 1 0,-3-1 0,-2-2 0,-2-2 0,-3-2 0,-5 0 0,5 0 0,-4 0 0,-3 0 0,3 0 0,0 0 0,5 0 0,-5 0 0,0 0 0,-1 6 0,7-1 0,-1-1 0,0-2 0,1-2 0,-1 0 0,3 0 0,3 0 0,-4 0 0,4 0 0,-3-6 0,-3 1 0,0-7 0,1 6 0,-8-5 0,-4 5 0,1-2 0,-1 3 0,2 3 0,-2-4 0,-4 4 0,4 2 0,-4 0 0,-1 0 0,-1 0 0,0 0 0,0 0 0,0 0 0,2 0 0,4 0 0,-3 0 0,3 0 0,1 0 0,-1 0 0,6 0 0,-6 0 0,6 0 0,-6 0 0,-2 0 0,-2 0 0,4 0 0,0 0 0,0 0 0,-6 0 0,0 0 0,0 0 0,0 0 0,1 0 0,-1 0 0,0-2 0,0-2 0,0-1 0,1-1 0,-1 6 0,0 0 0,-5-2 0,-1-4 0,0 4 0,1-11 0,-1 7 0,-5 1 0,6 5 0,-7-6 0,7-2 0,1-1 0,-5 5 0,1-10 0,-3 9 0,-4-9 0,11 5 0,-7-8 0,6-1 0,-7 1 0,9-2 0,-3-4 0,5 2 0,1-7 0,0 1 0,-2-4 0,-1 5 0,-3 1 0,1-4 0,5 6 0,-2-7 0,-3 1 0,1 4 0,-7 2 0,-1-2 0,-5 2 0,0-5 0,0 5 0,0-8 0,0 3 0,0-5 0,0-1 0,0-1 0,0 1 0,0 0 0,0-1 0,0 1 0,0-1 0,-5 3 0,-1 3 0,0 4 0,6 8 0,-7 0 0,5 0 0,-6 2 0,0 3 0,5 3 0,-9 3 0,8 4 0,-11-13 0,11 13 0,-7-4 0,7-4 0,-11 9 0,11-9 0,-8 6 0,-1-2 0,3 1 0,-1 5 0,-1-2 0,-5-4 0,0 4 0,0-4 0,-2 4 0,-4 2 0,2 0 0,-8 0 0,6-5 0,-6-1 0,3 0 0,-3 6 0,-4 0 0,5 0 0,-5-2 0,-1-3 0,3 3 0,-3-4 0,1 4 0,-13 2 0,0 0 0,-5 0 0,-1-2 0,1-4 0,-3 5 0,-1-7 0,-1 2 0,6 0 0,-1-1 0,5 1 0,-4 4 0,-1-4 0,5-1 0,0 1 0,8-2 0,-3 3 0,-3 1 0,0-6 0,0 3 0,4 3 0,-2-4 0,2 2 0,-2 1 0,2 5 0,4 0 0,-5 0 0,5 0 0,2 0 0,-3 5 0,-1 3 0,-2 0 0,2-1 0,1 5 0,3-6 0,0 1 0,-1-1 0,-5-4 0,0 4 0,0-4 0,5-2 0,1 5 0,-1 1 0,3-2 0,3-2 0,4-2 0,8 0 0,0 2 0,0 3 0,0-3 0,7 8 0,4-4 0,2-5 0,-1 5 0,3-2 0,-4 2 0,4-4 0,0 7 0,-4-3 0,5-4 0,-7 7 0,8-3 0,0-4 0,0 6 0,0-8 0,0 0 0,0 7 0,0-3 0,0 8 0,0 1 0,8 2 0,1 2 0</inkml:trace>
  <inkml:trace contextRef="#ctx0" brushRef="#br0" timeOffset="51">26192 3473 8912,'-6'11'0,"-2"1"0,-1 1 0,-3-5 0,5 0 0,7-8 0,7 0 0,10 0 0,3 0 0,2 0 0,7-2 0,9-2 0,4-2 0,2 2 0,10 0 0,9-1 0,4 1 0,4-6 0,3 1 0,7-1 0,3 1 0,2-3 0,-15-1 0,-8 7 0,-10-5 0,-7 5 0,-12-5 0,-11 5 0,-11 0 0,-12 6 0,-12 0 0,5 0 0,-9 0 0,13 0 0,-9 0 0,8-15 0,-3-4 0</inkml:trace>
  <inkml:trace contextRef="#ctx0" brushRef="#br0" timeOffset="52">27362 3009 8912,'27'0'0,"-4"-2"0,-4-4 0,-2-5 0,2 3 0,4 2 0,-4-1 0,4 1 0,4 2 0,1 10 0,-1 5 0,2 12 0,1 6 0,3 3 0,-1 10 0,-3 4 0,2 4 0,-8 2 0,-6-1 0,-6 1 0,1-1 0,-3 1 0,-1-3 0,-8-3 0,0-4 0,0-7 0,-6-3 0,1-3 0,-9-12 0,5-25 0,-9-11 0</inkml:trace>
  <inkml:trace contextRef="#ctx0" brushRef="#br0" timeOffset="53">28893 2871 8912,'-11'-2'0,"-1"-1"0,-1-3 0,-2 0 0,-2 6 0,-1 0 0,7 2 0,-1 4 0,-3 5 0,-6 4 0,2 5 0,-4 2 0,4-2 0,2 4 0</inkml:trace>
  <inkml:trace contextRef="#ctx0" brushRef="#br0" timeOffset="54">28584 3181 8912,'0'42'0,"0"-6"0,0 6 0,0-9 0,0-5 0,2-3 0,3-8 0,5-1 0,7-5 0,0-5 0,0-4 0,1-2 0,5-10 0,1-7 0,1-10 0,0-5 0,4-10 0,-6-4 0,2-6 0,-2-5 0,-12 1 0,1-7 0,-3 0 0,-3-5 0,-8-1 0,-10 0 0,-5 2 0,-6 4 0,2 6 0,-7 11 0,7 6 0,-2 11 0,3 8 0,3 8 0,8 5 0,1 16 0,8 3 0,0 12 0,2 6 0,4 3 0,5 3 0,12-1 0,6 1 0,9-9 0,2-3 0,8-4 0,-4-1 0</inkml:trace>
  <inkml:trace contextRef="#ctx0" brushRef="#br0" timeOffset="55">29565 2820 8912,'0'-18'0,"0"1"0,0 0 0,0 0 0,0 0 0,-2 7 0,-4 4 0,2 10 0,-7 4 0,-1 3 0,3 8 0,-7 1 0,5 8 0,-5 3 0,1 7 0,2 4 0,1 2 0,7 4 0,-7 9 0,8-3 0,-1 3 0,3-11 0,4-6 0,3-4 0,7-2 0,3-9 0,2-8 0,8-7 0,4-10 0,-2-2 0,1-4 0,3-7 0,1-8 0,3-6 0,-1-7 0,-7-2 0,-4-5 0,-4 3 0,-2-8 0,-1 8 0,-5-4 0,-5 2 0,-4 0 0,-10 0 0,-3 5 0,-11 3 0,0 3 0,-9 10 0,2 8 0,4 7 0,2-2 0,-1 6 0,1 6 0,0 3 0,5 9 0,1 5 0,0 0 0,2 5 0,1-5 0,3-2 0,7 6 0,-4 0 0</inkml:trace>
  <inkml:trace contextRef="#ctx0" brushRef="#br0" timeOffset="56">29461 3043 8912,'-17'17'0,"0"-1"0,0-5 0,7-3 0,2-10 0,8-4 0,2 4 0,4-4 0,6 3 0,10-3 0,5 2 0,8-7 0,-1 5 0,1-6 0,1 7 0,4-7 0,-4 7 0,4-7 0,3 6 0,-3-5 0,-2 7 0,-9-2 0,3-3 0,-15 5 0,1-8 0,-17 9 0,-10-5 0</inkml:trace>
  <inkml:trace contextRef="#ctx0" brushRef="#br0" timeOffset="57">29220 3301 8912,'-34'10'0,"1"3"0,5-7 0,3 1 0,8-1 0,7-4 0,4 6 0,12-8 0,6 0 0,11 0 0,3 0 0,9 0 0,-1-2 0,1-4 0,-1 4 0,0-4 0,1 3 0,-1-3 0,1 2 0,-1-7 0,0-1 0,1-5 0</inkml:trace>
  <inkml:trace contextRef="#ctx0" brushRef="#br0" timeOffset="58">30098 3232 8912,'-17'10'0,"0"-4"0,-1-4 0,9-1 0,3 5 0,-2-2 0,3 7 0,1 5 0,2 5 0,2-2 0,0 4 0,0 3 0,0 3 0,0-2 0,0 2 0,0-7 0,0 7 0,0-2 0,0 2 0,8-5 0,-7-6 0,15-9 0,-7-1 0</inkml:trace>
  <inkml:trace contextRef="#ctx0" brushRef="#br0" timeOffset="59">30253 2992 8912,'-8'9'0,"4"-1"0,-7-8 0,9 0 0,2 0 0,8 0 0,9 0 0,2 0 0,4 0 0,-2 2 0,8 2 0,-1 3 0,-1 3 0,0 1 0,-6 6 0,0 2 0,-6 4 0,1 2 0,-11 4 0,-1 3 0,-10-5 0,-7 2 0,-8-1 0,-4 1 0,-4 5 0,-3-7 0,3-4 0,-1-4 0,1-2 0,4-1 0,8-5 0,2-7 0,3-8 0,4-13 0,8-10 0</inkml:trace>
  <inkml:trace contextRef="#ctx0" brushRef="#br0" timeOffset="60">30683 2940 8912,'-17'-8'0,"0"6"0,-1-3 0,1 3 0,0 2 0,0 7 0,0 7 0,1 7 0,5 8 0,-3 5 0,9 4 0,1 4 0,2 2 0,2-4 0,0 6 0,13-8 0,5 2 0,3-5 0,3-7 0,3-5 0,8-11 0,-7 1 0,1-7 0,-6 0 0,6-6 0,-8-2 0,2-4 0,-4-4 0,-2-7 0,0-6 0,0 0 0,-1-7 0,-5 1 0,3-5 0,-9-6 0,7 5 0,-7 1 0,-1 9 0,-2 6 0,4 2 0,0 0 0,-1 5 0,-5 1 0,0 7 0,0-2 0,0 12 0,0 9 0,0 8 0,0 2 0,0-2 0,0 2 0,0 3 0,0 3 0,0-8 0,0 5 0,0-5 0,0-2 0,0-2 0,0-1 0,0-1 0,0-6 0,0 1 0,0-8 0,0-12 0,0-11 0</inkml:trace>
  <inkml:trace contextRef="#ctx0" brushRef="#br0" timeOffset="61">31027 2785 8912,'-17'0'0,"0"0"0,0 0 0,-1 0 0,1 0 0,0 0 0,0 6 0,0 0 0,5 5 0,1-5 0,7 7 0,-4-3 0,10-1 0,4-3 0,5-4 0,-1-2 0,1 0 0,-7 0 0,4 0 0,-8 0 0</inkml:trace>
  <inkml:trace contextRef="#ctx0" brushRef="#br0" timeOffset="62">28704 3937 8912,'-15'2'0,"1"2"0,3 2 0,-2-2 0,-3-3 0,-1-1 0,6 0 0,1-1 0,2-5 0,3 4 0,12-8 0,7 6 0,7-1 0,7 1 0,13 2 0,4 2 0,9 2 0,9 4 0,10-4 0,18 3 0,-42-1 0,2 0-62,6-1 0,1 0 1,0 0-1,2-1 1,7-1-1,2-2 1,1 1-1,1 0 62,2 1 0,0-2 0,0-1 0,1-1-196,1 0 0,-1 0 0,-12-3 0,-3-1 196,-9 1 0,-3 0 0,20-3 0,-21-3 0,-21 8 0,-8-1 0,-11 1 0,-1-2 0,-5 4 0,-5-4 0,3 4 0,-14 2 0,7 0 0</inkml:trace>
  <inkml:trace contextRef="#ctx0" brushRef="#br0" timeOffset="63">30408 3851 8912,'-12'0'0,"1"0"0,-1 0 0,-11-5 0,0-1 0,2 2 0,-5 10 0,-3 5 0,-4-3 0,-1-1 0</inkml:trace>
  <inkml:trace contextRef="#ctx0" brushRef="#br0" timeOffset="64">28859 4539 8912,'0'17'0,"-2"-7"0,-4-5 0,-3-3 0,-8-2 0,-1 0 0,7 0 0,-1-2 0,-1-3 0,-2 3 0,-3-6 0,3 10 0,2 4 0,1 5 0,1 6 0,-6 6 0,-2 8 0,-4 7 0,9 6 0,-3 8 0,11 1 0,1 3 0,3 1 0,2-2 0,2-3 0,3-6 0,7-12 0,11-11 0,-2-6 0,7-5 0,-1-5 0,2-7 0,3-9 0,-3-8 0,4-10 0,1-13 0,-2-4 0,-3-8 0,-6-1 0,-11-3 0,-7-5 0,-3-6 0,-6 8 0,-7-10 0,-10-1 0,-17-5 0,-4 3 0,-2 1 0,3 17 0,-4 9 0,12 10 0,-1 12 0,11 2 0,0 15 0,11 5 0,7 12 0,3 4 0,2 20 0,2-5 0,3 10 0,12 2 0,12-1 0,2-3 0,-3-10 0,5-3 0,-6-8 0</inkml:trace>
  <inkml:trace contextRef="#ctx0" brushRef="#br0" timeOffset="65">29461 4556 8912,'-11'-11'0,"-1"1"0,1 1 0,1-1 0,-5 6 0,5 0 0,-1 8 0,-1 8 0,3 11 0,-3 5 0,-3 7 0,4 5 0,3 4 0,2 7 0,4 1 0,2-1 0,0 1 0,0 0 0,8-10 0,3-8 0,5-9 0,1-6 0,0-4 0,0-3 0,6-7 0,0-10 0,2-7 0,-2-11 0,4-5 0,5-11 0,-1-3 0,-2-1 0,-8-3 0,2-6 0,-6-3 0,-6 3 0,-5-3 0,-12 9 0,-5 4 0,-12 2 0,-6 5 0,-3 7 0,-5 10 0,-3 13 0,4 7 0,-4 9 0,9 2 0,2 16 0,8 0 0,-2 5 0,12 1 0,5-1 0,4-2 0,2-3 0,0 4 0,0-7 0</inkml:trace>
  <inkml:trace contextRef="#ctx0" brushRef="#br0" timeOffset="66">29306 4883 8912,'-24'9'0,"-3"-3"0,0-4 0,10-2 0,5 0 0,12 0 0,8 0 0,13-2 0,8-4 0,5-3 0,6-8 0,4-1 0,8 1 0,-6 2 0,0 4 0,-2-5 0,1 5 0,-2 1 0,-9-1 0,0 7 0,8-19 0,2 4 0</inkml:trace>
  <inkml:trace contextRef="#ctx0" brushRef="#br0" timeOffset="67">30046 4763 8912,'-17'7'0,"2"3"0,3 7 0,5 0 0,7 0 0,0 6 0,0 0 0,0 8 0,0-3 0,0 5 0,0 1 0,0-1 0,0-5 0,0 5 0,0-5 0,0-3 0,0-2 0,7-11 0,3-5 0,7-7 0</inkml:trace>
  <inkml:trace contextRef="#ctx0" brushRef="#br0" timeOffset="68">30872 4023 8912,'-9'8'0,"-6"-6"0,3 3 0,4-3 0,1-2 0,9 0 0,3 0 0,9 0 0,7 0 0,6-5 0,7-1 0,0 0 0,1 4 0,-3-2 0,-3-1 0,-4-1 0,0 6 0,1 0 0</inkml:trace>
  <inkml:trace contextRef="#ctx0" brushRef="#br0" timeOffset="69">30872 4419 8912,'-17'34'0,"0"-9"0,0-8 0,5-2 0,1-9 0,7 0 0,-4-6 0,16-2 0,5-4 0,6-5 0,4-5 0,2 5 0,-2-1 0,-2 1 0,8-6 0,-2 0 0,1-1 0,5 1 0,-6-15 0,7-5 0</inkml:trace>
  <inkml:trace contextRef="#ctx0" brushRef="#br0" timeOffset="70">31457 3972 8912,'-17'0'0,"6"0"0,-1 0 0,8-8 0,-1 6 0,10-4 0,5-1 0,7 1 0,8-2 0,4 4 0,1-1 0,-1 1 0,4-4 0,-5 3 0,-1-1 0,2 6 0,-8-6 0,2 0 0,-4 1 0,-2 5 0,-6-6 0,1 0 0,-1-15 0,7 2 0</inkml:trace>
  <inkml:trace contextRef="#ctx0" brushRef="#br0" timeOffset="71">31922 3593 8912,'-17'0'0,"0"0"0,-1 0 0,9-2 0,1-1 0,1-3 0,7 0 0,0 6 0,7 0 0,10 0 0,10 0 0,6 2 0,5 4 0,0 5 0,4 5 0,-2 1 0,1 0 0,-7 0 0,-7 0 0,-4 1 0,-6 4 0,-6 1 0,-3 8 0,0-20 0,1 5 0</inkml:trace>
  <inkml:trace contextRef="#ctx0" brushRef="#br0" timeOffset="72">32146 3886 8912,'-19'17'0,"-4"0"0,4 0 0,-14 0 0,6 1 0,1-1 0,1-8 0,8-3 0,1-6 0,5-6 0,3-11 0,8-10 0</inkml:trace>
  <inkml:trace contextRef="#ctx0" brushRef="#br0" timeOffset="73">32335 3559 8912,'-17'0'0,"0"0"0,-1 0 0,1-2 0,0-4 0,6 4 0,1-1 0,2 6 0,1 15 0,1 10 0,4 7 0,-4 5 0,4 4 0,2 7 0,2 7 0,4-1 0,6 0 0,9-7 0,3-4 0,3-6 0,2-11 0,5-7 0,1-10 0,-1-6 0,-5-4 0,0-2 0,-3-2 0,3-4 0,3-11 0,-5-18 0,8-9 0</inkml:trace>
  <inkml:trace contextRef="#ctx0" brushRef="#br0" timeOffset="74">32783 3748 8912,'-18'21'0,"1"-4"0,6 4 0,1-7 0,2 5 0,5 4 0,1 13 0,2-2 0,0 10 0,0-4 0,0 8 0,0-2 0,0 2 0,0-2 0,0-4 0,0-8 0,5 0 0,1 1 0,0-3 0,-6-3 0,0-10 0,0-7 0,-2-9 0,-4 3 0,4-19 0,-13-14 0,5-17 0</inkml:trace>
  <inkml:trace contextRef="#ctx0" brushRef="#br0" timeOffset="75">32714 3542 8912,'-18'0'0,"1"-8"0,0-3 0,2-5 0,3-1 0,7 0 0,3 6 0,2-1 0,0 8 0,7-3 0,5 7 0,3 9 0,2 8 0,0 2 0,1 10 0,-3 0 0,-4 5 0,-3 1 0,-8-1 0</inkml:trace>
  <inkml:trace contextRef="#ctx0" brushRef="#br0" timeOffset="76">31939 4780 8912,'-17'-8'0,"0"-3"0,0-3 0,-1 3 0,1 3 0,0 8 0,6 4 0,-1 7 0,1 3 0,-7 14 0,1 3 0,0 1 0,0 3 0,0-1 0,-3 6 0,-2 0 0,-5 8 0,-8-2 0,-1 4 0,-4 1 0,-12 7 0,-11-1 0,-13 0-237,33-31 1,0 0-1,-4 2 1,-2 1 236,-5 0 0,-1-1 0,5-1 0,1-2 0,-3-1 0,0-2 0,-1-3 0,-1-2 0,-3 2 0,0-2 0,-3-1 0,-1-1 0,-2 1 0,0-1 0,5-3 0,1 0 0,0 0 0,-1-1 0,4-1 0,-1-1 0,1 0 0,-1 0 0,-4-1 0,-2 1 0,-5-1 0,0 1 0,5 0 0,2-1 0,1 1 0,1-1 0,2 2 0,1 0 0,-1 0 0,-1 1 0,-4 1 0,-2 0 0,-6 2 0,0-1 0,3-2 0,2 1 0,-1 2 0,2 1 0,0-2 0,1 0 0,4 2 0,-1-1 0,-1-1 0,0-1 0,-2-3 0,1-1 0,4 1 0,2-1-129,1 1 1,2 0 0,2-1 0,1 1 128,-44 8 0,40-8 0,-1-1 0,-7 1 0,-1-1 0,1 1 0,0-1 0,-2 2 0,0 0 0,1 0 0,1 1 0,0 0 0,0 1 0,-6 3 0,-2 0 0,-9 0 0,-1-1 0,4-1 0,1 1-272,-2 0 1,1 0 0,2-2 0,2-1 271,1 4 0,0-1 0,-2-3 0,-1-1 0,0 1 0,1 1 0,6-3 0,3-1-35,8-2 0,-1-1 1,-1 1-1,0-2 0,0-2 1,1 0-1,-6 1 1,-1 1 34,-3 1 0,-2 0 0,3-2 0,0 0 0,1 2 0,0 1 0,-3 0 0,0 0-62,-2 2 0,-1 1 0,-4-1 0,0 1 62,-4-1 0,-1 1 0,4 3 0,1 1 0,2 1 0,-1 1 0,-4 1 0,-1 0 0,-1 1 0,1 0 0,1 0 0,1-1 0,5-1 0,0-1 0,2-1 0,0 0-86,8-1 1,0-1 0,-3-1 0,0-1 85,-3 3 0,0-1 0,3-1 0,2-1 0,4-1 0,1 0 0,1-2 0,-1-1 0,-3-2 0,-1 0 0,-1 1 0,-2 0 0,-3-1 0,0-1 0,0 1 0,0 0 0,6-3 0,0 0 0,-3 0 0,-1 0 0,4 0 0,0 0 0,-5 0 0,-2 0 0,-2 0 0,0 0 0,5-1 0,0 0 101,5-1 0,0-2 0,3 0 1,1-1-102,3-3 0,1-1 0,-45-9 0,4 1 0,6 0 67,6 0 1,9 0-1,6-1 1,-4 1-68,-3 0 0,-16 0 0,2 0 0,-4-1 305,4 1 1,2-8-306,3-3 0,5-5 0,7-1 0,6 0 0,0-1 0,-2 1 368,-2-1 0,6 3-368,3 3 0,12-3 341,6 3 1,12 2-342,5-1 0,4-1 0,3-5 0,5 1 0,5 5 0,-2-3 0,3 8 0,-7-6 258,6 6 0,-5-5-258,5 5 0,-7-6 47,1 6 0,-3-7 1,-2 1-1,0-3-47,-1-3 0,3 7 0,4-1 0,-5 8 0,5-2 0,3-2 0,2 2 0,-1 6 0,1 6 0,-7-1 0,1-5 0,5 7 0,-1 3 0,8 7 0,0 0 0,8 0 0,-5 2 0,9 3 0,-1-3 0,7 6 0,-1-8 0,0 0 0,0 8 0,0 1 0</inkml:trace>
  <inkml:trace contextRef="#ctx0" brushRef="#br0" timeOffset="77">18912 6104 8912,'10'0'0,"-4"0"0,-12 0 0,-9 0 0,-8 1 0,0 3 0,-2 2 0,6 0 0,-4-4 0,4 1 0,1 3 0,1 0 0,0-6 0,7 0 0,3-8 0,7-1 0</inkml:trace>
  <inkml:trace contextRef="#ctx0" brushRef="#br0" timeOffset="78">18861 5966 8912,'25'-40'0,"3"0"0,5-8 0,1 4 0,1-6 0,-1 5 0,-7 3 0,-6 9 0,-8 4 0,-7 6 0,3 4 0,-7 10 0,6 1 0,-8 8 0,0 2 0,0 4 0,0 5 0,4 5 0,7 1 0,1 2 0,11 4 0,4-2 0,1 7 0,7-7 0,5 2 0,0 2 0,12-2 0,-3 2 0,14-2 0,-5-4 0,3 2 0,-2-8 0,-9-5 0,-8-8 0</inkml:trace>
  <inkml:trace contextRef="#ctx0" brushRef="#br0" timeOffset="79">4027 9714 8912,'17'-11'0,"0"-1"0,-7 1 0,-3-6 0</inkml:trace>
  <inkml:trace contextRef="#ctx0" brushRef="#br0" timeOffset="80">4044 9611 8912,'0'-17'0,"-6"0"0,1-1 0,-7 7 0,6-1 0,-5 7 0,5-7 0,2-1 0,-3-2 0,1-3 0,0 9 0,6-6 0,0 13 0,0-6 0,0 8 0,0 0 0,0 8 0,0 3 0,0 4 0,8 3 0,1-1 0</inkml:trace>
  <inkml:trace contextRef="#ctx0" brushRef="#br0" timeOffset="81">4010 9663 8912,'0'34'0,"0"0"0,0 8 0,0-5 0,0 10 0,0-5 0,0 2 0,0 4 0,-6-4 0,0 2 0,-1-8 0,1 2 0,2-3 0,-8-3 0,9 0 0,-13-7 0,7-2 0</inkml:trace>
  <inkml:trace contextRef="#ctx0" brushRef="#br0" timeOffset="82">3924 10385 8912,'-2'24'0,"-4"5"0,-4 11 0,1-11 0,-1 11 0,5-11 0,3-3 0,-4 1 0,2-2 0,-2-4 0,4 6 0,-5-8 0,7 4 0,0-4 0,0-2 0,0 0 0,7 0 0,-5 1 0,12-7 0,-9 1 0,9-9 0,-10 11 0,7-8 0,-7-1 0,11 3 0,-11-4 0,8 7 0,-7-7 0,7 2 0,-7 1 0,7 1 0,1 0 0,3-1 0,-5 1 0,1-2 0,-1 1 0,6 5 0,6 3 0,0-3 0,-8-5 0,-7 1 0</inkml:trace>
  <inkml:trace contextRef="#ctx0" brushRef="#br0" timeOffset="83">4251 11072 8912,'22'6'0,"1"0"0,8 0 0,-4-6 0,1 5 0,1 1 0,-6 0 0,6-6 0,-1 0 0,-1 0 0,6-2 0,-5-4 0,5 4 0,-14-5 0,-4 7 0</inkml:trace>
  <inkml:trace contextRef="#ctx0" brushRef="#br0" timeOffset="84">4939 11055 8912,'42'0'0,"-6"0"0,6 0 0,-9 0 0,-4 0 0,5 0 0,0 0 0,-5 0 0,5 0 0,-3 0 0,3 0 0,1-6 0,-1 1 0,6-3 0,1 2 0,-1-1 0,-4-7 0,4 5 0,6 1 0,-4-3 0,-2 5 0,-9 0 0,-2 6 0,-1-6 0,7 1 0,-7-1 0,1 6 0,-8 0 0,2 0 0,-4 0 0,-2 0 0,1 0 0,-1 0 0,-6-6 0,1 1 0,-6-1 0,5 6 0,-5 0 0,5 0 0,-5 0 0,3-2 0,-1-4 0,6 4 0,-7-7 0,5 3 0,3-2 0,-4-3 0,-1-4 0,1 3 0,1-9 0,7-2 0,2 0 0,2-2 0,0 4 0,-6-7 0,6 5 0,0-6 0,0 6 0,-6-5 0,-5 7 0,-1-2 0,-7-2 0,4 0 0,-3-2 0,1-3 0,0 1 0,-6-5 0,0 1 0,0-13 0,0 0 0,0-5 0,-2-1 0,-4 1 0,2-1 0,-5 1 0,-1-1 0,1 0 0,3 9 0,-6 2 0,9 11 0,-3 1 0,-2 8 0,3-2 0,-1 4 0,6 2 0,-2 2 0,-4 3 0,4-3 0,-4 3 0,-3 5 0,7-8 0,-6 5 0</inkml:trace>
  <inkml:trace contextRef="#ctx0" brushRef="#br0" timeOffset="85">6281 9611 8912,'-2'-17'0,"-3"0"0,3 7 0,-6-5 0,2 5 0,0-7 0,-5 6 0,3-1 0,-1-1 0,-3-1 0,-5 3 0,-2-3 0,-4 9 0,2-7 0,-8 7 0,-1-3 0,-10 2 0,1 2 0,-7-7 0,6 5 0,-6-5 0,2-1 0,-1-5 0,-9 6 0,6-1 0,-1 1 0,-7 1 0,4-5 0,-5 3 0,-2 5 0,1 1 0,1-2 0,5 3 0,1-1 0,-1 6 0,-7 0 0,-2 0 0,-4 2 0,-4 4 0,4-3 0,-10 9 0,6-3 0,6 3 0,6 1 0,11-7 0,4 5 0,8-5 0,13 0 0,3-6 0,3 0 0,7 0 0,1 0 0,7 0 0,0 0 0,0 8 0,-6 1 0,0 8 0,-1 0 0,1 3 0,-4 2 0,1 7 0,-6 4 0,3 1 0,2 2 0,-1 4 0,0-1 0,-5 5 0,3-1 0,1 1 0,7-5 0,-7 1 0,8 2 0,-1-2 0,-3-4 0,2-1 0,0-11 0,6 11 0,0-10 0,0 3 0,-5-5 0,-1 6 0,0-8 0,6 2 0,0-10 0,0-1 0,0 1 0,0-3 0,0 1 0,0-7 0,0 3 0,0 1 0,-7 2 0,5-1 0,-6-1 0</inkml:trace>
  <inkml:trace contextRef="#ctx0" brushRef="#br0" timeOffset="86">4130 10350 8912,'-8'17'0,"7"1"0,-7-1 0,6-6 0,-4 1 0,4-1 0,-3 6 0,3-7 0,2-2 0,0-8 0,0 0 0,0-8 0,0 6 0,0-6 0,0 10 0,0 4 0,0 11 0,-23 10 0,-6 7 0</inkml:trace>
  <inkml:trace contextRef="#ctx0" brushRef="#br0" timeOffset="87">13302 11072 8912,'0'18'0,"0"-1"0,-2 0 0,-3 0 0,-3-5 0,-5-3 0,1-1 0,8-2 0,-5-6 0,3 0 0,4 0 0,-6-8 0,8 6 0,0-6 0,0 8 0,0 0 0,8 0 0,2 8 0,7 3 0,0 5 0,0 1 0,10 8 0,7 3 0,9 7 0,8 5 0,8-4 0,5 4 0,2-3 0,3-3 0,-2-7 0,-4-4 0,4-10 0,-4-1 0,-9-9 0,-2 3 0,-7 2 0,1-3 0,2 3 0,-8-2 0,8-2 0,-2 7 0,-2-5 0,2 5 0,0-1 0,5 1 0,-1 5 0,-4-5 0,-4 10 0,-6 2 0,1-2 0,-3-2 0,4-7 0,-7-1 0,5 0 0,4-1 0,6 3 0,-4-5 0,2 0 0,4-1 0,8-1 0,1-8 0,-2-4 0,-1-5 0,-4-4 0,-4-3 0,1 3 0,-7 2 0,-1 3 0,-3 3 0,-2-5 0,1 6 0,-1 1 0,1 5 0,-1 0 0,1 0 0,-7 0 0,1 0 0,0 5 0,5 1 0,0 2 0,1-2 0,-1-5 0,1 5 0,-1-4 0,1-2 0,3-8 0,-4-3 0,10 0 0,-9-7 0,5 9 0,0-14 0,-2 10 0,6-7 0,-2 9 0,-4 3 0,-1-3 0,-3 5 0,4-2 0,-1 5 0,-5-3 0,1 2 0,-3 0 0,-1-1 0,4 1 0,-5-8 0,-1 7 0,2-7 0,-6 1 0,5-7 0,-5 1 0,6 0 0,-6 6 0,6-1 0,-7 1 0,7-7 0,-6 1 0,6 0 0,-6 6 0,3 1 0,1 0 0,0 1 0,7-1 0,7-1 0,-7-2 0,-5 7 0,-1-6 0,7 7 0,-1-7 0,1 6 0,-7-5 0,1 5 0,0 1 0,5 5 0,1-6 0,-1 0 0,-5 0 0,-1 6 0,3 0 0,1 0 0,3 6 0,-1 0 0,3 5 0,3-5 0,-2 7 0,6 1 0,0 5 0,0 4 0,-6 2 0,2-2 0,2-4 0,-1 4 0,-3 1 0,-10-1 0,-3-2 0,0-2 0,-6-7 0,4-1 0,-6 1 0,-3 3 0,-3-2 0,3-1 0,-5-6 0,3 5 0,-1-7 0,4 5 0,-3-3 0,3-4 0,-3 4 0,-3 1 0,3-1 0,-7 0 0,7-6 0,-6 0 0,5 0 0,-5 0 0,5 0 0,-7 0 0,11 0 0,-3 0 0,-2-6 0,1-1 0,0-3 0,-1-3 0,5 1 0,-3-1 0,3-4 0,2-2 0,2 3 0,2-7 0,4 2 0,2-2 0,2 2 0,5-5 0,1-1 0,-1 0 0,6 4 0,0-5 0,0 7 0,-3-2 0,1 4 0,2 1 0,6 3 0,-6 4 0,2-3 0,-2 8 0,4 1 0,8 5 0,-6 0 0,0 0 0,5 0 0,7 0 0,1 0 0,-2 0 0,-1-6 0,7 0 0,-6 1 0,6 5 0,8 0 0,10 0 0,-5 0 0,-1 0 0,-5 0 0,-1 0 0,0 0 0,0 0 0,0 0 0,-1 0 0,3 0 0,4 0 0,7 5 0,4 1 0,2 5 0,-13-3 0,-1 2 0,3 3 0,7 0 0,8-1 0,-1 1 0,-5-7 0,0 7 0,0-3 0,-1 1 0,-5 1 0,-9-3 0,-8 3 0,0 1 0,8-5 0,-1-1 0,-1 1 0,2 4 0,-14-7 0,1 3 0,-7-2 0,5-2 0,-5 7 0,5-5 0,-10 5 0,3-5 0,3 5 0,5-1 0,1 1 0,7 3 0,-2-9 0,-2 1 0,2-6 0,-2 6 0,2 0 0,-3-1 0,-7-5 0,5 0 0,5 0 0,9 2 0,3 4 0,0-4 0,-7 4 0,-6-4 0,-5-2 0,0 5 0,-5 1 0,-6-2 0,-2-2 0,-2-2 0,4 0 0,7 0 0,-7 0 0,8 0 0,-8 0 0,3-2 0,3-2 0,-2-2 0,-4 3 0,1 1 0,-7 2 0,3-2 0,-3-4 0,2 4 0,6-4 0,-3 4 0,3 2 0,-4 0 0,4 0 0,2-2 0,-1-3 0,5 3 0,-14-4 0,6-2 0,-6 3 0,0-3 0,-5 4 0,-1-1 0,1-1 0,-1-2 0,-7 6 0,5-5 0,-3 7 0,3-2 0,3-4 0,-6 4 0,-1-4 0,3 4 0,-1-3 0,1-1 0,-2 2 0,-1 2 0,7 2 0,-3-2 0,-3-3 0,2 3 0,-8-4 0,5 4 0,-5 2 0,6-6 0,-6 1 0,2-1 0,-2 6 0,-2-2 0,5-2 0,1-2 0,0 3 0,2-5 0,5 2 0,0-1 0,1 1 0,-1 4 0,3-6 0,1 3 0,2-1 0,2-6 0,-2 7 0,-3-7 0,3 6 0,-4-5 0,-2 5 0,1 1 0,-1-3 0,-1 6 0,-5-4 0,3-1 0,-8 1 0,8-2 0,-3 2 0,-1 5 0,2-5 0,-2-2 0,3 2 0,-1 1 0,1-3 0,1 6 0,-2-4 0,3-1 0,-3 1 0,-2-5 0,1 3 0,3 0 0,1 1 0,3-5 0,-1 7 0,-3-9 0,3 3 0,-9 1 0,10-1 0,-11 5 0,3-6 0,0 1 0,0 1 0,-6-3 0,2 7 0,-4-7 0,-2 2 0,0 1 0,0-2 0,-5 7 0,-1-7 0,-5 7 0,6-7 0,-7 6 0,7-5 0,-8 5 0,1-5 0,-1 5 0,2-5 0,-4 7 0,5-4 0,-7 8 0,0 0 0,-7 0 0,-3 2 0,-7 4 0,0-2 0,0 7 0,-8 8 0,-4 10 0,-3 11 0,-3 6 0,1 3 0,-1 3 0,1 0 0</inkml:trace>
  <inkml:trace contextRef="#ctx0" brushRef="#br0" timeOffset="88">29083 9405 8912,'-12'0'0,"3"-2"0,-1-2 0,1-4 0,-3-1 0,2-5 0,-3-1 0,5-2 0,-1 0 0,5-8 0,-4 6 0,8-4 0,0 4 0,-2 2 0,-3-1 0,3 9 0,-8-5 0,5 9 0,-7 1 0,-3 11 0,-2 11 0,-10 16 0,-8 18 0,-1 16 0,-10 18 0,23-33 0,0 3-102,-2 6 1,-1 2-1,-3 9 1,0 1-1,0 4 1,1 1-1,0 2 1,2 0 101,1 4 0,3-1 0,3-7 0,3-2 0,3-2 0,3-2 0,4-10 0,1-4 0,-1 35 0,6-16 0,6-24 0,3-2 0,9-3 0,1-5 0,4-5 0,3-1 0,9-13 0,-1-8 0,1-9 0,5-14 0,0-9 0,0-8 0,-6-9 0</inkml:trace>
  <inkml:trace contextRef="#ctx0" brushRef="#br0" timeOffset="89">29702 9198 8912,'6'-11'0,"0"-1"0,-4-1 0,-6-2 0,-8 5 0,-11 3 0,-3 1 0,-1 0 0,-6 2 0,5 10 0,-5 4 0,-1 7 0,5 0 0,2 0 0,2 2 0,4 4 0,4-2 0,6 8 0,-3-6 0,9 5 0,-1-1 0,6 2 0,0 1 0,0-7 0,2 6 0,3-6 0,7 0 0,3 2 0,4-6 0,4 4 0,-4-4 0,4-2 0,-2-6 0,2 1 0,-4-1 0,4 7 0,-4-1 0,-7 0 0,-1 0 0,-7-5 0,2-1 0,-6 1 0,-6 5 0,-3 0 0,-9 0 0,-4 6 0,-1 0 0,-2 0 0,2-6 0,4-2 0,-4-1 0,4-5 0,1-1 0,9-4 0,3-10 0,4-5 0,2-12 0,0-4 0,0-8 0</inkml:trace>
  <inkml:trace contextRef="#ctx0" brushRef="#br0" timeOffset="90">29926 9387 8912,'-17'16'0,"-1"-5"0,1-1 0,0-5 0,0-1 0,0 8 0,-1-1 0,1 6 0,0 3 0,0 2 0,7-1 0,5 8 0,3-6 0,2 6 0,7-8 0,5 2 0,5-6 0,6-6 0,-2-3 0,8-8 0,-16 0 0,2 0 0</inkml:trace>
  <inkml:trace contextRef="#ctx0" brushRef="#br0" timeOffset="91">29978 9594 8912,'7'-17'0,"3"-8"0,-1-2 0,-1-2 0,-8 1 0,-2 7 0,-4-2 0,-9 4 0,-10 3 0,-4 5 0,-7 5 0,2 4 0,-6 2 0,3 4 0,3 8 0,-4 1 0,3 16 0,-1-8 0,13 2 0,0-12 0,13 4 0,3-5 0</inkml:trace>
  <inkml:trace contextRef="#ctx0" brushRef="#br0" timeOffset="92">30150 9026 8912,'-23'0'0,"0"0"0,2 0 0,2 0 0,7 0 0,1 0 0,1 2 0,-1 4 0,5 7 0,4 8 0,2 8 0,0 11 0,2 2 0,4 6 0,7-2 0,8 2 0,-2-4 0,4 1 0,2-6 0,-2 1 0,6-4 0,-7-2 0,3 1 0,-2-1 0,2 1 0,4-1 0,-10-13 0,-8-4 0,-7-11 0,4 2 0</inkml:trace>
  <inkml:trace contextRef="#ctx0" brushRef="#br0" timeOffset="93">30322 9387 8912,'11'18'0,"1"-1"0,-9 0 0,3 0 0,-4 0 0,-2 1 0,0-1 0,0 0 0,0 2 0,0 2 0,0 2 0,2 2 0,4-2 0,-2-10 0,7 4 0,1-3 0,5 3 0,0-8 0,0-3 0,0-4 0,1-2 0,1-9 0,4-9 0,-6-1 0,0-9 0,0-7 0,-5-5 0,-5-2 0,-1 2 0,-4 9 0,-2-3 0,0 11 0,0 0 0,0 4 0,0 2 0,2 2 0,4 3 0,3 4 0,8 8 0,1 0 0,-1 0 0,2 6 0,4 0 0,-2 2 0,8-3 0,-3-1 0,3 8 0,-4-7 0,-8 7 0,0-1 0,1 6 0,-9-5 0,-3-1 0,-4-7 0,-2 11 0,0-13 0,0 6 0,-2-8 0,-4 0 0,4 0 0,-4 0 0,12-2 0,6-4 0,3-3 0,2-8 0,-5-1 0,-1 1 0,1 0 0,5 0 0,-2 0 0,-3-1 0,-3 1 0,-3 0 0,-4 0 0,4 0 0,-6 7 0,-6 4 0,-4 5 0,-7 1 0,-6 9 0,0 8 0,-2 2 0,2 10 0,10 0 0,-4 5 0,3 0 0,5 1 0,1-7 0,8 1 0,8-8 0,3 2 0,14-6 0,10-5 0,1-5 0,10-7 0,5-9 0,7-8 0,7-16 0,-4-11 0</inkml:trace>
  <inkml:trace contextRef="#ctx0" brushRef="#br0" timeOffset="94">31767 8734 8912,'-17'8'0,"0"-6"0,5 5 0,1-7 0,7 0 0,-11 8 0,13 9 0,-13-5 0,5 3 0</inkml:trace>
  <inkml:trace contextRef="#ctx0" brushRef="#br0" timeOffset="95">31664 8940 8912,'0'35'0,"0"-1"0,-8 1 0,6-1 0,-11 0 0,7 1 0,-1-3 0,1-3 0,4-4 0,-4-8 0,-3 8 0,7-14 0,-6 4 0,10-15 0,4 0 0,3-7 0,9-5 0,-1-3 0,0-2 0,0 0 0,0 0 0,2 5 0,4 1 0,-3 1 0,3-1 0,-4-3 0,-2 8 0,0 3 0,0 1 0,0 2 0,1 0 0,-1 0 0,0 7 0,-7 3 0,-5 7 0,-5 0 0,-5 1 0,1-1 0,-8 0 0,7 0 0,-7 0 0,3-5 0,-3-1 0,-1-5 0,7 5 0,-7-7 0,11 2 0,-4-12 0,4-3 0,2-9 0</inkml:trace>
  <inkml:trace contextRef="#ctx0" brushRef="#br0" timeOffset="96">32249 8958 8912,'0'17'0,"-8"-8"0,6 7 0,-7-14 0,3 3 0,4 5 0,-3 1 0,3-1 0,2 1 0,2-1 0,3 1 0,1-3 0,11-8 0,-3 0 0,9 0 0,-4 0 0,-2 0 0,2-2 0,4-4 0,-4-3 0,4-8 0,-4-3 0,-2-2 0,-1 1 0,-5-8 0,4 8 0,-3-2 0,-4 4 0,7 2 0,-13 7 0,5 20 0,-7 18 0,0 14 0,0 16 0,0 5 0,0 11 0,0 8 0,0 8 0,-2 0 0,0-41 0,-1-1 0,-1 44 0,-8 2 0,-1-6 0,-2-10 0,-2-21 0,-1-11 0,-7-15 0,-3-9 0,3-10 0,2-6 0,-2-14 0,2-9 0,0-10 0,6-13 0,2-4 0,3-8 0,5-9 0,7-7 0,7-3-134,5-9 0,9 9 134,2 2 0,7 8 0,-1 9 0,4 1 0,7 1 0,0 8 0,-2 14 0,-2 10 0</inkml:trace>
  <inkml:trace contextRef="#ctx0" brushRef="#br0" timeOffset="97">28876 10729 8912,'8'-18'0,"-6"1"0,3 0 0,-3 11 0,-2 12 0,0 9 0,0 14 0,2 9 0,4-4 0,5 3 0,5-1 0,1-2 0,0 1 0,6 3 0,0-4 0,0 1 0,-6-18 0,0-7 0,1-7 0,7-18 0,1-4 0</inkml:trace>
  <inkml:trace contextRef="#ctx0" brushRef="#br0" timeOffset="98">29272 10574 8912,'0'11'0,"0"1"0,0-7 0,0 7 0,0-1 0,0 7 0,2-1 0,4 0 0,3 6 0,8 0 0,1 5 0,-1-5 0,6 0 0,0-6 0,-2-1 0,-2-5 0,-2 5 0,0-7 0</inkml:trace>
  <inkml:trace contextRef="#ctx0" brushRef="#br0" timeOffset="99">29891 10677 8912,'16'-23'0,"-5"-2"0,-5 0 0,-4 1 0,-2 1 0,0 5 0,-8 3 0,-5 2 0,-6 3 0,-4 3 0,-8 1 0,3 6 0,-5 7 0,-1 5 0,5 11 0,0 5 0,6 1 0,-5 6 0,7-5 0,-2 10 0,5-3 0,7-3 0,-2 0 0,7 1 0,0-7 0,6 1 0,0 0 0,0 5 0,2-5 0,4-1 0,3 1 0,8 5 0,6-5 0,2-2 0,0-2 0,0-4 0,6 0 0,-3 2 0,-1-10 0,2 4 0,-8-5 0,2-1 0,-10-3 0,-3-6 0,-3 3 0,-9-1 0,-9 8 0,-12-7 0,-6 7 0,-3-6 0,-3 5 0,-5 0 0,0 7 0,-6-7 0,6 1 0,6-9 0,5 3 0,8-4 0,-2-2 0,11-2 0,7-4 0,3-3 0,2-8 0,7-8 0,11-2 0,8-7 0</inkml:trace>
  <inkml:trace contextRef="#ctx0" brushRef="#br0" timeOffset="100">29943 11055 8912,'-9'0'0,"-7"0"0,14 0 0,-7 6 0,3 0 0,4 1 0,-4-1 0,4 5 0,4 3 0,4-3 0,-2 5 0,7-5 0,-1-1 0,1 1 0,5-5 0,-5 5 0,5-7 0,1 2 0,0-4 0,0-2 0,0 0 0,1-4 0,-1-8 0,-6 1 0,1-12 0,-3-2 0,3 2 0,-3-5 0,-3 5 0,-4 0 0,6 6 0,-1-1 0,-5 7 0,4-1 0,-4 9 0,-2 5 0,0 15 0,6 8 0,-1 9 0,3-5 0,-2-1 0,-3 1 0,9 5 0,-6-1 0,5-5 0,-1 3 0,3-8 0,-1-4 0,1-6 0,-3-5 0,1-8 0,-7 0 0,5-15 0,-3-8 0,-4-15 0,6-6 0</inkml:trace>
  <inkml:trace contextRef="#ctx0" brushRef="#br0" timeOffset="101">30373 10729 8912,'10'0'0,"-2"0"0,-10 0 0,-4 0 0,2 7 0,-7 5 0,5 3 0,-6 2 0,3 6 0,-3 0 0,5 8 0,7-3 0,0 5 0,0 1 0,0-1 0,0-5 0,0 5 0,0-5 0,0-3 0,0-2 0,0-4 0,2-4 0,3-3 0,-1-6 0,8-12 0,-7-4 0,7-7 0,-1 0 0,7 0 0,-5 0 0,4-1 0,-4 1 0,10 0 0,-2 6 0,2-1 0,-2 8 0,8-1 0,-6 3 0,6 2 0,-8 0 0,2 0 0,-6 7 0,-6 5 0,3 3 0,-8 2 0,-1 0 0,-5 1 0,-13 5 0,-4-1 0,-4-1 0,-4-1 0,6-3 0,-4 0 0,2-6 0,-2 1 0,4-8 0,-4 1 0,9-3 0,3-2 0,7-9 0,-2-8 0,4-10 0,2-6 0,16-9 0,3-2 0</inkml:trace>
  <inkml:trace contextRef="#ctx0" brushRef="#br0" timeOffset="102">30855 10849 8912,'10'9'0,"-3"-1"0,-9-8 0,-3 0 0,-5 0 0,-7 0 0,0 0 0,0 0 0,-6 2 0,0 4 0,-6 3 0,6 8 0,-6 3 0,6 2 0,0-1 0,6 8 0,8-6 0,3 6 0,-2-6 0,3 5 0,1-7 0,9 2 0,-1-9 0,8-3 0,-1-1 0,6 3 0,1-2 0,7 1 0,-6 5 0,4 0 0,-6-5 0,-6-1 0,5-7 0,-13 9 0,9-7 0,-8 8 0,1-11 0,-10 9 0,-7 1 0,-3-5 0,-2-2 0,-2 1 0,-4-1 0,4 0 0,-4-6 0,-4 0 0,0 0 0</inkml:trace>
  <inkml:trace contextRef="#ctx0" brushRef="#br0" timeOffset="103">31010 10608 8912,'0'-17'0,"0"0"0,0 0 0,0-1 0,0 7 0,0-1 0,0 1 0,-8 1 0,6 3 0,-5 9 0,7 5 0,0 11 0,6 3 0,-1 13 0,7-3 0,-6 9 0,7 2 0,-2-2 0,-1 6 0,-1-6 0,1 0 0,0 2 0,-7-6 0,3 4 0,-4-3 0,-2-3 0,-8-5 0,-3-1 0,-6-9 0,-6-1 0,4-1 0,-6-8 0</inkml:trace>
  <inkml:trace contextRef="#ctx0" brushRef="#br0" timeOffset="104">30924 10918 8912,'10'2'0,"-5"3"0,-3-3 0,0 6 0,4-8 0,-4 0 0,13 0 0,-3 0 0,3-2 0,2-4 0,0 4 0,0-3 0,1-3 0,-1 2 0,0 0 0,0 6 0,0 0 0,1 0 0,-1 2 0,0 4 0,-7 4 0,-5 7 0,-1 0 0,2 0 0,-4 2 0,4 4 0,-6-4 0,-6 4 0,2 2 0,-7-2 0,1 0 0,-1-6 0,-5-7 0,5-5 0,-5-3 0,-1-2 0,0 0 0</inkml:trace>
  <inkml:trace contextRef="#ctx0" brushRef="#br0" timeOffset="105">31062 10729 8912,'-6'-21'0,"0"3"0,0 5 0,6-4 0,-5 0 0,-1-1 0,0 7 0,6-1 0,2 7 0,4-7 0,3 8 0,11-1 0,1 3 0,2 2 0,7 0 0,-1 0 0,3 0 0,3 0 0,7 0 0,2 0 0</inkml:trace>
  <inkml:trace contextRef="#ctx0" brushRef="#br0" timeOffset="106">31440 10591 8912,'-32'0'0,"3"0"0,4 0 0,8 0 0,7-2 0,5-4 0,3 4 0,2-3 0,0 10 0,0 7 0,6 11 0,-1 5 0,7 5 0,-7 1 0,3 6 0,-2 1 0,-2 1 0,7-2 0,-5-4 0,5 4 0,-5 2 0,6-2 0,-7-7 0,7-10 0,-6-6 0,5-6 0,-5 3 0,5-10 0,3-6 0,1-14 0,2-12 0,0-5 0,0-1 0,-1-1 0,-5 1 0,5-6 0,-7 0 0,3 3 0,-1 7 0,-7 5 0,2 8 0,-4 0 0,5 7 0,-5 4 0,4 12 0,-10 11 0,-2 12 0,1 3 0,5 3 0,0-1 0,0 1 0,0-7 0,0 1 0,0-2 0,0 1 0,1-3 0,5-8 0,-2-1 0,7-5 0,1 4 0,5-13 0,0 4 0,-5-12 0,-3-5 0,1-4 0,0-3 0,1-6 0,6-3 0</inkml:trace>
  <inkml:trace contextRef="#ctx0" brushRef="#br0" timeOffset="107">31268 10866 8912,'-17'10'0,"5"3"0,1-5 0,-2-1 0,-3 1 0,7-2 0,3-6 0,12 0 0,5-2 0,14-4 0,8-4 0,5 1 0,10-6 0,-2 3 0,3-3 0,3-2 0,-2-1 0,-5 1 0,-4 0 0,10 0 0,3 0 0</inkml:trace>
  <inkml:trace contextRef="#ctx0" brushRef="#br0" timeOffset="108">31767 10814 8912,'0'-11'0,"2"1"0,2 1 0,2-1 0,-1 5 0,-5-7 0,0-1 0,0 5 0,-7 1 0,5 14 0,-4 5 0,4 3 0,2 2 0,0 6 0,0 0 0,0 8 0,2-3 0,2 3 0,2-3 0,5 3 0,-5-8 0,5 2 0,-5-2 0,7-4 0,-1 4 0,3-12 0,2-3 0,1-8 0,-9 0 0,14-16 0,-4-3 0</inkml:trace>
  <inkml:trace contextRef="#ctx0" brushRef="#br0" timeOffset="109">32111 10522 8912,'-17'-7'0,"-8"-3"0,6-5 0,-4 3 0,12 5 0,3 7 0,8 2 0,2 3 0,4 9 0,5 7 0,-1 5 0,1 9 0,-1 5 0,1 0 0,3 6 0,-9-6 0,7 6 0,-6-6 0,-1 6 0,-5-6 0,0 0 0,0-6 0,-2-1 0,-3-4 0,-5-7 0,-7-10 0,0-4 0,1-16 0,5-4 0,1-10 0,5-7 0,3 2 0,-4-2 0,4 1 0,2-7 0,2 7 0,4-1 0,-4 14 0,3-2 0,-3 3 0,-2-3 0,-2 8 0,-3 3 0,3-4 0,-6 8 0,8-5 0,8 7 0,1 0 0,10 0 0,4 0 0,-2 0 0,8 0 0,-2 0 0,3 0 0,-3 0 0,-2 0 0,4 0 0,-6 0 0,0 0 0,-6 0 0,-6 5 0,1 1 0,-8 8 0,1-3 0,3 4 0,-2 2 0,0 1 0,-6-1 0,0 0 0,0 0 0,-2-1 0,-2-3 0,-2-2 0,-7-7 0,3 4 0,-7-16 0,0-1 0</inkml:trace>
  <inkml:trace contextRef="#ctx0" brushRef="#br0" timeOffset="110">32266 10711 8912,'-9'-23'0,"3"0"0,4 1 0,2 4 0,0 1 0,0 0 0,0 6 0,0-1 0,8 3 0,3-3 0,4 4 0,3 8 0,5 0 0,0 0 0,1 2 0,-1 4 0,2 4 0,6 5 0,-4-2 0,-3-1 0,-1-1 0,-5 6 0,-3 1 0,-4-1 0,-3 0 0,-8 0 0,0 0 0,-8 1 0,-3-1 0,-4-6 0,-1 1 0,3-1 0,1-1 0,7 3 0,-7-7 0,8 7 0,-1-1 0,3-5 0,2 9 0,0-15 0,2 7 0,3-8 0,-1 0 0,8 0 0,1 0 0,-5-2 0,-3-4 0,3 3 0,-2-9 0,0 6 0,-6-5 0,0 7 0,0-11 0,0 11 0,0-7 0,0 5 0,0-6 0,0 9 0,0-5 0,7 2 0,5 0 0,-3 1 0,3 5 0,-7 0 0,7 0 0,1 0 0,3 0 0,1 0 0,-6 0 0,1 0 0,-1 5 0,6 1 0,1 6 0,-1-7 0,0 9 0,-2-10 0,-3 7 0,-3-7 0,-5 3 0,2 1 0,2-6 0,-3 4 0,-3-4 0,6-2 0,-8 0 0,0 0 0,8-8 0,-5 4 0,9-7 0,-8 5 0,1-5 0,3 5 0,0-4 0,1 3 0,5 3 0,-5 2 0,3 2 0,-1 0 0,6 0 0,-5 0 0,-1 0 0,1 0 0,5 8 0,0 1 0,-7 8 0,-4 0 0,-5-5 0,-1-1 0,0-7 0,-7 12 0,-3-7 0</inkml:trace>
  <inkml:trace contextRef="#ctx0" brushRef="#br0" timeOffset="111">33075 10127 8912,'0'-10'0,"0"3"0,-6 14 0,1 5 0,-1 5 0,6 6 0,-6 4 0,0 9 0,3 4 0,1 6 0,2 2 0,0-3 0,0-3 0,0-7 0,7-1 0,3 1 0</inkml:trace>
  <inkml:trace contextRef="#ctx0" brushRef="#br0" timeOffset="112">33264 10092 8912,'18'-17'0,"-7"8"0,1 3 0,-9 4 0,11 10 0,-9 3 0,1 14 0,-6 9 0,-2 5 0,-3 12 0,1-3 0,-8 9 0,1-3 0,-6-3 0,-1-1 0,1-4 0,0-4 0,0-8 0</inkml:trace>
  <inkml:trace contextRef="#ctx0" brushRef="#br0" timeOffset="113">33023 8837 8912,'0'-26'0,"2"5"0,4 7 0,6 8 0,11 14 0,5 11 0,7 16 0,5 14 0,4 26 0,-19-31 0,1 3 0,3 6 0,0 1-448,-1 3 0,1 1 1,4 9-1,-1 4 448,1 4 0,-3 4 0,0 8 0,-2 4-259,-10-26 0,-1 2 0,-1 2 0,-1 5 0,-1 2 0,-3 1 259,-1-1 0,-1 0 0,-5 1 0,-3 3 0,-4 0 0,-4-1 0,-3-4 0,-4 0 0,-2-2 0,-4 1 0,-1-1 0,-3 0 0,-3 0 0,-3 0 0,1-1 0,-1-1 0,-1-1 0,0-1 0,-1-6 0,-1-1 0,0-2 0,-13 27 0,-1-4-257,1-4 0,-2-5 0,0-9 0,-2-4 257,-3-2 0,-3-3 0,-2-2 0,-2-1 0,-3-1 0,0-1 0,7-3 0,1 0 0,-3-3 0,1-1 0,5-1 0,1 0 0,-3 2 0,1 0 0</inkml:trace>
  <inkml:trace contextRef="#ctx0" brushRef="#br0" timeOffset="114">18396 14339 8912,'0'-17'0,"0"0"0,0 0 0,0-1 0,0 1 0,0 0 0,0 0 0,0 7 0,2-3 0,4 7 0,-2-5 0,7 3 0,2-2 0,3 5 0,1-7 0,8 3 0,3-5 0,5 3 0,1-3 0,1 7 0,-1 1 0,-1-2 0,-3 3 0,-1 3 0,2 6 0,-5 11 0,3 8 0,-8 9 0,2 3 0,-12 5 0,-5 6 0,2 5 0,-2 1 0,-4-1 0,-14 7 0,-1-7 0,-16-5 0,0 8 0,-5-9 0,-1 1 0,1-11 0,-6-1 0,0 0 0,0-1 0,3-4 0,-1-8 0,-2-8 0,5 0 0,7-7 0,1 0 0,-2-6 0,4-2 0,8-2 0,2-4 0,3-1 0,-1-8 0,7-6 0,1 0 0,5 6 0,0-1 0,7 3 0,5 4 0,11-3 0,5 9 0,7-3 0,5 2 0,6 4 0,11-3 0,-1 1 0,7-2 0,-4 4 0,10-4 0,-4 5 0,9 1 0,-3-2 0,-2-4 0,6 4 0,-1-6 0,-3 3 0,-6-1 0,-8 0 0,-11 6 0,-4-8 0,-7-1 0</inkml:trace>
  <inkml:trace contextRef="#ctx0" brushRef="#br0" timeOffset="115">13199 15886 8912,'12'-11'0,"-3"0"0,1-3 0,-1-1 0,-5 3 0,2 1 0,-4-2 0,-2 3 0,0-1 0,0 5 0,0-6 0,0 9 0,-2-7 0,-4 4 0,4 4 0,-6-5 0,8 9 0,0 3 0,0 5 0,0 7 0,-1 2 0,-5 4 0,4-2 0,-4 8 0,4 3 0,2 6 0,-5 6 0,-1 8 0,-8 7 0,3 6 0,-4 8 0,-3 7 0,1 12 0,9-44 0,-1 1 0,0 2 0,1 1-170,-1 3 0,1-1 0,2 1 0,2-1 170,1 1 0,0-1 0,2-3 0,0-1 0,1 36 0,0-9-58,0-9 1,6-1 57,0-9 0,5-9 0,-5-9 0,6-3 0,-7-3 0,7-2 0,-7-3 0,1 4 0,-6-14 0,2 2 671,4-8-671,-4-5 124,5-8-124,-7 0 0,0 0 0,8 0 0,-4 0 0,7 2 0,3 3 0,-5-1 0,3 8 0,1-3 0,10 3 0,-2 3 0,8-4 0,0 5 0,5 1 0,8 0 0,4 0 0,11 0 0,6 1 0,4-7 0,2 1 0,6-9-202,-1 3 1,8-2 201,-1 2 0,-3-4 0,2 3 0,1-3 0,5-2 0,0 0 0,0 0 0,-2 0 0,-4 0 0,-3 0 0,-8 0 0,1 6 0,5 0 0,3-1 0,8-5 0,-1 2 0,-5 4 0,4-4 0,-4 4 0,3-4 0,-3-2 0,6 5 0,0 1 0,4 0 0,-41-6 0,1 0 0,48 2 0,-10 3 0,-8-3 0,-11 4 0,7-4 0,5-2 0,1 0 0,-2 0 0,-3 0 0,-9 0 0,1-6 0,0 1 0,0-1 0,0 6 0,2-2 0,3-4 0,5 4 0,7-3 0,-2-3 0,-4 2 0,-5-1 0,-12 1 0,-2 2 0,-4-7 0,-5 5 0,1-4 0,-5 3 0,0 3 0,2-4 0,1 2 0,-1-5 0,-2 5 0,-4 0 0,-2-1 0,4 5 0,-6-4 0,6 2 0,-6-1 0,8 3 100,-2-4 1,9-2 0,2 1 0,1-1-101,1 0 0,0-3 0,4 5 0,8 1 0,-8 5 0,6 0 0,-11 0 0,5 0 0,-2 0 0,2 0 0,2 0 0,-2 0 0,-11 0 0,-6 5 0,-1 1 0,-6 0 0,1-6 0,-4 0 0,-1 0 0,-7 0 0,1 0 0,-2-2 0,1-4 0,-3 2 0,-8-7 0,1 5 0,-1-5 0,0 1 0,0-1 0,-5-3 0,-3 7 0,-1-3 0,3-1 0,-5-7 0,2 1 0,-4 0 0,1 0 0,-1 0 0,4-6 0,-2 0 0,1-8 0,-1 3 0,-2-7 0,7-5 0,1-2 0,5-4 0,2-5 0,4-1 0,2-9 0,4-14 0,3-5-263,-3-12 0,-4 6 263,-2 0 0,-4 2 0,-2 10 0,-8-6 0,-3 5 0,-4 3-48,-2 9 0,-2-2 48,-4 7 0,-3-5 0,-8 6 0,1 7 0,3 12 0,3 7 0,3 9 0,-5 8 0,7 3 0,-1 7 0,4-4 0,-2 6 0,-2-3 0,-7 3 260,1-4 1,-3-2-261,-2 3 0,-2-3 50,-4 2 1,-2 4-51,-4-3 0,-5-3 0,0 2 0,-1 0 0,-7 6 0,2 0 0,0 0 0,-8-5 0,2-1 0,-4 0 0,-1 6 0,-3 0 0,-3 0 0,1-5 0,-7-1 0,2-2 0,-2 2 0,-2-1 0,8-5 0,-3-3 0,3 4 0,3-5 0,-3-1 0,4 6 0,1-1 0,-4 1 0,-7-6 0,8 7 0,-8 4 0,2 4 0,3 2 0,1-5 0,5-1 0,3 0 0,1 6 0,2 0 0,-2 0 0,-4 2 0,-5 4 0,4-4 0,-5 3 0,-1 3 0,2-2 0,-8 0 0,3-5 0,-1 3 0,0 2 0,6 0 0,-6-6 0,-2 5 0,-10 1 0,12 0 0,0-6 0,2 0 0,3 0 0,-1 0 0,2 0 0,9 0 0,-4 0 0,3 0 0,-1 0 0,-2 0 0,-7 0 0,-2 0 0,-8 2 0,-2 4 0,-3 5 0,3 4 0,-4 3 0,6 4 0,6 1 0,-2 2 0,8-2 0,-8-4 0,2 4 0,-4-4-109,-2-2 0,0-1 109,0-5 0,6 4 0,0-3 0,8-2 0,-3 1 0,5-5 0,-1 3 0,-1 1 0,-2-1 0,-7-5 0,7 2 0,2-4 0,9-2 0,-4 2 0,4 3 0,4-3 0,2 4 0,9-4 0,3-2 0,-3 0 0,-9 0 0,4 0 0,-5 0 0,5 0 109,2 0 0,-3 0-109,-3 0 0,2 0 0,-6 0 0,0 0 0,0 0 0,6 0 0,-2 0 0,5 0 0,7 0 0,-5 0 0,4 0 0,-3 0 0,-3 0 0,1 0 0,0 0 0,-1 6 0,1-1 0,-3 1 0,-3-6 0,2 0 0,-8 0 0,2 6 0,-2 0 0,-3-1 0,3-5 0,4 0 0,3 0 0,7 0 0,3 0 0,2 0 0,-1 0 0,1 0 0,4 0 0,2 0 0,-8 0 0,6 0 0,-5 0 0,1 0 0,-4 0 0,3 0 0,-3 0 0,0 0 0,3 0 0,3 0 0,8 0 0,0 0 0,-1 0 0,1 0 0,0 0 0,0 0 0,-1 0 0,1 0 0,0 0 0,0 0 0,7 0 0,3 0 0,7 0 0,0 0 0,7 0 0,-5 2 0,4 4 0,-4-2 0,-2 7 0,0 8 0,0 10 0,0 4 0,-8 16 0,-1 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29.853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2925 6293 8912,'0'-12'0,"0"1"0,-1-1 0,-3 1 0,-2-1 0,0 7 0,6-7 0,2 10 0,4 2 0,3 2 0,9 10 0,14-1 0,8 6 0,16 0 0,7 1 0,13-1 0,10 0 0,10 0 0,-46-8 0,1-1 0,2-2 0,1-2-222,3-1 0,1 0 1,2-2-1,1 0 222,4-1 0,2 0 0,0-1 0,-1 0 0,-2-1 0,-1-2 0,-4-1 0,0-1 0,-4-5 0,-1-1 0,0 2 0,-1 1 0,-4-3 0,0 1 0,46-9 0,-22 3 0,-4 0 0,-4 0 0,-12 5 0,-1 1 0,-16 7 0,-13-2 0,-4 5 0,-1 1 0,-9 0 0,-1 0 887,-8 0-887,0 0 0,7 0 0,3 0 0,7-16 0,0-3 0</inkml:trace>
  <inkml:trace contextRef="#ctx0" brushRef="#br0" timeOffset="1">5834 14150 8912,'-8'10'0,"-3"-5"0,1-3 0,-1-2 0,-3 0 0,7 0 0,-1 0 0,8 0 0,0 0 0,8 0 0,3 0 0,4 0 0,3 0 0,-7 0 0,0 0 0,1 0 0,5 2 0,0 4 0,-5-4 0,-1 3 0,1 3 0,5-2 0,8 0 0,4-6 0,3 0 0,2 0 0,9 0 0,2 0 0,11 0 0,3 0 0,2 0 0,4 0 0,0 0 0,-2 0 0,2 0 0,-7 0 0,7 0 0,-2 0 0,-4 0 0,-1 0 0,3 0 0,2 0 0,6 0 0,5 0 0,-1 0-155,7 0 1,-7-8 154,1-4 0,7-5 0,3-6 0,6-5 0,0-5 0,-8 5 0,-2-1 0,-7 2 0,1-2 0,-11 5 0,-5 6 0,-5 3 0,-1 4 0,0-3 0,-1 9 0,-1-1 0,-4 6 0,-6 0 0,-11 0 0,1 0 0,-7 0 0,0 0 0,-6 0 0,-5 0 154,-1 0 1,-5 0-155,6 0 0,-7 0 0,7 0 0,-1 0 0,5-2 0,-5-4 0,-3 4 0,-1-13 0,3 5 0</inkml:trace>
  <inkml:trace contextRef="#ctx0" brushRef="#br0" timeOffset="2">18740 11313 8912,'12'-13'0,"-3"-4"0,1-3 0,-1 1 0,5 2 0,1 0 0,2 0 0,0 0 0,1-1 0,-1 1 0,-2 6 0,-3-1 0,3 8 0,-13-3 0,4 7 0,-12 2 0,-6 3 0,3-3 0,-3 4 0,7-4 0,-7-2 0,6 6 0,-5-1 0,-2-1 0,-3 0 0,-1 2 0,6-4 0,-1 3 0,-5 3 0,-6-2 0,-2 1 0,2-1 0,2-2 0,-8 6 0,-3-1 0,-6 1 0,-6 1 0,-8 6 0,-1 1 0,-5-1 0,-5 2 0,-11 4 0,-5 2 0,-7 3 0,-2 3 0,-2-6 0,-3 1 0,45-10 0,0-1 0,-38 12-342,-6 1 1,6-1 341,38-13 0,-1 1 0,-43 17 0,43-17 0,0-1 0,-31 11 0,5 0 0,12-3-97,4 1 0,2 8 97,-12-2 0,4 1 0,-10-1 0,3 3 0,-3-3 0,4-2 0,-3 1 0,5-5 0,6 6 0,5-8 0,13 2 0,2-4 0,11-4 0,3-3 0,12-5 0,9-7 0,8 0 668,8 0-668,-6 0 69,6 0 1,-3-2 0,3-1-70,2-3 0,-7-7 0,7 5 0,-4-4 0,-4-3 0,3 4 0,5-5 0,-1-1 0</inkml:trace>
  <inkml:trace contextRef="#ctx0" brushRef="#br0" timeOffset="3">16193 11468 8912,'-15'-8'0,"2"-3"0,3-5 0,2-1 0,-3 6 0,5-1 0,-1 9 0,1-3 0,-6 4 0,-3 4 0,-2 4 0,-2 5 0,-4 12 0,-4 9 0,-7 8 0,-1 10 0,1 2 0,-1 1 0,1 10 0,0 6-204,-1 6 1,8 1 203,4-2 0,4-3 0,2 4 0,2-8 0,3-10 0,5-4 0,7-18 0,9 1 0,8-13 0,10-2 0,13-10 0,12-3 0,11-8 0,10-2 0,1-4 0,7-5-154,-7-12 1,1 2 153,-6-8 0,1 8 0,5-2 0,-4 0 0,3 6 0,-11-2 0,-5 13 0,-9 1 0,-8 5 0,-5 5 0,-19 1 0,-3 0 0</inkml:trace>
  <inkml:trace contextRef="#ctx0" brushRef="#br0" timeOffset="4">18499 10814 8912,'-17'0'0,"0"-1"0,0-3 0,-1-2 0,1 2 0,8 2 0,9 2 0,11 2 0,4 2 0,3 2 0,7 7 0,5-1 0,8 3 0,8 2 0,4 2 0,2 4 0,-1 8 0,1 7 0,-1 6 0,-1 9 0,-6 5 0,-9 5 0,-11 4 0,-12 1 0,-4-5 0,-8 0 0,-10-7 0,-7-1 0,-8-7 0,-2-8 0,-3-4 0,7-1 0,-6-9 0,6-3 0,-8-11 0,5-5 0,-9-7 0</inkml:trace>
  <inkml:trace contextRef="#ctx0" brushRef="#br0" timeOffset="5">20100 10539 8912,'0'-17'0,"-2"0"0,-4 0 0,-5 2 0,-5 3 0,-1 6 0,-2 4 0,-4 2 0,-4 2 0,1 4 0,-11 6 0,7 9 0,-1 3 0,-2 3 0,9 0 0,1 3 0,5-1 0,7 2 0,3-5 0,8 3 0,0-6 0,2 4 0,4-2 0,5-4 0,7-2 0,5-2 0,1 0 0,5 0 0,7-1 0,-7-5 0,8 4 0,-9-3 0,-1 1 0,2-1 0,-8 3 0,2-4 0,-6 5 0,-6 1 0,-3 0 0,-8 0 0,-2 2 0,-4 4 0,-3-4 0,-8 4 0,-8-4 0,-4-1 0,-2-1 0,3 0 0,-5-2 0,5-3 0,1 1 0,-2-7 0,2 0 0,-1-6 0,9 0 0,7 0 0,8-8 0,-2-4 0,12-11 0,4-3 0,7-9 0</inkml:trace>
  <inkml:trace contextRef="#ctx0" brushRef="#br0" timeOffset="6">20599 10746 8912,'-23'-10'0,"0"4"0,-8-1 0,3 1 0,-5 2 0,-1 2 0,3 2 0,-3 0 0,11 0 0,-6 0 0,8 2 0,4 4 0,0 4 0,-1 7 0,9 0 0,3 0 0,6 6 0,6 0 0,-2 6 0,7-6 0,1 1 0,5-1 0,0-6 0,0 1 0,6-1 0,0-6 0,0-3 0,-6-2 0,6-6 0,0-6 0,2-4 0,-2-7 0,-4-2 0,4-4 0,-10 2 0,-1-7 0,-1 1 0,7-2 0,-7-1 0,1 7 0,-7-6 0,7 6 0,-8 0 0,1 6 0,-3 0 0,-2 0 0,0 7 0,0 2 0,0 24 0,2-5 0,4 12 0,-2-2 0,7 2 0,1-10 0,5 5 0,0-7 0,0 0 0,0 3 0,1-8 0,-1-1 0,0-5 0</inkml:trace>
  <inkml:trace contextRef="#ctx0" brushRef="#br0" timeOffset="7">20995 10591 8912,'-18'0'0,"7"0"0,-1 0 0,9 2 0,-3 4 0,4 3 0,2 8 0,8 1 0,3-1 0,-1 2 0,1 4 0,-1-4 0,1 4 0,4-2 0,-5 0 0,1 2 0,1-2 0,-8-8 0,2-1 0,3-1 0,-7-1 0,6-3 0,-8-7 0,-2-9 0,-4-8 0,4-3 0,-4-8 0,-1 5 0,1-6 0,0 6 0,6-5 0,0 7 0,0-2 0,0 4 0,0 1 0,6 7 0,2 1 0,1 3 0,5 3 0,1 2 0,2 2 0,-5 0 0,-1 0 0,0 8 0,7 3 0,-1-1 0,0 1 0,0 1 0,1 5 0,-7-6 0,0 1 0,-1-7 0,1 7 0,-1-8 0,-4 1 0,-2-3 0,7-2 0,-5 0 0,5 0 0,-7-2 0,2-3 0,-2-5 0,1-7 0,-3-2 0,4-4 0,-2 4 0,2-4 0,-4-2 0,3 2 0,3 0 0,-2 6 0,-1 6 0,-5-1 0,8 8 0,0 0 0,3 16 0,3-1 0,-9 12 0,7 2 0,-7-2 0,9 6 0,-3-6 0,5 0 0,1-6 0,-6 0 0,1 0 0,7-7 0,0-3 0,4-7 0,0-2 0,-6-3 0,4-5 0,-9-7 0,1-8 0,-2-4 0,3 3 0,-8-3 0,-1-5 0,-5-6 0,0 1 0,0 11 0,0-3 0,0 8 0,0-7 0,0 18 0,0 1 0,0 22 0,2 4 0,2 20 0,4 5 0,1 2 0,-3 13 0,6-3 0,-1 3 0,6-3 0,0 0 0,1-1 0,-1 1 0,0-1 0,-2-7 0,-3-4 0,3-3 0,-3-3 0,-5-5 0,-1-1 0,2-12 0,-3 1 0,1-11 0,-6 1 0,0-16 0,0-9 0,-8-6 0,-1-11 0</inkml:trace>
  <inkml:trace contextRef="#ctx0" brushRef="#br0" timeOffset="8">21717 10316 8912,'12'-6'0,"-1"0"0,3 1 0,9 5 0,-2-6 0,7 0 0,1 2 0,5 10 0,1 4 0,-1 7 0,-1 2 0,-5 4 0,-3 2 0,-7 3 0,-9 7 0,-3-1 0,-6 1 0,-6 5 0,-5-4 0,-12-2 0,-2 1 0,-4-1 0,-1-7 0,7-4 0,-2-4 0,2-2 0,9-7 0,-3-5 0,11-10 0,1-7 0,-5-11 0,1-3 0</inkml:trace>
  <inkml:trace contextRef="#ctx0" brushRef="#br0" timeOffset="9">22130 9920 8912,'10'-7'0,"-2"3"0,-8-7 0,0 7 0,0-4 0,0 10 0,0 4 0,0 5 0,0 12 0,0 6 0,0 11 0,0 6 0,1 5 0,5 7 0,0 3 0,11 7 0,-2 1 0,14 0 0,-6-8 0,6-4 0,-1-11 0,7-6 0,-1-7 0,1-10 0,-7-8 0,1-15 0,-8-4 0,2-7 0,2-3 0,-2-14 0,-6-1 0,-5-5 0,-3-1 0,3 1 0,-5 0 0,-7-1 0,-2 1 0,-3-1 0,-5 1 0,-7 0 0,0 7 0,-1 4 0,1 12 0,0 5 0,0 6 0,0 6 0,-1 5 0,1 12 0,6 6 0,-1 11 0,8-4 0,-1 6 0,3-2 0,2 0 0,2 0 0,3-5 0,7-3 0,11-3 0,4 1 0,7-7 0,2-2 0,4-9 0,-1 1 0,7-7 0,-1 0 0,-1-22 0,-2-3 0</inkml:trace>
  <inkml:trace contextRef="#ctx0" brushRef="#br0" timeOffset="10">23455 10161 8912,'-23'-7'0,"1"-5"0,0-1 0,3 1 0,2-1 0,0 7 0,0 2 0,0 2 0,-1 6 0,1 8 0,0 1 0,0 16 0,1 1 0,5 10 0,-2-1 0,7 6 0,0-1 0,8 2 0,2-4 0,2 0 0,7-11 0,-2 3 0,5-11 0,1 0 0,0-11 0,0-7 0,1-3 0,-1-2 0,6-7 0,0-5 0,0-5 0,-6-6 0,0 2 0,0-8 0,0 3 0,1-3 0,-7-2 0,1 8 0,-9-1 0,3 1 0,-2 9 0,2-3 0,-4 9 0,3-3 0,-3 9 0,-2 2 0,0 8 0,0 9 0,0 8 0,0 3 0,0 5 0,0 1 0,6-5 0,0 0 0,7-8 0,-1 1 0,3-4 0,2-7 0,0-3 0,1-8 0,-1 0 0,0 0 0,0-10 0,0-7 0,-7-2 0,-4-10 0,-4 6 0,-2-5 0,-2-1 0,-4-5 0,-6 5 0,-11 0 0,2 8 0,-7-2 0,7 4 0,-2 2 0,4 6 0,1-1 0,1 1 0,0-6 0</inkml:trace>
  <inkml:trace contextRef="#ctx0" brushRef="#br0" timeOffset="11">24041 10144 8912,'-18'-8'0,"3"-1"0,4-8 0,-5-1 0,14 9 0,-5-6 0,7 15 0,0 0 0,2 9 0,3 14 0,7 4 0,3 0 0,2 5 0,1-3 0,-1-3 0,0 3 0,-6-6 0,1 6 0,-1-8 0,5 3 0,-5-6 0,4-9 0,-7-3 0,4-12 0,-3-5 0,-3-12 0,-4-4 0,3-7 0,-1-1 0,2 1 0,-4 0 0,4-1 0,1 1 0,-1-1 0,7 3 0,-1 3 0,-3 4 0,3 8 0,-1 8 0,7-7 0,-1 7 0</inkml:trace>
  <inkml:trace contextRef="#ctx0" brushRef="#br0" timeOffset="12">24557 10041 8912,'-12'-15'0,"1"3"0,-1-3 0,-9 11 0,4-8 0,-4 9 0,10-3 0,-5 12 0,-1 5 0,0 6 0,0 6 0,5-2 0,1 8 0,7-2 0,-2 3 0,4-3 0,2-2 0,0-2 0,0-6 0,2-2 0,4-3 0,-2 1 0,7-7 0,1-2 0,5-10 0,0-6 0,0-11 0,1-1 0,-1-5 0,0-3 0,0 3 0,0 2 0,1-2 0,-1 8 0,0-1 0,0 2 0,0 3 0,-5 2 0,-1 3 0,1 5 0,5 7 0,0 7 0,0 3 0,1 7 0,-7 0 0,1 1 0,-1-9 0,14 6 0,2-5 0</inkml:trace>
  <inkml:trace contextRef="#ctx0" brushRef="#br0" timeOffset="13">24987 9920 8912,'0'-17'0,"-2"6"0,-4-1 0,4 7 0,-3-7 0,3 8 0,4-1 0,3 10 0,5 5 0,7 7 0,0 6 0,1 0 0,-1 6 0,0-7 0,0 7 0,0-6 0,-1 6 0,-5-6 0,3 0 0,-9-6 0,7-6 0,-6 1 0,-1-8 0,-5 3 0,0-9 0,0-3 0,0-7 0,0-11 0,0 2 0,0-8 0,6 1 0,0-7 0,7 7 0,-1-1 0,3 2 0,2-1 0,0 3 0,1 8 0,-1-1 0,0 1 0,6 8 0,0 3 0,0 4 0,-6 4 0,0 4 0,-1 3 0,-5 8 0,2 1 0,-7-1 0,6 6 0,-7 0 0,7 0 0,-6-6 0,-1 0 0,-5 0 0,6 6 0,0 0 0,-1-6 0,-5-5 0,0-1 0,0 6 0,-7-7 0,-3-2 0,-7-16 0,0-2 0</inkml:trace>
  <inkml:trace contextRef="#ctx0" brushRef="#br0" timeOffset="14">25331 9491 8912,'0'-18'0,"-7"1"0,5 0 0,-6 6 0,8-1 0,0 8 0,2-3 0,6 9 0,9 3 0,8 3 0,9 3 0,2 5 0,4-5 0,4-3 0,8 7 0,0-5 0</inkml:trace>
  <inkml:trace contextRef="#ctx0" brushRef="#br0" timeOffset="15">25727 9645 8912,'-23'16'0,"0"-5"0,0 4 0,6-3 0,0 3 0,0 2 0,5 1 0,1-1 0,1 2 0,-1 4 0,3-4 0,8 6 0,0-2 0,0 0 0,0-1 0,0-4 0,0-7 0,0 1 0,0-9 0,8 5 0,1-8 0,8 0 0,-5-8 0,-1-3 0,-1-10 0,1-2 0,5-8 0,-5 3 0,2 1 0,-1-2 0,3 8 0,-3-2 0,-3 4 0,3 2 0,-7 0 0,7 0 0,-6 5 0,5 1 0,-7 7 0,11-4 0,-11 10 0,8 4 0,-9 9 0,3 8 0,2 0 0,-3-6 0,9 6 0,-3 0 0,5-2 0,1-9 0,-8-5 0,14 1 0,-4 1 0</inkml:trace>
  <inkml:trace contextRef="#ctx0" brushRef="#br0" timeOffset="16">26209 9577 8912,'-12'-2'0,"1"-4"0,1 2 0,-1-7 0,-4 7 0,5-4 0,0 16 0,5 3 0,3 12 0,2 6 0,0 3 0,0 3 0,0-1 0,0 1 0,0-1 0,0 0 0,0 1 0,0-1 0,0-7 0,0-4 0,0-10 0,0-1 0,0-9 0,0 5 0,0-18 0,0-7 0,0-6 0,0-5 0,0-11 0,0 5 0,0-4 0,0 4 0,6-7 0,-1 1 0,9 2 0,-3 9 0,4-1 0,3 7 0,-1 2 0,0 9 0,2-1 0,2 7 0,2 4 0,-2 6 0,-2 12 0,-2 6 0,-5 9 0,-1-2 0,-1 1 0,1-1 0,3 1 0,-8-7 0,7 6 0,-2-6 0,7 0 0,5-6 0,-4-7 0,13-3 0,-5-7 0</inkml:trace>
  <inkml:trace contextRef="#ctx0" brushRef="#br0" timeOffset="17">27138 9353 8912,'-17'-27'0,"0"4"0,-1-1 0,3 1 0,4 2 0,-5 9 0,7 12 0,-8 12 0,-1 11 0,1 7 0,0 8 0,0 8 0,1 4 0,5 1 0,-2 1 0,7 0 0,0-3 0,6-3 0,2-4 0,4-7 0,5-3 0,12-3 0,-2-12 0,8-11 0,2-5 0,9-1 0,-2-9 0,6-8 0,-2-10 0,-4-5 0,-1-9 0,-3 1 0,4-13 0,-3 1 0,-5-1 0,-13 7 0,-1-4 0,-5 4 0,-3 6 0,-8 6 0,-14 15 0,-3 13 0,-11 6 0,-1 6 0,-4 11 0,-1 12 0,1 3 0,5 2 0,3 7 0,8-1 0,1 7 0,5-1 0,3-4 0,10-2 0,6-3 0,9-3 0,14-3 0,9-8 0,13-2 0,-1-16 0,13-3 0,4-13 0,7-16 0,10-17 0</inkml:trace>
  <inkml:trace contextRef="#ctx0" brushRef="#br0" timeOffset="18">27689 9250 8912,'67'-21'0,"-4"4"0,-4 5 0,0 5 0,4 1 0,6 2 0,6 2 0,-12-7 0,-2-7 0,-11-5 0,0-9 0,-6 3 0</inkml:trace>
  <inkml:trace contextRef="#ctx0" brushRef="#br0" timeOffset="19">28239 8958 8912,'-5'-18'0,"-3"1"0,0 0 0,1 0 0,-1 7 0,2 5 0,4 6 0,-3 9 0,5 9 0,5 6 0,-3 4 0,4 5 0,2 2 0,-3 4 0,1-3 0,-4 5 0,2-2 0,2 0 0,-1-2 0,-5-9 0,0 3 0,0-3 0,-1-4 0,-5-2 0,4-4 0,-6-2 0,1-7 0,3-16 0,-8-11 0,8-10 0,-1 4 0,3-6 0,2 6 0,-6-5 0,0 5 0,1 0 0,5 6 0,0 0 0,0-1 0,7 9 0,9-5 0,6 9 0,1-1 0,-5 6 0,5 8 0,0 3 0,1 4 0,-1 3 0,-5 1 0,-1 4 0,-2-2 0,-9 7 0,0-1 0,-6 2 0,-10 3 0,-7-3 0,-8-3 0,-10 3 0,-5-2 0,0 2 0,0-7 0,6-10 0,-1 1 0,1-7 0,3-2 0,8-10 0,2-3 0,15-9 0,3-6 0,8-5 0,5-11 0,22-4 0,5-8 0</inkml:trace>
  <inkml:trace contextRef="#ctx0" brushRef="#br0" timeOffset="20">28670 9233 8912,'-18'0'0,"1"2"0,0 3 0,7-3 0,-5 6 0,13-8 0,-5 0 0,7 0 0,7 0 0,5 0 0,3-2 0,2-4 0,6-3 0,0-8 0,0-1 0,-6-5 0,0 0 0,-7 6 0,-4 6 0,-2-1 0,1-5 0,-3 0 0,-2 0 0,-9 7 0,-9 5 0,1 5 0,0 5 0,-6 11 0,0 6 0,0 9 0,6-2 0,6 9 0,-1 2 0,8 0 0,-1-6 0,5 1 0,5-1 0,5-7 0,7-4 0,8-6 0,4-5 0,9-5 0,2-7 0,8-7 0,-2-5 0,-2-11 0,2-5 0,-8-11 0,2-1 0,-6-8 0,-5 3 0,2 1 0,-8-2 0,-6-2 0,-6-9 0,-7 3 0,2-3 0,-6-2 0,-6 1 0,-2 1 0,-3 6 0,-2 9 0,7 7 0,-8 16 0,13 11 0,-7 24 0,8 7 0,0 9 0,0 8 0,0 6 0,0 11 0,2 3 0,4 3 0,-3 2 0,9-8 0,-6 2 0,5-2 0,0-11 0,7 0 0,-1-8 0,0-3 0,2-9 0,4-3 0,-4-5 0,4-7 0,-4-11 0,-1-10 0</inkml:trace>
  <inkml:trace contextRef="#ctx0" brushRef="#br0" timeOffset="21">28911 9061 8912,'-12'0'0,"1"0"0,5 0 0,-6 0 0,9 0 0,-3 0 0,12 0 0,13 0 0,15 0 0,8-2 0,10-4 0,7-3 0,4-9 0,-2 7 0,2-1 0,-7-5 0,1-6 0,-5-5 0,-6 5 0,-6-6 0,-11 6 0,-4 0 0,-8 14 0,-8 1 0,-9 8 0,-4 8 0,-5 3 0,1 4 0,-3 5 0,5 2 0,-2 3 0,3 4 0,3 2 0,-4-9 0,4 7 0,2-6 0,0 0 0,0-6 0,0 0 0,0 1 0,2-7 0,4 0 0,-4-7 0,13 4 0,-4-8 0,-1-2 0,1-4 0,-5-9 0,6-8 0,-3-7 0,3 1 0,3-4 0,-4-1 0,-1-6 0,1 0 0,-1-6 0,2 6 0,-3 2 0,-3 9 0,-4 4 0,3 8 0,-3 5 0,-2 1 0,2 7 0,2 0 0,2 10 0,-2 11 0,3 2 0,-1 10 0,2 0 0,-3 5 0,3-5 0,4-1 0,3-1 0,-4 2 0,-1-4 0,1-8 0,-1-6 0,1 1 0,5-8 0,-5 1 0,4-5 0,3-5 0,-3-5 0,-4-7 0,5-8 0,-5-4 0,3-1 0,-3 1 0,2-3 0,-7 3 0,0-2 0,-6 3 0,0 3 0,0 8 0,2 7 0,4 4 0,-5 5 0,15 8 0,-5 5 0,5 3 0,1 2 0,0 6 0,0 0 0,6-6 0,0-5 0,6-3 0,-6 3 0,2 1 0,-3-7 0,-2-1 0,3-5 0,-4-1 0,-2-5 0,0-4 0,0-7 0,-5 0 0,-1 0 0,-7-2 0,2-4 0,-4 2 0,-2-8 0,-2 6 0,-4-6 0,-3 8 0,-9-2 0,1 4 0,0 2 0,0 6 0,-1-1 0,7 8 0,0-1 0,-1 10 0,-5 7 0,0 11 0,-1 5 0,7 5 0,-1 1 0,7 1 0,-7-1 0,8 1 0,-1-1 0,3 0 0,2 1 0,2-7 0,3 1 0,7-14 0,11 2 0,4-11 0,7 0 0,2-12 0,5-5 0,4-12 0,13-6 0,-3-5 0,8-6 0,-7 1 0,1-6 0,-3 4 0,-3-4 0,-9 8 0,-7 3 0,-14 7 0,-12 10 0,-1 0 0,-10 7 0,-7 3 0,-9 7 0,-5 5 0,0 1 0,6 6 0,6-7 0,1 9 0,-1-3 0,-3-1 0,9 1 0,-1 1 0,0 5 0,0 0 0,1-6 0,5 1 0,0-1 0,0 7 0,0-1 0,2 0 0,3 0 0,-1-5 0,8-1 0,-1-7 0,6 2 0,-5-4 0,-1-2 0,1 0 0,5-8 0,0-2 0,-5-5 0,-1 4 0,-7-5 0,4 7 0,-8-3 0,0 1 0,0 7 0,0-6 0,0 5 0,0 3 0,0-6 0,0 8 0,0 0 0,0-7 0,-2 5 0,-2-6 0,-2 0 0,-5 4 0,3-7 0,-2-2 0,-1 5 0,-6 0 0,-2 8 0,-2 0 0,-2 0 0,-8 14 0,2 3 0,-1 12 0,-1 1 0,4 8 0,3 8 0,8 4 0,11 1 0,5 1 0,5 0 0,7-8 0,11-4 0,3-12 0,9-5 0,7-11 0,4-7 0,4-5 0,1-5 0,-5-12 0,0-12 0,0-9 0,5-2 0,5-8 0,-4 2 0,-5 2 0,-12-2 0,-3 8 0,-5-4 0,-10 2 0,-9 0 0,-6 5 0,-2 7 0,-2 9 0,-4 1 0,-3 1 0,-9 15 0,1-3 0,0 3 0,5 9 0,1 5 0,7 3 0,-2 2 0,-1 2 0,1 4 0,0-4 0,6 4 0,0 2 0,0-2 0,-2-2 0,-3-2 0,3-2 0,-4 1 0,4-7 0,2 0 0,0-5 0,0 6 0,0-9 0,0 3 0,0-12 0,0-3 0,2-10 0,4-6 0,5-9 0,5-3 0,1-9 0,2 2 0,4-1 0,-4-3 0,4 8 0,-4 7 0,-2 10 0,2 4 0,4 2 0,-2 8 0,8 3 0,-6 8 0,6 7 0,1 10 0,3 6 0,-1 6 0,-3 9 0,-2-4 0,-4 4 0,-4-3 0,4-3 0,-4 0 0,-2 1 0,-7-3 0,-5-3 0,-3 3 0,-2-5 0</inkml:trace>
  <inkml:trace contextRef="#ctx0" brushRef="#br0" timeOffset="22">25452 10763 8912,'-10'-8'0,"-3"-1"0,9-7 0,6 3 0,9 4 0,10 1 0,0 2 0,8 6 0,3 2 0,7 4 0,-3-2 0,4 9 0,-5 4 0,-7 4 0,3 4 0,-8-2 0,-2 6 0,-2 3 0,-9 4 0,-5 3 0,-5 3 0,-5 2 0,-7-4 0,-11 6 0,2-8 0,-8 0 0,1-8 0,1-7 0,-4-5 0,8-7 0,-7-3 0,3-8 0</inkml:trace>
  <inkml:trace contextRef="#ctx0" brushRef="#br0" timeOffset="23">25847 10643 8912,'18'-35'0,"-7"8"0,1 4 0,-9 4 0,5 10 0,-10 3 0,-4 12 0,-1 11 0,-5 12 0,-3 11 0,4 6 0,-3 3 0,3 3 0,5-2 0,4-5 0,2 5 0,0-4 0,0-2 0,0 2 0,8-10 0,3-2 0,6-7 0,6-10 0,6-7 0,11-4 0,-2-14 0,8-9 0,-8-16 0,12-11 0,-6-7 0</inkml:trace>
  <inkml:trace contextRef="#ctx0" brushRef="#br0" timeOffset="24">26553 10660 8912,'0'-10'0,"0"3"0,0 22 0,0-4 0,0 12 0,6 2 0,-1-2 0,3 6 0,-2-5 0,3 1 0,1 0 0,5-2 0,-3-6 0,5-1 0,6-5 0,-4-3 0,4-8 0,4-8 0,-1-2 0</inkml:trace>
  <inkml:trace contextRef="#ctx0" brushRef="#br0" timeOffset="25">27000 10385 8912,'10'-18'0,"-4"1"0,-4 0 0,-2 0 0,0 9 0,0 8 0,0 10 0,0 13 0,0 3 0,0 9 0,5-3 0,1-3 0,7 3 0,-1-3 0,3-4 0,2-2 0,1 0 0,-1-6 0,0 2 0,0-13 0,-5 0 0,-1-6 0,1 0 0,3-8 0,-4-4 0,-3-10 0,-8-7 0,0-4 0,0-1 0,0-6 0,0 0 0,0-6 0,0 6 0,-6-6 0,1 6 0,-1 7 0,6 10 0,0 4 0,0 6 0,0 9 0,0 16 0,8 18 0,3 16 0,4 11 0,3 6 0,-1 10 0,0 1 0,6 7-218,0-7 0,2 8 218,-2-1 0,-4-5 0,4-1 0,-4-5 0,-2-1 0,-5 2 0,-1-8 0,-9-2 0,-2-21 0,-8-2 0,-9-9 0,-2-6 0,-4-12 0,4-3 0,-4-8 0,-2-8 0,2-3 0,-6-14 218,6-9 0,-3-3-218,9-9 0,-5-5 0,11-7 0,3-5 0,3 6 0,3 0 0,2 5 0,2 1 0,3-1 0,5 8 0,7 4 0,0 4 0,1 1 0,-1 1 0,0 0 0</inkml:trace>
  <inkml:trace contextRef="#ctx0" brushRef="#br0" timeOffset="26">20530 13273 8912,'-10'-17'0,"-3"5"0,5 3 0,1-1 0,-1 1 0,4-5 0,0 5 0,-1-3 0,1 9 0,-8-3 0,7 12 0,-7 5 0,-1 6 0,-3 6 0,-8 4 0,-5 7 0,-4 3 0,-3 3 0,-2 6 0,-2 3 0,-8 3 0,2-1 0,4 7 0,2-1 0,5-5 0,7-7 0,-1-3 0,12-1 0,3-1 0,14-21 0,2 2 0,6-8 0,9-7 0,2-4 0,10-2 0,5-2 0,7-4 0,12-3 0,-1-9 0,-3 1 0,-3 0 0,0-4 0,4 0 0,-4 4 0,-6 2 0,-8-5 0,-9 9 0,-2 1 0,-15-1 0,0-8 0,-6-8 0</inkml:trace>
  <inkml:trace contextRef="#ctx0" brushRef="#br0" timeOffset="27">20100 13669 8912,'-12'9'0,"1"-3"0,5-2 0,-5 1 0,7-3 0,-4 8 0,8-4 0,8-5 0,3 5 0,20-4 0,9-2 0,15-8 0,9-3 0,8-6 0,3-6 0,5 2-184,-5-8 1,-1 6 183,-5-5 0,0 7 0,0-2 0,-8 2 0,-4-2 0,-11-4 0,-4-7 0</inkml:trace>
  <inkml:trace contextRef="#ctx0" brushRef="#br0" timeOffset="28">20788 12964 8912,'-9'-8'0,"1"6"0,17-4 0,9 12 0,8-2 0,15 7 0,4 7 0,13 4 0,3 1 0,8-3 0,-2 2 0,-4 7 0,0 5 0,-11 7 0,-7-3 0,-16 8 0,-12 1 0,-11 11 0,-12-3 0,-5 8 0,-18-7 0,-5 1 0,-12 2-130,0-2 1,-6-7 129,-5-10 0,-4-4 0,-8-1 0</inkml:trace>
  <inkml:trace contextRef="#ctx0" brushRef="#br0" timeOffset="29">22750 12723 8912,'-8'-17'0,"-3"1"0,-5 5 0,-1 5 0,-2 4 0,-2 4 0,-4 4 0,-2 5 0,-3 5 0,-6 3 0,-1 2 0,5 2 0,3 5 0,-2-3 0,5 2 0,1 4 0,2 1 0,6 4 0,-1 3 0,1 1 0,8 2 0,3-2 0,4-6 0,2 1 0,8-3 0,5-11 0,8-4 0,8-3 0,5-11 0,6 3 0,-1-4 0,6-2 0,-4 0 0,5 0 0,-8-6 0,2 1 0,-9-1 0,-3 6 0,-7 0 0,2 0 0,-11 2 0,-7 4 0,-5-1 0,-5 12 0,-5-1 0,-7 12 0,-10-1 0,-7 2 0,-1 3 0,-5-3 0,-4 3 0,-2 3 0,4-8 0,2-5 0,4-2 0,1-3 0,1-6 0,-1 1 0,9-10 0,3-2 0,-4-16 0,0-10 0</inkml:trace>
  <inkml:trace contextRef="#ctx0" brushRef="#br0" timeOffset="30">22939 12946 8912,'-17'-17'0,"0"2"0,0 3 0,-1 7 0,1 3 0,0 2 0,0 0 0,-1 0 0,1 0 0,2 7 0,4 5 0,-3 9 0,8 2 0,1 6 0,5-5 0,0 1 0,0 0 0,0 6 0,0-3 0,0-1 0,0 2 0,2-10 0,3-2 0,-1-2 0,8-9 0,-1 0 0,6-14 0,0-3 0,1-12 0,-1-6 0,-6-3 0,1-3 0,-3 3 0,3 3 0,-4-3 0,-8 3 0,5 4 0,1 2 0,0 4 0,-6 2 0,0 0 0,2 7 0,3 4 0,-3 4 0,8 10 0,-4 4 0,1 3 0,5 2 0,3 2 0,-4 4 0,11-6 0,0 0 0,7 1 0,-6-7 0,8-3 0,-3-3 0,5-3 0,1-2 0,-7 0 0,-4 0 0,-6-7 0,-5-5 0,1-3 0,-7-2 0,0-6 0,-6 0 0,0 0 0,0 6 0,0 0 0,-8-1 0,0 7 0,-3 0 0,3 7 0,0-4 0,7 8 0,-1 8 0,7 3 0,3 4 0,-2 3 0,1 1 0,5 4 0,1-2 0,-7 5 0,0-1 0,1-4 0,-5-2 0,4-1 0,2-1 0,-3 0 0,1 0 0,-6 0 0,0-7 0,0-4 0,0-12 0,0-6 0,-6-5 0,1-6 0,-1-1 0,6-5 0,0-4 0,0 5 0,0-3 0,0 2 0,0-1 0,0 7 0,6 0 0,-1 6 0,9 0 0,-3 0 0,-1 7 0,1 4 0,1 4 0,5 2 0,0 8 0,0 3 0,-5 5 0,-1 1 0,-7 2 0,2 4 0,-2-4 0,0 4 0,1-4 0,-1-2 0,-2-5 0,-2-1 0,0-7 0,0 4 0,0-8 0,2-8 0,4-3 0,-2-5 0,7-1 0,-7-2 0,2-4 0,1 10 0,-1-5 0,2 5 0,-3-4 0,-3 5 0,4 1 0,4 7 0,-1-3 0,8 14 0,1 5 0,-7 3 0,0 2 0,1 0 0,5 0 0,0 1 0,1-1 0,1-2 0,4-3 0,-4 1 0,4-7 0,-4-1 0,-2-5 0,0-1 0,0-5 0,1-4 0,-3-7 0,-2-2 0,-1-4 0,-8 2 0,1-8 0,3 1 0,-2-7 0,-1 7 0,-5-1 0,0 8 0,0-2 0,0 10 0,0 1 0,0 8 0,0-1 0,0 10 0,0 7 0,0 11 0,2 5 0,4 13 0,-2 3 0,7 7 0,1 1 0,5-1 0,-2 1 0,-3-1 0,3 7 0,-3-1 0,3-2 0,2-1 0,-5-4 0,-1-5 0,-7-3 0,2-7 0,-4-8 0,-2-4 0,0-12 0,0-5 0,0-12 0,0-4 0,-8-22 0,-2-4 0</inkml:trace>
  <inkml:trace contextRef="#ctx0" brushRef="#br0" timeOffset="31">23903 12585 8912,'17'0'0,"0"-7"0,0-5 0,3 3 0,3-3 0,-2 1 0,7-6 0,1 1 0,5 5 0,-1 3 0,-3 8 0,-1 0 0,2 0 0,-8 8 0,-6 3 0,-2 12 0,-9 6 0,0 5 0,-6 6 0,-8-1 0,-3 6 0,-11-6 0,0 1 0,-7 2 0,6-2 0,0-6 0,6-5 0,0-16 0,-1-1 0,1-1 0,0-1 0</inkml:trace>
  <inkml:trace contextRef="#ctx0" brushRef="#br0" timeOffset="32">24350 12190 8912,'10'2'0,"-4"4"0,-5-5 0,-1 15 0,0-5 0,0 12 0,0 4 0,0 9 0,0 4 0,0 6 0,0 8 0,0 9 0,8-6 0,4 12 0,9-12 0,2 0 0,7-11 0,-1-6 0,-2-11 0,1-6 0,-1-12 0,2-5 0,1-6 0,-7-6 0,6-11 0,-6-11 0,0-5 0,-6-1 0,-7-1 0,-5 1 0,-3 5 0,-2 1 0,-2-1 0,-3-5 0,-5-1 0,-7 1 0,-6 7 0,0 4 0,-2 12 0,2 5 0,4 4 0,-4 2 0,6 4 0,5 7 0,-1 7 0,7 10 0,1 7 0,5-1 0,0 0 0,0 6 0,3-3 0,9-3 0,-1-5 0,12-1 0,4-7 0,2 2 0,3-5 0,3-7 0,5-3 0,0-8 0,6 0 0,-6 0 0,0-16 0,-5-3 0</inkml:trace>
  <inkml:trace contextRef="#ctx0" brushRef="#br0" timeOffset="33">25280 12413 8912,'1'12'0,"3"-1"0,2 3 0,0-5 0,-6 3 0,0-1 0,0 6 0,0 8 0,0 4 0,0 1 0,0-1 0,2 4 0,3-5 0,5 3 0,7-3 0,-2-3 0,-3-7 0,3-1 0,-5 0 0,5-9 0,-3-8 0,1-16 0,-7-12 0,5-7 0,-5-5 0,5 2 0,-5-8 0,6 2 0,-7-2 0,3-2 0,-2 8 0,-4 0 0,3 6 0,3 7 0,-2 4 0,7 6 0,-1 6 0,5 3 0,6 8 0,4-8 0,7-1 0</inkml:trace>
  <inkml:trace contextRef="#ctx0" brushRef="#br0" timeOffset="34">25916 12379 8912,'-23'0'0,"-2"0"0,1 0 0,-1 0 0,-6 2 0,2 4 0,-1-2 0,1 7 0,-1-3 0,7 9 0,0-4 0,6 10 0,1 2 0,5-2 0,3 6 0,8-5 0,0 1 0,0 0 0,2-4 0,4-9 0,3-5 0,9-7 0,-1 0 0,0 0 0,0-4 0,0-7 0,1-1 0,-1-11 0,0-3 0,0-3 0,-2-1 0,-3 1 0,1-4 0,-7 5 0,6 1 0,-7-2 0,7 14 0,-7-2 0,1 3 0,-6-3 0,2 8 0,4 3 0,-4 6 0,4 6 0,1 5 0,-1 12 0,2 4 0,-3 7 0,5 1 0,7-1 0,-4-1 0,5-5 0,-5-1 0,10-4 0,-2-12 0,2 1 0,-2-8 0,8-4 0,-3-2 0,3-4 0,2-11 0,-8-12 0,0-3 0,-6-3 0,-6 1 0,1-1 0,-8 1 0,1 0 0,-3 1 0,-2 5 0,-7-3 0,-5 8 0,3 2 0,-3 10 0,1 3 0,-7 8 0,3 8 0,4 3 0,-5 4 0,5 3 0,3 1 0,2 4 0,5-4 0,1 4 0,1-4 0,5-2 0,4 0 0,7 0 0,0-5 0,0-1 0,1-7 0,-1 2 0,0-2 0,0 1 0,6-3 0,0 4 0,0-4 0,-6-2 0,0 6 0,1-1 0,-7 1 0,1-6 0,-1 0 0,6 0 0,-5 0 0,-1 0 0,-1-2 0,1-4 0,5-1 0,-5-5 0,-1-3 0,1 4 0,-5-5 0,5-1 0,-5 0 0,6 0 0,-9-1 0,11 1 0,-9 0 0,1 8 0,-6 1 0,0 8 0,6 8 0,0 3 0,-1 4 0,-5 2 0,2 1 0,4-1 0,-4 0 0,4 0 0,-2 0 0,1 1 0,-3-1 0,12 0 0,-9 0 0,1-7 0,-4 3 0,4-7 0,-4 0 0,5-8 0,-7-4 0,0-4 0,0-7 0</inkml:trace>
  <inkml:trace contextRef="#ctx0" brushRef="#br0" timeOffset="35">26519 12087 8912,'-16'-17'0,"5"-1"0,-5 3 0,5 4 0,3-5 0,1 14 0,7-5 0,2 7 0,3 0 0,7 7 0,11 5 0,-4-3 0,4 3 0,4-1 0,-1 7 0</inkml:trace>
  <inkml:trace contextRef="#ctx0" brushRef="#br0" timeOffset="36">27018 12259 8912,'-33'0'0,"4"0"0,-1 0 0,7-2 0,0-2 0,-2-2 0,6 1 0,-4 5 0,10 0 0,1 0 0,3 7 0,-3 5 0,-1 3 0,7 2 0,0 0 0,6 0 0,0 1 0,0-1 0,0 0 0,0 0 0,0 0 0,0-5 0,0-1 0,2-7 0,4 2 0,3-10 0,9-2 0,1-9 0,4-2 0,-2 0 0,7-6 0,-5 4 0,6 1 0,-8 1 0,2 0 0,-6 6 0,-5-1 0,3 8 0,-3-1 0,-5 1 0,-1-2 0,-2 4 0,1-4 0,-3 6 0,4 6 0,-4-4 0,6 11 0,3-7 0,1 0 0,5-6 0,-4 6 0,10-1 0,-4 1 0,-2-6 0,6-2 0,0-4 0,0 5 0,-5-5 0,-7 4 0,-1 0 0,-3-4 0,7 4 0,-12-5 0,5 7 0,-7 0 0,0 7 0,0-3 0,0 8 0,-2-7 0,-3 7 0,3-8 0,-6 11 0,8-13 0,0 5 0,0-7 0,2-7 0,4-5 0,-3 3 0,9-3 0,-6 1 0,5-6 0,1 5 0,5 1 0,0 1 0,0-1 0,0-3 0,1 9 0,-1-1 0,0 6 0,0 0 0,0 0 0,-5 0 0,-1 0 0,1 2 0,5 4 0,-5 1 0,-1 5 0,1 1 0,5-7 0,0 0 0,8 1 0,2 3 0</inkml:trace>
  <inkml:trace contextRef="#ctx0" brushRef="#br0" timeOffset="37">28033 11863 8912,'-17'-17'0,"0"8"0,-1 3 0,3 6 0,0 6 0,1 7 0,1 8 0,-6 8 0,7 11 0,3 4 0,-3 7 0,8 1 0,-1-1 0,3-1 0,2-4 0,7 2 0,5-8 0,9-8 0,2-9 0,2-11 0,-2-7 0,-2-3 0,7-2 0,1-9 0,6-8 0,-3-8 0,-3-10 0,1 1 0,-7 0 0,0-7 0,-6 1 0,-7 0 0,-4 6 0,-4 1 0,-2 5 0,-2-1 0,-4 12 0,-5 3 0,-12 14 0,2 10 0,-8 7 0,8 2 0,-2 10 0,4 0 0,2 5 0,1 0 0,5 1 0,-3 3 0,9-4 0,-1 5 0,8-13 0,5 3 0,11 0 0,7-8 0,9 2 0,8-12 0,4-5 0,4-4 0,1-2 0,1 0 0,7-23 0,2-6 0</inkml:trace>
  <inkml:trace contextRef="#ctx0" brushRef="#br0" timeOffset="38">29083 11984 8912,'-44'0'0,"2"0"0,7 0 0,1 7 0,-1 5 0,7 5 0,3 6 0,4 5 0,5 5 0,11 7 0,-1 0 0,6 0 0,6-5 0,9-3 0,8-3 0,8-6 0,-3-12 0,-1-3 0,2-8 0,-1 0 0,7 0 0,-8-8 0,-4-3 0,-4-5 0,-2-1 0,-6 0 0,1 0 0,-8-6 0,1 0 0,-5-2 0,-5 2 0,-5 4 0,-7-4 0,0 2 0,-1-2 0,1 10 0,0-4 0,0 5 0,0 1 0,-8 3 0,-2 1 0,-7-3 0</inkml:trace>
  <inkml:trace contextRef="#ctx0" brushRef="#br0" timeOffset="39">30115 11485 8912,'0'-34'0,"-7"-1"0,-5 1 0,-3 1 0,-2 5 0,-3 11 0,-3 11 0,-3 4 0,-1 2 0,-6 8 0,5 3 0,1 12 0,-2 6 0,10 9 0,2 2 0,2 10 0,9 1 0,0 3 0,6 9 0,0 0 0,0 5 0,0 1 0,0 0 0,0 0 0,0 0 0,6-8 0,0-4 0,-1-3 0,-5-3 0,6-7 0,0-4 0,0-4 0,-6-1 0,0-8 0,0-10 0,0-17 0,0-10 0</inkml:trace>
  <inkml:trace contextRef="#ctx0" brushRef="#br0" timeOffset="40">29633 12070 8912,'-17'0'0,"2"-8"0,3-4 0,10 3 0,20-3 0,12 7 0,28-7 0,5 7 0,11-7 0,-1 8 0,5-3 0,-1 1 0,-5 0 0,-3-1 0,-6 1 0,-3-4 0,-9-7 0</inkml:trace>
  <inkml:trace contextRef="#ctx0" brushRef="#br0" timeOffset="41">31010 11794 8912,'0'-22'0,"0"-1"0,0 0 0,0 6 0,8 5 0,3 1 0,4 1 0,3-1 0,-1 5 0,0 4 0,6 4 0,0 4 0,6 9 0,-6 8 0,0 2 0,-6-2 0,0 3 0,0 9 0,-2-1 0,-3 0 0,1-5 0,-7 0 0,0-1 0,-6 7 0,0-1 0,0 1 0,-8-7 0,-3 1 0,-12-6 0,-6 5 0,-5-7 0,-7 2 0,5-5 0,-4-7 0,6-3 0,5-8 0,4 0 0,8 0 0,7-14 0,5-3 0,3-19 0,2 7 0,0-13 0</inkml:trace>
  <inkml:trace contextRef="#ctx0" brushRef="#br0" timeOffset="42">31733 11571 8912,'6'-38'0,"-1"3"0,1 12 0,-6 1 0,0 2 0,-2 5 0,-4 4 0,-3 5 0,-8 12 0,-8 11 0,-4 12 0,-3 5 0,-3 6 0,1 6 0,-1 11 0,1 1 0,-1 10 0,11-10 0,6 5 0,9-8 0,9-3 0,15-7 0,8 1 0,10-15 0,7-2 0,9-16 0,9-7 0,9-4 0,2-2 0,1-8-922,11-4 922,-1-10 0,2 1 0,0-8 0,1-2 0,-3-1 0</inkml:trace>
  <inkml:trace contextRef="#ctx0" brushRef="#br0" timeOffset="43">22251 16299 8912,'-17'0'0,"-1"0"0,1 0 0,0 0 0,0 4 0,0 5 0,-1 9 0,3 16 0,2 4 0,1 8 0,-1 8 0,5 9 0,2 2 0,5 7 0,1 8 0,7 1 0,5-7 0,5-13 0,6-11 0,-2-10 0,8-11 0,5-12 0,6-11 0,0-6 0,2-6 0,2-7 0,8-16 0,0-2 0,-1-15 0,-1-7-125,-4-10 1,-4 2 124,-8-2 0,-9 2 0,-8 0 0,-9 7 0,-6 6 0,-19 4 0,-12-2 0,-19-1 0,-15 7 0,-4 7 0,-2 10 0,2 4 0,4 2 0,0 7 0,12 5 0,5 7 0,17 9 0,4 8 0,8 15 0,2 1 0,3-1 0,5 1 0,7-1 0</inkml:trace>
  <inkml:trace contextRef="#ctx0" brushRef="#br0" timeOffset="44">21993 16866 8912,'-18'0'0,"1"0"0,0 0 0,8 0 0,1 0 0,23 0 0,8 0 0,13-7 0,5-5 0,12-5 0,-1-6 0,9 4 0,-4-4 0,8 4 0,-2 2 0,4-2-142,2-4 1,0 4-1,0-6 1</inkml:trace>
  <inkml:trace contextRef="#ctx0" brushRef="#br0" timeOffset="45">22870 16815 8912,'0'17'0,"0"0"0,-5 2 0,-1 4 0,0-2 0,6 8 0,-2 0 0,-4 5 0,5 0 0,-5 1 0,4-1 0,2 1 0,0-1 0,0 0 0,0-7 0,0-4 0,8-4 0,1-17 0,8-4 0</inkml:trace>
  <inkml:trace contextRef="#ctx0" brushRef="#br0" timeOffset="46">19738 16695 8912,'-17'0'0,"0"-8"0,0-2 0,0-1 0,-1-1 0,1-1 0,0-2 0,0-1 0,-1 3 0,1 2 0,0-3 0,0 7 0,0 1 0,-2 4 0,-4 2 0,2 2 0,-6 6 0,0 7 0,0 6 0,0 17 0,-1 2 0,-3 8 0,8 4 0,2-1 0,10 1 0,-3-1 0,11-1 0,4-4 0,9-6 0,13-11 0,6-7 0,5-4 0,6-7 0,4-3 0,8-8 0,-2 0 0,-5 0 0,9 0 0,-8 0 0,0 0 0,-12 0 0,-1 0 0,-5 2 0,-5 1 0,-4 3 0,-9 8 0,-4-3 0,-12 4 0,-6 3 0,-5-1 0,-6 0 0,-5 6 0,-13 0 0,3 5 0,-8-5 0,0 6 0,-5-6 0,5 0 0,0-6 0,8-2 0,-2-3 0,5-5 0,7-10 0,7-9 0,7-11 0,7-15 0,14-14 0,3-9 0</inkml:trace>
  <inkml:trace contextRef="#ctx0" brushRef="#br0" timeOffset="47">19876 16557 8912,'-10'2'0,"5"4"0,-3 5 0,2 12 0,1 6 0,5 11 0,5 11 0,1 12 0,7 2 0,-1-2 0,5 2 0,6-7 0,-2-9 0,8-9 0,-6-5 0,4-8 0,-3-10 0,-1-8 0,-5-9 0</inkml:trace>
  <inkml:trace contextRef="#ctx0" brushRef="#br0" timeOffset="48">20186 16746 8912,'-17'17'0,"1"2"0,5 4 0,-3 6 0,9 11 0,-1 4 0,6 8 0,0-3 0,0-3 0,15-4 0,8-7 0,8-9 0,3-3 0,6-11 0,0-7 0,1-6 0,-7-11 0,-1-1 0,-5-16 0,-5 0 0,-11-5 0,1 0 0,-7-1 0,-8 3 0,-10 3 0,-11-3 0,-5 3 0,-5 4 0,-1 2 0,-2 4 0,-5 2 0,5 2 0,-4 3 0,11-1 0,6 7 0,4 0 0,2 6 0,7 0 0,10 0 0,10 0 0</inkml:trace>
  <inkml:trace contextRef="#ctx0" brushRef="#br0" timeOffset="49">20564 16763 8912,'-17'6'0,"0"0"0,7 1 0,5-1 0,-3 6 0,2 11 0,1 3 0,5 9 0,1 12 0,5 5 0,-2 9 0,7-4 0,-1 8 0,2-2 0,3 2 0,-4-2 0,3-1 0,-3-5 0,3-9 0,-9 3 0,3-11 0,-2 0 0,-4-11 0,5-12 0,-7-9 0</inkml:trace>
  <inkml:trace contextRef="#ctx0" brushRef="#br0" timeOffset="50">20444 16815 8912,'0'-17'0,"2"5"0,4 1 0,3 5 0,8-5 0,2 7 0,4-2 0,-3 4 0,2 2 0,-2 0 0,-3 0 0,0 8 0,0 3 0,-2 6 0,-3 4 0,-6 4 0,-4 2 0,-2 2 0,0 5 0,0-7 0,0 5 0,0-5 0</inkml:trace>
  <inkml:trace contextRef="#ctx0" brushRef="#br0" timeOffset="51">20754 16798 8912,'7'9'0,"1"1"0,3-4 0,-3-5 0,-8 15 0,2-9 0,4 5 0,-2 1 0,7-7 0,0 0 0,7-6 0,-1 0 0,0 0 0,8-2 0,4-4 0,-3-4 0,3-7 0,-8 0 0,2 0 0,-6 0 0,-5 0 0,1-3 0,-7-3 0,0 4 0,-6-4 0,-8 6 0,-3 6 0,-11-4 0,0 3 0,-3 4 0,2 3 0,4 5 0,-4 5 0,4 7 0,1 11 0,1 4 0,0 7 0,7 6 0,5 0 0,3 8 0,2-2 0,9-2 0,8 2 0,10-14 0,13 2 0,14-16 0,15-1 0,-6-11 0,6-1 0,-18-10 0,1-7 0,-20-11 0,1-4 0</inkml:trace>
  <inkml:trace contextRef="#ctx0" brushRef="#br0" timeOffset="52">19790 17778 8912,'-8'-17'0,"-1"-3"0,-3 1 0,3 0 0,1 4 0,2 9 0,6 2 0,0 14 0,0 11 0,0 10 0,0 1 0,2 14 0,4 0 0,5-2 0,3 5 0,-3-3 0,10 4 0,-3 3 0,1 1 0,0-3 0,0 3 0,4-14 0,-4 0 0,4-6 0,2-9 0,-2-8 0,0-7 0,-6-10 0,2-15 0,4-8 0,-4-10 0,4-7 0,-4-4 0,-2-7 0,-1-1 0,-5 1 0,-3 1 0,-8 4 0,0 6 0,0 11 0,0 4 0,0 8 0,-8 0 0,4 9 0,-7 8 0,7 10 0,-2 13 0,4 4 0,2 7 0,0 0 0,0 1 0,8-1 0,3 1 0,-1-3 0,2-3 0,-1-4 0,6-8 0,0-2 0,1-4 0,-1 3 0,0-8 0,0-3 0,0-8 0,1-7 0,-1-11 0,6 2 0,0-7 0,-6-1 0,-6-5 0,-5 5 0,6 0 0,-9 3 0,3-3 0,4 4 0,-8 8 0,5 7 0,-7 3 0,6 9 0,0 3 0,5-1 0,-5 8 0,7-7 0,-1 7 0,3-8 0,2 3 0,1-7 0,-1 6 0,0 0 0,0-1 0,0-5 0,1-1 0,-1-5 0,0 4 0,0-13 0,0 5 0</inkml:trace>
  <inkml:trace contextRef="#ctx0" brushRef="#br0" timeOffset="53">20857 17829 8912,'-10'8'0,"5"3"0,3 5 0,2 1 0,0 0 0,0 0 0,0 6 0,0 0 0,0-2 0,0-2 0,0-2 0,2-1 0,3-5 0,-1-3 0,8-8 0,-9 0 0,7-8 0,-4-3 0,-4-5 0,3-1 0,-3 0 0,-2 0 0,2 0 0,4-1 0,-4 1 0,6 0 0,-7 6 0,5-1 0,-4 8 0,13-11 0,-11 13 0,8-4 0,-7 4 0,7 2 0,-6 0 0,5 0 0,-5-1 0,5-5 0,-5 4 0,6-4 0,-1 4 0,0-3 0,1-1 0,-1 0 0,7-2 0,-1 7 0,0-5 0,-5-2 0,-1 2 0,0 1 0,7 5 0,-1 0 0,0 0 0,-2 7 0,-3 5 0,3 3 0,-3 2 0,1 0 0,-2 1 0,3-1 0,-8 0 0,-1 0 0,-5 0 0,0 1 0</inkml:trace>
  <inkml:trace contextRef="#ctx0" brushRef="#br0" timeOffset="54">19945 18208 8912,'-17'0'0,"-1"0"0,1 0 0,6 0 0,-1 0 0,8-8 0,3-4 0,10-3 0,12-10 0,19-3 0,14-7 0,15-5 0,9-4-198,-32 19 0,0-1 0,-1 0 1,0 0 197,4 1 0,-1-2-285,-3-2 1,0-1 0,2 0-1,0-1 1,-4-3 0,0-1-1</inkml:trace>
  <inkml:trace contextRef="#ctx0" brushRef="#br0" timeOffset="55">23473 16609 8912,'-18'0'0,"1"0"0,10 0 0,7 0 0,15-2 0,14-4 0,3 2 0,2-7 0,7 5 0,-1-6 0,8 7 0,-3-7 0,-1 3 0,2-3 0,-7 5 0,-1 7 0,-8 0 0,-7 0 0,-13 2 0,-10 3 0,-15 5 0,-12 7 0</inkml:trace>
  <inkml:trace contextRef="#ctx0" brushRef="#br0" timeOffset="56">23524 17038 8912,'-9'8'0,"1"-6"0,8 6 0,2-8 0,4 0 0,13-2 0,15-4 0,8-11 0,12-10 0,1-2 0,3 1 0,-1 5 0,-5-6 0,3 8 0,-3-2 0,-6 10 0,-18 1 0,-3 9 0,-8-5 0</inkml:trace>
  <inkml:trace contextRef="#ctx0" brushRef="#br0" timeOffset="57">25589 15869 8912,'-2'10'0,"-1"-3"0,-3 1 0,0-6 0,6 6 0,2-8 0,2-2 0,2-4 0,7 4 0,-9-7 0,7 3 0,-7 4 0,6-8 0,-5 5 0,-3 3 0,6-6 0,-8 0 0,0 7 0,0-15 0,0 5 0,0 1 0,0-1 0,0 5 0,0-5 0,0 7 0,-8-10 0,-3 9 0,-4-1 0,-3 6 0,-1 2 0,-4 4 0,-4 3 0,-7 8 0,0 8 0,-1 4 0,1 5 0,-1 6 0,3-3 0,3 3 0,12-4 0,11-2 0,4 1 0,2-1 0,8-13 0,3-4 0,12-5 0,6-1 0,4-1 0,1-4 0,6-5 0,0 5 0,-5-4 0,-7-2 0,3 0 0,2 0 0,-7 0 0,-3 0 0,-11 8 0,-5 1 0,-7 9 0,-3-5 0,-9 4 0,-1-4 0,-16 10 0,-2-2 0,-7 0 0,-2 2 0,2-2 0,3 2 0,7-6 0,-5 4 0,4-9 0,5-4 0,1-3 0,9-5 0,3-5 0,7-7 0,-2-11 0,4-4 0,2-7 0</inkml:trace>
  <inkml:trace contextRef="#ctx0" brushRef="#br0" timeOffset="58">26020 15972 8912,'7'10'0,"-5"-2"0,6-8 0,-8-8 0,-2 6 0,-4-4 0,2 4 0,-7 2 0,-3 2 0,-1 4 0,-8 6 0,0 9 0,0 3 0,-2 3 0,6 2 0,-4 5 0,4 1 0,2-1 0,6-7 0,1-4 0,2-4 0,5-2 0,3-8 0,5-3 0,7-4 0,11-2 0,2-9 0,3-9 0,5-1 0,-5-9 0,3 1 0,-2-2 0,1-3 0,-7 3 0,-2 2 0,-9-1 0,1 7 0,-7-2 0,0 9 0,-6 3 0,0 7 0,0-4 0,0 8 0,0 8 0,0 4 0,0 9 0,0 1 0,0 3 0,0-2 0,7-2 0,5 8 0,-1-8 0,6 2 0,-3-4 0,9-2 0,2-2 0,-3-3 0,9 1 0,-2-7 0,1 0 0,-1-6 0,4-8 0,-7-1 0</inkml:trace>
  <inkml:trace contextRef="#ctx0" brushRef="#br0" timeOffset="59">26484 15990 8912,'0'-18'0,"0"9"0,-8 1 0,7 16 0,-5 3 0,4 12 0,2 6 0,0 3 0,0 3 0,2-1 0,4 1 0,-4-3 0,3-3 0,-3 3 0,-2-3 0,0-4 0,0-2 0,2-4 0,4-2 0,-4-6 0,3 1 0,-3-8 0,-2-4 0,0-12 0,6-5 0,0-6 0,0-9 0,-6-9 0,1-1 0,5 2 0,-4 4 0,4-4 0,2 11 0,-3 6 0,7 4 0,-7 2 0,3 2 0,-2 3 0,3 5 0,7 14 0,-5 5 0,4 11 0,-3 5 0,-3 3 0,3-2 0,-2 1 0,1-7 0,4 6 0,-3-6 0,-3-2 0,3-10 0,-6 2 0,5-7 0,-5 6 0,5-7 0,-5 1 0,5-6 0,-7-8 0,2-3 0,2-6 0,-3-6 0,3-4 0,-2-7 0,-4 5 0,3 0 0,-3 8 0,-2-2 0,0 4 0,0 2 0,0 8 0,8 1 0,0 10 0,3 4 0,4-3 0,-3 9 0,1-1 0,-1 7 0,3-7 0,-4 1 0,11-7 0,0 7 0,1-8 0,-5 1 0,-1-3 0,0-2 0,0-2 0,0-3 0,1-5 0,-1-7 0,-6 0 0,1-1 0,-8 1 0,1-2 0,-3-2 0,-2-2 0,0 0 0,0 6 0,0 0 0,0 0 0,0 7 0,0 2 0,0 24 0,0 9 0,0 11 0,2 2 0,4 8 0,-2 6 0,7 5 0,-5 0 0,5-5 0,-7-1 0,2 1 0,2-1 0,-3 1 0,1-14 0,-6-3 0,0-12 0,0-1 0,0-10 0,0-4 0,0-8 0</inkml:trace>
  <inkml:trace contextRef="#ctx0" brushRef="#br0" timeOffset="60">27155 15955 8912,'17'-9'0,"1"3"0,-1 4 0,0 2 0,0 0 0,1 0 0,1 0 0,4 0 0,-6 8 0,0 3 0,-2 4 0,-9 5 0,-2 2 0,-2 7 0,-4 4 0,-4 1 0,-3 6 0,-9 0 0,1 0 0,0-5 0,0-7 0,0 1 0,-1-16 0,1 3 0</inkml:trace>
  <inkml:trace contextRef="#ctx0" brushRef="#br0" timeOffset="61">27534 15646 8912,'-12'5'0,"1"1"0,5 8 0,-5-3 0,7 10 0,-2 2 0,4 8 0,2-3 0,0 1 0,0 5 0,8-9 0,3 9 0,5-3 0,1-4 0,6-2 0,0-8 0,2-8 0,-2-3 0,-4-4 0,4-2 0,1-2 0,-1-4 0,0-3 0,-5-8 0,-7-1 0,1 1 0,-9-6 0,3 0 0,-6 0 0,-6 6 0,3 2 0,-9 4 0,1 3 0,-7 8 0,1 0 0,0 0 0,0 8 0,0 3 0,1 12 0,5 6 0,3 3 0,8 2 0,0 1 0,0-1 0,2-1 0,4-5 0,3 3 0,9-8 0,6 0 0,5-6 0,4-8 0,1-3 0,6-6 0,0-6 0,0-11 0,3-17 0,1-10 0</inkml:trace>
  <inkml:trace contextRef="#ctx0" brushRef="#br0" timeOffset="62">28394 15663 8912,'-26'0'0,"-7"6"0,4-1 0,3 9 0,-3-3 0,0 5 0,2 1 0,5 2 0,10 4 0,-1-2 0,7 7 0,0-1 0,6 2 0,8-2 0,3-6 0,7 2 0,4-2 0,-2-8 0,3-2 0,1-7 0,-1 2 0,2-4 0,-2-2 0,2-2 0,4-4 0,-3-3 0,-3-9 0,-4-1 0,4-4 0,-3 2 0,-3-7 0,-6 7 0,1-2 0,-8-2 0,1 2 0,3 0 0,-2 6 0,-1 5 0,-5 1 0,-7 7 0,-3 4 0,-7 12 0,6 5 0,-1 6 0,8-2 0,-2 7 0,5-5 0,1 6 0,0-8 0,0 2 0,7-6 0,5-5 0,3-5 0,2-7 0,0 0 0,1 0 0,-1-7 0,0-5 0,-2-3 0,-3-2 0,-5-2 0,-7-4 0,0 4 0,0-4 0,-1 3 0,-5 3 0,-4 0 0,-7 0 0,0 7 0,0 5 0,-1 3 0,1 2 0,0 0 0</inkml:trace>
  <inkml:trace contextRef="#ctx0" brushRef="#br0" timeOffset="63">28807 15646 8912,'0'-17'0,"-7"-1"0,5 9 0,-6 1 0,8 16 0,2 1 0,4 10 0,5 2 0,5 4 0,1 2 0,-2 0 0,-3 1 0,3-3 0,-4-8 0,-1 1 0,1-1 0,1 0 0,-1-2 0,1-3 0,-8-5 0,9-14 0,-7-5 0,-1-5 0,-5-6 0,6-4 0,0-7 0,2-6 0,-3 0 0,-1 0 0,8 5 0,1 3 0,2 3 0,2 4 0,1 8 0,-1 8 0,8-7 0,1 7 0</inkml:trace>
  <inkml:trace contextRef="#ctx0" brushRef="#br0" timeOffset="64">25159 16849 8912,'-17'-2'0,"0"-1"0,-1-3 0,9-4 0,7 10 0,12 8 0,20 5 0,27 4 0,14 1 0,23-1 0,-43-9 0,1-1 0,3-1 0,3 0 0,13-2 0,3-1-175,8-2 1,3-2-1,6 0 1,3-2 0,-25 1-1,1-2 1,1-1 0,3-2-1,0-1 1,0-2 174,6-1 0,0-1 0,1-1 0,2-1 0,0-2 0,2 0-300,4-3 0,2 0 0,-2 0 0,-6 2 0,-1 2 0,0-1 300,-1-1 0,-1-1 0,0 1 0,-5 3 0,-2 1 0,1 0 0,-3 0 0,0-1 0,-1 1 0,-3 1 0,0 0 0,0 0-205,-2 0 0,1 1 1,-2-1-1,22-5 1,-2-2 204,-3-1 0,-2 0 0,-6 2 0,-2 0-108,-1-3 0,-2 2 0,-9 3 1,-2 1 107,35-14 0,-27 8 394,-36-2 0,-20 10-394,-20 2 0,-1 7 993,-5-2 0,-4 4-993,-13 2 0,-8 10 0,-4 7 0,-4-8 0,-2 7 0</inkml:trace>
  <inkml:trace contextRef="#ctx0" brushRef="#br0" timeOffset="65">25503 17313 8912,'-23'0'0,"-2"-1"0,-1-3 0,-5-2 0,0 2 0,1 2 0,1 2 0,8 2 0,-4 4 0,2 5 0,0 5 0,0 9 0,6 1 0,2 3 0,4 0 0,-3 5 0,8 6 0,3-2 0,1-1 0,4-3 0,5 0 0,10-3 0,10-8 0,6 0 0,1-12 0,8-3 0,4 0 0,2-3 0,-2 1 0,2 2 0,-8-3 0,-2-1 0,-9 8 0,1-3 0,-7 3 0,-2 3 0,-9-4 0,-5 5 0,-7 1 0,-3 0 0,-9 0 0,-7 6 0,-15 0 0,-7 2 0,1-2 0,-11-4 0,5 4 0,-6-4 0,12-2 0,0-7 0,5-5 0,3-3 0,3-2 0,6-2 0,12-3 0,3-7 0,8-11 0,0-3 0,15-9 0,4 1 0</inkml:trace>
  <inkml:trace contextRef="#ctx0" brushRef="#br0" timeOffset="66">25779 17554 8912,'-27'0'0,"-4"0"0,8 0 0,0 2 0,6 4 0,0-2 0,2 7 0,1 4 0,3 6 0,7 0 0,-2 8 0,6 0 0,6 5 0,0 1 0,11-1 0,-4 0 0,10 1 0,-4-9 0,-1-3 0,-1-5 0,0-7 0,2-3 0,4-8 0,-4-8 0,4-3 0,-6-7 0,-5-5 0,3 2 0,-3-7 0,-3-1 0,3-5 0,-9 1 0,3 5 0,2-3 0,-2 8 0,-1-6 0,-5 7 0,0 4 0,0 7 0,0 7 0,0-4 0,0 16 0,0 3 0,8 5 0,3 1 0,-1 0 0,1 0 0,3-5 0,9-1 0,-4-5 0,4 5 0,-2-7 0,2 2 0,-4-4 0,4-2 0,-4-8 0,-2-1 0</inkml:trace>
  <inkml:trace contextRef="#ctx0" brushRef="#br0" timeOffset="67">26209 17623 8912,'-10'10'0,"3"-1"0,7-3 0,0-2 0,0 7 0,0 1 0,0 5 0,0 0 0,2 0 0,3 0 0,-3 1 0,6-1 0,-8 0 0,2-8 0,3-3 0,-3-4 0,12-10 0,-9-3 0,3-6 0,-2-6 0,-4 2 0,4-8 0,-3 8 0,3-2 0,-4 4 0,4 2 0,3 0 0,1 0 0,7 7 0,0 2 0,0 8 0,-5 8 0,-1 3 0,-1 5 0,1 1 0,5 0 0,-5 0 0,-1-1 0,1-5 0,-7 4 0,2-3 0,3-5 0,-7 9 0,14-14 0,-14-2 0,3-12 0,3-5 0,-2-6 0,1 4 0,-1-4 0,-4-2 0,4 2 0,-4 0 0,-2 6 0,7 8 0,-5 1 0,8 10 0,-5 4 0,-1-3 0,8 9 0,-7-1 0,7 7 0,-1-1 0,7-6 0,-1 1 0,0-8 0,0 1 0,0-3 0,1-2 0,-1-2 0,0-3 0,0-5 0,-1-7 0,-5 0 0,2-6 0,-7 0 0,0 0 0,-6 6 0,0-1 0,0 1 0,0 0 0,0 0 0,0 7 0,0 3 0,0 9 0,0 3 0,0 12 0,0 12 0,6 6 0,-1 5 0,9-2 0,-3 8 0,5 0 0,1 5 0,0-5 0,0 0 0,0-6 0,1 6 0,-7-14 0,1 3 0,-9-12 0,3 0 0,-4-4 0,-2-2 0,0-8 0,-6-3 0,-1-12 0,-3-5 0,-1-12 0,-7-4 0,1-7 0</inkml:trace>
  <inkml:trace contextRef="#ctx0" brushRef="#br0" timeOffset="68">26742 17365 8912,'17'0'0,"1"0"0,-1 2 0,0 4 0,6 3 0,0 8 0,8-5 0,-3-1 0,3 1 0,-2 5 0,1 6 0,-7 0 0,-2 0 0,-9-6 0,-5 6 0,-7 0 0,-2 6 0,-3-7 0,-5 7 0,-7-6 0,-6 0 0,0-6 0,0 0 0,6 1 0,-6-9 0,0-3 0,0-4 0,6-10 0,0-1 0</inkml:trace>
  <inkml:trace contextRef="#ctx0" brushRef="#br0" timeOffset="69">27224 17142 8912,'2'-23'0,"2"0"0,2 2 0,-3 2 0,-1 1 0,-2 9 0,-7 5 0,-5 15 0,3 9 0,-3 14 0,8 8 0,-1 4 0,3-2 0,2 2 0,0-1 0,0 7 0,7-8 0,5-4 0,3-4 0,2-1 0,1-3 0,-1-3 0,6-6 0,0-12 0,0-3 0,-6-8 0,4-8 0,-4-3 0,2-6 0,-13-6 0,5 2 0,-5-8 0,-2 6 0,-10-5 0,2 6 0,-7 0 0,-1 8 0,-5 3 0,0 7 0,0-2 0,1 6 0,5 6 0,-4 5 0,3 12 0,5 4 0,1 7 0,4 1 0,2-1 0,2-1 0,4-5 0,5 3 0,12-8 0,-2 0 0,8-6 0,-1-8 0,7-3 0,5-4 0,0-2 0,0-15 0,-5-4 0,-1-16 0</inkml:trace>
  <inkml:trace contextRef="#ctx0" brushRef="#br0" timeOffset="70">27947 17228 8912,'-12'7'0,"3"5"0,1 3 0,-3 2 0,5 0 0,0 6 0,6 0 0,0 6 0,0-6 0,8 5 0,3-5 0,5 6 0,1-6 0,2-2 0,4-10 0,-4 3 0,4-9 0,-10 1 0,-1-6 0,-1-2 0,7-3 0,-7-7 0,1-11 0,-7-2 0,7-3 0,-7-11 0,7 5 0,-1-4 0,7 3 0,-3 7 0,-4-1 0,5 6 0,-5-5 0,12-1 0,4-5 0</inkml:trace>
  <inkml:trace contextRef="#ctx0" brushRef="#br0" timeOffset="71">28412 17210 8912,'-18'0'0,"1"0"0,0 0 0,4 0 0,-5 0 0,5 0 0,-12 6 0,8 0 0,0 7 0,-1-1 0,3 3 0,4 2 0,1 0 0,4 0 0,4 1 0,-3-1 0,3 0 0,2 0 0,2-5 0,3-1 0,-1-7 0,8 2 0,-1-4 0,6-2 0,6-2 0,0-4 0,0-4 0,-6-7 0,1 0 0,-1 0 0,0 2 0,0 3 0,-1-3 0,-5 3 0,4-1 0,-3 2 0,-3-3 0,3 8 0,-1-1 0,7 1 0,-7 4 0,1-4 0,-1 5 0,6 1 0,0 0 0,-5 0 0,-1 0 0,-5 1 0,6 5 0,-7-4 0,7 4 0,-8 3 0,11-7 0,-13 14 0,5-15 0,-7 7 0,0-8 0,0 2 0,0 4 0,0-4 0,6 7 0,0-3 0,2-4 0,-3 4 0,-3 3 0,8-1 0,-4 3 0,-5 5 0,7-7 0,-8 1 0,0-3 0,0-7 0,8 0 0,-6-2 0,3-3 0,3-5 0,-2-7 0,7 0 0,-1-1 0,3 1 0,2 0 0,0 0 0,1 0 0,-1 0 0,0-1 0,0 3 0,0 4 0,-5-3 0,-1 8 0,1-7 0,-3 11 0,-1-5 0,-8 14 0,0 3 0,0 7 0,0-6 0,0 1 0,0-1 0,0 7 0,0-1 0,0 0 0,0-6 0,0 1 0,0-1 0,0 6 0,2-1 0,4-5 0,-4-1 0,3-4 0,-3-5 0,6-1 0,1-9 0</inkml:trace>
  <inkml:trace contextRef="#ctx0" brushRef="#br0" timeOffset="72">28893 17073 8912,'-15'-27'0,"4"4"0,-5 4 0,14 2 0,-5 5 0,7 1 0,0 7 0,2-4 0,3 8 0,7 6 0,11 0 0,4 2 0,7-3 0,8-1 0,4 8 0,2-9 0,-2 3 0,1-4 0,-6-2 0,-1 6 0,-6-1 0,1 9 0,-16-10 0,-8 7 0,-11-5 0,-11 5 0,-3-5 0,-14 6 0,1-7 0,-2 7 0,2-7 0,4 7 0,4-1 0,-4 1 0,12-1 0,-2-5 0,7 5 0,0-7 0,6 6 0,0-4 0,0-4 0,8 5 0,1-7 0,8 0 0,-5 0 0,-1 0 0,-1-2 0,1-3 0,5 1 0,-5-8 0,-1 8 0,1-1 0,-5-3 0,5 2 0,1 1 0,-1-1 0,1 0 0,-1 0 0,1 6 0,-1 0 0,-5 0 0,6 0 0,-9 0 0,7 6 0,-4 0 0,-4 0 0,5 1 0,1-5 0,-6 6 0,13-8 0,-11 0 0,7 0 0,-5 0 0,6 0 0,-7-8 0,7-3 0,-3-5 0,3-1 0,1-6 0,-7 0 0,5 0 0,-5 6 0,6 6 0,-7-1 0,3 1 0,-2-6 0,-4 7 0,5 1 0,-7 3 0,0 4 0,0-6 0,0 16 0,2 0 0,2 5 0,2-2 0,5 1 0,-5 5 0,7-6 0,-1 1 0,3-3 0,2 3 0,1-2 0,-1-5 0,0-3 0,0 4 0,0-4 0,1-2 0,3-2 0,-4-4 0,4-3 0,-10-9 0,3 1 0,-3 0 0,3 0 0,-9 0 0,1 5 0,-6 1 0,-8 1 0,-3-1 0,-4 3 0,-3 8 0,-5 2 0,1 4 0,-3 9 0,2 8 0,4 6 0,-4-7 0,9 9 0,3-2 0,7-3 0,-2 3 0,8-8 0,10 2 0,9-4 0,19-2 0,4-1 0,7-5 0,1-3 0,0-8 0,-1 0 0,1 0 0,-10-2 0,-8-4 0,1-11 0,-8-10 0</inkml:trace>
  <inkml:trace contextRef="#ctx0" brushRef="#br0" timeOffset="73">27482 18276 8912,'0'29'0,"-2"-2"0,-1-1 0,-5-1 0,-2 2 0,-3-2 0,-2 0 0,3 5 0,3-3 0,1 0 0,4-4 0,2-4 0,4-2 0,4 0 0,3-9 0,9-8 0,1-10 0,4-5 0,-2-8 0,5-2 0,-3-3 0,-7-9 0,-1 3 0,-9-6 0,0 3 0,-6 3 0,-8 2 0,-4 1 0,-5 4 0,-6 2 0,-4 4 0,-7 10 0,5-2 0,1 7 0,1 2 0,-2 10 0,4 5 0,8 12 0,8 2 0,3 4 0,4 3 0,2-3 0,10-6 0,7-6 0,15 0 0,12-7 0</inkml:trace>
  <inkml:trace contextRef="#ctx0" brushRef="#br0" timeOffset="74">28033 18018 8912,'-8'-17'0,"3"-6"0,-13 0 0,11 0 0,-11 6 0,5 8 0,2 1 0,-1 8 0,8 0 0,-3 8 0,7 3 0,0 14 0,0 9 0,0 3 0,0 9 0,0-1 0,0 7 0,2 1 0,3 5 0,-3-5 0,4 5 0,2-11 0,-3-1 0,7-6 0,-6 6 0,-1-13 0,-5 1 0,0-17 0,0 0 0,0-11 0,0 2 0,0-8 0</inkml:trace>
  <inkml:trace contextRef="#ctx0" brushRef="#br0" timeOffset="75">27809 18345 8912,'-17'0'0,"7"0"0,12-2 0,16-4 0,8-5 0,14-12 0,4 2 0,8-8 0,0 1 0,-1-7 0,1 1 0</inkml:trace>
  <inkml:trace contextRef="#ctx0" brushRef="#br0" timeOffset="76">28480 18276 8912,'-17'10'0,"6"-2"0,-1-7 0,-1 3 0,-1 4 0,1 1 0,2 5 0,1 1 0,-1 4 0,3 2 0,0 2 0,6 2 0,-3-4 0,5 2 0,5-2 0,3-2 0,5-4 0,-1-1 0,1-3 0,3-7 0,1 2 0,0-4 0,0-4 0,-2-4 0,-3-6 0,3-10 0,-5-5 0</inkml:trace>
  <inkml:trace contextRef="#ctx0" brushRef="#br0" timeOffset="77">28412 18087 8912,'-18'-17'0,"1"0"0,6 7 0,-1 5 0,8 1 0,-1-2 0,3 4 0,2-6 0,15 14 0,8 0 0,8 2 0,3-3 0,8-3 0,4 4 0,-4-4 0,0-2 0</inkml:trace>
  <inkml:trace contextRef="#ctx0" brushRef="#br0" timeOffset="78">28756 18276 8912,'-8'18'0,"6"-1"0,-4 0 0,4-6 0,2 1 0,0-1 0,0 6 0,0 1 0,0-9 0,0-1 0,2-10 0,4-4 0,-2-9 0,7-8 0,1 0 0,5 6 0,0-6 0,1 0 0,-1 2 0,0 10 0,0-3 0,0 8 0,6-5 0,0 5 0,2 1 0,-2 5 0,4 5 0,7 1 0,-5 7 0,0-1 0,-1 1 0,7-1 0,-1-3 0,1-3 0,-9-4 0,-3 4 0,-4-6 0,-1-6 0,-3 2 0,-4-7 0,-3 5 0,-8-6 0,-2 1 0,-4-6 0,-9 1 0,-8 5 0,-6-2 0,6 7 0,-1-6 0,1 7 0,4-1 0,-4 6 0,3 8 0,3 3 0,2 4 0,4 3 0,1 1 0,4 4 0,4-2 0,-3 7 0,3-7 0,2 2 0,2-4 0,3-2 0,-1-1 0,8-5 0,-1-3 0,6-8 0,2-2 0,4-4 0,-4-5 0,4-12 0,2-6 0,-2-11 0,0 0 0,-6-12 0,1 10 0,-3-9 0,-4 1 0,-5 0 0,-4-7 0,-2 0 0,0 7 0,0 10 0,0 11 0,0 6 0,0 10 0,0 2 0,0 9 0,0 2 0,0 9 0,0 14 0,0 12 0,0 10 0,0-1 0,0 2 0,0-2 0,0 2 0,6 2 0,-1-8 0,1 0 0,-6-6 0,8 1 0,1-3 0,3-3 0,-1-6 0,3-12 0,9-5 0,2-6 0,3-6 0,5-5 0,-5-12 0,-1-2 0,2-4 0,-8-3 0,2 3 0,-6-1 0,-5 1 0,-5-2 0,-7 9 0,0-1 0,0 5 0,-7 3 0,-5 4 0,-3 5 0,-2 4 0,-1 2 0,1 8 0,0 3 0,5 10 0,1 2 0,7 6 0,-2-6 0,5 7 0,1-1 0,0-4 0,0-2 0,9-4 0,8-2 0,2-6 0,10 1 0,0-10 0,5-2 0,1-2 0,-1-10 0,0-5 0,1-6 0,-8-5 0,-4 5 0,-4-6 0,-2 6 0,-8-6 0,-3 7 0,-4-1 0,-2 5 0,0 1 0,0 0 0,0 7 0,2 12 0,4 16 0,-4 6 0,3 11 0,-1 7 0,2 4 0,-4 3 0,4 3 0,1 0 0,-1-1 0,5-5 0,-5 0 0,2-8 0,-2 2 0,-5-11 0,5-6 0,2-10 0,-2-1 0,-1-9 0,-5-3 0,0-15 0,0-8 0,0-7 0,0 1 0,-15-19 0,-4-5 0</inkml:trace>
  <inkml:trace contextRef="#ctx0" brushRef="#br0" timeOffset="79">29909 18001 8912,'-10'0'0,"2"-7"0,8-3 0,0-7 0,8-6 0,4 0 0,9-2 0,3 4 0,3-2 0,4 2 0,-1 8 0,-1 1 0,2 9 0,-8-3 0,0 6 0,-6 6 0,-2 9 0,-3 8 0,-5 7 0,-7-1 0,-2-2 0,-3 1 0,1-1 0,-8 4 0,-1-5 0,-2-1 0,3-4 0,1-9 0,5 1 0,-6-7 0,9 7 0,-5-11 0,8 4 0,0-12 0,8 2 0,3-7 0,4-1 0,3-5 0,-1 0 0,0 0 0,0 0 0,0-1 0,1 1 0,-1 0 0,0 0 0,0 0 0,-1-1 0,-5 1 0,4 0 0,-3 0 0,-5 5 0,-1 1 0,2 5 0,-2-5 0,-3 7 0,-8-2 0,-3 6 0,-3 6 0,-5-2 0,7 7 0,-3 4 0,1 7 0,5-3 0,-5 4 0,7-4 0,-2-2 0,4 0 0,2 0 0,0-5 0,0-1 0,8-7 0,3 2 0,6-4 0,6-2 0,6-8 0,11-3 0,-4-11 0,5 0 0,-5-7 0,-2 6 0,-1-6 0,-4 6 0,-5 0 0,-6 6 0,-7 0 0,1 0 0,-9 7 0,5 3 0,-8 7 0,-2 0 0,-4 0 0,5 7 0,-7 3 0,8 7 0,0 0 0,0 0 0,0-5 0,0-1 0,0 1 0,0 5 0,0-5 0,0-1 0,0-7 0,0 3 0,0-7 0,0 0 0,6-7 0,-1-5 0,3 3 0,-2-3 0,-2 7 0,7-7 0,0 6 0,7-5 0,-1 7 0,0-2 0,2-1 0,4 1 0,-2 0 0,8 6 0,-6-5 0,6-1 0,-3-2 0,3 2 0,2 5 0,-8-5 0,1-4 0,-1-1 0,-4 1 0,4-1 0,-11-1 0,-6-5 0,1 6 0,-1-1 0,-2 1 0,-10-6 0,-4-1 0,-7 1 0,0 6 0,0-1 0,0 8 0,-1-1 0,1 3 0,0 2 0,2 7 0,3 5 0,-3 3 0,3 2 0,-3 6 0,-2 0 0,6 6 0,-1-6 0,8 0 0,-2-6 0,-1 0 0,1 0 0,0 0 0,6 1 0,0-9 0,8-1 0,3-8 0,5-8 0,1-3 0,2-12 0,4-6 0,-4-3 0,4-3 0,-4-1 0,-2-4 0,1 2 0,-1-8 0,-2 2 0,-3-2 0,1 2 0,-7 4 0,-1 11 0,-5 1 0,0 7 0,0 11 0,0 6 0,0 16 0,0 1 0,0 16 0,0 5 0,0 6 0,0 0 0,0 2 0,2-7 0,4-1 0,-2 1 0,7-9 0,3 1 0,1-4 0,8-6 0,0-5 0,8-5 0,-3-7 0,5-2 0,1-3 0,1-5 0,-1-7 0,-5-6 0,-4-2 0,-4 0 0,-6 1 0,-7-1 0,3 2 0,-7 4 0,2-4 0,-5 4 0,-1 1 0,-7 9 0,-5 3 0,-3 4 0,0 4 0,1 4 0,5 5 0,1 5 0,-3 1 0,5 0 0,-2 0 0,3 0 0,3 1 0,-6-1 0,8 0 0,8-7 0,3-5 0,4-3 0,-3-2 0,-1 0 0,3-2 0,1-3 0,2-3 0,-1-5 0,-3 1 0,-2-1 0,1 3 0,5-1 0,0-1 0,1-3 0,-3 2 0,-4 1 0,5 8 0,-13-9 0,9 5 0,1-1 0,1 3 0,-3-5 0,4 5 0,-3-6 0,3 1 0,2-6 0,3-2 0,2-4 0,-2 4 0,3-4 0,-10-2 0,-2 2 0,-5-6 0,6 6 0,-9 0 0,3 6 0,-4 0 0,-4 2 0,-4 3 0,-5 6 0,1 12 0,-1 6 0,1 5 0,-1 6 0,-2 4 0,7 7 0,2 0 0,2 1 0,2-7 0,0 1 0,2 0 0,4 5 0,3-1 0,7-3 0,-1-3 0,2-2 0,-4-4 0,10-10 0,-3 4 0,-3-5 0</inkml:trace>
  <inkml:trace contextRef="#ctx0" brushRef="#br0" timeOffset="80">31767 17399 8912,'33'-17'0,"13"-6"0,22 0 0,15-13 0,-38 19 0,1 0 0,2-2 0,0 0 0,38-14 0,-8 4 0,-5 6 0,-21 6 0,-12 6 0,-19 3 0,-21 16 0,-10 1 0</inkml:trace>
  <inkml:trace contextRef="#ctx0" brushRef="#br0" timeOffset="81">30477 18637 8912,'-10'-15'0,"-3"4"0,5-10 0,0 5 0,1 5 0,1 7 0,8 4 0,4 12 0,9 9 0,8 1 0,7 7 0,-1-6 0,-2 6 0,0-6 0,-1 0 0,1 1 0,-6-6 0,2-1 0,-4-2 0,-3-7 0,-3-1 0,-2 1 0,1-4 0,5-10 0,-2-5 0,-3-12 0,3-4 0,-3-7 0,3-7 0,2 1 0,0 0 0,1 6 0,-1-1 0,0 1 0,6 7 0,0 4 0,0 6 0,-6 6 0,0 3 0,0 8 0,-5 0 0,-1 0 0,-5 0 0,6 0 0,-9 0 0,5 0 0,-10 0 0,-4 0 0,-3 0 0,-8 0 0,3 0 0,-3 0 0,4 6 0,-10 0 0,4 7 0,1-2 0,7 5 0,-1 1 0,1 0 0,-4 0 0,3 0 0,5 1 0,7-1 0,0-6 0,0 1 0,0-8 0,1 3 0,5-7 0,6 0 0,11 0 0,-4-7 0,4-5 0,-2-3 0,2-2 0,-2-1 0,7 1 0,-7 0 0,2 0 0,2 2 0,-2 3 0,0-3 0,-6 7 0,1-3 0,-1 3 0,-2 10 0,-3 4 0,-5 3 0,1 8 0,-6 1 0,7-7 0,-3 1 0,-2-9 0,7 3 0,1-4 0,5-2 0,0-6 0,0 1 0,1-9 0,-1 3 0,0 1 0,0-1 0,-1-1 0,-5-5 0,4 7 0,-11-3 0,8 7 0,-9-1 0,3 1 0,-4 4 0,-2-6 0,2 8 0,4 0 0,-2 0 0,7 0 0,-5 2 0,5 4 0,-5-4 0,5 4 0,-5 1 0,6-1 0,-7 0 0,7-6 0,-8 7 0,3-5 0,-7 6 0,0-16 0,0-1 0</inkml:trace>
  <inkml:trace contextRef="#ctx0" brushRef="#br0" timeOffset="82">31406 18208 8912,'-8'-18'0,"1"1"0,-5 0 0,4 7 0,8-5 0,2 13 0,4-4 0,11 5 0,12 1 0,9 0 0,2 0 0,0 0 0,3 0 0,1 0 0</inkml:trace>
  <inkml:trace contextRef="#ctx0" brushRef="#br0" timeOffset="83">31922 18173 8912,'-17'0'0,"-6"0"0,0 0 0,-6 0 0,6 0 0,0 0 0,6 0 0,0 8 0,0 3 0,5 3 0,3-1 0,1-2 0,4 3 0,2 1 0,2 2 0,0 1 0,0-1 0,6-6 0,0 1 0,7-9 0,-9 11 0,8-8 0,-7-1 0,7-5 0,-7 6 0,7 0 0,-1-1 0,7-5 0,-1 6 0,0 0 0,0 2 0,0-3 0,1-3 0,-1 4 0,2 2 0,4-3 0,-4 1 0,4-6 0,-4 0 0,-2 0 0,8 0 0,2 0 0</inkml:trace>
  <inkml:trace contextRef="#ctx0" brushRef="#br0" timeOffset="84">32025 17932 8912,'-17'8'0,"6"-4"0,-1 7 0,6-5 0,-5 6 0,5 5 0,-5 6 0,7 7 0,-2-1 0,4 3 0,2 3 0,8 5 0,3 0 0,-1-6 0,1-5 0,1-8 0,5 2 0,0-4 0,1-9 0,-1-5 0,-6-3 0,1-2 0,-7-5 0,7-1 0,-3-13 0,3 2 0,3-4 0,-3 3 0,1 7 0,-1-1 0,3 3 0,-4-3 0,10 5 0,2 7 0,6 0 0,-6 0 0,2 4 0,-2 7 0,-4 0 0,4 12 0,-6 4 0,-6 2 0,-3-2 0,-8 1 0,-2-5 0,-4 6 0,-5-8 0,-12 2 0,2-10 0,-8-1 0,6-9 0,-5 3 0,5-4 0,-6-2 0,8-2 0,-2-4 0,4-3 0,2-8 0,7-6 0,5 0 0,3-15 0,2-3 0,15-14 0,4-6 0</inkml:trace>
  <inkml:trace contextRef="#ctx0" brushRef="#br0" timeOffset="85">32473 17554 8912,'9'-34'0,"1"1"0,-4 5 0,-4 3 0,5 15 0,-7 6 0,0 16 0,0 15 0,0 19 0,2 5 0,4 6 0,3-1 0,11 5 0,1-2 0,1-3 0,9-3 0,-2-1 0,3-8 0,3-4 0,1-14 0,4-8 0,-5-3 0,-1-9 0,0-3 0,-5-8 0,-2-12 0,2-12 0,-8-4 0,2-1 0,-4-2 0,-2-4 0,-8 1 0,-3-6 0,-4 1 0,-2-2 0,-8 11 0,-3 12 0,-6 6 0,-6 6 0,-4 7 0,-7 15 0,-1 16 0,1 19 0,1 6 0,5 5 0,3-4 0,8 5 0,7-7 0,4-5 0,12 2 0,5-8 0,20-2 0,9-9 0,10-12 0,7-11 0,6-6 0,12-6 0,1-11-236,5-12 1,1-5 235,-7-6 0,11 0 0,-6-8 0,-4 0 0,-3 2 0</inkml:trace>
  <inkml:trace contextRef="#ctx0" brushRef="#br1" timeOffset="86">10807 14459 8912,'0'-11'0,"0"0"0,0 5 0,0-6 0,0 7 0,0-7 0,0-1 0,2-3 0,4-1 0,5 0 0,-1-2 0,1-2 0,3-2 0,1 2 0,-4 2 0,1 2 0,1 0 0,-5 7 0,1 2 0,-5 10 0,2 4 0,-2 5 0,-2 14 0,-2 10 0,0 9 0,0 13 0,0 6 0,0 11 0,0 7-46,0 10 0,0 7 1,0-45-1,0 1 0,0 2 1,0 1 45,0 2 0,0 0 0,-3-1 0,-2 0-203,0 5 0,-1 1 0,-2-4 1,0 0 202,0-2 0,-1-1 0,0-4 0,-1-1 0,-2-3 0,1-1 0,-2 27 0,-5-7 0,13-20 0,-1-14 0,-2-1 0,3-10 0,-1-8 252,6-7-252,0-16 0,0 4 0,2-7 0,2-3 416,1-1 1,9-8-417,-3 0 0,4-9 0,3-3 0,1-1 0,4-10 0,-2-1 0,7-11 0,1-3 0,6-8 0</inkml:trace>
  <inkml:trace contextRef="#ctx0" brushRef="#br1" timeOffset="87">10945 14442 8912,'-8'-23'0,"-1"0"0,-1 2 0,2 10 0,8 3 0,0 8 0,8 0 0,3 0 0,5 0 0,9 0 0,3 0 0,5 0 0,3 0 0,6 0 0,10 0 0,15 0 0,13 0 0,6 0-343,6 0 0,3-5 343,-43 2 0,0 0 0,-1-1 0,1 0 0,0 1 0,-1 0 0,1 2 0,-1 1 0,1-3 0,0 0 0,-1-1 0,1 0 0,-1 2 0,1-2 0,2-2 0,-1-1 0,-1 2 0,0-1 0,41-10 0,-12-1 0,5 6 0,5-1 0,-1 6-113,-9-5 0,-13 7 113,-10-2 0,-10 10 0,-3 2 0,1 5 0,6-5 0,0 6 0,-1-7 0,7 1 0,-1-6 0,8 0 0,-2 0 0,-4 0 0,-1 0 0,-12-2 335,-6-4 1,-6 5-336,-5-5 0,-4 4 241,-8 2-241,-8 0 0,-1 0 0,-10 0 0,-4 0 0,5 0 0,-7 0 0,8 2 0,0 4 0,0 3 0,0 8 0,0 2 0,0 4 0,2 4 0,4 7 0,-5 8 0,5 4 0,-4 10 0,-2 1 0,0 8 0,0-2 0,6 6 0,0 5 0,-1-5 0,-5 0 0,0-2 0,0-10 0,0 2 0,0-1 0,-5-5 0,-1 4 0,-6 3 0,7-3 0,-9 0 0,3-5 0,3-3 0,2-3 0,-1 2 0,1-8 0,0 0 0,6-5 0,-6-9 0,1-3 0,-7-4 0,7-1 0,-3-7 0,2 1 0,-1-7 0,-5 7 0,-3-8 0,3 1 0,3-1 0,-3 2 0,1-4 0,-6 4 0,-3-5 0,-3-1 0,-3 0 0,-9 0 0,-1 0 0,-4 0 0,-4 0 0,-8 0 0,-1 0 0,-5 0 0,5 6 0,-5 0 0,5 0 0,1-6 0,-1 5 0,-5 1 0,-5 2 0,-11-3 0,-7-1-297,-10 8 0,-1-3 297,40-3 0,1 0 0,1 1 0,0 1 0,-4-2 0,-1-1 0,-1 2 0,-1 0 0,0-2 0,0 1 0,0 2 0,1 0 0,-2-2 0,1-1 0,-35 3 0,6-3 0,17-3-45,6-2 0,6 0 45,-6 0 0,13-2 0,-1-3 0,5 1 0,0-8 0,4 3 0,7-3 0,1-1 0,-1 7 0,9 1 294,3 5 0,4-6-294,1 0 96,1 0-96,8 6 0,1 0 0,8 0 0,0 0 0,2-5 0,4-1 0,3 0 0,8 6 0,-5 0 0,-1 0 0,1-7 0,5-3 0</inkml:trace>
  <inkml:trace contextRef="#ctx0" brushRef="#br1" timeOffset="88">23628 4212 8912,'5'-23'0,"1"0"0,-2 2 0,-4 2 0,-4 2 0,-2 0 0,1 0 0,3 1 0,-4 5 0,4-4 0,-2 5 0,8 1 0,2 1 0,9 8 0,6 0 0,4 0 0,4 2 0,7 4 0,2 5 0,2 4 0,6 10 0,-6 4 0,-1 5 0,-11 6 0,-3 4 0,-10 10 0,-3 1 0,-6 3 0,-6 1 0,-6-2 0,-6-5 0,-11-1 0,-1-1 0,-5-10 0,4-13 0,8-10 0,0-11 0,1-10 0,5-19 0,5-13 0,12-22 0,3-9 0,9-7 0,6-12 0,5 6 0,2-6 0,-1 11 0,-1 3 0,2 1 0,5 12 0,-2 7 0,5 12 0,-11 17 0,5 2 0,1 15 0,-7-1 0,-4 1 0,4-4 0,-1-7 0</inkml:trace>
  <inkml:trace contextRef="#ctx0" brushRef="#br1" timeOffset="89">24918 3060 8912,'-34'0'0,"-1"0"0,3 4 0,3 8 0,-3 16 0,3 24 0,-4 15 0,-1 13 0,7 10 0,6 1 0,8-1 0,7-2 0,6-4-179,6-4 1,3-5 178,9-12 0,6-13 44,5-16 0,-2-7-44,2-10 0,-3-2 0,3-3 0,-4-5 0,-8-7 0,0-2 0,1-3 0,-1-12 0,0-12 0,-7-4 0,-3-16 0,-7-5 0</inkml:trace>
  <inkml:trace contextRef="#ctx0" brushRef="#br1" timeOffset="90">24987 3404 8912,'2'-9'0,"4"3"0,3-2 0,8 3 0,1-1 0,-1 6 0,6 0 0,0 0 0,7 9 0,-1 9 0,-4 5 0,-2 5 0,-4 7 0,-2-1 0,-7 0 0,-5 6 0,-3 2 0,-2-1 0,-7 4 0,-5-4 0,-11 4 0,-5-4 0,-3-1 0,2-6 0,-1-9 0,7-8 0,0-7 0,8-14 0,3-8 0,6-16 0,12-24 0,4-7 0,7-10 0</inkml:trace>
  <inkml:trace contextRef="#ctx0" brushRef="#br1" timeOffset="91">25366 3267 8912,'-8'9'0,"-2"7"0,-7-5 0,0 12 0,0 6 0,0 5 0,-1 6 0,3-2 0,4 8 0,3-2 0,8 2 0,2-4 0,4-8 0,11-7 0,11-4 0,7-6 0,5-5 0,-2-5 0,8-7 0,-8-13 0,3-4 0,3-20 0,0 1 0</inkml:trace>
  <inkml:trace contextRef="#ctx0" brushRef="#br1" timeOffset="92">25727 3456 8912,'0'17'0,"0"0"0,0 0 0,0 1 0,0 1 0,0 2 0,0 2 0,6 0 0,-1-6 0,9 0 0,-3 0 0,-1 0 0,1 1 0,1-1 0,5 0 0,-6-8 0,1-3 0,-1-4 0,7-2 0</inkml:trace>
  <inkml:trace contextRef="#ctx0" brushRef="#br1" timeOffset="93">25951 3198 8912,'-8'-10'0,"6"3"0,-6 9 0,8 3 0,0 5 0,0 9 0,2 2 0,4 2 0,9 0 0,8-6 0,2 0 0,-2 0 0,2-7 0,4-4 0,1-4 0,-7-2 0,6 0 0,-6 0 0,0-2 0,-6-4 0,0-11 0,0-12 0,-5-3 0,-1-3 0,-7 3 0,2 3 0,-4-3 0,-2 3 0,0 4 0,0 2 0,0 10 0,0 1 0,0 9 0,0-1 0,0 15 0,0 8 0,0 16 0,0 7 0,0 4 0,8 3 0,3 3 0,-1 5 0,1 1 0,-5-1 0,5-6 0,-7 7 0,2-1 0,1-2 0,-1-7 0,-2-4 0,-2-2 0,-4 2 0,-4-10 0,-3 3 0,-9-14 0,-1 0 0,-4-6 0,2 0 0,-7 0 0,5-7 0,-6-5 0,0-10 0,-5-7 0,7-18 0,-13-14 0,4-17 0</inkml:trace>
  <inkml:trace contextRef="#ctx0" brushRef="#br1" timeOffset="94">26140 2631 8912,'8'-18'0,"3"-1"0,12-4 0,-2 10 0,8-4 0,5 11 0,8 0 0,4 8 0,8 10 0,-3 14 0,7 20 0,-5 13-309,-1 10 0,-26-28 1,-1 2 308,2 5 0,-2 2 0,-5 1 0,-2 1 0,1 2 0,-3 1 0,-5-3 0,-1 1 0,-1 1 0,-1 1 0,-2-2 0,-2-1 0,-4-2 0,-2-1 0,-4 41 0,-6-16 0,-11-9 55,-5-7 1,-7-5 0,-1 3 0,0-11-56,3-10 0,12-8 0,4-10 0,0-8 0,15-1 0,-6-23 0,8-8 0,8-17 0,3-12 0,5-15 0,1-11 0</inkml:trace>
  <inkml:trace contextRef="#ctx0" brushRef="#br1" timeOffset="95">27431 2871 8912,'0'-9'0,"0"1"0,2 6 0,3-4 0,-1 5 0,8-5 0,1 4 0,10 2 0,4 0 0,7 0 0,8-2 0,4-4 0,9 4 0,3-3 0,-5 3 0,-5 2 0,-6-8 0,-7-2 0,-1-7 0</inkml:trace>
  <inkml:trace contextRef="#ctx0" brushRef="#br1" timeOffset="96">27482 3284 8912,'-15'17'0,"3"0"0,5 0 0,7 1 0,0-7 0,0 1 0,7-9 0,5 3 0,13-4 0,9-2 0,14-10 0,9-7 0,8-8 0,-1-9 0,1 0 0,-2-1 0,2-7 0,-8-4 0,8-11 0,-4-4 0</inkml:trace>
  <inkml:trace contextRef="#ctx0" brushRef="#br1" timeOffset="97">26002 5038 8912,'12'0'0,"-1"0"0,3 0 0,-5-8 0,1-4 0,-3-3 0,-3-2 0,4-2 0,-2-4 0,-1 2 0,-5-8 0,0 6 0,0-5 0,-2 7 0,-3-2 0,-5 6 0,-7 5 0,-8 5 0,-4 7 0,-3 1 0,-3 5 0,1 11 0,0 12 0,-1 3 0,1 3 0,1 7 0,5 4 0,-3-2 0,8 2 0,2-8 0,10 2 0,3 0 0,8-6 0,2 3 0,4-14 0,11 5 0,11-5 0,5 0 0,1-6 0,7-5 0,-1-1 0,7-7 0,-1 2 0,4-4 0,2-2 0,-10 0 0,-8 0 0,1 7 0,-24 5 0,1 11 0,-18 0 0,-11 11 0,-10-2 0,-13 12 0,-6 0 0,-4 0 0,0-6 0,4 3 0,-1-13 0,7-5 0,-1-6 0,7-5 0,7-5 0,4-7 0,12-9 0,5-8 0,8-8 0,9-9 0,3-7 0,14 1 0,1-7 0,6 3 0</inkml:trace>
  <inkml:trace contextRef="#ctx0" brushRef="#br1" timeOffset="98">26553 5038 8912,'-8'-18'0,"-1"7"0,-8-1 0,-1 9 0,1-3 0,-6 6 0,0 6 0,6 3 0,6 8 0,-1 10 0,-5 8 0,5 7 0,1 9 0,5 1 0,-5-1 0,7 1 0,-2-1 0,4-1 0,2-4 0,2-12 0,4-11 0,-2-6 0,7-5 0,1-4 0,5-24 0,0-7 0,6-13 0,0-4 0,-6-8 0,-5 2 0,-1-3 0,6-3 0,-5 8 0,-1 4 0,-1 6 0,1 5 0,-1 4 0,-4 8 0,-3 7 0,9 5 0,-8 5 0,1 5 0,3 7 0,-2 11 0,7 4 0,-1 7 0,3 0 0,2 1 0,0-9 0,1-3 0,1-4 0,4-1 0,-2-3 0,7-4 0,-7-5 0,2-12 0,4-11 0,0-10 0</inkml:trace>
  <inkml:trace contextRef="#ctx0" brushRef="#br1" timeOffset="99">26932 5003 8912,'-18'0'0,"7"0"0,-1 0 0,11 8 0,1 3 0,7 7 0,10 4 0,1-1 0,-3 8 0,-2 2 0,-1 1 0,-3 3 0,3-1 0,1 0 0,-7 1 0,0-3 0,-6-3 0,0-4 0,0-16 0,0-9 0,0-11 0,-6-18 0,0-7 0,0-6 0,-1-6 0,5 4 0,-4-2 0,4 6 0,2-6 0,8 10 0,3 2 0,-1 1 0,1 10 0,3 8 0,9 9 0,-2 4 0,7 2 0,-7 8 0,2 3 0,-2 10 0,0 4 0,2 2 0,-2 4 0,-3-5 0,-7 3 0,2-8 0,-7 2 0,6-4 0,-7-2 0,1-5 0,-6-1 0,0-7 0,0 4 0,0-16 0,0-4 0,0-9 0,0-2 0,0-7 0,0 1 0,6 3 0,0-1 0,-3 2 0,-1 4 0,4 2 0,0 2 0,7 7 0,-3 2 0,7 8 0,0 8 0,0 0 0,1 3 0,-7 3 0,1-9 0,-1 1 0,6-6 0,0 0 0,-5-2 0,-1-4 0,-5-3 0,6-10 0,-1-4 0,-1-6 0,3-3 0,-7-3 0,5 1 0,-5 0 0,2 1 0,-3 4 0,-3 5 0,4 6 0,-4 9 0,4 3 0,-1 12 0,3 17 0,-2 11 0,1 14 0,5 3 0,3 9 0,-3 8 0,3-1 0,2-4 0,6 4 0,0-4 0,6-2 0,-6 2 0,5-9 0,-5-3 0,-2-7 0,-9-9 0,1-8 0,-7-5 0,0-2 0,-6-19 0,0-2 0</inkml:trace>
  <inkml:trace contextRef="#ctx0" brushRef="#br1" timeOffset="100">27551 4728 8912,'17'0'0,"1"0"0,-1 0 0,0-2 0,0-4 0,0 3 0,1-9 0,6 6 0,5-5 0,4 5 0,1-5 0,0 7 0,1-2 0,-3 4 0,-1 2 0,-4 2 0,-2 4 0,-4 5 0,-10 12 0,2 4 0,-7 8 0,-2-1 0,-10 0 0,-3 4 0,-8-3 0,-1 1 0,1-13 0,0 0 0,0-6 0,-1-7 0,9-6 0,3-16 0,-3-15 0,-1-17 0</inkml:trace>
  <inkml:trace contextRef="#ctx0" brushRef="#br1" timeOffset="101">28016 4178 8912,'9'-12'0,"-3"1"0,-4 5 0,-2-5 0,0 7 0,0-4 0,0 10 0,0 4 0,0 5 0,2 12 0,2 6 0,1 4 0,9 7 0,-3 0 0,5 2 0,1-2 0,0-4 0,0 4 0,0-3 0,1-3 0,5-2 0,-1-3 0,9-6 0,-2-11 0,-2-5 0,1-9 0,1-3 0,-2-7 0,3-5 0,-7-6 0,-6-4 0,-5-7 0,-8 5 0,1 2 0,-5 1 0,-5-1 0,-5 8 0,-7 2 0,0 1 0,0 11 0,-6-1 0,0 10 0,0 5 0,-2 8 0,11 10 0,-3-4 0,6 8 0,-1-3 0,5 3 0,7-2 0,7 1 0,5-7 0,13 0 0,9-6 0,2-7 0,10-5 0,6-5 0,5-5 0,6-14 0,-5-16 0,-1-7 0,-5-9 0</inkml:trace>
  <inkml:trace contextRef="#ctx0" brushRef="#br1" timeOffset="102">29392 3765 8912,'-61'10'0,"2"-3"0,7-7 0,3 0 0,3 0 0,4 0 0,7 0 0,8 0 0,10 8 0,12 4 0,5 11 0,5 5 0,5 5 0,7 1 0,6 0 0,0 1 0,6-3 0,-6-3 0,5-4 0,-5-8 0,0-2 0,-6-3 0,1 3 0,-1-13 0,0 4 0,-6-6 0,1-6 0,-1-7 0,-1-8 0,3 1 0,-7-3 0,6-1 0,-7 1 0,7 0 0,-7 6 0,1-1 0,2 1 0,-6 0 0,13 0 0,-13 7 0,6 3 0,-3 14 0,3 5 0,0 3 0,-1 2 0,5 0 0,-6 1 0,7-1 0,-2 0 0,-1-6 0,1-1 0,3-2 0,1-5 0,-3-1 0,-1-2 0,-7-7 0,2-5 0,1-3 0,-1-2 0,0 0 0,-6-1 0,-8 1 0,-3 0 0,-5 0 0,-1 0 0,0-1 0,-2 3 0,-2 2 0,-2 1 0,0 7 0,6-7 0,7 8 0,-13-11 0,4 5 0</inkml:trace>
  <inkml:trace contextRef="#ctx0" brushRef="#br1" timeOffset="103">29496 3697 8912,'9'-8'0,"-3"-4"0,2-3 0,-3-2 0,7 5 0,-6 1 0,9 1 0,2-1 0,2-2 0,10 7 0,-2 0 0,1 6 0,5 8 0,-4 3 0,3 6 0,2 6 0,-5 2 0,0 4 0,-14 3 0,2-3 0,-9-2 0,3 1 0,-7-1 0,2 2 0,-12-4 0,-5-8 0,-1-2 0,-5-3 0,8-5 0,-14-7 0,13 0 0,-7 0 0,3-13 0,-3-4 0,8-12 0,3 0 0,-2 3 0,3-3 0,-1 6 0,6-6 0,0 6 0,0-5 0,0 7 0,0-2 0,6 4 0,-1 2 0,9 1 0,-3 5 0,-1-3 0,1 9 0,1-7 0,5 7 0,-6-3 0,1 2 0,-3 2 0,5-7 0,-5-3 0,-1-1 0,5 4 0,-1-1 0,3 1 0,2-6 0,2 5 0,4 1 0,-4 7 0,4-2 0,2 4 0,-2 2 0,6 8 0,-6 3 0,-6 10 0,-5 2 0,-9 8 0,3-2 0,-4 3 0,-2 2 0,0-7 0,0-4 0,-2 2 0,-4-2 0,3-2 0,-9-10 0,6-3 0,-5-8 0,7 0 0,-4-13 0,8-5 0,0-8 0,0 3 0,0-6 0,0 6 0,2-7 0,4 1 0,2 4 0,3 2 0,4 4 0,-3 2 0,1 0 0,-1-1 0,3 9 0,-3 3 0,-3 4 0,3 2 0,1 0 0,10 0 0,-4 0 0,4 0 0,4-5 0,1-1 0,3-6 0,-2 7 0,-3-9 0,-3 3 0,-5 1 0,-1-1 0,-2-1 0,-9-5 0,0 0 0,-6 0 0,-8 5 0,-4 1 0,-3 5 0,-2-5 0,-8 7 0,-4-2 0,3 6 0,-3 6 0,2 9 0,-1 8 0,-3 8 0,8-3 0,0 5 0,6 1 0,0 0 0,-1 1 0,9-3 0,3-3 0,4 3 0,2-3 0,8-4 0,3-2 0,12-12 0,6-5 0,9-4 0,2-2 0,8-8 0,-2-3 0,4-12 0,1-6 0,1-3 0,0-3-260,-8-7 1,-2-2-1,-8-7 1</inkml:trace>
  <inkml:trace contextRef="#ctx0" brushRef="#br1" timeOffset="104">30752 2717 8912,'-17'0'0,"-1"-8"0,1 6 0,0-4 0,8 6 0,3 6 0,2 11 0,-2 12 0,4 11 0,-3 6 0,8 11 0,3 6 0,13 4 0,-2 2 0,12 1-106,0 5 0,-2-18 106,1 1 0,1-18 0,5-6 0,1-9 0,-1-14 0,-1-5 0,-5-12 0,3-11 0,-8-11 0,2-11 0,-2-1 0,-10-8 0,4 3 0,-5 1 106,-1-2 0,3 6-106,-9-6 0,1 8 0,-6-2 0,-2 11 0,-4 6 0,3 6 0,-9 5 0,1 5 0,-7 7 0,1 7 0,0 5 0,0 5 0,0 6 0,-1 2 0,1 3 0,6 5 0,-1-5 0,7-3 0,-7-2 0,8-4 0,-1-1 0,3-1 0,2-8 0,7-1 0,5-8 0,9-13 0,2-5 0,2-5 0,-2 1 0,-4 2 0,4-3 0,-2 4 0,2 2 0,-4 6 0,4-1 0,1 8 0,-1-1 0,0 3 0,-5 2 0,5 0 0,-1 0 0,1 7 0,-5 5 0,-1-3 0,0 3 0,0-8 0,0 3 0,-7-7 0,-2-15 0,-8-4 0</inkml:trace>
  <inkml:trace contextRef="#ctx0" brushRef="#br1" timeOffset="105">31337 2269 8912,'-11'2'0,"-1"4"0,8 4 0,-2 7 0,5 8 0,1 3 0,1 20 0,5 9 0,4 10 0,7 8 0,6-5-186,0 5 1,7-6 185,-1-6 0,2-10 0,-3-7 0,3-15 46,-8-3 0,0-9-46,-6-7 0,-2-6 0,-3-12 0,3-6 0,-3-10 0,-3-5 0,3-8 0,-7-5 0,7 0 0,-8-6 139,1 6 1,-3 0-140,-2 6 0,6 7 0,0 4 0,0 4 0,-6 2 0,0 7 0,0 3 0,7 29 0,-5-6 0,4 18 0,-4-3 0,-2 3 0,6-1 0,-1-5 0,7-3 0,-7-8 0,3 0 0,-2 1 0,-4-1 0,4 0 0,3-7 0,-7-7 0,4-14 0,3-8 0,1-16 0</inkml:trace>
  <inkml:trace contextRef="#ctx0" brushRef="#br1" timeOffset="106">31767 2304 8912,'0'-17'0,"0"-1"0,-7 1 0,5 8 0,-6 1 0,16 16 0,-6 1 0,5 10 0,1 4 0,-6 4 0,4 7 0,-5 1 0,-1-1 0,-7 1 0,-3-1 0</inkml:trace>
  <inkml:trace contextRef="#ctx0" brushRef="#br1" timeOffset="107">31148 2906 8912,'-10'-2'0,"4"-4"0,4-4 0,2-7 0,4 0 0,8 0 0,9-2 0,19-4 0,14 2 0,14-8 0,9 1-350,9-7 1,-2 1 349,-4-1 0,-5 9 0,-12 3 0,-11 4 85,-12 1 0,-13 7-85,-10-1 0,-8 9 0,-9-5 0,-7 8 0,3 0 0,-8 0 264,9 8 1,-5 1-265,8 8 0,2 2 0,4 4 0,-3-3 0,9 2 0,-1-2 0,12-5 0,0-4 0,8 3 0,-3-9 0,-1 1 0,2-6 0,-2-8 0,1-3 0,3-4 0,-8-2 0,-2-1 0,-10 1 0,-5 0 0,-4 0 0,-2 0 0,-8 1 0,-3 5 0,-10 3 0,-2 8 0,-8 8 0,3 3 0,1 5 0,-2 1 0,8 0 0,-2 0 0,10-2 0,1-3 0,1 3 0,1-13 0,5 6 0,10-8 0,11-8 0,9-5 0,1-6 0,5-4 0,-1-8 0,-1 2 0,4-1 0,-5 1 0,-3-1 0,-2 7 0,2-6 0,-2 6 0,0 6 0,-6 6 0,-5 7 0,-1-2 0,-1 6 0,1 6 0,-1-2 0,-5 7 0,-3 0 0,6 7 0,-8-1 0,0 0 0,0-7 0,0-3 0,0-7 0,8 0 0,1 0 0,8 0 0,8 0 0,4 0 0,11 0 0,6 0 0,6 0 0,5 0 0,4 0 0,8 0 0,-8 0 0,-2 0 0</inkml:trace>
  <inkml:trace contextRef="#ctx0" brushRef="#br1" timeOffset="108">26897 6121 8912,'-17'0'0,"0"0"0,0 0 0,1 4 0,5 5 0,5 8 0,4 14 0,4 1 0,4 7 0,5-1 0,5 6 0,1 0 0,0 2 0,0-1 0,-2-6 0,-1 1 0,-5-4 0,-1-2 0,-2-7 0,-6-4 0,0-4 0,0-9 0,-2-3 0,-2-9 0,-2-5 0,2-10 0,3-8 0,1-10 0,1 1 0,5 0 0,10-1 0,6 1 0,9 5 0,-2 2 0,3 3 0,3 3 0,-1 7 0,0 3 0,-1 7 0,-4-2 0,1 12 0,-7 5 0,-7 12 0,-11 6 0,-5 9 0,-5 2 0,-7 8 0,-11-2 0,-4 4 0,-7 1 0,-2-7 0,-5-4 0,3-5 0,-8-7 0,14-5 0,-3-11 0,14-9 0,4-14 0,2-10 0,9-19 0,0-12 0,22-9 0,3-8 0</inkml:trace>
  <inkml:trace contextRef="#ctx0" brushRef="#br1" timeOffset="109">27379 6258 8912,'17'0'0,"0"0"0,3 0 0,2 0 0,5 0 0,8 0 0,5-4 0,0-7 0,6-2 0,-6-16 0,0 0 0,-5-5 0,-11 0 0,-6-1 0,-9 1 0,-9-1 0,-9 3 0,-9 3 0,-12 4 0,-10 8 0,-2 8 0,1 3 0,5 14 0,-4 9 0,11 8 0,6 9 0,6 10 0,6 8 0,3 5 0,8 6 0,4 4 0,7-4 0,8-4 0,16-2 0,7-11 0,4-6 0,4-13 0,1-10 0,3-9 0,3-14 0,-5-7 0,-1-16 0,-7-7 0,-9-16 0,-9-7 0,-3-4 0,-3-4 0,-3-2 0,-2 6 0,-3 0 0,-7-2 0,-3-2 0,-9-1 0,-5-1 0,-3 6 0,-2 0 0,-6 7 0,0-1 0,0 4 0,13 16 0,3 12 0,7 27 0,0 17 0,0 14 0,5 9 0,1 10 0,7 7 0,-1 4 0,3 4 0,2 1 0,1 1-109,-1 0 1,2-2 108,4-4 0,-2 2 0,8-8 0,-1-7 0,7-10 0,-1-11 0,0-6 0,-7-14 0,-4-9 0,-11-8 0,-5-11 0,-7-4 0,0-3 0</inkml:trace>
  <inkml:trace contextRef="#ctx0" brushRef="#br1" timeOffset="110">28033 5966 8912,'-17'0'0,"0"0"0,5 0 0,1 0 0,7 0 0,11 0 0,16 0 0,14-2 0,3-4 0,8-3 0,-2-8 0,-3-1 0,3 1 0,-7 0 0,10-8 0,-5-2 0</inkml:trace>
  <inkml:trace contextRef="#ctx0" brushRef="#br1" timeOffset="111">28532 5794 8912,'-8'10'0,"6"-1"0,-3-3 0,-3-2 0,2 7 0,1-7 0,5 11 0,0-3 0,0-3 0,1 3 0,3 1 0,2 2 0,7 1 0,-1-5 0,3 4 0,2-3 0,1-4 0,-1-1 0,0-7 0,0 0 0,0 0 0,-1-2 0,-5-3 0,5-5 0,-5-7 0,2-6 0,-1 0 0,3-6 0,-3 6 0,-3 0 0,3 6 0,-9 6 0,3-1 0,4 9 0,-8-13 0,5 14 0,1 2 0,-6 4 0,4 8 0,-4-9 0,-2 7 0,0-4 0,0-4 0,0 5 0,0-14 0,0-5 0,0 3 0,0-3 0,0 1 0,0-6 0,0 5 0,0 1 0,0-1 0,0-5 0,1 0 0,5 0 0,-4-1 0,13 1 0,3 0 0,8 0 0</inkml:trace>
  <inkml:trace contextRef="#ctx0" brushRef="#br1" timeOffset="112">29100 5777 8912,'-17'0'0,"-1"0"0,1 0 0,8 0 0,1-8 0,16-3 0,3-12 0,12 4 0,6-4 0,-2-4 0,1-2 0,-1-3 0,2-2 0,-4 5 0,-8 0 0,-2 3 0,-3-3 0,-5-4 0,-7 5 0,0 1 0,0-2 0,-13 8 0,-4-2 0,-6 12 0,0 5 0,2 4 0,-8 2 0,6 8 0,-6 3 0,8 14 0,-2 10 0,10 5 0,2 6 0,7 3 0,-2-3 0,6 2 0,6-2 0,5-4 0,12-8 0,2-1 0,4-5 0,9-3 0,-4-10 0,3-3 0,-1-6 0,-2-6 0,1-6 0,-1-9 0,1-8 0,-7-10 0,1-1 0,-8-3 0,2-8 0,0 5 0,-6-6 0,2 6 0,-13-6 0,0 6 0,-6-6 0,-2 9 0,-4 3 0,2 7 0,-7 10 0,-1 2 0,-5 3 0,0 5 0,0 7 0,5 13 0,1 4 0,1 12 0,-1 0 0,-3 5 0,9 6 0,-1-4 0,6 5 0,0-11 0,0-1 0,2-6 0,3 5 0,5-12 0,7 1 0,2-11 0,4-1 0,4-7 0,8-9 0,-1-2 0,0-16 0,1 0 0,-1-5 0,-1-6 0,-5 0 0,-3-1 0,-8 7 0,-7 0 0,-4-1 0,-4 3 0,-2 3 0,0 4 0,-8 16 0,-2 1 0,-5 18 0,4 7 0,3 2 0,8 10 0,0-1 0,0 7 0,0-3 0,0-3 0,0 1 0,0-7 0,0 2 0,0-2 0,0-10 0,0 5 0,0-11 0,0 5 0,0-8 0,0 1 0,0-12 0,0-11 0,0-3 0,0-13 0,0 3 0,0-9 0,6-4 0,-1-1 0,1 3 0,-6 1 0,8 5 0,3 2 0,-1 7 0,1 4 0,1 10 0,5 1 0,6 10 0,0 2 0,6 18 0,-6 16 0,7 8 0,-1 10 0,-2-1 0,1 1 0,-5-3 0,6-3 0,-6-2 0,6-4 0,-8-11 0,3 3 0,-6-14 0</inkml:trace>
  <inkml:trace contextRef="#ctx0" brushRef="#br1" timeOffset="113">30838 4573 8912,'-23'0'0,"0"-2"0,2-3 0,2-7 0,11 5 0,10 1 0,13 6 0,12 6 0,6 5 0,1 12 0,1 2 0,-1 5 0,-2-1 0,-3 2 0,4-5 0,-7 3 0,1 0 0,-4-3 0,-9 5 0,-3-8 0,-7 6 0,2-6 0,-12 5 0,-8-5 0,-7-4 0,-7-5 0,1-1 0,-2-7 0,8-1 0,-2-5 0,4-15 0,2-4 0</inkml:trace>
  <inkml:trace contextRef="#ctx0" brushRef="#br1" timeOffset="114">31096 4453 8912,'0'11'0,"0"1"0,0-1 0,0 7 0,0 6 0,0 5 0,-6 11 0,1 6 0,-1 4 0,6 1 0,2-5 0,4 0 0,9-10 0,8-1 0,9-10 0,3-14 0,1-3 0,10-8 0,0-16 0,5-3 0,1-15 0</inkml:trace>
  <inkml:trace contextRef="#ctx0" brushRef="#br1" timeOffset="115">31888 4247 8912,'-8'-27'0,"-2"4"0,-7 12 0,-6 3 0,0 8 0,-1 0 0,1 0 0,-2 9 0,-4 9 0,4 1 0,8 9 0,0 3 0,0 9 0,1-4 0,5 5 0,-3-5 0,9-2 0,-1-5 0,6 0 0,2-10 0,4-2 0,3 0 0,8-15 0,1 6 0,-1-8 0,-6-8 0,1-4 0,5-5 0,6-6 0,2 2 0,-2-7 0,-4 5 0,4-6 0,2 8 0,-2-2 0,1 4 0,-1 2 0,-9 0 0,3-1 0,-4 1 0,3 6 0,-5-1 0,-3 9 0,-8-5 0,0 8 0,0 0 0,7 0 0,-3 0 0,8 0 0,-9 0 0,7 0 0,-4 0 0,-4 0 0,7 2 0,-3 4 0,-4-5 0,7 7 0,-3-8 0,4 0 0,7-6 0,0 1 0,0-7 0,1 6 0,-1-7 0,0 2 0,0 1 0,0-1 0,6 5 0,0-6 0,2 3 0,-2-3 0,-4-1 0,4 7 0,-4-5 0,-1 5 0,-1-2 0,0 3 0,-6 3 0,1-4 0,-8-3 0,3-1 0,-7-7 0,0 0 0,0 5 0,0 1 0,-2 1 0,-3-1 0,1-3 0,-8 9 0,1-1 0,-6 6 0,1 2 0,5 3 0,-2 5 0,7 7 0,0 0 0,6 1 0,-8 6 0,7-4 0,-5 2 0,6-4 0,6-7 0,-5 4 0,15-13 0,-7 6 0,9-8 0,-3-8 0,-4-3 0,5-12 0,-5-6 0,4-5 0,3-6 0,-7 2 0,1-8 0,-9 6 0,3-6 0,2 2 0,-3-2 0,1 6 0,-6 11 0,0 4 0,0 16 0,0 5 0,0 15 0,-6 10 0,1 20 0,-1-1 0,6 11 0,0-9 0,0 10 0,0-4 0,0 3 0,6-5 0,-1 0 0,9-2 0,-3 2 0,5-4 0,1-8 0,8 0 0,3 1 0,-1-8 0,2-4 0,-1-12 0,7-3 0</inkml:trace>
  <inkml:trace contextRef="#ctx0" brushRef="#br1" timeOffset="116">32920 3937 8912,'-11'0'0,"-1"0"0,8 2 0,-1 4 0,3 3 0,2 9 0,0-1 0,0 0 0,0 6 0,2 0 0,3-4 0,7-6 0,3 1 0,2-9 0,6 7 0,2-6 0,2-4 0,4-6 0,-5-6 0,3-7 0,-6-6 0,6 0 0,-8-7 0,2 1 0,-6-4 0,-6-1 0,3 7 0,-9 4 0,1 4 0,-6 2 0,0 8 0,-7 31 0,3 17 0,-8 29 0,8 9 0,-1 3 0,3 6-341,2 6 1,0 3 340,0-43 0,0-1 0,2 47 0,1-49 0,-1-1 0,0 40 0,4-2 0,-4-11 0,-2-18 0,-8-2 0,-3-15 0,-6-3 0,-6-14 0,2-2 0,-8-16 0,6-1 0,-6-10 0,8-5 0,-2-12 0,4-11 340,2-12 1,7-4-341,5-1 0,3-7 0,2 1 0,9-8 0,9 2 0,1 2 0,9-2 0,3 2-123,9-2 1,4 3 122,8 9 0,-1-1 0,-3 3 0,4 3 0,7 2 0,6-4 0,4-5 0</inkml:trace>
  <inkml:trace contextRef="#ctx0" brushRef="#br1" timeOffset="117">9826 16127 8912,'0'17'0,"2"-5"0,4-1 0,5 1 0,5-1 0,1 1 0,0 1 0,6 2 0,2 3 0,2-3 0,3-2 0,3-1 0,1 1 0,0 0 0,1 1 0,-1-5 0,1-1 0,-1 3 0,1-5 0,-1 0 0,0 2 0,-1-7 0,-4 5 0,5-4 0,-1-2 0,7 0 0,4 0 0,-4 0 0,6 0 0,1 0 0,9 0 0,3 0 0,2 0 0,-5 0 0,1 0 0,-1 0 0,1 0 0,-3 0 0,3 0 0,4-8 0,2-1 0,4-3 0,2 1 0,-2-1 0,-4-5 0,-4 6 0,-7-1 0,0 7 0,-1-7 0,-7 8 0,-2-3 0,-2 1 0,1 0 0,8 1 0,3 5 0,-6-6 0,5 0 0,-5 0 0,0 6 0,4 0 0,-4 0 0,2 0 0,-3 0 0,3 0 0,-8 0 0,1 0 0,-7 0 0,0 0 0,1 0 0,-1 0 0,1 0 0,7 0 0,4 0 0,3 0 0,3 0 0,-6 0 0,0 0 0,-6 0 0,2 0 0,-4 0 0,-5 0 0,-10 0 0,0 0 0,-4 0 0,-2 0 0,0 8 0,0-4 0,1 7 0,1-5 0,4 5 0,-4-5 0,4 6 0,2-7 0,-3 7 0,3-6 0,-2 5 0,-2-1 0,8 1 0,-8 4 0,2-3 0,-4-3 0,-2 3 0,0-6 0,1 3 0,-1-1 0,0-4 0,-5 3 0,-1-1 0,1 7 0,5-11 0,0 13 0,-2-11 0,-1 6 0,-3-3 0,-5 1 0,5-2 0,-5-4 0,4 5 0,-1 1 0,1 4 0,-5-3 0,7 3 0,-6-7 0,5 7 0,-5-3 0,5 3 0,-7 3 0,4-5 0,-2 1 0,-1 1 0,3-7 0,-2 7 0,-4-8 0,5 11 0,-1-11 0,0 7 0,-1-7 0,-5 4 0,0-8 0,8 0 0,-6 1 0,4 5 0,-4-4 0,-2 6 0,7-8 0,-5 7 0,6 3 0,-16 15 0,-1 2 0</inkml:trace>
  <inkml:trace contextRef="#ctx0" brushRef="#br1" timeOffset="118">13664 16763 8912,'-18'-15'0,"1"2"0,2 1 0,2 1 0,1 1 0,8 3 0,-3 7 0,7 7 0,7 3 0,5 7 0,-3 0 0,3 0 0,-1 2 0,6 4 0,1-5 0,-1-1 0,0 0 0,0-6 0,1 5 0,-1 1 0,0-6 0,0 1 0,0-6 0,1 3 0,-1-1 0,0-4 0,0-3 0,-5-1 0,-1 0 0,-7 0 0,4-1 0,-8-5 0,0-4 0,0-7 0,0 0 0,0 0 0</inkml:trace>
  <inkml:trace contextRef="#ctx0" brushRef="#br1" timeOffset="119">14180 16574 8912,'-2'-9'0,"-4"3"0,4 4 0,-11 4 0,7 4 0,-7 3 0,1 8 0,3 8 0,-3 4 0,-1 5 0,-10 6 0,4 2 0,-4 4 0,4 2 0,2-8 0,-8 0 0,-2-5 0</inkml:trace>
  <inkml:trace contextRef="#ctx0" brushRef="#br1" timeOffset="120">12201 18036 8912,'-23'15'0,"-2"-2"0,0-3 0,-1-1 0,1-1 0,0 0 0,4-5 0,2-1 0,1-2 0,1 0 0,8-7 0,3-5 0,2 5 0,-2 1 0,3 2 0,-9-2 0,6 4 0,-5-3 0,-3 3 0,1 0 0,2-4 0,-5 4 0,7-13 0,-3 7 0,1-3 0,7-4 0,-2 3 0,4-3 0,2-4 0,0-2 0,0-2 0,0-6 0,0 6 0,6 0 0,0 6 0,0 0 0,-10 9 0,-6 8 0,-7 10 0,-14 20 0,-3 10 0,-2 16 0,-10 7 0,0 6-308,-6 5 1,1 5 307,24-37 0,2 2 0,-17 36 0,7 0 0,5-13 0,13 2 0,3-20 0,14-3 0,16-15 0,8-8 0,13-4 0,9-2 0,5-8 0,7-3 0,-5-6 0,5-6 0,-5-11 0,-5-9 0,4-9 0,3 1 0</inkml:trace>
  <inkml:trace contextRef="#ctx0" brushRef="#br1" timeOffset="121">12167 17984 8912,'-6'-11'0,"0"-1"0,0 8 0,6 6 0,0 15 0,0 8 0,0 10 0,0-1 0,0 0 0,0 3 0,0 3 0,-2-2 0,-3 8 0,3-6 0,-4 6 0,2-8 0,-2 2 0,-3-5 0,-8-7 0,-16-3 0,-3-8 0</inkml:trace>
  <inkml:trace contextRef="#ctx0" brushRef="#br1" timeOffset="122">11943 18311 8912,'0'-17'0,"9"7"0,9 4 0,6 4 0,11 2 0,9-2 0,7-3 0,3 1 0,9-8 0,4 7 0,2-7 0,-10-1 0,-9-2 0,-10-1 0,-11 5 0,3-4 0,-22 7 0,-5-2 0,-12 10 0,-10 2 0,-6 10 0,2-1 0,-8 6 0,8 2 0,-4 2 0,4 4 0,4 2 0,-2 0 0,13 1 0,-5-3 0,5-8 0,0 6 0,8-2 0,4-3 0,5-5 0,6-9 0,6 2 0,-4-5 0,4-1 0,-2-1 0,2-5 0,-9-6 0,3-11 0,-6 4 0,1-4 0,-4-1 0,-8 1 0,0 0 0,0 6 0,-2 1 0,-4 5 0,4-5 0,-13 7 0,5-8 0</inkml:trace>
  <inkml:trace contextRef="#ctx0" brushRef="#br1" timeOffset="123">13147 18053 8912,'-28'-2'0,"-1"-4"0,0-3 0,3-1 0,1 2 0,8 8 0,-1 0 0,1 0 0,8 8 0,1 2 0,8 7 0,0 0 0,0 0 0,6 0 0,-1 1 0,9-3 0,-3-4 0,5 3 0,1-9 0,0 7 0,0-6 0,0-1 0,1-5 0,-1 0 0,0 0 0,0-2 0,0-3 0,1 3 0,-1-12 0,0 9 0,-5-1 0,-1 6 0,0 2 0,7 4 0,-7 5 0,1 12 0,-9 4 0,3 7 0,2 2 0,-2 5 0,-3 2 0,-8 9 0,-5 0 0,-7-1 0,-2-1 0,-4-4 0,-2-4 0,-4-8 0,-3-7 0,3-4 0,4-12 0,2-5 0,-3-4 0,8-15 0,1-5 0,9-10 0,14-1 0,6-3 0,11-3 0,-2-1 0,7-4 0,1 9 0,5-3 0,1 5 0,-1 0 0,1-3 0,-1 3 0,-1 3 0,-5-3 0,3 8 0,-8-2 0,-2 4 0,-10 2 0,-3 0 0,-10 7 0,-4 4 0,1-1 0,-13 1 0,5 2 0,-10 10 0,4 3 0,2 9 0,0 4 0,-1 1 0,3 6 0,4-6 0,-3 8 0,8-3 0,1-3 0,5-2 0,0 2 0,0-2 0,7 0 0,9-8 0,7-4 0,7-3 0,-1-8 0,3-2 0,3-4 0,5-5 0,0-12 0,-2 2 0,-9-8 0,2 1 0,-8-7 0,-1-7 0,-4-4 0,-3 2 0,-4-1 0,-3-1 0,-8-6 0,6-3 0,0 3 0,-1 4 0,-5 14 0,-2 9 0,-3 8 0,3 7 0,-6 10 0,8 16 0,0 7 0,0 9 0,0 8 0,0-2 0,0 8 0,0-2 0,0 2 0,0 4 0,0-4 0,0-4 0,0-2 0,6-4 0,0-2 0,-1 5 0,-5-5 0,0 2 0,0-13 0,-2-2 0,-3-9 0,-5-5 0,-7-7 0</inkml:trace>
  <inkml:trace contextRef="#ctx0" brushRef="#br1" timeOffset="124">13612 18156 8912,'-9'-8'0,"1"6"0,16-5 0,3 7 0,14 0 0,9 0 0,8 5 0,10 1 0,0 0 0,7-6 0,2 0 0</inkml:trace>
  <inkml:trace contextRef="#ctx0" brushRef="#br1" timeOffset="125">14318 17898 8912,'0'-17'0,"5"5"0,1 1 0,-2-2 0,-2 3 0,-2-1 0,0 9 0,0 4 0,0 13 0,0 10 0,0 11 0,-2 2 0,-4 2 0,4 8 0,-3-2 0,3 4 0,2-1 0,-2-1 0,-4-2 0,4-8 0,-4 2 0,4-11 0,2-6 0,0-4 0,0-10 0,0-1 0,6-16 0,0-3 0,5-10 0,-5-2 0,7-8 0,-1 3 0,1 3 0,-1 2 0,9 4 0,-4 2 0,4 5 0,-4 1 0,0 7 0,3-2 0,1 4 0,2 2 0,-2 8 0,-10 3 0,2 10 0,-7 2 0,6 6 0,-7-6 0,-1 6 0,-9-6 0,-5 5 0,-7-5 0,-8 0 0,-4-6 0,-3 0 0,-3 1 0,-7-1 0,-4 0 0,4-7 0,2-5 0,4-3 0,1-2 0,3 0 0,3 0 0,12-2 0,11-3 0,4-13 0,2-8 0</inkml:trace>
  <inkml:trace contextRef="#ctx0" brushRef="#br1" timeOffset="126">14920 18139 8912,'-2'-10'0,"-4"4"0,4 5 0,-11 8 0,7 5 0,-5 11 0,5 5 0,-5 5 0,5 1 0,-8 2 0,3 5 0,1-5 0,-1 4 0,-1-4 0,-5-1 0,0-1 0,0 0 0,0 1 0</inkml:trace>
  <inkml:trace contextRef="#ctx0" brushRef="#br1" timeOffset="127">14696 18087 8912,'0'-42'0,"2"6"0,4-4 0,-2 5 0,7 7 0,-5 11 0,5 11 0,1-2 0,5 2 0,0 3 0,0 8 0,6 7 0,0 11 0,8 2 0,-2 3 0,3-3 0,10 0 0,2 2 0</inkml:trace>
  <inkml:trace contextRef="#ctx0" brushRef="#br1" timeOffset="128">15316 18173 8912,'-33'-6'0,"5"1"0,-5-1 0,4 6 0,3 0 0,-3 0 0,2 0 0,-2 0 0,5 8 0,6 3 0,7 4 0,-1 3 0,9 1 0,-3 4 0,4-4 0,2 4 0,0-10 0,0-2 0,8-1 0,3 1 0,4-3 0,3-8 0,-1 0 0,0 0 0,6-8 0,0-3 0,0-10 0,-6-2 0,6-8 0,0 3 0,-2-3 0,-2 3 0,-2 1 0,1 4 0,-1 10 0,0-5 0,-6 7 0,1-1 0,-8 5 0,3 7 0,-7 7 0,0 5 0,0 11 0,0 5 0,0-1 0,0 2 0,0-6 0,0 5 0,0-7 0,0 2 0,6-9 0,0-3 0,-2 3 0,5-7 0,3-1 0,-3-4 0,3-2 0,-1-8 0,6-3 0,-5-4 0,-1-3 0,1-5 0,5 0 0,0-5 0,0 5 0,-1-6 0,-5 6 0,4 0 0,-3 6 0,-4 0 0,-3 0 0,-3 5 0,-2 1 0,0 7 0,0-4 0,0 8 0,0 8 0,0 2 0,-7 7 0,5 0 0,-6-6 0,8 1 0,0 1 0,0-3 0,0 1 0,0-7 0,0 11 0,0-5 0,0 1 0,0 1 0,0-6 0,0 5 0,0-5 0,0 5 0,0-5 0,0 5 0,0-5 0,0 6 0,0-7 0,0 7 0,-6-6 0,1 5 0,-9 1 0,5 5 0,-9-2 0,1-4 0,0 3 0,0-8 0,0-1 0,7-12 0,4-5 0,4-3 0,-5-10 0,-3-2 0</inkml:trace>
  <inkml:trace contextRef="#ctx0" brushRef="#br1" timeOffset="129">15643 18070 8912,'0'-17'0,"0"0"0,0 7 0,0-5 0,-2 13 0,-4-4 0,2 4 0,-7 2 0,-1 2 0,-5 2 0,0 4 0,0 1 0,-1 3 0,1 5 0,0 6 0,0 0 0,2 0 0,3-6 0,-1 0 0,7 0 0,0 0 0,6 1 0,0 4 0,0 1 0,2 0 0,4-5 0,-2 4 0,7 1 0,1 2 0,5-2 0,-2-4 0,-3 4 0,3-4 0,-4-2 0,-3 1 0,0-1 0,-8 0 0,-2-6 0,-4 1 0,-9-8 0,-8 1 0,-6-3 0,6-2 0,-6 0 0,6 0 0,-5 0 0,5 0 0,-8-7 0,5-3 0</inkml:trace>
  <inkml:trace contextRef="#ctx0" brushRef="#br1" timeOffset="130">16038 17726 8912,'-9'-25'0,"-1"6"0,5-4 0,3 4 0,-6 12 0,8 7 0,-6 9 0,1 14 0,-7 11 0,6 12 0,-5 4 0,5 1 0,0 1 0,6 0 0,0-3 0,0-1 0,0-2 0,0 2 0,0-6 0,0-2 0,0-10 0,0-1 0,0-2 0,0 1 0,0-3 0,0-15 0,0-3 0,-7-14 0,-3-3 0</inkml:trace>
  <inkml:trace contextRef="#ctx0" brushRef="#br1" timeOffset="131">15987 18018 8912,'17'18'0,"0"-3"0,0-4 0,1 5 0,-1-5 0,0-3 0,0-3 0,1 3 0,-1-2 0,0-2 0,0-2 0,-5-2 0,-1 0 0,1-8 0,3-2 0,-4-7 0,3 0 0,-9 0 0,3 0 0,-2-1 0,-4-5 0,3 1 0,-3-1 0,-2 5 0,6-4 0,0-1 0,0 0 0,-12 11 0,0 1 0,-7 9 0,1 2 0,-3 7 0,-2 11 0,0 7 0,-1 3 0,3 7 0,4 5 0,-3-4 0,8 4 0,3-4 0,1-1 0,2-3 0,0-3 0,0 1 0,0-7 0,7 0 0,5-5 0,3-9 0,2-3 0,1-4 0,-1-10 0,0-1 0</inkml:trace>
  <inkml:trace contextRef="#ctx0" brushRef="#br1" timeOffset="132">16486 18036 8912,'0'17'0,"0"-8"0,0 7 0,2-14 0,4 3 0,3-3 0,8-2 0,1 0 0,-1 0 0,0 0 0,0 0 0,0 0 0,1 0 0,-7 6 0,1 0 0,-7 1 0,7-1 0,-8-4 0,3 13 0,-7-13 0,-7 6 0,-5-8 0,4-2 0,3-4 0,3 2 0,2-7 0,0-1 0,0-5 0,0 0 0,0 0 0,2 5 0,3 1 0,5 1 0,7-1 0,0-3 0,1 9 0,-1-7 0,0 7 0,6-1 0,0 6 0,-2 0 0,-2 0 0,-2-6 0,1 0 0,-1 1 0,0 5 0,-8 0 0,1 0 0,-4 0 0,-4 2 0,3 3 0,-3-1 0,-2 8 0,0-1 0,0 6 0,0 0 0,0 8 0,-2-6 0,-3 4 0,3-4 0,-6-1 0,8-7 0,0 0 0,0-7 0,0 4 0,0-16 0,8-1 0,1-8 0,1-1 0,5 1 0,-3 0 0,3 0 0,2 0 0,0-1 0,1 1 0,-1 0 0,0 2 0,0 3 0,-7-3 0,-3 13 0,1-6 0,-6 8 0,6 2 0,-8 4 0,0 6 0,0-3 0,0 3 0,0-1 0,5 0 0,1 1 0,7-8 0,-1 2 0,-2-5 0,1-1 0,0 0 0,7 0 0,-1-7 0,0-1 0,0-3 0,1-3 0,-1 9 0,0-7 0,0 6 0,0-5 0,1 5 0,-1 0 0,0 6 0,0 0 0,0 0 0,-7 8 0,5-6 0,-5 6 0</inkml:trace>
  <inkml:trace contextRef="#ctx0" brushRef="#br1" timeOffset="133">17450 17004 8912,'7'11'0,"5"1"0,13 7 0,9 10 0,8 11 0,10 6 0,-3 13 0,-3 10 0,-11 9 0,-14 14 0,-14-44 0,-1 1 0,-2 1 0,-2 1 0,-4 3 0,-4-1-226,-1-1 1,-3-1 0,-17 43 225,-13-14 0,-6-7 0,-11 1 0,24-35 0,-1-1 0,-3 0 0,-1-2 0,-2 1 0,-2-3 0,3-4 0,-2-3 0,-4 2 0,-2-2 0,-1-5 0,-1 0 0,-2 2 0,0 1 0,0 3 0,-1 0 0</inkml:trace>
  <inkml:trace contextRef="#ctx0" brushRef="#br1" timeOffset="134">15970 17846 8912,'-16'2'0,"5"4"0,5 6 0,4 3 0,2 4 0,0 4 0,0 6 0,0 11 0,0 6 0,0 11 0,0 4 0,0 2 0,0 0 0,-2-2 0,-3 2 0,3-5 0,-4-15 0,4-6 0,2-7 0,8-14 0,3 1 0,4-11 0,3-1 0,5-5 0,0-5 0,7-7 0,-1-11 0,-4-4 0,-2-7 0,3 0 0,1-1 0</inkml:trace>
  <inkml:trace contextRef="#ctx0" brushRef="#br1" timeOffset="135">15849 18104 8912,'-17'10'0,"0"-2"0,7-8 0,3 0 0,37 0 0,-3-2 0,30-4 0,1 4 0,10-4 0,3 2 0,4-1 0,11-5 0,9-7 0</inkml:trace>
  <inkml:trace contextRef="#ctx0" brushRef="#br2" timeOffset="136">13922 13462 8912,'-27'-19'0,"4"-4"0,4 12 0,2-1 0,5 8 0,1 4 0,7 0 0,-4 8 0,8 4 0,14 3 0,3 2 0,12 2 0,-1 4 0,-1-4 0,0 6 0,0-2 0,-1 0 0,-5 2 0,2-2 0,-4-4 0,-1 4 0,-1-4 0,0-2 0,-5-2 0,-1-3 0,-7 3 0,4-13 0,-8 6 0,-6-18 0,0-7 0,0-10 0,6-13 0,2-6 0,4-9 0,5-5 0,5-1 0,3 6 0,4-2 0,4 5 0,7 6-102,-7 12 0,-2 1 0,-8 7 0</inkml:trace>
  <inkml:trace contextRef="#ctx0" brushRef="#br2" timeOffset="137">13474 13583 8912,'-34'15'0,"0"-4"0,5-3 0,0-8 0,8 6 0,-2-1 0,4 9 0,4-5 0,3 9 0,5-1 0,7 0 0,0 0 0,0 0 0,7 1 0,5-1 0,3 2 0,2 4 0,1-10 0,-1 4 0,6-3 0,0 3 0,5-8 0,-5-3 0,6-4 0,-6-2 0,6-2 0,-7-4 0,7-3 0,-6-8 0,-2-1 0,-2 1 0,-2-8 0,1-3 0,-9-5 0,-3-1 0,-4 0 0,-2-1 0,-8 1 0,-3-1 0,-12 9 0,-6 3 0,-9 6 0,-2 5 0,-6 4 0,4 10 0,2 6 0,3 9 0,-1 16 0,11 11 0,-7 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29.99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24901 3559 8912,'-17'0'0,"0"0"0,-1 0 0,1 0 0,0 0 0,-6 2 0,-2 4 0,-2 5 0,-3 4 0,-3 3 0,-1 1 0,-1 5 0,1 11 0,7 9 0,4 13 0,4 4 0,2 8 0,5 9 0,3 6 0,1 4 0,4-4 0,4-5 0,6-11 0,4 1 0,7 0 0,2-10 0,2-7 0,4-10 0,2-6 0,9-9 0,10-4 0,-4-12 0,-2-5 0,4-19 0,0-6 0</inkml:trace>
  <inkml:trace contextRef="#ctx0" brushRef="#br0" timeOffset="1">25314 3817 8912,'-8'-23'0,"-3"0"0,-4 2 0,-3 4 0,1 5 0,0 7 0,-2 3 0,-4 2 0,4 7 0,-4 5 0,4 3 0,3 4 0,3 4 0,2 6 0,5 3 0,-6 3 0,8 5 0,-1 0 0,3 6 0,2-4 0,0 2 0,0 3 0,2-5 0,3-1 0,-1-5 0,8-2 0,-3 4 0,3-3 0,1 1 0,-7-13 0,0 0 0,-6-6 0,0 0 0</inkml:trace>
  <inkml:trace contextRef="#ctx0" brushRef="#br0" timeOffset="2">24918 4350 8912,'-11'0'0,"-1"0"0,8-8 0,-1 4 0,10-7 0,7 5 0,9-5 0,6-3 0,5-1 0,1-4 0,13-4 0,-8 4 0,12-14 0,-7 7 0</inkml:trace>
  <inkml:trace contextRef="#ctx0" brushRef="#br0" timeOffset="3">25434 4126 8912,'-28'19'0,"-1"4"0,8-2 0,-2 6 0,4 0 0,2 0 0,1-1 0,5 3 0,3 2 0,8-8 0,2-6 0,4-8 0,7 1 0,8-1 0,0-5 0,8 2 0,0-12 0,5-5 0,1-10 0,-1-2 0,-7-8 0,-4 3 0,-4 1 0,-2-2 0,-2 6 0,-3-5 0,-4 7 0,-8-2 0,-4 4 0,-8 1 0,1 9 0,-12 3 0,-2 4 0,2 2 0,-8 2 0,3 4 0,3 1 0,2 5 0,4 3 0,2-5 0</inkml:trace>
  <inkml:trace contextRef="#ctx0" brushRef="#br0" timeOffset="4">25727 4075 8912,'0'-10'0,"0"-5"0,0 13 0,8-4 0,3 12 0,-1-2 0,1 7 0,6 1 0,6 5 0,-2 0 0,-2 0 0,-1-1 0,-1-5 0,-2 4 0,-3-3 0,3 3 0,-4 2 0,-3-7 0,2-2 0,-5-8 0,-3 0 0,6-2 0,-8-4 0,0-4 0,0-7 0,0-6 0,0 0 0,0-2 0,2 4 0,2-1 0,1 0 0,14-2 0,-1 1 0,3 0 0,-4 6 0</inkml:trace>
  <inkml:trace contextRef="#ctx0" brushRef="#br0" timeOffset="5">26708 3697 8912,'-17'-10'0,"7"-5"0,2 13 0,8-4 0,0 12 0,2 11 0,4 12 0,6 3 0,3 2 0,2 7 0,0 1 0,0 0 0,1 0 0,-7 5 0,1-1 0,-3-2 0,3 2 0,1-2 0,-7 2 0,0-4 0,-6-8 0,0-7 0,0-4 0,-2-6 0,-4-5 0,-11-5 0,-10-7 0</inkml:trace>
  <inkml:trace contextRef="#ctx0" brushRef="#br0" timeOffset="6">26622 3817 8912,'0'-17'0,"0"5"0,0 1 0,0 7 0,7-11 0,-3 11 0,8-6 0,1 3 0,8 1 0,2 6 0,2 0 0,-2 0 0,-4 6 0,4-1 0,2 9 0,-2-3 0,-2 4 0,-10 3 0,3-1 0,-9 0 0,7 6 0,-6 0 0,-3 6 0,-8-5 0,-7 3 0,-3 4 0,-4-6 0,-4-3 0,-4-2 0,-7-3 0</inkml:trace>
  <inkml:trace contextRef="#ctx0" brushRef="#br0" timeOffset="7">26932 3886 8912,'9'17'0,"6"-8"0,-13 1 0,4-4 0,4-4 0,-8 5 0,13-1 0,-4 0 0,-1-1 0,1-5 0,1 6 0,5 0 0,0 0 0,0-6 0,-5 5 0,-1 1 0,1 0 0,-1-6 0,1 0 0,-8 0 0,3-2 0,-7-4 0,0 2 0,0-7 0,0-2 0,0-10 0,2 3 0,4-2 0,-2 2 0,7 3 0,1 2 0,5 4 0,-6-3 0,1 8 0,1 3 0,3 1 0,1 2 0,0 0 0,0 2 0,0 3 0,-5-1 0,-1 8 0,1-1 0,5 1 0,0-1 0,-5-7 0,-1 2 0,-5-5 0,5-1 0,1-5 0,5-1 0,-5-7 0,-3 1 0,-1-3 0,-4-2 0,-3-2 0,-1-4 0,0 9 0,0-3 0,-1 6 0,-5-1 0,-4 5 0,-7 7 0,0 0 0,0 1 0,-1 7 0,1 9 0,0 2 0,0 10 0,5-2 0,1 1 0,7 5 0,-2-4 0,4 1 0,2-1 0,2 1 0,6-9 0,11-5 0,14-9 0,9-5 0,9-2 0,9-23 0,1-5 0</inkml:trace>
  <inkml:trace contextRef="#ctx0" brushRef="#br0" timeOffset="8">27826 3697 8912,'-44'5'0,"4"3"0,4 3 0,2 8 0,-1 6 0,1 10 0,7-1 0,4 0 0,6-1 0,5-4 0,7 1 0,10-7 0,5 0 0,7-6 0,6-7 0,0-5 0,8-3 0,-3-2 0,-1-7 0,2-5 0,-3-5 0,5-6 0,-4-5 0,-2-5 0,3-7 0,-5 0 0,0-2 0,-6 2 0,-1 1 0,-5-6 0,3 6 0,-9-1 0,1 4 0,-6 2 0,-2 1 0,-4 4 0,3 7 0,-9 10 0,1-1 0,-7 7 0,7 10 0,0 13 0,1 8 0,-2 9 0,-1 8 0,7 4 0,1-2 0,5 2 0,0-6 0,0 6 0,0-8 0,0 2 0,2-5 0,3-7 0,3-3 0,3-8 0,5-5 0,-5-1 0,4-7 0,3 2 0,-7-12 0,1-5 0,-1-7 0,6-3 0,-1-4 0,-5-1 0,2-1 0,-7-2 0,0 3 0,-6 3 0,6 9 0,-1-3 0,1 4 0,-6 3 0,0 3 0,6 20 0,0 4 0,-3 2 0,1 0 0,2-2 0,-2 1 0,7-1 0,-7-6 0,2 1 0,3-1 0,1-1 0,7-3 0,-7-8 0,-5-5 0,-3-11 0,-2-10 0</inkml:trace>
  <inkml:trace contextRef="#ctx0" brushRef="#br0" timeOffset="9">28102 3576 8912,'0'-11'0,"0"-1"0,0 7 0,0-7 0,0 6 0,0-5 0,0 7 0,0-6 0,0 5 0,2 3 0,3-4 0,5 4 0,15 2 0,2 0 0</inkml:trace>
  <inkml:trace contextRef="#ctx0" brushRef="#br0" timeOffset="10">28601 3507 8912,'-35'10'0,"1"-2"0,0-1 0,-1 5 0,1 3 0,-1 2 0,9 2 0,3 4 0,5-2 0,7 8 0,3 0 0,8 5 0,2-5 0,6-3 0,7-1 0,6-4 0,10-2 0,-3-2 0,-1-7 0,2-4 0,0-4 0,5-2 0,0-14 0,1-3 0,-1-19 0,1-1 0</inkml:trace>
  <inkml:trace contextRef="#ctx0" brushRef="#br0" timeOffset="11">28790 3164 8912,'0'24'0,"0"5"0,2 9 0,4 2 0,-4 8 0,5-2 0,1 4 0,3 1 0,-1-1 0,1-4 0,1-8 0,-2-8 0,3-5 0,-7-7 0,7-1 0,-3-8 0,5-5 0,-4-8 0,5-5 0,-5-8 0,-1 1 0,1 5 0,-5-3 0,5 9 0,-7-9 0,11 12 0,-11-5 0,8 7 0,-6 0 0,3 2 0,1 1 0,-1 3 0,-3 6 0,5-7 0,-5 3 0,6-2 0,-1-4 0,6 5 0,0-7 0,-1-2 0,-5-3 0,12-13 0,-4-8 0</inkml:trace>
  <inkml:trace contextRef="#ctx0" brushRef="#br0" timeOffset="12">29203 3112 8912,'-17'0'0,"-8"0"0,6 0 0,-4 0 0,10 6 0,1-1 0,8 3 0,-1-2 0,3 5 0,2-1 0,0 1 0,7-1 0,5 1 0,3 3 0,2-9 0,0 9 0,1-5 0</inkml:trace>
  <inkml:trace contextRef="#ctx0" brushRef="#br0" timeOffset="13">28566 3714 8912,'-26'15'0,"3"-4"0,4-5 0,9-4 0,4-11 0,16-7 0,11-5 0,11 0 0,20-6 0,0-1 0,3-5 0,4-9 0,3-2 0</inkml:trace>
  <inkml:trace contextRef="#ctx0" brushRef="#br0" timeOffset="14">29461 3421 8912,'-11'6'0,"-1"0"0,-1 2 0,-8-5 0,-4 5 0,-2 2 0,4 1 0,-5 6 0,7 0 0,-2 1 0,5-7 0,7 1 0,5 1 0,4 2 0,4-3 0,4-1 0,4-7 0,7 2 0,8-4 0,3-2 0,-1 0 0,2 0 0,-6-2 0,5-4 0,-7 2 0,2-7 0,-11 5 0,-6-6 0,3 1 0,-9-6 0,0 2 0,-9 3 0,-7 4 0,-1 8 0,0 0 0,0 0 0,-1 0 0,1 0 0,0 0 0,0 0 0,7 8 0,-5-6 0,13 6 0,4-8 0,15 0 0,0 0 0,6 0 0,-2 0 0,2 0 0,-4-6 0,4 0 0,-4 0 0,-1 6 0,7-7 0,-6 5 0,4-4 0,-4 12 0,-10-2 0,-3 7 0,-4-7 0,-2 11 0,0-13 0,0 6 0,0-8 0,0-2 0,0-4 0,0-5 0,6 1 0,-1-1 0,1 7 0,2-11 0,1 13 0,9-4 0,-1 4 0,0 2 0,0 0 0,0 2 0,3 2 0,2 1 0,-1 7 0,8-6 0,0 5 0,5-5 0,1 0 0,-1-6 0,1 0 0</inkml:trace>
  <inkml:trace contextRef="#ctx0" brushRef="#br0" timeOffset="15">30167 3164 8912,'-17'0'0,"-1"0"0,1 0 0,6 0 0,-1 0 0,-1 1 0,-2 5 0,-3-2 0,1 6 0,-2 1 0,-4 4 0,4-5 0,-4 11 0,4 0 0,2-2 0,1 0 0,5-2 0,1 2 0,7 2 0,-3 2 0,2-2 0,10 4 0,5-2 0,6 0 0,6-6 0,-2 0 0,8 1 0,-6-1 0,6 0 0,-3 0 0,3 0 0,-6-1 0,-4-5 0,-7 2 0,-1-7 0,-7 8 0,2-3 0,-6 2 0,-6-1 0,-6 3 0,-10-3 0,-5 3 0,-8 2 0,-5-2 0,-2-1 0,-2-5 0,-4-1 0,-1-2 0,-3-6 0,0 0 0</inkml:trace>
  <inkml:trace contextRef="#ctx0" brushRef="#br0" timeOffset="16">30459 2579 8912,'12'0'0,"-1"0"0,5 2 0,5 4 0,13 13 0,14 19 0,7 19 0,-23-20 0,-1 5 0,3 10 0,-3 4 0,1 9 0,-2 2 0,-4 5 0,-3 1 0,-3 3 0,-3 1 0,-6 0 0,-3 1 0,-5-1 0,-4 1 0,-3 0 0,-4 0-417,-4 3 0,-4-1 0,-4-9 1,-3-3 416,-4-1 0,-3-2 0,4-6 0,-1-1 0,-2-6 0,0-1 0,5-2 0,0 1 0,1 2 0,0-1 0,4-1 0,0 0 0,-1 4 0,0 1 0,2-3 0,0 1 0</inkml:trace>
  <inkml:trace contextRef="#ctx0" brushRef="#br0" timeOffset="17">3820 6344 8912,'-17'0'0,"6"0"0,-1 0 0,8 2 0,-1 4 0,3-2 0,2 7 0,0-7 0,7 6 0,5-7 0,3 3 0,2-2 0,2 4 0,4-3 0,4 3 0,8-2 0,1-2 0,4 7 0,10-7 0,7 2 0,2-5 0,-1-1 0,1 0 0,6 0 0,-2 0 0,2 0 0,0-1 0,-2-5 0,6 2-118,0-7 1,0 5 117,5-6 0,-5 8 0,-6-1 0,-3 1 0,-9-2 0,5 4 0,-5-3 0,5 3 0,-8 2 0,7 0 0,8 0 0,14 0 0,9 0 0,2-2-167,-40-1 1,1 0-1,0 0 1,0-2 166,2 0 0,1-1 0,2-2 0,1 1 0,-1 1 0,1 0 0,-1 1 0,-1 1 0,-4-2 0,-1 0 0,46 2-4,-8-1 0,-2 3 1,-3 2-1,-5 0 4,1 0 0,-5 0 0,9 0 0,-3 0 0,2 0 0,-11 0 0,-12 0 0,5 0 0,1 0 0,6 0 0,5 0 0,-1 0-105,7 0 0,2 0 105,10 0 0,-17 0 0,-3 0 0,-9-2-38,-7-4 1,5 4 37,2-4 0,-2 4 0,2 2 0,-5 0 0,5 0 0,-6 0 0,6 0 0,-7 0 0,1 0 0,-3 0 322,-3 0 1,3 0-323,3 0 0,4 0 0,6 0 0,0 0 0,2 0 0,-4 0 0,10 0 0,-7 6 0,-4 0 0,-3 0 0,-4-6 0,0 0 0,12 0 0,-6 0 0,6 0 0,-2 0 0,-9 0 0,7 0 0,-4 0 0,0 0 7,-4 0 1,-3 0-8,-3 0 0,9 0 0,3 0 0,-2 0 0,2 0 0,0 0 0,6 0 0,0 0 0,-2 0 0,-2 0 0,-2 0 0,-6 0 0,6 0 0,2 0 0,10 0 0,-4 0 102,3 0 1,-3 0-103,-2 0 0,2 0 0,3 0 0,-3 0 0,3 0 0,-3 0 0,-2 0 0,8 0 0,3 0 0,4 0 0,2 0 0,-6 0 0,1 0 0,-7 0 0,7 0 0,-7 0 0,4 0 0,-1 0 0,-4 0 0,3-2 0,-1-4 0,-3 4 0,-9-4 0,-3 3 0,-9-3 0,9 2 20,3-7 1,2 5 0,0-6 0,-2 1-21,2 1 0,-4-3 0,2 7 0,-13 1 0,1 5 0,-10 0 0,-1 0 0,-4 0 0,-1 0 0,-1 0 0,0 0 0,1 1 126,-1 5 1,6-4-127,1 4 0,-1 1 0,-6-1 0,0 0 0,1-6 0,-1 0 0,3 0 0,1 0 0,2 0 0,0 0 0,-5 0 0,5 0 0,0 0 0,8 0 0,-2 0 0,5-6 0,7 0 0,3-5 0,8 5 0,-1-1 0,1 1 0,-8 4 0,-1-6 0,-3 3 0,0-1 0,-5-2 0,-6 3 0,0 1 0,6-8 0,7 6 0,4-5 0,-2 5 0,2-5 0,-5 1 0,5-3 0,-2 3 0,-6 3 0,3-1 0,-12 2 0,3 4 0,3-3 0,5-3 0,1 2 0,-3-5 0,-9 5 0,4 0 0,-3 4 0,7-1 0,3-3 0,1 0 0,-7 6 0,-9 0 0,-7 0 0,-3-6 0,-9 1 0,0-1 0,-6 6 0,-7 0 0,-2 0 0,-8 0 0,-2 0 0,-4 0 0,4 0 0,-6 0 0,7 0 0,-5 0 0,-6 0 0,-3 0 0,-10 0 0,-4 0 0,-11 0 0,-4 0 0</inkml:trace>
  <inkml:trace contextRef="#ctx0" brushRef="#br0" timeOffset="18">19497 6018 8912,'0'-18'0,"0"1"0,0 0 0,0 0 0,0 0 0,-7 1 0,-5 3 0,-3 2 0,-4 7 0,-4-2 0,4 12 0,-6 7 0,0 8 0,-4 8 0,3 13 0,-3 9 0,6 9 0,-4 10 0,0 5 0,1 5 0,5 10 0,-2 1 0,14-42 0,1 0 0,-6 43 0,5-5 0,1-4 0,2-3 0,6-11 0,2-14 0,4-21 0,3-7 0,9-10 0,5-9 0,0-8 0,7-15 0,-3-12 0</inkml:trace>
  <inkml:trace contextRef="#ctx0" brushRef="#br0" timeOffset="19">19807 6430 8912,'-11'0'0,"-1"0"0,1 2 0,1 4 0,1 3 0,5 11 0,-2 1 0,2 1 0,2 9 0,2-2 0,0 3 0,0 3 0,0-1 0,0 0 0,2-1 0,2-5 0,4-5 0,1-4 0,-5-1 0,11-9 0,-5-9 0,7-9 0</inkml:trace>
  <inkml:trace contextRef="#ctx0" brushRef="#br0" timeOffset="20">19859 6241 8912,'-23'6'0,"0"1"0,2 3 0,2 3 0,0 3 0,-4 1 0,9 0 0,-3 0 0,4 0 0,3 1 0,3-1 0,8-2 0,5-3 0,6-5 0,7-9 0,0-3 0,-4-7 0,-1-3 0,3-2 0,-8-1 0,-3 1 0,-4 0 0,-2 0 0,-2 5 0,-4 3 0,-5 1 0,1 2 0,-1 6 0,1 2 0,-1 4 0,-5 4 0,7 7 0</inkml:trace>
  <inkml:trace contextRef="#ctx0" brushRef="#br0" timeOffset="21">20048 6533 8912,'-9'-17'0,"-5"6"0,8-1 0,-1 8 0,3 1 0,-2 6 0,0 7 0,6 7 0,-1 6 0,-5 0 0,4 8 0,-4-3 0,4 3 0,2-3 0,0 5 0,0-4 0,0 1 0,0-1 0,0-4 0,0-8 0,0 0 0,0 0 0,0-7 0,0-4 0,0-12 0,-2-6 0,-3-11 0,3-3 0,-4-9 0,4 3 0,2 3 0,0-3 0,0 3 0,0-2 0,2 3 0,4 5 0,5 4 0,4 2 0,3-1 0,1 9 0,4 3 0,-2 6 0,7 6 0,-5 9 0,6 8 0,-2 2 0,2-2 0,1-2 0,-7 7 0,2-7 0,-2 2 0,-10-5 0,4-7 0,-3 2 0,3-7 0,-7-2 0,-5-10 0,3-3 0,-2-8 0,-1-8 0,-5-4 0,0-2 0,0 3 0,6-3 0,0 8 0,0 0 0,-6 6 0,0 0 0,2 7 0,3 5 0,-1 5 0,8 5 0,-3 5 0,3 7 0,3-5 0,-4-1 0,-1-5 0,1 5 0,1-7 0,5 2 0,0-4 0,1-2 0,-1-6 0,0 0 0,-2-7 0,-3 1 0,3-3 0,-7-2 0,3 0 0,-3 7 0,-8 5 0,0 10 0,0 12 0,0 12 0,0 5 0,0 7 0,0 3 0,0 7 0,0 3 0,0 3 0,6-4 0,-1 5 0,7-5 0,-6-1 0,1-10 0,-1-8 0,-4-1 0,4-10 0,-5 0 0,-8-14 0,-3-1 0,-7-8 0</inkml:trace>
  <inkml:trace contextRef="#ctx0" brushRef="#br0" timeOffset="22">20668 6430 8912,'9'-7'0,"6"5"0,-3-4 0,3 4 0,4 2 0,2 0 0,2 0 0,2 2 0,-2 4 0,-6-2 0,2 7 0,-7 4 0,-4 6 0,-3-2 0,-5 4 0,-7 4 0,-5 2 0,-3 3 0,-2 3 0,-6-7 0,0 1 0,0-6 0,6 5 0,-1-8 0,1-3 0,8 0 0,-7-15 0,7 5 0</inkml:trace>
  <inkml:trace contextRef="#ctx0" brushRef="#br0" timeOffset="23">21046 6602 8912,'-25'10'0,"6"3"0,-4-7 0,4 7 0,2 1 0,0 7 0,1-8 0,5 4 0,3-3 0,8 3 0,2 0 0,4 0 0,9-2 0,8-3 0,2-5 0,-2-7 0,-2 0 0,8 0 0,-8 0 0,2 0 0,-4-7 0,-4-5 0,-1-3 0,-3-2 0,-1-6 0,1 0 0,-3 0 0,-8 6 0,-2 0 0,-4 1 0,-5 3 0,-5 2 0,-1 7 0,0-2 0,0 4 0,-1 2 0,1 0 0,0 0 0,0 0 0,7 8 0,3-6 0,7 13 0,0-5 0</inkml:trace>
  <inkml:trace contextRef="#ctx0" brushRef="#br0" timeOffset="24">21236 6585 8912,'9'-10'0,"1"-3"0,-5 7 0,-1 1 0,8 5 0,1 0 0,-3 0 0,1 0 0,-1 7 0,3 5 0,-3 3 0,-3 2 0,5 0 0,-7 1 0,3-1 0,-2 0 0,-4 0 0,3 0 0,-3-5 0,-2-1 0,0-5 0,0 5 0,0-7 0,0 2 0,0-12 0,0-3 0,0-8 0,0-3 0,0-3 0,6 2 0,0-7 0,0 7 0,-6-2 0,5 4 0,1 2 0,2-1 0,-4-1 0,1-4 0,9 4 0,-5-6 0</inkml:trace>
  <inkml:trace contextRef="#ctx0" brushRef="#br0" timeOffset="25">21821 6138 8912,'-12'0'0,"1"0"0,-3 0 0,-1 0 0,-2 8 0,1 5 0,3 8 0,2 8 0,7 9 0,-2 4 0,4 2 0,2 4 0,0 1 0,0 3 0,8-8 0,3-4 0,5-4 0,-1-1 0,-2-3 0,-1-3 0,-7-4 0,7-8 0,-8-8 0,3-1 0,-14-8 0,-3 0 0</inkml:trace>
  <inkml:trace contextRef="#ctx0" brushRef="#br0" timeOffset="26">21528 6499 8912,'-11'0'0,"-1"0"0,6-6 0,-5-1 0,-2-3 0,5 6 0,2-5 0,12 3 0,5 4 0,12-4 0,6 4 0,11 2 0,4-5 0,10-1 0,1 2 0,2 2 0,8-5 0,-3-3 0</inkml:trace>
  <inkml:trace contextRef="#ctx0" brushRef="#br0" timeOffset="27">22027 6465 8912,'-25'2'0,"-3"1"0,-7 5 0,-5 2 0,9 1 0,-1 6 0,5 0 0,6 1 0,4 1 0,5 4 0,5-4 0,7 4 0,2-4 0,3-2 0,5-2 0,7-3 0,0 1 0,1-7 0,1 0 0,4-6 0,-4 0 0,4 0 0,-2-8 0,2-4 0,-4-3 0,4-2 0,-4 0 0,-2 0 0,0-8 0,1 6 0,-3-4 0,-2 5 0,-1 7 0,-3-4 0,3 3 0,-3 5 0,-3 1 0,-4 4 0,6 2 0,-1 0 0,-5 2 0,4 4 0,-2 1 0,1 5 0,5 1 0,7-5 0,0 1 0,-5-5 0,-1 2 0,-7-4 0,11-10 0,-5-1 0</inkml:trace>
  <inkml:trace contextRef="#ctx0" brushRef="#br0" timeOffset="28">22337 6516 8912,'9'8'0,"-1"1"0,-8 3 0,0-1 0,0-7 0,0 11 0,0-11 0,0 8 0,-2-8 0,-4 1 0,3 3 0,-9-2 0,8 1 0,-1-1 0,3-4 0,2 6 0,0-8 0,0-8 0,0-2 0,7-1 0,5-1 0,-3 9 0,3-3 0,1 2 0,2-2 0,3 4 0,-1-3 0,0 10 0,0-1 0,1 8 0,-1-7 0,0 7 0,-6-3 0,1 3 0,-1 1 0,7-7 0,-1-2 0,0-2 0,0-2 0,0 0 0,1-14 0,-1-3 0,6-11 0,0-1 0,0-9 0,-6-2 0,6-8 0,0 2 0,0-4 0,-6-1 0,-6-1 0,1 1 0,-3 1 0,3 4 0,-4 12 0,-8 11 0,0 4 0,0 11 0,0 8 0,-2 17 0,-4 18 0,-4 8 0,1 7 0,-7 7 0,5 1 0,-2 5 0,1-6 0,-3 6 0,5-4 0,-1 1 0,-1-1 0,9-4 0,-3-9 0,4-4 0,2-8 0,8 1 0,1-16 0,8-8 0,0-9 0,1-7 0,5-7 0,0-11 0,-8-11 0,8-10 0,-4-8 0</inkml:trace>
  <inkml:trace contextRef="#ctx0" brushRef="#br0" timeOffset="29">22750 6396 8912,'-23'27'0,"0"-6"0,4-6 0,5-4 0,7-5 0,9 4 0,3-3 0,7-1 0,11-6 0,4 0 0,7-2 0,2-4 0,5-5 0,-5-4 0,4-3 0,-4 1 0,-1 0 0,-3-6 0,-3 0 0,3-7 0,-5 3 0</inkml:trace>
  <inkml:trace contextRef="#ctx0" brushRef="#br0" timeOffset="30">22991 5691 8912,'-10'0'0,"3"0"0,8 8 0,5 3 0,6 6 0,11 8 0,5 9 0,5 10 0,1 16 0,1 8 0,-1 11 0,-1 10 0,-18-42 0,-2 0 0,0 1 0,-3 0 0,2 43 0,-9-42 0,-1 0 0,-3 41 0,-13 3 0,-15-1 0,10-46 0,-4 0 0,-5 3 0,-3-1-699,-3-1 1,-1-2 698,1-3 0,-1 0 0,-3-3 0,0-2 0,-31 32 0</inkml:trace>
  <inkml:trace contextRef="#ctx0" brushRef="#br0" timeOffset="31">23473 9456 8912,'-10'-15'0,"2"3"0,8-12 0,0 12 0,0 1 0,0 7 0,0-4 0,0 10 0,0 4 0,0-4 0,0 5 0,-7-7 0,-5 2 0,-3 4 0,-8-4 0,0 4 0,-2-4 0,2-2 0,-3 2 0,-9 1 0,-1 3 0,-4-2 0,1 4 0,-6-3 0,1 7 0,-2-7 0,-4 9 0,4-3 0,-6 5 0,-5 1 0,2 0 0,-8 0 0,-1 0 0,-6 1 0,-7-1 0,-9 0 0,0 0 0,-6 0 0,-3 1-212,46-10 0,0 1 1,-2-1-1,-1 1 212,-3 0 0,1-1 0,2 0 0,1-1 0,-2-1 0,2 0 0,-35 7-60,18-7 1,3 2 59,13-3 0,4-3 0,16 4 0,1-4 0,2-2 0,1 0 0,-7 0 0,1 0 0,-1 0 0,1 6 0,0-1 0,-1 1 418,1-6 0,5 0-418,0 0 0,8 6 43,-2 0 0,-1-1 1,1-5-44,2 0 0,9 0 0,-3 8 0,13-6 0,-6 5 0,8-7 0,0 0 0,8 0 0,-6 0 0,5 0 0,-7 0 0,0 0 0,8-7 0,2-3 0</inkml:trace>
  <inkml:trace contextRef="#ctx0" brushRef="#br0" timeOffset="32">21029 9439 8912,'-15'-2'0,"3"-4"0,3 4 0,5-5 0,-2-1 0,0 6 0,6-7 0,0 3 0,-2 4 0,-3-4 0,-7 4 0,-3 10 0,-2 4 0,-8 3 0,-6 4 0,-7 4 0,-8 6 0,2 3 0,-2 2 0,0 7 0,-5-1 0,-1 2 0,1-2 0,1-10 0,4 3 0,6-5 0,3-1 0,5-6 0,3 2 0,1-9 0,10-3 0,5-7 0,13 3 0,0-7 0,0 0 0,8 0 0,3 0 0,4 0 0,3 0 0,1 8 0,4 4 0,3 3 0,9 2 0,7 2 0,4 4 0,0-2 0,5 8 0,-9-6 0,10 5 0,-4-5 0,3 6 0,1-6 0,0 5 0,-3-7 0,-3 2 0,-6-4 0,-11-1 0,-2-1 0,-4 0 0,-12 0 0,1 2 0,-24 4 0,-14 4 0,-26 0 0,-9-2 0</inkml:trace>
  <inkml:trace contextRef="#ctx0" brushRef="#br0" timeOffset="33">7641 9301 8912,'9'0'0,"-1"0"0,-8 0 0,8 0 0,-7 0 0,7-1 0,-8-5 0,0 4 0,0-6 0,8 8 0,-6 0 0,5 0 0,-7 0 0,0-2 0,0-3 0,0 3 0,0-6 0,0 6 0,0-4 0,-7 5 0,-5-5 0,-3 4 0,-4 2 0,-2 2 0,-2 4 0,-6 1 0,6 5 0,-6 3 0,7-4 0,-3 5 0,2 1 0,9 0 0,-3 0 0,6-5 0,-1-1 0,5 1 0,7 5 0,0 0 0,7-7 0,5-5 0,5 3 0,4-2 0,4-1 0,2 3 0,-6-4 0,1 7 0,0-5 0,0 6 0,-8-7 0,3 7 0,-5-7 0,-1 7 0,-3-1 0,-8 7 0,0-7 0,0 1 0,-2-1 0,-4 6 0,-4-5 0,-7-3 0,0 1 0,0-1 0,0-5 0,-1 2 0,-5-4 0,1-2 0,-1 0 0,5-2 0,1-4 0,8-3 0,3-9 0,4 1 0,2-8 0,0-1 0</inkml:trace>
  <inkml:trace contextRef="#ctx0" brushRef="#br0" timeOffset="34">7864 9387 8912,'-17'0'0,"0"-1"0,0-5 0,0 4 0,-1-4 0,9 6 0,3 6 0,4 5 0,2 5 0,0 1 0,0 0 0,0 0 0,0 0 0,0 1 0,0-1 0,0-6 0,0 1 0,2-3 0,4 3 0,3-5 0,7-9 0,-5-3 0,2 1 0,-7-8 0,2 1 0,-2-6 0,-3 0 0,7-1 0,-2 1 0,5 8 0,-9-1 0,7 4 0,-7 4 0,4 2 0,-8 12 0,2 3 0,3 2 0,-3 1 0,4-1 0,-4 2 0,-2 4 0,0-4 0,0 4 0,0-4 0,2-4 0,4-3 0,-4 3 0,5-13 0,-1-2 0,0-12 0,-1-5 0,-5-6 0,6-2 0,0-3 0,0 3 0,1 0 0,-5 6 0,4-4 0,-4 4 0,-2 2 0,6 5 0,-1 1 0,1 7 0,2-11 0,1 5 0,8-7 0</inkml:trace>
  <inkml:trace contextRef="#ctx0" brushRef="#br0" timeOffset="35">8105 9353 8912,'2'12'0,"4"-1"0,-4 0 0,4 7 0,-5-1 0,-1 0 0,0-6 0,0 1 0,0 1 0,0 3 0,8 1 0,-6 0 0,13-7 0,-5-7 0,-1-6 0,5-7 0,-8-7 0,5 0 0,-5-1 0,7 1 0,-9 0 0,7 0 0,-7 7 0,12 3 0,-13 7 0,9 2 0,1 3 0,-3-1 0,1 8 0,1-3 0,5 3 0,0 1 0,0-7 0,6 1 0,0-3 0,-2 2 0,-2-2 0,-1-2 0,-1-2 0,0 0 0,0-8 0,-7-2 0,-4-7 0,3 0 0,-7 0 0,2 2 0,-6 1 0,-4 3 0,-1 7 0,1-2 0,2 4 0,-7 2 0,5 0 0,-6 0 0,7 2 0,-5 4 0,2 5 0,1 3 0,1-3 0,4 4 0,-4-7 0,12 4 0,-2-5 0,7-7 0,-5 0 0,6 0 0,-1 0 0,6 0 0,6 0 0,0 0 0,0-7 0,-6-3 0,1 0 0,-1-3 0,0 7 0,-6-5 0,1 5 0,-8-7 0,11 11 0,-13-6 0,11 10 0,-7 4 0,7-4 0,-3 7 0,7-3 0,0-4 0,1 6 0,-1-8 0,0 0 0,0 0 0,0 0 0,1 0 0,-1 0 0,0 0 0,-7-8 0,-3 4 0,-7-7 0,0 7 0,0-11 0,-2 13 0,-3-4 0,-7 4 0,3 4 0,-3 4 0,6-2 0,-5 7 0,7-5 0,-2 5 0,4-5 0,2 5 0,0 1 0,2-3 0,4-3 0,4-4 0,9-2 0,2 0 0,2 0 0,2 0 0,-2 0 0,-2-6 0,7 1 0,-7-3 0,2 2 0,-4 2 0,-1-7 0,-1 7 0,0-11 0,-7 11 0,-5-7 0,-3 7 0,-9-4 0,-5 8 0,-3 0 0,-2 2 0,-1 2 0,1 2 0,0 7 0,0-4 0,0 9 0,7-1 0,2-6 0,8 1 0,0-8 0,0 3 0,6-9 0,2-2 0,1-3 0,5-3 0,1-1 0,2-6 0,-5-8 0,-1-2 0,1-2 0,-3 1 0,5 1 0,-9-2 0,3 5 0,-2 6 0,-4 1 0,3 0 0,-3 11 0,-2 12 0,0 15 0,0 10 0,0 9 0,0 0 0,8 8 0,1-3 0,5 5 0,3 2 0,-2-3 0,14-3 0,0-4 0,5-7 0</inkml:trace>
  <inkml:trace contextRef="#ctx0" brushRef="#br1" timeOffset="36">24041 9284 8912,'0'-44'0,"0"8"0,0 9 0,0 2 0,-2 6 0,-4 6 0,-4 5 0,-9 12 0,-6 8 0,-9 11 0,-10 9 0,-6 8 0,-1 6 0,-1 11 0,0 8 0,1 8 0,1-1 0,6 7 0,8-1 0,5 0 0,12-5 0,2 2 0,9-7 0,6-5 0,4-11 0,4-12 0,3-4 0,9-1 0,6-10 0,7-8 0,5-10 0,5-5 0,6-17 0,-1-8 0,4-15 0,2-6 0</inkml:trace>
  <inkml:trace contextRef="#ctx0" brushRef="#br1" timeOffset="37">24385 9491 8912,'-18'-27'0,"1"2"0,0 8 0,-6 0 0,0-1 0,-6 9 0,5 3 0,-3 4 0,-4 2 0,5 2 0,-3 4 0,8 3 0,-2 9 0,4 1 0,2 4 0,7-4 0,4 4 0,4 2 0,2-3 0,0 3 0,0-2 0,8-4 0,3 4 0,5 2 0,1-2 0,6 0 0,0-6 0,6 6 0,-7 0 0,1-2 0,2-2 0,-6-2 0,4 0 0,-4-1 0,-1-5 0,-7 5 0,-1-5 0,-3 4 0,-1-3 0,-6-1 0,-2-5 0,-4 5 0,-3-7 0,-8 2 0,-8 2 0,-4-3 0,2 1 0,-1-6 0,-3 0 0,-1 0 0,-1 0 0,4 0 0,5-8 0,6-3 0,1-4 0,0-3 0</inkml:trace>
  <inkml:trace contextRef="#ctx0" brushRef="#br1" timeOffset="38">24608 9508 8912,'-17'-12'0,"0"1"0,-2 7 0,-4-2 0,4 4 0,-4 2 0,2 8 0,-2 4 0,9 3 0,-3 2 0,6 6 0,-1 2 0,7 0 0,3-1 0,2 1 0,0-2 0,0-4 0,0 4 0,0-9 0,0-3 0,7-7 0,5 2 0,-3-4 0,3-2 0,-1-8 0,7-4 0,-7-5 0,0-4 0,1-4 0,-2-1 0,-1 5 0,-3-2 0,-2 4 0,7 1 0,-7 1 0,2 0 0,-3 7 0,3 5 0,6 3 0,-5 9 0,-1 5 0,-2 13 0,2 9 0,-3 2 0,9 10 0,-6-2 0,5 2 0,-5 2 0,5-8 0,-1-6 0,3-7 0,-3-2 0,-2-4 0,5-10 0,-4-3 0,7-18 0,-5-7 0,-1-8 0,-4-9 0,-5-6 0,5-2 0,-2 0 0,2 0 0,-4 2 0,3 5 0,3 3 0,0 3 0,-1 4 0,1 1 0,5 4 0,-3-4 0</inkml:trace>
  <inkml:trace contextRef="#ctx0" brushRef="#br1" timeOffset="39">25039 9439 8912,'9'8'0,"-1"-6"0,-8 7 0,0-3 0,0-4 0,-2 13 0,-4-3 0,4 3 0,-3 2 0,-3 0 0,2 0 0,2 2 0,2 4 0,2-3 0,0 2 0,0-2 0,0-3 0,2-2 0,4-4 0,-2 3 0,7-8 0,3-3 0,-5-8 0,3-7 0,-6-3 0,5-2 0,-5-6 0,5 0 0,-5-6 0,5 6 0,-5-5 0,6 5 0,-9 6 0,5 7 0,-2 0 0,0 1 0,-1 5 0,1-2 0,0 12 0,-1 4 0,-5 7 0,6 6 0,0 0 0,7 0 0,-1-6 0,3 0 0,2 0 0,1-2 0,-1-3 0,2-6 0,4-4 0,-4-2 0,4 0 0,2-8 0,-2-4 0,0-5 0,-6-6 0,-2-2 0,-3-3 0,1 1 0,-7 6 0,-2-2 0,-3 2 0,-1 2 0,0 2 0,-1 7 0,-5 5 0,2 3 0,-7 2 0,-1 7 0,-5 5 0,5 5 0,1 4 0,-1 4 0,3 2 0,-1-5 0,5 7 0,3-8 0,-4 2 0,4-4 0,2-2 0,8-7 0,3-4 0,4-4 0,3-4 0,-1-4 0,-6-4 0,1-7 0,-3-6 0,3 0 0,1 0 0,-7 6 0,5 0 0,-3 0 0,2 0 0,-7 5 0,3 1 0,-4 7 0,6-4 0,-4 10 0,7 4 0,-5 2 0,3 5 0,1-2 0,-1 3 0,1 1 0,1 2 0,5-2 0,-5-3 0,5 3 0,1-7 0,0 3 0,0-3 0,0-8 0,1 0 0,-1-8 0,0-1 0,0-8 0,-5-1 0,-1 1 0,-5 0 0,5 0 0,-5 0 0,6-1 0,-9 1 0,3 0 0,4 0 0,-8 0 0,3 7 0,-10 4 0,-3 6 0,-4 6 0,-1 4 0,7 7 0,-5 0 0,5 0 0,-5 0 0,5 1 0,-2-1 0,4 0 0,-1 0 0,1 0 0,2 1 0,2-1 0,6 0 0,-1 0 0,9-2 0,-3-3 0,10-4 0,4-8 0,4 0 0,7 0 0,1-2 0,8-4 0,1-11 0,6-12 0,-6 2 0,0-1 0,-8-1 0,2-5 0,-11 7 0,-6 4 0,-12-2 0,-5 2 0,-6 6 0,-6 6 0,-5 7 0,-12-2 0,0 6 0,-12 6 0,5 3 0,-10 8 0,5 1 0,7-1 0,-3 2 0,8 2 0,4 2 0,6-2 0,-1-2 0,8-2 0,1 2 0,5 4 0,2-9 0,3 3 0,11-11 0,7-1 0,7-3 0,-1-4 0,1-3 0,-1-7 0,2-3 0,-8-2 0,5-8 0,-5-4 0,6-3 0,-6-3 0,-6-1 0,-5-4 0,-1-4 0,4-10 0,-3-1 0,-6-2 0,-3-1 0,3 7 0,-4-3 0,4 8 0,-4 1 0,-2 25 0,0 13 0,-2 18 0,-2 14 0,-2 8 0,-1 9 0,1 4 0,4 3 0,-4 3 0,4-6 0,2-1 0,0-6 0,0 1 0,0 2 0,0-2 0,2-4 0,4-5 0,4-1 0,7-7 0,0-7 0,8-9 0,2-7 0</inkml:trace>
  <inkml:trace contextRef="#ctx0" brushRef="#br1" timeOffset="40">26932 9628 8912,'-35'8'0,"6"-6"0,1 3 0,7-3 0,-2-2 0,4 0 0,11-2 0,8-3 0,13-5 0,10-7 0,8-8 0,-2-4 0,3 3 0,3-3 0,-1-5 0,0-6 0,-5-2 0,0 1 0,-8-3 0,2-7 0,-6-6 0,-6-1 0,-3-7 0,-8 2 0,0 4 0,0 2 0,-8 13 0,-3 9 0,-4 11 0,-3 12 0,-4 12 0,-1 15 0,2 12 0,1 13 0,5 16 0,4 7 0,-3 4 0,9 1 0,-1-1 0,6-4 0,0 2 0,0-7 0,7-7 0,5-5 0,5-8 0,6 2 0,-2-5 0,8-7 0,-6-3 0,5-8 0,-1-7 0,2-6 0,-6-8 0,-4-13 0,-2-10 0</inkml:trace>
  <inkml:trace contextRef="#ctx0" brushRef="#br1" timeOffset="41">27293 9250 8912,'8'-17'0,"-5"0"0,9-1 0,-6 7 0,5-1 0,1 7 0,5-7 0,-6 8 0,1-1 0,-1 3 0,6 2 0,1 2 0,-3 3 0,-4 7 0,-3 5 0,-8 6 0,-2 4 0,-4 7 0,-3-3 0,-8 3 0,1-3 0,5 9 0,-4-4 0,3-2 0,3-5 0,-3 0 0,8-8 0,-2 2 0,5-4 0,2-4 0,5-3 0,6-7 0,11-10 0,5-5 0,12-7 0,-1-6 0,7 0 0,-8 0 0,2 6 0,-4-6 0,-1 0 0,-1-8 0,1 5 0</inkml:trace>
  <inkml:trace contextRef="#ctx0" brushRef="#br1" timeOffset="42">27981 9370 8912,'0'17'0,"0"-5"0,0-1 0,0 1 0,0 5 0,-2 0 0,-3 0 0,1 8 0,-8 4 0,9 3 0,-3 3 0,-2-1 0,2 1 0,-5 5 0,5 0 0,-5 6 0,5-6 0,0 0 0,-1-6 0,-3 1 0</inkml:trace>
  <inkml:trace contextRef="#ctx0" brushRef="#br1" timeOffset="43">28876 9422 8912,'-11'15'0,"-1"-2"0,-1-3 0,-2 0 0,-3-1 0,11-5 0,7 2 0,9-6 0,14-6 0,8-5 0,7-5 0,-2-3 0,4-2 0,-3-4 0,-3-1 0,1-3 0,-1-6 0,-1 1 0,-5 0 0,-3-6 0,-8-1 0,-7-6 0,-4 1 0,-4-4 0,-2-1 0,-10 1 0,-7 4 0,0 12 0,-6 11 0,3 6 0,3 5 0,-2 8 0,-4 8 0,4 15 0,-4 16 0,4 9 0,2 13 0,2 6 0,3 11 0,-1-1-112,7 7 1,0-9 111,6-2 0,2-1 0,4-4 0,9-5 0,8-2 0,8-11 0,-3-8 0,7-9 0,5-12 0,-2-7 0,8-10 0,-6-10 0,6-7 0,-8-8 0,3-9 0,-5-1 0,-2 1 0</inkml:trace>
  <inkml:trace contextRef="#ctx0" brushRef="#br1" timeOffset="44">29685 9250 8912,'-10'8'0,"5"3"0,-5 12 0,-1 6 0,1 5 0,-1 6 0,1 2 0,-1 4 0,3 4 0,8-5 0,0 5 0,0 2 0,0-8 0,0-4 0,2-12 0,4-5 0,3-11 0,1-5 0,-3-7 0</inkml:trace>
  <inkml:trace contextRef="#ctx0" brushRef="#br1" timeOffset="45">29960 8545 8912,'18'8'0,"-1"3"0,8 4 0,3 6 0,7 6 0,5 8 0,-4 20 0,4 8 0,-9 13 0,-4 16 0,-15-44 0,-1 2 0,-3 0 0,-1 1 0,1 44-584,-14-3 0,-11-4 584,-12-2 0,-11 0 0,-6 0 0,21-43 0,-2 0 0,-1 0 0,-1 0 0,-2 0 0,-1 0 0,-4 0 0,-3 0 0,-6 0 0,-3 0 0,-5 0 0,0 0 0</inkml:trace>
  <inkml:trace contextRef="#ctx0" brushRef="#br1" timeOffset="46">18775 14666 8912,'-23'5'0,"-2"1"0,0-2 0,0-2 0,4-2 0,10 0 0,3 0 0,8 0 0,8 0 0,-6-8 0,13 6 0,-13-5 0,7 7 0,-3 0 0,-2 0 0,7 0 0,-5 0 0,6 0 0,-1 0 0,6 0 0,0 0 0,1 0 0,-1 0 0,0 0 0,0 0 0,0 0 0,6 0 0,0 0 0,2 0 0,-4 0 0,2 0 0,-2 0 0,6 0 0,2 0 0,-4 2 0,-2 3 0,3-1 0,3 8 0,-2-7 0,1 7 0,-1-6 0,2 5 0,5-5 0,1 5 0,1-7 0,10 2 0,-6 1 0,6-1 0,2 0 0,1 2 0,3-7 0,0 5 0,-1-2 0,1 2 0,0-4 0,-1 3 0,1-3 0,-1-2 0,-5 0 0,0 0 0,2 0 0,9 0 0,5-5 0,6-1 0,-4-8 0,-1 3 0,0-2 0,-2 1 0,4-3 0,-8 3 0,3-3 0,-3-2 0,-2 5 0,8 1 0,6 0 0,6-7 0,-6 7 0,-6-1 0,-6 7 0,6-5 0,0 1 0,-1-1 0,-3 4 0,-8-5 0,9 7 0,3-2 0,11 2-144,7-1 1,-5 3 143,-1-4 0,-6-2 0,-6 3 0,7-1 0,-6 6 0,6-6 0,-7 1 0,10-1 0,4 6 0,-1 0 0,1 0 0,-7 0 0,-1 0 0,-2 0 0,13 0 0,6 0 0,6 0 0,0 0 0,-6 0 0,-2 0 0,-4 0 0,3 0 0,-9 0 0,-3 0 0,-6 0 0,0 0 0,-8 0 0,6 6 0,-5-1 0,-1 7 0,-5-7 0,-1 7 0,1-6 0,-2 5 0,-4-5 0,-4 5 0,-8-5 0,2 6 0,5-7 0,3 7 0,7-7 0,1 1 143,-1 2 0,1-1-143,0 5 0,5 1 0,0-7 0,1 5 1,-5-5-1,3-2 0,1-2 0,16-2 0,1 0 0,3-2-184,3-4 1,-5 2 183,5-7 0,-9 1 0,0-3 0,-8 2-71,-4-3 1,6 5 70,-2-3 0,2 7 0,-2-7 0,2 6 0,-8-5 0,7 5 0,-7-5 0,0 7 0,-5-2 0,0 4 0,-1 2 0,3-6 0,3 1 0,4-1 0,8 6 0,0 0 0,0 0 0,0 0 0,-1 0 0,-1 0 0,-4 0 0,-1-2 0,-5-4 0,-2 4 0,9-3 0,-3 3 0,2 2 0,4-6 0,-4 0 0,-2-1 0,2 1 0,-7 4 0,1-4 0,-9-1 0,-2 1 0,1 0 0,11 6 0,3-5 0,8-1 0,0 2 0,0 2 0,7 2 0,4 0 0,-3-2 0,-1-2 0,1-1 0,3 1 0,4-4 0,2 2 0,-2-5-24,-3 5 0,1-1 24,-8 1 0,1 4 0,-6-4 0,-2 2 30,-4-1 1,-2 3-31,-4-4 0,-3 4 0,3 2 0,-5 0 0,-8 0 0,-10 0 0,-9 0 0,-6 0 0,-1 0 0,-9 0 0,1 0 413,-5 0-413,-3 0 41,6 0 0,-6 0-41,4 0 0,-3 0 0,9 0 0,-6 0 0,5 0 0,1-6 0,5 1 0,0-1 0,0 6 0,0 0 0,1-2 0,-1-4 0,0 4 0,0-3 0,0 3 0,1 2 0,-1 0 0,0 0 0,0 0 0,1 0 0,-7 0 0,0 0 0,1 0 0,5 0 0,-5 0 0,-1 0 0,1 0 0,5 0 0,0 0 0,0 0 0,0 0 0,1 0 0,-1 0 0,0 0 0,0 0 0,-5 0 0,-1 0 0,1 0 0,5 0 0,-6 0 0,1 0 0,-1 0 0,6 0 0,-5 0 0,-1 0 0,1 0 0,5 0 0,0 0 0,1 0 0,-9 0 0,1 0 0,-5 0 0,-3 0 0,6 0 0,-8 0 0,2 0 0,4 0 0,-4 0 0,7 0 0,-3 0 0,-2 0 0,7 0 0,-7 0 0,4 0 0,-1 0 0,-5 0 0,6 0 0,-8 0 0,0 0 0,0-8 0,0 4 0,0-7 0,-2 7 0,-4-2 0,4 4 0,-13-5 0,5-3 0</inkml:trace>
  <inkml:trace contextRef="#ctx0" brushRef="#br1" timeOffset="47">13956 14047 8912,'10'-8'0,"-1"6"0,-5-5 0,2-1 0,0 6 0,-6-4 0,-2 10 0,-4 2 0,2 5 0,-7-5 0,-1 0 0,-5-6 0,7 0 0,1 0 0,3 0 0,4 0 0,-5 0 0,7 0 0,0 0 0,0 7 0,0-5 0,0 8 0,0-4 0,0-4 0,0 5 0,0-7 0,0 0 0,0-7 0,0 5 0,0-8 0,0 4 0,0 4 0,0-5 0,0 7 0,0 0 0,-8-8 0,6 6 0,-6-5 0,8 7 0,0 0 0,0 7 0,8-5 0,-6 8 0,4-5 0,3-3 0,-7 6 0,8-8 0,-5 0 0,-3 0 0,6 0 0,-8-2 0,0-4 0,-2 4 0,-4-3 0,-5 3 0,1 4 0,-1 3 0,7-1 0,-2 8 0,-3-8 0,1 11 0,-5-6 0,1 1 0,8-2 0,-3-8 0,-1 0 0,6 0 0,-7 0 0,3 0 0,4-2 0,-4-4 0,4 4 0,-5-6 0,5 16 0,-4 3 0,4-1 0,2 1 0,0 1 0,0 5 0,0-5 0,0-1 0,0 2 0,0 3 0,0 1 0,2-8 0,4-3 0,3 4 0,9-8 0,-1 3 0,0-3 0,0-2 0,0-2 0,1-3 0,-1 3 0,0-4 0,-7-4 0,-3 1 0,-7-8 0,-2 5 0,-3 1 0,-5 7 0,-7-2 0,0 4 0,-1 2 0,1 0 0,0 0 0,0 2 0,0 4 0,-1-2 0,1 7 0,8-5 0,3 5 0,4-5 0,2 6 0,4-3 0,5 3 0,9-7 0,10-3 0,1-2 0,9 0 0,2 0 0,0-5 0,-5-1 0,-6-8 0,-1 3 0,-9 1 0,0 1 0,-5 1 0,-14 3 0,-6 5 0,-5 0 0,-18 0 0,-5 0 0,-7 0 0,-5 5 0,6 1 0,-7 7 0,1-1 0,4 3 0,1 2 0,7-1 0,5-5 0,4 4 0,16-5 0,17-1 0,15-3 0,17-6 0,11-6 0,7-5 0,5-10 0,-4-4 0,0-2 0,-7 1 0,0-3 0,-10 4 0,-14 8 0,-10 7 0,-11-5 0,-24 15 0,-10 0 0,-11 10 0,-6 5 0,-8 8 0,-5 0 0,5 0 0,6-6 0,8 0 0,-2 0 0,6-1 0,5-3 0,6-2 0,12-7 0,3 4 0,17-8 0,11-2 0,12-4 0,4-3 0,10-8 0,-2-1 0,2 1 0,-6 0 0,-3 0 0,-5 0 0,-3-1 0,-4 3 0,-8 4 0,-8 3 0,-1 8 0,-17 0 0,-9 2 0,-8 4 0,-7 5 0,-1 4 0,-1 3 0,-7-1 0,-2 0 0</inkml:trace>
  <inkml:trace contextRef="#ctx0" brushRef="#br1" timeOffset="48">13526 13600 8912,'-17'0'0,"0"0"0,1-2 0,3-2 0,1-2 0,1-1 0,-6 3 0,0-2 0,-1 0 0,1 6 0,8 14 0,3 3 0,4 12 0,2-1 0,0 5 0,0 1 0,6 1 0,-1-1 0,9 0 0,-3 1 0,6-9 0,6-3 0,-3-5 0,2-7 0,0 2 0,0-7 0,-2 0 0,4-8 0,-1-4 0,0-5 0,0-6 0,-6-6 0,-1-4 0,-5-8 0,-3 7 0,-8-1 0,-2 1 0,-4 1 0,-11 0 0,-12 4 0,3 10 0,-3-4 0,2 5 0,-2 1 0,-1 3 0,7 8 0,0 2 0,6 4 0,0 5 0,7-3 0,2-1 0</inkml:trace>
  <inkml:trace contextRef="#ctx0" brushRef="#br1" timeOffset="49">13612 13669 8912,'0'-12'0,"0"1"0,6 5 0,0-6 0,-1 1 0,-5-6 0,0 0 0,0-1 0,0 1 0,0 8 0,0-7 0,0 13 0,0-9 0,6 6 0,0-5 0,7 5 0,-1-5 0,3 7 0,2-2 0,0 4 0,1 2 0,-1 0 0,0 0 0,0 0 0,0 0 0,1 8 0,1 3 0,2 5 0,2 1 0,0 2 0,-6 4 0,0-2 0,0 8 0,0-3 0,1 3 0,-9 1 0,-3-7 0,-4 0 0,-2-5 0,0-1 0,0 0 0,0 0 0,0-7 0,0-3 0,-8-7 0,6 0 0,-5-2 0,5-3 0,-2-9 0,-2-7 0,-5-5 0,5-9 0,-7-7 0,3-4 0,-1-3 0,-1-3 0,8 0 0,-1 1 0,3-6 0,2-1 0,7 1 0,5 5 0,13 6 0,9 1 0,8 14 0,12 2 0,3 10 0,6 8 0,-4-12 0,1 4 0</inkml:trace>
  <inkml:trace contextRef="#ctx0" brushRef="#br1" timeOffset="50">1618 15182 8912,'0'-18'0,"0"7"0,0-1 0,0 9 0,0-5 0,0 8 0,0 0 0,0 8 0,0-6 0,0 5 0,0-7 0,7 0 0,-3 6 0,8 0 0,-7-1 0,7-5 0,1 0 0,2 0 0,10 6 0,4 0 0,3 0 0,3-6 0,7 0 0,4 0 0,5-2 0,5-2 0,3-4 0,2-1 0,4-3 0,10-5 0,-10 6 0,4-1 0,-6 6 0,0-5 0,-4 5 0,-7-3 0,-2 1 0,-4 4 0,-4 2 0,-8 2 0,6 0 0,0 0 0,0 0 0,-5 0 0,-1 0 0,1 0 0,-1 6 0,1 2 0,-1-1 0,0 1 0,1-1 0,-1-1 0,-5-4 0,0 4 0,-8-4 0,-4-2 0,-10 0 0,-7 0 0,-7-6 0,-5 0 0,3-5 0,-1 3 0,3-1 0,-7 3 0,3-6 0,-12 1 0,-4-6 0</inkml:trace>
  <inkml:trace contextRef="#ctx0" brushRef="#br1" timeOffset="51">3063 14631 8912,'12'0'0,"-1"0"0,-7 0 0,4 0 0,-1 0 0,-3 0 0,8 0 0,1 0 0,2 6 0,2 2 0,1 1 0,-1 5 0,2 3 0,4 6 0,2-2 0,5 7 0,-3 5 0,-2 5 0,-2 0 0,-6 8 0,0-6 0,1 6 0,-9-8 0,-3 2 0,-12-3 0,-5-3 0,-7-1 0,-5-5 0,2 3 0,-7-8 0,5 0 0,-6-6 0,6 6 0,-6 0 0,8 0 0,-1-6 0,-5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043"/>
    </inkml:context>
    <inkml:brush xml:id="br0">
      <inkml:brushProperty name="width" value="0.08819" units="cm"/>
      <inkml:brushProperty name="height" value="0.35278" units="cm"/>
      <inkml:brushProperty name="color" value="#00FF00"/>
      <inkml:brushProperty name="tip" value="rectangle"/>
      <inkml:brushProperty name="rasterOp" value="maskPen"/>
    </inkml:brush>
  </inkml:definitions>
  <inkml:trace contextRef="#ctx0" brushRef="#br0">8226 16540 13008,'0'44'0,"0"-18"0,0-3 0,0-21 0,-8 6 0,-1-23 0,-1 11 0,2-11 0,8-8 0,0-12 0,0 5 0,2-18 0,4 8 0,-4-8 0,7-2 0,-3 5 0,-4 3 0,13-8 0,-5-6 0,0-3 0,5 8 0,-11-3 0,7 6 0,2 1 0,-3 12 0,2 1 0,-9 11 0,13-10 0,-7 7 0,1-9 0,5 1 0,-5-2 0,-1-4 0,6 11 0,-5-27 0,2 20 0,-1-17 0,2 5 0,-5 2 0,2-5 0,-5-1 0,-3 0 0,6 8 0,-8-5 0,8 5 0,-7 0 0,7-6 0,0 6 0,-6-2 0,3 1 0,5-1 0,-6-6 0,7 1 0,-7-1 0,4 0 0,-1 8 0,-5-5 0,14 12 0,-15-5 0,7 8 0,-8-4 0,0-8 0,2 14 0,4-9 0,-4 17 0,7-11 0,-3 1 0,-4 7 0,6-13 0,-8 13 0,7-15 0,-5-2 0,6-7 0,-8-1 0,7 8 0,-5 2 0,14 8 0,-14-8 0,3-4 0,-1 4 0,2 2 0,-4 11 0,7-9 0,-3 3 0,-4-3 0,8 2 0,-5-4 0,-3 4 0,6-6 0,-1 7 0,-5-7 0,6-2 0,-2-2 0,-1 0 0,9-7 0,-12 7 0,7-4 0,-3 16 0,-4 0 0,6-1 0,-1 1 0,-3 0 0,6-3 0,-3-3 0,7 11 0,-12-18 0,13 18 0,-13-13 0,5 8 0,1 7 0,-4-6 0,7 5 0,1-5 0,5-1 0,0-8 0,1-2 0,-1-8 0,0 8 0,0 4 0,0 4 0,1 7 0,-1 1 0,-8 7 0,7-12 0,-5 5 0,-1 1 0,1-2 0,1 0 0,5-5 0,0 0 0,0-12 0,2-2 0,4 0 0,-7 14 0,7 0 0,-16 11 0,16-4 0,-11 4 0,3 4 0,-6-21 0,14 3 0,-11-12 0,11 3 0,-10 10 0,-1 7 0,-1-3 0,6-14 0,1-8 0,-1-7 0,0 4 0,0 11 0,0-4 0,1 14 0,-1-14 0,0 14 0,0-4 0,0 4 0,-5 1 0,-1 1 0,1-1 0,5 1 0,-5 0 0,-1-1 0,0-1 0,7-4 0,-1 4 0,0-5 0,0 5 0,8-6 0,2-2 0,0 0 0,-4 4 0,-4 11 0,6-11 0,-1 6 0,5-12 0,-4 6 0,0 4 0,-4-4 0,6-2 0,-2-1 0,-4 1 0,3-3 0,-1 3 0,-2 0 0,-1 0 0,-3 7 0,0 6 0,0-1 0,-5 3 0,-1-1 0,1-1 0,5-13 0,0-2 0,0 0 0,-5 2 0,-1 8 0,1-3 0,5-3 0,0-4 0,0-5 0,0 3 0,1 4 0,-1 7 0,0-7 0,0 0 0,0-4 0,1 8 0,-1 4 0,6-3 0,0-8 0,-8 10 0,8-5 0,-11 11 0,12-13 0,-6 8 0,6 0 0,-4-8 0,12 0 0,-3-4 0,-2 4 0,1 7 0,-7 1 0,4-2 0,0-4 0,0 9 0,3-3 0,-3 3 0,-7-3 0,1 5 0,4 0 0,-12 16 0,12-18 0,-6 12 0,4-15 0,8 0 0,7-1 0,1-7 0,5 13 0,-8-11 0,2 16 0,5-5 0,-5-2 0,4 8 0,-11 8 0,11-8 0,-4 4 0,16-15 0,-1-1 0,-1 3 0,-4 3 0,-10 4 0,-7 8 0,-6 0 0,6 0 0,-6 0 0,5-1 0,3 1 0,1 0 0,3 0 0,-1 0 0,1-1 0,-1 1 0,1 0 0,-1 0 0,0 0 0,7-6 0,-1 0 0,-6 6 0,-5 5 0,-4 1 0,9-7 0,-3-4 0,9-1 0,-8-2 0,3 2 0,-5-4 0,20 0 0,-14 3 0,5 6 0,-9 7 0,2-1 0,-1 3 0,13-3 0,-12 5 0,6 7 0,-3-8 0,14-3 0,-14 1 0,9-1 0,-12-1 0,6-5 0,-2 2 0,3 3 0,-20-3 0,24 13 0,-24-8 0,20 5 0,-5 3 0,0-12 0,4 9 0,-1-3 0,7 2 0,-1 3 0,7-9 0,0 8 0,-1-1 0,-14 3 0,5-4 0,-8 0 0,-15 0 0,20 6 0,-20-7 0,15 5 0,2-6 0,5 8 0,-13-7 0,20 5 0,-12-6 0,16 8 0,0 0 0,5-2 0,0-4 0,1 4 0,-7-3 0,3 3 0,3 2 0,-15 0 0,4 0 0,-19 0 0,11 0 0,-3 0 0,-12 0 0,24 0 0,-12 0 0,11 0 0,11 0 0,-2 0 0,9 0 0,-15 0 0,3 0 0,-12 0 0,2 0 0,-2 2 0,0 3 0,-7-3 0,7 6 0,0-8 0,-5 2 0,-1 4 0,-11-4 0,17 13 0,-11-11 0,11 7 0,4-7 0,-8 11 0,12-11 0,-8 8 0,8-9 0,-12 13 0,6-7 0,-7 3 0,-1-1 0,1 1 0,-1-1 0,1 1 0,-9-1 0,-1-1 0,-6 5 0,4-4 0,-11-3 0,11 7 0,-6-5 0,12 7 0,-5-8 0,1 7 0,0-7 0,-4 9 0,8-1 0,-16 0 0,16 2 0,-12 4 0,12-4 0,-2 14 0,7-14 0,-1 13 0,-5-3 0,5 3 0,-12 3 0,7-1 0,-14-7 0,9 5 0,-14-5 0,9 7 0,-9 1 0,6-9 0,-5 15 0,7-13 0,0 12 0,1-3 0,-3 5 0,-2 2 0,-1 0 0,-7-8 0,7-7 0,-8-8 0,3 19 0,-1 2 0,0 15 0,7 0 0,-1-5 0,11-1 0,-4-1 0,4-4 0,-4-4 0,-2 0 0,0 4 0,0 4 0,-7 1 0,-2 3 0,-8 3 0,7-11 0,-5 11 0,19-19 0,-4 8 0,10-8 0,-4 2 0,0-11 0,0 11 0,0-2 0,-2 4 0,-8-5 0,-1-9 0,-6-5 0,5 6 0,-5-4 0,3 9 0,-1 8 0,5-2 0,-9 10 0,8-4 0,-7-10 0,7 2 0,1 6 0,-3-7 0,1 8 0,1-14 0,5 9 0,0 0 0,0 8 0,-7 4 0,3-7 0,-7 1 0,0 0 0,2 6 0,-5-1 0,9 1 0,-8-8 0,3-2 0,1-2 0,3 0 0,-3 8 0,7-12 0,-11 14 0,8-4 0,-9 3 0,5 3 0,-2 7 0,0 4 0,-1-4 0,3 8 0,-6-11 0,6 3 0,-1-6 0,-5-13 0,6 8 0,-6-4 0,3 19 0,-3 4 0,14-6 0,-9 8 0,7-4 0,-3-8 0,-7 1 0,6-11 0,-5 5 0,-3-2 0,4-6 0,-4 13 0,5-11 0,-3 22 0,8-22 0,-8 8 0,9-5 0,-5 7 0,1-6 0,3 5 0,5-9 0,-6 2 0,1-10 0,1 2 0,-5 0 0,7 10 0,-11-3 0,7 16 0,-7 0 0,12-1 0,-15 3 0,5-8 0,-4 0 0,6-5 0,-4-1 0,7 1 0,-5 3 0,5-3 0,-7-12 0,9 8 0,-7 3 0,2 3 0,-2-3 0,-4-14 0,7 3 0,-3 0 0,-4 8 0,13 1 0,-4-3 0,-3 0 0,0-4 0,-1 4 0,-5 0 0,8-6 0,-4 0 0,-4 2 0,3-2 0,-3 12 0,6 1 0,-4 5 0,7-13 0,-7-3 0,4-7 0,-8-8 0,7 5 0,-5-13 0,6 14 0,-8 1 0,0-5 0,0 3 0,0-22 0,0-3 0,-23-30 0,9 0 0,-14-22 0,-9-16 0,1-10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044"/>
    </inkml:context>
    <inkml:brush xml:id="br0">
      <inkml:brushProperty name="width" value="0.08819" units="cm"/>
      <inkml:brushProperty name="height" value="0.35278" units="cm"/>
      <inkml:brushProperty name="color" value="#00FF00"/>
      <inkml:brushProperty name="tip" value="rectangle"/>
      <inkml:brushProperty name="rasterOp" value="maskPen"/>
    </inkml:brush>
  </inkml:definitions>
  <inkml:trace contextRef="#ctx0" brushRef="#br0">1446 15233 13008,'0'-51'0,"-8"14"0,6 12 0,-8 8 0,5 0 0,-7 4 0,-11-10 0,8 13 0,-10-7 0,-7 2 0,7 7 0,-31 0 0,8 10 0,-3 4 0,3 0 0,19 11 0,3-2 0,3 14 0,9 1 0,-3 11 0,11 3 0,1 9 0,3 4 0,2 6 0,9 10 0,8 1 0,3 12 0,8-5 0,-5-3 0,6-15 0,-8-4 0,2-7 0,2-4 0,-2 3 0,0-11 0,-6 2 0,-8-17 0,-14-25 0,-41-34 0,27-1 0,-6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045"/>
    </inkml:context>
    <inkml:brush xml:id="br0">
      <inkml:brushProperty name="width" value="0.08819" units="cm"/>
      <inkml:brushProperty name="height" value="0.35278" units="cm"/>
      <inkml:brushProperty name="color" value="#00FF00"/>
      <inkml:brushProperty name="tip" value="rectangle"/>
      <inkml:brushProperty name="rasterOp" value="maskPen"/>
    </inkml:brush>
  </inkml:definitions>
  <inkml:trace contextRef="#ctx0" brushRef="#br0">809 15818 13008,'-27'-18'0,"10"9"0,17-6 0,23-1 0,11-7 0,12-1 0,0 1 0,4 2 0,1-8 0,7 2 0,-1-1 0,0-3 0,-5 8 0,-6 0 0,0 6 0,-8 0 0,2 0 0,4 7 0,-15 10 0,3 10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0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  <inkml:brushProperty name="color" value="#FF8000"/>
    </inkml:brush>
  </inkml:definitions>
  <inkml:trace contextRef="#ctx0" brushRef="#br0">26364 2338 8912,'-12'-2'0,"3"-3"0,-1-7 0,2-3 0,1-2 0,-5 5 0,7 1 0,-1-1 0,6-5 0,0 9 0,0 8 0,0 10 0,0 15 0,0 9 0,0 10 0,0 13 0,0 7 0,0 4 0,0 7 0,0-3-176,0 9 0,0-3 176,0 2 0,0-9 0,0-8 0,0-15 0,0-2 0,2-10 0,2-8 0,1-5 0,9-13 0,-3-10 0,4-10 0,3-13 0,-1-5 0,0-5 0,2-1 0,2 0 0,2-1 0,-6 3 0,-5 3 0,-3 4 176,3 8 0,1 6-176,-7-1 0,2 8 0,-3-1 0,-3 5 0,4 5 0,2 1 0,-3 11 0,3-2 0,-2 14 0,-4-6 0,5 6 0,-1-1 0,0-1 0,2 4 0,-5-8 0,5-2 0,2-2 0,-7-8 0,5-1 0,0-3 0,1-1 0,7-8 0,-5-4 0,2-5 0,-7-12 0,6-4 0,-7-7 0,-1 0 0,-10-8 0,-3-2 0</inkml:trace>
  <inkml:trace contextRef="#ctx0" brushRef="#br0" timeOffset="1">26691 2545 8912,'-8'9'0,"-3"1"0,-12-5 0,2 5 0,-8 7 0,8 0 0,-4 2 0,2 2 0,0 2 0,0 0 0,6-5 0,7-1 0,5 0 0,3-8 0,4-1 0,3-8 0,7 0 0,-3-8 0,3-3 0,-8-4 0,1-2 0,3-1 0,-2 1 0,0 0 0,-6 0 0,0 0 0,7 7 0,-5 2 0,6 8 0,-8 8 0,0 3 0,0 5 0,0 1 0</inkml:trace>
  <inkml:trace contextRef="#ctx0" brushRef="#br0" timeOffset="2">26966 2888 8912,'0'18'0,"-2"-7"0,-4 1 0,-1-7 0,-7 7 0,3 1 0,-3 2 0,1 3 0,0-1 0,3 0 0,2 0 0,-3-5 0,5-1 0,1 1 0,5 5 0,0 0 0,0-7 0,0-3 0,0-9 0,0-3 0,1-5 0,5-7 0,-4-6 0,4 0 0,1-2 0,-1 2 0,8 4 0,-3-4 0,-1 6 0,1 4 0,1 1 0,-3-1 0,6-3 0,-5 7 0,7 3 0,-5 4 0,-1 2 0,1 2 0,5 4 0,-2 5 0,-3 12 0,9-2 0,-4 8 0,4-6 0,-4 4 0,0-3 0,0-3 0,1-1 0,-1-3 0,0-8 0,0-3 0,1-4 0,-1-2 0,0-2 0,0-4 0,0-5 0,1-12 0,-1 2 0,0-8 0,-2 6 0,-3-5 0,1 7 0,-7-2 0,-2 4 0,-2 1 0,-10 9 0,-3 3 0,-5 6 0,-1 6 0,0 3 0,0 9 0,-1 5 0,1-1 0,0 9 0,0-2 0,5 3 0,1 3 0,7-9 0,-2-3 0,4 2 0,2-2 0,0 0 0,8-14 0,3-3 0,7-4 0,5-2 0,5-13 0,12-4 0,-1-12 0,7 0 0,1-1 0,3 1 0,0-3 0,-4 3 0,-4 4 0,-8 2 0,-7-2 0,-4 2 0,-4 2 0,-2 10 0,-9-2 0,-8 7 0,-8 0 0,-9 6 0,-2 0 0,-4 0 0,2 0 0,-8 2 0,1 4 0,1 5 0,-4 4 0,8 3 0,0-1 0,6 0 0,0 0 0,0 0 0,1 1 0,5-1 0,-2 0 0,7 0 0,2 0 0,2 1 0,2-1 0,2-8 0,4-3 0,5-4 0,4-2 0,3 0 0,-1 0 0,2-8 0,4-3 0,-4-4 0,4-3 0,-4 7 0,-2-1 0,1 1 0,-1-6 0,-2 5 0,-3 1 0,3 7 0,-6-4 0,1 1 0,0 5 0,-5-4 0,-3 4 0,8 8 0,-5 0 0,-3 7 0,14-3 0,-9 1 0,5 1 0,-3-9 0,-3 3 0,6-4 0,3 6 0,2-6 0,0 3 0,-5-5 0,-1-5 0,1-5 0,5-7 0</inkml:trace>
  <inkml:trace contextRef="#ctx0" brushRef="#br0" timeOffset="3">27912 2871 8912,'0'-9'0,"0"-7"0,-7 15 0,5-15 0,-6 7 0,16-1 0,3 4 0,5 4 0,1 2 0,0 0 0,0 8 0,1 4 0,-1 5 0,0 6 0,0-2 0,0 7 0,-5 1 0,-1 5 0,-5-7 0,6-4 0,-9 2 0,5-2 0,0-2 0,-6-2 0,5-9 0,-7-12 0,0-16 0,0-1 0,0-7 0,0-1 0,0 0 0,0 4 0,0-6 0,8 8 0,1-1 0,3 2 0,-1 3 0,1 6 0,5-1 0,0 9 0,8-13 0,2 7 0</inkml:trace>
  <inkml:trace contextRef="#ctx0" brushRef="#br0" timeOffset="4">28635 2545 8912,'-9'-8'0,"-7"-2"0,9-1 0,-5-1 0,7 3 0,10-3 0,7 5 0,11 7 0,-2-2 0,7-4 0,-1 4 0,2-3 0,-4 3 0,0 2 0,-6 7 0,4 5 0,-4-3 0,-2 3 0,-6 1 0,-1 8 0,-2 4 0,-5 2 0,-1-4 0,-2 5 0,-2-1 0,-3 2 0,-3 3 0,-5-3 0,1 1 0,-1-1 0,-1 2 0,3-8 0,-2 1 0,7-1 0,-6-2 0,7 6 0,1-2 0,2-4 0,2-2 0,0-2 0,0 8 0,0 2 0</inkml:trace>
  <inkml:trace contextRef="#ctx0" brushRef="#br0" timeOffset="5">28825 3490 8912,'-8'17'0,"4"-5"0,-7-1 0,5 1 0,-4 5 0,3 0 0,3 0 0,2-5 0,2-1 0,0 1 0,2 3 0,4-4 0,5-5 0,4-4 0,3-2 0,-1 0 0,0-2 0,0-4 0,0-5 0,1-4 0,-7-2 0,1-1 0,-9 1 0,3 0 0,-4 0 0,-4 2 0,-2 1 0,-3 5 0,-3 1 0,-3 2 0,-10 6 0,4 0 0,-4 2 0,2 4 0,-2 5 0,4 5 0,-6 8 0,7 3 0</inkml:trace>
  <inkml:trace contextRef="#ctx0" brushRef="#br0" timeOffset="6">13302 4109 8912,'-5'-11'0,"-3"1"0,-2 3 0,7-1 0,-5 4 0,0-2 0,6 2 0,-3 10 0,3 6 0,2 3 0,0 4 0,0 2 0,0 4 0,0 2 0,0 1 0,0 7 0,0-1 0,0 0 0,0 1 0,0-1 0,0 3 0,0 3 0,0-4 0,0 4 0,0-2 0,0 0 0,0 3 0,0-3 0,0-2 0,0-1 0,0-9 0,0-3 0,0-2 0,0 2 0,0-10 0,0 5 0,0-5 0,0 4 0,0 0 0,5-5 0,1-1 0,0-5 0,-6 6 0,2-9 0,4 3 0,-3 2 0,9-3 0,-6 1 0,5-6 0,-7 8 0,11-6 0,-5 5 0,7-1 0,0 0 0,0-2 0,1 0 0,-1 1 0,0-3 0,0 4 0,-5-4 0,-1-2 0,1 6 0,5-1 0,2 1 0,4-6 0,-4 6 0,4-1 0,-2 1 0,2-6 0,-2 6 0,6 0 0,-1-3 0,1-1 0,2 4 0,5 0 0,-5 0 0,0-6 0,-1 1 0,7 5 0,-1-4 0,1 4 0,-1-4 0,0-2 0,1 0 0,-1 0 0,1 5 0,-1 1 0,1 0 0,-1-6 0,2 0 0,4 0 0,-1 0 0,7 0 0,-8 0 0,2 0 0,2 0 0,0 0 0,2 0 0,4 0 0,-4 0 0,2 0 0,-6 0 0,6 0 0,-6 0 0,6 0 0,-6 0 0,6 0 0,-6 0 0,6 0 0,0 0 0,-2 0 0,4 0 0,-8 0 0,0 0 0,-6 0 0,6 0 0,1 0 0,-1-6 0,-6 0 0,-5 1 0,0 5 0,5-6 0,6 0 0,0 1 0,-5 5 0,-1 0 0,1 0 0,5 0 0,0 0 0,0 0 0,-6 0 0,1-6 0,-1 0 0,6 0 0,1 6 0,-1 0 0,-6 0 0,1 0 0,-1 0 0,6-5 0,0-1 0,2 0 0,-3 6 0,1 0 0,-2 0 0,4 0 0,-2 0 0,0 0 0,-5 0 0,1 0 0,4 0 0,-3 6 0,3 0 0,-4 5 0,-1-5 0,1 0 0,4-6 0,-4 1 0,6 3 0,-1 2 0,-1-2 0,7-2 0,-1-2 0,4 0 0,2 0 0,-6-6 0,-1 0 0,-1 1 0,2 5 0,2 0 0,-8 0 0,0 0 0,-5 0 0,-1 0 0,1 0 0,-3 0 0,-3 0 0,3 0 0,-3 0 0,-2 0 0,2 0 0,-1 0 0,7 0 0,1 0 0,4 0 0,-2 0 0,8 0 0,-2 0 0,2 0 0,-4 0 0,0 0 0,-3 0 0,6 0 0,-6 0 0,1 0 0,-4 0 0,-1 0 0,1 0 0,4 0 0,-2 0 0,8 0 0,-6 0 0,6 0 0,-6 0 0,6 0 0,-2 0 0,4 0 0,-4 0 0,-2 0 0,6 0 0,-2 0 0,3 0 0,3 0 0,-6 5 0,0 1 0,0 0 0,5-6 0,-1 5 0,-2 1 0,-4 0 0,-2 2 0,-2-7 0,-5 5 0,-3-4 0,-3-2 0,1 6 0,-7 0 0,8-1 0,-2-5 0,1 0 0,-1 0 0,3 0 0,-3 0 0,9 0 0,2 0 0,6 2 0,-4 2 0,2 2 0,4-2 0,2-1 0,1 3 0,-1-4 0,-4 4 0,2-4 0,-8-2 0,-2 0 0,-1 0 0,-9 0 0,1 0 0,-8 0 0,2 0 0,2 2 0,-2 3 0,0-3 0,-6 4 0,0-4 0,0-2 0,6 0 0,2 0 0,0 0 0,0 0 0,5-2 0,-1-4 0,4 4 0,1-3 0,0 3 0,1 2 0,-1-6 0,1 0 0,3 1 0,-2 5 0,-5 0 0,-4 0 0,1 0 0,-5 0 0,2 0 0,-2 0 0,-4-8 0,12 6 0,-8-4 0,0 4 0,-6 2 0,0-2 0,0-3 0,0 3 0,6-12 0,0 9 0,-2 1 0,-1 0 0,-3-2 0,0 4 0,0-5 0,-5 1 0,-3-2 0,-1-1 0,-1 5 0,-1-2 0,-4-3 0,4-3 0,-4-3 0,-2-2 0,5 0 0,1-1 0,2-1 0,-2-4 0,-4-3 0,3-9 0,3 1 0,-2-1 0,1-7 0,-3-3 0,2-5 0,-2-2 0,-2 1 0,-2-1 0,5 3 0,1 3 0,0-4 0,-6 4 0,-2 10 0,-2 3 0,-4 7 0,-1 5 0,-1-4 0,-1 2 0,-4 6 0,3 5 0,3 6 0,-3-5 0,2 5 0,-1-5 0,-2 5 0,5-3 0,-2-1 0,-3 0 0,3 5 0,-1-7 0,0 7 0,-7-7 0,1 6 0,0-5 0,-6 7 0,0-2 0,-8 4 0,3 2 0,-7 0 0,-5 0 0,-4 0 0,-7 0 0,-3 0 0,-3 0 0,-6 2 0,-12 4 0,2 2-147,-7 3 1,7 3 146,-1-9 0,9 9 0,2-3 0,7-1 0,-1 1 0,1 1-45,-1-3 0,-4 4 45,-8-7 0,0 2 0,0-2 0,1-5 0,-1 5 0,-8-4 0,-3-2 0,2 6 0,-5 0 0,-5-3 0,-7-1 0,44-2 0,0 0 0,0 0 0,-1 0 0,-42 0-224,8 0 0,6 2 224,6 4 0,1-4 0,-7 4 0,13-4 0,0-2 0,4 1-33,1 5 1,5-4 32,-6 4 0,13-4 0,-1-2 0,-5 5 0,-7 1 0,-6 0 0,-5-6 0,1 0 0,-5 0 0,1 0 0,4 0 0,1 0 0,-3 0 0,4 6 0,-3-1 0,9 1 0,2-6 0,0 0 0,-6 0 0,8 0 0,3 0 0,5 0 137,1 0 1,4 0-138,-3 0 0,9 0 44,-10 0 0,10 0-44,-4 0 0,-6 0 0,-5 0 0,-6 0 0,6 0 0,-6 0 0,3 0 0,1 0 231,0 0 0,1 0-231,7 0 0,7 0 35,4 0 1,1 6-36,-1 0 0,12-1 0,-1-5 0,8 0 0,4 0 0,-6 0 0,0 0 0,0 0 0,6 0 0,-3 0 0,-3 0 0,-1 0 0,-5 0 0,-4 0 0,5 0 0,-7 0 0,-5 0 0,2 0 0,-8 0 0,8-5 0,-2-1 0,-2 0 0,1 6 0,-3 0 0,10 0 0,-4-2 0,11-2 0,-2-1 0,1 1 0,1 2 0,-2 2 0,-1 0 0,7 0 0,-8 0 0,2 0 0,-3 0 0,-2 0 0,-1 0 0,1 0 0,-1 0 0,1 0 0,-6-2 0,1-2 0,5-2 0,3 3 0,3 1 0,-7 2 0,3 0 0,3 0 0,-3-2 0,3-4 0,2 4 0,-1-4 0,-3 5 0,-2 1 0,5-6 0,-1 0 0,0 0 0,-5 6 0,0-5 0,-1-1 0,1-2 0,1 4 0,3-1 0,1 1 0,8-4 0,-2 2 0,4 1 0,2 5 0,7 0 0,-5 0 0,13-8 0,-6 6 0,8-5 0,0 7 0,-2 0 0,-3 0 0,1 0 0,-8 0 0,8 0 0,-11 0 0,6 0 0,-9-2 0,1-4 0,6 4 0,-1-4 0,-1 4 0,-10 2 0,4 0 0,-4 0 0,2-2 0,-2-3 0,2 3 0,-6-4 0,0 2 0,0-1 0,5 3 0,-7-4 0,6-2 0,-6 3 0,6-1 0,-5 6 0,5 0 0,-6 0 0,6 0 0,-4 0 0,2 0 0,4 0 0,2 0 0,2 0 0,0 7 0,7-5 0,3 6 0,7-8 0,0 2 0,0 4 0,0-4 0,0 5 0,-2-5 0,-4 4 0,4-4 0,-6 5 0,8-7 0,0 0 0,0 8 0,0 2 0</inkml:trace>
  <inkml:trace contextRef="#ctx0" brushRef="#br0" timeOffset="7">9912 3353 8912,'10'-2'0,"-5"-4"0,-3-5 0,-2 1 0,0-1 0,0-3 0,0-1 0,-2-2 0,-3 1 0,-5 3 0,1 2 0,-7 5 0,5-6 0,-1 9 0,-3-3 0,-4 6 0,0 6 0,-8 11 0,-2 11 0,-3 9 0,-3 9 0,1 1 0,0 16 0,-1 8 0,3 7 0,3 3 0,6-1 0,12-9 0,5-3 0,6-8 0,6-15 0,9-12 0,10-16 0,2-9 0,3-6 0,3-18 0,1-7 0,0-9 0,1-8 0,-1-4 0,1-8 0,-8-3 0,-5 3 0,-10-7 0,-8 11 0,-8 1 0,-8-3 0,-12 2 0,-11 2 0,-1 6 0,-10 11 0,8 10 0,-2 10 0,3 3 0,3 8 0,7 8 0,4 12 0,6 5 0,5 8 0,5-1 0,7 0 0,2-5 0,3-2 0,7-4 0,3-8 0,10 10 0,2-6 0</inkml:trace>
  <inkml:trace contextRef="#ctx0" brushRef="#br0" timeOffset="8">9671 3611 8912,'10'9'0,"-1"-1"0,-3-8 0,-4 0 0,6 7 0,-8 5 0,-6 5 0,0 6 0,0 4 0,6 7 0,2 2 0,4 5 0,-2-3 0,7 8 0,3-8 0,9 2 0,-2-6 0,7-5 0,1-6 0,6-12 0,-1-3 0,-2-8 0,-3-2 0,-6-4 0,-4-11 0,-2-10 0</inkml:trace>
  <inkml:trace contextRef="#ctx0" brushRef="#br0" timeOffset="9">10050 3714 8912,'0'17'0,"0"0"0,0 0 0,0 0 0,0 1 0,0-7 0,0 1 0,0-1 0,0 6 0,0 0 0,2 1 0,4-1 0,5 0 0,-1-7 0,1-5 0,0 3 0,7-2 0,-1-2 0,0-10 0,0 2 0,1-8 0,-1-5 0,0-6 0,0 0 0,0 6 0,-5-4 0,-1 4 0,-7-4 0,2 10 0,-2-5 0,1-1 0,-3 8 0,6 1 0,-8 8 0,2 8 0,4 3 0,-4-1 0,3 1 0,-1 0 0,2 7 0,3-1 0,9-2 0,-1-3 0,0 1 0,0-7 0,0-1 0,1-5 0,-1-1 0,0-5 0,0-11 0,0-10 0</inkml:trace>
  <inkml:trace contextRef="#ctx0" brushRef="#br0" timeOffset="10">10601 3662 8912,'-18'0'0,"1"6"0,0 0 0,0 7 0,1-3 0,5 7 0,-2 0 0,7 0 0,0-5 0,6-1 0,0 0 0,0 7 0,0-1 0,2-2 0,4-3 0,5-7 0,4-3 0,3-2 0,-1-7 0,0-5 0,0-1 0,1 1 0,-3-3 0,-4 4 0,5 3 0,-5 2 0,-1-1 0,1 1 0,-5 0 0,5 6 0,-5 0 0,6 0 0,-9 0 0,7 2 0,-4 4 0,3-4 0,8 5 0</inkml:trace>
  <inkml:trace contextRef="#ctx0" brushRef="#br0" timeOffset="11">10910 3645 8912,'-11'0'0,"-1"0"0,9-8 0,-5 6 0,8-3 0,0 10 0,0 7 0,0 3 0,6 4 0,-1 4 0,9-2 0,-3 8 0,3-6 0,-3 5 0,2-5 0,-7 6 0,6-8 0,-5 2 0,1-4 0,0-2 0,-3-7 0,-5 5 0,0-17 0,0-4 0,0-5 0,0-18 0,0 1 0,0-7 0,6 1 0,0-1 0,0 3 0,-6 1 0,1 5 0,5 1 0,-4 2 0,4 6 0,1 0 0,-1-1 0,6 7 0,-7-1 0,9 9 0,-3-3 0,-3-4 0,7 1 0,-5-8 0</inkml:trace>
  <inkml:trace contextRef="#ctx0" brushRef="#br0" timeOffset="12">11254 3421 8912,'12'-17'0,"-1"0"0,-7 0 0,2 0 0,-4-1 0,-2 1 0,0 8 0,0 1 0,0 8 0,0 10 0,-2 7 0,-4 10 0,2 5 0,-7 2 0,5 3 0,-5 3 0,7-2 0,-2 8 0,4-8 0,2 2 0,0-3 0,0-3 0,0-2 0,0-3 0,0-4 0,0-8 0,8-2 0,3-3 0,5-6 0,1-5 0,0-8 0,0-5 0,2-9 0,2-3 0,2-3 0,-2-4 0,-1-1 0,-3-3 0,0 9 0,0 3 0,-5 4 0,-1 1 0,-7 9 0,11 1 0,-7 22 0,3 3 0,-1 9 0,-4-3 0,-3 8 0,9-2 0,-6-3 0,5 1 0,1-2 0,-3-4 0,7-8 0,-5-1 0,4-8 0,2 3 0,1-7 0,-1-15 0,0-4 0</inkml:trace>
  <inkml:trace contextRef="#ctx0" brushRef="#br0" timeOffset="13">11754 3198 8912,'-18'9'0,"1"7"0,0-5 0,5 5 0,1 3 0,-1 2 0,3 2 0,-4 5 0,7-5 0,0 0 0,6-6 0,8 0 0,3 1 0,4-9 0,3-3 0,-1-6 0,0-6 0,0-3 0,1-10 0,-1-2 0,0-2 0,-6-6 0,1 6 0,-8-8 0,1 5 0,-3-1 0,-2 4 0,0 4 0,0 2 0,-7 1 0,-5 5 0,-3 3 0,-2 8 0,0 4 0,-1 8 0,-5 7 0,0 15 0,-7 8 0,3 2 0</inkml:trace>
  <inkml:trace contextRef="#ctx0" brushRef="#br0" timeOffset="14">11168 3662 8912,'-11'0'0,"-1"0"0,1 0 0,1 0 0,5 0 0,12-2 0,12-2 0,14-1 0,11-9 0,13 3 0,10-4 0,8-3 0,7-6 0,-4-3 0</inkml:trace>
  <inkml:trace contextRef="#ctx0" brushRef="#br0" timeOffset="15">12270 3387 8912,'-17'0'0,"-6"0"0,0 0 0,-8 0 0,2 0 0,-3 10 0,-4 5 0,-3 8 0,-1 4 0,0 3 0,8 8 0,3 2 0,6-1 0,11-3 0,7-2 0,10 1 0,11-3 0,9-3 0,9-6 0,14-6 0,3-6 0,5-3 0,13-8 0,-12-2 0,6-4 0,-2 1 0,-3-12 0,-1-5 0,-5-12 0</inkml:trace>
  <inkml:trace contextRef="#ctx0" brushRef="#br1" timeOffset="16">18121 7084 8912,'-12'0'0,"1"0"0,-3 0 0,-1 0 0,6 0 0,1 0 0,8 0 0,0 0 0,0 7 0,6 3 0,-1 7 0,1-6 0,-6 1 0,2-1 0,4 7 0,-4-1 0,5 0 0,1 2 0,3 4 0,3-2 0,-3 8 0,10-6 0,-3 5 0,-7-18 0</inkml:trace>
  <inkml:trace contextRef="#ctx0" brushRef="#br1" timeOffset="17">19427 7357 8212,'38'-10'0,"16"-4"0,1 0 0,-1 2 0,1 1 0,0-4 0,-1 1 0,-2 3 0,-1-1 0,41-17 0,0 8 0,-41 10 0,1-1 0,-1 0 0,1 0 0,3 0 0,-1 1 0,0-4 0,-1 1 0,39-9 0,-2 0 0,-2-2 0,2 6 0,-4-4 0,-4-2-117,-13 3 0,-2-1 117,-4 5 0,-6 1 0,-11 0 0,-11 6 0,-13-1 0,-2 8 0,-11-5 0,-3 3 683,-4 4-683,-2-6 251,0 8-251,0 0 0,-8 0 0,-1 0 0</inkml:trace>
  <inkml:trace contextRef="#ctx0" brushRef="#br1" timeOffset="18">21046 6843 8912,'-17'9'0,"2"1"0,3-4 0,5-4 0,7 13 0,1-11 0,5 7 0,6 3 0,3-7 0,4-1 0,4-4 0,6-2 0,3 0 0,3 0 0,9-4 0,7-6 0,12-9 0,10-5 0,15-7 0,-37 11 0,1 0 0,8-3 0,1 0 0,5-4 0,2-1 0,-1 0 0,-1 0-223,-3 3 0,-1 1 0,-4-2 1,-2 2 222,-3 3 0,-2 2 0,-3-1 0,-1 2 0,45-11 0,-21 4 0,-14 8 0,-19 5 0,-15 1 0,-4 7 0,-9-4 0,-4 8 0,-12 0 0,4 0 0,-11 2 445,7 4 1,-2-2-446,3 7 0,3-7 0,-6 11 0,2-11 0,1 8 0,-3-8 0,2 1 0,4-3 0,-13-2 0,5 0 0</inkml:trace>
  <inkml:trace contextRef="#ctx0" brushRef="#br1" timeOffset="19">22371 6104 8912,'-17'0'0,"2"-2"0,3-4 0,7 4 0,10-4 0,14 4 0,16 2 0,13 8 0,9 3 0,6 7 0,-4 3 0,1 4 0,-1 1 0,2 9 0,-9 5 0,1 11 0,-13-5 0,-9 8 0,-14-8 0,-7 3 0,-12 3 0,-6-3 0,-9-3 0,-14-2 0,-9-4 0,-6-3 0,6 3 0,-13 2 0,1-2-328,4-8 1,-9 1-1,3-6 1</inkml:trace>
  <inkml:trace contextRef="#ctx0" brushRef="#br1" timeOffset="20">23455 5691 8912,'0'-17'0,"0"0"0,0-1 0,0 1 0,0 0 0,0 0 0,0 7 0,0 4 0,0 12 0,0 4 0,0 11 0,0 6 0,0 7 0,0 17 0,0 1 0,0 17 0,0 0 0,0 11 0,2 0 0,2 4 0,2 2 0,7-9 0,-1-9 0,3-10 0,2-18 0,0-4 0,1-19 0,7-5 0,3-18 0,5-11 0,1-12 0,1-3 0,-1-3 0,-7-5 0,-4 0 0,-4 0 0,-2 5 0,-7-3 0,-5 4 0,-3-2 0,-2 13 0,0 2 0,0 9 0,0 6 0,0 12 0,-6 11 0,1 12 0,-1 4 0,6 1 0,0 0 0,0 1 0,2-1 0,4 0 0,3-1 0,8-4 0,1-6 0,-1-4 0,6-10 0,0-3 0,5-4 0,-5-2 0,0-2 0,-5-4 0,-1-11 0,-8-10 0,-1-7 0</inkml:trace>
  <inkml:trace contextRef="#ctx0" brushRef="#br1" timeOffset="21">23851 5622 8912,'-25'0'0,"1"0"0,-5 0 0,4 2 0,8 6 0,0 9 0,-1 10 0,3 5 0,4 3 0,3-1 0,8 0 0,2-7 0,4-2 0,5-4 0,4-4 0,4-4 0,4-13 0,-3-1 0,2-5 0,-8-4 0,-3-7 0,-7-2 0,2-4 0,-4 2 0,-2-6 0,-2 2 0,-4 4 0,-3 2 0,-9 2 0,1 8 0,0 1 0,0 8 0,5 4 0,1 7 0,7 3 0,-4 14 0,3 1 0,-1-2 0,0 13 0,6-4 0</inkml:trace>
  <inkml:trace contextRef="#ctx0" brushRef="#br1" timeOffset="22">24075 6172 8912,'9'8'0,"-1"-4"0,-8 7 0,0-5 0,0 5 0,0 1 0,0 7 0,0 2 0,0 2 0,0 6 0,0-6 0,0 1 0,0-1 0,0-4 0,0 4 0,0-4 0,0-9 0,0-6 0,0-16 0,0-7 0,0-15 0,2-1 0,4 1 0,1-6 0,5 0 0,3 0 0,-3 5 0,3 3 0,0 1 0,-1 6 0,-3 6 0,1 6 0,5 13 0,0 0 0,0 13 0,0 5 0,-5 10 0,-1 1 0,1 3 0,7 3 0,2-3 0,2-3 0,0-4 0,-6-8 0,6-6 0,0 1 0,6-8 0,-6 1 0,1-10 0,-1-7 0,-2-3 0,6-4 0,-4-2 0,-8-2 0,1-8 0,-10 3 0,5-3 0,-5 2 0,-2 3 0,-10 3 0,-6 9 0,-11-3 0,4 11 0,-4 1 0,-2 5 0,1 7 0,-1 9 0,0 5 0,2 9 0,6-1 0,1 3 0,5 3 0,3-1 0,8 0 0,0 1 0,0-1 0,10-7 0,7-4 0,12-4 0,9-2 0,6-7 0,8-4 0,-1-6 0,1-6 0,-1-6 0,1-11 0,-8-1 0,-4-5 0,-3-4 0,-3 5 0,-9-3 0,-8 1 0,-9 3 0,-6 2 0,-2 2 0,0 6 0,-8 2 0,-4 3 0,-3-1 0,-2 7 0,0 0 0,0 6 0,-1 8 0,1 3 0,0 5 0,0 1 0,7 6 0,4 0 0,-1 5 0,1-5 0,0 6 0,6-6 0,0 0 0,0-6 0,2 0 0,4-1 0,4-3 0,-1-2 0,6-7 0,-3 2 0,-3-4 0,3-2 0,-3-2 0,3-4 0,1-3 0,-5-9 0,2 1 0,-1 0 0,3 0 0,-3 5 0,-3 1 0,-4 7 0,13-4 0,-11 8 0,7 2 0,3 4 0,1-2 0,2 7 0,0-5 0,1 6 0,-1-9 0,0 3 0,0 4 0,0-8 0,1 5 0,-1-7 0</inkml:trace>
  <inkml:trace contextRef="#ctx0" brushRef="#br1" timeOffset="23">25228 6155 8912,'11'0'0,"1"0"0,-8 0 0,11 0 0,-5 0 0,7 0 0,0 8 0,0 3 0,2 5 0,2 1 0,4 0 0,2 0 0,-4 2 0,6 4 0,-8-4 0,2 4 0,-12-4 0,-5-2 0,-4-5 0,-2-1 0,0-5 0,0 6 0,-8-9 0,-3 3 0,-5-6 0,-1-6 0,2-5 0,3-4 0,-1-3 0,7 1 0,0-8 0,6-3 0,0-3 0,0 3 0,10-5 0,7 4 0,8 3 0,9-3 0,1 0 0,-1-5 0,8 0 0,2-1 0</inkml:trace>
  <inkml:trace contextRef="#ctx0" brushRef="#br1" timeOffset="24">26295 6000 8912,'-12'-5'0,"3"-3"0,1-2 0,4-3 0,2 4 0,2-3 0,2 8 0,6-1 0,9 3 0,0 4 0,6 3 0,-2 7 0,2 11 0,-5-2 0,-1 7 0,-2-5 0,-9 6 0,5-6 0,-5 4 0,-2-3 0,-2-3 0,-2-1 0,0-3 0,-2-2 0,-4-4 0,4-3 0,-5-16 0,7-3 0,0-12 0,0-6 0,0-5 0,0-6 0,7 2 0,5-6 0,3 2 0,2 4 0,2 7 0,4 2 0,-2 8 0,8-2 0,-2 10 0,1 2 0,5-1 0,-6-5 0,7 0 0</inkml:trace>
  <inkml:trace contextRef="#ctx0" brushRef="#br1" timeOffset="25">27241 5897 8912,'-17'-17'0,"0"0"0,0 0 0,-1-1 0,9 7 0,3 0 0,4 5 0,2-6 0,2 9 0,4-3 0,-4 4 0,5-6 0,-7 6 0,0-5 0,-7 7 0,-5 0 0,-3 2 0,-2 3 0,0-1 0,-1 8 0,7-1 0,0 6 0,-1 0 0,-3 1 0,3-1 0,5 0 0,7 0 0,2-5 0,3-1 0,5-5 0,9 3 0,2-1 0,2-4 0,6-2 0,-6-2 0,5 2 0,-5 3 0,8-3 0,-3 4 0,-1 4 0,2 1 0,-6 4 0,4 5 0,-3 2 0,-2 7 0,2 4 0,-1 1 0,-5 6 0,-7 0 0,-7 6 0,2-6 0,-5 6 0,-1-6 0,-7 0 0,-5-5 0,-9-9 0,-4-3 0,1-4 0,-1-1 0,2-9 0,6-3 0,-6-6 0,0-6 0,5-5 0,7-12 0,7-4 0,-2-7 0,5-3 0,1-3 0,7-2 0,7-6 0,7 3 0,7-3 0,5 2 0,1-6 0,3 10 0,3-9 0,2 5 0,4 0 0,3-2 0,-3 8 0,-6 2 0,-5 9 0,-5 5 0,-12 6 0,3 1 0,-19 8 0,3 1 0,-10 8 0,3 0 0,-6 8 0,8 1 0,0 8 0,0-5 0,0-1 0,0 3 0,0 1 0,2 4 0,4 4 0,-3-4 0,9 4 0,-6-2 0,5 2 0,-5-4 0,5 4 0,1-4 0,3 0 0,-1 0 0,-3-2 0,0 4 0,7-9 0,5-4 0,0-3 0,1-3 0,-1-2 0,-2-7 0,8-5 0,0-5 0,-2-6 0,-1 2 0,-3-8 0,-4 6 0,4-5 0,-9 7 0,-3-2 0,-7 4 0,2 1 0,-6 1 0,-6 0 0,-5 2 0,-11 3 0,-2 7 0,-3 3 0,6 2 0,-2 0 0,-2 2 0,2 3 0,0 5 0,6 7 0,0 6 0,0 0 0,7 6 0,4-5 0,4 1 0,2 0 0,0 4 0,0-6 0,10 0 0,7-6 0,2 0 0,10 0 0,5-7 0,6-5 0,3-5 0,-5-5 0,4-7 0,2-3 0,-6-2 0,2 0 0,-5-6 0,-7 0 0,-3 0 0,-8 6 0,-5 1 0,-1 5 0,-7 1 0,0 7 0,-8-3 0,-4 8 0,-3 9 0,-4-1 0,3 1 0,5 1 0,-9-3 0,7-1 0</inkml:trace>
  <inkml:trace contextRef="#ctx0" brushRef="#br1" timeOffset="26">26656 6207 8912,'-9'-12'0,"3"1"0,4 7 0,2-4 0,2 8 0,4 0 0,5 0 0,-1-2 0,1-1 0,3-3 0,1 2 0,2-4 0,-2 1 0,-3-3 0,1-1 0,-7-6 0,0 5 0,-6 1 0,0-3 0,-8 7 0,-3 1 0,-5 4 0,-1 2 0,0 2 0,2 4 0,1 7 0,3 8 0,1 0 0,-1 8 0,-3-6 0,9 5 0,1-1 0,9 2 0,5 1 0,7-7 0,16 0 0,7-8 0,10-3 0,7-6 0,12-5 0,9-1 0</inkml:trace>
  <inkml:trace contextRef="#ctx0" brushRef="#br1" timeOffset="27">28635 5691 8912,'0'-17'0,"0"0"0,0-1 0,0 1 0,0 6 0,0-1 0,-2 8 0,-3-1 0,-7 3 0,-3 2 0,-2 2 0,-1 3 0,-1 5 0,-4 7 0,2 2 0,-5 2 0,1 4 0,4 2 0,2-4 0,1 5 0,3-7 0,4 2 0,3 2 0,8-2 0,0 0 0,0-6 0,8-5 0,3-1 0,4-5 0,3 5 0,6-5 0,3 4 0,2-3 0,0-3 0,-3 4 0,3-3 0,-4 7 0,-8-6 0,0 7 0,0-1 0,-5 1 0,-1-2 0,-7 5 0,2-5 0,-6 4 0,-6 3 0,-5-7 0,-12 0 0,2 1 0,-8 5 0,0-2 0,3-3 0,-5 1 0,8-7 0,0 0 0,6-6 0,0 0 0</inkml:trace>
  <inkml:trace contextRef="#ctx0" brushRef="#br1" timeOffset="28">28997 5674 8912,'9'-17'0,"-3"-1"0,-4 1 0,-4 2 0,-4 3 0,-5 5 0,-10 7 0,-4 2 0,-2 3 0,-2 11 0,-5 7 0,0 1 0,-1-1 0,6-2 0,1 8 0,14-8 0,3 2 0,1-4 0,5-2 0,1 0 0,10 1 0,5-3 0,4-4 0,4 3 0,4-8 0,-2 5 0,8-5 0,-6 5 0,6-5 0,-8 7 0,2-3 0,-4 1 0,-2 1 0,-6-1 0,1 6 0,-8 1 0,1-1 0,-3 0 0,-2 0 0,0 0 0,-7-5 0,-5-1 0,5-5 0,1 5 0,-4-7 0,-1 2 0,3-12 0,1-3 0</inkml:trace>
  <inkml:trace contextRef="#ctx0" brushRef="#br1" timeOffset="29">29220 5777 8912,'12'0'0,"-1"0"0,-5 2 0,5 4 0,-1 3 0,2 8 0,-3-5 0,-5-1 0,2 3 0,-3 1 0,-1 8 0,-2 0 0,-2-6 0,-3-6 0,-12 1 0,-10 5 0</inkml:trace>
  <inkml:trace contextRef="#ctx0" brushRef="#br1" timeOffset="30">29203 5622 8912,'12'-28'0,"-1"1"0,2 2 0,3 4 0,7-2 0,0 6 0,5 3 0,-5 14 0,6 0 0,-6 0 0,7 6 0,-1 0 0,4 7 0,1-3 0</inkml:trace>
  <inkml:trace contextRef="#ctx0" brushRef="#br1" timeOffset="31">29840 5657 8912,'-12'0'0,"1"0"0,5 0 0,-5 0 0,-3 0 0,-1 0 0,4 0 0,-1 0 0,1 1 0,-7 5 0,1 6 0,2 3 0,3 2 0,5 0 0,7 1 0,0-1 0,7-2 0,5-4 0,5 3 0,6-8 0,-4-1 0,4-5 0,-4 0 0,-2-2 0,1-3 0,-9-5 0,-3-7 0,-4 0 0,-2 0 0,-8-1 0,-3 1 0,-5 6 0,-1-1 0,0 3 0,0-3 0,2 3 0,3 3 0,-3 4 0,3-4 0,3 4 0,-3 2 0,8 0 0,4 0 0,10 0 0,9 0 0,4 0 0,2 0 0,5 0 0,-1 0 0,2 0 0,-6 0 0,-2 0 0,1 6 0,-1 0 0,0 1 0,-5-1 0,-1-2 0,0 7 0,-6-1 0,1 1 0,-8 5 0,3-7 0,-7 9 0,-7-9 0,5-3 0,-4-12 0,6-3 0,6-9 0,-2 1 0,7 0 0,1-6 0,5 0 0,0 0 0,0 6 0,6 2 0,0 3 0,2 5 0,-2 7 0,-4 0 0,4 0 0,2 13 0,0 6 0,1 6 0,5 5 0,-6-3 0,-2 2 0,4-2 0,1 1 0,7-3 0,5-8 0,4 0 0,7 1 0</inkml:trace>
  <inkml:trace contextRef="#ctx0" brushRef="#br1" timeOffset="32">24591 7273 8912,'-17'0'0,"0"-8"0,0-3 0,-3-3 0,-1 1 0,-3 1 0,-3-1 0,0-2 0,-2-1 0,4 5 0,1 5 0,5 4 0,-6 6 0,7 8 0,9 7 0,3 17 0,2 6 0,-1 10 0,3 1 0,-4 12 0,4 6 0,2 7 0,2-1 0,4-3 0,-3-5 0,7-6 0,0-6 0,-1-3 0,1-12 0,1-8 0,3-1 0,-9-11 0,7-4 0,-6-7 0,-1-15 0,-5 2 0</inkml:trace>
  <inkml:trace contextRef="#ctx0" brushRef="#br1" timeOffset="33">24092 7788 8912,'-11'-5'0,"-1"-1"0,8-7 0,-1 11 0,10-4 0,7 2 0,11-2 0,11 3 0,12-7 0,4 1 0,1-1 0,1-1 0,0-7 0,-1 1 0,1 0 0,-6-6 0,0 0 0,-6 2 0,6 10 0,-14-3 0,3 9 0,-18-1 0,0 6 0,-11 2 0,0 3 0,-5 5 0,-1 7 0,0 2 0,0 4 0,0-2 0,0 8 0,0-6 0,0 5 0,0 1 0,0-2 0,2 3 0,4-7 0,-4 0 0,4-6 0,-4 1 0,-2-1 0,0-8 0,-8-1 0,-3-8 0,-5-8 0,-1-1 0</inkml:trace>
  <inkml:trace contextRef="#ctx0" brushRef="#br1" timeOffset="34">24660 7427 8912,'-17'-17'0,"2"6"0,3-1 0,4 7 0,8-7 0,0 8 0,10-3 0,7 7 0,8 0 0,9 0 0,1 0 0,-1 0 0,1 0 0,-1 0 0,8-16 0,2-3 0</inkml:trace>
  <inkml:trace contextRef="#ctx0" brushRef="#br1" timeOffset="35">25159 7152 8912,'0'29'0,"0"0"0,6 7 0,1 12 0,3 7 0,3 8 0,1 4 0,-3 2 0,3-2 0,-9-4 0,7-4 0,-6-8 0,-1-7 0,-3-5 0,4-9 0,-4-13 0,4-13 0,-12-15 0,4-1 0,-21-28 0,4 4 0</inkml:trace>
  <inkml:trace contextRef="#ctx0" brushRef="#br1" timeOffset="36">25125 7531 8912,'32'0'0,"4"-2"0,16-4 0,15-4 0,4-14 0,15-3 0</inkml:trace>
  <inkml:trace contextRef="#ctx0" brushRef="#br1" timeOffset="37">26415 7341 8912,'-17'-1'0,"0"-5"0,2 2 0,3-7 0,4 9 0,8 2 0,0 9 0,0 6 0,0 3 0,6 6 0,0 3 0,0 2 0,1 0 0,-3-3 0,8 3 0,-3 2 0,3-9 0,3 1 0,-4-7 0,5-5 0,1 4 0,0-15 0,0 0 0,1-7 0,-1-10 0,0-6 0,0 0 0,0-14 0,1 3 0,-7-4 0,-1 3 0,-3 1 0,-3 0 0,-2 7 0,-2 4 0,0 4 0,0 9 0,0 10 0,0 14 0,0 5 0,0 4 0,0 7 0,0-1 0,0 2 0,0-3 0,6 3 0,-1-8 0,9 0 0,-3-6 0,-1-6 0,1 1 0,1-8 0,5 1 0,6-10 0,0-7 0,-2-5 0,-2-6 0,-2-2 0,1-4 0,-3-3 0,-4 3 0,5-1 0,-5 1 0,-3 4 0,-3 8 0,5 0 0,-8 7 0,7 3 0,-3 7 0,-2 7 0,8 7 0,1 5 0,2 4 0,2 7 0,1-1 0,-1 2 0,0-1 0,0-1 0,0 1 0,-5 3 0,-1 1 0,-1-5 0,1-1 0,-3-6 0,-8 0 0,-8-2 0,-3-3 0,-6-2 0,-6-4 0,2-1 0,-8-4 0,-2-4 0,-9 3 0,4-3 0,-4-2 0,9-2 0,3-3 0,7-5 0,-4-7 0,7 0 0</inkml:trace>
  <inkml:trace contextRef="#ctx0" brushRef="#br1" timeOffset="38">27259 7359 8912,'0'-10'0,"0"4"0,0 12 0,0 4 0,0 9 0,0 4 0,0 5 0,5-1 0,1 2 0,5-3 0,-5 3 0,2-2 0,-2-4 0,-3-4 0,7 4 0,-2-4 0,-5-2 0,7-7 0,0-3 0,7-7 0</inkml:trace>
  <inkml:trace contextRef="#ctx0" brushRef="#br1" timeOffset="39">27293 7187 8912,'-17'0'0,"0"0"0,-1 0 0,1-8 0,8 6 0,9-5 0,11 7 0,12 0 0,6 0 0,3 0 0,3 0 0,1 5 0,4 1 0,4 0 0,8-6 0</inkml:trace>
  <inkml:trace contextRef="#ctx0" brushRef="#br1" timeOffset="40">27637 7324 8912,'-6'12'0,"1"-1"0,-7 1 0,5 3 0,-3-4 0,6 5 0,-2-5 0,5-3 0,1 7 0,0-11 0,0 7 0,0-7 0,0 4 0,0-8 0,0 0 0,0-8 0,0 4 0,0-7 0,7-1 0,3-5 0,7 0 0,0 6 0,0-1 0,1 3 0,-1-3 0,6-3 0,0 3 0,7 3 0,-1-3 0,-2 7 0,1-7 0,3 1 0,1 1 0,1-5 0,-4 3 0,1-3 0,-7-2 0,0 5 0,-6 1 0,-1-2 0,-5-3 0,-1 1 0,-5 4 0,-3-5 0,-2 14 0,-11-3 0,-10 3 0,-4 4 0,0 3 0,0 7 0,0 3 0,2 2 0,4 2 0,-4 4 0,6-4 0,6 4 0,-3-9 0,9-3 0,-3-1 0,2 1 0,4 5 0,-3-5 0,5-3 0,5-3 0,7 3 0,11-2 0,-2 5 0,7-5 0,1 7 0,6 1 0,-1 7 0,0 7 0,-1 7 0,-4 5 0,1 6 0,-7 11 0,-8 4 0,-9 10 0,-6 1 0,-6 3 0,-11-6 0,-12-6 0,-5-8 0,-6 2 0,-4-3 0,0-2 0,4-16 0,11-8 0,-1-14 0,7-8 0,0-8 0,5-10 0,3-15 0,4-18 0,3-7 0,8-5 0,2-4 0,4-8 0,3 2 0,8 4 0,3-2 0,2 8 0,0-6 0,4 7 0,1 7 0,0 7 0,-6-2 0,4 0 0</inkml:trace>
  <inkml:trace contextRef="#ctx0" brushRef="#br1" timeOffset="41">28825 7015 8912,'-8'-17'0,"-2"-1"0,1 1 0,3 8 0,12 3 0,7 6 0,8 6 0,6-3 0,7 9 0,3-1 0,3 7 0,-4-1 0,4 2 0,-5 2 0,-7 2 0,3 5 0,-8-5 0,-8 6 0,-9-6 0,-4 8 0,-2-3 0,-17 5 0,-12 1 0,-5 0 0,-10 1 0,0-1 0,0 1 0,5-9 0,-1-3 0,12-11 0,5-7 0,4-5 0,1-5 0,9-16 0,3-19 0,12-4 0,19-23 0,11 6 0</inkml:trace>
  <inkml:trace contextRef="#ctx0" brushRef="#br1" timeOffset="42">29289 6894 8912,'-6'-11'0,"1"0"0,-9 7 0,5-4 0,-8 8 0,1 10 0,5 7 0,-3 10 0,9 13 0,-7 2 0,6 4 0,1 3 0,5-3 0,2 4 0,3 1 0,11-1 0,7-4 0,7-6 0,-1-11 0,3-1 0,3-11 0,5 3 0,0-15 0,-5-1 0,-7-10 0,-7-18 0,4-13 0</inkml:trace>
  <inkml:trace contextRef="#ctx0" brushRef="#br1" timeOffset="43">29737 7204 8912,'17'9'0,"-8"-1"0,7 0 0,-14-4 0,3 7 0,-1-5 0,0 7 0,2 4 0,-2 4 0,-1 10 0,3-2 0,-4 3 0,4 2 0,-4-1 0,-2-4 0,0 3 0,0-3 0,0-4 0,0-3 0,0-10 0,7-4 0,-5-8 0,6 0 0</inkml:trace>
  <inkml:trace contextRef="#ctx0" brushRef="#br1" timeOffset="44">29823 6894 8912,'-10'-1'0,"2"-3"0,1-2 0,-5 2 0,-3 2 0,-2 2 0,7 8 0,-3 1 0,7 9 0,0-1 0,6 0 0,0 0 0,8-7 0,-4 3 0,7-7 0,-5 0 0,4-8 0,-3-4 0,-3-5 0,4-5 0,-3-1 0,1 0 0,-6 0 0,0-1 0,0 1 0,-6 6 0,1-1 0,-7 7 0,5-5 0,-3 2 0,4 5 0,-5 8 0,7 5 0,-2 7 0,4 6 0,2 0 0,8 7 0,2-3 0</inkml:trace>
  <inkml:trace contextRef="#ctx0" brushRef="#br1" timeOffset="45">30270 7341 8912,'-10'8'0,"3"5"0,1 10 0,0 12 0,-1 1 0,3 12 0,-4 3 0,-1 5 0,3 7 0,-4-6 0,3-1 0,3-3 0,-4-7 0,3-2 0,1-2 0,2-10 0,2-7 0</inkml:trace>
  <inkml:trace contextRef="#ctx0" brushRef="#br1" timeOffset="46">30855 6860 8912,'-27'-8'0,"4"-3"0,4-2 0,4-1 0,2 5 0,1 1 0,8 12 0,-1 13 0,5 10 0,3 13 0,5 4 0,2 0 0,1 4 0,8-6 0,2 0 0,2 0 0,6-8 0,-4-9 0,2-4 0,3-6 0,1-9 0,-1 0 0,-3-8 0,-2-10 0,-2-1 0,-6-16 0,0 1 0,-1-7 0,-5-1 0,-5-4 0,-4 3 0,-2-3 0,0 0 0,0 6 0,0-2 0,-2 13 0,-2 2 0,-2 1 0,0 11 0,6 3 0,0 12 0,2 13 0,4 15 0,4 8 0,7 10 0,6 0 0,0-1 0,2 1 0,-4 1 0,2 3 0,-2 1 0,-10-5 0,-5-7 0,-4-6 0,-2 1 0,-8-6 0,-3-5 0,-14-4 0,-10-8 0,-1 0 0,-10 0 0,2-7 0,-2-5 0,4-3 0,10-2 0,3-2 0,6-3 0,4-11 0,2-6 0,7-3 0,4 2 0,12-4 0,4-15 0,7-2 0</inkml:trace>
  <inkml:trace contextRef="#ctx0" brushRef="#br1" timeOffset="47">31612 7187 8912,'0'9'0,"0"1"0,0-4 0,0-3 0,0 9 0,0-5 0,0 11 0,6-3 0,0 14 0,0-1 0,-5 7 0,3-1 0,2 0 0,5 1 0,-5-1 0,2-5 0,-2 0 0,-3-8 0,9 1 0,-6-10 0,5-6 0,1-4 0,5-2 0,-8-8 0,7-9 0,-7-10 0</inkml:trace>
  <inkml:trace contextRef="#ctx0" brushRef="#br1" timeOffset="48">31767 6757 8912,'-19'0'0,"-2"2"0,-2 4 0,2-3 0,10 9 0,-3-6 0,8 5 0,3-7 0,8 2 0,-1-5 0,8-1 0,-1-7 0,6-5 0,1-3 0,-1-2 0,-6 0 0,-1 0 0,-3-1 0,1 7 0,-2-1 0,-4 9 0,4-7 0,-12 4 0,-4 4 0,-7-5 0</inkml:trace>
  <inkml:trace contextRef="#ctx0" brushRef="#br1" timeOffset="49">31819 6155 8912,'0'-17'0,"0"0"0,7 7 0,5 4 0,13 22 0,9 12 0,3 22 0,8 19 0,1 11 0,-23-36 0,-2 2 0,1 6 0,-2 3 0,-1 7 0,-3 2 0,-2 1 0,-1 2-91,-1 7 1,-1 1 0,-5-3 0,-1 1 0,-1-1 0,-2-1 0,-2-4 0,-2-2 90,-3-2 0,-2-2 0,-1 0 0,-5-1-231,-5 0 1,-4 0-1,-6 3 1,-3 0 230,-5 1 0,-3-2 0,-5-1 0,-3-2 0,-4-1 0,-2-1 0,1 0 0,-3-1 0,-4 1 0,-2 0 0,-1-1 0</inkml:trace>
  <inkml:trace contextRef="#ctx0" brushRef="#br1" timeOffset="50">28704 5966 8912,'0'-57'0,"-2"3"0,-4 10 0,-1 27 0,-9 32 0,1 25 0,-4 27 0,8-15 0,1 5 0,1 14 0,1 3 0,0 11 0,1 2 0,2-22 0,1 2 0,1 0 0,1 4 0,0 1 0,2 1 0,2 7 0,2 2 0,2 0 0,1 1 0,1 0 0,2 0-537,0 1 1,2 0 0,2 0 0,2 0 0,1 1-1,2-2 537,0-1 0,2-1 0,2-3 0,-2-9 0,2-1 0,1-3 0,1-3 0,0-2 0,2-2 0,13 19 0,4-5 0,0-10 0,2-4 0,-1-4 0,2-5 51,-4-7 0,0-3 0,-4-4 1,0-2-52,36 25 0,-10-5 0,-2-5 0,2-8 0,-2-6 0,-6-11 0,-7 4 0</inkml:trace>
  <inkml:trace contextRef="#ctx0" brushRef="#br1" timeOffset="51">22595 10006 8912,'0'-11'0,"0"-1"0,-2-1 0,-2-2 0,-1-2 0,1-1 0,2 11 0,2 9 0,2 13 0,3 12 0,3 13 0,5 6 0,-1 5 0,1 7 0,-3-3 0,1 8 0,-1-2 0,3 2 0,-1-5 0,1-5 0,1-3 0,-1-4 0,-4-6 0,-1-4 0,4-9 0,-7-4 0,1-12 0,2-3 0,-6-24 0,5-3 0</inkml:trace>
  <inkml:trace contextRef="#ctx0" brushRef="#br1" timeOffset="52">22561 10075 8912,'-8'-17'0,"-2"0"0,-7 0 0,6-1 0,-1 1 0,8 8 0,-3-1 0,9 6 0,3-3 0,7-3 0,11 1 0,5-3 0,13-1 0,5 7 0,-2 0 0,1 6 0,-1 2 0,2 4 0,-9 5 0,-9 12 0,-7 4 0,2 7 0,-11 3 0,-7 3 0,-6-2 0,-11 8 0,1-6 0,-14 4 0,0-2 0,-4-4 0,2-7 0,-1-3 0,7-9 0,-2-1 0,4-9 0,1-9 0,3-2 0,4-3 0,3-5 0,0-15 0,-1-2 0</inkml:trace>
  <inkml:trace contextRef="#ctx0" brushRef="#br1" timeOffset="53">23128 10350 8912,'12'0'0,"-1"0"0,7 0 0,5 0 0,5 2 0,-5 4 0,6 3 0,-6 9 0,-2-3 0,-2-4 0,-2 5 0,0-5 0,-5-1 0,-1 1 0,-7-5 0,2 5 0,-6-7 0,-6 2 0,2-12 0,-7-5 0,7-5 0,-2-1 0,4-8 0,2-3 0,0 1 0,0-2 0,8 6 0,4-5 0,5 7 0,6-2 0,-2 4 0,7 2 0,-5 5 0,4 3 0,-2 1 0,6-5 0,-5 3 0</inkml:trace>
  <inkml:trace contextRef="#ctx0" brushRef="#br1" timeOffset="54">23782 10230 8912,'0'17'0,"-7"-5"0,-5-1 0,-1-5 0,1 5 0,-1 1 0,5 5 0,-1 0 0,5 0 0,-2 0 0,4 1 0,4-1 0,4 0 0,4-5 0,7-3 0,0-1 0,0-4 0,6-10 0,0-6 0,6-5 0,-6-6 0,-2-2 0,-10-3 0,3-5 0,-9 5 0,-1-3 0,-2 2 0,-4-1 0,-4 7 0,-5 6 0,-12 5 0,2 8 0,-8-1 0,8 3 0,-2 2 0,4 2 0,2 3 0,7-1 0,5 8 0,3-8 0,17 11 0,4-6 0</inkml:trace>
  <inkml:trace contextRef="#ctx0" brushRef="#br1" timeOffset="55">24144 9903 8912,'-27'-25'0,"4"12"0,12-4 0,-5 11 0,14-2 0,-5 10 0,7 4 0,0 9 0,0 8 0,0 8 0,0-2 0,5 1 0,1 1 0,0-3 0,2 3 0,-7-4 0,5 1 0,-2-1 0,2 2 0,-4-4 0,3-8 0,-3 2 0,-2 2 0,0 2 0,0-8 0,0-7 0,2-8 0,4 0 0,4-14 0,7-3 0,2-12 0,4 1 0,-4 3 0,4 0 0,-2 2 0,2 0 0,-4 6 0,4 6 0,-10 7 0,-1-2 0,-1 4 0,5 10 0,-5 3 0,-3 12 0,-8 6 0,-2 3 0,-4 3 0,2 5 0,-7 0 0,-1-2 0,-5-9 0,0 1 0,0-7 0,-1-2 0,1-9 0,-2 1 0,-2-7 0,-2-4 0,2-6 0,8-11 0,1-8 0,8-10 0,-1-1 0,3-2 0,2-10 0,0 8 0,15-20 0,4 5 0</inkml:trace>
  <inkml:trace contextRef="#ctx0" brushRef="#br1" timeOffset="56">24540 9886 8912,'0'-17'0,"-6"5"0,0 1 0,0 7 0,6-4 0,0 10 0,0 4 0,0 6 0,0 5 0,0 6 0,0 7 0,0 8 0,0-1 0,0 3 0,6-4 0,0-1 0,5 5 0,-5 0 0,7-6 0,-1-5 0,5-8 0,6 2 0,-4-6 0,4-6 0,2-3 0,0-10 0,0-4 0,0-5 0,-3-12 0,-4-6 0,-1-3 0,0-2 0,-7 5 0,-5 0 0,-3 2 0,-2-1 0,-2 3 0,-3 8 0,-5 2 0,-7 3 0,-6 4 0,0 8 0,0 10 0,4 7 0,-2 8 0,-2 2 0,2 5 0,9-3 0,5 3 0,7 3 0,0-3 0,0-3 0,15 1 0,8-9 0,8-3 0,3-5 0,2-9 0,5 2 0,1-6 0,4-6 0,-4-11 0,0-10 0,2-8 0</inkml:trace>
  <inkml:trace contextRef="#ctx0" brushRef="#br1" timeOffset="57">25125 10075 8912,'-18'0'0,"7"0"0,0 0 0,7 2 0,-2 4 0,4 5 0,2 6 0,0 6 0,0-2 0,0 8 0,0 0 0,0 5 0,0-1 0,0-5 0,0 5 0,0-5 0,0-3 0,0-2 0,0-4 0,0-2 0,0-7 0,0-4 0,0-12 0,0-7 0,0-8 0,8-6 0,3-8 0,4 1 0,3 0 0,-3-3 0,-4-3 0,5 4 0,-5-4 0,3 9 0,-1 5 0,-3 1 0,-3 4 0,7 2 0,-5 9 0,6 4 0,-3 12 0,1 4 0,-7 7 0,2 6 0,-5 2 0,3 1 0,-2 5 0,-2-6 0,-2-2 0,0-4 0,0-2 0,0 0 0,0 0 0,0-5 0,0-1 0,0-7 0,0 2 0,0-12 0,6-4 0,-1-7 0,7-2 0,-6-4 0,7 2 0,-2-7 0,3 7 0,-3-2 0,5 4 0,-5 1 0,3 7 0,-3-1 0,4 9 0,-3-3 0,3 4 0,-3 12 0,-1 7 0,-5 2 0,5 9 0,-5-5 0,5 6 0,-1-2 0,1 1 0,5-3 0,-5-8 0,5 1 0,1-1 0,0-8 0,0-3 0,2-6 0,4-6 0,-4-3 0,4-8 0,-4-6 0,-1 0 0,-3-8 0,-4 3 0,5-5 0,-5-1 0,-1-1 0,1 1 0,-7 5 0,2 3 0,-4 1 0,-2 9 0,0 9 0,0 9 0,-2 5 0,-4 11 0,4 1 0,-4 9 0,4 1 0,2 5 0,0-5 0,0 0 0,0 1 0,0 3 0,8-1 0,4-3 0,-3 3 0,3-3 0,-3-2 0,3 1 0,1-7 0,-7 2 0,-1-4 0,-5-1 0,-1-3 0,-5-4 0,-4 3 0,-7-9 0,0-1 0,0-2 0,-6-2 0,0 0 0,-6 0 0,6 0 0,-2 0 0,2 0 0,4-6 0,-4 1 0,12-9 0,-5-3 0,7-10 0</inkml:trace>
  <inkml:trace contextRef="#ctx0" brushRef="#br1" timeOffset="58">26536 9972 8912,'-17'-2'0,"-1"-2"0,3-3 0,4-3 0,-5 6 0,7-3 0,-1 14 0,3 3 0,7 7 0,7 0 0,3 0 0</inkml:trace>
  <inkml:trace contextRef="#ctx0" brushRef="#br1" timeOffset="59">26450 10385 8912,'-17'0'0,"7"0"0,2 0 0,8 0 0,0 0 0,8-2 0,3-4 0,5-4 0,1-7 0</inkml:trace>
  <inkml:trace contextRef="#ctx0" brushRef="#br1" timeOffset="60">26519 10041 8912,'-18'-8'0,"1"6"0,0-3 0,0 3 0,0 2 0,7 9 0,4 8 0,4 10 0,2 4 0,0-1 0,0-1 0,2 0 0,4 7 0,4 2 0,-1 2 0,6-2 0,-5-9 0,1-6 0,1-4 0,-1 6 0,7-14 0,-1 1 0,0-10 0,0-8 0,0-4 0,1-7 0,-1-8 0,0-3 0,0-5 0,0-1 0,-1-1 0,-5 1 0,3 5 0,-9 1 0,1 7 0,2-4 0,-6 15 0,5 7 0,-7 12 0,0 8 0,0 2 0,0 6 0,0-2 0,0 6 0,0-6 0,8 5 0,3-5 0,5-5 0,3-9 0,2-1 0,2-4 0,7-3 0,-1-1 0,-2-13 0,2-4 0,-8-12 0,1 1 0,-4-5 0,-7-1 0,3 1 0,-9 5 0,-1-5 0,-10 4 0,-3-1 0,-8 1 0,-1 6 0,1 4 0,0 10 0,0 3 0,0 4 0,7 2 0,2 0 0,8 8 0,0 1 0</inkml:trace>
  <inkml:trace contextRef="#ctx0" brushRef="#br1" timeOffset="61">27396 9680 8912,'0'-17'0,"0"9"0,0 8 0,0 23 0,0 17 0,-7 10 0,-3 9 0,-1 8 0,-1 5 0,1 14 0,-7-6 0,7 8-256,-1-7 0,3-5 256,-3-1 0,-1-14 0,7-10 0,-5-14 126,5-15-126,0-2 0,6-13 0,0-7 0,2-9 0,4-14 0,4-4 0,7-7 0</inkml:trace>
  <inkml:trace contextRef="#ctx0" brushRef="#br1" timeOffset="62">28377 9852 8912,'-6'-23'0,"-1"2"0,-1 4 0,-1 3 0,-1 3 0,-3 1 0,-3 4 0,-1 6 0,0 6 0,0 8 0,-1 7 0,1 7 0,0 12 0,2 6 0,3 4 0,-1 7 0,5 2 0,1 1 0,-1-1 0,2-2 0,6-5 0,0-1 0,0-1 0,0-4 0,0-6 0,2-11 0,4-7 0,-4-2 0,5-3 0,-7-8 0,-7-9 0,-3-9 0</inkml:trace>
  <inkml:trace contextRef="#ctx0" brushRef="#br1" timeOffset="63">27912 10316 8912,'-9'0'0,"1"0"0,18-6 0,7 0 0,8-1 0,9 1 0,8-2 0,4-3 0,6-4 0,3 3 0,5-3 0,1-2 0,-4 3 0,6-3 0,-9 10 0,-3-11 0,-9 11 0,-13-5 0,-4 8 0,-8-1 0,-9 8 0,-8 3 0,0 8 0,-6-3 0,-2 6 0,3 6 0,-7-4 0,7 4 0,-3 2 0,2-2 0,4 6 0,-3-6 0,3-2 0,2-2 0,0-2 0,0 0 0,0 0 0,0-7 0,0-3 0,0-7 0</inkml:trace>
  <inkml:trace contextRef="#ctx0" brushRef="#br1" timeOffset="64">28635 9938 8912,'-11'-18'0,"-1"1"0,8 0 0,-3 0 0,7 7 0,4 3 0,7 7 0,2 2 0,16 3 0,-8-3 0,12 6 0,-7-8 0</inkml:trace>
  <inkml:trace contextRef="#ctx0" brushRef="#br1" timeOffset="65">29220 9800 8912,'-9'0'0,"-1"2"0,4 4 0,-1 5 0,-5 12 0,-1 12 0,7 10 0,-5 5 0,3 4 0,0 1 0,1 2 0,-5 6 0,7-5 0,-1 3 0,6-10 0,0-3 0,0-14 0,0 1 0,9-16 0,7-8 0,7-7 0,3-4 0,1-13 0,2-4 0,3-12 0,-5 2 0</inkml:trace>
  <inkml:trace contextRef="#ctx0" brushRef="#br1" timeOffset="66">29014 10178 8912,'-29'0'0,"0"0"0,8 0 0,6 0 0,15 0 0,12 0 0,16 0 0,11 0 0,18 0 0,4-2 0,0-3 0,4 1 0,-7-8-306,7 1 1,-12-14-1,6-2 1</inkml:trace>
  <inkml:trace contextRef="#ctx0" brushRef="#br1" timeOffset="67">29943 9972 8912,'-17'-6'0,"0"1"0,7-3 0,4 2 0,4 4 0,6-5 0,8 7 0,-1 0 0,22 7 0,-6 3 0</inkml:trace>
  <inkml:trace contextRef="#ctx0" brushRef="#br1" timeOffset="68">29960 10367 8912,'-17'0'0,"0"0"0,0 0 0,7 0 0,2 0 0,8 0 0,8-5 0,5-3 0,9-1 0,4-11 0,9-6 0</inkml:trace>
  <inkml:trace contextRef="#ctx0" brushRef="#br1" timeOffset="69">22234 11623 8912,'0'-27'0,"-2"2"0,0 10 0,2 3 0,7 12 0,20 12 0,11 3 0,10 2 0,12 0 0,20 1 0,15-3 0,-40-9 0,1-1 0,12 0 0,4-2 0,11-2 0,4-2 0,9 0 0,3 0 0,-27 0 0,2-1 0,2-1 0,-27 0 0</inkml:trace>
  <inkml:trace contextRef="#ctx0" brushRef="#br1" timeOffset="70">25193 11426 4660,'10'-2'0,"78"-11"0,2 1 0,3 0 0,1 1 0,0 0 0,0 1 0,0 0 0,0 0 0,0 1 0,0 0 0,0 0 0,-1 1 0,0 0 0,0 0 0,-1 1 0,0-1 0,-1 1 0,-1 1 0,-2 0 0,0 1 0,-1 0 0,-2 0-150,-3-1 0,-2 1 0,0-1 0,0 0 1,-3 0-1,-1-1 0,0 1 0,1 0 150,-1 0 0,1 1 0,-1-1 0,-1 0 0,17-3 0,-1-1 0,-1 0-53,-6 3 0,-2 0 0,-1-1 0,-4-2 0,-1 1 0,-2-1 0,21-2 1,-2-1-1,-5 0 0,-2-1 53,-6-1 0,-2 0 0,-8 2 0,-2 1 0,-7 0 0,-2 1 0,-6 1 0,-2 1 0,35-8 0,-17-1 0,-18 1 0,-22 8 0,-20-1 0,-28 6 0,-23-1 0,-21 1 0,-34 2 0,40 2 0,-1 0 0,-7-1 0,0 2 0,0 2 0,0 2 0,-4-1 0,0 1 0</inkml:trace>
  <inkml:trace contextRef="#ctx0" brushRef="#br1" timeOffset="71">22853 12104 8912,'-17'-10'0,"2"7"0,1 8 0,3 13 0,7 8 0,-2 14 0,4 8 0,2 8 0,-5 5 0,-1 7 0,2 1 0,2 0 0,2-6 0,2-2 0,2-4 0,2-7 0,1-14 0,-3-13 0,2-4 0,-2-1 0,5-9 0,-7-9 0,13-9 0,-5-9 0</inkml:trace>
  <inkml:trace contextRef="#ctx0" brushRef="#br1" timeOffset="72">23197 12585 8912,'-17'0'0,"0"2"0,0 4 0,-1-4 0,1 6 0,0-3 0,0 1 0,5 0 0,1-6 0,7 7 0,-4-5 0,16 6 0,5-8 0,7 0 0,3 0 0,-1-8 0,-4-3 0,-1-3 0,0 3 0,-2-4 0,-3 3 0,-4-3 0,-8 5 0,-8 3 0,-4 7 0,-3 0 0,-2 2 0,0 3 0,-1 7 0,1 3 0,0 2 0,7 1 0,3-1 0,7 0 0,15-7 0,4-3 0</inkml:trace>
  <inkml:trace contextRef="#ctx0" brushRef="#br1" timeOffset="73">25572 11984 8912,'-11'-19'0,"-1"-1"0,-1 1 0,-1 4 0,1 0 0,2 1 0,-3 3 0,-1 3 0,-2 10 0,-1 6 0,1 9 0,0 10 0,-2 13 0,0 6 0,2 3 0,-4 3 0,11 0 0,-2-1 0,1 1 0,7 5 0,-2 0 0,5-3 0,1-6 0,0-6 0,0-8 0,5-2 0,3-3 0,1-8 0,5-7 0,3-7 0,6-7 0,-4-9 0,4-9 0,4-6 0,0-18 0,7-2 0</inkml:trace>
  <inkml:trace contextRef="#ctx0" brushRef="#br1" timeOffset="74">25607 12138 8912,'-2'-9'0,"-4"3"0,4 4 0,-6-5 0,16 5 0,2-6 0,7 8 0,0 0 0,0 0 0,-5 0 0,-1 0 0,-1 8 0,1 3 0,-3 6 0,-8 4 0,0 2 0,0-2 0,0 4 0,0-2 0,-6 6 0,0-6 0,-5-1 0,5-4 0,0-9 0,-1 7 0,-3-7 0</inkml:trace>
  <inkml:trace contextRef="#ctx0" brushRef="#br1" timeOffset="75">25830 12035 8912,'0'12'0,"0"-1"0,0-5 0,0 5 0,-7 1 0,-5 5 0,3 6 0,-3 0 0,3 7 0,-5-1 0,5 2 0,1-3 0,2 5 0,6-5 0,0-3 0,0-2 0,8-9 0,3-3 0,5-7 0,1 2 0,0-5 0,0-8 0,0-3 0</inkml:trace>
  <inkml:trace contextRef="#ctx0" brushRef="#br1" timeOffset="76">26054 12259 8912,'0'17'0,"0"0"0,0 0 0,0-5 0,0-1 0,0 1 0,0 5 0,0 0 0,0 0 0,0 0 0,0 1 0,0-1 0,0-8 0,0-1 0,-8-8 0,-1 0 0</inkml:trace>
  <inkml:trace contextRef="#ctx0" brushRef="#br1" timeOffset="77">26037 12156 8912,'-8'-18'0,"6"1"0,-5 8 0,7-1 0,0 4 0,7 4 0,5-3 0,5 3 0,6 2 0,-4 0 0,6 0 0</inkml:trace>
  <inkml:trace contextRef="#ctx0" brushRef="#br1" timeOffset="78">26450 12018 8912,'-10'-10'0,"1"3"0,3 7 0,4 2 0,-4 3 0,4 5 0,2 9 0,0 2 0,0 2 0,2 6 0,4-6 0,2 5 0,3-5 0,4 0 0,-3-6 0,3 1 0,2-9 0,1-3 0,-1-4 0,0-2 0,-6-8 0,1-3 0,-1-7 0,-1-5 0,3-3 0,-7-9 0,6 7 0,-7-1 0,3 8 0,-2-2 0,-4 4 0,7 9 0,-3 5 0,-4 5 0,4 5 0,-5 13 0,-1 12 0,2 7 0,4 3 0,-4 7 0,4-1 0,-4 2 0,-2-2 0,0 4 0,0-5 0,0-3 0,0-1 0,-2-5 0,-4-2 0,-4-7 0,-7-4 0,-6-6 0,0-5 0,-5 1 0,3-7 0,0-3 0,0-1 0,2-4 0,6-3 0,7-12 0,5-12 0,-5-4 0,1-1 0</inkml:trace>
  <inkml:trace contextRef="#ctx0" brushRef="#br1" timeOffset="79">27035 12259 8912,'-10'17'0,"1"0"0,3 0 0,4 0 0,-4 1 0,2 1 0,-1 4 0,3-2 0,-4 7 0,4-5 0,2 6 0,0-8 0,0 2 0,0-2 0,0 2 0,0-4 0,0 6 0,2-16 0,4-3 0,3-12 0,9-3 0</inkml:trace>
  <inkml:trace contextRef="#ctx0" brushRef="#br1" timeOffset="80">27052 12173 8912,'-15'-2'0,"3"-4"0,-3 4 0,11-5 0,-5 5 0,1-4 0,2 4 0,6-6 0,8 8 0,3 0 0,12 0 0,4 0 0</inkml:trace>
  <inkml:trace contextRef="#ctx0" brushRef="#br1" timeOffset="81">27104 11554 8912,'2'11'0,"3"1"0,11 1 0,8 10 0,3 8 0,4 7 0,-4 15 0,1 16 0,-7 2 0,0 7 0,-7 0 0,-9 1 0,-5-7 0,-5 3 0,-7-6-869,-11-6 869,-3-4 0,-17 0 0,-1 2 0</inkml:trace>
  <inkml:trace contextRef="#ctx0" brushRef="#br1" timeOffset="82">23369 11571 8912,'0'-17'0,"0"0"0,0 5 0,0 1 0,0 5 0,2-4 0,4 3 0,-2 1 0,7 6 0,3 0 0,1 0 0,4 0 0,4 0 0,4 0 0,9 0 0,4 0 0,6 0 0,6 0 0,5 0 0,10 0 0,10 0 0,1 0 0,4 0 0,-3 0 0,1 0 0,0 0-236,6 0 0,0-6 236,0 1 0,8-9 0,-45 9 0,1-1 0,2-2 0,0 0 0,0 0 0,-1-1 0,43-2 0,-14-1 0,-7 7 0,1-7 0,-3 6-5,-2-5 0,-10 7 5,-7-2 0,-8 4 0,-10 2 0,-1 0 0,-5 0 0,-9 0 0,-7 0 0,-6 0 0,5 0 0,-7 0 0,5 0 236,-3 0 0,-2 0-236,7 0 10,-7 0-10,4 0 0,-8 0 0,0 0 0,0 8 0,0-6 0,0 6 0</inkml:trace>
  <inkml:trace contextRef="#ctx0" brushRef="#br1" timeOffset="83">23645 12242 8912,'-19'0'0,"-2"0"0,-2 0 0,3 1 0,7 5 0,5-4 0,12 6 0,8-8 0,11 0 0,9 0 0,8 0 0,6 0 0,4 0 0,2 0 0,-1 0 0,1-6 0,-1 0 0,-1 1 0,-4-3 0,4 6 0,-4-4 0,-6-1 0,-6 1 0,-9 2 0,2-6 0,0 1 0</inkml:trace>
  <inkml:trace contextRef="#ctx0" brushRef="#br1" timeOffset="84">23679 12689 8912,'0'26'0,"0"-3"0,0-11 0,10-5 0,7-7 0,10-9 0,13-8 0,8-10 0,7-6 0,1-1 0,7 0 0,-8-1 0,2 1 0,-5 1 0,-6 5 0,-6 3 0,-11 8 0,-12-1 0,-9 1 0,-8 0 0</inkml:trace>
  <inkml:trace contextRef="#ctx0" brushRef="#br1" timeOffset="85">23937 12001 8912,'-17'7'0,"0"5"0,2 13 0,1 9 0,3 12 0,-3 9 0,7 7 0,1 6 0,4 1 0,2-2 0,0-4 0,0-6 0,8-5 0,3-6 0,4-6 0,3-12 0,1-5 0,2-11 0,2-6 0,0-4 0,-6-2 0,-8-8 0,7-17 0,-7-11 0</inkml:trace>
  <inkml:trace contextRef="#ctx0" brushRef="#br1" timeOffset="86">24213 12018 8912,'0'25'0,"0"5"0,0 16 0,-2 10 0,-2 20 0,-2 10 0,2 10 0,-3-1 0,4-46 0,0-1 0,-3 38 0,6-5 0,2-9 0,4-20 0,-2 1 0,7-14 0,1-7 0,-3-7 0,6-14 0,-3-5 0,3-12 0,2-3 0</inkml:trace>
  <inkml:trace contextRef="#ctx0" brushRef="#br1" timeOffset="87">24419 12534 8912,'-17'0'0,"0"0"0,1-2 0,5-4 0,3 2 0,12-5 0,6-1 0,7 1 0,17 3 0,5-6 0,6-1 0,9-2 0,9-2 0,-2-1 0,0 1 0,6-8 0,-5-1 0</inkml:trace>
  <inkml:trace contextRef="#ctx0" brushRef="#br1" timeOffset="88">28704 12001 8912,'-17'-6'0,"0"0"0,-1 3 0,1 3 0,-2 7 0,-4 10 0,-6 10 0,-3 7 0,-1 9 0,5 6 0,5 7 0,6-5 0,5-5 0,6 0 0,5-2 0,14-4 0,4-11 0,10-12 0,-2-11 0,2-5 0,3-1 0,6-7 0,-1-5 0,3-11 0,-9-5 0,-4-5 0,-2-3 0,-6-2 0,-6-2 0,-3 0 0,-8 5 0,-2 3 0,-4 3 0,-5-2 0,-12 9 0,-4 6 0,-7 10 0,-1 5 0,1 1 0,-4 3 0,3 7 0,8 7 0,6 2 0,12 0 0,1-1 0,8-1 0</inkml:trace>
  <inkml:trace contextRef="#ctx0" brushRef="#br1" timeOffset="89">29083 12104 8912,'15'-11'0,"-2"1"0,-3 0 0,-2 1 0,-3 5 0,-5-4 0,0 10 0,0 4 0,0 5 0,0 7 0,0 5 0,0 3 0,0 9 0,0-1 0,0 1 0,-2-1 0,-3 0 0,3-5 0,-4 0 0,2-8 0,-2 2 0,5-4 0,-5-2 0,2-8 0,-2-3 0,4-8 0,-3-9 0,3-8 0,2-16 0,0-1 0,0-4 0,0 2 0,2-6 0,3 2 0,7 3 0,3 3 0,2 2 0,0 5 0,1 0 0,-1 16 0,0 2 0,2 7 0,4 4 0,-2 15 0,8 8 0,-8 9 0,2 7 0,-4 3 0,-2 2 0,0-6 0,1 2 0,-7 2 0,1-2 0,-1-5 0,6-7 0,-7-7 0,5-4 0,-5-9 0</inkml:trace>
  <inkml:trace contextRef="#ctx0" brushRef="#br1" timeOffset="90">19084 6980 8912,'8'-11'0,"4"-1"0,5-1 0,6-4 0,7-6 0,9-6 0,6-17 0,13-7 0,5-6 0,4-6 0,-33 29 0,-1-1 0,-2-1 0,-1 0 0,20-39 0,-14 1 0,-11 1 0,-16 9 0,-9 3 0,-9 5 0,-14 7 0,-6 7 0,-1 11 0,1 14 0,-4 10 0,5 9 0,1 3 0,0 9 0,2 11 0,4 7 0,4 16 0,6 12 0,3 5 0,10 17 0,4 0 0,5-2 0,12 6 0,6-3 0,5-5-182,6-1 0,-1-12 182,6-6 0,-1-4 0,2-1 0,-4-10 0,-7-9 0,-3-14 0,-3-12 0,0-5 0,-12-2 0,-4 0 0</inkml:trace>
  <inkml:trace contextRef="#ctx0" brushRef="#br1" timeOffset="91">30012 12310 8912,'-17'6'0,"0"0"0,-1-2 0,1-3 0,15-1 0,8-1 0,11-3 0,12-2 0,1-13 0,14 0 0,0-6 0,0-6 0,2-1 0,4-4 0,-4-3 0,-6-1 0,0-9 0,-4-1 0,-3-7 0,-1-4 0,-14-1 0,-7-1 0,-7 6 0,-8 13 0,-5 10 0,-9 9 0,-8 13 0,3 7 0,-8 10 0,2 7 0,3 13 0,-3 9 0,8 10 0,-2 13 0,6 6 0,5 4 0,5 4 0,7 3 0,2-9 0,3 4 0,5-12 0,7 1 0,8-10 0,4-5 0,1-2 0,-1-9 0,3-5 0,-3-10 0,4-2 0,1-3 0,-7-6 0,-4-12 0,3-19 0,1-11 0</inkml:trace>
  <inkml:trace contextRef="#ctx0" brushRef="#br1" timeOffset="92">31199 11726 8912,'10'0'0,"-2"0"0,-3 7 0,1 5 0,0 5 0,-6 4 0,2 4 0,3 2 0,-1-1 0,8 5 0,-1-4 0,-1-2 0,5-3 0,-4-4 0,5-3 0,1-4 0,0-3 0,0-8 0,-1-2 0,-3-2 0,-1-5 0,1-7 0,2 1 0,2-13 0,1 6 0,-1 0 0,-6-3 0,1 2 0,-1 2 0,-1 2 0,-3 9 0,1-5 0,-6 21 0,4-1 0,1 11 0,-1 7 0,0 3 0,-6 11 0,2 1 0,4 2 0,-5 2 0,5-2 0,-6-9 0,-6 3 0,3-5 0,-9-1 0,1-3 0,-7-8 0,1-7 0,0-4 0,0-6 0,0-6 0,-1-11 0,-6-10 0,-3-7 0</inkml:trace>
  <inkml:trace contextRef="#ctx0" brushRef="#br1" timeOffset="93">31062 11416 8912,'-18'-7'0,"1"-3"0,0 1 0,7 1 0,3 8 0,9 0 0,3 0 0,7 0 0,11 0 0,6 0 0,-5 0 0,17 0 0,-5 0 0</inkml:trace>
  <inkml:trace contextRef="#ctx0" brushRef="#br1" timeOffset="94">24815 13307 8912,'-2'-22'0,"-2"-1"0,-2 2 0,3 2 0,1 1 0,2 11 0,0 9 0,0 13 0,0 12 0,2 7 0,1 4 0,5 4 0,2 2 0,-1-6 0,5 3 0,-3-5 0,2-2 0,-3 1 0,1-3 0,3-3 0,1-6 0,2-6 0,1-6 0,-1-3 0,0-8 0,0-2 0,0-4 0,1-11 0,-1-12 0,-2-3 0,-1-2 0,-5-1 0,-1 1 0,-4-1 0,-10 1 0,2 5 0,-7 1 0,5 12 0,-6-1 0,1 12 0,-6 5 0,-1 11 0,7 18 0,-1 5 0,9 18 0,-3-1 0,4 3 0,2-1 0,2-1 0,4-1 0,3-7 0,8-4 0,8-11 0,4-6 0,5-12 0,7-5 0,-3-19 0,8-10 0,0-10 0,5-7 0,-7 2 0,-6-6 0,-5 0 0,-4 0 0,-10 0 0,-2-2 0,-2 4 0,-9 8 0,0 7 0,-6 4 0,-2 12 0,-4 5 0,4 4 0,-6 4 0,8 4 0,0 9 0,2 10 0,2 0 0,2 0 0,9 3 0,2-5 0,1 8 0,5-3 0,-4-3 0,-2-2 0,-8-4 0,-3-1 0,-4-1 0,-2 0 0,-2 0 0,-4 0 0,-5-1 0,-12-3 0,-6-3 0,-3-3 0,-3-1 0,1-6 0,2 0 0,3 0 0,-2-2 0,8-4 0,0-11 0,6-10 0</inkml:trace>
  <inkml:trace contextRef="#ctx0" brushRef="#br1" timeOffset="95">26002 13256 8912,'6'-12'0,"0"1"0,-2-2 0,-2-3 0,-10 7 0,-4 3 0,-3 6 0,-2 6 0,-8 5 0,-4 12 0,4 4 0,3 7 0,2 1 0,3-1 0,2 6 0,3 0 0,5 0 0,7-5 0,4-1 0,7 1 0,2-3 0,16-3 0,-6-4 0,6-8 0,5 0 0,6 0 0,-1 0 0,-11 1 0,3-9 0,-8-3 0,0 1 0,-6 1 0,-2 2 0,-3 3 0,-7-3 0,-10 1 0,-12 0 0,-12 7 0,-4 1 0,-1 4 0,-8-4 0,-4 4 0,-4-12 0,-1 4 0,-1-5 0</inkml:trace>
  <inkml:trace contextRef="#ctx0" brushRef="#br1" timeOffset="96">22612 14614 8912,'-27'-6'0,"3"-1"0,3-3 0,1-1 0,7-1 0,3 1 0,7-3 0,3 1 0,5 0 0,9 3 0,7 3 0,6-5 0,7 4 0,0 1 0,1-1 0,-1 2 0,1 8 0,-3 4 0,-3 6 0,1 9 0,-7 3 0,-2 5 0,-1 7 0,-5 6 0,-4 10 0,-3 1 0,-10 5 0,-6 3 0,-9 0 0,-8 6 0,-9-4 0,-2 2 0,-5-2 0,3-10 0,-8-9 0,0-4 0,2-7 0,-3-8 0,6-14 0,1-7 0,6-15 0,7-10 0,4-20 0,6 3 0,6-6 0,7 2 0,8 4 0,5 4 0,8 5 0,8-2 0,4 9 0,-2 4 0,1 7 0,3 7 0,7-2 0,2 4 0,-2 2 0,5 2 0,-3 4 0,0 4 0,-6 7 0,1 0 0,-1 0 0,1 0 0,-1 1 0,0-7 0,1-1 0,-1-3 0,1-3 0,-1-4 0,0-6 0,9-3 0,1-8 0</inkml:trace>
  <inkml:trace contextRef="#ctx0" brushRef="#br1" timeOffset="97">23541 14889 8912,'-11'-2'0,"0"-3"0,5 3 0,-6-4 0,1 4 0,-6 2 0,7 0 0,-5 0 0,13 0 0,-6 0 0,8 0 0,0-8 0,0-3 0,0-4 0,0-3 0,0 1 0,0 8 0,-6 3 0,1 12 0,-7 3 0,7 8 0,-7 6 0,6 0 0,1 0 0,5-6 0,0 1 0,0-1 0</inkml:trace>
  <inkml:trace contextRef="#ctx0" brushRef="#br1" timeOffset="98">12011 11148 6800,'18'-7'0,"56"-21"0,1-1 0,8 0 0,0 1 0,-3-4 0,-1 0 0,1 3 0,1 1 0,0 0 0,0 1 0,0 2 0,-1 2 0,-1 0 0,1 0 0,-2-1 0,0 0 0,5 0 0,1-1 0,-1-1 0,0 0 0,1 0 0,-2 1 0,-4-1 0,-1 0 0,1 0 0,1 0 0,1 1 0,1-1 0,2 0 0,2 0 0,1 0 0,0 1 0,-4 1 0,-1 2 0,-6 0 0,1 0 0,2 1 0,0 0 0,0 0 0,-1 2 0,-3 1 0,-2 1 0,-8 1 0,-2-2 0,-5 0 0,-1 0 0,-4-2 0,1 0 0,1 1 0,1 1-101,0-2 0,-1 0 0,-7 3 0,-1 0 101,35-12 0,-16-1-21,-8 7 1,-7 0 20,1 6 0,-1-6 0,7 2 0</inkml:trace>
  <inkml:trace contextRef="#ctx0" brushRef="#br1" timeOffset="99">8105 8579 8912,'-36'0'0,"0"0"0,-1 0 0,7 0 0,3 0 0,6 0 0,9 0 0,5-2 0,7-3 0,0-7 0,0-3 0,2 5 0,3 5 0,-3 3 0,8 2 0,-4 0 0,3 0 0,8 0 0,1 0 0,-1-6 0,0 0 0,6-1 0,0 1 0,8 2 0,-3-7 0,10-1 0,3-5 0,6-2 0,-1-2 0,6-4 0,5-2 0,4 4 0,8-5 0,-6 5 0,0-6 0,-1 8 0,1-2 0,-4-2 0,-9 2 0,-4 4 0,-6 6 0,2-2 0,-2 3 0,6-1 0,-6 1 0,8-3 0,-2 4 0,3-5 0,3-1 0</inkml:trace>
  <inkml:trace contextRef="#ctx0" brushRef="#br1" timeOffset="100">12390 7151 8709,'71'-16'0,"-6"-1"0,-4 0 0,-7 1 0,3 5 0,2-4 0,-1 3 0,-1 3 0,-5-3 0,-1 3 0,1-3 0,5-3 0,1 4 0,1-5 0,-2-1 0,6 0 0,4 0 0,2-2 0,0-4 0,2 4 0,3-4 0,-3 3 0,4 3 0,-7 0 0,-4 0 0,-5 0 0,-8 0 0,1-1 0,0 1 0,5 0 0,2 0 0,3 0 0,3-1 0,3 1 0,7 0 0,-6 0 0,0 0 0,-6-1 0,-48 14 0</inkml:trace>
  <inkml:trace contextRef="#ctx0" brushRef="#br2" timeOffset="101">18207 7049 8912,'-6'-11'0,"0"-1"0,-5 7 0,3-5 0,-1 2 0,3 3 0,-6 5 0,9 2 0,-3 3 0,4-1 0,2 8 0,6-7 0,-1 7 0,1-8 0,-6 3 0,0 1 0,0-6 0,8 5 0,-6-7 0,5 2 0,-7 4 0,8-4 0,-6 6 0,13-8 0,-11 5 0,8 1 0,-7 0 0,7-6 0,-7 0 0,7 0 0,-6 0 0,5 0 0,-5 0 0,5 0 0,-7 2 0,2 3 0,3-3 0,3 4 0,-2-4 0,1-2 0,-5 0 0,5 0 0,3 0 0,1 0 0,2 0 0,0 0 0,0 0 0,1 0 0,-1-2 0,0-4 0,0 4 0,1-7 0,-1 5 0,0-2 0,0 2 0,-5 1 0,-1-3 0,1 4 0,5-4 0,-6 2 0,1-1 0,-1 3 0,6-4 0,1-2 0,-1 3 0,-2-1 0,-3-2 0,3 6 0,-4-3 0,5-3 0,1 2 0,0-1 0,0 1 0,0 2 0,1-7 0,-1 5 0,0-4 0,0 1 0,1-1 0,-1 5 0,0-7 0,0 6 0,0-5 0,1 7 0,-1-2 0,-6-1 0,1-1 0,1 0 0,2 1 0,3-1 0,-1 2 0,0 3 0,0-9 0,0 6 0,1-5 0,-1 1 0,0-1 0,0-2 0,1 7 0,-1-6 0,0 7 0,0-7 0,0 6 0,1-5 0,-1 5 0,0 2 0,0-3 0,0 1 0,1 0 0,-1 6 0,0-5 0,0-1 0,0-2 0,1 2 0,5 5 0,1-7 0,1 2 0,0 0 0,0-5 0,-2 5 0,-2-5 0,8 5 0,-3-5 0,3 5 0,4-6 0,-5 7 0,3-7 0,-2 7 0,3-9 0,-3 5 0,3-3 0,3 1 0,-1 1 0,1-1 0,-1-5 0,0 5 0,-5 1 0,0-1 0,-3 5 0,3-5 0,2 7 0,-8-4 0,-2 3 0,-2-1 0,-2 0 0,0 6 0,0-6 0,1 1 0,-7-7 0,1 6 0,-1-1 0,6 3 0,1-2 0,-1 2 0,-6-3 0,1 1 0,-1-2 0,6 3 0,1 3 0,-1-8 0,0 4 0,0 3 0,0-9 0,1 8 0,-1-3 0,0 1 0,0 0 0,2-5 0,4 5 0,-4-5 0,4 5 0,2-6 0,-2 7 0,2-9 0,-2 3 0,4 1 0,5-1 0,-1-3 0,-2-1 0,-1 0 0,7 3 0,-7-3 0,1 4 0,-8-5 0,2-1 0,2 6 0,-2-1 0,5 3 0,-5-3 0,0-1 0,-5 7 0,-1-7 0,0 1 0,0 3 0,0-1 0,1 1 0,-1-1 0,6 1 0,0-3 0,5-3 0,-5 3 0,6 3 0,-6-3 0,2 3 0,-2-3 0,-4-1 0,4 7 0,-2-1 0,0 3 0,2-2 0,-2 2 0,-2-3 0,-2 1 0,-5-2 0,-1 2 0,1 5 0,5-5 0,0-2 0,0 2 0,-5-1 0,-1 1 0,1 2 0,5-7 0,0 7 0,0-4 0,0 3 0,1-1 0,1-2 0,4 2 0,-4 5 0,6-9 0,-8 4 0,0 2 0,0-7 0,1 7 0,-1-2 0,0-1 0,0-1 0,0-1 0,1 3 0,-1-6 0,0 9 0,0-3 0,0-2 0,1 3 0,1-7 0,4 6 0,-4-7 0,4 1 0,2 3 0,-1-3 0,1 1 0,0 1 0,0-5 0,-2 4 0,-4 1 0,4-1 0,4-1 0,-8-3 0,4 3 0,-4 3 0,-2 3 0,-5 4 0,-1-3 0,3 3 0,-5-4 0,3 0 0,-7 0 0,7 6 0,-1-5 0,6-1 0,1-5 0,-1 5 0,0-2 0,0 2 0,1 3 0,-1-7 0,0 2 0,0 5 0,0-5 0,1 2 0,-1-5 0,0 5 0,6-5 0,0 5 0,0-2 0,-6 2 0,6 3 0,0-9 0,8 3 0,-3-5 0,3 5 0,-3 1 0,5-3 0,-4 5 0,3-6 0,3 7 0,-9-7 0,-3 6 0,2-5 0,-2 5 0,6-1 0,-6 3 0,-2-2 0,-2 0 0,-2 6 0,0-5 0,1-1 0,-7 0 0,0 6 0,-5-6 0,6 1 0,-1-1 0,6 0 0,1 1 0,-1-1 0,0-2 0,6 6 0,0-3 0,0-3 0,-6 2 0,6-5 0,0 5 0,6-7 0,-6 1 0,5 3 0,-5-3 0,2 6 0,-2-5 0,-4 5 0,4-3 0,-4 1 0,-2 4 0,-5-3 0,-1 1 0,-1-2 0,1 2 0,5 4 0,-5-3 0,-1-3 0,1 2 0,1-5 0,5 3 0,2 1 0,4-1 0,-4-3 0,4 5 0,-2-6 0,2 7 0,-4-9 0,4 3 0,-2 1 0,2-1 0,-4 5 0,4-5 0,-4 7 0,-2-4 0,1 2 0,-1 1 0,0-7 0,0 6 0,0-7 0,6 9 0,0-7 0,0 5 0,-6-5 0,3 5 0,1-4 0,2 1 0,-2-1 0,3 4 0,-1-5 0,0 5 0,-5-5 0,4 5 0,1-5 0,0 7 0,-5-2 0,-1-3 0,0 7 0,0-6 0,0 0 0,1 5 0,-1-9 0,-6 8 0,1-1 0,-3 1 0,3-2 0,3 4 0,-3-6 0,3 3 0,2-1 0,0 0 0,0 0 0,1 1 0,1-1 0,4 6 0,-4-6 0,4 1 0,-4-3 0,-2 4 0,0-2 0,1 3 0,-1 1 0,0 2 0,0-6 0,0 0 0,-5 0 0,-1 6 0,1-5 0,5-1 0,0 0 0,0 4 0,1-1 0,-1-3 0,0-2 0,0 2 0,1 5 0,-1-5 0,0-2 0,0 2 0,0 1 0,1 5 0,-7-6 0,0 0 0,3 2 0,1 2 0,2-5 0,1 5 0,-1-11 0,0 7 0,-6 0 0,1 6 0,-8-2 0,2-4 0,3 5 0,3-5 0,-3 2 0,3-2 0,-1 4 0,4-7 0,-3 3 0,3 4 0,-3-4 0,-3 5 0,3 1 0,-1-6 0,6 0 0,1-7 0,-1 11 0,0-6 0,-2 6 0,-3-4 0,3 5 0,-5-7 0,7 6 0,0-2 0,0-2 0,-5 1 0,-1 5 0,1-6 0,5 0 0,0 1 0,0 5 0,0-2 0,1-4 0,-7 4 0,1-4 0,-1 2 0,-1-1 0,5 3 0,-4-4 0,-1 4 0,1 2 0,-7-2 0,2-3 0,4 3 0,-1-6 0,3 6 0,-1-4 0,-5 4 0,5-3 0,-7 3 0,4 2 0,-8 0 0,0 0 0,-8 0 0,-17 0 0,-15 0 0,-31 0 0,-15 0-415,31 0 1,-3 0-1,-2 0 1,-2 0 0,-7 0-1,0 0 1</inkml:trace>
  <inkml:trace contextRef="#ctx0" brushRef="#br2" timeOffset="102">8466 9503 8912,'-17'11'0,"-5"0"0,-1 6 0,-2 0 0,2 1 0,4-1 0,-4 0 0,-2 0 0,0 0 0,0 1 0,0-1 0,0 0 0,2 0 0,4-2 0,-4-3 0,-1 1 0,1-7 0,0 5 0,5-5 0,1 0 0,0-4 0,0 2 0,0 1 0,-6 3 0,0-2 0,0-4 0,6 3 0,-1 3 0,1-2 0,-6 5 0,0-5 0,0 2 0,6-5 0,-2 5 0,-4 2 0,4-5 0,-4 7 0,-2-3 0,2 3 0,-7 3 0,1-3 0,-2 3 0,3 2 0,-5-2 0,4-1 0,-3-1 0,-2 6 0,-1-4 0,1 3 0,-1 3 0,1-10 0,-2 14 0,-5-8 0,5-2 0,-4-3 0,-2-1 0,2 5 0,0-3 0,-3-2 0,7 1 0,-4 5 0,4 0 0,1 0 0,-1 1 0,0-1 0,-1 0 0,5 0 0,7 0 0,-4 1 0,8-1 0,-2 0 0,2-2 0,-2-3 0,4 3 0,-4-3 0,2-3 0,0 1 0,-2-1 0,2 1 0,-4-1 0,2 3 0,-7 3 0,1-3 0,-3 3 0,-3 2 0,1 0 0,-1 0 0,1 1 0,1-1 0,3-2 0,1-4 0,6 5 0,-6-5 0,7 5 0,-7 1 0,8-6 0,-2 1 0,-4-3 0,-2 3 0,-1 3 0,-1-6 0,3 3 0,-3-1 0,-2 1 0,-1 5 0,-6-5 0,0-1 0,-6 0 0,6 7 0,0-3 0,5-4 0,-3 5 0,2-7 0,3 3 0,1-1 0,5-1 0,-2 1 0,2 4 0,-1-3 0,3-3 0,8 3 0,-1-8 0,1 1 0,-6 3 0,0 0 0,2-1 0,2 1 0,0 4 0,-4-7 0,-2 7 0,-4-7 0,-3 7 0,3-6 0,-3 7 0,-3-2 0,1-1 0,0 1 0,-1 3 0,1 1 0,-1 0 0,1-3 0,-1 3 0,1-3 0,0 3 0,-1 2 0,3-2 0,3-3 0,-7 3 0,5-5 0,2 1 0,3 1 0,-3-3 0,6 3 0,-6 1 0,6-7 0,-5 1 0,5-1 0,-2-4 0,2 4 0,2 1 0,-8-1 0,8 2 0,-2-4 0,4 3 0,2 3 0,-6-6 0,0 1 0,-2 5 0,2 1 0,2-1 0,-7 1 0,-1-1 0,-6 1 0,1 5 0,0-5 0,-3 6 0,-3 6 0,-4-4 0,-7 4 0,-1-4 0,0-1 0,-1 4 0,-5 1 0,11 0 0,-5-6 0,12 1 0,0-1 0,3 0 0,3 0 0,1-5 0,5-1 0,3-7 0,8 4 0,-1-3 0,1 1 0,-2 6 0,-4-7 0,4 3 0,-4-2 0,2-2 0,-2 7 0,2-5 0,-8 5 0,8-5 0,-3 5 0,-1 1 0,-4-3 0,2 5 0,-1-9 0,5 9 0,-6-3 0,6 3 0,-6-3 0,6 4 0,-5-3 0,7 1 0,-2 1 0,2-3 0,-2 2 0,4 1 0,-4-3 0,4 5 0,1-5 0,-1-1 0,-4 1 0,4 1 0,-4 3 0,4-2 0,2-1 0,-2-7 0,-4 7 0,4-3 0,-4 3 0,2 3 0,-2-3 0,4-3 0,-4 3 0,-2-3 0,2 3 0,-6 3 0,4-6 0,-1 3 0,-5-1 0,6 1 0,2 5 0,-2 0 0,2 0 0,-2 1 0,3-1 0,1 0 0,-8 0 0,6 0 0,-6 1 0,1 1 0,1 4 0,-6-4 0,5 4 0,1-4 0,-2-2 0,2 6 0,-1 0 0,1-2 0,6-8 0,-2-1 0,2 1 0,8-3 0,1 1 0,2-5 0,-1 5 0,1-7 0,5 2 0,3-4 0,-6-2 0,8 0 0,-8 0 0,7 0 0,-7 0 0,8 0 0,0 0 0,-8 0 0,6 7 0,-5-5 0,-1 6 0,6-8 0,-5 0 0,7 7 0,1-3 0,5 8 0,6 1 0,3 2 0,2 3 0,0-1 0</inkml:trace>
  <inkml:trace contextRef="#ctx0" brushRef="#br2" timeOffset="103">24350 14735 8912,'0'17'0,"0"0"0,0 0 0,2 0 0,4 0 0,-2-1 0,7-5 0,-7-3 0,11-16 0,-5-1 0</inkml:trace>
  <inkml:trace contextRef="#ctx0" brushRef="#br2" timeOffset="104">24316 15010 8912,'0'-12'0,"0"1"0,0-3 0,-2 7 0,-4 1 0,4 4 0,-5 10 0,7 3 0,0-1 0,2 1 0,3 3 0,-1-7 0,8-1 0,5-4 0,6-2 0,5-2 0,-5-4 0,8-5 0,-2-12 0,1-6 0,-1-3 0,2-12 0,-9-8 0,-4-7 0,-9-10 0,-1 0 0,-4 1 0,-10-1 0,-6 0 0,-3 12 0,-2 11 0,0 4 0,0 30 0,-1 1 0,3 17 0,4 11 0,-3 17 0,8 18 0,1 9 0,5 13 0,2 5-219,3 7 1,3-2 218,4-4 0,9-4 0,-4-7 0,11-10 0,1-5 0,4-10 0,1-8 0,6-7 0,0-18 0,0-3 0,-5-8 0,-1-8 0,1 3 0,-1-13 0,1-3 0</inkml:trace>
  <inkml:trace contextRef="#ctx0" brushRef="#br2" timeOffset="105">25658 14820 8912,'-9'-17'0,"1"0"0,0 0 0,6 9 0,-3 10 0,3 13 0,2 12 0,0 0 0,0 2 0,5-1 0,1 7 0,-2-3 0,-2-3 0,4 1 0,-1-7 0,7 6 0,-6-6 0,5-6 0,-3-7 0,1-3 0,3 7 0,5-5 0</inkml:trace>
  <inkml:trace contextRef="#ctx0" brushRef="#br2" timeOffset="106">25693 14700 8912,'-18'-11'0,"1"-1"0,0-1 0,0-1 0,1 1 0,5 2 0,3 7 0,8-4 0,2 8 0,4 0 0,5 0 0,10 0 0,4 0 0,0 0 0,0 0 0,4 0 0,-6 0 0,7 8 0,-3 1 0</inkml:trace>
  <inkml:trace contextRef="#ctx0" brushRef="#br2" timeOffset="107">25916 14803 8912,'8'10'0,"-6"5"0,5-5 0,-7 7 0,0 0 0,0 0 0,0 0 0,0 1 0,0-7 0,0 1 0,-5-1 0,-1 6 0,2 0 0,2 1 0,2-7 0,0 1 0,0-9 0,0-3 0,0-11 0,6-6 0,0-6 0,1-2 0,-1-4 0,-2-1 0,7 7 0,-5 0 0,6 6 0,-7-4 0,7 3 0,-1-3 0,7 14 0,-1-5 0,0 5 0,0 14 0,0 5 0,2 3 0,4 2 0,-3 6 0,2 0 0,3 0 0,-2-6 0,8-1 0,-2-5 0,-3 2 0,3-7 0,0 0 0,5-6 0</inkml:trace>
  <inkml:trace contextRef="#ctx0" brushRef="#br2" timeOffset="108">26519 14563 8912,'-10'-8'0,"-5"6"0,5-6 0,-7 8 0,5 4 0,1 8 0,0 7 0,-5 15 0,3 2 0,1 5 0,9 3 0,-3 7 0,4-1 0,2-4 0,2 1 0,4-7 0,3-1 0,8-11 0,6-5 0,0-11 0,0-5 0,-6-7 0,2-3 0,4-9 0,-3-1 0,2-16 0,-2 0 0,-3-5 0,0-6 0,-2 0 0,-3 0 0,-6-2 0,1 5 0,-1-1 0,-2 8 0,-2 7 0,-2 4 0,0 5 0,0 8 0,0 12 0,0 9 0,0 8 0,0-2 0,0 8 0,5-2 0,1 1 0,8 3 0,-3-8 0,6 0 0,6-6 0,-2 0 0,8 0 0,-2-7 0,1-4 0,5-4 0,-5-2 0,5-8 0,1-3 0,-7-5 0,-4-1 0,-4-2 0,-2-4 0,1 4 0,-1-4 0,-8-2 0,-3 2 0,-4 0 0,6 6 0,-6 8 0,5 9 0,-7 11 0,2 4 0,4 3 0,3-1 0,9 0 0,-1-2 0,0-3 0,0 1 0,1-7 0,-1 5 0,0-5 0,0 0 0,0-6 0,1 0 0,-1-2 0,0-4 0,0-5 0,-7-5 0,-4-1 0,-5 0 0,-1-2 0,0-2 0,0-2 0,0 0 0,0 6 0,-7 0 0,-5-1 0,3 9 0,-3 3 0,1 4 0,-6 2 0,1 14 0,5 3 0,-3 6 0,9 0 0,-1-4 0,6 4 0,0 1 0,0-1 0,2-2 0,2-7 0,3-3 0,3 3 0,1-7 0,7-1 0,1-4 0,0-4 0,-2-4 0,4 2 0,-9-7 0,-3 1 0,3-1 0,-1-4 0,-1 5 0,-1-1 0,-3-1 0,-4 8 0,5-3 0,-7-1 0,0 6 0,0-5 0,6 5 0,0-4 0,7 4 0,-9-6 0,8 8 0,-9 0 0,7 0 0,-6-2 0,2-3 0,-1 3 0,-3-6 0,4 8 0,-4 0 0,7 0 0,-3 0 0,-4-8 0,13 7 0,-13-9 0,4 4 0,-4 4 0,6-5 0,-7 7 0,7 0 0,-8-2 0,0-4 0,0 4 0,0-5 0,0 7 0,0 0 0,8 0 0,-4-6 0,7 0 0,-7-7 0,9 9 0,-5-8 0,1-1 0,-3 0 0,6 1 0,-8-3 0,3 11 0,-7-7 0,8 7 0,-6-11 0,5 13 0,-7-6 0,0 0 0,-2 6 0,-3-3 0,1 3 0,-8 2 0,-1 0 0,5 2 0,3 3 0,-5-3 0,-1 4 0,3 4 0,-7-8 0,13 13 0,-14-6 0,15 9 0,-7-1 0,8 0 0,2 0 0,4 0 0,5 1 0,-1-1 0,1 0 0,1-2 0,5-3 0,0 3 0,0-4 0,0 5 0,1 1 0,-1 0 0,0 0 0,0 0 0,-7 1 0,-4-1 0,-5 0 0,-1 0 0,0 0 0,0 1 0,0-1 0,-1-6 0,-5 1 0,-4-1 0,-7 5 0,0-5 0,0-3 0,-1-8 0,1 2 0,0 1 0,0 3 0,0-2 0,-1-2 0,1-2 0,8-8 0,3-3 0,4-5 0,2-1 0,0-8 0,0-1 0</inkml:trace>
  <inkml:trace contextRef="#ctx0" brushRef="#br2" timeOffset="109">27981 14614 8912,'0'10'0,"0"5"0,0-13 0,2 6 0,4-8 0,-2 0 0,7 0 0,3 0 0,1 0 0,8-8 0,0-4 0,0-3 0,-6-2 0,0 0 0,0 0 0,-1-3 0,-5-2 0,-3 2 0,-8-2 0,0 2 0,0 3 0,-8 6 0,-3-1 0,-5 8 0,-1-1 0,-6 5 0,0 5 0,2 7 0,2 3 0,-4 10 0,0 4 0,2 9 0,8 4 0,3 2 0,3 4 0,1-4 0,6 1 0,8-6 0,3 1 0,10-12 0,2-5 0,13-11 0,-1-6 0,11-5 0,0-1 0,3-15 0,3-8 0,-6-7 0,0-5 0,-4-5 0,0 0 0,-10 0 0,-5-2 0,-4 6 0,-6-4 0,-2 3 0,-3 3 0,-4 1 0,-8 5 0,0 3 0,0 0 0,-8 14 0,-2-5 0,-1 18 0,-1 4 0,9 5 0,-3 12 0,4 4 0,2 7 0,0 3 0,0 3 0,6-4 0,-1 4 0,7-5 0,-6-7 0,7 5 0,-3-6 0,-1-1 0,-3-3 0,-4-4 0,-2-2 0,-2 1 0,-4-1 0,-5-2 0,-12-3 0,-12 1 0,-11-7 0,-5 7 0,-7-1 0,5-5 0,-6 1 0</inkml:trace>
  <inkml:trace contextRef="#ctx0" brushRef="#br2" timeOffset="110">29255 13926 8912,'-35'0'0,"1"0"0,-1 0 0,1 0 0,0 4 0,-1 6 0,1 7 0,-1 19 0,1 6 0,1 12 0,5 9 0,3 6 0,8 5 0,0 4 0,-1 8 0,9-9 0,3-6 0,6-10 0,6-8 0,3-5 0,9-16 0,1-5 0,4-10 0,-2-7 0,7-10 0,-1-10 0,2-7 0,3-8 0,-5-9 0</inkml:trace>
  <inkml:trace contextRef="#ctx0" brushRef="#br2" timeOffset="111">29392 14219 8912,'0'-12'0,"0"1"0,0 5 0,0-5 0,-1 7 0,-5-2 0,2 4 0,-8 2 0,7 0 0,-7 0 0,7 0 0,-7 0 0,6 8 0,-3 3 0,1 5 0,4 1 0,2 0 0,2 0 0,0 6 0,0 0 0,0 2 0,0-2 0,0-2 0,0 7 0,6-7 0,0 2 0,5-4 0,-5-1 0,7-1 0,-1 0 0,1 0 0,-1 0 0,3-5 0,-3-1 0,1 1 0,-2 5 0,-1 0 0,-4 0 0,-4 1 0,3-1 0,-5 0 0,-5 0 0,-1 0 0,-11 1 0,3-1 0,-11-2 0,2-2 0,1-1 0,-7-8 0,6 1 0,-8-10 0,12-13 0,-6-8 0</inkml:trace>
  <inkml:trace contextRef="#ctx0" brushRef="#br2" timeOffset="112">29651 14012 8912,'0'-11'0,"0"-1"0,-8 9 0,6 3 0,-4 11 0,4 12 0,2 6 0,0 5 0,0 6 0,0-2 0,0 8 0,0-6 0,0 6 0,2-2 0,4 2 0,4-10 0,7-7 0,0-8 0,0 2 0,0-4 0,8-17 0,2-4 0</inkml:trace>
  <inkml:trace contextRef="#ctx0" brushRef="#br2" timeOffset="113">29960 14236 8912,'-9'17'0,"-7"0"0,5 1 0,-4 4 0,-3 1 0,7 8 0,0-2 0,5-3 0,-6 3 0,8-6 0,-1 6 0,5-14 0,5 0 0,7-5 0,3-5 0,2-5 0,1-2 0,-1-3 0,0-11 0,0-6 0,1-7 0,-1 6 0,-8-8 0,-3 3 0,-4 1 0,-2-2 0,0 8 0,0-2 0,0 4 0,-8 4 0,-3 4 0,1 3 0,-1 8 0,-1 8 0,-3 1 0,4 8 0,3 1 0,10-1 0,4 0 0,3 0 0,8 0 0</inkml:trace>
  <inkml:trace contextRef="#ctx0" brushRef="#br2" timeOffset="114">30132 14322 8912,'10'-8'0,"-4"-3"0,-4 1 0,-2-1 0,0 5 0,0-5 0,0 7 0,0-2 0,0 12 0,0 5 0,0 12 0,0 6 0,0 11 0,0 4 0,0 7 0,0 1 0,0 0 0,0-1 0,0-1 0,0-2 0,0-3 0,0-3 0,0-1 0,0-3 0,0-15 0,0 0 0,0-6 0,0 0 0,0-7 0,0-3 0</inkml:trace>
  <inkml:trace contextRef="#ctx0" brushRef="#br2" timeOffset="115">30098 14373 8912,'0'-17'0,"0"0"0,0 6 0,0-1 0,0 1 0,2-1 0,4 1 0,3 7 0,8-2 0,1 4 0,-1 2 0,0 0 0,0 0 0,0 2 0,1 4 0,-1-2 0,0 7 0,-7 1 0,-3 5 0,-7 0 0,0 0 0,0 0 0,-2 6 0,-3 0 0,1-2 0,-8-9 0,8 3 0,-1-3 0,-5-5 0,1 1 0</inkml:trace>
  <inkml:trace contextRef="#ctx0" brushRef="#br2" timeOffset="116">30459 14305 8912,'0'-10'0,"-7"3"0,5 7 0,-6 0 0,8 0 0,8 0 0,5 0 0,8 0 0,-2 0 0,4 0 0,-4 0 0,-1 0 0,-1-2 0,0-4 0,-2 2 0,-3-7 0,-5 5 0,-7-6 0,0 9 0,-7-11 0,-5 8 0,-3 3 0,-2 1 0,-6 9 0,0 5 0,0 3 0,6 2 0,0 2 0,-1 2 0,1 4 0,0 2 0,7 0 0,5 1 0,5-1 0,5-4 0,7-4 0,11 4 0,9-11 0,8-7 0,8-3 0,-4-17 0,8-4 0</inkml:trace>
  <inkml:trace contextRef="#ctx0" brushRef="#br2" timeOffset="117">30907 14116 8912,'-12'0'0,"1"0"0,-3 0 0,7 0 0,1 0 0,12 0 0,5 0 0,12-6 0,6 0 0,-2 0 0,1 6 0,-1 0 0,2 0 0,1 2 0,-7 4 0,-2 7 0,-2 8 0,-3 0 0,-5 8 0,-3-6 0,-8 6 0,-2-1 0,-4 5 0,-3-3 0,-1-1 0,-5-6 0,3 6 0,-1-8 0,2 2 0,-5-6 0,5-6 0,-5 4 0,-1-5 0</inkml:trace>
  <inkml:trace contextRef="#ctx0" brushRef="#br2" timeOffset="118">31543 14098 8912,'-17'0'0,"0"0"0,0 0 0,-2 10 0,0 5 0,1 6 0,-1 4 0,14-2 0,-1 2 0,6 3 0,0 5 0,0-4 0,7-5 0,5-1 0,9-9 0,2-3 0,2-7 0,-4 2 0,2-6 0,-2-6 0,-2-4 0,-2-7 0,0-6 0,1 0 0,-9-7 0,-3 3 0,-4-2 0,-2 1 0,0 1 0,0-2 0,-6-1 0,0 7 0,-7 0 0,1 6 0,-11 7 0,4-3 0,-4 7 0,4 0 0,10 6 0,1 0 0</inkml:trace>
  <inkml:trace contextRef="#ctx0" brushRef="#br2" timeOffset="119">31784 13411 8912,'0'-12'0,"0"1"0,2 7 0,4-2 0,6 4 0,3 2 0,10 2 0,3 4 0,11 13 0,1 15 0,-4 12 0,-5 10 0,-3 11 0,-10 7 0,-5 10-392,-13 2 0,-10 6 392,3-44 0,-3 1 0,-1 0 0,-3 0 0,-22 38 0,-4-4 0,-6-5 0,2-4 0,-2-5 0,-7 0 0,-9 0 0</inkml:trace>
  <inkml:trace contextRef="#ctx0" brushRef="#br2" timeOffset="120">24763 16110 8912,'-5'-11'0,"-1"-1"0,-2 6 0,4-5 0,-3-1 0,-3 3 0,4-6 0,-5 3 0,-1-3 0,-5-2 0,0-1 0,0 9 0,0 3 0,-1 4 0,1 4 0,0 4 0,0 9 0,0 8 0,1 8 0,5-3 0,3 5 0,1 1 0,5-5 0,-4-1 0,4-7 0,2 2 0,8-3 0,3-3 0,4-8 0,3-3 0,5-4 0,1-4 0,1-4 0,0-5 0,4-6 0,-6-6 0,-2 2 0,-10-8 0,5 6 0,-5-6 0,-3 8 0,-3-2 0,-3 4 0,-2 2 0,0 0 0,0 0 0,0 7 0,0 5 0,0 10 0,0 7 0,0 11 0,2 3 0,4 9 0,3-7 0,9 1 0,-1-6 0,2 2 0,2-4 0,2-6 0,6-9 0,-6 0 0,7-6 0,-1-6 0,-4-9 0,-2-8 0,-4-8 0,-2 2 0,0-3 0,0-2 0,-7-1 0,-4 3 0,-4 1 0,-2 3 0,0 6 0,0 0 0,-2 10 0,-4 6 0,4 4 0,-6 16 0,8 3 0,0 14 0,0 3 0,0 10 0,0 6 0,8-5 0,4 1 0,3-6 0,2 6 0,2-13 0,4 1 0,-4-5 0,4-1 0,-11-3 0,-7-8 0,-3 1 0,-9-3 0,-5-4 0,-11 3 0,-5-9 0,-5 3 0,-1-2 0,-1-4 0,1 4 0,7-12 0,4-6 0,4-3 0,2-2 0</inkml:trace>
  <inkml:trace contextRef="#ctx0" brushRef="#br2" timeOffset="121">25693 15938 8912,'-8'-6'0,"8"1"0,9 1 0,7 2 0,1 2 0,2 2 0,2 3 0,4 7 0,2 3 0,-6-1 0,2 3 0,2-4 0,-4 10 0,-4-4 0,-4-2 0,-7 6 0,5 0 0,-7 6 0,2-6 0,-12 7 0,-5-1 0,-5-4 0,-1-2 0,0-4 0,0-2 0,0-2 0,-1-3 0,1-5 0,0-7 0</inkml:trace>
  <inkml:trace contextRef="#ctx0" brushRef="#br2" timeOffset="122">26157 15835 8912,'-17'17'0,"-6"0"0,0 0 0,-6 1 0,6-1 0,-5 2 0,5 4 0,4 6 0,5 3 0,1 2 0,7 1 0,2-3 0,10-3 0,4 1 0,7-7 0,8 0 0,3-5 0,5-9 0,1-3 0,3-4 0,3-2 0,-4-2 0,4-4 0,4-11 0,0-10 0</inkml:trace>
  <inkml:trace contextRef="#ctx0" brushRef="#br2" timeOffset="123">26708 15886 8912,'0'10'0,"0"5"0,0-5 0,0 7 0,0-5 0,0-1 0,-6 0 0,0 7 0,3-1 0,1 0 0,2 0 0,0 0 0,0-7 0,-8 5 0,-2-5 0</inkml:trace>
  <inkml:trace contextRef="#ctx0" brushRef="#br2" timeOffset="124">26605 15766 8912,'0'-17'0,"0"0"0,7 0 0,3-1 0,7 9 0,0 3 0,0 12 0,3-2 0,3 7 0,-2-1 0,7 3 0,1-3 0,-2-3 0,5 7 0,-3-3 0,1-1 0,-1 1 0,-4-5 0,-8 5 0,0-5 0,1 5 0,-7-5 0,1 6 0,-7-3 0,5 5 0,-2-3 0,-5 2 0,-1 3 0,-2 1 0,0 0 0,0 0 0,-2 0 0,-3 1 0,1-7 0,-8 1 0,7-1 0,-7 6 0,8-7 0,-3-3 0,7-14 0,0-5 0,0-5 0,0-6 0,2-4 0,3-5 0,7 1 0,3 3 0,2 1 0,0-2 0,1-1 0,-1 7 0,0 0 0,0 6 0,0 7 0,1 3 0,-3 8 0,-2 5 0,-1 6 0,-6 9 0,5 2 0,-5 5 0,5-5 0,-5 6 0,5-6 0,-5 0 0,6-6 0,-7-2 0,7-3 0,-8-5 0,11-7 0,-5 0 0</inkml:trace>
  <inkml:trace contextRef="#ctx0" brushRef="#br2" timeOffset="125">27465 15611 8912,'-10'8'0,"-3"-4"0,7 7 0,-7 1 0,2 5 0,1 2 0,0 6 0,1 7 0,-1 7 0,6 1 0,-1-6 0,3 0 0,2 1 0,7-3 0,5-3 0,5-4 0,4-10 0,2-3 0,-2-7 0,4-3 0,-2-2 0,0-2 0,-6-3 0,2-7 0,4-11 0,-6 2 0,1-7 0,-3 1 0,-9-2 0,5-3 0,-5 5 0,0 0 0,1 4 0,-5-4 0,8 8 0,-5-4 0,-3 12 0,8 3 0,-4 8 0,-3 0 0,9 2 0,-1 4 0,-1 5 0,5 7 0,-3 5 0,3-4 0,2 4 0,0-4 0,1-2 0,-1 0 0,0-5 0,0-3 0,0-1 0,1-4 0,-1-3 0,0-1 0,0-1 0,1-5 0,-3-4 0,-4-7 0,5-2 0,-5-4 0,-1 2 0,-1-6 0,-1 2 0,-4 4 0,-2-5 0,-2 7 0,0-4 0,-2 11 0,-4 6 0,2 5 0,-7 1 0,5 7 0,-6 5 0,9 3 0,-3 2 0,4 2 0,2 2 0,0 2 0,0-2 0,2-2 0,4-2 0,5-1 0,12-5 0,-2 3 0,8-9 0,1 1 0,9-6 0,3-2 0,2-4 0,-4-3 0,6-8 0,-8 5 0,2 1 0,-6-1 0,-5-5 0,-4 0 0,-8 0 0,-2 0 0,-3-1 0,-4 1 0,-8 0 0,0 0 0,-8 7 0,-4 4 0,3-1 0,-3 1 0,1 0 0,-4 8 0,3 4 0,5-2 0,5 7 0,-4 3 0,4 1 0,-4 2 0,4-5 0,2-1 0,0-5 0,0 5 0,8-7 0,-4 9 0,7-7 0,-7 0 0,6-6 0,-5 0 0,-1 0 0,8 0 0,-7 0 0,7 0 0,-6 0 0,5 0 0,3 0 0,-5 0 0,3 0 0,-1 0 0,6 0 0,0 0 0,-5-6 0,-1 0 0,3 3 0,1-5 0,2 2 0,0-7 0,1 1 0,-7 3 0,1-3 0,-1 1 0,6-6 0,-5 1 0,-1 5 0,-5-4 0,4 3 0,-3-3 0,-3-2 0,0 7 0,2 5 0,-4 1 0,3-2 0,-3 4 0,-2 2 0,0 12 0,6 5 0,0 4 0,-1 4 0,3 1 0,-6 3 0,4 5 0,-4 1 0,-2-1 0,1-1 0,5-5 0,-4 5 0,2-7 0,-6 1 0,-4-4 0,-7-4 0,3-3 0,-7-5 0,0-3 0,0-10 0,0-4 0,7 2 0,4-7 0,-1-1 0,1-5 0,2 0 0,2 0 0,2-1 0,0 1 0,0 0 0,6 0 0,1 0 0,3-1 0,3 1 0,3 6 0,1-1 0,0 3 0,0-3 0,6-3 0,0 6 0,0-3 0,2 1 0,-4-1 0,8-5 0,-8 0 0,2 0 0,2-1 0,-2 1 0,-1-2 0,3-4 0,-11 4 0,3-4 0,-6 4 0,1 2 0,1 0 0,-7-1 0,0 9 0,-8 1 0,-4 8 0,-5 2 0,-5 4 0,-1 9 0,0 8 0,0 8 0,-1-3 0,3 5 0,2-1 0,3-1 0,3-3 0,1-1 0,6 2 0,0 1 0,0-7 0,13-2 0,6-7 0,6-5 0,6-1 0,1-2 0,3-6 0,-1-8 0,1-3 0,-1-7 0,0-5 0,-5-3 0,-2-7 0,-2 3 0,-4 1 0,-2 0 0,-2-5 0,-7 2 0,-5 3 0,-3 4 0,-2 8 0,0 0 0,0-1 0,0 9 0,-7 1 0,5 16 0,-4 3 0,6 5 0,6 1 0,3 2 0,7 2 0,-3 4 0,-2 2 0,-5-1 0,6 3 0,-9 1 0,3-7 0,-4 6 0,-6-4 0,-5 0 0,-8 0 0,-20 5 0,-3-1 0,-10-2 0,-7 1 0,-12-7 0,-9 4 0</inkml:trace>
  <inkml:trace contextRef="#ctx0" brushRef="#br2" timeOffset="126">8346 16196 8912,'-9'-8'0,"-7"4"0,5-5 0,-3-1 0,1 3 0,2-1 0,1 0 0,-3 5 0,1-3 0,8 0 0,-3 6 0,7 0 0,0 0 0,7 0 0,-5 0 0,6 0 0,-8 0 0,0 0 0,0-7 0,0 5 0,0-14 0,0 5 0,0 1 0,0-1 0,0-3 0,0-1 0,0-2 0,6 0 0,-1 0 0,1-1 0,-6 1 0,0-8 0,0-3 0,0 1 0,0-2 0,0 1 0,0-7 0,0-1 0,2 0 0,2-1 0,2 5 0,-1 1 0,-5-3 0,0 5 0,0 1 0,0 1 0,0-2 0,2-3 0,4 3 0,-4-3 0,4-3 0,-4 1 0,-2 0 0</inkml:trace>
  <inkml:trace contextRef="#ctx0" brushRef="#br2" timeOffset="127">12390 6966 8912,'14'-7'0,"35"-17"0,-3 3 0,-8 1 0,3 3 0,-5-2 0,-2-4 0,7 4 0,-1-4 0,7 2 0,-1-2 0,4 4 0,4-6 0,1 2 0,2 0 0,1-1 0,-7 1 0,1 4 0,0-4 0,-3-2 0,-3 2 0,8 0 0,-6 8 0,-1 1 0,3 3 0,-2 7 0,-2-2 0,7-1 0,-7 1 0,6 0 0,-12 6 0,6 0 0,-6 0 0,6 0 0,-6 0 0,0-2 0,-5-1 0,-1-3 0,1 2 0,7-4 0,3 3 0,3-7 0,-2 6 0,4-1 0,-4 1 0,3 4 0,1-4 0,-4 4 0,-6 2 0,-5 0 0,-7 0 0,5 0 0,-4 0 0,1 6 0,-28-6 0</inkml:trace>
  <inkml:trace contextRef="#ctx0" brushRef="#br2" timeOffset="128">18207 10798 8912,'0'5'0,"0"39"0,0 2 0,0 5 0,0 1 0,0 0 0,0 5 0,0-4 0,0-1 0,0 0 0,0-1 0,0-1 0,0-4 0,6-4 0,-1-8 0,1 2 0,-6 4 0,0-1 0,0 6 0,0-4 0,0 4 0,0 5 0,0 6 0,-2-1 0,-4 8 0,3-8 0,-9 3 0,6 3 0,-5 2 0,5-4 0,-5-2 0,7-3 0,-2-3 0,4 7 0,2-1 0,0-3 0,0-7 0,0 3 0,0-4 0,0 0 0,0 5 0,-2-9 0,-3 10 0,3-10 0,-4 4 0,4 2 0,2 1 0,-6 1 0,0-4 0,1 3 0,5-3 0,-6 2 0,0-2 0,1-4 0,5-8 0,0 1 0,0-1 0,0 0 0,0-1 0,0-4 0,0-7 0,0 3 0,0-2 0,0 0 0,0-6 0,5 1 0,1-1 0,-2 0 0,-2 0 0,-2 0 0,2 0 0,3 1 0,-3-1 0,4 0 0,-4 0 0,-2-5 0,0-1 0,0 1 0,0 5 0,0 0 0,0 0 0,0-7 0,6-1 0,-1-3 0,1-4 0,-6 6 0,0-10 0,0-4 0,0-4 0,0-7 0,0-8 0,-15-9 0,-4-10 0</inkml:trace>
  <inkml:trace contextRef="#ctx0" brushRef="#br1" timeOffset="129">8277 16265 8912,'0'17'0,"0"0"0,0 0 0,2-5 0,4-1 0,-4-7 0,6 4 0,-8-8 0,0-2 0,0-4 0,1 2 0,5-7 0,-4 5 0,4-5 0,-4-7 0,-2-6 0,0-5 0,0-7 0,0-6 0,0-10 0,0-5 0,0-1 0,0-7 0,0 2 0,0-5-124,0-7 1,0 4 123,0-3 0,0 11 0,0 6 0,0 5 0,0 6 0,6-2 0,-1 8 0,1-2 0,-6 2 0,2 4 0,4-4 0,-4-4 0,3-2 0,3 2 0,-2-2 0,5 0 61,-5-5 1,5-5 0,-5 3 0,0 3-62,1 0 0,-5 7 0,4-3 0,2 7 0,-2-1 0,1 4 0,-1 2 0,-4-3 0,4-3 0,-5 4 0,-1-4 0,6 4 0,0 1 0,0-7 0,-4-2 0,1-2 0,3 0 0,6 8 0,-7-2 0,7 4 0,-6 1 0,7 3 0,-2 3 0,-1 3 0,1 3 0,-5 2 0,6-8 0,-7 6 0,7-6 0,-3 1 0,5-7 0,-5-1 0,-1-4 0,3 2 0,-5-8 0,8 6 0,-3-6 0,-1 6 0,1-6 0,-1 6 0,1-6 0,4 8 0,-3-2 0,-3 3 0,3 3 0,-2 0 0,3 1 0,-4 3 0,-1 1 0,5 0 0,-1-5 0,-2 0 0,1-1 0,-5 1 0,5-1 0,1-1 0,5-4 0,-6-2 0,1-4 0,-1-4 0,7 6 0,-3-1 0,-4-1 0,5 2 0,-5-2 0,2 6 0,-1 11 0,3-3 0,-3 3 0,-3 2 0,3-1 0,-7 5 0,7-6 0,-6 6 0,5-5 0,1-1 0,5-6 0,0-7 0,0-3 0,0-7 0,1-5 0,5 9 0,0-4 0,-1 10 0,-4-4 0,-1 8 0,0-2 0,-2 12 0,-3 5 0,-3 3 0,-5 3 0,2 0 0,-2 0 0,3-2 0,-1-4 0,2 2 0,-2-8 0,1-1 0,5-10 0,3 1 0,-4-7 0,-1 3 0,2-5 0,1 4 0,2 2 0,-3 4 0,-1 9 0,-1 2 0,1 4 0,-1 4 0,-5-4 0,-1 2 0,8-2 0,-7 2 0,7-7 0,-6-1 0,5-5 0,-1-1 0,1 1 0,5-8 0,-5-4 0,4-2 0,2 0 0,1 4 0,-1 2 0,6-3 0,0 4 0,0-4 0,-6 5 0,0 1 0,0 11 0,6-11 0,0 5 0,6-4 0,-6 3 0,-2-1 0,-2-4 0,4 4 0,0-4 0,0-2 0,-6 2 0,0-1 0,0 7 0,-1 0 0,-5-1 0,5 1 0,-5-1 0,2 7 0,-1-1 0,3 0 0,-3-5 0,3 0 0,2-1 0,0-5 0,1 0 0,5-8 0,-1 2 0,1-9 0,-5-2 0,1 5 0,4 6 0,-4 8 0,4-2 0,-4 0 0,-2 6 0,0-5 0,0 11 0,3-5 0,3-1 0,-2-6 0,7 0 0,1-8 0,5 2 0,3-9 0,3-3 0,-2-5 0,8 6 0,-8 0 0,2 7 0,-5 2 0,-7 2 0,3 10 0,-8 2 0,0 1 0,-6 10 0,-7 0 0,-5 6 0,3 6 0,-2-1 0,5 1 0,-5-6 0,6-1 0,-7 1 0,9-6 0,-3 0 0,-1 0 0,1 6 0,1-8 0,7-3 0,2-3 0,2 2 0,2-3 0,-2 3 0,-2 3 0,7-3 0,-5 6 0,6-6 0,-6 8 0,6-2 0,-3 4 0,5 2 0,-4 0 0,-3 0 0,5 1 0,-6 5 0,2-4 0,-2 3 0,-2-3 0,8-2 0,-6 5 0,5 1 0,-5-3 0,6-8 0,0 2 0,5-2 0,-3 1 0,1-1 0,4-2 0,1-3 0,7 4 0,2-6 0,1 8 0,-1-2 0,4 2 0,-4-2 0,-4 4 0,-2-4 0,-4 6 0,-1 4 0,1 1 0,4-1 0,-3-2 0,3-2 0,-4-1 0,-1 1 0,1 0 0,4 0 0,4 0 0,8-1 0,-1 1 0,1 2 0,0 2 0,-1 1 0,-1 3 0,-4-3 0,-4-1 0,-8 7 0,3-5 0,3 5 0,-10-6 0,5 7 0,-10-1 0,3 4 0,3-2 0,1-2 0,-3 1 0,0 5 0,1 0 0,11 0 0,-3-6 0,8 0 0,-6 0 0,4 5 0,0-3 0,0-2 0,0-2 0,2 3 0,1 3 0,-6-4 0,-1-2 0,-6 3 0,1-1 0,-1 6 0,0 0 0,1 0 0,5 0 0,0 0 0,6 0 0,-6 0 0,2 0 0,-2 0 0,-3 0 0,3 0 0,-4-2 0,-3-2 0,-3-2 0,-1 3 0,0 1 0,5 2 0,0-2 0,1-4 0,5 4 0,0-4 0,0 3 0,-3-1 0,1-2 0,2 2 0,0 2 0,-5 2 0,-1 0 0,0 0 0,7 0 0,-1 0 0,-6 6 0,-5 0 0,-2 1 0,1-1 0,3-2 0,-8 7 0,0-7 0,-6 2 0,6 2 0,0-3 0,7 7 0,-1-6 0,4-3 0,1-1 0,1-2 0,-1 0 0,6 0 0,0 0 0,6 2 0,-6 4 0,0-4 0,-5 4 0,-3 1 0,-3-1 0,2 2 0,-8-3 0,1 3 0,-1 3 0,-3 5 0,2-5 0,-2-1 0,-3 1 0,0 1 0,0-3 0,6 6 0,0-3 0,0 1 0,-6-1 0,8 3 0,4-4 0,3 5 0,3 1 0,-1-2 0,1-3 0,-1 3 0,0-4 0,7 5 0,-1 1 0,-2 0 0,-9 0 0,3 1 0,-3-1 0,-4 0 0,-2 0 0,1 0 0,-1 2 0,-3 2 0,-7 2 0,6 0 0,-8-6 0,9 6 0,-9 0 0,4 2 0,3-2 0,-1-2 0,0 8 0,6-6 0,0 5 0,2-5 0,-2 6 0,2-6 0,3 5 0,-1 1 0,-6 4 0,4-3 0,2-1 0,-6 5 0,2 6 0,-4 0 0,-2-5 0,0 5 0,0 0 0,1 8 0,-1-4 0,0 0 0,0-4 0,-5 4 0,-1 2 0,1-4 0,5-2 0,-6 2 0,1-2 0,-1 0 0,6-6 0,1 7 0,-1-1 0,0 2 0,0-2 0,-5-2 0,-1 8 0,-1-2 0,1 2 0,3 3 0,-9-3 0,3-2 0,-2 2 0,-4-2 0,3 4 0,-1-3 0,2 3 0,-4 4 0,4 5 0,1-3 0,-1 3 0,6-4 0,-7-1 0,9 0 0,-3-1 0,2-1 0,-1-4 0,3 3 0,-3-3 0,1 0 0,-1 6 0,1-10 0,-7 9 0,5-5 0,-5 2 0,0 0 0,1 5 0,1-7 0,3 5 0,3-3 0,-8 4 0,1-6 0,-1 0 0,-4-3 0,4 3 0,1 4 0,-1-4 0,2-2 0,-3 2 0,3-8 0,3 2 0,3 2 0,-8-2 0,7 0 0,-3-5 0,1-1 0,0 0 0,-5 1 0,6-1 0,-8 1 0,1-1 0,3-5 0,-2-1 0,-1 3 0,-5 9 0,0-2 0,0 8 0,0-6 0,0 6 0,0-6 0,0 6 0,2 0 0,4 5 0,-4-5 0,4 0 0,1-6 0,-1 4 0,0 0 0,1 0 0,-5-6 0,4 2 0,-4-3 0,-2-3 0,0 8 0,0 4 0,0-4 0,0 0 0,0 0 0,0 4 0,0-2 0,0 2 0,-6-8 0,1 2 0,-1-2 0,6 2 0,0-4 0,0 5 0,0-5 0,0-2 0,0 6 0,0 1 0,0 6 0,0-3 0,0 2 0,0 0 0,0 0 0,0 5 0,0 1 0,0 0 0,0-3 0,0-3 0,0 2 0,0-8 0,0 6 0,0-6 0,0 0 0,0-6 0,0 1 0,0-1 0,0-1 0,0-5 0,0 5 0,0-5 0,0 5 0,0 1 0,0 1 0,0-1 0,0 0 0,0 1 0,0-7 0,0 1 0,0 0 0,0 5 0,0-7 0,0-4 0,0 2 0,0-2 0,0 5 0,0-5 0,0 0 0,0-6 0,0 0 0,0 1 0,0 5 0,0 0 0,0-2 0,0-2 0,0-2 0,0 0 0,0 0 0,0 0 0,0 1 0,0-9 0,7 6 0,-5-13 0,6 8 0,-8-4 0,0-4 0,0 5 0,0-7 0,0 0 0,0-7 0,0 5 0,0-6 0,0 8 0,0 0 0,8 0 0,1 0 0</inkml:trace>
  <inkml:trace contextRef="#ctx0" brushRef="#br1" timeOffset="130">1841 15371 8912,'-17'-18'0,"6"9"0,1 5 0,2 8 0,5 7 0,1 12 0,2 8 0,0 5 0,0 4 0,0 0 0,0-5 0,2 3 0,1 0 0,5-3 0,2-3 0,-1 2 0,5-11 0,-3-2 0,2-2 0,-3-9 0,1-4 0,-1-6 0,2-6 0,-5-11 0,-7-10 0</inkml:trace>
  <inkml:trace contextRef="#ctx0" brushRef="#br1" timeOffset="131">1583 15130 8912,'-15'-27'0,"9"2"0,-11 8 0,4 0 0,3 0 0,4 7 0,12 5 0,0 1 0,11-2 0,4 4 0,15-6 0,4 3 0,6-1 0,10-7 0,1 1 0,8-3 0,-4-2 0</inkml:trace>
  <inkml:trace contextRef="#ctx0" brushRef="#br1" timeOffset="132">2254 14838 8912,'-11'-6'0,"-1"0"0,9 0 0,-5 8 0,8 4 0,0 11 0,0 12 0,6 5 0,-1 6 0,9 3 0,-3 2 0,5 7 0,1-2 0,0 5 0,0 0 0,0 5 0,1-3 0,1 2 0,4-2 0,-4-11 0,2 0 0,-8-8 0,-7-3 0,-6-10 0,-6-8 0,-11-8 0,-10-9 0</inkml:trace>
  <inkml:trace contextRef="#ctx0" brushRef="#br1" timeOffset="133">2082 15457 8912,'-15'-33'0,"3"5"0,5-3 0,7 8 0,0 0 0,0 6 0,4 5 0,7 1 0,3 0 0,14-7 0,1 1 0,5 0 0,1-2 0,-1-4 0,8 4 0,4-4 0,10-2 0,1 0 0,-4 0 0,-5 1 0,2-7 0,-14 4 0,6-7 0</inkml:trace>
  <inkml:trace contextRef="#ctx0" brushRef="#br1" timeOffset="134">2667 14735 8912,'0'-18'0,"0"1"0,0 8 0,0 1 0,6 12 0,0 7 0,5 5 0,-5 18 0,2-4 0,-3 11 0,-1 3 0,6-1 0,-1 1 0,1-3 0,-4 1 0,5-2 0,-7 6 0,2-6 0,1 5 0,-1-4 0,0 3 0,-6-8 0,-2-6 0,-4-3 0,2-4 0,-7-6 0,-3-7 0,-8-4 0,0-6 0,-6-6 0,1-6 0,-2-11 0,5 2 0,6-7 0,9 5 0,3-4 0,6 0 0,6 1 0,5-1 0,12-2 0,4-1 0,7 7 0,1-6 0,-1 6 0,6-6 0,0 7 0,-1-1 0,-11 5 0,5 3 0,-4 2 0,1 3 0,-1 3 0,-4-5 0,-8 6 0,-6 1 0,1 5 0,-8 0 0,5 2 0,-5 3 0,2 7 0,0 9 0,-6 2 0,0 0 0,0-6 0,0 6 0,0 0 0,5 5 0,1-5 0,-2-2 0,-2-2 0,-2-1 0,0-1 0,7 0 0,-5 0 0,6-7 0,-6-3 0,2-9 0,1-5 0,-1-10 0,0-3 0,2-8 0,-2 5 0,7-6 0,-5 2 0,5-1 0,1-3 0,5 8 0,2 2 0,4 2 0,-2 2 0,8 0 0,-6 5 0,5 1 0,1 5 0,6-5 0,-7 7 0,1-2 0,-2 4 0,1 2 0,3-2 0,-6-1 0,0-5 0,0-2 0,-3 5 0,-4-7 0,-1 1 0,0-7 0,-7 1 0,-5 0 0,-1 0 0,0 0 0,2 0 0,-2-1 0,-8 7 0,-2-1 0,-7 7 0,1-7 0,3 8 0,-3-1 0,6 3 0,-5 2 0,1 7 0,-1 5 0,3 3 0,8 2 0,0 1 0,0-1 0,0 0 0,0 0 0,2 2 0,4 4 0,3-4 0,9 4 0,-1-2 0,0 0 0,0 4 0,0 2 0,3-4 0,3 5 0,-6-5 0,0 6 0,-2-2 0,-9 1 0,0 5 0,-6-5 0,0-1 0,0 2 0,-8-8 0,-3 2 0,-5-4 0,-1-2 0,0-5 0,0-1 0,-6-7 0,0 2 0,2-6 0,9-6 0,-11-4 0,12-22 0,-14-4 0</inkml:trace>
  <inkml:trace contextRef="#ctx0" brushRef="#br1" timeOffset="135">3338 14717 8912,'-26'-17'0,"3"0"0,4 0 0,1 0 0,9 7 0,3 2 0,12 8 0,0 0 0,9 0 0,8 0 0,7 0 0,9-5 0,12-1 0,1-15 0,0 2 0</inkml:trace>
  <inkml:trace contextRef="#ctx0" brushRef="#br1" timeOffset="136">1618 16763 8912,'9'0'0,"-1"-4"0,-8-7 0,0 0 0,0-14 0,-2 2 0,-4 0 0,2-6 0,-7 6 0,-3 0 0,-1-1 0,-8 10 0,-2-1 0,1 5 0,-1 7 0,-6 4 0,2 11 0,3 7 0,-3 15 0,8 8 0,-2 6 0,4 8 0,2 7 0,7-2 0,4 2 0,6-10 0,6-1 0,4-8 0,7-10 0,0-15 0,0-7 0,0-8 0,1-4 0,5-4 0,0-8 0,0-7 0,-6-15 0,6-8 0,0-4 0,-6-6 0,-6-3 0,3-2 0,1 1 0,2 5 0,0 5 0,-1 4 0,-5 7 0,3 9 0,-9 3 0,9 15 0,-3 12 0,4 11 0,3 21 0,-1 5 0,2 14 0,4 8 0,-4 4 0,4 2 0,-4-8 0,-2-4 0,1 2 0,-1-1 0,-6-1 0,1-5 0,-8-10 0,1-6 0,-5-7 0,-5-5 0,-3-1 0,-4-6 0,-3-7 0,4-4 0,-5-4 0,-1-2 0,-4-8 0,4-3 0,-4-7 0,9-5 0,5-5 0,1-12 0,-2-2 0,3-6 0,1 2 0,2-2 0,8 1 0,-1 1 0,9-10 0,-3 5 0,4-5 0,3 5 0,5-1 0,0 1 0,5 1 0,-5 4 0,0 4 0,-8 10 0,-1 3 0,-3 6 0,-7 11 0,4 5 0,-8 7 0,0 2 0,0 3 0,0 5 0,0 7 0,2 0 0,3 3 0,5 1 0,0 1 0,7 1 0,0-5 0,0 5 0,6-1 0,-2 3 0,2-2 0,-4-4 0,4 4 0,2-9 0,0-3 0,0 1 0,0-3 0,-1-1 0,-1-8 0,-3-2 0,2-4 0,1-3 0,-5-9 0,3-1 0,-10-4 0,-1 2 0,-1-7 0,1-1 0,-1 2 0,-5-5 0,2 3 0,-4-3 0,-2-3 0,-8 7 0,-3-1 0,-5 8 0,-1-2 0,6 6 0,-1 5 0,-1 7 0,-2 3 0,-3 5 0,1 9 0,6-1 0,-1 12 0,8 4 0,-1 2 0,3-3 0,2 3 0,2-6 0,3 4 0,5-2 0,0-4 0,7-2 0,0-2 0,0-2 0,6-3 0,2 1 0,-2-7 0,7 0 0,-1-6 0,-2-8 0,2-4 0,-1-9 0,5-3 0,-3-1 0,-1 0 0,-8-6 0,2 3 0,-6-3 0,-5 2 0,-5 3 0,-7 3 0,-2 4 0,-3-4 0,-5 4 0,-7 3 0,0 5 0,0 5 0,-1 4 0,1 2 0,0 0 0,0 0 0,5 14 0,1 3 0,7 6 0,-2 0 0,6-4 0,4 4 0,4-4 0,1-2 0,5 0 0,9 0 0,-2-7 0,7-4 0,-1-4 0,2-2 0,5-2 0,1-4 0,-7-9 0,7-8 0,-10-6 0,1 4 0,-1 0 0,-4 1 0,-9-5 0,-7 6 0,-3 0 0,-2 6 0,0 0 0,0 0 0,-2 7 0,-3 4 0,3 4 0,-6 4 0,8 4 0,0 4 0,0 7 0,0 0 0,0-8 0,0 7 0,0-7 0,0 1 0,0-3 0,2-7 0,4 0 0,-4-7 0,11-3 0,-7-7 0,7 2 0,-3 1 0,1 3 0,1-2 0,-1 5 0,6 2 0,1 4 0,-1 2 0,2 0 0,4 0 0,-4 8 0,4 3 0,-4 5 0,0 1 0,2 0 0,2 0 0,0 6 0,-6 0 0,0 0 0,8-6 0,2 0 0</inkml:trace>
  <inkml:trace contextRef="#ctx0" brushRef="#br1" timeOffset="137">3786 15646 8912,'-27'-8'0,"2"6"0,8-4 0,-2 5 0,0 2 0,2 5 0,-4 4 0,9 7 0,4 8 0,3 3 0,3 5 0,2 1 0,0 1 0,4-1 0,5 0 0,8 1 0,4-3 0,-3-3 0,5 2 0,0-9 0,5-1 0,-5-9 0,6-4 0,-6-8 0,0 0 0,-6-2 0,0-4 0,0-6 0,4-5 0,-3-6 0,1-3 0,-14-9 0,7 1 0,-6-1 0,-1 1 0,-5 0 0,0-1 0,0 1 0,-1 5 0,-3 3 0,-2 1 0,-7 2 0,11 13 0,-6 10 0,8 12 0,0 9 0,0 2 0,8 5 0,3-5 0,4 6 0,1-6 0,-3-2 0,-1-2 0,-1-2 0,6 0 0,-1-5 0,-5-1 0,4-7 0,-3 2 0,-3-4 0,3-2 0,-3-8 0,5-5 0,-5-6 0,-1-4 0,3-6 0,-5 6 0,0-8 0,-6 3 0,2 1 0,4-2 0,-5 8 0,5-2 0,-4 10 0,-2 2 0,0 7 0,0-4 0,0 10 0,0 4 0,6-2 0,0 7 0,7-1 0,-2 1 0,5 2 0,1-7 0,0 6 0,0-7 0,1 3 0,-1-4 0,0 2 0,0-3 0,0-1 0,1-2 0,-7 0 0,1 0 0,-1 0 0,6-2 0,0-3 0,-7 1 0,-4-8 0,1 7 0,-1-7 0,0 1 0,-6-6 0</inkml:trace>
  <inkml:trace contextRef="#ctx0" brushRef="#br1" timeOffset="138">4612 15336 8912,'-17'-7'0,"5"5"0,1-4 0,5-2 0,-5 3 0,7-1 0,-4 6 0,8 0 0,0 0 0,8 0 0,-6 0 0,5 0 0,-5 0 0,4 0 0,-4 0 0,6 0 0,-8 0 0,0 0 0,0 8 0,0-7 0,1 7 0,5-8 0,-2 6 0,7 0 0,-5 7 0,6-2 0,-1 5 0,6 1 0,-5 0 0,-1 0 0,1 0 0,-3 1 0,5-1 0,-9 0 0,3 0 0,-2 0 0,-4-7 0,5 5 0,-7-15 0,0 0 0,-2-9 0,-3-14 0,1-2 0,-8-4 0,7-3 0,-5 3 0,2-3 0,5-3 0,1 1 0,2 0 0,2 5 0,3 0 0,5 6 0,7-5 0,8-1 0,2-5 0</inkml:trace>
  <inkml:trace contextRef="#ctx0" brushRef="#br1" timeOffset="139">4939 15113 8912,'-27'0'0,"-3"-2"0,7-4 0,5 4 0,7-4 0,7-3 0,-4 7 0,8-6 0,6 16 0,2 5 0,-1 7 0,1 2 0,5 3 0,-1-2 0,3-2 0,2 8 0,1-8 0,-1 2 0,0-4 0,0-2 0,-5-2 0,-1-3 0,-5 1 0,5-7 0,-5 0 0,6-6 0,1 0 0,-5-8 0,-3-3 0,3-12 0,-2-6 0,1-3 0,-1-3 0,-4 1 0,4-1 0,-4 3 0,-2 3 0,0 4 0,0 8 0,0 0 0,0 0 0,0 7 0,7 3 0,-3 7 0,8 0 0,-3 2 0,3 3 0,5-1 0,-2 6 0,6-3 0,0-3 0,-2-2 0,-1-2 0,1 0 0,4 0 0,-6-2 0,0-4 0,0-3 0,-5-8 0,-3-1 0,3 1 0,-8-2 0,1-2 0,-3-2 0,-2 2 0,-2 4 0,-3 6 0,-5-5 0,-7 9 0,0-5 0,-1 6 0,1 12 0,6 6 0,-1 11 0,3 3 0,-3 9 0,3 5 0,3 0 0,4 8 0,-2-4 0,8 0 0,8-4 0,11-4 0,5-2 0,14-7 0,10-4 0,9-12 0,14-5 0,1-19-235,4-10 1,-3-23-1,-8-7 1</inkml:trace>
  <inkml:trace contextRef="#ctx0" brushRef="#br1" timeOffset="140">2392 17623 8912,'-8'-17'0,"6"0"0,-5-1 0,1 1 0,0 0 0,3 0 0,1 0 0,0-1 0,-4 1 0,6 8 0,0 3 0,2 14 0,9 9 0,3 8 0,1 1 0,4 7 0,4-5 0,-4 3 0,6-2 0,-2-6 0,0-4 0,8-4 0,-3-4 0,-1 3 0,2-8 0,-6-1 0,3-8 0,-1-7 0,-4-7 0,4-14 0,-2-3 0,-6-2 0,-5-10 0,-8 6 0,1-6 0,-3 7 0,-2-1 0,0 12 0,0 5 0,0 4 0,0 1 0,0 9 0,0 1 0,6 16 0,0 3 0,9 5 0,2 1 0,0 2 0,6 4 0,-4-4 0,-1 4 0,-1-4 0,0-2 0,-5 0 0,-1 1 0,-7 1 0,2 4 0,-4-4 0,-2 4 0,-10 2 0,-7-3 0,-2 9 0,-10-2 0,2-5 0,-3-2 0,1-7 0,-2-4 0,-9-7 0,-4 4 0</inkml:trace>
  <inkml:trace contextRef="#ctx0" brushRef="#br1" timeOffset="141">2375 17210 8912,'-27'-7'0,"2"5"0,8-6 0,5 8 0,1 0 0,7 0 0,-3 8 0,7-6 0,7 5 0,5-7 0,3 0 0,2 0 0,8 0 0,2-15 0,7-4 0</inkml:trace>
  <inkml:trace contextRef="#ctx0" brushRef="#br1" timeOffset="142">3545 16798 8912,'-27'-27'0,"4"6"0,6 6 0,4 5 0,1 2 0,8 5 0,1 10 0,6 10 0,5 10 0,5 11 0,-1 3 0,1-3 0,3 0 0,3 0 0,2 2 0,2-2 0,0-3 0,-6-6 0,0-7 0,0-2 0,0 1 0,1-4 0,-1-4 0,0-13 0,0 0 0,-5-7 0,-1-5 0,-7-5 0,2-6 0,-4 2 0,-2-8 0,2 3 0,3-3 0,-3 4 0,4 8 0,-4 0 0,-2 7 0,0 2 0,2 10 0,4 4 0,-3 6 0,9 10 0,-6-2 0,5 2 0,1 0 0,5 0 0,-6-2 0,1 2 0,-1-8 0,6-3 0,-5-7 0,-1 2 0,3-4 0,-7-10 0,1-1 0,-8-9 0</inkml:trace>
  <inkml:trace contextRef="#ctx0" brushRef="#br1" timeOffset="143">3683 16781 8912,'-27'-16'0,"4"5"0,10-5 0,1 5 0,6 1 0,-5-1 0,7 7 0,6-9 0,15 7 0,4-2 0,14 3 0,-11 1 0,11-8 0,3 1 0,6-6 0</inkml:trace>
  <inkml:trace contextRef="#ctx0" brushRef="#br1" timeOffset="144">4164 16798 8912,'-24'0'0,"5"5"0,-4 1 0,11 2 0,6-2 0,4-3 0,2 9 0,0-1 0,0 6 0,0-5 0,0-1 0,8 1 0,-4 5 0,7 0 0,1 0 0,-3-7 0,-1-2 0,-8-16 0,0-3 0,0-5 0,0-1 0,2-6 0,2-2 0,2 0 0,-3 1 0,-1 1 0,-2 6 0,6-1 0,0 1 0,7 0 0,-3 0 0,7 1 0,0 5 0,0 3 0,1 8 0,4 0 0,1 0 0,6 0 0,-6 0 0,8 6 0,-5 0 0,3-2 0,0-2 0,-2-8 0,1 0 0,-3-5 0,-8 5 0,-7-7 0,-4 1 0,1-3 0,-1-2 0,-2 5 0,-10 1 0,-3 1 0,-9-1 0,1-3 0,0 9 0,0 1 0,-1 2 0,1 2 0,0 0 0,0 2 0,0 3 0,5-1 0,1 8 0,7-1 0,-2 6 0,4 1 0,2-1 0,0 0 0,8 0 0,3 0 0,7-7 0,3-4 0,3-4 0,3-2 0,8-8 0,5-4 0,0-9 0,-6-1 0,1-3 0,-1 2 0,-7 4 0,-6-4 0,-6 4 0,-3 1 0,-8 1 0,-4 2 0,-12 3 0,-3 3 0,-2 3 0,5 4 0,1-3 0,1 5 0,-1 5 0,-3-1 0,8 8 0,1-1 0,5 6 0,0 0 0,2-1 0,3-5 0,-1 3 0,8-9 0,-7 7 0,7-7 0,-6 1 0,5-6 0,1 0 0,5 0 0,-2-2 0,-3-3 0,3-5 0,-4-7 0,-1 2 0,1 3 0,-7-3 0,2 3 0,2-3 0,-1 0 0,3 3 0,-6-3 0,11 7 0,-4-3 0,-1 3 0,1 8 0,1 0 0,5 0 0,0 0 0,1 0 0,-1 0 0,0 0 0,0 0 0,0-7 0,1-3 0</inkml:trace>
  <inkml:trace contextRef="#ctx0" brushRef="#br1" timeOffset="145">5077 16351 8912,'-18'-18'0,"7"7"0,-1 0 0,7 7 0,-7-2 0,8-4 0,-3 9 0,14-7 0,5 8 0,3 2 0,2 4 0,2-3 0,4 9 0,-3-1 0,2 6 0,-2 1 0,-3-3 0,0-4 0,-7 5 0,3-12 0,-5 5 0,1-1 0,-5-3 0,4-12 0,-8-5 0,0-11 0,0-5 0,0-7 0,0-5 0,7-6 0,5-11 0,3 4 0,2-5 0,2 11 0,4 1 0,-2 13 0,8-1 0,-8 11 0,4-2 0</inkml:trace>
  <inkml:trace contextRef="#ctx0" brushRef="#br1" timeOffset="146">4010 17864 8912,'-27'-23'0,"6"0"0,6 4 0,3 5 0,8 5 0,-2 3 0,5 6 0,2-2 0,5 8 0,6 3 0,3 3 0,2 5 0,6 0 0,0 0 0,-2 1 0,-2-1 0,4 0 0,0 0 0,-2-5 0,-9-1 0,3-5 0,-4 3 0,5-1 0,-7 5 0,-1-11 0,-8 4 0,0-12 0,0-3 0,0-8 0,0-2 0,0-2 0,2-2 0,4 2 0,-3-4 0,9 2 0,-1 0 0,7 6 0,-1 0 0,2 1 0,2 3 0,2 1 0,6 7 0,-7-7 0,9 8 0,-2-1 0,-4 3 0,-1 2 0,-1-2 0,0-4 0,0 4 0,-7-7 0,-5 3 0,2-4 0,-7-7 0,-2 0 0,-2-6 0,-2 0 0,0 0 0,0 6 0,-2 0 0,-4 0 0,-5-1 0,-4 9 0,-3 3 0,7 4 0,-1 2 0,3 8 0,-5 3 0,5 7 0,1 4 0,-3 3 0,5 4 0,0 2 0,6-9 0,0 1 0,0-5 0,0-1 0,0 0 0,2 0 0,4-2 0,5-3 0,5-4 0,1-8 0,0 0 0,0 0 0,1-6 0,1 0 0,2 2 0,2 2 0,5 2 0,-5 0 0,6 10 0,-6 7 0,6 8 0,-7 9 0,1 3 0,-7 1 0,-5 4 0,-5 2 0,-4 0 0,-2 2 0,0-4 0,0-8 0,-8 0 0,-3 1 0,-5-9 0,-1-3 0,0-11 0,0-6 0,-2-4 0,-4-2 0,4-10 0,-4-7 0,9-2 0,5-12 0,1-3 0,4-5 0,2-3 0,2 2 0,2-2 0,4-5 0,5 1 0,5-2 0,3-2 0,4-1 0,-2 3 0,8-4 0,-8 5 0,2-11 0,-4 7 0,-2 5 0,-2 4 0,-3 7 0,-5 9 0,-7 3 0,0 4 0,0 11 0,0 8 0,0 8 0,0 9 0,0 0 0,0 0 0,0 0 0,8 1 0,3-1 0,5 2 0,1 4 0,0-2 0,0 8 0,1-7 0,-1 7 0,0-6 0,0 6 0,0-3 0,1 3 0,-3 2 0,-4-8 0,5 0 0,-5-6 0,4-6 0,3 1 0,-1-9 0,0 3 0,0-12 0,0-5 0,1-6 0,-1-6 0,0-6 0,0-3 0,-5-5 0,-1-3 0,-7 4 0,2-4 0,1 4 0,-1 1 0,-4 1 0,-6-1 0,-5 9 0,-9 3 0,7 9 0,0 3 0,-1 7 0,-5-2 0,5 6 0,3 6 0,-1 8 0,1 7 0,5 0 0,-2 7 0,4 1 0,2 5 0,0 3 0,0 3 0,0-6 0,0 0 0,8 1 0,3-7 0,5-3 0,1-2 0,6-6 0,0-5 0,5-4 0,-5-8 0,6-8 0,-6-4 0,0-11 0,-4-5 0,2-5 0,2-1 0,-6-6 0,-5 0 0,-7-6 0,7 6 0,-8-6 0,1 4 0,-3 0 0,-2 0 0,-5 9 0,-1 10 0,-7-3 0,11 14 0,-6-1 0,8 19 0,0 3 0,0 8 0,8 6 0,3 0 0,6 2 0,4-4 0,2 2 0,-2-2 0,-2 4 0,-1-2 0,5 0 0,0-6 0,-1 0 0,-4 0 0,-7-5 0,1-1 0,-1 1 0,-1-3 0,-5-1 0,-10-8 0,-7 0 0,-3 0 0,-2 0 0,-2-2 0,-4-4 0,4-3 0,-6-9 0</inkml:trace>
  <inkml:trace contextRef="#ctx0" brushRef="#br1" timeOffset="147">5834 16952 8912,'-8'-17'0,"4"2"0,-7 4 0,5-3 0,-5 8 0,-1 4 0,-5 14 0,0 1 0,-1 16 0,1 0 0,0 5 0,2 0 0,3 1 0,-1-1 0,7 1 0,2-3 0,2-3 0,10-4 0,4-8 0,3 0 0,4 0 0,2 0 0,2 0 0,6-5 0,-6-1 0,1-5 0,-1 6 0,-3-7 0,2 7 0,-2-3 0,-3 3 0,-6 3 0,1-3 0,-7-5 0,7-1 0,-8 3 0,3 1 0,-9 5 0,-3-1 0,-7-3 0,-3-7 0,-2 4 0,0-24 0,-1-3 0</inkml:trace>
  <inkml:trace contextRef="#ctx0" brushRef="#br1" timeOffset="148">6057 17038 8912,'-1'-11'0,"-5"-1"0,4 9 0,-6-5 0,8 10 0,0 4 0,2 5 0,4 4 0,3 3 0,9-1 0,-1 0 0,0 0 0,6 0 0,0 1 0,2-7 0,-2 0 0,-4-7 0,4 2 0,-2-4 0,2-2 0,-4 0 0,6-8 0,-8-3 0,-7-4 0,-5-3 0,-3 1 0,-2 0 0,-2 2 0,-3 3 0,-5-1 0,-7 7 0,0-5 0,-1 5 0,1 0 0,0 6 0,0 0 0,0 0 0,7 0 0,2 0 0,24 0 0,-5 0 0,12 0 0,-4-6 0,-2 1 0,2-7 0,4 7 0,2-9 0,4 3 0,2-3 0,-8 3 0,5-4 0,-3 3 0,0-1 0,0 1 0,-2-1 0,-6 7 0,0 0 0,0 6 0,-7 0 0,-2 2 0,-8 4 0,0-2 0,0 7 0,0-5 0,0 6 0,0-7 0,0 7 0,0-6 0,0 5 0,0-5 0,0 5 0,0-5 0,0 5 0,0-5 0,0 6 0,0 1 0,0 2 0,0 2 0,1-1 0,5-5 0,-4-1 0,4-5 0,-4-3 0,-10 6 0,-1-8 0</inkml:trace>
  <inkml:trace contextRef="#ctx0" brushRef="#br1" timeOffset="149">6212 16523 8912,'-15'-18'0,"4"1"0,3 6 0,8-1 0,0-1 0,2 0 0,4 1 0,11 3 0,11 3 0,5-4 0,1-7 0</inkml:trace>
  <inkml:trace contextRef="#ctx0" brushRef="#br1" timeOffset="150">3063 16987 8912,'-8'-10'0,"-3"5"0,3 5 0,3 5 0,5 3 0,5 3 0,5 5 0,7-5 0,0 2 0,1-1 0,-1 1 0,0-7 0,0 6 0,0-7 0,-5 1 0,-1-6 0,-7-2 0,2-4 0,-4-3 0,-2-8 0,-2-1 0,-4 1 0,-3-6 0,-9 0 0,7 0 0,-1 6 0,9 0 0,-3 0 0,-2 5 0,3 1 0,-1 7 0,13-4 0,5 8 0,5 2 0,6 4 0,10 4 0,7 7 0,15-8 0,-1-1 0</inkml:trace>
  <inkml:trace contextRef="#ctx0" brushRef="#br1" timeOffset="151">6539 16213 8912,'-11'-8'0,"1"-3"0,3-4 0,1 13 0,6 8 0,0 15 0,0 7 0,2 3 0,4-3 0,-5 5 0,7-4 0,-2 3 0,0 2 0,5-1 0,-5-4 0,7-5 0,-3-6 0,7-1 0</inkml:trace>
  <inkml:trace contextRef="#ctx0" brushRef="#br1" timeOffset="152">6711 16248 8912,'0'9'0,"0"6"0,0-5 0,0 7 0,0-4 0,0 5 0,6-3 0,0 14 0,7-6 0,-1 5 0,11-5 0,5 6 0,5-8 0,1 2 0,1-4 0,-1-2 0</inkml:trace>
  <inkml:trace contextRef="#ctx0" brushRef="#br1" timeOffset="153">7038 16144 8912,'2'-17'0,"2"0"0,4 0 0,1 0 0,9-1 0,6 1 0,1 0 0,0 0 0,4 7 0,-6 5 0,5-3 0,-5 2 0,-2 6 0,-2 10 0,-3 3 0,-5 16 0,3-1 0,-9 7 0,1 5 0,-6 0 0,6 8 0,0-2 0,-1 3 0,-5 3 0,0-6 0,0 0 0,0-6 0,0 6 0,0-3 0,0 3 0,0 2 0,0-6 0,0 0 0,0 0 0,0 6 0,0-12 0,0 6 0</inkml:trace>
  <inkml:trace contextRef="#ctx0" brushRef="#br1" timeOffset="154">7314 17159 8912,'-8'15'0,"-3"-3"0,1 3 0,0-4 0,3 5 0,3 1 0,2 0 0,2 0 0,0 0 0,0 0 0,2 1 0,4-1 0,9-8 0,8-3 0,8-4 0,-3-2 0,5-2 0,1-4 0,-5-3 0,0-8 0,-14-6 0,2 0 0,-11 0 0,-1 6 0,-12-6 0,-10 0 0,-10 4 0,-6 5 0,-9 7 0,-4 7 0,-3 4 0,-3 7 0,8 2 0,4 16 0,-4 0 0,0 5 0</inkml:trace>
  <inkml:trace contextRef="#ctx0" brushRef="#br1" timeOffset="155">16538 3903 8912,'17'-2'0,"0"-2"0,0-4 0,0 1 0,1-3 0,-1 3 0,0-1 0,-6 0 0,1 5 0,1-3 0,-5 0 0,0-2 0,-16 7 0,-2-7 0,1 8 0,1-2 0,8-4 0,0 4 0,0-5 0,0 7 0,0-8 0,0 6 0,0-13 0,2 13 0,4-4 0,-4 4 0,5 0 0,-7-3 0,0 3 0,0-6 0,0 6 0,0-4 0,0 5 0,0-7 0,-7 8 0,-3 0 0,-7 0 0,0 0 0,0 0 0,-6 0 0,0 2 0,2 4 0,-6-5 0,6 15 0,-8-7 0,0 3 0,3-1 0,-7-1 0,5 1 0,1 3 0,-2-9 0,6 7 0,-6-6 0,8 5 0,-2-5 0,4 5 0,2-5 0,0 2 0,0-3 0,0-3 0,7 6 0,-5-8 0,13 0 0,-14 0 0,7 0 0,-8 0 0,-1 0 0,1 0 0,0 0 0,0 0 0,0 0 0,-1 0 0,3 2 0,4 3 0,-5-3 0,7 6 0,-8-8 0,-1 0 0,1 8 0,6-6 0,-1 3 0,8-1 0,-3 0 0,-1 2 0,6-1 0,-5-5 0,7 8 0,-2-6 0,-4 4 0,4-2 0,-4 1 0,4-3 0,0 12 0,-3-9 0,3 9 0,-14-5 0,5 8 0,-4 1 0,3-7 0,1 1 0,-1-1 0,-5 6 0,6-2 0,1-1 0,1-3 0,-1 3 0,4-1 0,-3 0 0,1-1 0,2-1 0,4 1 0,-3-1 0,3-5 0,-4 5 0,4-5 0,2 6 0,-2-7 0,-4 7 0,4-6 0,-3 5 0,3 2 0,2-3 0,0 1 0,0 3 0,-8-7 0,6 9 0,-3-5 0,3 4 0,2-3 0,0-1 0,0 1 0,0-1 0,0 1 0,0 1 0,0-3 0,0 1 0,0 1 0,0-1 0,0 1 0,0-9 0,0 13 0,0-5 0,0-3 0,0 1 0,0-3 0,0-2 0,0 7 0,0-7 0,0 6 0,0-5 0,0-3 0,0 6 0,0-8 0,7 8 0,-5-6 0,6 5 0,-8-7 0,0 0 0,7 8 0,-5-6 0,6 5 0,0-7 0,-6 0 0,13 8 0,-11-6 0,7 4 0,-7-4 0,6 3 0,-5 1 0,5 0 0,1-4 0,1 3 0,-8-3 0,11 6 0,-13-8 0,11 2 0,-7 4 0,7-5 0,-11 7 0,14-8 0,-15 0 0,15 0 0,-14 0 0,13 0 0,-4 0 0,-3 0 0,2 0 0,-5 0 0,-3 0 0,6 0 0,0 0 0,1 0 0,8 0 0,-5 0 0,-1 0 0,1 0 0,5 0 0,0-2 0,0-4 0,1 5 0,-7-7 0,1 8 0,1 0 0,2-8 0,-3 6 0,-1-3 0,3 3 0,1 2 0,2 0 0,-5 0 0,-1-2 0,2-4 0,-5 4 0,7-5 0,-3 7 0,-3 0 0,3 0 0,1 0 0,3 0 0,1 0 0,0 0 0,0 0 0,0-8 0,1 6 0,-1-6 0,0 8 0,0 0 0,0 0 0,1 0 0,-1 0 0,0 0 0,0 0 0,0 0 0,3 0 0,3 0 0,-2 0 0,7 0 0,-5 0 0,4 0 0,-2 0 0,5 0 0,-10 0 0,3 0 0,-4 0 0,-2 0 0,0 0 0,0 0 0,0 0 0,1 0 0,-1 6 0,0 0 0,0-2 0,-7-2 0,7-1 0,0 5 0,0-4 0,6 4 0,-3-4 0,-1-2 0,4 0 0,-4 0 0,6 0 0,-6 0 0,4 0 0,-4 0 0,6 0 0,-8 0 0,0 0 0,0 0 0,0 0 0,1 0 0,-1 0 0,0 0 0,0 5 0,1 1 0,-1-2 0,0-2 0,0-2 0,0 8 0,6-7 0,0 5 0,2-4 0,-4 0 0,4 2 0,2 2 0,-4-1 0,5-5 0,-7 6 0,2 0 0,2 0 0,-2-6 0,-2 0 0,-2 0 0,-1 0 0,-1 0 0,0 7 0,0-5 0,0 4 0,1-4 0,-1-2 0,0 0 0,2 0 0,4 0 0,-4 0 0,6 0 0,-8 0 0,0 0 0,1 0 0,-1 0 0,0 0 0,0 0 0,0 0 0,1 0 0,-1 0 0,0 0 0,0 0 0,1 0 0,-1 0 0,-6 0 0,1 0 0,-1 0 0,6 0 0,1 0 0,-1 0 0,0 0 0,0 0 0,0 0 0,3 0 0,2 0 0,-2 0 0,4 0 0,-6 0 0,-1 0 0,0 0 0,-5 0 0,-1 0 0,2 0 0,3 0 0,-5 0 0,1 0 0,1 0 0,-3 0 0,1 0 0,2 0 0,3 0 0,1 0 0,0 0 0,2 0 0,4 0 0,-4 0 0,4 0 0,-2 0 0,0 0 0,2 0 0,-2 0 0,-2 0 0,-1 0 0,-1 0 0,0 0 0,0 0 0,0-8 0,1 6 0,-1-5 0,0 7 0,-5 0 0,-1 0 0,2 0 0,-5 0 0,2 0 0,-5 0 0,7 0 0,-4 0 0,7 0 0,-4 0 0,-3 0 0,7 0 0,-3 0 0,-3 0 0,3 0 0,1 0 0,2 0 0,-3 0 0,-1 0 0,1 0 0,5 0 0,0 0 0,-5 0 0,-1 0 0,1 0 0,5 0 0,0 0 0,0 0 0,1 0 0,-1 0 0,-6 0 0,1 0 0,1 0 0,-3 0 0,1 0 0,-5 0 0,5 0 0,-5 0 0,5 0 0,3 0 0,-6 0 0,7 0 0,-4 0 0,-1 0 0,1 0 0,-5 0 0,6 0 0,-1 0 0,0 0 0,1 0 0,-1 0 0,7 0 0,-1 0 0,-8-2 0,-1-2 0,0-2 0,1 0 0,3 6 0,-1 0 0,-5 0 0,5 0 0,-5 0 0,6 0 0,1 0 0,2 0 0,-3 0 0,-1 0 0,3 0 0,1 0 0,2-5 0,0-1 0,1 2 0,-7 2 0,1 2 0,-1 0 0,6 0 0,0 0 0,1 0 0,-7 0 0,1 0 0,1 0 0,-4-2 0,3-4 0,-8 5 0,11-7 0,-5 8 0,7 0 0,0 0 0,0 0 0,0 0 0,1 0 0,-1 0 0,0 0 0,0 0 0,1 0 0,-1 0 0,0 0 0,0 0 0,-5 0 0,-1 0 0,2 0 0,3 0 0,1 0 0,0 0 0,0 0 0,1 0 0,-1 0 0,0 0 0,0 0 0,0 0 0,1 0 0,-9 0 0,12 0 0,-4 0 0,3 0 0,-1 0 0,-2 0 0,0 0 0,0 0 0,1 0 0,-1 0 0,0 0 0,0 0 0,0 0 0,1 0 0,-1 0 0,0 0 0,0 0 0,-5 0 0,-1 0 0,3 0 0,1 0 0,2 0 0,0 0 0,0 0 0,1 0 0,-1 0 0,0 0 0,0 0 0,0 0 0,1 0 0,1 0 0,4 0 0,-4-8 0,6 6 0,-6-3 0,4 3 0,4-4 0,7-2 0,0 1 0,1-1 0,-1-5 0,1 9 0,-1-6 0,1 3 0,-1-7 0,-2 7 0,-1-7 0,-2 3 0,-8 5 0,2-5 0,-4 7 0,-4-6 0,-3 5 0,-5 3 0,-7-6 0,0 8 0,6-2 0,0-4 0,-1 4 0,3-5 0,2 5 0,-1-4 0,6 4 0,-5-13 0,7 5 0,0-7 0,-1 0 0,-5 0 0,-3 0 0,0-1 0,-7 1 0,7 0 0,0 0 0,-6 0 0,5-1 0,-7 1 0,0 0 0,0 0 0,0 0 0,0 0 0,-2 5 0,-1 1 0,-5-1 0,-2 3 0,7-7 0,-13 12 0,5-7 0,-5 1 0,-1-1 0,0-4 0,-2 3 0,-4-3 0,4 4 0,-6-1 0,0 1 0,-4 1 0,-3-5 0,-2 11 0,-1-8 0,1 9 0,-1-3 0,-1-2 0,-2 3 0,-2 1 0,-1 2 0,1 2 0,-2 0 0,-2 0 0,-2 0 0,-5 0 0,-1 2 0,0 3 0,1-3 0,-8 6 0,-5-8 0,-2 6 0,-3-1 0,0 1 0,0-6 0,0 0 0,-7 8 0,11-6 0,-2 3 0,6-3 0,3-2 0,5 0 0,-1 0 0,3 0 0,-5 0 0,6 0 0,-9 0 0,-2 0 0,-10 0 0,2-5 0,-1-1 0,5 2 0,1 2 0,-2 2 0,2-2 0,7-3 0,4 3 0,1-4 0,0 4 0,1 2 0,-1-8 0,2 6 0,3-3 0,1 3 0,7 2 0,-8 0 0,6-2 0,3-4 0,0 4 0,-2-3 0,-4 3 0,-8 2 0,2 0 0,3 0 0,1 0 0,-2 0 0,-2 0 0,6 0 0,4 0 0,10 0 0,1 0 0,8 0 0,-2 0 0,4 0 0,2 0 0,-1 0 0,1 0 0,0 0 0,-2-6 0,-2 0 0,-2 2 0,-10 2 0,1 2 0,-8 0 0,-4 0 0,-2 0 0,0 0 0,2 0 0,2 0 0,2 0 0,7 0 0,3 0 0,1 0 0,8 0 0,-4 0 0,6 0 0,-4 0 0,4 0 0,-4 0 0,4 0 0,-4 0 0,0 0 0,-13-1 0,-1-3 0,-5-2 0,-4 0 0,-7 6 0,-5-2 0,-5-3 0,4 3 0,2-8 0,9 6 0,2-1 0,13-1 0,1 4 0,5-4 0,4 4 0,14-5 0,1 7 0,8-8 0,0 6 0,-8-6 0,-3 8 0,-6 8 0,-6 7 0,-6 12 0,-11 9 0,-6 16 0,-11 0 0,-5-1 0</inkml:trace>
  <inkml:trace contextRef="#ctx0" brushRef="#br1" timeOffset="156">21270 464 8912,'-27'-32'0,"4"1"0,6 3 0,4-1 0,3 2 0,2 4 0,-3 4 0,5 2 0,0 9 0,6 8 0,0 10 0,8 15 0,2 7 0,1 6 0,1 1 0,-1 3 0,6-2 0,1 0 0,-1 2 0,0-6 0,0 0 0,2-9 0,2-2 0,2-4 0,0-4 0,-6-5 0,1-7 0,-1-3 0,6-17 0,0-8 0,-2-7 0,-2-11 0,-4-1 0,-3-2 0,-5-1 0,-7-7 0,6 2 0,0 3 0,-2 1 0,-3 8 0,-2 3 0,-5 12 0,4 4 0,-6 10 0,8 10 0,0 17 0,0 8 0,8 16 0,5 10 0,8 9 0,-2 6 0,6 2 0,0 0 0,-4-1 0,8 1 0,-8 0-132,2 0 1,-4-6 131,-2 0 0,-7-14 0,-5 3 0,-5-14 0,-5-3 0,-7-1 0,-11-5 0,-3-5 0,-9-1 0,1-9 0,1-5 0,3-1 0,1-4 0,8-2 0,-2-4 0,4-4 131,2-4 1,5-14-132,1-5 0,7-3 0,-2-3 0,4-1 0,4-2 0,4-2 0,3-8 0,9 4 0,-1-8 0,0 1 0</inkml:trace>
  <inkml:trace contextRef="#ctx0" brushRef="#br1" timeOffset="157">22148 585 8912,'0'17'0,"-8"0"0,6-7 0,-6-3 0,12-7 0,6 0 0,7 0 0,12-7 0,1-7 0,8-7 0,-1 2 0,13-6 0,-5 8 0,5 0 0,-6 0 0,6-1 0,-14-6 0,6-3 0</inkml:trace>
  <inkml:trace contextRef="#ctx0" brushRef="#br1" timeOffset="158">22251 1118 8912,'-17'9'0,"-1"-1"0,1-8 0,10-4 0,7-8 0,17-1 0,17-16 0,8 1 0,12-12 0,3-2 0,6-2 0,4-2 0,2-6 0</inkml:trace>
  <inkml:trace contextRef="#ctx0" brushRef="#br1" timeOffset="159">23524 481 8912,'0'10'0,"0"-2"0,0-8 0,0-8 0,0-4 0,0-3 0,0-2 0,0 0 0,0-2 0,0-4 0,0 4 0,0-4 0,0 4 0,0 1 0,-5 1 0,-3 2 0,-2 4 0,-1-3 0,-8 10 0,-4 6 0,-2 8 0,-4 13 0,-3 11 0,3 12 0,-2 4 0,3 1 0,5 1 0,4-1 0,3 1 0,5 0 0,3-9 0,8-4 0,0-9 0,8-5 0,2-15 0,9-5 0,4-3 0,-4-9 0,13-3 0,-3-7 0,3-8 0,1-4 0,-4-3 0,-5-2 0,-1-1 0,0 3 0,-2 3 0,-3-2 0,-7 9 0,2-1 0,-7 5 0,0 1 0,-6 15 0,0 12 0,0 19 0,6 3 0,-1 2 0,1 1 0,-4-1 0,4 1 0,-4-9 0,13 5 0,-4-6 0,5 1 0,1-12 0,0 9 0,0-14 0,1 1 0,-1-3 0,0-8 0,0-5 0,0-11 0,1-10 0</inkml:trace>
  <inkml:trace contextRef="#ctx0" brushRef="#br1" timeOffset="160">23954 447 8912,'-17'0'0,"6"-6"0,-1 1 0,8-1 0,1 4 0,14-4 0,8 4 0,18-5 0,3-1 0,2 6 0,4-4 0,2 4 0,-8 2 0,-4 2 0,-5 4 0,1 4 0,-19 9 0,3 4 0,-7 5 0,-3 5 0,-14 1 0,-3 1 0,-12 5 0,-6 0 0,-3 0 0,-1-6 0,5 1 0,-5-1 0,14-7 0,-4-4 0,4-4 0,2-10 0,7-1 0,12-12 0,15-7 0,10-12 0,6-15 0,1-6 0</inkml:trace>
  <inkml:trace contextRef="#ctx0" brushRef="#br1" timeOffset="161">24591 241 8912,'0'-25'0,"-7"6"0,-5-4 0,-3 11 0,-4 5 0,-4 7 0,4 7 0,-8 11 0,6 10 0,-2 5 0,0 9 0,6 4 0,1 3 0,5 3 0,-2-6 0,7 0 0,0-8 0,8 4 0,4-10 0,5-3 0,10-6 0,2-12 0,8 3 0,-3-9 0,11 1 0,1-6 0,0 0 0,0-8 0,0-3 0,2-4 0,-1-2 0,2-1 0,9-6 0,0-3 0</inkml:trace>
  <inkml:trace contextRef="#ctx0" brushRef="#br1" timeOffset="162">25589 206 8912,'-34'-17'0,"3"0"0,6 2 0,8 3 0,11-3 0,-3 13 0,3-4 0,4 4 0,-5 4 0,7 4 0,2 5 0,3 12 0,-3 6 0,4 9 0,-4 2 0,5 8 0,-5-10 0,4 8 0,-4 2 0,4-6 0,0-2 0,-1-4 0,3-1 0,-6 7 0,5-12 0,-7 3 0,0-6 0,0-5 0,0-4 0,0-1 0,0-8 0,8-1 0,2-8 0</inkml:trace>
  <inkml:trace contextRef="#ctx0" brushRef="#br1" timeOffset="163">25262 619 8912,'-17'-8'0,"8"6"0,1-7 0,8 3 0,2 2 0,5-7 0,11-3 0,7 7 0,9-8 0,2 3 0,4-3 0,-1 3 0,7 1 0,-1 7 0,1-9 0,0 7 0,2 2 0,-4-4 0,2 3 0,-8-9 0,4 5 0</inkml:trace>
  <inkml:trace contextRef="#ctx0" brushRef="#br1" timeOffset="164">26037 224 8912,'-10'-8'0,"1"6"0,3-4 0,2 12 0,-7 5 0,7 12 0,-6 4 0,4 7 0,5 3 0,-7 1 0,2 4 0,0 2 0,3 4 0,1-6 0,2 5 0,0-8 0,0-5 0,0-5 0,0-4 0,0-10 0,0 0 0,0-13 0,2 4 0,3-12 0,-3-4 0,14-7 0,-5 0 0,4 0 0,3 0 0,-1-6 0,0 2 0,0 6 0,8-3 0,-4 11 0,8-5 0,-6 5 0,5 7 0,1 0 0,-2 0 0,-4 0 0,4 7 0,-10 3 0,2 7 0,-6 0 0,-9 0 0,4 6 0,-8 0 0,0-2 0,-8 6 0,-9-8 0,-14 4 0,-7-4 0,0-2 0,-6 0 0,0 1 0,0-1 0,-2-8 0,0-1 0,0-8 0,8 0 0,-12-8 0,6-1 0</inkml:trace>
  <inkml:trace contextRef="#ctx0" brushRef="#br1" timeOffset="165">18585 997 8912,'-7'-32'0,"-5"3"0,-1 6 0,-1 4 0,3 2 0,7 7 0,-3 5 0,7 12 0,0 10 0,0 8 0,1 10 0,3 1 0,2 4 0,0 4 0,-6 6 0,0-5 0,0 3 0,2-8 0,1 0 0,3 3 0,0-13 0,-6 4 0,0-11 0,0 0 0,0-9 0,0-3 0,0-7 0,0 0 0,0-16 0,0-3 0,0-19 0,0 1 0,0-13 0,0 0 0,0 3 0,8-7 0,-5 14 0,7-5 0,-2 5 0,5 2 0,-9 7 0,7 4 0,3 6 0,1 5 0,2 7 0,0 3 0,3 11 0,2 9 0,3 1 0,6 11 0,-2 7 0,-8-3 0,2 6 0,-4-4 0,-2-1 0,0-7 0,-2-1 0,-1-2 0,-3-4 0,-7-10 0,4 5 0,-8-14 0,0 5 0,-6-16 0,0-8 0,-5-8 0,5-10 0,2 1 0,2 0 0,2-1 0,0 1 0,0-1 0,0 1 0,0 7 0,2 2 0,4 1 0,-2 6 0,7 1 0,1 8 0,5 9 0,0 0 0,0 0 0,1 0 0,-1 5 0,0 3 0,0 2 0,0 3 0,-1 2 0,-5 2 0,3 1 0,-9-1 0,9-6 0,-3 1 0,-3-8 0,1 3 0,-3-7 0,-4 0 0,6 0 0,-8-7 0,2-5 0,3-3 0,-3-2 0,4-1 0,-4 7 0,-2-1 0,0-1 0,0 7 0,0 6 0,0 8 0,0 9 0,0 0 0,2 2 0,2 3 0,1 0 0,9 1 0,-3-5 0,5-1 0,1 0 0,-8-8 0,7-1 0,-5-8 0,4 0 0,3 0 0,-3-8 0,-2-3 0,-1-4 0,-8-8 0,1 0 0,-3-6 0,-2 6 0,0-7 0,-2 11 0,-3-4 0,1 6 0,-8 5 0,8 6 0,-1 12 0,3 4 0,2-1 0,0 6 0,0-5 0</inkml:trace>
  <inkml:trace contextRef="#ctx0" brushRef="#br1" timeOffset="166">19756 808 8912,'-25'0'0,"0"6"0,-4 0 0,-3 7 0,11 2 0,-8 8 0,10 8 0,2-3 0,-1-1 0,7 2 0,3-3 0,3 3 0,5-4 0,3-8 0,3 0 0,6-5 0,-7-1 0,9-7 0,-3 2 0,-1-10 0,1-2 0,-5-13 0,4 0 0,-3-6 0,5-5 0,-7-10 0,9 1 0,-3-6 0,5-1 0,-1-4 0,-2 2 0,-1 2 0,-1 1 0,6-5 0,1 4 0,-7 6 0,1 11 0,-7 4 0,5 8 0,-3 0 0,-1 7 0,-6 10 0,0 12 0,0 11 0,0 6 0,0 3 0,0 2 0,0 1 0,6 5 0,0 0 0,5 0 0,-3-7 0,1-5 0,-5 5 0,11-8 0,-3 3 0,3-5 0,2-6 0,1-5 0,-1-5 0,0-7 0,0 0 0,0-7 0,1-7 0,-1-7 0,0 0 0,-2-7 0,-3-1 0,-6 2 0,-4-5 0,-2 13 0,0-4 0,-2-2 0,-4 4 0,-6 6 0,-3-1 0,-2 11 0,0-1 0,-1 6 0,1 0 0,0 15 0,6-1 0,1 14 0,2 3 0,3 1 0,5 3 0,0-1 0,0 0 0,0-7 0,2 4 0,3-8 0,5 0 0,9-8 0,4-4 0,4-3 0,7-8 0,1 0 0,-1-13 0,0-5 0,-5-10 0,0-1 0,1-3 0,-5-10 0,0 5 0,-10-1 0,-3 8 0,-5-5 0,-7 1 0,-1-1 0,-5-5 0,-4 4 0,-9 2 0,-4-1 0,4-3 0,-4 4 0,4 3 0,2 14 0,0 0 0,7 7 0,2 6 0,8 16 0,0 7 0,0 17 0,0 4 0,0 4 0,0 8 0,0-1 0,0 1 0,2-2 0,2-3 0,2-1 0,7-8 0,-1 3 0,3-5 0,2-2 0,0 1 0,6-11 0,0-6 0,0-9 0,-6-9 0,1 0 0,-1-23 0,0-5 0</inkml:trace>
  <inkml:trace contextRef="#ctx0" brushRef="#br1" timeOffset="167">20409 533 8912,'-34'0'0,"2"0"0,3 0 0,6 2 0,11 4 0,5-4 0,7 7 0,0-3 0,7-4 0,3 7 0,9-5 0,4 2 0,4 7 0,7-3 0</inkml:trace>
  <inkml:trace contextRef="#ctx0" brushRef="#br1" timeOffset="168">20599 808 8912,'-12'0'0,"1"0"0,5 0 0,-5 0 0,7 0 0,-4-2 0,8-4 0,0 5 0,0-15 0,0 7 0</inkml:trace>
  <inkml:trace contextRef="#ctx0" brushRef="#br1" timeOffset="169">18499 1891 8912,'10'0'0,"-1"0"0,-3 0 0,6 0 0,13 0 0,11 0 0,14 0 0,18 0 0,18 0 0,12-2 0,-45 0 0,1-1 0,4 1 0,1 0 0,5-4 0,2-2 0,2 0 0,1-3 0,1-1 0,0-2 0,-2-5 0,0-1-38,-5 1 0,0-2 0,-3 0 0,-2 0 0,-7 3 1,-2 0-1,-3 0 0,0 0 38,34-15 0,-15 10 0,-13 4 0,-14 10 75,-8 1-75,-12 2 0,-11 6 0,-7 0 0,-5 8 0,-3 3 0,-2 5 0,7 8 0,-5-4 0,0 4 0,-1-6 0</inkml:trace>
  <inkml:trace contextRef="#ctx0" brushRef="#br1" timeOffset="170">27689 258 8912,'11'-15'0,"1"1"0,-1 3 0,1-3 0,-1-1 0,-7-2 0,4 0 0,-3 0 0,1-1 0,-2 1 0,-2 0 0,-2 0 0,2 0 0,3-1 0,-3 1 0,4 0 0</inkml:trace>
  <inkml:trace contextRef="#ctx0" brushRef="#br1" timeOffset="171">27706 0 8912,'-4'6'0,"-21"47"0,-5 8 0,5 16-212,-4 3 0,-1-2 212,7 3 0,0-7 0,5 6 0,3-7 0,4-1 0,5-7 0,4-13 0,4-10 0,6-11 0,9-8 0,10-12 0,5-7 0,10-12 0,-2-3 0,8-12 0,0-6 0,-2-3 0</inkml:trace>
  <inkml:trace contextRef="#ctx0" brushRef="#br1" timeOffset="172">28343 206 8912,'-33'-7'0,"3"-3"0,3 1 0,2 3 0,2 4 0,0 2 0,0 4 0,2 7 0,-6 1 0,8 22 0,-4 0 0,4 1 0,2 5 0,5 2 0,3-2 0,1-2 0,4-1 0,3-11 0,1-3 0,0-4 0,0-1 0,1-9 0,5-3 0,4-4 0,7-2 0,0-8 0,0-3 0,1-5 0,-3-3 0,-2-2 0,-1-2 0,1 2 0,2-5 0,-3 6 0,-3-2 0,-1 2 0,-2 3 0,1 0 0,-3 6 0,8-1 0,-8 8 0,3-1 0,-7 10 0,6 7 0,0 9 0,-2 2 0,-1 5 0,3-3 0,4 0 0,-1 0 0,7-2 0,-7-6 0,8 0 0,0 0 0,1 1 0,-1-1 0</inkml:trace>
  <inkml:trace contextRef="#ctx0" brushRef="#br1" timeOffset="173">28601 395 8912,'0'10'0,"0"0"0,0-5 0,0-1 0,0 8 0,0-1 0,0 6 0,0 2 0,0 4 0,0-2 0,0 8 0,0-6 0,0 5 0,0-5 0,0 6 0,0-6 0,0 4 0,0-2 0,2-4 0,3-10 0,5-3 0,7-8 0</inkml:trace>
  <inkml:trace contextRef="#ctx0" brushRef="#br1" timeOffset="174">28825 275 8912,'-16'8'0,"5"3"0,-3 4 0,9 3 0,-9 7 0,12-4 0,-3 7 0,-3 1 0,2 3 0,2-1 0,2-2 0,2-7 0,0 7 0,0-8 0,0 2 0,0-4 0,0-2 0,0-5 0,2-3 0,4-1 0,-4-2 0,6-6 0,-6 0 0,3 0 0,-1-8 0,6-3 0,-3-5 0,7 7 0,-10-5 0,7 9 0,2 1 0,-3 2 0,1 2 0,3 0 0,1 0 0,-5 0 0,5 0 0,-4 0 0,5 8 0,-7 1 0,-3 8 0,-4 1 0,-2-1 0,-2 0 0,-4 0 0,-3 0 0,-8 0 0,-1 1 0,1-3 0,0-2 0,-2-3 0,-4-2 0,4-3 0,-14-5 0,6 0 0</inkml:trace>
  <inkml:trace contextRef="#ctx0" brushRef="#br1" timeOffset="175">29582 413 8912,'-17'-8'0,"-1"-3"0,1 3 0,0 2 0,0 6 0,-1 6 0,3 3 0,4 9 0,-3 5 0,9 1 0,1 3 0,2-4 0,2 4 0,0-2 0,0 5 0,0-11 0,0 4 0,0-4 0,2-3 0,3-5 0,7-5 0,3-4 0,-3-2 0,-1-4 0,3-8 0,1 1 0,2-16 0,0 4 0,0-5 0,1-3 0,-1 2 0,-2-3 0,-3 3 0,3 4 0,-5-5 0,5 7 0,-4 2 0,3 2 0,-9 2 0,-1-1 0,6 9 0,-8 3 0,3 12 0,-3 5 0,-2 5 0,2 1 0,2 2 0,2 4 0,0-4 0,1 4 0,5-12 0,3 5 0,2-5 0,0-3 0,1-3 0,-1-3 0,2-2 0,2 0 0,2 0 0,-2 0 0,-2-7 0,4-3 0,0-7 0,-2 0 0,-2 0 0,-7-1 0,-1 1 0,-7 0 0,9 6 0,-7-1 0,0 8 0,-6-1 0,0 10 0,0-1 0,0 8 0,0 1 0,7 2 0,-3 1 0,8-5 0,-1 2 0,6-7 0,3 0 0,1-6 0,1 0 0,9 0 0,-10 0 0,6-2 0,-2-4 0,3-3 0,-5-10 0,-2-2 0,-1-2 0,-3 0 0,-2 0 0,-4 0 0,-5 2 0,-4 2 0,-2 9 0,-8 3 0,-1 8 0,-8 5 0,0 6 0,-1 11 0,1 1 0,0 5 0,7 4 0,5-5 0,3-1 0,4 0 0,3-3 0,14-3 0,16-9 0,11-6 0,9-4 0,6-2 0,2 0 0,1 0 0,-17 0 0,-1 0 0,-7-8 0,-5-2 0</inkml:trace>
  <inkml:trace contextRef="#ctx0" brushRef="#br1" timeOffset="176">29220 1169 8912,'0'-11'0,"0"-1"0,0 1 0,-2 1 0,-3 4 0,3 6 0,-4 6 0,4 8 0,2 7 0,0-2 0,0 4 0,2-4 0,4-2 0,-2 6 0,7-2 0,2-6 0,3 2 0,1-7 0,0-1 0,0-3 0,8-4 0,-6-2 0,6 0 0,0 0 0,-4-9 0,6-7 0,-2-7 0,-4-3 0,-2 5 0,-2-10 0,0 8 0,-5 0 0,-1 6 0,-7 7 0,4-5 0,-8 15 0,0 0 0,0 10 0,0 5 0,0 2 0,0 0 0,0 1 0,2-1 0,3 0 0,7 0 0,3-7 0,2-3 0,1-7 0,-1 0 0,2-2 0,2-3 0,2-7 0,0-3 0,-6-2 0,0 0 0,0-1 0,1 1 0,-7 2 0,1 3 0,-1 5 0,-1 7 0,-1 2 0,-5 3 0,2 7 0,-2 3 0,-3-5 0,-1 5 0,0-4 0,0 5 0,-1-5 0,-5 1 0,4-9 0,-6 5 0,16-16 0,-4-1 0,7-8 0,-5 0 0,5-1 0,1-1 0,5-4 0,0 4 0,1-4 0,-1 10 0,0 3 0,0 1 0,0-1 0,1 6 0,-1-1 0,-6 10 0,1 7 0,-8 9 0,3 4 0,1 1 0,-6 1 0,5 4 0,-1-4 0,0-3 0,0-1 0,-1-6 0,1 1 0,2-3 0,-3-4 0,-3-3 0,14 0 0,-7 1 0</inkml:trace>
  <inkml:trace contextRef="#ctx0" brushRef="#br1" timeOffset="177">30373 877 8912,'8'17'0,"-6"0"0,4 0 0,-4 1 0,-2-7 0,0 2 0,0 7 0,-6-1 0,0 9 0,0-5 0,6 6 0,0 0 0,2 5 0,4 0 0,-4-5 0,4-2 0,-3-1 0,1-1 0,2 0 0,0-2 0,-6-6 0,7-7 0,-3-3 0,8-7 0,-1-15 0,6-4 0</inkml:trace>
  <inkml:trace contextRef="#ctx0" brushRef="#br1" timeOffset="178">30631 963 8912,'10'-17'0,"3"-1"0,-7 1 0,0 6 0,-6-1 0,0 8 0,-8-3 0,-3 9 0,-5 3 0,-1 5 0,-2 15 0,-4 4 0,4 3 0,-4 2 0,-2 1 0,2-1 0,2 1 0,8-3 0,3-3 0,1-6 0,-1-4 0,6 6 0,-1-12 0,10 4 0,7-11 0,11 0 0,5-6 0,13-6 0,-3-4 0,8-7 0,-6 0 0,4-2 0,-2-4 0,-10 4 0,9-14 0,-5 7 0</inkml:trace>
  <inkml:trace contextRef="#ctx0" brushRef="#br1" timeOffset="179">30890 963 8912,'0'9'0,"-2"-1"0,-4-8 0,4 2 0,-4 4 0,4 5 0,2 4 0,0 3 0,0-1 0,0 0 0,0 0 0,0 0 0,0 6 0,0 0 0,0-2 0,0-2 0,0-1 0,8-1 0,-6-6 0,4 1 0,-4-9 0,-2 5 0,0-10 0,0-4 0,5-5 0,3-10 0,2-2 0,-7-8 0,11 7 0,-9-5 0,7-2 0,-6 9 0,5-1 0,-3 5 0,1 1 0,-3 6 0,6 1 0,1 3 0,-5 1 0,5 8 0,-7 3 0,1 5 0,-1 7 0,-4 0 0,4 1 0,-4-1 0,5 0 0,-5 0 0,4 0 0,-4-5 0,-2-1 0,2-7 0,4 2 0,-3 1 0,9-1 0,-1-4 0,-1-6 0,5-5 0,-5-8 0,7-1 0,0-5 0,0 1 0,-1-1 0,-3 3 0,-2-2 0,-7 10 0,10-11 0,-9 12 0,1 3 0,-6 0 0,0 10 0,0 6 0,0 7 0,0 6 0,0 2 0,0 2 0,0-6 0,0 6 0,0-8 0,0 0 0,8 1 0,1-3 0,9-4 0,-1-3 0,0-8 0,0 0 0,0-13 0,1-5 0,-1-3 0,-2 2 0,-3-4 0,1-2 0,-7-3 0,-2 3 0,-3 0 0,-1 6 0,-5-6 0,-1 8 0,-7 2 0,1 3 0,-5-1 0,-6 7 0,4 0 0,-4 6 0,-2 2 0,2 4 0,2 4 0,10 7 0,-3 0 0,8 0 0,-7-7 0,4-3 0</inkml:trace>
  <inkml:trace contextRef="#ctx0" brushRef="#br1" timeOffset="180">31664 860 8912,'-17'0'0,"0"0"0,-1 0 0,1 0 0,0 0 0,5-6 0,1 0 0,7 0 0,-4 6 0,8 2 0,0 4 0,0 6 0,0 10 0,0 3 0,0 4 0,6 3 0,2-3 0,1 4 0,-5-1 0,4-3 0,-2-6 0,-1-4 0,9-2 0,-12-8 0,13-1 0,-4-8 0,-1-8 0,1-3 0,1-12 0,5-6 0,-2-1 0,-3 1 0,3-3 0,-3 3 0,-3-3 0,3-3 0,-8 8 0,1 5 0,-3 2 0,4 3 0,0 0 0,-1 8 0,-5 1 0,0 16 0,0 3 0,0 4 0,0 2 0,0 1 0,2-1 0,4 0 0,4 0 0,1-7 0,1-4 0,1-5 0,-5-1 0,7 0 0,-6-1 0,1-5 0,5-4 0,-5-7 0,1 0 0,1 0 0,-6-1 0,5 1 0,-7 6 0,4 1 0,-1 3 0,-5 1 0,6-2 0,-8-1 0</inkml:trace>
  <inkml:trace contextRef="#ctx0" brushRef="#br1" timeOffset="181">32197 825 8912,'-7'17'0,"5"-7"0,-6-2 0,1-8 0,5 0 0,-6 2 0,8 3 0,0-3 0,8 13 0,-6-5 0,3 7 0,-3 0 0,-2 1 0,0-1 0,-2-8 0,-3-3 0,3-4 0,-6-4 0,8-4 0,0-5 0,6-6 0,-1-4 0,1-4 0,2-2 0,1 6 0,3-4 0,-1 8 0,-7 6 0,2-1 0,2 6 0,-1-3 0,3 1 0,-4 2 0,5 6 0,2 0 0,1 2 0,-3 4 0,5-4 0,-7 13 0,14-13 0,0 4 0,0-4 0,-6-2 0,0 0 0,8-8 0,-6-1 0,4-9 0,2 1 0,-2 0 0,-6 0 0,-5 0 0,1 0 0,-5-1 0,-2 1 0,-5 0 0,-1 0 0,-7 7 0,-3 3 0,-7 7 0,0 7 0,5 3 0,1 7 0,7 0 0,-2 0 0,4 1 0,4-1 0,4 0 0,-2 2 0,7 4 0,-1-4 0,1 4 0,5 2 0,-7-2 0,1-2 0,3-2 0,-5 0 0,-1 2 0,1 2 0,-2 0 0,-6-6 0,-14 0 0,-3 0 0,-11 1 0,-1-3 0,-4-4 0,-1 3 0,0-9 0,-1 1 0,1-6 0,-1 0 0,3-2 0,3-3 0,4-20 0,8-12 0</inkml:trace>
  <inkml:trace contextRef="#ctx0" brushRef="#br1" timeOffset="182">22096 3473 8912,'6'-1'0,"-2"-1"0,0-4 0,-1 1 0,-3-1 0,0 4 0,0 0 0,0 4 0,0 4 0,0 2 0,0 0 0,1 5 0,1 1 0,1 2 0,0 3 0,-3 1 0,0 2 0,0 0 0,0 1 0,4 0 0,-3 2 0,1-1 0,-1-2 0,-1-1 0,0-2 0,0-5 0,1-1 0,1-5 0,1 1 0,0-4 0,-3 2 0,0-6 0,-4-1 0,-1-4 0</inkml:trace>
  <inkml:trace contextRef="#ctx0" brushRef="#br1" timeOffset="183">22001 3946 8912,'-4'5'0,"0"-1"0,8-4 0,1 0 0,7-1 0,2-2 0,7-2 0,5-3 0,5-5 0,6-1-352,2-2 0,4-1 352,0 3 0,-5 2 0,-3 3 0,-9 4 0,-6 2 57,-5 2 0,-7 2 0,-6 2-57,-4 3 0,-2 2 0,-5 0 0,-3 1 0,1-1 0,-2 1 0,-1 0 0,1-1 0,-2 1 0,-5-1 0,-2 1 0</inkml:trace>
  <inkml:trace contextRef="#ctx0" brushRef="#br1" timeOffset="184">22096 4092 8912,'-6'0'0,"0"0"0,5 1 0,-2 2 0,2 2 0,1 4 0,0 0 0,0 3 0,0 1 0,1 4 0,1 1 0,0 2 0,4-2 0,-2 3 0,1-3 0,2-1 0,-4 0 0,4-1 0,-4-1 0,0-7 0,1 0 0,0-3 0</inkml:trace>
  <inkml:trace contextRef="#ctx0" brushRef="#br1" timeOffset="185">22216 4127 8912,'-8'1'0,"-2"2"0,-1 2 0,2 3 0,1 1 0,0 0 0,5 2 0,1 1 0,1 1 0,1 2 0,1-1 0,2-1 0,3 0 0,1-2 0,2 1 0,0-2 0,-1-2 0,5 0 0,-3-7 0,4 2 0,-2-2 0,2-1 0,-3-4 0,0-1 0,-1-3 0,-4-1 0,-1 1 0,-4-1 0,-1 2 0,-5 1 0,-6-1 0,-3 4 0,-3 0 0,1 3 0,1 1 0,1 2 0,2 1 0,0 3 0,1-1 0,3 0 0,6 2 0,-2-2 0,4-1 0,4-3 0,4 2 0,6-4 0</inkml:trace>
  <inkml:trace contextRef="#ctx0" brushRef="#br1" timeOffset="186">22526 4101 8912,'0'-5'0,"0"1"0,0 4 0,0 10 0,0 1 0,0 7 0,0-5 0,0 1 0,0 1 0,-1-1 0,-2 3 0,2-4 0,-2 0 0,-1-1 0,-1 2 0</inkml:trace>
  <inkml:trace contextRef="#ctx0" brushRef="#br1" timeOffset="187">22845 3637 8912,'0'-6'0,"0"0"0,0 1 0,0 0 0,0 1 0,0 4 0,0 8 0,2 3 0,1 4 0,0 3 0,0 2 0,1 0 0,1-1 0,-3 3 0,4 0 0,1 0 0,-2 2 0,-1-2 0,0 0 0,0 3 0,-1-2 0,-2-2 0,3 0 0,-4-4 0,0 1 0</inkml:trace>
  <inkml:trace contextRef="#ctx0" brushRef="#br1" timeOffset="188">22827 3998 8912,'-4'5'0,"-1"-2"0,-3 1 0,3-3 0,1 3 0,6-5 0,3-2 0,4-3 0,5-1 0,0-2 0,3 1 0,0 0 0,1 1 0,2 2 0,-2-1 0,4-3 0,-2 1 0,-1 3 0,2 1 0,0 0 0,-6 3 0,2-2 0,-5 2 0,-1 2 0,-1 2 0,-6 2 0,4 4 0,-3-1 0</inkml:trace>
  <inkml:trace contextRef="#ctx0" brushRef="#br1" timeOffset="189">22948 4101 8912,'4'5'0,"-3"2"0,1-1 0,-1 3 0,-1 2 0,0-1 0,0 1 0,0 3 0,0-1 0,0 4 0,0 0 0,0 0 0,1 1 0,2-1 0,3 0 0,2-1 0,0-1 0,1-3 0,-1-4 0,1-3 0,0 3 0,-1-3 0</inkml:trace>
  <inkml:trace contextRef="#ctx0" brushRef="#br1" timeOffset="190">23120 4178 8912,'-9'6'0,"2"0"0,0 0 0,1 2 0,0 1 0,2 0 0,1 3 0,2-2 0,1 5 0,0-4 0,1 2 0,3 0 0,3-3 0,4 0 0,4-2 0,-4-2 0,3 0 0,-3-4 0,3 1 0,-2-2 0,0-2 0,-4-2 0,1 2 0,-3-7 0,-1 2 0,-3-1 0,1-2 0,-3 1 0,-3-1 0,-1 3 0,-5 2 0,-1 0 0,-1 2 0,1 1 0,-2 2 0,3 2 0,4-1 0,-1 3 0,-1 2 0,3-2 0,1 1 0,2-5 0,1 7 0,0-3 0</inkml:trace>
  <inkml:trace contextRef="#ctx0" brushRef="#br1" timeOffset="191">23361 4161 8912,'0'9'0,"0"-5"0,0 4 0,-3-3 0,0 4 0,-1-1 0,2 1 0,-1-1 0,1 1 0,2 3 0,0 3 0,0-2 0,0 1 0,0 2 0,0-1 0,0-1 0,3 2 0,-2-6 0,3 2 0</inkml:trace>
  <inkml:trace contextRef="#ctx0" brushRef="#br1" timeOffset="192">23559 3585 8912,'-5'0'0,"1"0"0,4 4 0,0 1 0,0 4 0,0 3 0,1 4 0,2 4 0,2 4 0,2-1 0,-1 2 0,2 1 0,-3 3 0,3-5 0,1 2 0,-1-6 0,0-1 0,-2-4 0,1 1 0,-2-2 0</inkml:trace>
  <inkml:trace contextRef="#ctx0" brushRef="#br1" timeOffset="193">23473 3989 8912,'-9'0'0,"4"0"0,-2 0 0,7 0 0,0 0 0,7-4 0,8 0 0,5-6 0,3-1 0,1-3 0,2 1 0,4-3 0,-6 6 0,2-1 0,-6-3 0,1 1 0</inkml:trace>
  <inkml:trace contextRef="#ctx0" brushRef="#br1" timeOffset="194">23628 4084 8912,'7'-9'0,"0"1"0,-1-1 0,-4 0 0,4 1 0,-3-1 0,7 1 0,-1-1 0,4 0 0,1 1 0,2 3 0,0 2 0,-2 2 0,-4 2 0,2 3 0,-4 4 0,-2 2 0,-2 5 0,-4 2 0,0 3 0,-5 0 0,-3-3 0,-1 3 0,-3 0 0,-1-1 0,0-1 0,-2 0 0,1-2 0,0-1 0,0-1 0,-1-2 0,3 0 0,-2-2 0,4 0 0,-3-9 0,5 2 0,-1-2 0,4-5 0,2-1 0,2-7 0,1-2 0,1-4 0,1-1 0,2 3 0,1 0 0,0 4 0,0 0 0,3 3 0,-2 4 0,2-2 0,0 4 0,1 0 0,0 7 0,2 2 0,0 2 0,2 0 0,-2 1 0,4-1 0,1 1 0,1 0 0,1-4 0,1 0 0,1-1 0,0-1 0,-2-3 0,-1 0 0,0-8 0,0-1 0</inkml:trace>
  <inkml:trace contextRef="#ctx0" brushRef="#br1" timeOffset="195">23998 3774 8912,'0'-5'0,"0"-1"0,0-1 0,0 3 0,0 0 0,0 5 0,0 3 0,0 5 0,0 0 0,0 7 0,0 1 0,0 2 0,0 1 0,2-2 0,2 1 0,1 1 0,-3 0 0,5 0 0,-5-3 0,4 1 0,-3-7 0,4 1 0,-2-4 0,3 1 0</inkml:trace>
  <inkml:trace contextRef="#ctx0" brushRef="#br1" timeOffset="196">24299 3491 8912,'-4'4'0,"-1"0"0,0-4 0,-1 1 0,3 2 0,0 2 0,3 7 0,0 3 0,1 2 0,2 3 0,-1 3 0,3 5 0,1 3 0,3 3 0,-1-3 0,1-2 0,-1-3 0,1-1 0,0-2 0,-2-3 0,-1-2 0,2-4 0,-7-2 0,2-3 0</inkml:trace>
  <inkml:trace contextRef="#ctx0" brushRef="#br1" timeOffset="197">24204 3972 8912,'-5'9'0,"-2"-5"0,6 4 0,-2-7 0,6 2 0,1-2 0,9-5 0,1-2 0,2-4 0,2-2 0,2 1 0,0 2 0,-1 1 0,-1-1 0,-2 1 0,-1 3 0,0-2 0,-4 4 0,1 0 0,-3-1 0,-1 0 0</inkml:trace>
  <inkml:trace contextRef="#ctx0" brushRef="#br1" timeOffset="198">24376 4015 8912,'0'5'0,"-1"1"0,-2-3 0,1 3 0,-3-3 0,2 4 0,-3-2 0,0 4 0,-2 2 0,-1 2 0,0 1 0,-2 5 0,0-2 0,0 2 0,1 0 0,2 1 0,3-2 0,1-1 0,4-5 0,0-3 0,0 0 0,1-5 0,2-1 0,3-3 0,5-3 0,0 1 0,3-6 0,1-2 0,3 0 0,1 0 0,1 0 0,-1-2 0,-1 1 0,2-1 0,0 1 0,-3 0 0,-6 6 0,-5-3 0,-3 2 0,1-1 0,1-2 0</inkml:trace>
  <inkml:trace contextRef="#ctx0" brushRef="#br1" timeOffset="199">24342 4101 8912,'3'9'0,"-2"-4"0,2 1 0,-2 1 0,-1-3 0,0 3 0,0-1 0,1 2 0,2 0 0,-2 4 0,3 0 0,-1 0 0,0 1 0,0 2 0,0-1 0,-1 2 0,4-2 0,-3 2 0,2-2 0,-2-1 0,4-1 0,-6-3 0,3 0 0,-4-1 0</inkml:trace>
  <inkml:trace contextRef="#ctx0" brushRef="#br1" timeOffset="200">24677 3757 8912,'-5'-5'0,"-1"2"0,4 6 0,-2 3 0,4 5 0,0 3 0,0 3 0,0 0 0,0 0 0,0 1 0,4-1 0,-2 0 0,3 0 0,-1-1 0,1-1 0,-3 1 0,6-6 0,-6-2 0,3-5 0,-3-6 0,2-2 0</inkml:trace>
  <inkml:trace contextRef="#ctx0" brushRef="#br1" timeOffset="201">24841 3559 8912,'-6'0'0,"0"0"0,1 1 0,0 2 0,1 6 0,4 4 0,0 4 0,0 1 0,0 3 0,0 1 0,0 3 0,4 1 0,1 0 0,3-1 0,0-1 0,-2-1 0,1-4 0,-3 2 0,3-4 0,-2 0 0,0-4 0,1-1 0,-2-3 0,-4 0 0</inkml:trace>
  <inkml:trace contextRef="#ctx0" brushRef="#br1" timeOffset="202">24703 4101 8912,'0'6'0,"0"-1"0,0-3 0,0 2 0,1-4 0,2 0 0,3 0 0,2-4 0,4-1 0,1-3 0,4-1 0,0 4 0,2-1 0,1-1 0,-6 3 0,5-2 0,-7 3 0,-2 0 0,0-1 0,-2 3 0,1-3 0</inkml:trace>
  <inkml:trace contextRef="#ctx0" brushRef="#br1" timeOffset="203">24841 4127 8912,'5'0'0,"-1"0"0,-1 0 0,-2 0 0,4 0 0,-2 0 0,2 0 0,3 0 0,1 0 0,-1 0 0,1 4 0,0 1 0,-5 0 0,-1 1 0,-2 1 0,-1 4 0,0-2 0,-4 7 0,-1-4 0,-3 2 0,-1 0 0,2 0 0,0 0 0,1-2 0,1-1 0,0-2 0,2 0 0,2-1 0,2-3 0,2-2 0,2-3 0,7-3 0,-2-2 0,5-3 0,-1-2 0,3-1 0,2 0 0,-1-2 0,-1 0 0,-2 2 0,-2-2 0,0 0 0</inkml:trace>
  <inkml:trace contextRef="#ctx0" brushRef="#br1" timeOffset="204">25064 4118 8912,'-5'0'0,"-1"0"0,4 4 0,-2-2 0,4 4 0,0-4 0,0 4 0,0 0 0,0 3 0,0-1 0,1-2 0,2-1 0,3-2 0,1 3 0,2-3 0,0 0 0,-1-3 0,-2-1 0,0-2 0,-1 1 0,0-4 0,-1 0 0,-4-6 0,0 2 0,-1-4 0,-2 2 0,1 0 0,-3 1 0,-2 0 0,-1 0 0,0 5 0,-1-1 0,0 2 0,1-4 0</inkml:trace>
  <inkml:trace contextRef="#ctx0" brushRef="#br1" timeOffset="205">25021 3293 8912,'3'-6'0,"1"1"0,1 2 0,3 1 0,6 4 0,1 6 0,3 6 0,8 8 0,0 14 0,-12-15 0,-1 2 0,0 3 0,1 2 0,-1 4 0,-1 1-120,0 4 1,-2 2-1,-1 0 1,-1 2-1,-3-1 1,-2 0-1,0-2 1,-2-1 119,0-2 0,-1 0 0,-2-2 0,0-2 0,0-1 0,-2 0 0,-1 1 0,-1 0 0,-1-4 0,0 0 0,-1-2 0,-1-1 0,-1-2 0,-2 0 0,-13 18 0,10-20 0,0 0 0</inkml:trace>
  <inkml:trace contextRef="#ctx0" brushRef="#br1" timeOffset="206">22036 3396 8912,'-18'0'0,"-2"0"0,0 1 0,0 2 0,-1 4 0,-2 3 0,-2 11 0,1 9 0,1 7 0,12-15 0,2 2 0,1 3 0,2 1 0,1 5 0,2 1 0,0 1 0,2 1 0,0 1 0,1 0 0,2 2 0,1 0-112,0 1 1,2 0 0,3-2 0,1 0 0,3 0-1,2-1 1,1-4 0,2 0 111,0-3 0,2-1 0,0-3 0,0-2 0,2-2 0,-1-1 0,0-3 0,1-1 0,-3-1 0,2-2 0,1-1 0,0-1 0,1 0 0,0-1 0,23 6 0,2-6 0,-23-8 0,0 1 0,2-1 0,-1 0 0,1 0 0,0 0 0</inkml:trace>
  <inkml:trace contextRef="#ctx0" brushRef="#br1" timeOffset="207">25804 3731 8912,'4'-14'0,"2"1"0,2 0 0,-3 2 0,1 1 0,0 0 0,0-2 0,-1 2 0,2 0 0,-3 2 0,0-1 0,-1 0 0,-1 1 0,0-1 0,-1 3 0,-1 1 0,-1-1 0,-2 1 0,2 1 0,-6 4 0,1 0 0,-2 0 0,0 0 0,-4 5 0,1 4 0,-2 3 0,3 6 0,-2 2 0,1 2 0,5 1 0,1-1 0,-1 0 0,1-1 0,2 0 0,2-1 0,1-3 0,0-3 0,0-3 0,0-1 0,4-5 0,2-3 0,4-2 0,3-3 0,0-6 0,2-5 0,2-5 0,0-3 0,-3-2 0,0-1 0,-2-2 0,-1 0 0,-3 1 0,-2 0 0,1 5 0,-5 3 0,0 2 0,-1 10 0,-1 2 0,0 15 0,0 7 0,0 4 0,1-2 0,1 0 0,1 1 0,4-4 0,-2 1 0,3-3 0,1-4 0,0 1 0,2-4 0,0-2 0,1-3 0,-3-3 0,2 0 0,0 0 0,1-6 0,-4-4 0,2-1 0,1-2 0,-5-2 0,6 2 0,-8-4 0,1-1 0,3 5 0,-7-2 0,2 3 0,-2 1 0,-1 10 0,0 5 0,0 7 0,0 0 0,2 1 0,1-1 0,4 5 0,-5-7 0,5 3 0,1-3 0,4-1 0,1-2 0,-2-3 0,6-3 0,-1 0 0,3 0 0,1-3 0,-3-5 0,0-3 0,-3 0 0,-2-2 0,-4-1 0,-2 0 0,-3 0 0,-6 3 0,-3-1 0,-4 4 0,-2 2 0,-3 3 0,0 3 0,-1 3 0,2 6 0,1 5 0,0 3 0,4 0 0,2 0 0,3 0 0,4 0 0,0 0 0,5 0 0,3-3 0,11-2 0,8-4 0,7-2 0,8 1 0,-2-5 0,-2 0 0,-1-8 0,-3-4 0</inkml:trace>
  <inkml:trace contextRef="#ctx0" brushRef="#br1" timeOffset="208">24273 4531 8912,'-1'8'0,"-1"1"0,-1 0 0,1-1 0,1 1 0,1 0 0,0 2 0,0 0 0,0 4 0,0-3 0,1 1 0,2 3 0,1-1 0,3-1 0,-2-2 0,1-3 0,3 0 0,-1-1 0,1-3 0,-3-1 0,0-5 0,3-3 0,1-4 0,1-6 0,-2-2 0,0-1 0,0-3 0,-2 0 0,-1 1 0,1 1 0,-4 4 0,-1 3 0,-1 1 0,-1 2 0,0 3 0,2 3 0,1 4 0,-1 4 0,-1 5 0,2-1 0,0 5 0,4-2 0,-2 2 0,3-3 0,1-3 0,-1-1 0,1 1 0,-1-5 0,1-1 0,0-2 0,-1-1 0,1-1 0,-2-2 0,-1-2 0,2-7 0,-4 3 0,1-3 0,-2 3 0,2-4 0,-4 7 0,2-3 0,-2 2 0,-1 2 0,0-1 0,0 4 0,0-2 0,0 4 0,-4 0 0,3 0 0,4-4 0,5-1 0,3-3 0,-2-1 0,2 2 0,1 1 0,-1-1 0,-2 4 0,2 1 0,1 2 0,-1 1 0,-2 1 0,-1 4 0,1 3 0,-1 1 0,1 3 0,0 0 0,-5 1 0,4 3 0,-2-3 0,-1-2 0,0-3 0,-2 0 0,3-1 0,0 0 0,2-3 0,-3-1 0,3-8 0,-4-8 0,5-6 0</inkml:trace>
  <inkml:trace contextRef="#ctx0" brushRef="#br1" timeOffset="209">24927 4393 8912,'0'-8'0,"0"-1"0,0 0 0,0 1 0,0-1 0,0 4 0,0-2 0,0 6 0,3 11 0,0 10 0,3 6 0,-1 0 0,0 0 0,2 0 0,-1-1 0,1 1 0,-1 0 0,0-3 0,-3 0 0,3-4 0,-2 1 0,0-2 0,-2-5 0,6-4 0,-7-9 0,3-5 0</inkml:trace>
  <inkml:trace contextRef="#ctx0" brushRef="#br1" timeOffset="210">25056 4402 8912,'-9'8'0,"4"1"0,-2 2 0,1 3 0,-2 2 0,0-1 0,2 7 0,0-3 0,0 2 0,2-1 0,1-4 0,2-2 0,1-2 0,0-3 0,4-4 0,2-2 0,2-2 0,4-1 0,-2-4 0,4-2 0,2-1 0,0-6 0,1 3 0,0-5 0,4 2 0,-1-2 0,-2 1 0,-3 1 0,-3 0 0,1 2 0,0-1 0</inkml:trace>
  <inkml:trace contextRef="#ctx0" brushRef="#br1" timeOffset="211">25211 4453 8912,'-4'5'0,"3"-1"0,-3-4 0,1 1 0,0 2 0,1-2 0,2 6 0,0-1 0,0 2 0,3 0 0,-2 1 0,3 1 0,0 1 0,-3-1 0,3 1 0,0-1 0,-4 1 0,3 0 0,-1 0 0,1-5 0,-2 1 0,4-6 0,-2 2 0,-1-2 0,3-1 0,-2-7 0,3-1 0,-3-6 0,3-1 0,-1-1 0,4-1 0,0 0 0,-1 0 0,1 2 0,-1 1 0,0 3 0,-2 0 0,1 5 0,-1 3 0,-1 2 0,1 1 0,-2 1 0,2 2 0,-1 5 0,-2 3 0,-2 2 0,2-2 0,0-1 0,0 1 0,0-1 0,1-2 0,-3 1 0,4-4 0,-2-3 0,-2-1 0,6-1 0,-3-1 0,2-1 0,0-3 0,-3-4 0,3 3 0,-2 1 0,1-2 0,-3-1 0,1 0 0,-3 3 0,0 2 0,0 6 0,0 2 0,1 6 0,2 1 0,-2-1 0,3-2 0,-1-1 0,1 1 0,1 0 0,0-1 0,4-2 0,-1 0 0,1-4 0,0 0 0,-1-1 0,1-1 0,-1-3 0,1-3 0,-3-2 0,-1 0 0,-2-1 0,0-2 0,-3-1 0,-1 2 0,-2 0 0,-1 1 0,-5 1 0,0-1 0,1 1 0,-1 3 0,1-2 0,-1 4 0,0 1 0,5 1 0,-4 1 0,3 0 0,-3 0 0</inkml:trace>
  <inkml:trace contextRef="#ctx0" brushRef="#br1" timeOffset="212">25675 4445 8912,'-5'0'0,"-1"0"0,0 0 0,-2 0 0,3 0 0,0 0 0,2 0 0,2 0 0,-3 1 0,4 2 0,0 2 0,3 3 0,1 1 0,0-1 0,1 2 0,-1 1 0,2-1 0,2-1 0,-2-3 0,1-1 0,-1 1 0,2 1 0,0-6 0,1 3 0,-1-4 0,1 0 0,-4-4 0,2-1 0,-1-3 0,-1-1 0,0 1 0,-1-1 0,1 0 0,-3 5 0,2 0 0,-4 4 0,3 1 0,0 2 0,0-1 0,-3 3 0,2-2 0,1 3 0,1-3 0,-1 2 0,-1-3 0,4 1 0,-3-2 0,2-1 0,-3-1 0,1-2 0,1-1 0,-1-5 0,0 3 0,-3 1 0,0-2 0,1-1 0,1 0 0,-1 3 0,3-3 0,0 3 0,1-3 0,3-1 0</inkml:trace>
  <inkml:trace contextRef="#ctx0" brushRef="#br1" timeOffset="213">25985 4462 8912,'0'-6'0,"0"1"0,0 3 0,0-2 0,0 4 0,1 6 0,2 3 0,-2 2 0,4-3 0,-2 1 0,-3-3 0,3-1 0,-2-2 0,-1 3 0,1-4 0,2 1 0,-2-2 0,3-5 0,-4-2 0,1-3 0,2-2 0,-1 0 0,3-3 0,0 1 0,1-2 0,1 3 0,-4 4 0,2 3 0,2 2 0,-2 2 0,0 2 0,2 2 0,-3 1 0,4 5 0,-3 0 0,3-1 0,1 1 0,-1-1 0,1 1 0,-1 0 0,1-5 0,1 0 0,1-4 0,1-1 0,3-2 0,1-2 0,-2-7 0,3-1 0,0-4 0,-3-1 0,1 1 0,-5-3 0,1 0 0,-5 1 0,-3 1 0,-2 1 0,-1 3 0,0-2 0,0 10 0,0 0 0,0 9 0,0 1 0,0 9 0,1 0 0,2 0 0,2 5 0,3-2 0,1 3 0,-1 0 0,1-1 0,0-1 0,-2 2 0,-1 1 0,-2-2 0,-5 3 0,-2-4 0,-4 0 0,-7 1 0,-6 0 0,-4 0 0,-5 0 0,1-7 0,-1 1 0,3-4 0,-2 0 0,-1-2 0,0-6 0,3-5 0</inkml:trace>
  <inkml:trace contextRef="#ctx0" brushRef="#br1" timeOffset="214">21993 1478 8912,'-9'-8'0,"1"-1"0,3 1 0,-3-1 0,3 3 0,-3 0 0,-2 1 0,0 0 0,-2 2 0,1 2 0,-2 2 0,-1 4 0,-2 6 0,-2 9 0,-3 7 0,3 8 0,-3 5 0,4 5-43,8-23 1,1 1-1,-1 3 1,2 1-1,-1-1 1,1 0 0,1 2-1,1 0 43,0 1 0,0 0-114,1 3 0,0-1 1,1-2-1,1-1 0,0 0 1,1 0 113,0 20 0,5-6 0,2-12 0,5-1 0,0-7 0,3-5 0,1-5 0,1-5 0,2-1 0,3-4 0,-2-2 0,3-8 0,-1-5 0,2-3 0,-5-10 0,-5-4 0,-4-2 0</inkml:trace>
  <inkml:trace contextRef="#ctx0" brushRef="#br1" timeOffset="215">22363 1599 8912,'-13'-18'0,"4"1"0,-4 4 0,5 1 0,-1 3 0,-3 1 0,-3 3 0,-1 1 0,-1 4 0,0 4 0,-1 3 0,1 5 0,4 3 0,1-1 0,4 2 0,2 2 0,3-1 0,2 0 0,1 0 0,0 4 0,3-3 0,1 2 0,1-1 0,-2 2 0,2 2 0,2 0 0,1 0 0,-3 2 0,1-2 0,-1 3 0,1 3 0,0-7 0,-3 1 0,0-4 0,-3-5 0,-4 2 0,-1-2 0</inkml:trace>
  <inkml:trace contextRef="#ctx0" brushRef="#br1" timeOffset="216">22096 1943 8912,'-6'-14'0,"1"3"0,3 1 0,-1 2 0,2 3 0,1-3 0,2 3 0,2-3 0,5-1 0,8 1 0,0-1 0,7-1 0,2-1 0,1 1 0,5-2 0,-1 1 0,0-1 0,1-2 0,-3 2 0,0 1 0,-7-1 0,-2 1 0,-6-1 0,-3 5 0,-2 0 0,-3 1 0,-2 4 0,-8-1 0,3 4 0,-2 1 0,2 1 0,1 6 0,0-1 0,0 6 0,1-3 0,2 4 0,-1-2 0,3 2 0,2 0 0,-2-2 0,1 1 0,-3 2 0,2-5 0,-3 4 0,1-1 0,-2-1 0,-1 0 0,-8-9 0,-1 0 0</inkml:trace>
  <inkml:trace contextRef="#ctx0" brushRef="#br1" timeOffset="217">22406 1693 8912,'-5'-8'0,"2"-1"0,-2 0 0,4 1 0,-2 3 0,6 2 0,3 2 0,2 1 0,3-3 0,1 1 0,-2 0 0,4-3 0,-1 0 0</inkml:trace>
  <inkml:trace contextRef="#ctx0" brushRef="#br1" timeOffset="218">22664 1667 8912,'8'4'0,"1"1"0,0 4 0,-1-1 0,1 1 0,0-1 0,-1 1 0,0 2 0,-2 2 0,0-1 0,0 1 0,-1-3 0,-1 0 0,-4-3 0,3-1 0,-2 2 0,3-8 0,-5 0 0,-2-5 0,2-6 0,-5-3 0,2-3 0,-1 0 0,3-3 0,-1-1 0,2 0 0,1 0 0,0 1 0,1 2 0,2 1 0,2 4 0,4 1 0,-1-1 0,1 0 0</inkml:trace>
  <inkml:trace contextRef="#ctx0" brushRef="#br1" timeOffset="219">23060 1556 8912,'-8'-17'0,"2"-1"0,0 5 0,3 1 0,-4 3 0,2 4 0,-6 2 0,-2 7 0,0 5 0,-2 5 0,-2 5 0,0 3 0,1 4 0,2-1 0,2-2 0,6 1 0,0-5 0,3 1 0,1-2 0,5-5 0,4-2 0,3-4 0,4-1 0,3-4 0,0 5 0,0-4 0,0-2 0,0 0 0,1-1 0,-1 0 0,-1 0 0,-2 0 0,-1 0 0,-5 0 0,1 0 0,0 0 0,-5 1 0,-1 2 0,-6 2 0,-2 4 0,-7 0 0,-2 3 0,-1-2 0,-1 4 0,2-2 0,3 1 0,-3-3 0,2-3 0,-4-11 0,3-2 0</inkml:trace>
  <inkml:trace contextRef="#ctx0" brushRef="#br1" timeOffset="220">23163 1392 8912,'-5'-3'0,"1"2"0,4-2 0,0 6 0,0 1 0,0 5 0,4 3 0,-2 2 0,4 4 0,0 2 0,-1-2 0,1 3 0,1-1 0,0 0 0,2 4 0,0-1 0,-1-1 0,1 1 0,-4-4 0,1 1 0,-3-6 0,0-1 0,-11-5 0,-1 1 0</inkml:trace>
  <inkml:trace contextRef="#ctx0" brushRef="#br1" timeOffset="221">23137 1607 8912,'-8'-21'0,"-1"3"0,1-3 0,3 5 0,2 2 0,3-2 0,3 5 0,2 0 0,7 6 0,-3-3 0,8 7 0,-3-2 0,3 2 0,3 1 0,-1 0 0,4 0 0,4-1 0,5-1 0,1-1 0,1-3 0,1 1 0,-1-4 0</inkml:trace>
  <inkml:trace contextRef="#ctx0" brushRef="#br1" timeOffset="222">23653 1453 8912,'-8'-3'0,"-1"0"0,1-3 0,-1 3 0,0-3 0,-2 4 0,-1-3 0,2 1 0,0 1 0,2 3 0,-1 0 0,1 4 0,0 4 0,1 4 0,1 1 0,5 3 0,-2 3 0,2 1 0,1 0 0,0-3 0,0-3 0,0 1 0,0-5 0,1 2 0,2-3 0,-3-4 0,8-1 0,-2-4 0,2-5 0,0-4 0,1-3 0,-1-6 0,1-2 0,2-2 0,1-4 0,-3 1 0,-2 2 0,1-1 0,-6 2 0,3-4 0,-3 1 0,1 2 0,-2-1 0,-1 5 0,0 3 0,0 2 0,-4 6 0,3 3 0,-2 3 0,3 7 0,0 4 0,0 6 0,0 1 0,0 3 0,0 0 0,3 3 0,2-4 0,5 2 0,1-1 0,-1-2 0,6 0 0,-2 0 0,2-3 0,-2-3 0,2-1 0,-1-3 0,1-1 0,0-2 0,-2-4 0,-1 0 0,-1 0 0,-6-4 0,5 2 0,-9-4 0,0 0 0,-1-2 0,-1-1 0,-1 1 0,-2-1 0,-1 4 0,-5-2 0,0 2 0,1 0 0,-4-2 0,1 5 0,0 0 0,2 1 0,1 2 0,2 2 0,4 2 0,-2 4 0,1 1 0,2 3 0,3 0 0,3-2 0,5 4 0,4-4 0,3 0 0,6-1 0,0-6 0,5-1 0,-1-3 0,2-3 0,1-5 0,1-6 0</inkml:trace>
  <inkml:trace contextRef="#ctx0" brushRef="#br1" timeOffset="223">24075 1367 8912,'-9'0'0,"1"0"0,-2 0 0,-1 0 0,1 1 0,-1 1 0,1 3 0,2 5 0,0 1 0,2 4 0,2-2 0,4 1 0,0 1 0,1 2 0,2 0 0,3 0 0,2-4 0,3 0 0,1-5 0,2-3 0,-4-1 0,6-4 0,-4-1 0,1-2 0,-2-1 0,1-6 0,-3-2 0,0-1 0,-1 0 0,-3-3 0,-1 2 0,0 1 0,-3-3 0,2 3 0,-3-1 0,0 2 0,0 3 0,0 3 0,0 0 0,0 4 0,0 0 0,0 4 0,0 4 0,3 6 0,1 3 0,1 4 0,2 4 0,0 2 0,-1 1 0,0 3 0,-3-2 0,2 2 0,-2-3 0,2 0 0,-1 0 0,-1-2 0,-3-3 0,0-5 0,0-3 0,-4-1 0,0-4 0,-2 1 0,-1-4 0,2-1 0,-4-4 0,1-4 0,0-3 0,2-3 0,3-5 0,2-1 0,-2-9 0,-2-2 0</inkml:trace>
  <inkml:trace contextRef="#ctx0" brushRef="#br1" timeOffset="224">24307 1392 8912,'5'0'0,"3"0"0,-7 0 0,5 1 0,-3 2 0,4-1 0,-1 4 0,1 1 0,2 0 0,0 3 0,-1 1 0,1 3 0,-1 3 0,0 0 0,-2 0 0,0 0 0,-3 1 0,0-4 0,-3 0 0,0-6 0,-1-1 0,-2-2 0,-1-3 0,-4-6 0,2-4 0,-1-5 0,6-7 0,-1-1 0,4-1 0,-1 3 0,9-5 0,0 4 0,2 1 0,2 1 0,4 1 0,-1 1 0,0 1 0,0 3 0,4 7 0,-3-3 0,3 4 0</inkml:trace>
  <inkml:trace contextRef="#ctx0" brushRef="#br1" timeOffset="225">24591 1375 8912,'-5'8'0,"-1"-2"0,3 1 0,-3-1 0,4-2 0,-3 2 0,3-3 0,1 4 0,-3-5 0,4 4 0,1-4 0,2 0 0,1-1 0,5-1 0,1 0 0,1 0 0,2-3 0,2-2 0,-1-4 0,0 1 0,4-1 0,-1 0 0,0 1 0,-1-2 0,-1-1 0,0 1 0,-4-2 0,-4-1 0,1 4 0,-5-3 0,-1 3 0,-1 0 0,-1-3 0,-4 3 0,-2 1 0,-2 2 0,0 3 0,-1 2 0,1-2 0,-4 6 0,1 3 0,-1 4 0,4 3 0,-1 0 0,0 5 0,4 0 0,0 2 0,1-1 0,2-2 0,1 0 0,2 0 0,2 0 0,2-3 0,7-2 0,2-3 0,3-4 0,0 1 0,3-5 0,1-1 0,1-5 0,1-2 0,3-6 0,0-1 0,-4-2 0,-3-1 0,-4-2 0,-4 0 0,-1-1 0,-1 0 0,-5 4 0,-1 1 0,-2 0 0,-5 1 0,0 0 0,-5-1 0,0 8 0,1-2 0,-1 6 0,1 0 0,-1 2 0,0 2 0,1 2 0,-1 4 0,1 3 0,-1 4 0,4 0 0,2 0 0,2-2 0,1 2 0,1-2 0,2 2 0,3-2 0,5 2 0,3-4 0,4 1 0,2-4 0,-1-1 0,4-2 0,0 0 0,-1 0 0,3-1 0,-3-3 0</inkml:trace>
  <inkml:trace contextRef="#ctx0" brushRef="#br1" timeOffset="226">25004 1745 8912,'0'-10'0,"0"0"0,0-2 0,0 4 0,0 2 0,0 4 0,0 9 0,1 7 0,2 3 0,-2 5 0,4 0 0,-3 4 0,1 0 0,3 0 0,-5-1 0,3 1 0,0 0 0,-3 0 0,2-1 0,-2-3 0,-1-1 0,0-3 0,-4-5 0,-1-1 0</inkml:trace>
  <inkml:trace contextRef="#ctx0" brushRef="#br1" timeOffset="227">25039 1702 8912,'0'-10'0,"0"-1"0,1 2 0,2 1 0,1-1 0,5 3 0,-1 2 0,1 2 0,1 1 0,0 1 0,2 0 0,3 3 0,-6 2 0,3 4 0,-2-1 0,-2 5 0,0 0 0,-2 2 0,-4-1 0,-1 0 0,-4 3 0,-3 1 0,-2-1 0,0 0 0,-2-1 0,-1-1 0,1 0 0,-2-4 0,2-3 0,-2-5 0,3-6 0,-4-2 0</inkml:trace>
  <inkml:trace contextRef="#ctx0" brushRef="#br1" timeOffset="228">25331 1693 8912,'-8'1'0,"-1"2"0,0 1 0,1 2 0,-1 2 0,1 0 0,-1 2 0,0 2 0,1-1 0,-1 2 0,1 0 0,3-2 0,1 1 0,4-3 0,0-1 0,1 0 0,2-2 0,2-3 0,4-3 0,3 0 0,-2-3 0,4-3 0,-2-3 0,2-2 0,-3 0 0,-1-3 0,-3-1 0,1 2 0,-7-2 0,1 3 0,-1 2 0,-1 0 0,-4 2 0,-4-1 0,-3 1 0,-4 3 0,1 2 0,-2 2 0,-2 1 0,1 0 0,0 4 0,0 1 0</inkml:trace>
  <inkml:trace contextRef="#ctx0" brushRef="#br1" timeOffset="229">25443 1470 8912,'-4'-13'0,"-1"4"0,-3-3 0,-1 3 0,4 0 0,2 4 0,3 3 0,0 5 0,0 6 0,0 7 0,0 3 0,0 4 0,0 1 0,1 4 0,1 0 0,1-1 0,2-3 0,-3 1 0,6-7 0,-3 2 0,3 0 0,0-3 0,-3-3 0,3-4 0,-3-2 0,3-2 0,-2-3 0,0-3 0,1 0 0,0-3 0,2-3 0,0-6 0,2 0 0,0-3 0,-1 0 0,-2 0 0,-3-1 0,-3-1 0,5 0 0,-4 3 0,0 2 0,-3 3 0,0 0 0,0 4 0,0-1 0,0 4 0,0 5 0,0 6 0,0 0 0,0 4 0,0 2 0,0-3 0,0 0 0,4 0 0,1 0 0,3-2 0,-3 0 0,2-5 0,-1 1 0,3-4 0,2 1 0,-1-2 0,0-2 0,-3-2 0,1-2 0,-4-3 0,2-2 0,0-1 0,-4 1 0,3-5 0,-3 3 0,-1-2 0,2 3 0,-2-4 0,-1 4 0,0-1 0,4 8 0,-2 1 0,4 6 0,-1 6 0,0 4 0,3 4 0,-4 4 0,2 1 0,0 0 0,-4 2 0,5-2 0,-4 5 0,-2 2 0,0-2 0,-1-1 0,-1-3 0,-1 0 0,-4-1 0,-3 2 0,-2-4 0,1-4 0,-1-4 0,1-1 0,2-1 0,-1-3 0,0-4 0,5-3 0,0-4 0</inkml:trace>
  <inkml:trace contextRef="#ctx0" brushRef="#br1" timeOffset="230">25908 1599 8912,'0'-9'0,"1"4"0,2 2 0,-3 2 0,4 3 0,-3 3 0,2 4 0,-2 5 0,3 2 0,-4 4 0,3 3 0,0-2 0,-1 0 0,-1 0 0,-1-2 0,0 0 0,0-2 0,0 0 0,0-4 0,0-1 0,0-3 0,-1-4 0,-2-2 0,2-4 0,-2-5 0,2-5 0,1-7 0,0-3 0,1-1 0,2-2 0,2-1 0,0-1 0,1 1 0,1 2 0,0-1 0,1 6 0,-1 1 0,-2 5 0,1 6 0,3 3 0,-1 2 0,0 2 0,-2 2 0,1 2 0,-1 3 0,1 4 0,-1-1 0,0 1 0,-2-4 0,1 1 0,0 0 0,0-1 0,3-2 0,-2 0 0,1-4 0,3 0 0,1-4 0,-1-3 0,0-4 0,-5 1 0,1-4 0,3 1 0,-4-5 0,0 2 0,-1-2 0,-1-1 0,-3 3 0,0 3 0,0 4 0,0 1 0,0 8 0,0 1 0,0 8 0,0 3 0,0 2 0,0 1 0,0 3 0,0-3 0,0 2 0,0-5 0,1-1 0,2-2 0,1-2 0,6-4 0,1-2 0,0-2 0,0-1 0,2-4 0,-4-4 0,3-7 0,-3 0 0,-4 1 0,2-2 0,-4 1 0,-4 0 0,-5 1 0,-2-2 0,-1 5 0,-3 0 0,0 3 0,-3 2 0,1 3 0,2 2 0,0 1 0,4 1 0,-1 2 0,4-2 0,-2 11 0,2-3 0</inkml:trace>
  <inkml:trace contextRef="#ctx0" brushRef="#br1" timeOffset="231">26407 1513 8912,'-4'-9'0,"2"1"0,-4-1 0,4 0 0,0 1 0,1 3 0,1 1 0,0 5 0,0 2 0,0 6 0,0 5 0,0-1 0,0 2 0,0-1 0,0 2 0,0-1 0,0 0 0,0-5 0,0 3 0,0-1 0,0-2 0,-3-1 0,0-3 0,0-4 0,3 4 0,0-6 0,0-6 0,0-8 0,0-3 0,0 0 0,0-3 0,0 0 0,1-3 0,2 3 0,1 0 0,1 3 0,2 0 0,-3 3 0,1 3 0,-3 1 0,5 5 0,-2 3 0,1 4 0,-1 4 0,1 2 0,0 3 0,0 1 0,-4 3 0,0-1 0,2 0 0,0-1 0,1-1 0,-3 0 0,3-4 0,-4-2 0,2 0 0,4-4 0,-1 1 0,-1-2 0,0-2 0,2-2 0,-2 0 0,0-6 0,1 3 0,0-7 0,0 5 0,-3-4 0,1 1 0,0 0 0,-1 2 0,-3 3 0,0 0 0,1 1 0,1-1 0,1 0 0,0 4 0,-3-2 0,0 4 0,3 0 0,-2 0 0,7 4 0,-3-3 0,3 2 0,1-2 0,0-1 0,-1 0 0,1 0 0,-1-4 0,1 0 0,0-1 0,-5-3 0,0 7 0,-1-4 0,0 2 0,0 2 0,-3 1 0,0 6 0,1-1 0,2 1 0,-2-1 0,2 4 0,-2 0 0,2-1 0,-2 1 0,2-1 0,-2 1 0,-1 0 0,1-1 0,2 1 0,-2-5 0,3 0 0</inkml:trace>
  <inkml:trace contextRef="#ctx0" brushRef="#br1" timeOffset="232">26596 1289 8912,'-4'-5'0,"3"-2"0,-3 6 0,4-3 0,2 4 0,3 0 0,4 0 0,5 4 0,3-3 0,5 3 0</inkml:trace>
  <inkml:trace contextRef="#ctx0" brushRef="#br1" timeOffset="233">26914 1306 8912,'-8'5'0,"-1"-1"0,1-4 0,-4 3 0,1 0 0,-1 1 0,4-3 0,-1 2 0,0 4 0,1-2 0,-1 3 0,3 4 0,1-1 0,3 2 0,-1-3 0,2 2 0,1-2 0,0 4 0,0-5 0,4 0 0,2-6 0,1-3 0,2-3 0,-1-3 0,1-5 0,-1-2 0,-2-2 0,0 0 0,1 0 0,-3 0 0,-2 1 0,0 1 0,0 5 0,1-1 0,0 0 0,-3 1 0,0 3 0,4 1 0,-3 5 0,2 3 0,-2 4 0,0 2 0,1 1 0,0 1 0,4 0 0,-3-1 0,3-2 0,-3-4 0,2 1 0,1-4 0,3 1 0,-1-2 0,1-1 0,0-1 0,3-2 0,-2-5 0,4-4 0,-2-1 0,-1-3 0,-2-1 0,0-3 0,-1 1 0,1-4 0,-4 0 0,-2-3 0,-2-3 0,-1-3 0,-7 2 0,-2 2 0,-4 5 0,2 3 0,-4 6 0,4 3 0,0 4 0,2 4 0,3 11 0,0 6 0,4 7 0,-1 8 0,2 2 0,1 3 0,0 1-138,0 3 0,4-3 138,2 2 0,3-4 0,2-2 0,0-6 0,2 0 0,1-3 0,3-3 0,-5-5 0,5-2 0,-1-6 0,1-4 0,0-1 0,0-1 0,0 0 0</inkml:trace>
  <inkml:trace contextRef="#ctx0" brushRef="#br1" timeOffset="234">27035 610 8912,'4'9'0,"1"-1"0,5 2 0,4 1 0,8 7 0,10 8 0,-14-9 0,0 1 0,1 2 0,-1 3 0,-1 0 0,0 2-821,0 2 1,-2 0 820,-2 1 0,-2 0 0,2 2 0,-2 1 0,-3 0 0,-2-1 0,-2 0 0,0 1 0,0 0 0,-3 0 0,-3-3 0,-1-1 0,-1 2 0,-1-1 0,-3 0 0,-1-1 0,-1 1 0,-1 0 0,-1 2 0,0 0 0,0 3 0,1 0 0,-2 0 0,0-1 0,0 1 0,0 0 0,-2 0 0,0 0 0</inkml:trace>
  <inkml:trace contextRef="#ctx0" brushRef="#br1" timeOffset="235">13586 2330 8912,'-9'-5'0,"1"-2"0,-1 4 0,3 0 0,2 5 0,0 3 0,2 4 0,1 1 0,1 3 0,0-3 0,0 4 0,0-2 0,4 3 0,1-4 0,3 2 0,1 0 0,-1-3 0,4-1 0,-1-4 0,2-1 0,-2-4 0,3 0 0,-1 0 0,0 0 0,-1 0 0,-3-5 0,3-3 0,-3-2 0,0-4 0,-1 0 0,-3-4 0,0 4 0,-3 0 0,1-1 0,0 2 0,-3 2 0,0 1 0,0 5 0,0 3 0,0 8 0,4 7 0,1 10 0,3 6 0,1 2 0,-1 3 0,4 0 0,-1 1 0,4-1 0,-4 1 0,0-2 0,-2-1 0,0-4 0,-1-5 0,-3-6 0,-2-5 0,-6-1 0,-3-2 0,-4 0 0,-3-6 0,0-1 0,-4-1 0,-3-1 0,0 0 0,3-1 0,-1-1 0,0-2 0,-1 0 0,-1-3 0,4-1 0,3 0 0,5-1 0,3 1 0,2-1 0,4-1 0,5-1 0,3 1 0,8-2 0</inkml:trace>
  <inkml:trace contextRef="#ctx0" brushRef="#br1" timeOffset="236">14076 2407 8912,'-5'0'0,"-1"0"0,3-3 0,-3 0 0,4-1 0,0 2 0,4-3 0,5-4 0,4 1 0,3-1 0,2 0 0,2-2 0,2 0 0,0 0 0,0 1 0,-3-2 0,0 3 0,0-4 0</inkml:trace>
  <inkml:trace contextRef="#ctx0" brushRef="#br1" timeOffset="237">14180 2545 8912,'-6'1'0,"0"1"0,4-1 0,-2 3 0,1-4 0,2 0 0,4 0 0,6-2 0,4-3 0,5-2 0,5-7 0,2-1 0,4-6 0,2-1 0</inkml:trace>
  <inkml:trace contextRef="#ctx0" brushRef="#br1" timeOffset="238">14576 2158 8912,'4'5'0,"0"0"0,0-1 0,-3 0 0,2-1 0,-2-2 0,-1 3 0,4-4 0,-3 0 0,3 0 0,-2-1 0,1-2 0,0 2 0,-3-3 0,0 0 0,1 3 0,2-2 0,-2-1 0,3 2 0,-4-4 0,0 4 0,2-2 0,1 0 0,0 3 0,-3-2 0,0 3 0,4 0 0,-3-1 0,2-2 0,2 2 0,-4-3 0,3 4 0,-1 0 0,-2 0 0,3 0 0,0 0 0,-3 0 0,3 0 0,-4-4 0,0 2 0,-1-3 0,-2 2 0,2-4 0,-7 3 0,2-3 0,-1 2 0,-3 2 0,0-2 0,-2 1 0,2 2 0,-4 1 0,5 2 0,-3 2 0,3 3 0,0 5 0,1 3 0,3 3 0,2 0 0,2 4 0,1 1 0,0 0 0,0-2 0,4 2 0,0-7 0,5 3 0,0-7 0,-1 1 0,1-7 0,0-2 0,-1-6 0,1-2 0,-1-4 0,1-3 0,0-2 0,-1-2 0,-3-1 0,-2-1 0,-2-3 0,-1 7 0,0-6 0,0 7 0,0-1 0,-1 5 0,-1 3 0,-1-1 0,0 4 0,3 4 0,1 6 0,2 4 0,2 4 0,6 1 0,1 4 0,2 0 0,-2-2 0,2 1 0,1-1 0,1-2 0,2-5 0,-2 1 0,-1-6 0,-1-3 0,-3-3 0,1-3 0,-3-2 0</inkml:trace>
  <inkml:trace contextRef="#ctx0" brushRef="#br1" timeOffset="239">14791 2072 8912,'-9'0'0,"0"0"0,1 0 0,3-1 0,2-2 0,2-3 0,5 0 0,2-1 0,1 1 0,2 0 0,0 2 0,3 0 0,-1 3 0,2-1 0,0-1 0,1 1 0,-4 2 0,2 3 0,-1-1 0,-2 4 0,1 0 0,-4 6 0,-2 1 0,-1 4 0,-2 1 0,-1-1 0,0 1 0,-1 1 0,-2 1 0,-3-1 0,-1-4 0,2 0 0,-3-5 0,2 2 0,2-7 0,-3-8 0,2-7 0</inkml:trace>
  <inkml:trace contextRef="#ctx0" brushRef="#br1" timeOffset="240">15006 1943 8912,'-9'0'0,"1"4"0,3 1 0,-5 7 0,4 2 0,-3 3 0,3 3 0,-1 2 0,2 4 0,2-1 0,2-2 0,2-3 0,2-2 0,2-2 0,3-1 0,5-7 0,1-5 0,2-2 0,1-1 0,3-7 0,0-1 0,3-7 0,-2-3 0,-5 1 0,0-8 0,-3 3 0</inkml:trace>
  <inkml:trace contextRef="#ctx0" brushRef="#br1" timeOffset="241">15169 1565 8912,'0'-9'0,"0"0"0,0 1 0,0 3 0,-4 5 0,2 9 0,-3 6 0,-2 4 0,2 0 0,0 3 0,2 0 0,1 0 0,-2-3 0,1 1 0,0-3 0,3-2 0,0-2 0,0-1 0,4-6 0,2 3 0,1-6 0,2 0 0,0-3 0,3-3 0,2-3 0,0-3 0,0-2 0,-2 0 0,1-2 0,-1 1 0,-4 0 0,0 0 0,-4-2 0</inkml:trace>
  <inkml:trace contextRef="#ctx0" brushRef="#br1" timeOffset="242">15178 1573 8912,'-5'4'0,"1"-3"0,4 4 0,0-1 0,0 4 0,3 2 0,0 4 0,4 0 0,-3 4 0,5 3 0,0-2 0,0 3 0,3-1 0,-3 2 0,3-3 0,-2 1 0,2-1 0,-3-2 0,4 3 0</inkml:trace>
  <inkml:trace contextRef="#ctx0" brushRef="#br1" timeOffset="243">15479 1831 8912,'-9'-9'0,"2"4"0,0 0 0,1 1 0,4 1 0,-1 4 0,3 2 0,3 6 0,-1 1 0,4 5 0,0 2 0,2 3 0,1-1 0,1 2 0,1-1 0,-1 3 0,1-3 0,-1 3 0,-2-3 0,-2 0 0,-1-2 0,-1 0 0,-3-1 0,4 3 0,0-7 0</inkml:trace>
  <inkml:trace contextRef="#ctx0" brushRef="#br1" timeOffset="244">15427 2037 8912,'-8'5'0,"3"-1"0,1-4 0,12-1 0,3-1 0,5-1 0,1-3 0,0 0 0,3-5 0,0 0 0,4-4 0,-2 1 0</inkml:trace>
  <inkml:trace contextRef="#ctx0" brushRef="#br1" timeOffset="245">15634 1685 8912,'1'5'0,"2"-2"0,-2 1 0,3 1 0,-1 4 0,-2-1 0,2 1 0,-2 3 0,2 2 0,0 3 0,3 1 0,-4 2 0,4 2 0,-3 4 0,-1 0 0,-1-2 0,-1-1 0,0-2 0,0-4 0,0-2 0,0-1 0,0-7 0,0 4 0,0-13 0,0-1 0,0-8 0,0-3 0,3-5 0,0-1 0,2-1 0,-2 1 0,4 4 0,-2 0 0,0 3 0,1 2 0,0 2 0,2 0 0,-3 4 0,4 1 0,-1 4 0,2 0 0,2 0 0,0 0 0,-2 4 0,5 2 0,-5 2 0,2 0 0,-3 1 0,-3-1 0,0 1 0,-4 0 0,1-1 0,-2 1 0,-5 2 0,-2 1 0,-3 2 0,-2-2 0,1 3 0,-5-6 0,4 3 0,-4-4 0,4-1 0,0-1 0,6-4 0,-7-2 0,2-5 0</inkml:trace>
  <inkml:trace contextRef="#ctx0" brushRef="#br1" timeOffset="246">15840 1702 8912,'5'-4'0,"-1"3"0,-1-3 0,1 2 0,0-1 0,2-1 0,3 1 0,-1 2 0,4-3 0,0 4 0,2 0 0,-4 4 0,2 2 0,-3 4 0,0 2 0,-1 3 0,0-1 0,-2 0 0,-3 0 0,-2 0 0,-1 5 0,0 1 0,-4-3 0,-2 1 0,-2-3 0,3-1 0,-1 0 0,1-2 0,-1-3 0,3-8 0,3-2 0</inkml:trace>
  <inkml:trace contextRef="#ctx0" brushRef="#br1" timeOffset="247">16038 1573 8912,'0'13'0,"0"-4"0,0 3 0,-4-3 0,1 4 0,-4 1 0,1 3 0,0 3 0,2 3 0,0-2 0,4 0 0,0-4 0,2 0 0,3 0 0,3-3 0,6-2 0,1-3 0,5-4 0,3-1 0,5-6 0,0-4 0,1 0 0,-3-14 0,0 2 0</inkml:trace>
  <inkml:trace contextRef="#ctx0" brushRef="#br1" timeOffset="248">15969 1324 8912,'-7'-1'0,"0"-1"0,1-2 0,0-1 0,2 0 0,1-4 0,3 1 0,3 3 0,3 1 0,1 0 0,3 3 0,1-2 0,-1-1 0,1 2 0,-1-1 0,-2 3 0,1 3 0,-1 0 0,-3 2 0,-2 2 0,-2 0 0,-1 2 0,0 3 0,0-1 0,-3 1 0,1 0 0,-4-3 0,3 3 0,-3-3 0,2-1 0,0-2 0,2 1 0,-2-2 0,4 0 0,1-1 0,2-4 0,4 0 0,6 0 0,0 0 0,2 0 0,2 0 0,0 1 0,0 2 0,2-1 0,-2 3 0,2-2 0,-8 3 0,-3 2 0,-5 4 0,-2 0 0,-1 0 0,-5-2 0,-4 5 0,-3-4 0,-5 3 0,-1 1 0,1-2 0,1 0 0,1-5 0,3 0 0,3-2 0,1-4 0,-1-1 0,1-1 0</inkml:trace>
  <inkml:trace contextRef="#ctx0" brushRef="#br1" timeOffset="249">16322 1668 8912,'-6'0'0,"2"-1"0,-1-1 0,0-1 0,-1 0 0,1 3 0,-1 0 0,4 0 0,5-3 0,5 0 0,4 0 0,-1 0 0,0-1 0,2-3 0,1 1 0,-1 0 0,2-2 0,-2 0 0,2-1 0,-2 0 0,0 1 0,-3-1 0,0 1 0,-4-1 0,-1-3 0,4-2 0</inkml:trace>
  <inkml:trace contextRef="#ctx0" brushRef="#br1" timeOffset="250">16365 1461 8912,'0'5'0,"0"3"0,0-3 0,0 6 0,0 1 0,0 2 0,4 4 0,-2 4 0,4 4 0,-1 1 0,4 1 0,0-1 0,-1 2 0,1-3 0,-1 0 0,1 0 0</inkml:trace>
  <inkml:trace contextRef="#ctx0" brushRef="#br1" timeOffset="251">15445 2510 8912,'-9'0'0,"0"0"0,1 0 0,-1 0 0,1 0 0,-2 0 0,-1 0 0,0 0 0,-3 1 0,2 3 0,2 5 0,0 4 0,1 3 0,1 5 0,0 4 0,3 5 0,2 0 0,2 3 0,5 0 0,1 1 0,4-4 0,2-4 0,3-5 0,3-7 0,4-2 0,2-7 0,2-2 0,1-2 0,-1-6 0,1-3 0,0-4 0,0-2 0,-4-6 0,-1 2 0</inkml:trace>
  <inkml:trace contextRef="#ctx0" brushRef="#br1" timeOffset="252">15565 2622 8912,'-12'0'0,"2"-3"0,0-1 0,3-1 0,3 0 0,4-4 0,0 1 0,4 2 0,2 0 0,5 1 0,3 0 0,3 2 0,-4 2 0,3 0 0,-1-1 0,1-1 0,1 0 0,-1 3 0,0 1 0,-2 2 0,-4 2 0,3 3 0,-5 1 0,-3 0 0,-1-1 0,-4 5 0,0 1 0,0 2 0,0-2 0,-3 1 0,0-4 0,-2 4 0,2-4 0,-3 1 0,2-5 0,-1-1 0,0-2 0,-4-4 0</inkml:trace>
  <inkml:trace contextRef="#ctx0" brushRef="#br1" timeOffset="253">15797 2493 8912,'-8'5'0,"3"-1"0,-3-1 0,3 3 0,0 2 0,-1 0 0,3 1 0,-3 0 0,5 2 0,-1 1 0,4 2 0,-2-4 0,9 4 0,-1-5 0,2 0 0,6 1 0,-3-5 0,0 0 0,-1-2 0,1-2 0,-3-1 0,2 0 0,-3-4 0,-1-1 0</inkml:trace>
  <inkml:trace contextRef="#ctx0" brushRef="#br1" timeOffset="254">15806 2304 8912,'9'0'0,"-1"0"0,1 0 0,-4-4 0,-1 2 0,-1-4 0,2 5 0,1-3 0,-1 4 0,1 0 0,-1 4 0,-1 0 0,0 1 0,-3 6 0,2-2 0,0 3 0,0 0 0,0 3 0,-3-4 0,0 3 0,3-2 0,0 2 0,0-4 0,0 3 0,2-8 0,4-3 0,-1-1 0,2-2 0,0-1 0,2-4 0,2-2 0,-2 0 0,-1-1 0,2 0 0,0 1 0</inkml:trace>
  <inkml:trace contextRef="#ctx0" brushRef="#br1" timeOffset="255">16124 2338 8912,'0'-5'0,"0"2"0,-4 3 0,4 3 0,-2 4 0,4 4 0,-1 2 0,5 4 0,0 0 0,3 1 0,-1-1 0,4 0 0,-1 0 0,1 0 0,-5 1 0,0-1 0,-1 0 0,-4-1 0,0-1 0,-1-3 0,-4-3 0,-2-1 0</inkml:trace>
  <inkml:trace contextRef="#ctx0" brushRef="#br1" timeOffset="256">16098 2484 8912,'-4'0'0,"0"-3"0,4 2 0,5-6 0,3 3 0,6-1 0,6-3 0,3-4 0,5-3 0,3 2 0</inkml:trace>
  <inkml:trace contextRef="#ctx0" brushRef="#br1" timeOffset="257">16365 2295 8912,'-13'5'0,"-3"-1"0,6-1 0,-1 0 0,1 0 0,1 0 0,2 2 0,1 4 0,-1-1 0,4 2 0,2 1 0,0-1 0,2 5 0,1-3 0,3-1 0,4-2 0,-3-1 0,-1 1 0,2-1 0,-3-3 0,3-1 0,-1-4 0,2 0 0,-2-4 0,-1-2 0,0-1 0,1-2 0,0-3 0,-3-3 0,1-1 0,-1-1 0,-2-4 0,2-2 0,-2-2 0,-1-1 0,0 1 0,0-1 0,0-3 0,0 1 0,-1-1 0,-2 3 0,1 5 0,-4 4 0,4 4 0,-1 9 0,3 4 0,0 7 0,0 9 0,0 2 0,0 2 0,1 5 0,1 1 0,0-1 0,4 4 0,0-2 0,2-2 0,1-2 0,0 0 0,-1-4 0,1 2 0,0-4 0,2-3 0,1-3 0,2-5 0,-7 1 0,2-4 0,-2-4 0,1-4 0</inkml:trace>
  <inkml:trace contextRef="#ctx0" brushRef="#br1" timeOffset="258">16529 2175 8912,'0'-6'0,"0"0"0,0 4 0,0-4 0,0 0 0,4 1 0,1 3 0,3 1 0,1 1 0,3 0 0,1 1 0,5 1 0,-4 6 0,-1 4 0,0 2 0,-1-3 0,0 4 0,-6-4 0,3 3 0,-6-2 0,0 1 0,-2 1 0,-1-1 0,0 0 0,0 2 0,-4-2 0,-2-2 0,-2-1 0,0 2 0,-1-3 0,1 0 0,-1-1 0</inkml:trace>
  <inkml:trace contextRef="#ctx0" brushRef="#br1" timeOffset="259">16727 2098 8912,'-6'0'0,"0"0"0,-1 0 0,3 0 0,-2 0 0,1 1 0,-1 1 0,2 4 0,1 6 0,2 0 0,-2 2 0,2 5 0,1-1 0,1 2 0,2-1 0,3 1 0,1-1 0,3-2 0,1-3 0,-1-1 0,1-5 0,-1-3 0,-2-2 0,5-6 0,0-2 0</inkml:trace>
  <inkml:trace contextRef="#ctx0" brushRef="#br1" timeOffset="260">16950 1960 8912,'-3'-9'0,"1"1"0,-5 3 0,5 1 0,-4 4 0,4 4 0,-1 2 0,3 4 0,0 3 0,0 0 0,0 2 0,2 2 0,1 0 0,4 0 0,-1 0 0,0 0 0,0 1 0,2-2 0,-3-2 0,2 1 0,0-2 0,-1 0 0,-1-2 0,4 1 0</inkml:trace>
  <inkml:trace contextRef="#ctx0" brushRef="#br1" timeOffset="261">16890 2158 8912,'-6'-6'0,"1"0"0,3 3 0,-1-2 0,2-1 0,1-3 0,5 4 0,3-1 0,6 4-3277,6-1 3248,-2-2 0,7 1 1,-3-5-1</inkml:trace>
  <inkml:trace contextRef="#ctx0" brushRef="#br1" timeOffset="262">17148 2029 8912,'-7'-1'0,"1"-2"0,2-2 0,4-3 0,2-1 0,4 0 0,0-3 0,9-2 0,-1-3 0,3 0 0,-1 0 0,-1 0 0,0 0 0,-3-1 0,-4 2 0,-2 2 0,-5 1 0,-1 5 0,-7 3 0,-4 2 0,-7 3 0,0 3 0,-1 4 0,2 7 0,0 4 0,0 8 0,0 1 0,3 1 0,2-1 0,3 2 0,4-2 0,2-2 0,4-3 0,5-2 0,5-6 0,9-6 0,3-3 0,5-5 0,3-2 0,-1-3 0,3-2 0,-4-7 0,-1-1 0,-6-6 0,-1-1 0</inkml:trace>
  <inkml:trace contextRef="#ctx0" brushRef="#br1" timeOffset="263">14386 1255 8447,'-14'-11'0,"0"-1"0,2 3 0,2 1 0,0 3 76,1 1 1,5 2 0,1 6-77,2 5 0,2 7 0,2 7 0,2 2 19,3 1 1,3 2-1,1 2 1,-2 0-20,0-1 0,-1-1 0,-1-4 0,0-2 19,-2-1 1,0-2-20,-3-5 39,0-5 0,-4-5 1,-3-5-40,-4-2 0,-5-6 0,-4-5 0,-1-6 0,-2-3 0,2-2 0,-2-1 0,4 0 0,2 1 0,3-1 0,0 0 0,4 0 0,1 0 0,6 5 0,0 0 0,4 3 0,8 3 0,2 3 0,2 3 0,3 6 0,1 0 0,2 9 0,3 3 0,-2 5 0,0 0 0,-1 3 0,1 0 0,-1 4 0,-2 2 0,-2-2 0,-1-1 0,-1-2 0,-5-1 0,1 0 0,-4-1 0,-3-1 0,-2-4 0,2-1 0,-4-5 0,2-2 0,-6-3 0,2-3 0,-2-3 0,2-6 0,1-2 0,0-3 0,0-3 0,0-1 0,0-2 0,0-5 0,0 2 0,-3 3 0,0 2 0,1 3 0,2 1 0,0 4 0,0 4 0,3 6 0,1 6 0,2 3 0,2 4 0,-3 2 0,3 2 0,1-2 0,0 2 0,3-3 0,-2 1 0,4-4 0,-2-2 0,2 0 0,-2-4 0,2 1 0,-3-2 0,0-1 0,-1 0 0,-2 0 0,1-4 0,-1-2 0,-3-2 0,-2 0 0,-2-1 0,-1 1 0,0-1 0,0 1 0,0-1 0,0 4 0,1 1 0,2 4 0,-1 1 0,3 2 0,1-1 0,3 4 0,-1-4 0,1 1 0,0-2 0,0-1 0,2-1 0,0-2 0,1-2 0,-4-4 0,-2 1 0,0-1 0,-4 1 0,1-1 0,-3 0 0,0 1 0,-6 0 0,-3 2 0,-4 0 0,0 3 0,0 1 0,-2 1 0,1 4 0,0 0 0,3 3 0,0 0 0,2 2 0,4 0 0,1 1 0,4 0 0,0-1 0</inkml:trace>
  <inkml:trace contextRef="#ctx0" brushRef="#br1" timeOffset="264">15049 1075 8912,'-17'0'0,"-1"0"0,4 0 0,0 0 0,0 1 0,0 1 0,2 0 0,3 4 0,1 1 0,3 4 0,1 3 0,4 3 0,0-1 0,0-2 0,4 3 0,1-3 0,3 1 0,1-1 0,-1-2 0,1-5 0,-1-3 0,1 0 0,0-2 0,-1-6 0,1-4 0,-2-6 0,-1-6 0,2 1 0,-2-4 0,0 0 0,1-2 0,-2-2 0,-2-2 0,0 0 0,-3-3 0,-1-1 0,-1 1 0,-3 2 0,-4 2 0,1 1 0,-1 9 0,0 2 0,1 11 0,3 3 0,2 9 0,2 7 0,1 7 0,0 4 0,0 1 0,4 3 0,2 3 0,2-3 0,3 0 0,0-2 0,5-1 0,-6-4 0,4 1 0,4-6 0,2 0 0,1-6 0,-2 0 0,1-4 0,0-4 0,-3-5 0,0-2 0,1-6 0,-1-2 0,-4-3 0,-1-2 0,-6 0 0,-1-1 0,-1-2 0,-1 2 0,-3-2 0,0 1 0,-2 3 0,-4 2 0,1-1 0,-7 3 0,0 2 0,-1 3 0,1 2 0,-1 1 0,2 2 0,2 5 0,1 5 0,-1 3 0,4 8 0,2-2 0,2 6 0,1 0 0,1-1 0,2-1 0,3 0 0,2 3 0,1-5 0,3 4 0,1-7 0,5-2 0,2-4 0,3-5 0,3-1 0,3-4 0,-2-8 0,1-3 0,-2-8 0,-3-4 0,-3-2 0,-2-1 0,-7 3 0,-3 1 0,-5-1 0,-1-4 0,-4-1 0,-5-1 0,-3-2 0,0 3 0,-9-5 0,2 1 0,-3-1-132,0-2 1,3 5 131,0 1 0,0 3 0,6 4 0,2 2 0,4 5 0,2 4 0,0 5 0,3 3 0,0 6 0,1 4 0,1 3 0,0 5 0,1 5 0,0 2 0,1 4 0,1 3 0,4 1 0,2 4 0,3-2 0,1 0 0,2-2 15,0 2-15,4 5 0,-2-9 0,4 3 0,-4-7 0,1-4 0,-2-2 0,-1-4 0,-3-4 0,-3-3 0,-1-3 0,-4-4 0,0 0 0,-5-5 0,2-3 0,2-5 0,-4-8 0,3-1 0</inkml:trace>
  <inkml:trace contextRef="#ctx0" brushRef="#br1" timeOffset="265">15815 731 8912,'-5'-9'0,"0"1"0,3 2 0,-1 0 0,0 4 0,3-1 0,0 6 0,0 2 0,0 1 0,0-1 0,0 1 0,0 3 0,-3-1 0,-2 1 0</inkml:trace>
  <inkml:trace contextRef="#ctx0" brushRef="#br1" timeOffset="266">15858 946 8912,'-6'1'0,"0"1"0,4-1 0,-2 3 0,4-4 0,0 0 0,0 4 0,0 1 0</inkml:trace>
  <inkml:trace contextRef="#ctx0" brushRef="#br1" timeOffset="267">14369 1711 8912,'-22'0'0,"2"0"0,3 0 0,2 0 0,4 0 0,5 0 0,2 0 0,12 0 0,3 0 0,7 0 0,5 0 0,3-4 0,13-5 0,3-6 0,-19 6 0,2-1 0,4-3 0,2-1-453,4-3 1,1 0 0,5-3 0,1 0 452,-12 4 0,0-1 0,1 1 0,3 0 0,0 0 0,2-1 0,3-2 0,1-1 0,1 0 0,1 0 0,1 1 0,-2 1 0,-4 1 0,-1 1 0,-2 1 0,-2 1 0,-1 0 0,-1 1 0,8-4 0,-3 2 0,-6 3 0,-2 1 0,13-4 0,-11 4 0,-10 1 0,-10 5 0,-5 2 0,-8 3 0,-2 3 0,-2-1 0,0 4 0,-2 3 0,0 2 452,-2 0 0,-7-2 1,1 0-1</inkml:trace>
  <inkml:trace contextRef="#ctx0" brushRef="#br1" timeOffset="268">13216 2312 8912,'0'-8'0,"-4"2"0,-2 1 0,-1 2 0,-2 1 0,1 1 0,-1 1 0,0 4 0,2 5 0,0 4 0,1 4 0,5 8 0,1 4 0,6 8 0,5 9 0,-3-18 0,1 2 0,2 5 0,1 2 0,1 4 0,1 2 0,-4-12 0,1 1 0,-1 1 0,0 0 0,-1 0 0,0 0 0,1 2 0,1 0 0,-1 0 0,0-1 0,-1-1 0,0-1-445,4 15 0,0-2 1,-2-4-1,0-1 445,-1-5 0,0-1 0,-1-4 0,-1-1 0,-1-4 0,1-1 0,5 18 0,-4-10 0,1-4 207,-2-1 0,-2-8-207,3-2 0,-1-8 0,-3-1 0,3-5 0,-4-1 0,2-7 0,-4-7 0,-1-8 0,-2-6 0,-1-4 0,-7-8 0,-4-1 0</inkml:trace>
  <inkml:trace contextRef="#ctx0" brushRef="#br1" timeOffset="269">13182 2510 8912,'-4'-8'0,"-2"-1"0,2 0 0,1 1 0,2-1 0,9-3 0,-1 1 0,7-2 0,2 0 0,3-1 0,3 1 0,4-2 0,0-1 0,0 2 0,4-2 0,2-2 0,3 1 0,3 0 0,4 0 0,0 0 0,3 0-151,-20 8 1,-1 0 0,0 1-1,-1 0 1,2 0 0,-1 1 150,22-8 0,-2 5 0,-3-6 0,2 1 0,-20 7 0,1 0 0,22-6 0,-1 0-212,-4-2 1,-3 3 211,-3-1 0,2-1 0,0-2 0,5 0 0,1 0 0,1-4-180,-20 9 1,1 1 0,0-2 0,1 1 179,-1-1 0,1 0 0,1-1 0,1-1 0,-3 1 0,1 0 0,3-3 0,2 1-182,1 0 1,2 1-1,-1-2 1,0 0-1,-1 0 1,0 0 181,-2 0 0,0 0 0,1 0 0,0 0 0,2 1 0,0 0 0,1 0 0,0 0 0,-1 1 0,0 0-3,-3-1 0,0 0 0,-1 3 0,-1 0 3,-5 3 0,0 0 0,2 2 0,-1 1 0,22-7-41,-1-2 1,-2 3 40,-3-1 0,-2 3 0,0-4 0,-1 3 0,3-2 0,-2 3 0,0-1 0,2 0 0,-1-3 0,1 2 0,3-1 0,-4-1 0,3 1 0,-2 0 0,3 2 0,3-1 0,-21 7 0,-1-1 0,1 0 0,1-1 0,-2 3 0,0 0 0,-1-2 0,1-1 0,1 1 0,0-1 0,0 1 0,1 1 0,2-1 0,1 0 0,-1 1 0,1 0 0,-3 0 0,0 1 0,21-4 0,-3 0 0,-4 1 0,-1 0 0,1 2 0,-1 0 0,-4 2 0,2-1 252,-5 3 1,4-2-253,-7 4 0,-3 0 384,-3 0 0,-4 0 1,1 1-385,-2 2 0,-1 2 0,0 3 0,2 1 854,1 0-854,-2-1 0,3 2 0,-5 1 566,-2 4-566,3-3 0,-4 7 0,4-1 146,1 3-146,-1 2 0,0 7 0,0 1 0,1 4-165,2 2 0,0-2 1,2 2 164,2-1 0,1-2 0,1 2 0,0 1 0,0 1 0,-1 2 0,-3-2 0,-1-3 0,-2-1 0,1 1 0,-5-5 0,2-1-16,-1-3 16,-3 0 0,2 4 0,-3 0 0,-2 1 0,0 2 0,-2-6 0,1 2 0,0-1 0,-1 0 0,-2-1 0,-1 2 0,-1-3 0,2 0 0,-5 4 0,2 1 0,-3 2 0,-3-2 0,1-2 0,-3-6 0,-1-3 0,1-2 0,-2-5 0,4-1 0,2-3 0,-4-4 0,4 0 0,-2-2 0,1-2 123,-1 2 0,1-2 1,-3-1-1,-2 0-123,-1 0 0,-4 1 8,-3 1 1,-6 0-9,-4 4 0,-10 1 0,-8 4 0,19-6 0,-2 1-28,-1 1 1,0 0 0,-1-1-1,-1 0 1,3 0 0,0 1-1,1 0 1,-1-1 27,1 1 0,0 0 0,-21 4 0,2 2 0,3 0 0,4 2 0,-5-2 0,3 2 0,0-1 0,-3 1 0,2 3 0,17-9 0,-1 1 0,-2 0 0,0 0 0,-3 2 0,0 0 0,-2-1 0,0 0 0,1 0 0,0 0 0,-1 1 0,-1 0-169,2-2 0,0 0 0,-2 1 1,-1 1-1,2-3 0,1 1 169,1-2 0,1 0 0,4-1 0,1-1 0,-13 6-83,5-1 1,-1 0 82,-2-6 0,-1 3 0,1-2 0,-4 1 0,-2 2 0,-3 2 0,0 2 0,-1 1 0,22-5 0,-1 0 0,-2 0 0,0 1 0,-3 1 0,-2 0 0,-1 1 0,-1 0-122,3 1 0,-1-1 0,1 1 0,0-1 0,4 0 0,1-1 122,1-1 0,0 0 0,-22 8 0,1-2-86,1-1 1,1-3 85,5-3 0,4-1 0,-1 1 0,0-1 0,-3 1 0,-3 3 0,-6 0 0,22-5 0,-1-1 32,-2 1 0,0 1 0,0 2 1,-1 1-1,1 0 0,0 0-32,2 0 0,1 0 0,-20 7 0,3-5 0,2 0 0,1-3 33,4 0 0,5-6-33,3-1 0,0 1 0,0-1 0,-3 4 0,0-2 0,-2 3 0,0 1 0,-8-1 0,-2 2 0,-4 1 187,5-1 0,-2 5-187,8-3 0,3-2 0,2-4 0,6 0 0,3-2 0,1 0 125,-1 0 0,1-1 1,-4-3-126,-1 0 256,-1 0 1,3 1 0,2 1-257,2 0 34,1 1 0,1-3 0,1 0-34,4 0 0,-2 0 0,2 0 209,0 0 1,2 0-210,0 0 0,1 0 0,-1 0 0,1-1 0,-1-1 0,0 0 0,1-4 0,2 3 0,0-3 0,0 1 0,-2-4 0,-1 0 0,1-3 0,-2 1 0,0-3 0,-3-2 0,0-3 0,-2-6 0,-2-4 0,0-6 0,0 1 0,-2-6 0,1 3 0,0 1 0,8 6 0,2 7 0,4 8 0,3 8 0,1 4 0,9 3 0,5 0 0,11-1 0,10-2-65,3-6 0,5-12 1,-22 8-1,1-1 1</inkml:trace>
  <inkml:trace contextRef="#ctx0" brushRef="#br1" timeOffset="270">14997 3421 8912,'8'-3'0,"-2"-3"0,-3-1 0,0 1 0,0 0 0,-1-1 0,-2 3 0,-3 1 0,1 2 0,-4 1 0,2 1 0,-2 2 0,2 3 0,1 3 0,0 2 0,-3 2 0,5 5 0,-2 0 0,2 2 0,1 3 0,0 0 0,0 2 0,0 0 0,0 8 0,0 2 0,0 4 0,0 2 0,0-1 0,0 2 0,0-5 0,0-4 0,0-4 0,1-9 0,1-4 0,1-2 0,0-7 0,0-4 0,-2-2 0,3-5 0,-4 3 0,0-6 0,0 5 0,0-4 0,-4 0 0,0-2 0</inkml:trace>
  <inkml:trace contextRef="#ctx0" brushRef="#br1" timeOffset="271">14859 3817 8912,'-8'0'0,"-1"-3"0,1 0 0,3 0 0,1 3 0,4 5 0,1 3 0,3 3 0,4 3 0,1-3 0,3 3 0,1 2 0,0 0 0,2 1 0,-1-1 0,1-1 0,-1 1 0,-1-2 0,0 1 0,1 0 0,-4 1 0,3-7 0,-5 0 0,1-2 0,0-5 0,-4 2 0,1-4 0,-4-4 0,2-1 0</inkml:trace>
  <inkml:trace contextRef="#ctx0" brushRef="#br1" timeOffset="272">15178 3843 8912,'-13'3'0,"4"-1"0,-3 4 0,3 0 0,0 2 0,0 2 0,-3 1 0,5 0 0,-1 3 0,1 1 0,-1 2 0,-1 0 0,0 0 0,2 0 0,1 1 0,1-2 0,3-1 0,-1-1 0,2 2 0,1-8 0,2-2 0,-1-4 0,3-2 0</inkml:trace>
  <inkml:trace contextRef="#ctx0" brushRef="#br1" timeOffset="273">16253 447 8912,'-3'-9'0,"0"1"0,-2-1 0,-2 1 0,-1 0 0,-3 2 0,-1 3 0,-2 2 0,0 1 0,0 0 0,-1 0 0,1 3 0,-2 2 0,1 3 0,0-2 0,4 7 0,0-1 0,1 1 0,3 2 0,0-1 0,1 2 0,4 0 0,-1-3 0,3-1 0,0-3 0,0 0 0,1-4 0,1-3 0,4-1 0,2-1 0,0-2 0,2-2 0,1-5 0,-1-4 0,2 0 0,-3 0 0,0-1 0,-1-4 0,1 5 0,-1 2 0,-3 1 0,3 1 0,-6 4 0,4-1 0,-5 4 0,3 0 0,-4 8 0,4 0 0,-3 7 0,2-3 0,-2 2 0,2-1 0,1-1 0,0 0 0,3-2 0,-3 3 0,4-8 0,-3 3 0,3-2 0,4 0 0,2 1 0</inkml:trace>
  <inkml:trace contextRef="#ctx0" brushRef="#br1" timeOffset="274">16374 421 8912,'-6'0'0,"0"0"0,4 0 0,-5 0 0,6 0 0,-3 0 0,8-3 0,2 0 0,1-1 0,2 0 0,3-3 0,2 2 0</inkml:trace>
  <inkml:trace contextRef="#ctx0" brushRef="#br1" timeOffset="275">16580 395 8912,'-8'6'0,"-1"0"0,1 0 0,-1-2 0,4 0 0,1-4 0,4 0 0,8-1 0,3-2 0,5-2 0,-2-6 0,0 0 0,2 0 0,0-2 0,-3 2 0,-1-3 0,-1 3 0,-2 0 0,0 1 0,-6-1 0,-1 0 0,-1-1 0,-2 4 0,-3 3 0,-4 2 0,-5 2 0,-4 2 0,0 3 0,0 4 0,3 1 0,2 7 0,3-2 0,1 3 0,3 0 0,1 1 0,4 1 0,0 1 0,8-3 0,3-3 0,5-3 0,5-3 0,1-3 0,6-5 0,1 0 0,-4-4 0,0-5 0,-3-4 0</inkml:trace>
  <inkml:trace contextRef="#ctx0" brushRef="#br1" timeOffset="276">16950 370 8912,'5'-9'0,"-2"0"0,-2 4 0,-1-1 0,-1-1 0,-2 0 0,-2-1 0,-3 1 0,-1 2 0,1 0 0,-1-1 0,-1 2 0,-1 0 0,1 4 0,-1-3 0,1 2 0,2 1 0,0 4 0,1 4 0,2 3 0,0 1 0,-1-1 0,3 1 0,2 1 0,1-2 0,0 2 0,0-1 0,0-6 0,0 3 0,4-3 0,2-1 0,1-1 0,2-4 0,0 0 0,-1 0 0,1-4 0,-1-1 0,1-6 0,0 0 0,-1-1 0,3 3 0,-2-2 0,-1 0 0,-2-1 0,-1 4 0,3-1 0,-7 0 0,4 5 0,-3 0 0,1 0 0,0 3 0,-3-3 0,0 5 0,0 2 0,3-2 0,3 2 0,2-2 0,-3-1 0,1 0 0,0 0 0,3 0 0,-4-3 0,1-1 0,1-1 0,-3 0 0,3-1 0,-1 0 0,-1 3 0,0-2 0,-2 2 0,3-3 0,-4 4 0,2-2 0,-1 5 0,0 2 0,3 2 0,-4 0 0,4-2 0,1-3 0,0 0 0,2 0 0,-1 0 0,1 0 0,0 0 0,2 0 0,1-3 0,-1-2 0,-2-4 0,-1 4 0,0-1 0,-2-1 0,0 0 0,-3-2 0,-1 0 0,-1 5 0,-1-4 0,-4 7 0,-2-2 0,2 3 0,-1 3 0,1 3 0,-3 1 0,6 2 0,-1 0 0,1-1 0,1 1 0,0-1 0,1 1 0,1-1 0,3-3 0,8 0 0,1-3 0,2 1 0,1 0 0,1-7 0,3-1 0,1-4 0</inkml:trace>
  <inkml:trace contextRef="#ctx0" brushRef="#br1" timeOffset="277">15987 954 8912,'0'-11'0,"-1"-2"0,-2 1 0,-3 0 0,1 4 0,1 6 0,0 4 0,1 4 0,4 4 0,1 3 0,1 0 0,3-2 0,0 3 0,2-2 0,0-1 0,1-5 0,-1 0 0,1 0 0,0-1 0,-1-2 0,1-3 0,-1 0 0,4 0 0,-2-1 0,-1-1 0,-2-4 0,-2-2 0,1 0 0,-1-1 0,-1 0 0,-1 1 0,-3-1 0,0 1 0,0-1 0,1 3 0,2 1 0,-3 3 0,5-2 0,-3 5 0,1 2 0,4-2 0,-2 2 0,3-3 0,1 0 0,-1 0 0,2 0 0,1 0 0,-1 0 0,1 0 0,-1-1 0,-2-1 0,-3-4 0,3-2 0,-3 0 0,0-1 0,1 0 0,-4 1 0,2-1 0,-4 1 0,0-1 0,0 0 0,0 5 0,1 1 0,2 6 0,-2-1 0,2 3 0,0 1 0,0 3 0,-1-1 0,-1 1 0,-1 3 0,0-2 0,0 1 0,0-1 0,0-2 0,0 1 0,0-4 0,1-3 0,1-7 0,1-4 0,0-5 0,-2 4 0,2-5 0,-2 1 0,1-3 0,2 2 0,0 2 0,1 1 0,0-3 0,1 5 0,0 2 0,0 0 0,2 6 0,1-1 0,0 4 0,-1 2 0,-3 1 0,3 6 0,-3 0 0,3 2 0,1-1 0,-2 1 0,-1-1 0,2 0 0,-4-5 0,1 0 0,3-1 0,-3 2 0,-1-2 0,0-3 0,0 2 0,1-4 0</inkml:trace>
  <inkml:trace contextRef="#ctx0" brushRef="#br1" timeOffset="278">16486 688 8912,'-9'-5'0,"0"2"0,5 2 0,-4 1 0,7 4 0,-2 2 0,2 4 0,1 2 0,1 3 0,2-1 0,3 2 0,1 2 0,5 2 0,0 0 0,1-2 0,-1-2 0,-1-1 0,-2-1 0,0-1 0,0-1 0,-2-3 0,-1 0 0,2-4 0,-3-3 0,-1-4 0,0-3 0</inkml:trace>
  <inkml:trace contextRef="#ctx0" brushRef="#br1" timeOffset="279">16606 731 8912,'-1'5'0,"-2"1"0,-1-3 0,-5 3 0,4-4 0,-2 5 0,3-2 0,-2 4 0,-1-4 0,3 1 0,0 1 0,2 0 0,-2 2 0,4 0 0,0-1 0,0 1 0,0-1 0,1 1 0,2 0 0,2-5 0,3 0 0,2-4 0,1 0 0,-1 0 0,6-1 0,-2-2 0,0-1 0,0-5 0,0 0 0,4-3 0,-5 2 0,3-6 0,-2 3 0</inkml:trace>
  <inkml:trace contextRef="#ctx0" brushRef="#br1" timeOffset="280">16770 722 8912,'-3'6'0,"0"0"0,0-5 0,-1 3 0,3 0 0,-3-2 0,4 4 0,0-3 0,0 2 0,0 1 0,0 3 0,0-1 0,0 1 0,0-1 0,0-2 0,0 0 0,0 1 0,0-4 0,1 4 0,2-4 0,-2 0 0,6-4 0,-4-2 0,1-2 0,-3-4 0,2-3 0,4 2 0,-2-5 0,1 1 0,-1 1 0,1-4 0,0 7 0,0-2 0,0 2 0,-2 0 0,4 6 0,-3-2 0,3 2 0,-2 5 0,0 2 0,-4 5 0,4 3 0,-3 1 0,2-4 0,-1 1 0,2-1 0,0 1 0,-1-1 0,1-3 0,0-2 0,2-2 0,1-1 0,-4 0 0,1 0 0,0-4 0,1-1 0,-1-3 0,-3-1 0,2-3 0,-4 5 0,2-1 0,-2 0 0,-1 4 0,0-3 0,0 7 0,0 0 0,3 0 0,-2 7 0,3-1 0,0 2 0,1 0 0,0 1 0,1-1 0,1 1 0,1-4 0,1-2 0,2-3 0,0 0 0,1 0 0,-4 0 0,1-3 0,-1-2 0,-3-4 0,-1 1 0,-4-1 0,0 1 0,-1-1 0,-2 0 0,-2 5 0,-3-4 0,-1 4 0,1-2 0,3 2 0,2 1 0,2 2 0,-3-3 0,-1 4 0</inkml:trace>
  <inkml:trace contextRef="#ctx0" brushRef="#br1" timeOffset="281">17131 645 8912,'0'-5'0,"0"1"0,1 10 0,1 1 0,1-1 0,0-3 0,0 5 0,-1-4 0,3 2 0,-1 0 0,3-4 0,-5 2 0,3-4 0,-2 0 0,3 0 0,-3 0 0,3 0 0,0 0 0,-1-3 0,0-1 0,0-1 0,-1-1 0,-2 2 0,2-4 0,0 7 0,-2-6 0,4 5 0,-5-1 0,4 3 0,-3 1 0,1 2 0,4-2 0,-5 2 0,3-3 0,-2 0 0,3 0 0,-3 0 0,3 0 0,-1 0 0,1 0 0,-1-1 0,-1-1 0,-2-3 0,1-1 0,0 0 0,-1 0 0,-1 2 0,-1-1 0,0 2 0,0 2 0,4-6 0,2 5 0,1-1 0,2 3 0,0-4 0,-1-1 0</inkml:trace>
  <inkml:trace contextRef="#ctx0" brushRef="#br1" timeOffset="282">17415 585 8912,'-5'0'0,"0"0"0,3 0 0,1 0 0,-3 0 0,4 3 0,0-2 0,0 7 0,0-6 0,0 4 0,0-4 0,0 5 0,0-2 0,0 4 0,0-5 0,1 0 0,2-4 0,-2-4 0,2 0 0,-3-5 0,0 0 0,4 1 0,-3-1 0,3 1 0,0-1 0,-3 0 0,6 1 0,-1-1 0,-2 4 0,4-1 0,-3 3 0,3 0 0,1 3 0,-1 1 0,1 2 0,-1-2 0,2 3 0,0-3 0,2 1 0,-1-1 0,1 3 0,-1-4 0,0 0 0,-2 0 0,0-4 0,0-1 0,-1-3 0,1-1 0,-2 1 0,-1-1 0,-2 1 0,-4-1 0,3-2 0,0-1 0,-2 3 0,-3 2 0,1-1 0,-4 7 0,2-2 0,2 2 0,-3 1 0,4 4 0,1 2 0,2 2 0,-1 0 0,4 1 0,-4 3 0,1 2 0,-2 0 0,-1 0 0,0 1 0,-4 2 0,-3 0 0,-3 0 0,-4 1 0,-3 2 0,-1-1 0,-2 1 0,3-5 0,-1-1 0,1-3 0,4 1 0</inkml:trace>
  <inkml:trace contextRef="#ctx0" brushRef="#br1" timeOffset="283">3511 2682 8912,'-10'-8'0,"-5"-1"0,3-8 0,5 3 0,1 9 0,4 8 0,2 20 0,0 6 0,0 5 0,0 5 0,0 3 0,0 2 0,0-4 0,0 6 0,0-1 0,0-1 0,0-4 0,0-3 0,0-5 0,0-1 0,0-4 0,0-3 0,-6-6 0,-1-9 0,-3-1 0,6-2 0,-11-6 0,11-10 0,-7-7 0,7-8 0,-2-9 0,4-7 0,2 1 0,0-7 0,0 1 0,2 2 0,4 2 0,5 5 0,-1 1 0,1 13 0,1 2 0,-3 2 0,7 10 0,-5 1 0,12 8 0,-4 13 0,4 4 0,-4 18 0,-2-1 0,1 3 0,-1 6 0,0-6 0,0 3 0,0-6 0,1-5 0,-1-4 0,0-10 0,0-3 0,0-7 0,-5-12 0,-1-11 0,-7-6 0,10-11 0,-9 1 0,1-8 0,-6-2 0,0-2 0,0 2 0,0 2 0,0 2 0,-2 6 0,-4-1 0,3 10 0,-9 8 0,6 2 0,-5 9 0,7 8 0,-4 13 0,8 8 0,2 6 0,2-4 0,4 0 0,1-1 0,11 7 0,6-4 0</inkml:trace>
  <inkml:trace contextRef="#ctx0" brushRef="#br1" timeOffset="284">4164 2837 8912,'-17'-2'0,"0"-4"0,0 4 0,0-3 0,-1 3 0,-4 9 0,-1 5 0,-6 11 0,6 5 0,0 7 0,6 5 0,7 0 0,4 12 0,5-10 0,2 7 0,5-5 0,6-6 0,11-9 0,3-4 0,9-16 0,-1-3 0,1-6 0,-3-7 0,-3-11 0,3-6 0,-7-11 0,4-1 0,-6-4 0,-4 3 0,-8-7 0,1 4 0,-8 4 0,1-4 0,-5 6 0,-5 3 0,-7 2 0,-3 16 0,-8-8 0,0 15 0,2 2 0,-4 10 0,2 6 0,2 3 0,8 2 0,1 0 0,9 0 0,-5 1 0,8-1 0</inkml:trace>
  <inkml:trace contextRef="#ctx0" brushRef="#br1" timeOffset="285">4543 3026 8912,'10'17'0,"-5"0"0,-3 1 0,-2-9 0,0-1 0,0-8 0,0 0 0,0-8 0,0-1 0,0-9 0</inkml:trace>
  <inkml:trace contextRef="#ctx0" brushRef="#br1" timeOffset="286">4904 3129 8912,'-34'0'0,"7"0"0,4 0 0,4 0 0,2 0 0,7 0 0,3 0 0,7 0 0,7-7 0,3-3 0</inkml:trace>
  <inkml:trace contextRef="#ctx0" brushRef="#br1" timeOffset="287">671 4694 8912,'-17'15'0,"0"-2"0,0-3 0,-1-2 0,1-5 0,6-1 0,-1-2 0,8 0 0,-3-7 0,7 5 0,0-6 0,7 8 0,-3 0 0,8 0 0,-1 0 0,6 0 0,1 0 0,-5 0 0,4 0 0,-4 6 0,10 1 0,-3 3 0,-3 3 0,0 3 0,0 1 0,0 0 0,-1 0 0,-5 0 0,-3 8 0,-8 4 0,0 3 0,-2 1 0,-4-4 0,-3 3 0,-9-3 0,1 3 0,0 1 0,-2-5 0,0-3 0,2 0 0,-5-14 0,13 12 0,-1-21 0,3-17 0,7-14 0</inkml:trace>
  <inkml:trace contextRef="#ctx0" brushRef="#br1" timeOffset="288">998 4694 8912,'-17'11'0,"0"1"0,-2-7 0,-4 7 0,3-6 0,-2 5 0,2 2 0,3 3 0,0 9 0,0 3 0,2 5 0,3 1 0,4 0 0,10 1 0,4-1 0,4 1 0,9-9 0,4-3 0,0-4 0,9-3 0,4-5 0,8 2 0,-3-7 0,6 0 0,-10-21 0,5-4 0</inkml:trace>
  <inkml:trace contextRef="#ctx0" brushRef="#br1" timeOffset="289">1583 4711 8912,'0'-12'0,"0"1"0,0 7 0,0-2 0,0 12 0,0 6 0,0 5 0,0 4 0,0 2 0,6 0 0,2-6 0,1 0 0,3 0 0,5 0 0,-6-7 0,1-4 0,-1-4 0,6-2 0,1 0 0,-1-2 0,0-4 0,0-4 0,0-7 0,-5 0 0,-1 0 0,-1-6 0,1 0 0,5 0 0,-14 6 0,11 5 0,-7 1 0,0 7 0,-6 6 0,0 15 0,0 8 0,0 10 0,5 7 0,1 3 0,5 5 0,-5 2 0,6-7 0,-5 1 0,3 2 0,-4-6 0,5-2 0,-7-11 0,2-6 0,-4-4 0,-2-2 0,-8-2 0,-4-3 0,-9-5 0,-2-7 0,-13 0 0,2 0 0,-5 0 0,5 0 0,0-1 0,-1-3 0,1-2 0,1-5 0,5 5 0,3-2 0,8 2 0,-1-3 0,1-8 0,0 0 0</inkml:trace>
  <inkml:trace contextRef="#ctx0" brushRef="#br1" timeOffset="290">2461 4694 8912,'-2'9'0,"-4"-3"0,4-4 0,-5-2 0,7 0 0,0 0 0,7 0 0,5 0 0,3 0 0,2 0 0,0 0 0,-1 8 0,-3 3 0,-1 4 0,-1 3 0,-1-1 0,5 0 0,-13 0 0,4 0 0,-4 6 0,-2 0 0,-2 0 0,-4-6 0,2 6 0,-7 0 0,-1 0 0,-5-6 0,0-2 0,1-1 0,3-5 0,2 1 0,-3 0 0,6-7 0,-7 5 0,13-23 0,-5-4 0</inkml:trace>
  <inkml:trace contextRef="#ctx0" brushRef="#br1" timeOffset="291">2753 4711 8912,'-2'-15'0,"-3"3"0,-5-3 0,-1 13 0,-1-4 0,-1 4 0,-2 2 0,-1 8 0,3 3 0,1 5 0,1 1 0,1 6 0,5 0 0,-3 7 0,2-1 0,2 2 0,3-3 0,6 3 0,3-8 0,1-2 0,3-2 0,5-4 0,0-3 0,2-5 0,4-7 0,-2 0 0,6-2 0,-2-3 0,-2-5 0,-6-15 0,0-2 0</inkml:trace>
  <inkml:trace contextRef="#ctx0" brushRef="#br1" timeOffset="292">2857 4333 8912,'-6'-14'0,"0"-3"0,0 4 0,6-10 0,0 9 0,0 3 0,8 7 0,-4-3 0,7 7 0,-5 0 0,6 0 0,-3 1 0,5 5 0,-5 6 0,-1 3 0,-3 10 0,1-6 0,0 4 0,0-2 0,-6 0 0,0 2 0,0 0 0,-2 0 0,-2-1 0,-2 0 0,0-3 0,6-2 0,0 0 0,0 0 0,0-7 0,8-3 0,4-7 0,3 0 0,2 0 0,6-7 0,0-5 0,-2-3 0,6-2 0,0 0 0</inkml:trace>
  <inkml:trace contextRef="#ctx0" brushRef="#br1" timeOffset="293">3425 4728 8912,'17'0'0,"0"0"0,0 0 0,0 0 0,1 0 0,-1 2 0,0 4 0,0 5 0,-5-1 0,-3 1 0,-1 3 0,-2 1 0,-6 8 0,-2 2 0,-4-1 0,-6 3 0,-3 0 0,-2 0 0,0 1 0,0-3 0,-1-8 0,3 1 0,4-1 0,5 0 0,6-9 0,6-8 0,3-4 0,8-13 0,8-4 0,2-14 0</inkml:trace>
  <inkml:trace contextRef="#ctx0" brushRef="#br1" timeOffset="294">3751 4728 8912,'10'0'0,"-2"0"0,-8 0 0,-2 2 0,-4 4 0,-4 3 0,-7 9 0,6-1 0,-1 0 0,9 0 0,-5 0 0,8 0 0,0 1 0,0-1 0,0 0 0,0-7 0,2 3 0,4-7 0,3 5 0,8-5 0,0 0 0,1-6 0,-1 0 0</inkml:trace>
  <inkml:trace contextRef="#ctx0" brushRef="#br1" timeOffset="295">3855 4298 8912,'7'-9'0,"3"1"0,7 2 0,0 1 0,1 1 0,-1 2 0,0 2 0,-6 0 0,-1 2 0,-2 4 0,-3-3 0,-5 9 0,0-1 0,0 6 0,-1 1 0,-5-1 0,-4 0 0,-7 0 0,0 0 0,0 1 0,-1-1 0,7 0 0,-1 0 0,9-7 0,-5 5 0,8-5 0,2 5 0,4-4 0,3-3 0,8-8 0,2 0 0,3 0 0,0 0 0,1 6 0,-5-1 0,-1 3 0,0-2 0,-5 1 0,-3 7 0,-1-3 0,-3 1 0,-5 5 0,-7 0 0,-1 0 0,-5 2 0,1 4 0,1-4 0,-6 4 0,-1-3 0,-6-3 0,-3 0 0</inkml:trace>
  <inkml:trace contextRef="#ctx0" brushRef="#br1" timeOffset="296">4096 4831 8912,'2'-9'0,"3"3"0,-3 2 0,4-2 0,4 5 0,1-5 0,4 4 0,2 2 0,1 0 0,-1 0 0,0 0 0,0 0 0,1 2 0,-1 4 0,-2 3 0,-3 8 0,-3 0 0,-3 1 0,-4 1 0,3 4 0,-5-4 0,-5 4 0,-7 3 0,-9 1 0,-4 2 0,-1 0 0,5-8 0,-2 1 0,3 5 0,3-10 0,0 1 0,8-9 0,-7-9 0,7 0 0</inkml:trace>
  <inkml:trace contextRef="#ctx0" brushRef="#br1" timeOffset="297">4543 4677 8912,'6'-12'0,"0"1"0,-1-1 0,-5 3 0,0 1 0,-2 8 0,-1 2 0,-3 4 0,-9 9 0,-3 8 0,7 7 0,-6-1 0,3 4 0,-1 1 0,2 0 0,3-1 0,2-5 0,3 5 0,5-12 0,0 8 0,0-8 0,7-4 0,5-12 0,9-3 0,2-2 0,5-3 0,-3-7 0,2-7 0,-6-12 0,12 2 0,-7-7 0</inkml:trace>
  <inkml:trace contextRef="#ctx0" brushRef="#br1" timeOffset="298">4870 4419 8912,'-11'-16'0,"-1"5"0,6-2 0,-5 7 0,-1 0 0,-5 6 0,0 8 0,0 3 0,5 6 0,3 4 0,1 2 0,0 8 0,3-2 0,3 3 0,-4 2 0,4-1 0,2-3 0,2-1 0,4 2 0,-4-7 0,13 1 0,-3-9 0,3-5 0,4-3 0,4-8 0,-4 0 0,13-2 0,-3-2 0,4-2 0,1-7 0,-7 1 0,-4-11 0,4-3 0,-1-9 0</inkml:trace>
  <inkml:trace contextRef="#ctx0" brushRef="#br1" timeOffset="299">4904 4350 8912,'-17'27'0,"0"-4"0,7-10 0,5-2 0,-3 1 0,2 5 0,1 8 0,5 2 0,0 7 0,0 0 0,2 3 0,1 3 0,5 6 0,2 3 0,-7 1 0,3-4 0,2 3 0,-2-3 0,-1-4 0,-5-2 0,8-3 0,1-3 0</inkml:trace>
  <inkml:trace contextRef="#ctx0" brushRef="#br1" timeOffset="300">688 3439 8912,'0'-18'0,"0"1"0,0 8 0,0 3 0,0 12 0,0 7 0,0 8 0,0 12 0,0 9 0,2 2 0,2 3 0,2 3 0,0-4 0,-6 0 0,5-8 0,1 2 0,0-6 0,1-5 0,-5 3 0,6-20 0,-8-4 0,0-18 0</inkml:trace>
  <inkml:trace contextRef="#ctx0" brushRef="#br1" timeOffset="301">585 3473 8912,'0'-11'0,"0"-1"0,0 1 0,0-7 0,0 1 0,8 6 0,3-1 0,12 8 0,6-1 0,3 3 0,5-4 0,3 0 0,2 1 0,4 5 0,3 7 0,-14 3 0,-1 7 0,-9 0 0,-8 8 0,-5 4 0,-6 3 0,-8 3 0,-8-1 0,-7 0 0,-19 8 0,7-3 0,-11 6 0,3-6 0,3 1 0,2-4 0,3-2 0,-2 1 0,8-1 0,8-7 0,9-4 0,4-12 0,10-11 0,2-9 0</inkml:trace>
  <inkml:trace contextRef="#ctx0" brushRef="#br1" timeOffset="302">1325 3697 8912,'0'11'0,"0"0"0,-8-7 0,-3 2 0,1-4 0,-1-2 0,-1 0 0,1 0 0,-1 0 0,-1 0 0,5 8 0,-7 1 0,4 8 0,1 0 0,-1 1 0,5-1 0,-4 0 0,3 0 0,1 0 0,6 1 0,0-1 0,0 0 0,0-7 0,0 5 0,2-13 0,4 4 0,3-12 0,8-6 0,-3-5 0,3-6 0,-4 2 0,10-7 0,-4 7 0,-1-2 0,-1-2 0,0 2 0,0 2 0,0 4 0,1 3 0,-1 5 0,0 1 0,-5 2 0,-1 6 0,-1 2 0,1 4 0,4 4 0,-11 14 0,6 3 0,-3 0 0,5 3 0,-6-7 0,5 6 0,-5-6 0,7 7 0,-9-12 0,8 1 0,1-6 0,-4-9 0,3 2 0,1-4 0,-5-10 0,7-9 0,-5-10 0</inkml:trace>
  <inkml:trace contextRef="#ctx0" brushRef="#br1" timeOffset="303">1635 3490 8912,'9'0'0,"-1"8"0,-8 1 0,0 9 0,0 6 0,0 5 0,2 9 0,4 2 0,-4 8 0,3-2 0,-3 4 0,6 1 0,-6-1 0,4-4 0,1 2 0,-1-8 0,-2-2 0,-10-9 0,-11-5 0,-10-6 0</inkml:trace>
  <inkml:trace contextRef="#ctx0" brushRef="#br1" timeOffset="304">1532 3868 8912,'17'-7'0,"-8"5"0,7-13 0,-5 5 0,4 1 0,3-7 0,-1 7 0,0-9 0,2 1 0,4 0 0,4 0 0,9 0 0,2 0 0,3 1 0,-3 5 0,-2-5 0,-1 9 0,-3-5 0,-3 7 0,-12 1 0,-11-2 0,-4 12 0,-10-10 0,-3 15 0,-11-1 0,0 3 0,0-1 0,3 5 0,2 6 0,6 0 0,-1-6 0,8 0 0,-5 0 0,5 1 0,-2-1 0,1 0 0,5 0 0,0 0 0,1-1 0,5-5 0,-4-3 0,13-8 0,-3 0 0,3-2 0,2-4 0,2-3 0,4-9 0,-3 1 0,3 0 0,-10-2 0,-2-2 0,3-2 0,-7 0 0,1 6 0,0 0 0,-6 0 0,5 7 0,-7 2 0,0 8 0,2 0 0,4 0 0,-2 2 0,7 4 0,-5-4 0,5 4 0,1-4 0,5-2 0,-5 0 0,-1 0 0,2 0 0,3 0 0,-5-2 0,1-4 0,-9 4 0,7-11 0,-4 7 0,-4 0 0,5 6 0,-7 0 0,0 0 0,0 8 0,2 3 0,4 5 0,-4 1 0,4 0 0,-4 2 0,-1 2 0,5 2 0,-4 0 0,6 0 0,-8 0 0,0 0 0,0-6 0,-2 0 0,-2 0 0,-2 0 0,-7-7 0,9 3 0,-7-7 0,7 0 0,-12-14 0,7-1 0</inkml:trace>
  <inkml:trace contextRef="#ctx0" brushRef="#br1" timeOffset="305">2306 3731 8912,'10'17'0,"-3"0"0,-7 0 0,0 1 0,0-1 0,0-8 0,8 7 0,1-14 0,9 3 0,1-8 0,2-5 0,2-2 0,0-3 0,1-2 0,-4-3 0,4 1 0,-6 0 0,-1 0 0,0 0 0,-7 0 0,-5-1 0,-3 1 0,-2 0 0,-7 2 0,-5 3 0,-3 6 0,-2 5 0,-1 1 0,-4 0 0,-1 0 0,2 1 0,1 5 0,3 11 0,0 2 0,2 6 0,3 0 0,5-6 0,1 12 0,0-6 0,2 1 0,2-5 0,10 10 0,4-8 0,3-2 0,2-10 0,6 3 0,2-9 0,2-1 0,1-4 0,7-7 0,-1-9 0,1-5 0,-1-9 0,0 1 0,-5-3 0,0-3 0,-8 1 0,4 0 0,-8-1 0,-2 6 0,-3 1 0,1-1 0,-7-3 0,-2 3 0,-3-2 0,-1 9 0,0-1 0,0 5 0,-7 9 0,-5 3 0,5 12 0,-9 3 0,7 11 0,-1 2 0,-3 3 0,7 4 0,0 3 0,1-5 0,-1 8 0,2-1 0,2 0 0,2-5 0,2-2 0,4-2 0,-2 3 0,7-5 0,-5 0 0,5-8 0,3-1 0,1-3 0,2 1 0,-5-3 0,-1-3 0,1-19 0,5-7 0</inkml:trace>
  <inkml:trace contextRef="#ctx0" brushRef="#br1" timeOffset="306">2805 3697 8912,'-17'5'0,"0"1"0,5 0 0,1-6 0,7 0 0,-2-2 0,12-4 0,3 4 0,9-4 0,6-3 0,5-3 0,4 3 0,1-3 0,-7 1 0,5-6 0,-5 0 0,8-1 0</inkml:trace>
  <inkml:trace contextRef="#ctx0" brushRef="#br1" timeOffset="307">3235 3490 8912,'0'10'0,"-7"-3"0,5-7 0,-6 8 0,10 2 0,4 7 0,-4-8 0,13 7 0,-6-7 0</inkml:trace>
  <inkml:trace contextRef="#ctx0" brushRef="#br1" timeOffset="308">3304 3782 8912,'-17'10'0,"5"-2"0,1-8 0,7 0 0,-4 0 0,8-8 0,2 6 0,4-4 0,-4-3 0,4-3 0,-4-3 0,-2-2 0</inkml:trace>
  <inkml:trace contextRef="#ctx0" brushRef="#br1" timeOffset="309">585 4298 8912,'-29'16'0,"3"-5"0,3-3 0,7-1 0,-1-5 0,25 6 0,3-8 0,18 0 0,13 0 0,10 0 0,11 0 0,2-2 0,15-4 0,16-7 0,-42 4 0,3-1 0,5-1 0,2-1 0,6-4 0,1-1-741,3 0 0,1 0 741,9 0 0,1 0 0,2-8 0,2 0 0,4 3 0,1 2 0,-4 1 0,-2 0 0,-4-1 0,-4 1 0,-13 7 0,-2 2 0,-4-2 0,-1 1 0,-6 2 0,-1 2 0,-2 1 0,-3 1 0,27-3 0,-24 8 0,-18 0 0,-12 0 0,-12 8 0,-3-4 0,-12 7 0,-3 1 0,-8 5 0,-1 0 0,1 2 741,0 4 0,6-4-741,-1 4 0,1-4 0,-7-2 0</inkml:trace>
  <inkml:trace contextRef="#ctx0" brushRef="#br1" timeOffset="310">275 5743 8912,'10'17'0,"-2"-2"0,-3-2 0,1-1 0,0-6 0,-4 3 0,3-1 0,-1-3 0,10-5 0,3 2 0,4 4 0,9-4 0,-1 4 0,6-4 0,7-4 0,7-2 0,7-2 0,9-7 0,0 3 0,7 1 0,16-7-28,-37 10 0,2 1 0,-2 1 0,1 0 0,2 1 0,1 1 0,-3 0 0,-1 2 28,47 0 0,-48 0 0,1 0-642,47 0 642,-44 3 0,1 1 0,0 0 0,2 0 0,5 2 0,1-1-481,2-1 1,2-2 480,-2-1 0,1 0 0,16-1 0,1 0 0,-2 0 0,0 0-315,3 0 1,-1 0 0,-2-1 0,0 0 314,2-1 0,1-2 0,0 1 0,0-1 0,3-3 0,0 0 0,-1 2 0,-2-1 0,-4 0 0,-1-1 0,0-1 0,-1 0 0,-4 0 0,1-1 0,2 0 0,1 1 0,2-1 0,0 1 0,-8 0 0,-2 0-138,-1 3 0,-1-1 0,-4-2 0,-1 1 138,-3 1 0,0 0 0,-3 3 0,-1-1 0,-3-3 0,-1 0 0,32 2 226,-21 1 0,-17 2-226,-17 2 403,-12 0 1,-13 6-404,-16-1 690,-14 9 1,-20 1-691,-12 8 0,-18 0 0,-12-6 0</inkml:trace>
  <inkml:trace contextRef="#ctx0" brushRef="#br1" timeOffset="311">1153 4522 8912,'0'-17'0,"2"1"0,2 3 0,1 1 0,-1-1 0,-2-2 0,-2 7 0,0 12 0,0 17 0,0 17 0,-2 27 0,-3 15 0,-7 16 0,5-43 0,-1 1 0,-1 6 0,1 2 0,-1 8 0,0 2 0,1 6 0,-1 2 0,0 7 0,1 2 0,2-23 0,1 2 0,1 0-180,0 4 0,0 1 0,0 0 0,0 2 0,-1 0 0,1 1 0,1 0 0,2 1 0,-1-1 180,1-3 0,0-1 0,-1 1 0,0-2 0,-1 1 0,1-1-156,0-2 1,0-1 0,0 1 0,0-1 0,0 1-1,0-2 1,2 29 0,0-1 155,0 0 0,0-1 0,0-1 0,0-2 0,0-7 0,0-2-256,0-1 1,0 0-1,0-1 1,-2-1 255,-1-1 0,0-1 0,3-8 0,-1-3 0,-2-8 0,0-1-109,2-3 0,0-1 1,1 42 108,0-3 0,2-21 0,2-14 415,1-13 1,7-15-416,-6-6 0,1-12 0,-3-9 1507,2-12-1507,7-9 0,-3-30 0,7-9 0,0-7 0,0-3 0</inkml:trace>
  <inkml:trace contextRef="#ctx0" brushRef="#br1" timeOffset="312">2099 4539 8912,'10'-13'0,"-4"-5"0,-4-1 0,-2 0 0,-2 4 0,-4 2 0,-5 1 0,1 8 0,-1-1 0,-3 3 0,5 4 0,-1 3 0,2 7 0,3 16 0,5 11 0,0 8 0,0 14 0,0 10 0,0 21 0,0-42 0,0 3-270,0 11 1,0 2-1,0 5 1,0 3 0,0 16-1,0 4 270,0-28 0,0 2 0,0 2 0,0 7 0,0 2 0,0 0 0,0 1 0,0-1 0,0 1 0,0-3 0,0-1 0,0 0 0,-1-3 0,1 0 0,1-1 0,1-5 0,1 0 0,-1-1 0,-1 30 0,0-3 0,2-6 0,0-2 0,-2-5 0,0-3-199,-1-4 0,0-3 0,-1-9 1,0-1 198,-2 0 0,0 0 0,0 0 0,-1 0 0,-3-2 0,0-1 0,1-5 0,1-1 0,2-1 0,0-2-45,-9 26 0,9-1 45,-3-10 0,6-8 0,6-15 0,-3-15 0,9-19 0,-2-8 0,3-10 0,-2-11 725,3-7 1,7-22-726,2-11 0,-2-7 0,-10-16 0,-3-4 0</inkml:trace>
  <inkml:trace contextRef="#ctx0" brushRef="#br1" timeOffset="313">3080 4298 8912,'10'-11'0,"-4"-1"0,-4-1 0,-2-2 0,0-2 0,0-1 0,0 1 0,0 0 0,0 5 0,1 1 0,5-2 0,-4-3 0,6 9 0,-8 9 0,0 13 0,-2 14 0,-4 16 0,2 11 0,-7 18 0,-1 16 0,4-37 0,-1 3 0,0 6 0,1 2 0,-1 4 0,1 4 0,-2 12 0,1 3-246,1-23 0,0 1 0,1 1 1,0 6-1,0 2 0,0 0 0,-2 4 1,0 2-1,0-1 246,0 1 0,1-1 0,0 1 0,0-2 0,0 0 0,1-1 0,1-6 0,0 0 0,1-1 0,0-3 0,-1-1 0,2-1 0,-3 30 0,2-2-230,1-2 0,0-3 0,4-13 0,0-3 230,0-5 0,0-2 0,0-2 0,0-2 0,1-4 0,0-1-106,2 0 1,0 1 0,-2 0 0,0 0 0,2-4 0,2-2 105,2 44-98,-5-13 0,6-5 98,-8-9 0,6-3 865,-1-7 1,7-9-866,-6-14 0,1-14 519,-1-4 0,-4-19-519,4-4 440,3-15 1,-1-15-441,3-16 0,5-14 0,-7-13 0</inkml:trace>
  <inkml:trace contextRef="#ctx0" brushRef="#br1" timeOffset="314">4164 4264 8912,'10'-17'0,"-4"-2"0,-2-2 0,-1-2 0,3 2 0,-2 2 0,-2 1 0,-2 1 0,0 0 0,0 0 0,0 5 0,0 1 0,-8 7 0,4 6 0,-7 15 0,-1 12 0,3 9 0,-6 10 0,3 15 0,-9 11 0,9-25 0,-1 2 0,0 5 0,0 2 0,-2 12 0,1 4-413,-3 7 1,-1 4-1,5-19 1,0 4-1,-1 0 413,0 5 0,1 2 0,0 0 0,1 3 0,1 0 0,2 1-632,0-1 1,1 1 0,2-1 631,1-2 0,2 0 0,-1-1 0,0-4 0,-1 0 0,1-1 0,1-6 0,2 0 0,-1-2 0,0 27 0,0-4 0,1-9 0,0-3 0,-1-12 0,-1-2-102,0-3 1,0-1 0,0-6 0,0-1 101,3 47 0,0-15 0,0-3-134,0-12 134,0-1 0,0-14 724,0 0 1,0-16-725,0-13 0,0-12 0,0-5 722,0-12 1,8-11 0,1-13-723,1-9 0,5-5 0,-5-7 0</inkml:trace>
  <inkml:trace contextRef="#ctx0" brushRef="#br1" timeOffset="315">5128 4298 8912,'-11'-11'0,"-1"-1"0,-1-1 0,5 7 0,2 6 0,5 23 0,1 23 0,0 21 0,0 28 0,0-36 0,0 3 0,0 15 0,0 4 0,0-17 0,0 3 0,0 1 0,0 7 0,0 2 0,0 2 0,0 7 0,0 2 0,0 2-180,0 7 1,0 1 0,0-1 0,-1-7 0,1-1 0,-1 0 0,0-3 0,-1-1 0,1-1 0,-1-6 0,-1-1 0,0-2 179,0-5 0,0 0 0,0-2 0,-3 28 0,0-3 0,-2-6 0,-1-2 0,0-9 0,-1-3 0,-2-6 0,1-2 0,1-3 0,1 0-47,-3-1 1,1-2 0,1-2 0,1-1 46,0-1 0,0-1 0,-6 34-24,4-14 1,-3-5 0,9-13 23,1-7 0,2-1 0,2-14 0,0-11 0,6-23 757,-1-11 0,1-12-757,-6-6 0,6-9 0,0-2 0,-1-16 0,-5 18 0,0-11 0</inkml:trace>
  <inkml:trace contextRef="#ctx0" brushRef="#br1" timeOffset="316">310 6190 8912,'11'0'0,"1"0"0,1-2 0,2-2 0,3-2 0,-1 2 0,-6 2 0,3 2 0,5 0 0,-2 0 0,6 2 0,-4 2 0,-2 2 0,0 7 0,-5-3 0,-2 7 0,-3 0 0,-3 0 0,-2 0 0,-2 1 0,0-1 0,0 0 0,-8 0 0,-3 0 0,1 1 0,-1-1 0,-1-6 0,-5-1 0,0-2 0,0-3 0,-1-5 0,1 0 0,0-7 0,0-3 0</inkml:trace>
  <inkml:trace contextRef="#ctx0" brushRef="#br1" timeOffset="317">671 6121 8912,'-11'0'0,"-1"0"0,1 0 0,-6 0 0,7 0 0,-5 2 0,3 3 0,5-3 0,-1 14 0,8-5 0,0 4 0,0 3 0,0 4 0,0 1 0,0 0 0,2-6 0,4 1 0,5-1 0,4 0 0,3 0 0,-1 0 0</inkml:trace>
  <inkml:trace contextRef="#ctx0" brushRef="#br1" timeOffset="318">774 6190 8912,'0'11'0,"0"0"0,8-7 0,-6 12 0,4-5 0,-4 6 0,-2 6 0,0-2 0,0 8 0,-6-1 0,0 5 0,2-4 0,2 3 0,2-11 0,0 6 0,0-2 0,0-2 0,8-6 0,2 0 0</inkml:trace>
  <inkml:trace contextRef="#ctx0" brushRef="#br1" timeOffset="319">1308 6069 8912,'-17'-2'0,"-1"-3"0,7 3 0,-1-4 0,9 4 0,-5 4 0,8 4 0,0 5 0,2 2 0,4 1 0,5-3 0,4-1 0,3 3 0,-1-3 0,0-3 0,0 7 0,0-12 0,1 3 0,-7-3 0,1-2 0,-1 0 0,6 0 0,-5-2 0,-1-3 0,-7 1 0,2-8 0,1 7 0,-1-7 0,0 1 0,-4-6 0,4-1 0,-4 1 0,5 8 0,-7 1 0,0 8 0,2 13 0,4 5 0,-4 10 0,3 1 0,-3 3 0,-2 5 0,0 3 0,0-4 0,0 6 0,0-2 0,0 0 0,-7 0 0,-1-7 0,-5-3 0,1-1 0,1-8 0,-6 8 0,-1-10 0,1-4 0,0-9 0,0-6 0,-1-10 0</inkml:trace>
  <inkml:trace contextRef="#ctx0" brushRef="#br1" timeOffset="320">1807 6275 8912,'-15'2'0,"3"6"0,6 9 0,3 2 0,-3 10 0,4 0 0,-6 11 0,8 0 0,0 2 0,0-2 0,6-4 0,2 6 0,1 0 0,3-5 0,5 3 0,0-4 0,-7-9 0,13-2 0,-4-8 0</inkml:trace>
  <inkml:trace contextRef="#ctx0" brushRef="#br1" timeOffset="321">2203 6138 8912,'-12'0'0,"3"-2"0,1-4 0,2 2 0,6-7 0,2 7 0,4-2 0,4-1 0,7 1 0,0 2 0,0 2 0,0 2 0,-1 8 0,-3 2 0,-3 1 0,-3 0 0,-1 1 0,-6 7 0,0 4 0,0-4 0,0 6 0,-2-2 0,-4 0 0,-5-2 0,3 6 0,-7-8 0,3 4 0,3-6 0,-3-6 0,7 3 0,-7-9 0,8 1 0,-3-6 0,7-15 0,0-4 0</inkml:trace>
  <inkml:trace contextRef="#ctx0" brushRef="#br1" timeOffset="322">2409 6086 8912,'0'-9'0,"0"1"0,0 10 0,0 4 0,0-2 0,0 7 0,0 1 0,0 5 0,0 0 0,0 0 0,0 0 0,0 6 0,0 0 0,0 0 0,0-6 0,0 0 0,8 1 0,1-1 0</inkml:trace>
  <inkml:trace contextRef="#ctx0" brushRef="#br1" timeOffset="323">2599 6241 8912,'0'17'0,"0"-5"0,0-1 0,-6 1 0,0 5 0,-5 0 0,3 0 0,0 2 0,1 2 0,3 2 0,2 0 0,2-6 0,0 1 0,0-1 0,0 0 0,0 0 0,0 0 0,0-5 0,2-3 0,4-1 0,-5-2 0,15-6 0,-14-16 0,5-3 0</inkml:trace>
  <inkml:trace contextRef="#ctx0" brushRef="#br1" timeOffset="324">2599 5811 8912,'9'0'0,"6"0"0,-7-2 0,3-3 0,-1 1 0,-4-8 0,-4 9 0,5-5 0,-7 10 0,0 4 0,0 3 0,0 8 0,0 2 0,0 4 0,0-4 0,0 4 0,0 2 0,0-2 0,0-2 0,0 0 0,0 2 0,0-4 0,0 4 0,0-10 0,0-1 0,0-1 0,0-1 0,8-2 0,3-8 0,5 0 0,7-2 0,0-4 0,7-11 0,-3-10 0</inkml:trace>
  <inkml:trace contextRef="#ctx0" brushRef="#br1" timeOffset="325">3132 6172 8912,'0'-11'0,"0"-1"0,0-1 0,0 3 0,0-1 0,0 7 0,8-3 0,3 7 0,4 1 0,3 5 0,-1 6 0,0 3 0,0 2 0,-5 0 0,-1 1 0,-5-1 0,3 0 0,-1 0 0,-4 0 0,-2 0 0,-2 1 0,0-1 0,-2 0 0,-4 0 0,-5 0 0,-5-5 0,-1-1 0,0-5 0,0 4 0,0-3 0,-1-3 0,7-2 0,-1-2 0,1-8 0,-6-1 0</inkml:trace>
  <inkml:trace contextRef="#ctx0" brushRef="#br1" timeOffset="326">3356 6086 8912,'-18'0'0,"7"0"0,0 0 0,-1 8 0,1 2 0,-1 7 0,8 6 0,-1 0 0,3 7 0,2-1 0,0-2 0,0-1 0,0-1 0,0 6 0,5-12 0,3 4 0,2-4 0,1-4 0,4-1 0,-1-5 0,-3-1 0,8-3 0,8-5 0</inkml:trace>
  <inkml:trace contextRef="#ctx0" brushRef="#br1" timeOffset="327">3528 6396 8912,'0'-10'0,"0"-5"0,0 13 0,0-4 0,0 12 0,0 6 0,0 3 0,0 2 0,0 0 0,0 2 0,0 4 0,0-4 0,0 6 0,0-2 0,0 0 0,0 0 0,0-6 0,0 0 0</inkml:trace>
  <inkml:trace contextRef="#ctx0" brushRef="#br1" timeOffset="328">3390 5846 8912,'-8'9'0,"7"-3"0,-5-12 0,6 2 0,6-5 0,5 1 0,4-3 0,3 5 0,-1 2 0,-6 2 0,1 2 0,-8 2 0,1 4 0,-3 3 0,-2 3 0,0-1 0,0 1 0,0 5 0,0 0 0,0-5 0,0-1 0,8 1 0,1 5 0,9 0 0,-1 0 0,0 0 0,0 1 0,-7-1 0,-5 0 0,5 0 0,-8 0 0,4 1 0,-10-1 0,-4 0 0,-1-2 0,-5-3 0,-1 3 0,-10-5 0,6 5 0,-4-4 0,10-3 0,1-8 0,8 0 0,-3 0 0</inkml:trace>
  <inkml:trace contextRef="#ctx0" brushRef="#br1" timeOffset="329">4096 6207 8912,'-10'0'0,"-3"-2"0,7-4 0,2 2 0,10-7 0,-2 7 0,7-2 0,3 4 0,3 2 0,4 0 0,2 0 0,-2 0 0,-2 0 0,-2 2 0,0 4 0,-1-2 0,-5 7 0,-3 3 0,-1 1 0,-5 2 0,4 0 0,-12 6 0,-5 0 0,-4 0 0,-3-6 0,3 0 0,2 1 0,1-1 0,-1 0 0,5-7 0,0-3 0,8-7 0,0 0 0,8-15 0,2-4 0</inkml:trace>
  <inkml:trace contextRef="#ctx0" brushRef="#br1" timeOffset="330">4388 6069 8912,'-17'2'0,"0"2"0,0 2 0,-1 1 0,1-1 0,0-4 0,5 13 0,1-3 0,0 3 0,-1 2 0,1 0 0,7 1 0,-4 6 0,8 3 0,0 0 0,2 3 0,4-7 0,3 6 0,9-6 0,-1 0 0,0-6 0,0 0 0,6-7 0,0-4 0,8-5 0,-5-1 0</inkml:trace>
  <inkml:trace contextRef="#ctx0" brushRef="#br1" timeOffset="331">4578 6310 8912,'-12'6'0,"1"-1"0,7 9 0,-2-3 0,-4 4 0,9 8 0,-5 0 0,4 8 0,2-2 0,0 3 0,6 2 0,-1 1 0,9-1 0,-10-5 0,7-1 0,-5-7 0,3 2 0,1-5 0,-1-7 0,-5-3 0,4-8 0,-8-8 0,0-1 0</inkml:trace>
  <inkml:trace contextRef="#ctx0" brushRef="#br1" timeOffset="332">4732 5932 8912,'18'-12'0,"-1"1"0,0-1 0,0-5 0,-7 0 0,-4 15 0,-12 8 0,0 9 0,-11 8 0,3 4 0,-8 7 0,2 0 0,3 1 0,2-3 0,3-3 0,-3 1 0,6-5 0,-1 2 0,2-6 0,8 4 0,0-8 0,0-5 0,2-3 0,4-1 0,7-4 0,8-3 0,6-8 0,13-3 0,0-7 0,3-2 0,-5-2 0,2-2 0,-6 0 0,-5 6 0,-8-8 0,4-2 0</inkml:trace>
  <inkml:trace contextRef="#ctx0" brushRef="#br1" timeOffset="333">4698 5966 8912,'0'34'0,"0"1"0,0-7 0,0 1 0,0-6 0,0 6 0,0 5 0,0 6 0,2 2 0,4-2 0,-4-3 0,5 3 0,1-4 0,-6 6 0,5-6 0,-7 4 0,0-9 0,0-2 0,-7-8 0,-3 4 0</inkml:trace>
  <inkml:trace contextRef="#ctx0" brushRef="#br1" timeOffset="334">688 7204 8912,'-17'0'0,"0"-2"0,0-2 0,0-2 0,9 1 0,8 5 0,6 2 0,7 1 0,-2 5 0,3 2 0,-7-7 0,1 5 0</inkml:trace>
  <inkml:trace contextRef="#ctx0" brushRef="#br1" timeOffset="335">671 7651 8912,'-9'10'0,"-7"5"0,14-11 0,-3 7 0,3 1 0,2 5 0,0 0 0,0 0 0,0 0 0</inkml:trace>
  <inkml:trace contextRef="#ctx0" brushRef="#br1" timeOffset="336">688 8046 8912,'-23'0'0,"0"0"0,2 0 0,2 0 0,2 8 0,8-6 0,3 6 0,12-8 0,5 0 0,12-2 0,6-4 0,3-11 0,3-10 0</inkml:trace>
  <inkml:trace contextRef="#ctx0" brushRef="#br1" timeOffset="337">1497 7101 8912,'0'-10'0,"0"-5"0,0 3 0,-6 3 0,1-3 0,-1 9 0,6-5 0,0 10 0,0 4 0,0-4 0,2 13 0,4-4 0,-4 5 0,5 1 0</inkml:trace>
  <inkml:trace contextRef="#ctx0" brushRef="#br1" timeOffset="338">1549 7582 8912,'-17'10'0,"7"-1"0,4-3 0,4-4 0,-3 7 0,-1-3 0,0-4 0,8 8 0,4-5 0,3-3 0,9 6 0</inkml:trace>
  <inkml:trace contextRef="#ctx0" brushRef="#br1" timeOffset="339">1618 7892 8912,'-8'9'0,"-2"6"0,-1-11 0,-1 8 0,1-1 0,1 1 0,5-1 0,3-5 0,2 5 0,2-7 0,3 2 0,5-4 0,15-10 0,2-1 0</inkml:trace>
  <inkml:trace contextRef="#ctx0" brushRef="#br1" timeOffset="340">2495 7084 8912,'-9'-10'0,"-7"-5"0,13 15 0,-9 0 0,8 0 0,-11 15 0,5-5 0</inkml:trace>
  <inkml:trace contextRef="#ctx0" brushRef="#br1" timeOffset="341">2547 7582 8912,'-17'10'0,"-1"3"0,1-7 0,6 5 0,-1-5 0,8 7 0,-3-11 0,7 6 0,0-8 0,0 0 0</inkml:trace>
  <inkml:trace contextRef="#ctx0" brushRef="#br1" timeOffset="342">2581 8046 8912,'-26'0'0,"-3"2"0,10 2 0,3 2 0,3 0 0,3 1 0,3-5 0,14 6 0,5-8 0,11 0 0,4-16 0,7-3 0</inkml:trace>
  <inkml:trace contextRef="#ctx0" brushRef="#br1" timeOffset="343">3528 7152 8912,'-17'-17'0,"5"6"0,1-1 0,1 6 0,-1-5 0,-5 7 0,5-2 0,3 5 0,1 8 0,7-5 0,0 13 0,0-5 0</inkml:trace>
  <inkml:trace contextRef="#ctx0" brushRef="#br1" timeOffset="344">3407 7703 8912,'-23'15'0,"0"-4"0,2 5 0,10-5 0,3-3 0,8 7 0,2-13 0,4 4 0,5-6 0,12-6 0,4-4 0,8-7 0,-1 0 0</inkml:trace>
  <inkml:trace contextRef="#ctx0" brushRef="#br1" timeOffset="345">3459 7995 8912,'-23'11'0,"-2"1"0,-2 1 0,6 2 0,4 3 0,9-1 0,10-8 0,4-3 0,13-4 0,16-2 0,7-15 0,9-4 0</inkml:trace>
  <inkml:trace contextRef="#ctx0" brushRef="#br1" timeOffset="346">4578 7152 8912,'-18'0'0,"1"0"0,0 0 0,0 0 0,5 0 0,1 0 0,-1 0 0,1 0 0,-1 0 0,8 8 0,-3 2 0,7 7 0</inkml:trace>
  <inkml:trace contextRef="#ctx0" brushRef="#br1" timeOffset="347">4474 7651 8912,'-7'10'0,"-3"5"0,-7-6 0,7 9 0,3-9 0,7-1 0,2-8 0,3 0 0,5 0 0,7-8 0,0-1 0</inkml:trace>
  <inkml:trace contextRef="#ctx0" brushRef="#br1" timeOffset="348">2332 5510 8912,'0'-5'0,"0"-1"0,0 3 0,0-3 0,0 3 0,0-2 0,0-2 0,0 2 0,-1 1 0,-2 0 0,2 0 0,-2 1 0,3 2 0,3-2 0,-1 2 0,3 1 0,-2 0 0,3 0 0,2 0 0,2 0 0,0 0 0,6 0 0,-2 0 0,3 0 0,0 0 0,1 0 0,1 0 0,1 0 0,4 0 0,-6 0 0,2 0 0,-2 0 0,-1 0 0,-2 0 0,-2 0 0,0 0 0,-2 0 0,1 3 0,-1 0 0,0-1 0,-2-1 0,0-1 0,0 0 0,-1 0 0,4 1 0,-1 2 0,1-2 0,-1 2 0,1-3 0,3 1 0,-1 1 0,2 1 0,-1 0 0,-1-3 0,1 0 0,2 0 0,0 0 0,0 0 0,0 0 0,0 0 0,-3 0 0,2 0 0,-2 0 0,3 0 0,-3 0 0,0 0 0,-2 0 0,2 0 0,1 0 0,2 0 0,-4-4 0,3 3 0,-1-2 0,2 2 0,2 1 0,1 0 0,0 0 0,-3 0 0,1 0 0,-1 0 0,0 0 0,0 0 0,-1 0 0,-1 0 0,1 0 0,-2 0 0,3 0 0,-1 0 0,-2 0 0,2 0 0,-4 0 0,1 0 0,1-2 0,0-1 0,-2 1 0,-3 1 0,4 1 0,-3 0 0,3 0 0,0 0 0,2 0 0,-1 3 0,3 0 0,-2 2 0,2-2 0,-1 0 0,4-2 0,-2 2 0,-1-2 0,0 2 0,0-2 0,1-1 0,-1 0 0,-3 0 0,1 0 0,0 0 0,0 0 0,-1 0 0,3 0 0,-3 0 0,-1 0 0,3 0 0,-2 0 0,2 0 0,2 0 0,0 0 0,2 0 0,-2 0 0,2 0 0,-2 0 0,-1 0 0,1-3 0,-1 0 0,0 0 0,-1 3 0,-1 0 0,1 0 0,-6-3 0,5 0 0,-2 0 0,1 3 0,2 0 0,-4 0 0,2 0 0,-3 0 0,3 0 0,2 0 0,0 0 0,1 0 0,0 0 0,1-1 0,-1-1 0,0 1 0,-3-3 0,0 4 0,-2 0 0,1 0 0,-2 0 0,-1 0 0,1 0 0,2 0 0,-2 0 0,0 0 0,2 0 0,-4-1 0,3-2 0,-3 2 0,3-3 0,0 3 0,2-2 0,-1 2 0,1-1 0,3-2 0,-3 1 0,0-1 0,4 1 0,-4 1 0,3-3 0,1 2 0,0-3 0,-1 3 0,3-3 0,-2 1 0,-1 0 0,0-2 0,1 4 0,-1-3 0,-1 2 0,-1-3 0,0 1 0,-4 4 0,4-4 0,-5 3 0,2-3 0,1 4 0,-6-4 0,1 2 0,0-1 0,0-1 0,3-1 0,0 0 0,0 1 0,-1 0 0,2-2 0,-2-1 0,5 1 0,-4-1 0,0 1 0,1-1 0,0 0 0,-1 1 0,2-1 0,-4-2 0,3-1 0,-3-3 0,0 1 0,-1-3 0,4 0 0,-1 0 0,0 0 0,-2-3 0,0 0 0,0-4 0,-1 2 0,1-4 0,-1 0 0,1 0 0,0 0 0,-1-1 0,1 1 0,-4-2 0,1 7 0,-3-1 0,0 0 0,-2 2 0,2 0 0,-2 1 0,2 4 0,-2 2 0,-1 0 0,0-6 0,-1 8 0,-2-7 0,2 3 0,-4-5 0,2 0 0,2-4 0,-5 2 0,3-4 0,0 1 0,2-1 0,-2 0 0,2 0 0,-3 1 0,4 2 0,0 3 0,-1 2 0,-2 1 0,2 1 0,-1 2 0,-2 0 0,1 3 0,-4 1 0,5-2 0,-3 3 0,0 1 0,-2-1 0,1 0 0,4 1 0,-4-2 0,-1 0 0,-1-2 0,4 1 0,-4 2 0,2 1 0,-1-4 0,-2 1 0,0-2 0,1 2 0,-2 1 0,-1-1 0,-3 1 0,-3 2 0,0-1 0,-3 0 0,-1 1 0,0-1 0,0 1 0,-3-1 0,6 0 0,-2 2 0,1 1 0,2-2 0,0 3 0,1 0 0,1-1 0,-1 0 0,6 1 0,-5-1 0,4 3 0,-3-3 0,-1 2 0,-2-3 0,0 1 0,0 3 0,-2-1 0,-1-1 0,-3 0 0,1 2 0,-1-3 0,1 4 0,0 0 0,-3-3 0,7 4 0,-3-2 0,3-1 0,1 1 0,-1 1 0,-1 1 0,-1-2 0,0 2 0,2-3 0,0 4 0,-2 0 0,-2 0 0,-1 0 0,-1 0 0,-2 0 0,-1 0 0,-5 0 0,5 0 0,-2 0 0,2 1 0,2 1 0,0 1 0,0-1 0,4 2 0,-4-3 0,5 2 0,1 1 0,-1-1 0,-1 0 0,1-3 0,-4 0 0,6 0 0,-3 3 0,0-2 0,-2 2 0,-1-2 0,0 0 0,1 2 0,0-2 0,-6 2 0,-2 1 0,-3 0 0,-1 0 0,5-2 0,-3 5 0,5-4 0,-4 3 0,3-3 0,2 2 0,4-3 0,2 3 0,3-3 0,-3 1 0,3 2 0,-2-2 0,1 1 0,0-2 0,-2 1 0,-1-1 0,2 1 0,-3 0 0,3 3 0,-3-3 0,0 4 0,1-4 0,1 4 0,0-1 0,7 0 0,-7 2 0,7 1 0,-2-1 0,-1-2 0,-1 0 0,1 1 0,0 0 0,-1 2 0,-2-1 0,2-2 0,-2 0 0,1-4 0,3 5 0,1-2 0,1 0 0,0 2 0,0-4 0,-2 3 0,6-4 0,-2 3 0,-1-1 0,4 2 0,-3-1 0,3 1 0,0 0 0,-4-1 0,3 4 0,-3 0 0,0-1 0,2 0 0,3-2 0,1-1 0,2-1 0,-1 3 0,-3-6 0,4 3 0,2-2 0,-1 1 0,2 1 0,-4-1 0,0 3 0,2 1 0,-4 2 0,2 0 0,0 0 0,0 3 0,-2-3 0,2 3 0,-1-3 0,-2 0 0,1-1 0,-1 1 0,0-1 0,1 1 0,-1 0 0,1-1 0,3 1 0,-3 0 0,2 3 0,2-3 0,-2 3 0,3-2 0,-2 1 0,1 0 0,-2 5 0,4-3 0,-3 4 0,1 0 0,-1 2 0,2 1 0,-3-2 0,3 2 0,0-2 0,-1-1 0,3 0 0,-2 1 0,3-1 0,-3-3 0,0-1 0,1 1 0,1-1 0,1-1 0,0 1 0,0-1 0,0 0 0,0-3 0,0-1 0,0 2 0,0 0 0,0 2 0,0 2 0,0-3 0,-4 5 0,3-3 0,-2 4 0,-1 0 0,2 1 0,-4-1 0,3 0 0,1 0 0,-2 0 0,0 1 0,1-2 0,-1-2 0,1 1 0,3-3 0,0 3 0,0-5 0,0 1 0,0-1 0,0-2 0,0 1 0,-1-1 0,-1-2 0,-1 0 0,0 0 0,3 2 0,0 1 0,0 0 0,-1-1 0,-1 1 0,1 3 0,-3-2 0,4 1 0,0-1 0,0-2 0,0 1 0,0 0 0,0-1 0,0-2 0,0 0 0,0-1 0,0 4 0,0-1 0,0 1 0,0 0 0,0-1 0,0 1 0,0-4 0,0 2 0,0-6 0,0 3 0,0 0 0,0-3 0,0 6 0,0-6 0,0 7 0,3-6 0,-1 4 0,1-4 0,-3 2 0,0-1 0,0 3 0,1-2 0,2-1 0,-2 1 0,2 2 0,-2-1 0,-1 1 0,3 3 0,0 6 0,0 5 0,-3 5 0,0 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395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5077 3490 8912,'0'-27'0,"0"5"0,0-5 0,0 13 0,0-3 0,-2 4 0,-4 3 0,4 1 0,-4 3 0,-3 4 0,7-6 0,-6 8 0,8 8 0,0 4 0,0 3 0,0 4 0,0 4 0,0 6 0,0 5 0,0 6 0,0 4 0,0 8 0,0 7 0,0-6 0,0 6 0,0 1 0,0 1 0,0 6 0,0-6 0,0-10 0,8-7 0,-4-9 0,5-3 0,-1-3 0,5-6 0,-1-12 0,3-3 0,4-16 0,2-5 0,4-8 0,0-8 0,0-3 0,3-8 0,-5 0 0,0-1 0,-6 9 0,1 1 0,-1 3 0,-6 7 0,1-2 0,-6 9 0,5 3 0,-7 7 0,4 0 0,-8 14 0,0 7 0,7 12 0,-3-3 0,7 9 0,1-1 0,5 1 0,0-1 0,1-7 0,5 3 0,-1-7 0,7 0 0,-4-8 0,2-3 0,0 1 0,1-7 0,-3-4 0,0-6 0,-6 2 0,12-15 0,-8 0 0,0-8 0,-6-9 0</inkml:trace>
  <inkml:trace contextRef="#ctx0" brushRef="#br0" timeOffset="1">5507 3490 8912,'-35'2'0,"1"2"0,3 4 0,8 1 0,0 3 0,16 5 0,-5 0 0,7 0 0,5 0 0,5-1 0,7-5 0,3-3 0,4-8 0,2 0 0,2 0 0,6 0 0,-6-2 0,-2-4 0,-2-5 0,-2-5 0,-7-1 0,-5 0 0,-3 0 0,-2 0 0,-7 7 0,-3 2 0,-7 8 0,0 0 0,1 2 0,5 4 0,-4 4 0,5 7 0,1 0 0,3 0 0,4 0 0,2 1 0,0-1 0</inkml:trace>
  <inkml:trace contextRef="#ctx0" brushRef="#br0" timeOffset="2">5920 3800 8912,'0'17'0,"0"0"0,0-5 0,0-1 0,-8-7 0,4 11 0,-5-3 0,1 3 0,0 8 0,5 0 0,-3 0 0,2 1 0,2-4 0,2 10 0,0-7 0,2 2 0,4-2 0,-2-10 0,5 4 0,-1-1 0,5-9 0,-9 1 0,8-8 0,-7-2 0,5-6 0,-1-9 0,1-10 0,-4-1 0,5-7 0,-7 5 0,9-12 0,-7 7 0,2-3 0,-4 2 0,1 3 0,7 9 0,-6-5 0,1 14 0,-1-3 0,-4 13 0,13-3 0,-3 12 0,3 7 0,2 3 0,0 14 0,0 3 0,3 1 0,3 3 0,-2-3 0,7-3 0,-5-4 0,6-8 0,0 0 0,5-7 0,0-5 0,1-3 0,-3-4 0,-3-3 0,4-11 0,-7-6 0,1-1 0,-4-2 0,-4-2 0,-4 0 0,-3 4 0,-4-1 0,-8 1 0,-2 0 0,-4 7 0,-6 5 0,-11-4 0,2 11 0,-5-6 0,1 3 0,-4 1 0,6 8 0,2 4 0,2 5 0,2 4 0,0 8 0,1 2 0,5 2 0,3 1 0,8 7 0,0-3 0,0-3 0,0 3 0,8-7 0,3 4 0,5-6 0,1-4 0,2-2 0,2-2 0,2-3 0,8-4 0,-10-8 0,5-2 0,-1-4 0,-2-4 0,-6-7 0,-7 0 0,3 0 0,-7 0 0,5-1 0,-5 1 0,-2 0 0,-2 0 0,-2 0 0,-2-1 0,-4 1 0,2 0 0,-7 0 0,7 7 0,-5-5 0,3 4 0,4 3 0,-13 0 0,13 8 0,-4 8 0,10 3 0,2 5 0,1-5 0,-1 1 0,-4-1 0,11 0 0,-5-1 0,1-2 0,3 5 0,-1-11 0,1 4 0,-6 1 0,5-1 0,-1 2 0,3-4 0,-1 3 0,1 3 0,2-6 0,1 5 0,-5-3 0,4-4 0,-3 3 0,3-3 0,2-2 0</inkml:trace>
  <inkml:trace contextRef="#ctx0" brushRef="#br0" timeOffset="3">6970 3868 8912,'-10'0'0,"0"0"0,7-1 0,-3-5 0,0 4 0,6-13 0,2 11 0,4-6 0,5 3 0,5 1 0,1 6 0,0 0 0,6 2 0,0 4 0,6 3 0,-7 8 0,3 6 0,-2 0 0,-11 8 0,11-10 0,-12 7 0,3-1 0,-3 2 0,-5-6 0,-4-4 0,-2-2 0,0-6 0,0 1 0,0-8 0,0-4 0,0-12 0,0-11 0,0-5 0,0-5 0,0-1 0,0-8 0,0 4 0,2-6 0,1 4 0,5 5 0,2 5 0,1 1 0,1 2 0,-1 4 0,0 12 0,7 5 0,-1 4 0,2 2 0,4 0 0,-4 8 0,6 1 0,-8 9 0</inkml:trace>
  <inkml:trace contextRef="#ctx0" brushRef="#br0" timeOffset="4">7796 3782 8912,'-18'0'0,"1"-7"0,2-5 0,1-1 0,3 2 0,7 3 0,-4 6 0,8-4 0,0 12 0,0-4 0,0 15 0,6 0 0,0 2 0,-2 4 0,3-2 0,-1 8 0,6-6 0,-7 6 0,3-7 0,-2 7 0,-4-8 0,3 2 0,-3-4 0,-2-2 0,0 1 0,6-7 0,0 1 0,0-9 0,-6 5 0,0-16 0,0-3 0,0-12 0,0-6 0,0-9 0,0-2 0,5-6 0,3 6 0,1 2 0,5 0 0,1-3 0,-3 13 0,-1-1 0,1 8 0,5 4 0,0 7 0,0 5 0,6 3 0,0 2 0,0 7 0,-11 9 0,-1 7 0,0 7 0,5-3 0,-5 2 0,-3-3 0,0-1 0,-7 6 0,9-12 0,-4 4 0,-4-4 0,3-2 0,-3-6 0,-2 1 0,0-8 0,0 3 0,2-8 0,2-5 0,4-6 0,-1-5 0,1-6 0,5 4 0,-9-13 0,8 3 0,-3 2 0,3-1 0,1 7 0,-5-2 0,1 4 0,1 1 0,1 1 0,5 0 0,-13 7 0,9 7 0,1 6 0,-5 7 0,5 7 0,-5 0 0,2 1 0,-5-1 0,7 0 0,-1 0 0,1 0 0,-1-1 0,3-5 0,1 4 0,2-3 0,0 3 0,0 2 0,1-5 0,-1-3 0,0-1 0,-5 3 0,-1-5 0,1 7 0,-1-9 0,0 8 0,1-8 0,3 3 0,-3 1 0,3-6 0,-4 4 0,5-5 0,1-1 0,0 0 0,0 0 0,-7 0 0,5-5 0,-5-3 0,-1-2 0,7-1 0,-9-6 0,7 0 0,-3-1 0,-7-4 0,4-1 0,-1 2 0,-5 1 0,4 3 0,-4 0 0,-4 6 0,-4-1 0,-3 6 0,-9-5 0,1 7 0,6-3 0,-1 7 0,-1 0 0,3 0 0,1 1 0,1 5 0,2 4 0,6 7 0,8 0 0,2 0 0</inkml:trace>
  <inkml:trace contextRef="#ctx0" brushRef="#br0" timeOffset="5">9362 3645 8912,'-52'-8'0,"6"4"0,0-7 0,8 7 0,-2-2 0,3 5 0,3 1 0,7 5 0,4 1 0,12 7 0,-3-3 0,7 7 0,-3 0 0,6 6 0,-1 0 0,3 0 0,2-4 0,0 2 0,0 2 0,5 0 0,3-8 0,0-1 0,-1-3 0,7-7 0,-5 4 0,9-8 0,-1-2 0,0-4 0,0-4 0,6-14 0,2-5 0,2-4 0,-4-1 0,5 0 0,-7-8 0,10 3 0,-8-4 0,-2 1 0,4-6 0,-2 4 0,-2-2 0,-2 0 0,-10 0 0,5 4 0,-8 8 0,-1-1 0,-7 18 0,-3 0 0,-5 8 0,-5 10 0,3 5 0,-3 6 0,4 11 0,1-2 0,0 5 0,3-1 0,-5 6 0,7-3 0,1 5 0,2 1 0,2 1 0,0-7 0,0 1 0,0 2 0,0-5 0,0 3 0,8-6 0,3 5 0,4-7 0,4 4 0,4-7 0,-4-3 0,4-4 0,2-3 0,0-8 0,0 0 0,0 0 0,-4 0 0,-2 0 0,4-8 0,2-5 0,2-8 0,-6 2 0,3-8 0,-6 6 0,-1-2 0,0-7 0,0 1 0,-7 4 0,-2-6 0,-8 9 0,0 1 0,0-4 0,-2 4 0,-4 5 0,-6 9 0,-3 5 0,-8 4 0,0 3 0,-5 13 0,5 10 0,2 5 0,1 1 0,3 6 0,0 2 0,0 2 0,7-6 0,-3 10 0,7-6 0,2 2 0,2-6 0,2 4 0,2-7 0,4-3 0,6-3 0,3-6 0,2-12 0,-6-3 0,3-8 0,5 0 0,-2 0 0,10-2 0,-4-4 0,-4-9 0,4-8 0,4-15 0,0 2 0</inkml:trace>
  <inkml:trace contextRef="#ctx0" brushRef="#br0" timeOffset="6">10136 3387 8912,'-10'-17'0,"-5"-8"0,11 8 0,-5-2 0,1 5 0,2 9 0,6-7 0,0 6 0,0-5 0,8 7 0,1-3 0,7 8 0,-5 5 0,5 11 0,-7 2 0,8 6 0</inkml:trace>
  <inkml:trace contextRef="#ctx0" brushRef="#br0" timeOffset="7">10101 3886 8912,'-17'0'0,"0"0"0,0 0 0,5 0 0,1 0 0,7-8 0,-4 6 0,8-13 0,6 11 0,2-6 0,1 3 0,11-7 0,6 5 0</inkml:trace>
  <inkml:trace contextRef="#ctx0" brushRef="#br0" timeOffset="8">9929 3954 8912,'-2'-17'0,"-1"0"0,-3 0 0,2 0 0,2-1 0,2 5 0,2-2 0,4-4 0,5 0 0,10-8 0,4-2 0,2-3 0,4-3 0,1 1 0,-3-2 0,-2-3 0,-1-3 0,1-2 0,-6-7 0,2-6 0,-4-8 0,-2 4 0,-1-3 0,-5 1 0,-3 8 0,-8-2 0,-2 5 0,-4 6 0,-3 6 0,-9 12 0,3 3 0,4 7 0,-5 9 0,5 7 0,-3 10 0,3 9 0,-4 19 0,3 4 0,-1 16 0,1 7 0,5 11 0,7 6 0,0 6-694,0 6 694,0-12 0,0 4 0,2-17 0,3-4 0,5-3 0,7-9 0,6-7 0,0-6 0,0-9 0,2-12 0,-6 0 0,12-15 0,-9 4 0,1 3 0,-5 1 0</inkml:trace>
  <inkml:trace contextRef="#ctx0" brushRef="#br0" timeOffset="9">11151 3335 8912,'0'-17'0,"0"6"0,-2 1 0,-3 3 0,3 3 0,-4 10 0,4 5 0,2 4 0,0 2 0,0 6 0,0 2 0,0 2 0,0-6 0,0 2 0,0-4 0,0-2 0,0 0 0,0 1 0,6-7 0,1-1 0,3-3 0,3-3 0,3-2 0,1-2 0,0-8 0,0-3 0,2-10 0,2-4 0,2 0 0,-2 0 0,-1-5 0,-3 9 0,0-8 0,-2 8 0,-1 0 0,-3 8 0,-7-3 0,5 15 0,-3-5 0,-4 6 0,4 6 0,-4 5 0,-2 6 0,0 6 0,6 4 0,-1 5 0,-1-1 0,-2-2 0,-2-3 0,0 3 0,6 2 0,-1-9 0,1 1 0,-6-5 0,0-9 0,0 6 0,0-3 0,-2-5 0,-3-1 0,-13-12 0,-8-3 0</inkml:trace>
  <inkml:trace contextRef="#ctx0" brushRef="#br0" timeOffset="10">11117 3164 8912,'-12'-18'0,"3"1"0,1 0 0,2 0 0,6 0 0,0 7 0,0 0 0,4 7 0,8-3 0,1 0 0,16 6 0,1-6 0,10 1 0,12-9 0,9 5 0</inkml:trace>
  <inkml:trace contextRef="#ctx0" brushRef="#br0" timeOffset="11">12218 3164 8912,'-23'0'0,"-2"0"0,0 0 0,1 0 0,-7 7 0,6-3 0,-3 7 0,5 3 0,3 1 0,3 2 0,2 1 0,3-1 0,5 2 0,7 4 0,0-12 0,0 12 0,0-11 0,7-5 0,-3 1 0,8-8 0,-6 0 0,5 0 0,2 0 0,3-8 0,1-3 0,0-5 0,0-1 0,0 0 0,1 0 0,-1 0 0,0 0 0,0 7 0,1 0 0,-1 5 0,-6 3 0,1-4 0,1 4 0,2 2 0,3 0 0,-7 8 0,1 3 0,-1 5 0,6 1 0,0 2 0,1 4 0,-1-4 0,8 6 0,1-8 0,9 0 0</inkml:trace>
  <inkml:trace contextRef="#ctx0" brushRef="#br0" timeOffset="12">12838 3198 8912,'-12'-15'0,"1"3"0,7-3 0,-4 13 0,8-4 0,0 12 0,0 4 0,8 9 0,1 2 0,3 2 0,-3 0 0,-1 1 0,4-5 0,-7 4 0,9-4 0,-10-1 0,7-1 0,-5 0 0,5 0 0,-7-7 0,4 5 0,-8-13 0,0 4 0,0-12 0,0-5 0,0-10 0,0-4 0,0-2 0,0-2 0,0-5 0,5 1 0,1 5 0,8-3 0,-3 8 0,-3 0 0,7 12 0,-4-1 0,5 9 0,1-3 0,0 4 0,0 4 0,1 4 0,-1 9 0,0 8 0,0 0 0,-1-6 0,-3 2 0,-2 4 0,-7-4 0,2 4 0,3-4 0,-7-2 0,6 0 0,-8-7 0,0-2 0,2-10 0,4-4 0,5-5 0,-3-5 0,7-7 0,-3 0 0,-3-5 0,3 3 0,1-2 0,2 6 0,3-2 0,-7 4 0,0 2 0,-7 0 0,12 7 0,-5 4 0,-1 5 0,1 1 0,-7 1 0,4 5 0,-1 6 0,-3 3 0,8 2 0,-9 0 0,13 1 0,-7-3 0,8-4 0,-7-3 0,5-2 0,-3-1 0,-3 1 0,3-6 0,-7 0 0,7 0 0,-8 0 0,5 0 0,-3 0 0,6 0 0,-5 2 0,-1 4 0,-2-4 0,2 3 0,-5 5 0,9-6 0,-4 7 0,3 1 0,3 3 0,-1-4 0,-5-1 0,5-6 0,3 2 0,1-1 0,2-5 0,1 0 0,-1-5 0,0-1 0,-8-8 0,-3 3 0,-4-4 0,-2-2 0,0 7 0,-2-5 0,-4 3 0,-3-3 0,-8-2 0,0 7 0,-1 4 0,1 5 0,8 1 0,1 0 0,8 0 0,0 0 0</inkml:trace>
  <inkml:trace contextRef="#ctx0" brushRef="#br0" timeOffset="13">14111 3267 8912,'-17'-8'0,"-6"6"0,0-4 0,0-1 0,6 1 0,0 0 0,-1 8 0,1 4 0,0 5 0,6 5 0,-1 1 0,8 6 0,-1 0 0,3 0 0,2-6 0,0 0 0,2 0 0,3 0 0,-1-1 0,8-5 0,-1 3 0,6-9 0,0-1 0,1-4 0,-1-6 0,0-7 0,0-8 0,0-6 0,1-7 0,7-1 0,-6-7 0,4-3 0,-4-5 0,0-7 0,4-1 0,-4 1 0,4 7 0,-12 4 0,3 6 0,-7 10 0,3 1 0,-6 16 0,1-3 0,-8 18 0,-5 6 0,-2 9 0,-1 8 0,-4 4 0,3-1 0,-1 7 0,7 5 0,-5 2 0,5-4 0,2 2 0,2 0 0,2-5 0,0-1 0,0 1 0,8-1 0,1-7 0,9-4 0,-1-4 0,10-4 0,7-4 0,0-3 0,7-8 0,1-8 0,0-5 0,2-8 0,0-6 0,2-7 0,-6 0 0,-10-1 0,-1 1 0,-16 7 0,8-4 0,-15 8 0,0-5 0,-8 7 0,-4 6 0,-5-1 0,-12 11 0,2-1 0,-8 6 0,6 7 0,-6 5 0,3 11 0,-3 5 0,4-1 0,8 2 0,2 0 0,3 5 0,-1-5 0,7-3 0,4-1 0,6-4 0,7-2 0,12-2 0,4-1 0,8-5 0,-1-3 0,0-8 0,7-8 0,-1-3 0,6-6 0,-6-6 0,0 4 0,-8-20 0,-3 5 0,-4-6 0,-8 2 0,0-3 0,-7-6 0,-4 1 0,-4-4 0,-2-1 0,0-1 0,0 0 0,-8 9 0,4 2 0,-5 13 0,1 5 0,-6 11 0,5 14 0,-8 15 0,0 16 0,-1 11 0,1 7 0,2 7 0,1 1 0,3 2 0,5-4 0,-5 6 0,7-7 0,-2 1 0,4-3 0,4-5 0,2-1 0,2-2 0,15-8 0,-2 4 0</inkml:trace>
  <inkml:trace contextRef="#ctx0" brushRef="#br0" timeOffset="14">2237 5106 8912,'-11'-7'0,"-1"-3"0,1 3 0,1 7 0,3 9 0,7 14 0,0 6 0,0 3 0,0 8 0,0 2 0,1 0 0,5 0 0,-2 4 0,7-6 0,1-3 0,-3-7 0,7 3 0,-12-14 0,7 2 0,2-8 0,3-7 0,1-6 0,0-6 0,-5-9 0,-1-8 0,-5-8 0,5 3 0,-7 1 0,2-2 0,-4 1 0,-2 1 0,0 2 0,0 8 0,0 5 0,0 1 0,0 7 0,7 4 0,-3 12 0,8 12 0,1 11 0,10-1 0,6 6 0,5-3 0,6-3 0,-3 0 0,12-7 0,-3-6 0,4-7 0,-4-9 0,0-10 0,-16-13 0,9-14 0,-18-10 0,-6-2 0,2-2 0,-17 0 0,2 0 0,-6-1 0,-17 5 0,2 0 0,-15 7 0,-1 1 0,1 7 0,1 2 0,3 10 0,1 3 0,8-3 0,4 13 0,11-5 0,12 7 0,5 0 0,12 0 0,4 0 0</inkml:trace>
  <inkml:trace contextRef="#ctx0" brushRef="#br0" timeOffset="15">2994 4969 8912,'0'-17'0,"0"7"0,0 2 0,0 22 0,0 3 0,6 10 0,0-4 0,7 7 0,-9-3 0,6 9 0,-3 4 0,1-3 0,-2 3 0,3-4 0,1-7 0,-3-1 0,1 3 0,-4-4 0,5-1 0,-1-1 0,-2-9 0,-4-9 0,3-7 0,-3-2 0,4-3 0,2-7 0,-1-11 0,3-5 0,-1-3 0,3 2 0,1-1 0,-7 7 0,7 0 0,-3 11 0,7 3 0,0 1 0,1 3 0,-1 5 0,0 0 0,0 0 0,8 7 0,-6 3 0,4 7 0,2-2 0,-2-3 0,8 1 0,-5-7 0,1-2 0,6-3 0,-14-1 0,4 0 0,2-9 0,-2-8 0,-1 0 0,-4-6 0,-3-2 0,-4 2 0,-3-6 0,-8 6 0,0-7 0,-6 11 0,-1-2 0,-3 7 0,-3 9 0,-1 5 0,3 5 0,-4 5 0,13 7 0,-4 0 0,4 0 0,2 1 0,0-1 0,0 0 0,0 0 0,0 0 0,0 1 0,2-3 0,4-4 0,-2-1 0,7-6 0,2 1 0,-3-1 0,1-10 0,3-3 0,1-1 0,-3-11 0,-1 4 0,0-4 0,7 4 0,-3 0 0,-4 0 0,5-4 0,-5 3 0,-3-3 0,7 14 0,-3-5 0,3 5 0,0 9 0,-3 3 0,3 5 0,-7 7 0,3 0 0,4-5 0,-3-1 0,3 2 0,2 1 0,1-3 0,-1 5 0,0-15 0,0 5 0,0-4 0,8-2 0,-6 0 0,4 0 0,-4 0 0,4-2 0,0-2 0,0-3 0,2-3 0,-6-1 0,4-6 0,-4-1 0,-1 1 0,-7 0 0,1 0 0,-7-6 0,7 0 0,-8 0 0,1 8 0,-10 3 0,1-1 0,-8 7 0,1 0 0,-6 8 0,-1 4 0,1 4 0,0 9 0,0 4 0,5-2 0,3 7 0,1 3 0,4 1 0,2 3 0,2-9 0,10 7 0,5-6 0,6-1 0,10-1 0,-4-2 0,7-2 0,0-5 0,1 1 0,7-15 0,-6-10 0,6-11 0</inkml:trace>
  <inkml:trace contextRef="#ctx0" brushRef="#br0" timeOffset="16">5231 5124 8912,'-7'-18'0,"5"1"0,-6 0 0,2 0 0,1 0 0,1-1 0,2 11 0,2 7 0,0 15 0,0 16 0,0 7 0,0 8 0,6 11 0,1 4 0,3 0 0,-4 0 0,3-5 0,-1 1 0,-4-2 0,5-1 0,-7-2 0,4-1 0,-4-9 0,-2-7 0,-8-1 0,-1-23 0,-9 5 0</inkml:trace>
  <inkml:trace contextRef="#ctx0" brushRef="#br0" timeOffset="17">5163 5106 8912,'-6'-17'0,"0"0"0,0 6 0,6-1 0,0 8 0,0-5 0,0 3 0,2 4 0,4-6 0,6 3 0,5-1 0,6 2 0,-4 2 0,13 2 0,-3 0 0,-2 2 0,1 4 0,-5 3 0,4 11 0,-2 2 0,-10 5 0,-1 13 0,-9 2 0,-1 2 0,-2 2 0,-4 6 0,-3-1 0,-7 1 0,4-8 0,1-4 0,-1-4 0,-1-9 0,-9-2 0</inkml:trace>
  <inkml:trace contextRef="#ctx0" brushRef="#br0" timeOffset="18">5490 5347 8912,'17'-19'0,"-2"-2"0,-3-2 0,-3 0 0,-3 6 0,-4 0 0,11 0 0,-7-1 0,7 9 0,-9 1 0,8 10 0,1 4 0,2 3 0,2 9 0,1 1 0,-3 2 0,-4 2 0,5 5 0,-5-5 0,-1 6 0,1-6 0,-7 0 0,4-6 0,-1 0 0,-5 0 0,6-5 0,-8-1 0,0-7 0,0 2 0,0-12 0,0-11 0,0-4 0,0-8 0,0-1 0,2 3 0,2 0 0,3 2 0,3 4 0,1-6 0,7 8 0,-1-4 0,0 10 0,0 2 0,0 7 0,1-2 0,-1 4 0,0 4 0,0 4 0,0 3 0,1 9 0,-9 6 0,5-5 0,-7 4 0,3-5 0,3-7 0,-5 4 0,-2-3 0,3-5 0,1 1 0,7-8 0,0-8 0,0-1 0,-1-8 0,-5-1 0,2-1 0,-7-4 0,8 4 0,-13-7 0,5 5 0,-4-2 0,-2 2 0,0 2 0,-2 9 0,-4 4 0,3 4 0,-9 2 0,1 2 0,-5 4 0,5 5 0,-4 5 0,13 3 0,-4 2 0,4 2 0,2 5 0,0-5 0,2-2 0,4-2 0,11-1 0,14-1 0,13-2 0,7-3 0,12-5 0,6-14 0,9-3 0</inkml:trace>
  <inkml:trace contextRef="#ctx0" brushRef="#br0" timeOffset="19">6832 5089 8912,'-33'0'0,"5"0"0,-5 2 0,4 4 0,-1 3 0,1 9 0,-1-1 0,7 0 0,2 8 0,7 3 0,3 5 0,7 1 0,-4-5 0,8-2 0,0-2 0,8 5 0,0-11 0,5 2 0,-2-7 0,1-7 0,5-7 0,0-2 0,1-3 0,6-5 0,-4-15 0,2-3 0,-2-5 0,-3-1 0,6-6 0,0-1 0,-2-4 0,-10 4 0,4 1 0,-3 6 0,-2-6 0,-1 0 0,-1 2 0,-3 1 0,-5 3 0,0 7 0,-1 4 0,-5 4 0,4 10 0,-6 5 0,8 15 0,-5 3 0,-1 14 0,0 7 0,6 7 0,0 2 0,0 1 0,6 7 0,0 0 0,5-3 0,-5-3 0,7 2 0,-3-8 0,-1-2 0,7-9 0,-5-6 0,4-6 0,3-6 0,-1-3 0,2-16 0,2-5 0,2-8 0,0-6 0,-6-7 0,0-2 0,0-5 0,-7 5 0,3 0 0,-5 9 0,2 2 0,-7-3 0,3 5 0,-4 7 0,-2 9 0,0 14 0,0 9 0,0 7 0,0-2 0,0 5 0,0-7 0,0 4 0,0-3 0,2 1 0,2-2 0,1-4 0,-1 0 0,6 0 0,-6-5 0,7-4 0,1-4 0,5-2 0,0 0 0</inkml:trace>
  <inkml:trace contextRef="#ctx0" brushRef="#br0" timeOffset="20">7228 4883 8912,'-27'0'0,"4"-8"0,11-3 0,-3 3 0,13-1 0,-3 3 0,3 4 0,2-6 0,13 16 0,4 1 0,2 1 0,16 5 0,1-5 0</inkml:trace>
  <inkml:trace contextRef="#ctx0" brushRef="#br0" timeOffset="21">7623 5003 8912,'-7'10'0,"-3"-3"0,-7-7 0,0 0 0,0 0 0,-1 0 0,1 2 0,0 4 0,0 6 0,0 3 0,-4 2 0,1 2 0,5 4 0,2 4 0,1 13 0,3 0 0,1-2 0,2 6 0,8-9 0,4 1 0,5-6 0,5-9 0,3 0 0,2-7 0,2-8 0,7-12 0,3-6 0,9-11 0,2-5 0,-6-5 0,12-9 0,-6-2 0,8-7 0</inkml:trace>
  <inkml:trace contextRef="#ctx0" brushRef="#br0" timeOffset="22">8019 4763 8912,'-11'-12'0,"-1"1"0,8 7 0,-11-4 0,13 12 0,-3 5 0,3 9 0,2 10 0,-6 1 0,0 11 0,0-4 0,6 5 0,0 1 0,0 0 0,0 2 0,0-6 0,0 4 0,2-10 0,4-3 0,-2 1 0,7-9 0,3-5 0,1-7 0,2-9 0,0-2 0,1-3 0,-1-5 0,6-9 0,0-4 0,0 4 0,-6-6 0,0 0 0,0 12 0,1-4 0,-7 5 0,0 1 0,-5 1 0,6 5 0,-8 5 0,1 0 0,-3 9 0,-2 6 0,6 3 0,0-1 0,-3 0 0,-1 8 0,-2-6 0,0 4 0,0-4 0,0-2 0,0 0 0,0 0 0,0-5 0,0-1 0,0-7 0,8-11 0,2-13 0</inkml:trace>
  <inkml:trace contextRef="#ctx0" brushRef="#br0" timeOffset="23">8295 4763 8912,'-6'-20'0,"0"-3"0,-7 12 0,11-12 0,-6 21 0,10-5 0,4 7 0,-4 7 0,13 3 0,-5 7 0,-1 0 0,6 0 0,-5 1 0</inkml:trace>
  <inkml:trace contextRef="#ctx0" brushRef="#br0" timeOffset="24">7882 5089 8912,'-27'10'0,"4"-5"0,4-3 0,2-2 0,7 0 0,10-5 0,11-1 0,10-6 0,6 7 0,6 1 0,-3 2 0,14-4 0,-4 1 0,6 1 0,-2-4 0,2 2 0,-8-7 0,12 3 0,-6-7 0</inkml:trace>
  <inkml:trace contextRef="#ctx0" brushRef="#br0" timeOffset="25">8553 4986 8912,'-27'10'0,"0"5"0,6-4 0,-2 5 0,-5 1 0,5 0 0,0 0 0,11 0 0,1 1 0,7 1 0,-2 4 0,4-4 0,2 4 0,0-4 0,0-2 0,8-2 0,3-3 0,5-7 0,7-3 0,0-2 0,5 0 0,-5 0 0,0-7 0,-6-5 0,1-3 0,-1-2 0,0 0 0,-2-1 0,-3 1 0,1-6 0,-7 0 0,5 4 0,-5 2 0,5 9 0,-5-9 0,8-4 0,-5-6 0</inkml:trace>
  <inkml:trace contextRef="#ctx0" brushRef="#br0" timeOffset="26">8776 5089 8912,'0'17'0,"0"1"0,0-7 0,0 0 0,0-7 0,0 6 0,0-4 0,0 3 0,0 3 0,0-1 0,0 2 0,0-5 0,6 7 0,0-3 0,-2 3 0,-2 2 0,-2 0 0,0 1 0,0-9 0,2-1 0,3-8 0,-3 0 0,12-10 0,-7-7 0,3-10 0,-6-5 0,11-2 0,-4-1 0,5 1 0,1-1 0,-2 9 0,-1 3 0,-3 4 0,2 1 0,3 1 0,1 8 0,0 3 0,-2 14 0,-3 9 0,3 0 0,-11 15 0,7-3 0,1-2 0,5 1 0,0-7 0,1 2 0,-1-3 0,0-11 0,0-3 0,0-4 0,1-2 0,-1-8 0,6-1 0,0-9 0,0-7 0,-6-3 0,0-3 0,0 3 0,-5-5 0,-1 4 0,-1-1 0,3-1 0,-1 3 0,-9 7 0,13-4 0,-14 11 0,3 9 0,-3 7 0,0 15 0,4 0 0,-4 2 0,4 4 0,1-2 0,1 6 0,2-2 0,-7 5 0,11-11 0,-9 4 0,-1-4 0,4 0 0,-2 4 0,-1-4 0,-5 4 0,0-3 0,0-3 0,-2-6 0,-3 1 0,-5-9 0,-5 5 0,3 0 0,-3-6 0,6 5 0,-9-7 0,1-7 0,0-3 0</inkml:trace>
  <inkml:trace contextRef="#ctx0" brushRef="#br0" timeOffset="27">10411 4728 8912,'-9'-8'0,"-7"5"0,5-7 0,-4 2 0,-3 5 0,1 3 0,0 5 0,0 7 0,0 9 0,-1 4 0,1 1 0,2 3 0,3 5 0,5 1 0,-1-1 0,6 4 0,-4-3 0,5-8 0,1-6 0,1-4 0,5 0 0,-2-7 0,7-5 0,3-3 0,-5-9 0,3-5 0,1-3 0,3-2 0,-5-6 0,1 0 0,-3-8 0,3 3 0,1 1 0,-7-2 0,7 0 0,-11 1 0,6-1 0,-1-1 0,-5 5 0,6 2 0,-1 4 0,-5 2 0,6-1 0,-8 9 0,0 9 0,0 9 0,0 10 0,0 4 0,0-4 0,0 6 0,2-9 0,4-5 0,-4 4 0,5-5 0,1-1 0,-6-1 0,13-8 0,-3 0 0,3 0 0,2 0 0,0-8 0,0-1 0,-1-8 0,-5 0 0,5 7 0,-7 10 0,1 10 0,3 7 0,-7 0 0,1-6 0,-1 1 0,-2-1 0,7 6 0,-5-5 0,6-1 0,-7-7 0,7 2 0,-1-4 0,8-2 0,4 0 0,-3-8 0,3-5 0,-2-6 0,1-4 0,-10-8 0,9 5 0,-15-9 0,5 1 0,-5-1 0,0 1 0,-6 1 0,0 5 0,-8 11 0,-2 9 0,-7 8 0,0 4 0,-2 7 0,-4 12 0,4 15 0,-4 8 0,-2 4 0,2 2 0,4-1 0,6 1 0,5-8 0,8 5 0,0-3 0,4 2 0,7-2 0,8-10 0,18-11 0,3-6 0,-4 2 0,20-19 0,-7 2 0,-1-8 0,4-13 0,-8-18 0,7-9 0</inkml:trace>
  <inkml:trace contextRef="#ctx0" brushRef="#br0" timeOffset="28">1342 6912 8912,'-9'2'0,"3"3"0,4 5 0,2 1 0,0 1 0,8-8 0,1 3 0,8-7 0,3-2 0,1-5 0,2-9 0,-2-5 0,0-11 0,2-2 0,-4-1 0,11-20 0,-7 3 0,-2-3 0,-7 3 0,-5 1 0,-1-1 0,-4 0 0,-4 8 0,-6 4 0,-4 12 0,-7 5 0,8 4 0,-7 9 0,5 4 0,1 14 0,1 9 0,1 12 0,4 7 0,2 4 0,2 8 0,0 2 0,0 7 0,8 2 0,3-1 0,-1 1 0,2 4 0,-1-4 0,6-7 0,0-7 0,1 1 0,1-9 0,2-3 0,2-9 0,2-14 0,-4-5 0,3-8 0,3-9 0,2-8 0,3-16 0,-1-1 0,-2-4 0,-8 3 0,2-3 0,-12-2 0,-5 2 0,-4 2 0,-2 9 0,7-3 0,-5 13 0,4-4 0,-4 11 0,-2 5 0,0 26 0,0 6 0,2 3 0,4 5 0,3-8 0,7 5 0,-3-5 0,-2 2 0,-5-6 0,6 2 0,-1-4 0,6-2 0,-7-7 0,5-3 0,-5-7 0,7 0 0</inkml:trace>
  <inkml:trace contextRef="#ctx0" brushRef="#br0" timeOffset="29">1979 6499 8912,'-11'0'0,"-1"0"0,8 0 0,-11 0 0,13 0 0,-6 2 0,8 4 0,2-4 0,4 5 0,5 1 0,12-6 0,4 5 0</inkml:trace>
  <inkml:trace contextRef="#ctx0" brushRef="#br0" timeOffset="30">2289 6723 8912,'15'32'0,"-3"-3"0,-5-10 0,-7-8 0,0 1 0,0 5 0,0 0 0,0 0 0,0 0 0,0 1 0,-2-1 0,-3 0 0,3-6 0,-4 1 0,4-8 0,2 3 0,0-7 0,0-1 0,0-5 0,0-6 0,0-3 0,8-10 0,-1 4 0,5-7 0,1 5 0,-7-6 0,7 2 0,-1-1 0,3 1 0,2 4 0,0 4 0,3-4 0,2 11 0,-2 5 0,3 7 0,-2 0 0,2 0 0,5 0 0,-1 7 0,2 5 0,-8 1 0,4 1 0,-1-3 0,5 2 0,-4-5 0,0 0 0,-8-8 0,0 0 0,-1-2 0,-5-4 0,-3 2 0,-8-7 0,0-3 0,0 7 0,-2-9 0,-4 5 0,-4-2 0,-7-1 0,0 3 0,0 7 0,0-2 0,-1 4 0,7 2 0,-1 0 0,7 0 0,-7 0 0,8 8 0,-1 3 0,3 5 0,2 3 0,0 4 0,0-2 0,0 7 0,2-1 0,3 2 0,-3 3 0,16-13 0,-3 6 0,6 0 0,4-13 0,-2-1 0,5-7 0,-1-4 0,2 0 0,1 0 0,3-15 0,-1 1 0,-3-14 0,-4 5 0,-8-6 0,0 2 0,1-1 0,-9-3 0,-3 8 0,-4-6 0,-2 6 0,-2 2 0,-4 10 0,-3 3 0,-9 8 0,1 0 0,0 0 0,0 8 0,0 3 0,7 10 0,4 2 0,-1 2 0,1-2 0,0-2 0,6 8 0,0-8 0,0 2 0,2-4 0,4-2 0,-4 0 0,13 0 0,-7-5 0,5-3 0,-2-1 0,1-8 0,5-6 0,-5-7 0,-1 2 0,1-5 0,5-1 0,-2 0 0,-3 0 0,1-1 0,-7 1 0,5 0 0,-5 0 0,7 0 0,-3 0 0,1 7 0,1 4 0,-7 12 0,7 5 0,-8-1 0,2 1 0,1 1 0,-1 5 0,0 0 0,1 0 0,-3-1 0,8-5 0,-7-3 0,7-8 0,-8 0 0,5 0 0,-3 0 0,-2 0 0,7 0 0,-7 0 0,11 0 0,-5 0 0,7 6 0,0-1 0,-5 3 0,-1-2 0,1-4 0,5 3 0,0 5 0,0-1 0</inkml:trace>
  <inkml:trace contextRef="#ctx0" brushRef="#br0" timeOffset="31">4216 6637 8912,'-11'-2'0,"-1"-2"0,-1-4 0,-3 1 0,-1-1 0,0-4 0,0 7 0,0 1 0,-1 2 0,1 2 0,2 2 0,2 6 0,3 7 0,2 6 0,-3 11 0,5 1 0,2 5 0,4 2 0,6-4 0,6 5 0,3-5 0,2 4 0,2-11 0,2-6 0,2-4 0,8-10 0,-3-3 0,5-4 0,1-2 0,1-2 0,-1-4 0,-7-3 0,5-24 0,-5-3 0</inkml:trace>
  <inkml:trace contextRef="#ctx0" brushRef="#br0" timeOffset="32">4388 6688 8912,'-17'17'0,"0"1"0,0-1 0,5 0 0,1 0 0,7 0 0,-10 6 0,9 0 0,-1 6 0,6-6 0,2 0 0,4-6 0,5 0 0,4 0 0,3-7 0,-1-4 0,2-5 0,4-1 0,-4-1 0,4-5 0,-2-4 0,2-7 0,-6 0 0,0 0 0,-1-2 0,-11-4 0,1 4 0,-6-4 0,0 3 0,0 3 0,-2 0 0,-4 0 0,-3 0 0,-8 0 0,-1 5 0,1 1 0,6 7 0,-1-2 0,8 4 0,-11-6 0,6-1 0</inkml:trace>
  <inkml:trace contextRef="#ctx0" brushRef="#br0" timeOffset="33">4750 6723 8912,'0'9'0,"0"6"0,0-13 0,0 6 0,0-8 0,0 8 0,0 3 0,2 4 0,3 2 0,-3 1 0,4-1 0,2 0 0,-3 0 0,1 0 0,0 1 0,-1-1 0,1 0 0,-4-2 0,2-1 0,2-3 0,-1-7 0,-5 4 0,0-16 0,0-3 0,0-12 0,0-6 0,0-4 0,6-1 0,0 2 0,-2 3 0,3-2 0,-1 7 0,0-1 0,1 0 0,-5 2 0,12 11 0,-7 3 0,3 1 0,-6 3 0,11 6 0,-3 5 0,-5 4 0,1 7 0,0 0 0,-7 6 0,5 0 0,2-6 0,-2-5 0,1-3 0,-1 3 0,-4 3 0,13-13 0,-5 5 0,5-8 0,-4-5 0,5-6 0,-7-9 0,3-2 0,-1 2 0,1-5 0,-1 7 0,1-4 0,-7 4 0,7 1 0,-6 9 0,3 1 0,-1 1 0,-2 7 0,-6 0 0,5 7 0,1 10 0,0 6 0,-6 0 0,0 2 0,2-4 0,3 2 0,-3 0 0,12-6 0,-9 0 0,9-7 0,-3-4 0,-1 1 0,1-1 0,1 0 0,5-8 0,0-4 0,0 0 0,1-9 0,-1-4 0,0-17 0,0-1 0</inkml:trace>
  <inkml:trace contextRef="#ctx0" brushRef="#br0" timeOffset="34">5421 6344 8912,'-10'2'0,"4"4"0,5 5 0,1 5 0,0 1 0,0 8 0,0 3 0,0 7 0,0 5 0,7-4 0,-5 6 0,4-7 0,1 5 0,-1 0 0,6-6 0,-7-5 0,1-8 0,-6 2 0,8-4 0,-4-6 0,7-7 0,-7-8 0,2-15 0,3-6 0,3 0 0,-3-8 0,3 3 0,-1 3 0,6 2 0,1 2 0,-1-2 0,0 10 0,0-4 0,0 5 0,1 1 0,-1 5 0,0 4 0,0 2 0,0 0 0,-1 8 0,-3 5 0,-1 8 0,-9-2 0,5 14 0,-8-5 0,0-1 0,0 2 0,-9-3 0,-9 3 0,1-2 0,-8-6 0,2 0 0,0-4 0,2-4 0,2-9 0,-4 4 0,0-8 0,6 0 0,6 0 0,1-2 0,-1-4 0,5-5 0,4-12 0,2-12 0,0-9 0</inkml:trace>
  <inkml:trace contextRef="#ctx0" brushRef="#br0" timeOffset="35">5868 6568 8912,'0'17'0,"2"-2"0,4-3 0,-4 3 0,3-4 0,-3 5 0,-2 1 0,0 0 0,0 2 0,0 4 0,0-4 0,0 14 0,0-7 0,0 1 0,0 6 0,0-14 0,0 6 0,0-2 0,0-1 0,8 1 0,-6-5 0,6-9 0,-1-9 0,3-9 0</inkml:trace>
  <inkml:trace contextRef="#ctx0" brushRef="#br0" timeOffset="36">5920 6499 8912,'-17'-17'0,"-1"-6"0,1 0 0,6 0 0,-1 6 0,8 5 0,-1 1 0,3 7 0,2-5 0,0 3 0,0 4 0,2-4 0,3 12 0,5-2 0,9 5 0,2 1 0,2-1 0,0 3 0,2-3 0,-6 7 0,6-7 0</inkml:trace>
  <inkml:trace contextRef="#ctx0" brushRef="#br0" timeOffset="37">6092 6688 8912,'0'27'0,"0"-2"0,0-8 0,0 0 0,0 0 0,-2 0 0,-2 1 0,-2-1 0,1-8 0,5 7 0,0-5 0,0-1 0,0 1 0,0-7 0,0 4 0,0-10 0,0-4 0,0-4 0,0-7 0,0-2 0,0-4 0,7 2 0,3-7 0,-1-3 0,7 4 0,-5 1 0,4 1 0,3 4 0,-1 2 0,0 1 0,0 1 0,6 2 0,0 3 0,0 5 0,-6 9 0,1 3 0,6 5 0,-4 7 0,4 2 0,1 4 0,-6-4 0,4 4 0,-2-4 0,2-1 0,-4-1 0,6-2 0,-7-4 0,-1-3 0,0-8 0,6 0 0,-2-2 0,-6-4 0,2-3 0,-15-10 0,4-4 0,2 4 0,-3-4 0,1 4 0,-6 2 0,0-1 0,-7 3 0,-5 4 0,-3-5 0,-2 14 0,-1-3 0,7 9 0,-1 1 0,3 9 0,-5-3 0,3 4 0,7 3 0,-9-1 0,7 0 0,-5-6 0,5 1 0,2 1 0,2-5 0,2 0 0,0-8 0,0 0 0,8 0 0,1-2 0,1-4 0,5 4 0,-3-4 0,3 4 0,2 2 0,0 0 0,1 0 0,-1 2 0,0 4 0,0 4 0,0 7 0,-1 6 0,-5 0 0,-1 1 0,-6-3 0,1 2 0,3 0 0,-2-6 0,-4 1 0,5-1 0</inkml:trace>
  <inkml:trace contextRef="#ctx0" brushRef="#br0" timeOffset="38">6987 6293 8912,'-17'-8'0,"-1"6"0,7 4 0,1 13 0,3 6 0,1 10 0,6-2 0,0 5 0,0 4 0,0 2 0,8 6 0,1-4 0,1 2 0,5-6 0,-11 4 0,5-7 0,-1-1 0,3-7 0,-3-6 0,0-6 0,-1-3 0,-1-9 0,2 5 0,3-8 0,5-8 0,1-3 0,0-10 0,0-2 0,0-6 0,1 6 0,-1 2 0,0 2 0,0 2 0,0 0 0,1 7 0,-1 5 0,-8 3 0,-1 9 0,-8 5 0,0 9 0,0 2 0,0 5 0,0-5 0,0 0 0,-2-6 0,-2 1 0,-1-1 0,-1 0 0,6-7 0,2-5 0,3-10 0,5-20 0,7-12 0</inkml:trace>
  <inkml:trace contextRef="#ctx0" brushRef="#br0" timeOffset="39">7383 6293 8912,'-18'0'0,"1"0"0,0 0 0,7 0 0,3 0 0,7 0 0,0 0 0,7 7 0,5 5 0,3 3 0,2 2 0,-7 0 0,-2 1 0</inkml:trace>
  <inkml:trace contextRef="#ctx0" brushRef="#br0" timeOffset="40">6849 6757 8912,'-11'-6'0,"-1"-1"0,-1-3 0,-3-1 0,7-7 0,1 7 0,8-1 0,0-1 0,8 3 0,5-1 0,8 0 0,8 1 0,3-5 0,11 7 0,2-3 0,5-5 0,2 5 0,1-3 0,5 3 0,-5-12 0,6 4 0</inkml:trace>
  <inkml:trace contextRef="#ctx0" brushRef="#br0" timeOffset="41">7503 6551 8912,'-13'28'0,"-1"-1"0,1-2 0,-6-2 0,7-6 0,-3 0 0,3 0 0,3 1 0,1-1 0,3 0 0,6 0 0,5 0 0,-4-7 0,13-3 0,-3-7 0,5 0 0,6 0 0,-4-7 0,6-5 0,0-3 0,-8-2 0,2 0 0,-5 0 0,-1-1 0,-5 1 0,-1-2 0,-7-2 0,0-2 0,-2 2 0,-3 10 0,3-5 0,-12 7 0,9-8 0,-7 5 0,6 1 0,1-1 0,5 1 0,0-1 0,15 1 0,4-6 0</inkml:trace>
  <inkml:trace contextRef="#ctx0" brushRef="#br0" timeOffset="42">7847 6533 8912,'-25'27'0,"8"-4"0,0-6 0,7-3 0,1-3 0,1-5 0,8 5 0,0-7 0,0 11 0,0-3 0,0 3 0,0 2 0,0 1 0,0-1 0,0 0 0,0 0 0,0 0 0,0-7 0,2-3 0,4-7 0,5 0 0,-3 0 0,7-7 0,-5-7 0,-1-7 0,7 2 0,-9-11 0,7 5 0,-3-2 0,-5 6 0,3-2 0,1 4 0,0 2 0,-7 7 0,7-3 0,-4 7 0,-3-5 0,9 5 0,-6 0 0,5 6 0,3 0 0,-7 8 0,8 2 0,-3 9 0,3 4 0,2-4 0,1 2 0,-1-6 0,0-4 0,0-7 0,0 4 0,1-8 0,-1 0 0,0 0 0,0-8 0,1-3 0,-1-4 0,0-10 0,-6 4 0,1-8 0,-8 0 0,1-5 0,-3 2 0,-2 1 0,0 2 0,0 8 0,0 2 0,0 8 0,0 7 0,0-2 0,0 12 0,0 3 0,6 14 0,0 0 0,5 8 0,-3-2 0,2 3 0,3 0 0,2-3 0,2 4 0,-1-9 0,-5 5 0,3 2 0,-9-8 0,1 0 0,-6-6 0,0 0 0,0-8 0,-10 5 0,-7-8 0,0-1 0,-8-3 0,0 2 0,-1 2 0,-1-2 0,-6-18 0,7-5 0</inkml:trace>
  <inkml:trace contextRef="#ctx0" brushRef="#br0" timeOffset="43">9379 6447 8912,'-17'0'0,"-1"0"0,1 0 0,0 0 0,2 8 0,1 4 0,3 3 0,-3 2 0,5 2 0,-1 2 0,3 4 0,3 2 0,2-6 0,4 5 0,3-6 0,7-1 0,3-4 0,8-9 0,2-1 0,2-3 0,2-2 0,-1-9 0,1-8 0,-8-3 0,2-6 0,-4-1 0,-4 2 0,-3 0 0,-5-5 0,-7 9 0,0-8 0,-2 8 0,-3-2 0,-12 4 0,-12 4 0,-4 3 0,-1-3 0,-6 13 0,0-4 0,5 12 0,8 6 0,1 1 0,-1-2 0,14 12 0,-3-4 0</inkml:trace>
  <inkml:trace contextRef="#ctx0" brushRef="#br0" timeOffset="44">9998 6224 8912,'0'-46'0,"0"2"0,0 2 0,0 4 0,0 9 0,-5 4 0,-3 10 0,-2 4 0,5 7 0,-7 15 0,-1 8 0,-10 16 0,9 3 0,-3 8 0,4 0 0,-4 11 0,1 4 0,3 0 0,1 0 0,7 4 0,-5-7 0,2-3 0,1 4 0,1-1 0,4-3 0,-4-9 0,-1-4 0,1-8 0,0-1 0,6-5 0,0-9 0,0-7 0,8-8 0,2-12 0,7-11 0</inkml:trace>
  <inkml:trace contextRef="#ctx0" brushRef="#br0" timeOffset="45">9654 6447 8912,'19'0'0,"4"0"0,12 0 0,9-1 0,9-3 0,4-2 0,10-5 0,8 3 0,-2-2 0,-10-3 0,-6-10 0,-11 4 0,-4-6 0</inkml:trace>
  <inkml:trace contextRef="#ctx0" brushRef="#br0" timeOffset="46">2564 7806 8912,'17'0'0,"-5"-2"0,-3-4 0,-1-5 0,-4-5 0,-2-1 0,-2 6 0,-2-1 0,-4-1 0,-2-2 0,-5-3 0,2 1 0,-3 0 0,-1 2 0,-2 1 0,-1 5 0,1 1 0,0 2 0,0 6 0,0 0 0,-1 2 0,1 4 0,0 11 0,0 12 0,0 11 0,1 6 0,5 5 0,5 7 0,4 3 0,2 4 0,2 2 0,4 3 0,3 3 0,9-12 0,-1-6 0,0-7 0,-2 0 0,-3-10 0,-5-3 0,1-5 0,-6-16 0,6 1 0,-24-8 0,-3 3 0</inkml:trace>
  <inkml:trace contextRef="#ctx0" brushRef="#br0" timeOffset="47">2186 8184 8912,'-8'-10'0,"6"3"0,2 1 0,11 0 0,5 2 0,14-5 0,5-3 0,11-3 0,-2-10 0,7-1 0</inkml:trace>
  <inkml:trace contextRef="#ctx0" brushRef="#br0" timeOffset="48">2822 8287 8912,'-9'10'0,"-7"-3"0,14-5 0,-3 4 0,3-4 0,2 4 0,2-10 0,2-4 0,1-1 0,9-5 0,-3-7 0,4-2 0,-5-7 0,5 9 0,-5-6 0,-1 2 0,-1-4 0,-8 7 0,0 0 0,0 3 0,0-5 0,-2 10 0,-4-1 0,-5 5 0,-4-3 0,-3 11 0,1-2 0,0 8 0,0 6 0,5 14 0,1 5 0,5 5 0,-5 7 0,7-3 0,0 6 0,8-2 0,5-2 0,9-11 0,1-3 0,4-1 0,9-4 0,8-9 0,-1-7 0,-1-5 0,2-5 0,4-13 0,8-8 0</inkml:trace>
  <inkml:trace contextRef="#ctx0" brushRef="#br0" timeOffset="49">3287 8098 8912,'-8'17'0,"-1"-7"0,-3 5 0,1-5 0,-3-1 0,-1 6 0,0-5 0,1 7 0,3 0 0,-1 1 0,3-1 0,3 0 0,-2 0 0,3 0 0,-1 0 0,6 1 0,0-1 0,0 0 0,8-7 0,1-3 0,8-9 0,1-3 0,-1-5 0,0-7 0,0-2 0,0-2 0,1-2 0,-1 2 0,0 7 0,0 3 0,0 0 0,1-1 0,-1 3 0,0 1 0,-7 2 0,5 6 0,-4 0 0,3 2 0,-3 4 0,5 3 0,-7 9 0,1-1 0,5 0 0,-5 0 0,7 0 0,-6-1 0,1-5 0,1-5 0,10-4 0,4-2 0</inkml:trace>
  <inkml:trace contextRef="#ctx0" brushRef="#br0" timeOffset="50">3648 7857 8912,'-11'0'0,"-1"0"0,8 0 0,-3 2 0,7 4 0,0 3 0,0 14 0,0 2 0,2 4 0,3 7 0,5 0 0,7 8 0,0-2 0,1 6 0,-7-12 0,1 7 0,1-1 0,-5-6 0,-3 4 0,3-11 0,-2-6 0,-8 3 0,-8 1 0</inkml:trace>
  <inkml:trace contextRef="#ctx0" brushRef="#br0" timeOffset="51">3545 8356 8912,'0'-17'0,"0"-1"0,0 1 0,0 0 0,2 0 0,4 0 0,5 0 0,12-1 0,0-1 0,11-4 0,-1 2 0,13-7 0,0-1 0,-2 2 0,5 2 0,-7 8 0,4 0 0,-5 0 0,2 0 0,-14 7 0,0 4 0,-14 4 0,-3 2 0,-9 8 0,3 4 0,-4 3 0,-2 10 0,-6 1 0,1 9 0,-7-1 0,6 1 0,-1-3 0,3-1 0,-2-3 0,0-1 0,6 4 0,0-5 0,0-1 0,0-10 0,0 1 0,2-14 0,4 3 0,4-5 0,7-5 0,0-7 0,0-3 0,0-12 0,1-5 0,-1-7 0,0-1 0,0 6 0,1 0 0,-1-1 0,0 1 0,-6 7 0,-1 4 0,-2 4 0,-3 2 0,-3 7 0,4 5 0,-4 5 0,4 5 0,-4 7 0,-2 3 0,7 10 0,-3-4 0,8 8 0,-7-7 0,7 7 0,-7-8 0,7 2 0,1-4 0,-5-9 0,2 3 0,-5-7 0,-1 0 0,8-6 0,1 0 0,-3-2 0,1-4 0,-5-9 0,5-10 0,1-2 0,-3-4 0,-1 7 0,-2-7 0,-1 6 0,-1-2 0,6 14 0,-8-10 0,3 12 0,-3 3 0,6 0 0,-4 10 0,7 4 0,-5 9 0,5 10 0,3 2 0,-5-6 0,3 4 0,1-2 0,3 0 0,1 0 0,6-8 0,0-4 0,5-3 0,-5-8 0,6 0 0,-4-2 0,2-4 0,-6-3 0,9-16 0,-7-4 0,0 3 0,-8-1 0,-1 0 0,-5 2 0,-1 0 0,-2-5 0,-8 16 0,-2-3 0,-2 2 0,-7 7 0,3 1 0,-7 9 0,0 3 0,2 7 0,3 11 0,-1 3 0,7 9 0,0 1 0,6 2 0,0 2 0,0-1 0,0-3 0,0-4 0,0-3 0,0 4 0,8-16 0,3 0 0,5-9 0,3-8 0,4-6 0,4-6 0,7-12 0,0-9 0,1-5 0,-1-10 0,1 10 0,-1-8 0,0 8 0,-1-2 0,-4 3 0,-6 3 0,-12 2 0,-3 1 0,-1 2 0,-5 8 0,4 4 0,-12 11 0,4 4 0,-11 4 0,7 4 0,0 6 0,6 9 0,0 2 0,0 5 0,0-5 0,0 8 0,10-5 0,5 9 0,6-1 0,4 2 0,-4 3 0,4 1 0,2-2 0,-6-2 0,4-1 0,-10-3 0,-3-3 0,-5-4 0,-16-8 0,-9 0 0,-8 0 0,-7 0 0,-9-7 0,-4-4 0,-11-4 0,-4-2 0</inkml:trace>
  <inkml:trace contextRef="#ctx0" brushRef="#br0" timeOffset="52">6522 7634 8912,'-11'-17'0,"1"-1"0,2 1 0,3 0 0,-1 0 0,0 0 0,0-1 0,5 3 0,-3 2 0,-2 1 0,-7 10 0,1 4 0,-3 14 0,-2 12 0,-2 18 0,-3 11 0,0 8 0,0 4 0,9 0 0,2 0 0,5 7 0,-4 2 0,3 1 0,1-3 0,6-7 0,2-8 0,4-6 0,7-7 0,6-12 0,4-11 0,8-9 0,-5-16 0,9-16 0,-1-3 0</inkml:trace>
  <inkml:trace contextRef="#ctx0" brushRef="#br0" timeOffset="53">6711 7806 8912,'-17'9'0,"0"5"0,0-9 0,7 9 0,6-5 0,8 1 0,6 5 0,7-11 0,2 5 0,2 1 0,4-2 0,2-1 0,-6 7 0,9-10 0,-7 7 0,0-5 0,-6 5 0,-1 1 0,-5 5 0,-5 0 0,-4 0 0,-2 0 0,-4 2 0,-7 4 0,-1-3 0,-18 10 0,5-7 0,0 0 0,0 2 0,-4-12 0,6 4 0,8-11 0,-8 2 0,4-8 0</inkml:trace>
  <inkml:trace contextRef="#ctx0" brushRef="#br0" timeOffset="54">7124 7788 8912,'-17'-9'0,"0"3"0,7 4 0,-7 2 0,0 0 0,-2 14 0,-8 7 0,2 7 0,4 9 0,4 8 0,6 1 0,5 4 0,4 2 0,2-1 0,9-1 0,7-4 0,5-6 0,15-13 0,-1-10 0,5-8 0,-2-9 0,2-4 0,-2-7 0,-1-23 0,-3-20 0</inkml:trace>
  <inkml:trace contextRef="#ctx0" brushRef="#br0" timeOffset="55">7142 7273 8912,'13'7'0,"2"5"0,6 5 0,4 6 0,11 13 0,10 18 0,2 13 0,-2 11 0,-22-34 0,0 2 0,-3-1 0,0 1 0,2-1 0,-2 0-214,10 43 0,-12-42 1,-2 0 213,0 45 0,-9-42 0,-3 0 0,-6 43 0,-5-1 0,-8 3 0,5-45 0,-3-1 0,-14 46 0,-16-8 0,-2-10 0</inkml:trace>
  <inkml:trace contextRef="#ctx0" brushRef="#br0" timeOffset="56">29375 3181 8912,'-11'-17'0,"-1"-1"0,1 1 0,1 0 0,3 9 0,7 8 0,1 8 0,5 9 0,6 0 0,3 8 0,0 4 0,-1 3 0,-3 3 0,3-1 0,1-7 0,2 5 0,-2-3 0,-1 3 0,-3 3 0,1-7 0,5-1 0,0-2 0,-7-2 0,7-12 0,0-1 0,10-2 0,13-10 0,15-17 0,20-20 0,-31 13 0,2-3 0,8-5 0,1-3 0,4-7 0,0-3 0,4-1 0,1 0-1112,0 1 1,2-1 1111,-1-3 0,2 0 0,-1 7 0,-1 0 0,-1-1 0,-1 1 0,-5 2 0,0 2-147,-3 4 1,-3 3 0,27-25 146,-5 13 0,-5 4 0,-6 13 0,-5 3 0,-14 10 0,-10 3 0,-7 3 0,-10 3 0,-7 4 0,-3-6 2101,-7 8-2101,-7 0 561,5 0-561,-6 0 0,8 0 0,0 0 0,-8 0 0,-1 8 0,-14 0 0,-2 5 0,-2-1 0,-9-1 0,0 6 0,-6 0 0</inkml:trace>
  <inkml:trace contextRef="#ctx0" brushRef="#br0" timeOffset="57">27792 3697 8912,'-17'-2'0,"0"-4"0,1-6 0,3-1 0,1 2 0,7-3 0,-5 7 0,1-1 0,-1 0 0,-1-3 0,-7 5 0,1 2 0,0 10 0,-2 7 0,-4 8 0,2 8 0,-6 11 0,2 6 0,-3 17 0,3 10 0,-2 9 0,6 9 0,9-37 0,1 1 0,1 2 0,1 1 0,0 1 0,1 0 0,0 3 0,0 1 0,1-2 0,1 0 0,1-3 0,0-1-92,1-3 1,1-2 0,-1 36 91,10-25 0,3-13 0,8-21 0,1-8 0,-1-8 0,2-5 0,4-8 0,6 0 0,9-4 0,2-8 0,6-3 0,-6-19 0,15 11 0,-1-10 0</inkml:trace>
  <inkml:trace contextRef="#ctx0" brushRef="#br0" timeOffset="58">28102 4195 8912,'5'-17'0,"1"0"0,-2 0 0,-2-1 0,-4 1 0,-4 0 0,4 6 0,-5-1 0,-1 1 0,-3 1 0,-5 2 0,5 8 0,-1 0 0,-1 4 0,-2 8 0,-2 1 0,-1 16 0,1 1 0,0 3 0,2 1 0,3 1 0,-3-7 0,3 1 0,5-1 0,1 5 0,4-4 0,2-6 0,0-4 0,0-2 0,0 0 0,10-2 0,7-3 0,2 1 0,10-7 0,-1 2 0,7-3 0,-3-1 0,-3 8 0,3-9 0,-3 3 0,-4 4 0,0-1 0,-14 8 0,1 1 0,-10-1 0,-2 0 0,-10 0 0,-5 0 0,-4 2 0,-2 2 0,-2 2 0,-6-2 0,6-9 0,-2 1 0,2-7 0,4 0 0,-4-6 0,4-2 0,2-4 0,0-11 0,-1-10 0</inkml:trace>
  <inkml:trace contextRef="#ctx0" brushRef="#br0" timeOffset="59">28412 4333 8912,'-8'26'0,"-2"-6"0,-7-9 0,0 8 0,0 0 0,1 6 0,5 0 0,5 4 0,4 3 0,2 2 0,0-5 0,4-2 0,8-2 0,-1 3 0,12-5 0,4-6 0,1-5 0,-1-8 0,2 1 0,-6-10 0,6-7 0,-7-11 0,7-5 0,-14-5 0,3-1 0,-13-1 0,1 1 0,-4-8 0,-4 8 0,-4-1 0,-9 3 0,-10 9 0,-2 2 0,-3 2 0,-10 1 0,1 9 0,-5 5 0,2 8 0,4 7 0,2 5 0,3 7 0,5 0 0,3-1 0,8 3 0,-1 2 0</inkml:trace>
  <inkml:trace contextRef="#ctx0" brushRef="#br0" timeOffset="60">28825 4144 8912,'-8'-10'0,"6"-5"0,-8 11 0,5-8 0,3 11 0,-4 1 0,4 13 0,2 10 0,0 13 0,0-2 0,6 12 0,0 0 0,-1 4 0,3 1 0,-6 7 0,4-1 0,1 6 0,1-7 0,0-5 0,1-5 0,1-4 0,-5-10 0,7-9 0,-6-11 0,5-6 0,1-5 0,5-4 0,0-9 0,0-11 0,0-7 0,6-7 0,0-1 0,-2-2 0,-2 0 0,-3 7 0,-3 5 0,-1 5 0,-3 4 0,3 2 0,-3 7 0,-5 6 0,2 8 0,5 6 0,-5 9 0,0 2 0,1 2 0,-5 1 0,4-1 0,2-3 0,-1 2 0,3-4 0,3-7 0,-3 2 0,1-7 0,1 0 0,5-8 0,0-4 0,0-11 0,1-10 0</inkml:trace>
  <inkml:trace contextRef="#ctx0" brushRef="#br0" timeOffset="61">29186 4178 8912,'-25'9'0,"-2"-1"0,1 0 0,3 3 0,3-3 0,3 5 0,2-5 0,3 1 0,5-5 0,9 4 0,3-8 0,-1 0 0,8 0 0,-6-6 0,3-1 0,-1-3 0,-1-1 0,-1-7 0,-4 7 0,4-1 0,-4 9 0,-2-13 0,0 7 0</inkml:trace>
  <inkml:trace contextRef="#ctx0" brushRef="#br0" timeOffset="62">29427 4384 8912,'-10'0'0,"3"0"0,7 2 0,0 4 0,0-2 0,0 7 0,0 3 0,0 1 0,0 2 0,0 0 0,0 0 0,0 1 0,0-1 0,0 0 0,0-7 0,0 5 0,0-13 0,0 3 0,0-10 0,0-7 0,2-11 0,1-3 0,3-1 0,6-4 0,-7 8 0,9-5 0,-3 5 0,-1 0 0,1 6 0,-1 5 0,1 1 0,5 7 0,-7-4 0,8 8 0,1 8 0,-1 3 0,0 7 0,0 3 0,0 2 0,1-1 0,-1-4 0,0-1 0,0 0 0,2-6 0,2-1 0,2-2 0,2-3 0,-2-5 0,2-7 0,6-5 0,-3-3 0,1-2 0,-2-6 0,-4-2 0,-4-2 0,-8 4 0,1-5 0,-9 7 0,3-2 0,-17 4 0,-6 2 0,-12 7 0,0 4 0,-3 6 0,-3 6 0,3 4 0,1 9 0,4 4 0,3 5 0,1-3 0,7 8 0,3-5 0,1 5 0,9-5 0,-3 1 0,12-6 0,5 2 0,8-4 0,10-6 0,1-9 0,16-1 0,-5-5 0,4-5 0,1-7 0,6-11 0,-6 2 0,0-7 0,-8 5 0,2-6 0,-4 8 0,-9-11 0,-4 5 0,-4 0 0,-9 2 0,-4 8 0,-5 0 0,-1 0 0,0 0 0,-5 5 0,-3 3 0,-1 1 0,3 2 0,-6 6 0,1 8 0,-6 3 0,5 5 0,1 1 0,-1 0 0,1 6 0,1 2 0,3 1 0,1-5 0,6 4 0,0-8 0,0 1 0,0-1 0,0 0 0,0-7 0,2 3 0,3-7 0,7-2 0,3-10 0,2-6 0,1-3 0,-1-2 0,0 0 0,0 1 0,0 5 0,1-4 0,-1 7 0,0-3 0,0 3 0,-5 8 0,-1 0 0,3 0 0,1 0 0,2 0 0,0 0 0,-7 0 0,13-8 0,-4-1 0</inkml:trace>
  <inkml:trace contextRef="#ctx0" brushRef="#br0" timeOffset="63">30631 4109 8912,'-9'0'0,"1"0"0,8 0 0,2 8 0,2 3 0,4 5 0,1 1 0,3 0 0,5 0 0,0 0 0,0 1 0,-5-1 0,-1 0 0,3 0 0,-7 0 0,9 0 0,-13-7 0,9-4 0,-8-6 0,3-8 0,1-9 0,2-4 0,7-12 0,-2-3 0,-3 0 0,10 0 0,-10-5 0,13 1 0,0 2 0,1 2 0,9 1 0,-3 5 0,-3 7 0,4 2 0,-5 15 0,3 2 0,-3 10 0,-5 6 0,-11 10 0,-4 13 0,-16 1 0,-2 6 0</inkml:trace>
  <inkml:trace contextRef="#ctx0" brushRef="#br0" timeOffset="64">28756 5330 8912,'-23'-23'0,"2"-2"0,5-2 0,1 6 0,9-2 0,4 6 0,6 6 0,12-3 0,8 9 0,5 1 0,7 2 0,-1 10 0,7 7 0,-8 8 0,5 7 0,-3-1 0,-4 3 0,-9 3 0,0-1 0,-4 1 0,-1-1 0,-7-7 0,1-4 0,-9-4 0,5-2 0,-10-7 0,-4-5 0,-3-10 0,-8-7 0,1-11 0,5-5 0,-4-5 0,7-1 0,-4 1 0,7 5 0,3-5 0,2 4 0,7 3 0,5-3 0,11 8 0,6-2 0,5 4 0,6 2 0,-4 7 0,5 4 0,-5 5 0,-2 1 0,1 0 0,-1 0 0,-13 7 0,-4 5 0,-3-5 0,-3 7 0,-1-7 0,-2 3 0,-3-6 0,-5 11 0,8-13 0,3 4 0,5-6 0,1-6 0,0 4 0,0-13 0,0 3 0,1-3 0,-7-2 0,1 0 0,-3-1 0,3 1 0,-5 0 0,-7 0 0,0 0 0,0-1 0,0 1 0,0 8 0,-7 1 0,-5 8 0,-3 0 0,-10 8 0,6 7 0,-4 8 0,10 7 0,1-1 0,-1 4 0,5 1 0,2 0 0,4-1 0,2-3 0,0-3 0,0-2 0,8-2 0,4-6 0,11-7 0,5-5 0,5-7 0,1-9 0,8-2 0,4-16 0,-4-7 0,6-1 0,-8-5 0,-2 0 0,-1 6 0,-3-4 0,-13 4 0,-4 1 0,-11 7 0,0 1 0,-4 2 0,-4 10 0,-4 9 0,2 4 0,-7 2 0,7 8 0,-9 1 0,7 10 0,2 4 0,2 4 0,2 7 0,4 7 0,7-1 0,1 0 0,15-4 0,-6 4 0,2 6 0,7 4 0,-1 1 0,1-5 0,-1 0 0,-6-6 0,-10 4 0,-1-2 0,-8-2 0,2-5 0,-5-1 0,-8-7 0,-9-2 0,-6-8 0,1 0 0,-4-8 0,2-3 0,-6-10 0,6-1 0,-6-11 0,6-1 0,2 0 0,8-8 0,3 0 0,3-3 0,1-5 0,6-1 0,0 1 0,0 5 0,0-5 0,13 1 0,5-8 0,1 1 0,8 3 0,-1 2 0,11-3 0,3-3 0,-4 6 0,4-1 0,-3 1 0,-5 5 0,-1-1 0,-3 1 0,-7 4 0,4 1 0,-7 4 0,-9-4 0,-1 14 0,-16 2 0,6 8 0,-5 0 0,7 2 0,0 4 0,7-2 0,5 5 0,3-1 0,2 5 0,0-1 0,-5 3 0,-1 2 0,-1 6 0,1 0 0,5 8 0,-7-4 0,3-1 0,-1-3 0,1-4 0,5-1 0,0-1 0,0 0 0,2-8 0,4-3 0,-2-4 0,8-2 0,2-13 0,9-4 0,-10-12 0,5 0 0,-5-5 0,-3-6 0,-2 2 0,-8-8 0,0 7 0,-7-3 0,-4 8 0,-4 0 0,-2 7 0,-8 2 0,-4 8 0,-3 7 0,-2 7 0,0 6 0,0 9 0,-1 11 0,1 3 0,0 9 0,0-6 0,0-1 0,7 1 0,4 5 0,4-1 0,2-5 0,0 3 0,2-8 0,4-2 0,5-4 0,5-6 0,9-3 0,3-8 0,5 0 0,1-8 0,1-5 0,-1-8 0,8-6 0,-4-7 0,6-2 0,-2-4 0,-1 3 0,-9-5 0,-3 2 0,-6 0 0,-4 0 0,-4 6 0,-3-1 0,-7 1 0,-5 9 0,-5 8 0,-5 0 0,-7 15 0,0-4 0,-1 6 0,1 6 0,8 11 0,-7 2 0,5 4 0,3-2 0,2 0 0,5 2 0,1 7 0,0-1 0,1-2 0,3-1 0,4 1 0,1 0 0,-5-6 0,14 10 0,-5-9 0,2-1 0,6 6 0,-11-8 0,7 4 0,0-4 0,0-1 0,-7-7 0,-4 0 0,-4 3 0,-4-7 0,-6-1 0,-9-4 0,-8-2 0,-9 0 0,-1 0 0,1-8 0,-1-1 0</inkml:trace>
  <inkml:trace contextRef="#ctx0" brushRef="#br0" timeOffset="65">31612 4608 8912,'-26'-8'0,"-7"6"0,12-11 0,-6 5 0,2-1 0,8 5 0,6-2 0,-1 4 0,1 4 0,1 4 0,1 5 0,-1 5 0,6 3 0,-1 4 0,3-2 0,2 7 0,0-5 0,0 4 0,0-2 0,0 5 0,0-11 0,0 6 0,0 0 0,7-6 0,-3 6 0,6-6 0,-3 4 0,5-10 0,-5 5 0,1-3 0,0 0 0,5 2 0,-9-5 0,5-1 0,-1 3 0,-2-5 0,-6 3 0,8-1 0,-7 6 0,7-5 0,-8-1 0,-8-5 0,-3 4 0,-4-3 0,3-1 0,1-6 0,-1 0 0,-13-8 0,-1-1 0</inkml:trace>
  <inkml:trace contextRef="#ctx0" brushRef="#br0" timeOffset="66">31681 4763 8912,'0'-10'0,"0"-5"0,8 13 0,-6-6 0,7 16 0,-5 5 0,4 6 0,1 4 0,-5 0 0,11 0 0,-3 0 0,3-2 0,2-2 0,1 2 0,-1-2 0,0-4 0,0-9 0,2 2 0,2-8 0,2 0 0,-2-2 0,-1-4 0,1-3 0,-4-9 0,4-6 0,-14 4 0,5-2 0,-4-3 0,-8 2 0,0 0 0,0 6 0,-8 5 0,-4 1 0,-5 7 0,-4-2 0,-2 4 0,0 8 0,6 2 0,0 1 0,0 5 0,7 1 0,-3 2 0,7 0 0,0 0 0,6 1 0,0-9 0,10-1 0,5-8 0,6 0 0,10-8 0,-3-1 0,3-3 0,-2 1 0,3-1 0,-3-5 0,-4 6 0,-2-1 0,-4 8 0,-2-3 0,0 7 0,-5 0 0,-1 0 0,-5 0 0,3 2 0,-1 3 0,-2-3 0,-6 14 0,2-7 0,3 1 0,-3-1 0,4-3 0,-4-4 0,-2 5 0,2-8 0,4-5 0,-4-4 0,5-9 0,1-4 0,1 4 0,7-13 0,-3 3 0,-1-3 0,1-1 0,2 4 0,4-1 0,4 7 0,-11 0 0,15 12 0,-16-1 0,10 8 0,-4-1 0,-5 10 0,5 7 0,-2 3 0,-7 2 0,5 6 0,-7 2 0,-2 2 0,5-6 0,-7 4 0,4-8 0,-4 0 0,-2-6 0,0 1 0,0 1 0,-15 3 0,3-7 0,-13-1 0</inkml:trace>
  <inkml:trace contextRef="#ctx0" brushRef="#br0" timeOffset="67">31630 4006 8912,'-37'0'0,"-3"0"0,9 8 0,-1 3 0,5 4 0,4 4 0,6 4 0,7-2 0,5 8 0,5-8 0,5 2 0,13-10 0,10-3 0,5-2 0,1-5 0,6-8 0,1-7 0,-7-3 0,-5-2 0,-8-8 0,2 4 0,-12-6 0,-5 2 0,-4 0 0,-2 4 0,0-1 0,0 1 0,-16 1 0,-3 5 0,-15 4 0,0 5 0,-1 4 0,1 10 0,1 7 0,5 12 0,3 1 0,9 22 0,5-4 0,5 4 0,4-7 0,2 7 0,0-6 0</inkml:trace>
  <inkml:trace contextRef="#ctx0" brushRef="#br0" timeOffset="68">28876 6396 8912,'-23'-8'0,"0"-3"0,0-3 0,0 3 0,-1 5 0,-1 4 0,0 2 0,2 14 0,6 5 0,-1 6 0,1 11 0,2 10 0,2 5 0,1 7 0,8 3 0,-1 8 0,3-1 0,2 1 0,7-8 0,7-5 0,5-11 0,4-10 0,9-14 0,3-10 0,-1-9 0,8-4 0,-2-13 0,0-12 0,8-7 0,-2-6 0,2 2 0,-2-8 0,-6-2 0,-6-2 0,-5-1 0,-4-1 0,-10 1 0,-3-1 0,-7 8 0,-10 6 0,-7 7 0,-5 8 0,-4 12 0,-4 5 0,-2 4 0,6 2 0,-5 10 0,3 7 0,5 8 0,1 9 0,2 2 0,9 3 0,2 1 0,2 6 0,2-4 0,0 0 0,0 0 0,0-2 0,2-11 0,4-5 0,6-5 0,10 1 0,5-15 0,2-3 0,0-6 0,7-13 0,0-10 0,3-7 0,-9 0 0,3-8 0,-14 3 0,4-4 0,-4 0 0,-2 3 0,-7 8 0,-5 1 0,-3 3 0,6 7 0,-6-4 0,5 17 0,-7 8 0,0 10 0,0 5 0,0 2 0,0 0 0,2 2 0,4 4 0,-2-3 0,7 2 0,-5-4 0,6-7 0,-7 4 0,7-3 0,-6-3 0,5 3 0,-1-6 0,3 3 0,-2-1 0,-7-1 0,2-1 0,-4-4 0,-2 6 0,0-8 0,0 0 0,0-8 0,2-1 0,4-1 0,-5-5 0,7 5 0,-8-7 0,2 2 0,4 3 0,-2-3 0,7 3 0,2-3 0,-5-2 0,7 0 0,-3 1 0,3 3 0,2 2 0,1 1 0,-1-1 0,0 5 0,0 4 0,0 2 0,1 2 0,-1 4 0,0 3 0,0 10 0,0 2 0,1 2 0,-1 0 0,0 2 0,0 2 0,0-1 0,6-1 0,0-9 0,0-5 0,2-5 0,-6-4 0,12-6 0,-8-8 0,7-7 0,-3-15 0</inkml:trace>
  <inkml:trace contextRef="#ctx0" brushRef="#br0" timeOffset="69">30425 5966 8912,'-17'0'0,"0"0"0,-1 0 0,9 8 0,1 3 0,0 4 0,7 5 0,-5 2 0,4 5 0,4 8 0,4-1 0,3 6 0,8 0 0,1 0 0,-7 0 0,0 1 0,3-3 0,-7-10 0,7-3 0,-8-8 0,-3 1 0,-1-7 0,-2 1 0,8-9 0,-6-3 0,4-11 0,-4-4 0,5-10 0,1 6 0,3-4 0,5 4 0,-5 1 0,4 1 0,3 2 0,-1 4 0,0-3 0,2 8 0,2 3 0,2 1 0,0 2 0,0 0 0,0 0 0,-2 0 0,-2 7 0,-2 3 0,1 7 0,-7-5 0,0-1 0,-7 0 0,2 7 0,-4-1 0,-10 0 0,-1 0 0,-8-1 0,-1-5 0,1-1 0,0-7 0,0 3 0,-1-8 0,1-7 0,0-9 0</inkml:trace>
  <inkml:trace contextRef="#ctx0" brushRef="#br0" timeOffset="70">30958 6172 8912,'-7'10'0,"-3"-2"0,1-1 0,-1-5 0,4 4 0,4-4 0,-5-2 0,14 0 0,5 0 0,3 0 0,10-8 0,4-3 0,3-5 0,10-8 0,-3 2 0,5-6 0,-2-3 0,-4-1 0,-2 1 0,-3 1 0,-5-1 0,-3-5 0,-15 11 0,-5-4 0,-3 6 0,-2-3 0,-15 14 0,-8 1 0,-7 7 0,-5 12 0,-1 5 0,-2 10 0,-3 11 0,9 1 0,1 14 0,8-3 0,2 4 0,2 1 0,10-7 0,5-4 0,8-3 0,5-3 0,18-1 0,6-5 0,5-5 0,15-11 0,-1-7 0,11-3 0,-2-2 0,0 0 0,-7-2 0,-12-3 0,-6-7 0,3-3 0,-22 3 0,0 1 0,-15-1 0,-27-5 0,-11 0 0</inkml:trace>
  <inkml:trace contextRef="#ctx0" brushRef="#br0" timeOffset="71">29771 7204 8912,'-8'-17'0,"-3"1"0,-4 5 0,-3 1 0,1 7 0,-2-3 0,-4 2 0,4 10 0,-4 5 0,2 6 0,-2 6 0,4 4 0,-4 8 0,4-1 0,4 0 0,3 1 0,-1-3 0,7-3 0,0 1 0,6-7 0,0 0 0,2-8 0,4-3 0,7-8 0,6-8 0,4-8 0,8-10 0,-10-5 0,6-6 0,-2 5 0,-2-5 0,-6 8 0,-2-3 0,-3 5 0,1-2 0,-7 2 0,5 6 0,-5 5 0,0 9 0,-6 3 0,5 15 0,1 8 0,7 5 0,-1-5 0,-3 2 0,5-4 0,5 2 0,-2-8 0,10-1 0,-6-8 0,2-3 0,2-1 0,-4-2 0,2-2 0,-2-3 0,4-11 0,-2-7 0,-6-7 0,-6 1 0,-1 2 0,1-1 0,-3-1 0,-8-5 0,6 1 0,-1 5 0,-1 5 0,-2 4 0,-2 9 0,0 2 0,0 24 0,0 8 0,0 13 0,0-1 0,6 14 0,2-4 0,1 3 0,3 10 0,-1-5 0,1 3 0,-9 3 0,5-3 0,-2-2 0,-1-3 0,-1-6 0,-2-4 0,-2-16 0,0-3 0,0-9 0,0-3 0,0-7 0,0 2 0,0-14 0,0-9 0,0-8 0,0-9 0,0-16 0,0-3 0</inkml:trace>
  <inkml:trace contextRef="#ctx0" brushRef="#br0" timeOffset="72">30115 7032 8912,'10'-8'0,"-3"-1"0,-1-3 0,0 1 0,7 1 0,-1-1 0,3 5 0,2-2 0,0 3 0,1-1 0,-1 6 0,0 0 0,6 6 0,0 3 0,-2 7 0,-10-3 0,3 19 0,-8-3 0,-1 4 0,-5 1 0,0 0 0,0 1 0,-2-1 0,-3 1 0,1-1 0,-8 0 0,-1 1 0,-2-3 0,-4-3 0,-2-6 0,-2-4 0,0-2 0,5 0 0</inkml:trace>
  <inkml:trace contextRef="#ctx0" brushRef="#br0" timeOffset="73">30580 7032 8912,'-17'0'0,"7"0"0,-5 2 0,3 4 0,-3 5 0,4 6 0,-1 6 0,8 6 0,-2 11 0,6-2 0,6 10 0,8 4 0,7 3 0,-2 2 0,13-7 0,-5-2 0,0-2 0,-2-8 0,-2 2 0,0-13 0,-2-10 0,-10 0 0,-3-15 0,-10-4 0,-4-15 0,-4-16 0,-7-11 0</inkml:trace>
  <inkml:trace contextRef="#ctx0" brushRef="#br0" timeOffset="74">30580 6946 8912,'11'-17'0,"1"0"0,-8 5 0,3 3 0,1 1 0,1-5 0,11 5 0,3-3 0,-4 3 0,5 8 0,-1 0 0,0 0 0,0 8 0,-5 1 0,-1 10 0,0 4 0,-7-4 0,-3 14 0,-7-5 0,0 5 0,0 1 0,-2 1 0,-2-3 0,-1-3 0,-9 3 0,10-13 0,-5 4 0,1-4 0,3-9 0,5-2 0,0-8 0</inkml:trace>
  <inkml:trace contextRef="#ctx0" brushRef="#br0" timeOffset="75">31044 6602 8912,'-17'0'0,"2"-2"0,3-3 0,-3 3 0,8-4 0,-5 12 0,-1 13 0,7 13 0,2 8 0,2 4 0,2 10 0,2-1 0,4 5 0,3-5 0,9-3 0,-1-4 0,0-6 0,0-12 0,-1-3 0,-5-8 0,4-1 0,-3-5 0,3-3 0,2-16 0,-1-3 0,-5-5 0,2-1 0,-5 0 0,2 0 0,-7 7 0,7-5 0,-4 3 0,-4 5 0,7-1 0,-5 10 0,2 4 0,5-2 0,-3 7 0,1 2 0,-3 3 0,6 1 0,-1 0 0,4 0 0,-3 1 0,3-7 0,-3 0 0,3-7 0,2 2 0,0-4 0,-7-10 0,5-9 0,-5-10 0</inkml:trace>
  <inkml:trace contextRef="#ctx0" brushRef="#br0" timeOffset="76">31217 6671 8912,'-16'-2'0,"5"-4"0,-5 4 0,15-5 0,-7-1 0,16 6 0,3 2 0,12 10 0,6-1 0,5 5 0,4-9 0,2-1 0,8 6 0,-4-1 0</inkml:trace>
  <inkml:trace contextRef="#ctx0" brushRef="#br0" timeOffset="77">31578 6912 8912,'-17'7'0,"1"3"0,5 7 0,-2-6 0,7 1 0,0-8 0,6 5 0,0-3 0,0-4 0,13 6 0,7-8 0,4 0 0,-1-8 0,6-3 0,-2-5 0,2-1 0,-7 0 0,-2 0 0,-3-1 0,0 1 0,0-8 0,-5 6 0,-3-4 0,-1 4 0,-2-6 0,-6 6 0,-2-2 0,-4 8 0,-4 3 0,-7 7 0,0-3 0,0 2 0,0 10 0,5 0 0,1 11 0,1-4 0,-1 10 0,3 2 0,8-2 0,2 5 0,4-5 0,5-2 0,6-2 0,6-1 0,12-9 0,3-1 0,8-8 0,0-2 0,5-4 0,-1-3 0,-4-9 0,-6 1 0,-11-6 0,-6-2 0,-6 1 0,-6-1 0,-3 2 0,-8 6 0,-2 0 0,-4-1 0,-3 7 0,-8-1 0,-1 9 0,-1-5 0,-2 10 0,-2 4 0,2 5 0,2 4 0,2 10 0,7-6 0,3 4 0,-1-4 0,6 4 0,-4 0 0,5 0 0,8-6 0,8-1 0,8-5 0,-2-5 0,4-6 0,-2-6 0,6-9 0,-6-8 0,6-14 0,-7 1 0,0-6 0,-3 4 0,-8-14 0,-1 3 0,-3-7 0,-1-9 0,-8 0 0,-4-7 0,-3-1 0,-8-7 0,-1 9 0,1 3 0,2 20 0,3 13 0,-3 20 0,13 0 0,-7 32 0,5 12 0,-2 13 0,0 15 0,6 6 0,0 6 0,0 5 0,0-3 0,2 7 0,4-5 0,6 1 0,3-7 0,2-2 0,0-7 0,8-1 0,4-6 0,3-14 0,3-9 0,-1-8 0,1-9 0,-7-3 0,1-8 0,-8-16 0,4-3 0</inkml:trace>
  <inkml:trace contextRef="#ctx0" brushRef="#br0" timeOffset="78">32404 5467 8912,'0'18'0,"9"14"0,7 12 0,5 15 0,11 23 0,-14-29 0,-1 3 0,0 4 0,0 3 0,3 7 0,-2 3-311,-2 1 1,-1 1-1,1-2 1,-1-1-1,-3 0 1,-1-1 310,0-1 0,-1 0 0,-4-5 0,-1 0 0,0-2 0,-2 0 0,-3-5 0,0 0 0,0 0 0,0-1 0,-1 2 0,0 0 0,-2 5 0,-2 0 0,-2 2 0,-3 0 0,-1 1 0,-3 0 0,-3-4 0,0 0 0,-1 3 0,1 0 0,0 2 0</inkml:trace>
  <inkml:trace contextRef="#ctx0" brushRef="#br0" timeOffset="79">11702 7341 8912,'-6'-11'0,"0"0"0,-1 5 0,1-4 0,-4 1 0,1-1 0,-6 6 0,3-1 0,-3 3 0,-2 4 0,-1 3 0,3 9 0,4 7 0,-5 0 0,5 9 0,-2 7 0,1 7 0,-3 5 0,13 3 0,-4-1 0,4 1 0,2 0 0,8-1 0,3 1 0,12-8 0,6-4 0,-2-12 0,3-7 0,7-7 0,-3-7 0,8-8 0,-6-7 0,5-9 0,-5-8 0,14-19 0,-6-6 0,0-5 0,-2-4 0,-10 3 0,-3-3 0,-6-2 0,-14 0 0,-9-2 0,-17 3 0,-17 9-138,-16 7 1,-11 2 137,-8 8 0,2 7 0,4 4 0,4 11 0,7 7 0,0 3 0,8 9 0,4 5 0,12 9 0,5 2 0,11 7 0,5-11 0,7 6 0,0 0 0,15-8 0,8 2 0,9-7 0,8-4 0,4-3 0,8-5 0</inkml:trace>
  <inkml:trace contextRef="#ctx0" brushRef="#br0" timeOffset="80">11736 6912 8912,'-17'-18'0,"0"1"0,0 8 0,7 1 0,2 8 0,8 4 0,0 9 0,0 16 0,0 15 0,0 11 0,2 14 0,4 11 0,-4 6-275,4 6 1,-2-42 0,-1 1 274,0 4 0,0-1 0,3-3 0,0-1 0,-1 42 0,7-6 0,-5-4-464,3-2 464,-6-15 0,5-5 0,-3-20 0,-4-6 0,6-5 0,-3-6 0,1-4 0,0-10 0,2-9 0,1-9 0</inkml:trace>
  <inkml:trace contextRef="#ctx0" brushRef="#br0" timeOffset="81">12545 7565 8912,'0'-10'0,"0"3"0,0 7 0,6 7 0,2 7 0,1 5 0,4 4 0,3 7 0,1-1 0,0 4 0,0 1 0,1 0 0,-3 1 0,-4-1 0,-3 0 0,-8 1 0,0-1 0,-2-1 0,-6-3 0,-9-1 0,-8-8 0,-9 2 0,0-4 0,1-4 0,2-3 0,3-7 0,-3-3 0,6-2 0,-5-7 0,7-5 0,2-3 0,9-10 0,5-4 0,7-9 0,0-2 0,0-15 0,0 1 0</inkml:trace>
  <inkml:trace contextRef="#ctx0" brushRef="#br0" timeOffset="82">12648 7101 8912,'-17'0'0,"0"2"0,0 1 0,0 3 0,-1 0 0,1-4 0,0 4 0,5-4 0,1 3 0,7 5 0,-4-8 0,8 5 0,8-7 0,-6 0 0,6 0 0,-1-7 0,-5-3 0,6 1 0,0 1 0,-7 0 0,7-1 0</inkml:trace>
  <inkml:trace contextRef="#ctx0" brushRef="#br0" timeOffset="83">13337 7084 8912,'-2'-18'0,"-4"1"0,-3 0 0,-9 7 0,1 5 0,-6 3 0,0 4 0,0 5 0,-2 11 0,6 6 0,-6 15 0,8 5 0,0 7 0,7 12 0,-3-2 0,7 8 0,3 0 0,1 0 0,4-1 0,3-3 0,7-7 0,9-3 0,2-15 0,-2-4 0,-2-5 0,-2-6 0,6-16 0,0-3 0,-2-4 0,-2-10 0,-2-3 0,1-12 0,-1-11 0,0-10 0</inkml:trace>
  <inkml:trace contextRef="#ctx0" brushRef="#br0" timeOffset="84">13406 7307 8912,'-10'0'0,"-3"-2"0,7-4 0,0 5 0,14-7 0,3 8 0,5 0 0,8 0 0,3 0 0,8 2 0,-1 4 0,0 5 0,5-1 0,-5 1 0,4 0 0,-9 7 0,-4 1 0,-2 2 0,-4 2 0,-10 7 0,-1-3 0,-10 5 0,-4-3 0,-11 11 0,-9-17 0,-9 12 0,6-11 0,1 5 0,1-14 0,-2 1 0,6-7 0,4-3 0,2-6 0</inkml:trace>
  <inkml:trace contextRef="#ctx0" brushRef="#br0" timeOffset="85">13836 7273 8912,'-17'0'0,"5"2"0,1 3 0,-1-3 0,-5 14 0,0-5 0,7 10 0,4 2 0,5 7 0,1 1 0,0 5 0,0 4 0,3 1 0,9-7 0,-5-2 0,16-3 0,-7 0 0,7-10 0,-4-4 0,6-1 0,-6-5 0,4-3 0,3-12 0,1-3 0</inkml:trace>
  <inkml:trace contextRef="#ctx0" brushRef="#br0" timeOffset="86">13887 6912 8912,'10'0'0,"5"0"0,-1 2 0,7 3 0,5 5 0,9 7 0,7 10 0,4 7 0,4 10 0,-5 8 0,1 5 0,-15 4 0,-2 8 0,-10-2 0,-8-4 0,-3 7 0,-12-6 0,-6-5 0,-9-4 0,-6-3 0,-3-8 0,-7 3 0,3-8 0,3-7 0,-3 2 0,5-14 0,-8 4 0</inkml:trace>
  <inkml:trace contextRef="#ctx0" brushRef="#br0" timeOffset="87">15006 7410 8912,'0'-25'0,"-2"6"0,-2-4 0,-3 4 0,-1 2 0,-2 2 0,1 3 0,3 5 0,-5 7 0,-3 0 0,-1 7 0,-2 9 0,0 10 0,-1 14 0,-3 10 0,2 6 0,4 1 0,7 0 0,-1-5 0,1-1 0,4 1 0,2-1 0,2-7 0,0-3 0,2-13 0,4-5 0,5-4 0,7-9 0,5-4 0,-2-6 0,7-6 0,3-6 0,-1-3 0,-1-2 0,-4-8 0,-2 4 0,0-8 0,-6 3 0,-5-3 0,-3-2 0,3 8 0,-7 2 0,-3 2 0,-2 2 0,0 0 0,0 7 0,2 5 0,2 10 0,2 7 0,-1 11 0,-3 5 0,2 7 0,2 5 0,0-4 0,1 6 0,5-9 0,3-5 0,2-3 0,-5-8 0,-1 1 0,1-9 0,5-3 0,0-4 0,0-4 0,1-4 0,-9-9 0,-3-8 0,1-6 0,-3 4 0,-6-1 0,-7-5 0,-6 6 0,-10-5 0,-2 7 0,0 2 0,-3 7 0,5 5 0,-2 1 0,6 3 0,-2 5 0,6 1 0,5 5 0,5-2 0,7 7 0,7 1 0,3 5 0</inkml:trace>
  <inkml:trace contextRef="#ctx0" brushRef="#br0" timeOffset="88">15505 7737 8912,'2'-15'0,"4"3"0,-4-3 0,5 5 0,-7-7 0,0 8 0,0 1 0,0 10 0,0 4 0,0 5 0,0 4 0,0 3 0,0 4 0,0 1 0,0 0 0,0-6 0,6 1 0,2-1 0,1 0 0,-3-2 0,5-3 0,-5 1 0,6-7 0,-1 0 0,6-6 0,0-2 0,1-4 0,-7-4 0,-1-7 0,-3 0 0,5-6 0,-6 0 0,-3 2 0,5 2 0,-2 2 0,-2 0 0,-2 7 0,-2 3 0,1 7 0,3 1 0,2 5 0,0 4 0,-6 7 0,7 0 0,-3 6 0,8 0 0,-1 0 0,6-8 0,1-3 0,-1 1 0,0-7 0,8-1 0,-4-5 0,8 0 0,1 0 0,-3-7 0,2-7 0,-1-7 0,-1-7 0,-2 3 0,0-15 0,2 4 0</inkml:trace>
  <inkml:trace contextRef="#ctx0" brushRef="#br0" timeOffset="89">16107 7376 8912,'-2'15'0,"-3"-3"0,3 3 0,-6-13 0,8 7 0,0-3 0,0 4 0,0 7 0,0 0 0,0 8 0,0 4 0,0 11 0,0-2 0,0 8 0,0 0 0,0 5 0,0-7 0,0-4 0,0-4 0,6-1 0,0-1 0,7-1 0,-2-5 0,5-7 0,1-7 0,0 1 0,0-13 0,1 4 0,1-6 0,2-8 0,2-9 0,0-8 0,-6-17 0,0-2 0</inkml:trace>
  <inkml:trace contextRef="#ctx0" brushRef="#br0" timeOffset="90">16417 7341 8912,'10'0'0,"-1"0"0,-3 0 0,-4 0 0,5 2 0,-7 4 0,0 6 0,0 10 0,0 13 0,-1 5 0,-3 10 0,-2 3 0,0 10 0,4-2 0,-1 2 0,-3 0 0,0-7 0,6 1 0,0-7 0,0-10 0,0-2 0,0-15 0,0-8 0,0-7 0,2-18 0,4-7 0,5-10 0,4-11 0,3-2 0,-1 0 0,0 6 0,6 1 0,0 5 0,0-3 0,-6 8 0,-5 2 0,-1 10 0,1-3 0,5 8 0,0 3 0,0 1 0,-1 4 0,-3 3 0,-2 7 0,-5 3 0,6 2 0,-9 2 0,3 4 0,-4-4 0,-4 6 0,-4-2 0,-5 0 0,-10 0 0,-2-6 0,0 0 0,0 4 0,0-1 0,2-5 0,8-8 0,1 5 0,6-8 0,-5 1 0,7-10 0,4-12 0,10-10 0</inkml:trace>
  <inkml:trace contextRef="#ctx0" brushRef="#br0" timeOffset="91">16279 7874 8912,'12'0'0,"-1"0"0,-7 0 0,4 0 0,-8-1 0,0-5 0,7 4 0,-5-13 0,6 13 0,-10-12 0,-4 9 0,-5 1 0,-4 2 0,-3 4 0,1 4 0,0 5 0,0 4 0,0 4 0,1 2 0,5 2 0,-4 0 0,5 0 0,-5 0 0,3-2 0,-1-2 0,7-2 0,0 1 0,8-9 0,4-3 0,5-4 0,12-10 0,-3-9 0,2-12 0,3-3 0,-2-4 0,-2-5 0,-2-1 0,-1-3 0,-9-5 0,-3 4 0,-4-6 0,-2-5 0,-2 4 0,-4-5 0,2 14 0,-7 10 0,-3 9 0,5 6 0,-3 2 0,9 9 0,-3 8 0,2 10 0,-2 13 0,4 11 0,-3 12 0,5 4 0,5 1 0,-1 1 0,8 1 0,1 5 0,2-5 0,3 4 0,-1-9 0,2-4 0,4-2 0,6-4 0,3 6 0,1-17 0,-5-4 0,12-4 0,-3-9 0</inkml:trace>
  <inkml:trace contextRef="#ctx0" brushRef="#br0" timeOffset="92">17054 7806 8912,'-12'0'0,"1"0"0,-1 0 0,-5 0 0,8 2 0,3 3 0,-4-3 0,8 14 0,-3-5 0,5 2 0,5 1 0,7-5 0,3-1 0,2-2 0,8-6 0,4-2 0,3-4 0,-5-4 0,6-7 0,-7 0 0,1 0 0,-2-2 0,-8-4 0,-7 4 0,-4-4 0,-4-2 0,-2 2 0,-8 2 0,-4 10 0,-11-3 0,-5 8 0,-5 10 0,-1 14 0,1 6 0,3 13 0,3 3 0,2 6 0,2 3 0,8 3 0,3-1 0,5-1 0,7-4 0,9-4 0,9-8 0,16-7 0,16-6 0,5-8 0,10-5 0,-2-8 0,2-4 0,-2-7 0,4-16 0,-6-17 0</inkml:trace>
  <inkml:trace contextRef="#ctx0" brushRef="#br0" timeOffset="93">13354 8992 8912,'-2'-10'0,"-2"3"0,-3 1 0,-1-2 0,-2 1 0,1-3 0,-5 1 0,-1 5 0,-2-2 0,0 4 0,-1 2 0,1 0 0,0 10 0,0 9 0,2 11 0,3 9 0,-1 8 0,7 1 0,2 8 0,8-1 0,2 8 0,9-13 0,2 1 0,6-16 0,6-1 0,5-17 0,-1-1 0,5-9 0,0-9 0,0-13 0,1-14 0,1-3 0,8-10 0,-20-2 0,1-6 0,-8 4 0,-11-3 0,-3 5 0,-7-8 0,-15 8 0,-8 4 0,-13 11 0,-6 7 0,-2 2 0,-2 11 0,0 1 0,2 10 0,2 4 0,9 3 0,3 11 0,9 1 0,5 1 0,7 1 0,9-5 0,0-1 0,0-8 0,0-1 0</inkml:trace>
  <inkml:trace contextRef="#ctx0" brushRef="#br0" timeOffset="94">13388 8683 8912,'0'-25'0,"-2"0"0,-1-4 0,-3 6 0,-8 4 0,13 10 0,-9 16 0,4 16 0,4 17 0,-3 14 0,3 13 0,9 17 0,-3 7 0,1-40 0,2 0-151,-1 1 0,1 1 0,-1-2 0,0-1 151,2-1 0,1-1 0,4 42 0,12 4 0,0-1 0,0-20 0,3-4 0,5-20 0,-4-8 0,-5-13 0,-1-5 0,-17-11 0,-6-7 0</inkml:trace>
  <inkml:trace contextRef="#ctx0" brushRef="#br0" timeOffset="95">13956 9147 8912,'-9'-10'0,"1"-5"0,8 13 0,0-6 0,8 14 0,3 4 0,4 3 0,3 6 0,-1 0 0,2 8 0,0 2 0,-2 3 0,4 2 0,-13 1 0,3 1 0,-5 4 0,-4-3 0,-2 5 0,-2-2 0,-4 0 0,-3 8 0,-14-12 0,-2 2 0,-2-7 0,6-6 0,-4-8 0,8 0 0,0-11 0,0-12 0,7-11 0,-5-33 0,5-3 0</inkml:trace>
  <inkml:trace contextRef="#ctx0" brushRef="#br0" timeOffset="96">13973 8940 8912,'-5'-17'0,"-1"0"0,-6 0 0,7 0 0,-1 7 0,6 2 0,8 8 0,3 0 0,12 0 0,4 0 0,7 0 0,8-7 0,2-3 0</inkml:trace>
  <inkml:trace contextRef="#ctx0" brushRef="#br0" timeOffset="97">14610 8837 8912,'-44'27'0,"8"5"0,9-3 0,2 4 0,2 1 0,12 2 0,-1 4 0,9 4 0,-3 8 0,4 0 0,2-9 0,8 5 0,3-8 0,4-1 0,2-3 0,1-4 0,-1-1 0,0-4 0,0-3 0,-1-6 0,-3-9 0,-2-1 0,1-2 0,5-6 0,0-23 0,1-6 0</inkml:trace>
  <inkml:trace contextRef="#ctx0" brushRef="#br0" timeOffset="98">14731 9026 8912,'0'-11'0,"0"-1"0,0 9 0,0-5 0,2 8 0,3 0 0,7 0 0,9 2 0,2 4 0,0 3 0,-6 8 0,0 3 0,0 2 0,1 7 0,-9-2 0,-3 1 0,-4-1 0,-2 2 0,0 3 0,0-5 0,0 0 0,-8-2 0,4-8 0,-7 0 0,5-2 0,-5-3 0,5-5 0,-6-7 0,1-15 0,-6-4 0</inkml:trace>
  <inkml:trace contextRef="#ctx0" brushRef="#br0" timeOffset="99">14972 9078 8912,'0'17'0,"0"0"0,0 1 0,0-1 0,-2 0 0,-4 0 0,2 0 0,-7 1 0,5 4 0,-6 1 0,9 6 0,-3-6 0,4 2 0,2-2 0,2-10 0,4 4 0,3-3 0,8 3 0,6-8 0,0-3 0,8-4 0,-4-2 0,-1 0 0,7-8 0,-6-9 0,7-10 0</inkml:trace>
  <inkml:trace contextRef="#ctx0" brushRef="#br0" timeOffset="100">15161 8734 8912,'0'17'0,"7"-7"0,5-4 0,3 3 0,2-7 0,3 6 0,3-1 0,5 5 0,3 9 0,-1 6 0,-1 5 0,-8-1 0,4 18 0,-8-3 0,-2 4 0,-3 1 0,-4 1 0,-8 0 0,0-9 0,0-2 0,0-5 0,-2-4 0,-4-3 0,4-4 0,-13-23 0,5-4 0</inkml:trace>
  <inkml:trace contextRef="#ctx0" brushRef="#br0" timeOffset="101">16038 8975 8912,'-11'0'0,"0"0"0,7 0 0,-12 0 0,16 0 0,0 0 0,10-2 0,11-2 0,2-2 0,8-7 0,1 9 0,8-7 0,0 7 0,-5-2 0,-3 4 0,-3 2 0,-4 8 0,-8 1 0</inkml:trace>
  <inkml:trace contextRef="#ctx0" brushRef="#br0" timeOffset="102">16090 9422 8912,'-27'6'0,"4"-1"0,4-1 0,10-2 0,9-2 0,11-8 0,12-3 0,4-4 0,7-3 0,1-1 0,-1-2 0,1-2 0,-1 0 0,0-1 0,1-3 0</inkml:trace>
  <inkml:trace contextRef="#ctx0" brushRef="#br0" timeOffset="103">16985 9044 8912,'-2'-10'0,"-4"2"0,-5 1 0,3 5 0,2-6 0,12 8 0,6 0 0,3 0 0,4 6 0,2 2 0,2 1 0,2 3 0,-4 5 0,2 0 0,0 0 0,-8 0 0,-1 1 0,-3-1 0,-7 0 0,3 2 0,-7 2 0,0 2 0,-7 2 0,-5-2 0,-3-4 0,-4 6 0,-4-8 0,6 0 0,-2-2 0,5-3 0,3-5 0,-1-7 0,1 0 0,-1-15 0,-5-4 0</inkml:trace>
  <inkml:trace contextRef="#ctx0" brushRef="#br0" timeOffset="104">17260 8958 8912,'-17'0'0,"0"0"0,3 2 0,-3 3 0,4 3 0,-10 3 0,4 7 0,2-1 0,7 8 0,-3 11 0,7 2 0,2 2 0,4 6 0,6-6 0,5-2 0,5-1 0,8-3 0,-2-7 0,6-4 0,1-4 0,5-2 0,1-7 0,-1-5 0,1-3 0,-1-2 0,0-7 0,8-11 0,2-8 0</inkml:trace>
  <inkml:trace contextRef="#ctx0" brushRef="#br0" timeOffset="105">17639 8631 8912,'-2'-12'0,"-2"1"0,-3-2 0,-1-3 0,0-1 0,2 6 0,6-1 0,2 8 0,4-1 0,8 3 0,7 2 0,-2 2 0,4 2 0,-4 1 0,-2 9 0,0-3 0,-2 4 0,-1 4 0,-5 2 0,-1 2 0,-2 6 0,-8-4 0,-4 2 0,-3 1 0,-9 5 0,3-3 0,4-1 0,-5-2 0,7 1 0,-1-5 0,4-4 0,-3-1 0,7-7 0,-2-1 0,8-3 0,6-1 0,9-8 0,4-4 0,5-5 0,5-4 0,7-3 0,2 1 0,2 0 0,2 0 0,-2 5 0,-4 3 0,-4 1 0,-3 2 0,-3 6 0,-3 0 0,-2 0 0,-2-7 0,-6-3 0</inkml:trace>
  <inkml:trace contextRef="#ctx0" brushRef="#br0" timeOffset="106">18792 9250 8912,'-12'-15'0,"3"1"0,-1 5 0,1-1 0,-5 3 0,-1-1 0,4 4 0,-1 10 0,-1 5 0,3 6 0,-1 4 0,-1 4 0,3 2 0,1 2 0,6 7 0,-2 2 0,-1 2 0,-1 0 0,6-5 0,0-1 0,0 1 0,0-1 0,-8 0 0,-1 1 0</inkml:trace>
  <inkml:trace contextRef="#ctx0" brushRef="#br0" timeOffset="107">19601 8992 8912,'-10'-2'0,"4"-4"0,4-5 0,2 1 0,2 1 0,4-1 0,6 3 0,3-1 0,4 2 0,2 6 0,2 0 0,-2 0 0,-2 0 0,-2 2 0,1 4 0,-1 3 0,0 9 0,-2-1 0,-1 2 0,-5 4 0,-1 6 0,-2 3 0,-6 2 0,0 1 0,-8-1 0,-2-1 0,-7-3 0,0-1 0,0-8 0,0 0 0,-1-8 0,1-5 0,0-8 0</inkml:trace>
  <inkml:trace contextRef="#ctx0" brushRef="#br0" timeOffset="108">19962 8854 8912,'0'18'0,"0"6"0,-2-8 0,-4 7 0,-3-6 0,-8 12 0,-1 1 0,1 3 0,6 1 0,1 0 0,3 1 0,1-1 0,6-1 0,0-5 0,7 1 0,5-12 0,3 2 0,2-13 0,6 0 0,0-6 0,6-4 0,-6-8 0,0-7 0,-6-15 0</inkml:trace>
  <inkml:trace contextRef="#ctx0" brushRef="#br0" timeOffset="109">20065 8493 8912,'0'-17'0,"0"0"0,0 0 0,0 0 0,0-1 0,0 1 0,8 0 0,-4 6 0,7-1 0,6 8 0,6-1 0,-2 3 0,-1 2 0,-3 0 0,0 7 0,-2 5 0,-3 3 0,-5 2 0,-5 2 0,2 2 0,2 2 0,0 8 0,-12-10 0,0 8 0,-7-8 0,1 1 0,3 3 0,-3-2 0,-1-2 0,-1 4 0,1-2 0,4-2 0,1-2 0,-6-2 0,13-5 0,-5-1 0,4-7 0,11 4 0,9-8 0,8 0 0,1 0 0,2 0 0,0 0 0,5 0 0,0 0 0,-1 0 0,-4 2 0,-6 3 0,-12 5 0,2 13 0,-7 0 0,-2 7 0,-10-1 0,-3 3 0,-9 3 0,1-1 0,0 1 0,0-1 0,0 0 0,-1 1 0,9-9 0,-6-1 0,5-7 0</inkml:trace>
  <inkml:trace contextRef="#ctx0" brushRef="#br0" timeOffset="110">20771 9112 8912,'17'0'0,"0"0"0,0 0 0,-7 0 0,-2 8 0,-8 3 0,0 12 0,0 6 0,-6 4 0,0 1 0,-5 0 0,3 3 0,-1 3 0,-1-2 0,-1 4 0,5-4 0,4-5 0,2-3 0,0 3 0,0-3 0,0-1 0,0-16 0,8 3 0,3-16 0,12-8 0,4-2 0</inkml:trace>
  <inkml:trace contextRef="#ctx0" brushRef="#br0" timeOffset="111">21287 8906 8912,'0'-17'0,"0"0"0,2 5 0,4 1 0,5 1 0,10-3 0,4 3 0,2 3 0,2 1 0,3 6 0,-1 4 0,-3 7 0,-5 3 0,4 14 0,-2 3 0,-10 3 0,-9 6 0,-6 4 0,-6 8 0,-5-1 0,-12 1 0,2-6 0,-6-2 0,2-2 0,2-2 0,6-11 0,0-5 0,0-5 0,7-5 0,-5-14 0,5 0 0</inkml:trace>
  <inkml:trace contextRef="#ctx0" brushRef="#br0" timeOffset="112">22044 8734 8912,'-26'8'0,"-5"-6"0,8 3 0,-8 3 0,3 0 0,-5 1 0,-9 10 0,0 8 0,-4 9 0,6 4 0,4 4 0,3 10 0,6-1 0,10-1 0,8 1 0,11-12 0,3-3 0,7-2 0,3-9 0,8-2 0,2-10 0,2-4 0,1-3 0,9-8 0,3 0 0,-4-2 0,4-4 0,-3-9 0,-3-8 0,8-15 0,2 2 0</inkml:trace>
  <inkml:trace contextRef="#ctx0" brushRef="#br0" timeOffset="113">22475 8493 8912,'9'-26'0,"-3"3"0,-4 4 0,-2 9 0,-2 2 0,-4 10 0,-5 4 0,-12 11 0,-2 12 0,-4 11 0,-1-2 0,5 8 0,-2 2 0,6 2 0,-4-7 0,10 0 0,3-3 0,7 0 0,3-2 0,2-9 0,0-6 0,7-4 0,5-10 0,11-3 0,5-4 0,13-4 0,4-4 0,-1-5 0,2-12 0,-2 4 0,2-4 0,-6 4 0,-3 1 0,-3 1 0,-7-2 0,-4-4 0,-4-3 0,-2-9 0</inkml:trace>
  <inkml:trace contextRef="#ctx0" brushRef="#br0" timeOffset="114">22526 8597 8912,'-9'0'0,"-1"5"0,4 1 0,4 13 0,-3-2 0,1 14 0,-2 3 0,4 8 0,-5 12 0,-1 3 0,6 2 0,-4 6 0,4-2 0,2-3 0,0-3 0,0-2 0,2-15 0,4-1 0,-4-3 0,13-9 0,-5-3 0</inkml:trace>
  <inkml:trace contextRef="#ctx0" brushRef="#br0" timeOffset="115">22974 9336 8912,'-10'-8'0,"-5"6"0,5-5 0,-1 7 0,-1 2 0,-1 3 0,3 7 0,1 11 0,-1 7 0,1 8 0,5-1 0,-4 18 0,8-3 0,0 1 0,0 8 0,0-7 0,0 1 0,0-7 0,0-6 0,0-8 0,0-7 0,8-10 0,1-9 0</inkml:trace>
  <inkml:trace contextRef="#ctx0" brushRef="#br0" timeOffset="116">23163 9061 8912,'0'-12'0,"0"1"0,0-3 0,0-1 0,2 4 0,4 1 0,5 3 0,4 3 0,4 2 0,4 4 0,6 3 0,4-1 0,1 8 0,-2 5 0,-3 6 0,4 0 0,-8 2 0,3 1 0,-5 1 0,-4 4 0,-3-6 0,-5-1 0,-5 1 0,-4 6 0,-4-6 0,-4 3 0,-5 5 0,-12-5 0,-4-1 0,-8 0 0,1-2 0,0-2 0,1-6 0,2 0 0,3 0 0,7-7 0,4-3 0,9-14 0,8-3 0</inkml:trace>
  <inkml:trace contextRef="#ctx0" brushRef="#br0" timeOffset="117">23954 8975 8912,'-26'-2'0,"1"-2"0,2-2 0,0 3 0,-8 8 0,5 5 0,-9 7 0,1 8 0,-1 4 0,9 11 0,3 5 0,11 3 0,6-2 0,6 2 0,8-8 0,9-2 0,10-2 0,13-3 0,6-4 0,4-6 0,1-12 0,3-1 0,3-5 0,-5-3 0,0 4 0,-8-4 0,-10-2 0,-2 0 0,-3 0 0,2-2 0,-10-4 0,-6-5 0,2-5 0,-7-1 0</inkml:trace>
  <inkml:trace contextRef="#ctx0" brushRef="#br0" timeOffset="118">24953 9301 8912,'0'-11'0,"0"0"0,-2 16 0,-4 7 0,2 13 0,-7 15 0,-3 6 0,-1 3 0,-2 10 0,0 3 0,1 1 0,5 0 0,-3-10 0,9-1 0,7-8 0,7-10 0</inkml:trace>
  <inkml:trace contextRef="#ctx0" brushRef="#br0" timeOffset="119">25366 8958 8912,'0'-19'0,"0"-2"0,0-2 0,0 2 0,0 7 0,0 3 0,1 9 0,3 2 0,6 9 0,5 7 0,-1 8 0,10 5 0,1 4 0,-4 1 0,6 0 0,-2 1 0,-4-1 0,2 1 0,-6-1 0,4-7 0,-13 3 0,3-7 0,-3 6 0,-8-6 0,0-2 0,-15-2 0,1-2 0,-16-2 0,-5-1 0,-3-5 0,0-1 0,1-2 0,11-6 0,3 0 0,4 0 0,1-8 0,1-2 0</inkml:trace>
  <inkml:trace contextRef="#ctx0" brushRef="#br0" timeOffset="120">25813 8872 8912,'0'-18'0,"-8"7"0,-3 0 0,-6 14 0,-6 3 0,4 15 0,-4 8 0,-4 11 0,10-2 0,-2 8 0,5 2 0,10-4 0,-1 0 0,3-2 0,2-4 0,7-2 0,9-9 0,7-4 0,7-6 0,-1-6 0,3-5 0,3-4 0,5-10 0,0-5 0,-2-8 0,-1-6 0,-3-7 0</inkml:trace>
  <inkml:trace contextRef="#ctx0" brushRef="#br0" timeOffset="121">26243 8562 8912,'-23'-9'0,"0"3"0,-7 4 0,1 2 0,2 2 0,1 4 0,1 5 0,-4 6 0,6 6 0,0-2 0,8 6 0,3-2 0,5 3 0,7-5 0,7 2 0,5-2 0,5-9 0,6 1 0,6-6 0,5-3 0,4-6 0,2 0 0,1-8 0,-9-1 0,-3-10 0,-6-4 0,-4 2 0,-4-6 0,-1 0 0,-3 1 0,-7 5 0,2-6 0,-14 6 0,-9-2 0,0 8 0,-22 1 0,5 9 0,-2 1 0,-8 9 0,5 5 0,-3 9 0,6 4 0,-2 11 0,19 3 0,-4 3 0,3-4 0,3-1 0</inkml:trace>
  <inkml:trace contextRef="#ctx0" brushRef="#br0" timeOffset="122">26639 9319 8912,'-10'-12'0,"3"3"0,1-1 0,0 1 0,3 5 0,8-2 0,-1 4 0,8 2 0,-1 8 0,6 1 0</inkml:trace>
  <inkml:trace contextRef="#ctx0" brushRef="#br0" timeOffset="123">27259 9405 8912,'0'-18'0,"0"1"0,0 8 0,1-5 0,5 9 0,4-7 0,7 6 0,8 1 0,2-3 0,7-2 0</inkml:trace>
  <inkml:trace contextRef="#ctx0" brushRef="#br0" timeOffset="124">28360 9387 8912,'0'-11'0,"0"0"0,0 7 0,0-6 0,0 4 0,0 3 0,0-9 0,9 8 0,9-1 0,7 3 0,9 2 0,8-8 0,2-2 0</inkml:trace>
  <inkml:trace contextRef="#ctx0" brushRef="#br0" timeOffset="125">19876 12757 8912,'-6'-23'0,"-1"2"0,-1 4 0,0 4 0,3 9 0,5 4 0,0 2 0,2 13 0,3-3 0,-3-5 0,12 3 0,-7-6 0,3 1 0,1 3 0,6-4 0,1 2 0,-1-1 0,2-5 0,4 0 0,-4 0 0,6 0 0,-2 0 0,0 0 0,9 0 0,3 0 0,7 0 0,9 0 0,1 0 0,2 0 0,3 0 0,6 0 0,-4 0 0,14 0 0,-4 0 0,2 0 0,-1 0 0,1 0 0,4-2 0,5-3 0,4 3 0,-4-6 0,-1 6 0,-3-4 0,5 5-149,-7-5 0,1 4 149,-6 2 0,7-6 0,4 0 0,4-5 0,2 5 0,-7-1 0,-5 3 0,-3-4 0,-2-1 0,8 5 0,-12-4 0,5 8 0,3 0 0,-4 0 0,5 0 0,-5 0 0,-6 0 0,4 0 0,-11 0 0,9 0 0,5 0 0,5 0 0,7 0 0,-3 0 0,-3 0 0,-1 0 0,-5 0 0,1 0 0,-2 0 0,4 0 0,-10 0 0,6 0-123,5 0 0,-3 0 123,3 0 0,-3 0 0,-2 0 0,0 0 0,-4 0 0,0 0 0,0 0 0,8 0 0,-7 0 0,7 0 0,0 0 0,1 0 0,-5 0 0,-4 0 0,-13 0 96,-1 0 1,3 0 0,1 0-97,3 0 0,-1 0 0,2 0 0,3 0 0,-1 0 0,6 0 0,-6 2 0,2 2 0,0 2 0,-6 5 0,7-5 0,4 1 0,7-1-39,7-4 1,-9 8 38,7-5 0,0-3 0,7 4 0,-9-2 0,-4 0 0,-3 1 0,4 1 0,-1-6 0,-1 0 0,-2 0 0,-10 0 0,2-2 0,-9-2 0,-5-1 0,7-9 0,-10 5 0,1-7 0,-3 5 0,-5-4 0,7 3 0,-6-3 0,6-2 0,-6 0 0,6-1 0,-2-1 0,2-4 0,3 2 0,-5-7 0,2-3 0,0-1 0,-8-3 0,10 1 0,-8-1 0,-2 1 0,-1-8 0,3 4 0,2-8 0,2-2 0,-13 6 0,7-2 0,-15 6 82,-2-2 1,-2-2 0,-4 6 0,-3-1-83,-7 5 0,-3 1 0,-2 3 0,0 1 0,0 2 0,0-5 0,-7 10 0,-5-3 0,-3 4 0,-4-4 0,-4 1 0,-4-1 0,-9 3 0,-4-1 0,-8-1 0,-8 1 0,-7 1 0,4 3 0,-6 0 0,6 0 0,-3 0 0,-8-1 0,-9 1 0,-7 0 0,0 0 0,-7 0-726,44 8 1,0 1 725,-1-1 0,-1 0 0,-7-2 0,-1-1 0,-2 1 0,0-1 0,-3 1 0,0 0 0,-2-1 0,0 1 0,1 0 0,0-1 0,-3-4 0,0 1 0,5 5 0,0 1 0,-1-3 0,1-1 0,6 0 0,0 1 0,3 7 0,1-1 0,4-6 0,0 1 0,1 5 0,-1 1-545,-1-3 0,0 0 545,0 3 0,-1 1 0,-1-1 0,-1 0 0,-1 3 0,-1 0-62,-2 0 1,-1-1-1,1-3 1,-1 0 0,-2 3-1,0 0 62,-4 2 0,0-1 0,-6-2 0,-2 0 0,-2 1 0,-1 0 0,2 0 0,1 0 0,0 3 0,0 0-687,2 0 1,1 0 686,3 0 0,2 0 0,0 0 0,2 0 0,4 0 0,1 0 0,2 0 0,1 0 191,-44 0 0,48 0 0,-1 0-191,-47 0 0,47 0 0,-1 0 0,-2 1 0,-1 0 0,-2 2 0,0 0 0,-3 2 0,-1 2 0,-2 0 0,0 1 0,2 0 0,-1 1 0,-9 0 0,-3 1 0,0 1 0,-1 1-416,-6 2 1,-1 1 415,2 0 0,-2 2 0,-5 3 0,0 0 0,4 1 0,2 0 0,1 1 0,3 0 0,5-3 0,2 0-77,6 1 1,2 1 0,3-3 0,-1 0 76,0-1 0,0 0 0,5 0 0,1 1 0,-3-1 0,1 0 0,8 1 0,1 0 0,0 2 0,0 0 0,-2-1 0,0 1 0,2 2 0,1 2 0,-2-1 0,0 1 0,-2 1 0,1 0 0,-2 4 0,0 1 0,3-2 0,1 0 0,2 2 0,2 1 0,-34 28 414,18-9 1,19-3 0,13-7-415,10-1 0,7-3 0,12-7 0,4-1 104,5 3 1,20-4-1,9-1 1,10-1-105,7-4 0,4-2 0,16 0 0,3 4 0,4 6 525,-36-10 0,-2 2 0,34 27-525,-39-18 0,-1 3 0,0 0 0,-2 3 0,-1 5 0,-3 2 0,-2-1 0,-3 2 0,-3 1 0,0-1 0</inkml:trace>
  <inkml:trace contextRef="#ctx0" brushRef="#br0" timeOffset="126">11874 12431 8912,'0'-18'0,"0"1"0,-2 0 0,-2 0 0,-1 0 0,-1-1 0,0 1 0,0 0 0,-5-6 0,3 2 0,1 4 0,-1 4 0,-4 7 0,5-4 0,-3 3 0,6 1 0,-3 6 0,9 0 0,3 0 0,7 0 0,3 0 0,10 0 0,4 0 0,3 0 0,10 0 0,8-2 0,7-2 0,-1-2 0,5-7 0,-13 11 0,3-4 0,-18 5 0,-1-7 0,-14-2 0</inkml:trace>
  <inkml:trace contextRef="#ctx0" brushRef="#br0" timeOffset="127">11840 12740 8912,'-12'0'0,"1"0"0,7 0 0,-4 0 0,10 0 0,4 0 0,7-2 0,8-4 0,8-3 0,11-8 0,4-6 0,10-2 0,3-2 0,12-9 0,9-8 0</inkml:trace>
  <inkml:trace contextRef="#ctx0" brushRef="#br0" timeOffset="128">13664 11657 8912,'17'-34'0,"-2"1"0,-1 3 0,-3 3 0,2 0 0,1 2 0,-3 0 0,-3 2 0,-6 8 0,4 4 0,-6-3 0,0 9 0,-8-1 0,-9 6 0,-2 2 0,-4 4 0,2 5 0,-8 10 0,-2 4 0,-1 2 0,-8 1 0,0 9 0,1 3 0,-3-2 0,2 8 0,0-6 0,6 6 0,5-6 0,0 6 0,0-1 0,3-1 0,1-2 0,10-13 0,1-2 0,3-2 0,7-2 0,-2-14 0,12-3 0,3-4 0,14-4 0,2-2 0,2-2 0,2-7 0,5 3 0,1-7 0,-1 0 0,-7 7 0,-1-3 0,-4 7 0,0 3 0,1 3 0,-5 5 0,-9 7 0,-3 11 0,-4 5 0,-2 12 0,-2 4 0,-4 0 0,-11 14 0,-8-11 0,-5 14 0,1-1 0,8 5 0,-4-14 0,10 1 0,3-10 0,5-6 0,7-3 0,0-5 0,0-11 0,7-9 0,3-16 0,7-3 0,0-4 0,0-2 0,1-1 0,-1 1 0,0 2 0,0 3 0,0-3 0,-5 21 0,-3 3 0,-1 16 0,-2 12 0,-6 14 0,0 3 0,0 3 0,7 4 0,3 10-112,7 3 1,2-9 111,4 4 0,4-12 0,7-1 0,1-9 0,5-5 0,0-11 0,-2-6 0,-1-8 0,-3-11 0,1 0 0,-1-5 0,0-1 0</inkml:trace>
  <inkml:trace contextRef="#ctx0" brushRef="#br0" timeOffset="129">14266 11605 8912,'0'-17'0,"0"0"0,-2 2 0,-4 3 0,4 5 0,-5 14 0,7 7 0,2 7 0,2 7 0,1 5 0,7 7 0,-7 0 0,7 0 0,-4-6 0,-1 1 0,1-1 0,-2-7 0,-1 4 0,1-8 0,-2-2 0,-2-2 0,-2-2 0,7 0 0,3 0 0</inkml:trace>
  <inkml:trace contextRef="#ctx0" brushRef="#br0" timeOffset="130">15126 11640 8912,'2'11'0,"2"1"0,2 1 0,0-3 0,-6 1 0,0 2 0,0 3 0,-2 1 0,-4 0 0,4 2 0,-4 4 0,4-4 0,2 4 0,0-4 0,0-2 0,0 1 0,0-1 0,0 0 0,0 0 0,0-7 0,0-3 0</inkml:trace>
  <inkml:trace contextRef="#ctx0" brushRef="#br0" timeOffset="131">14972 11485 8912,'-2'-17'0,"-4"0"0,4-1 0,-13 1 0,13 6 0,-2 1 0,8 3 0,5 1 0,10 6 0,6 0 0,10 0 0,-1 0 0,24-8 0,-5-1 0</inkml:trace>
  <inkml:trace contextRef="#ctx0" brushRef="#br0" timeOffset="132">15901 11399 8912,'-6'-17'0,"-2"0"0,-1-1 0,-5 1 0,1 0 0,2 0 0,-12 7 0,11-3 0,-11 7 0,2 2 0,0 3 0,-2 1 0,0 7 0,6 5 0,0 11 0,0 5 0,7 5 0,-3 7 0,7 2 0,2 2 0,2 2 0,2 5 0,-5 1 0,-1-1 0,0 1 0,6-1 0,0 1 0,0 0 0,2-3 0,2-5 0,2-7 0,-3-7 0,-1-9 0,6 4 0,-14-8 0,4 0 0</inkml:trace>
  <inkml:trace contextRef="#ctx0" brushRef="#br0" timeOffset="133">15557 11760 8912,'0'10'0,"0"-3"0,2-7 0,3 0 0,1 0 0,11 0 0,-1-5 0,12-1 0,1-6 0,5 7 0,8-1 0,2-2 0,8-9 0,0-10 0</inkml:trace>
  <inkml:trace contextRef="#ctx0" brushRef="#br0" timeOffset="134">16279 11588 8912,'-9'-7'0,"1"5"0,16-4 0,3 12 0,5-3 0,3 9 0,4 1 0,-4 3 0,4 1 0,-4 2 0,-2 4 0,0-4 0,0 4 0,-7-2 0,-2 0 0,-3 4 0,1 1 0,-8-5 0,-7 4 0,-9-8 0,1 1 0,0-1 0,0 0 0,0-2 0,-1-3 0,1-5 0,6-7 0,-1 0 0,1-7 0,-6-3 0</inkml:trace>
  <inkml:trace contextRef="#ctx0" brushRef="#br0" timeOffset="135">16727 11554 8912,'-17'-2'0,"-1"-4"0,7 4 0,-1-3 0,-1 3 0,-2 2 0,-2 0 0,5 0 0,1 0 0,1 7 0,-1 5 0,-5 11 0,14-2 0,-3 7 0,3 7 0,2 5 0,2 0 0,3-6 0,7 6 0,9 1 0,2-3 0,7-10 0,-3-3 0,8-8 0,-1-1 0,0-5 0,9-3 0,1-8 0</inkml:trace>
  <inkml:trace contextRef="#ctx0" brushRef="#br0" timeOffset="136">17037 11623 8912,'-18'-8'0,"7"6"0,1-6 0,3 1 0,-7 7 0,5 0 0,-1 9 0,3 8 0,7 6 0,0-3 0,0 12 0,0-3 0,0-3 0,0 3 0,7-8 0,5 2 0,3-4 0,2-2 0,0-1 0,1-5 0,-1-5 0,6-4 0,0-2 0,0-2 0,-6-4 0,0-4 0,0-7 0,0 0 0,1-6 0,-1 0 0,-6-7 0,1 1 0,-6 2 0,5-1 0,-5 7 0,5-2 0,-7 4 0,2 1 0,-2 7 0,1-1 0,-3 11 0,6 1 0,-2 9 0,-1 6 0,1 3 0,0 4 0,0 1 0,5 8 0,-5-2 0,0 1 0,-5 1 0,5-3 0,-4-7 0,6 4 0,-10-8 0,-4 1 0,4-1 0,-13-8 0,3-3 0,-9-4 0,-2-2 0,-7-8 0,3-1 0</inkml:trace>
  <inkml:trace contextRef="#ctx0" brushRef="#br0" timeOffset="137">16933 11399 8912,'0'-17'0,"0"7"0,8 3 0,2 7 0,9 0 0,4 0 0,11-8 0,10-2 0</inkml:trace>
  <inkml:trace contextRef="#ctx0" brushRef="#br0" timeOffset="138">17639 11605 8912,'-12'6'0,"1"0"0,7 0 0,-5-5 0,5 5 0,-2 6 0,0-3 0,6 3 0,0-1 0,0 6 0,0 1 0,0-1 0,0 2 0,0 2 0,0 2 0,0 7 0,0-11 0,0 4 0,0-4 0,0-1 0,0-7 0,0 1 0,0-9 0,0 1 0,0-15 0,0-3 0,0-16 0,0-6 0,0 1 0,2-7 0,4 8 0,-2 5 0,5 2 0,-1 2 0,5 10 0,-3 2 0,7 7 0,0 0 0,-1 8 0,-5 4 0,2 5 0,-7 12 0,2-2 0,-4 6 0,1-2 0,1 6 0,-6-12 0,0 4 0,0-4 0,0-2 0,8-8 0,-6-1 0,7-8 0,-3-2 0,5-4 0,-1-9 0,2-8 0,-1 0 0,4 0 0,-1 0 0,-3 2 0,-1 2 0,1 2 0,4 8 0,-5 1 0,7 8 0,0 0 0,1 0 0,-1 2 0,-2 4 0,-3 5 0,3 2 0,-4 1 0,5-3 0,1 3 0,6-7 0,0-1 0,0-4 0,2-2 0,-1 0 0,5 0 0,-6 0 0,-4 0 0,-2-8 0,-1-1 0,-5-8 0,3 5 0,-9 1 0,-1-3 0,-10 1 0,-5 1 0,-4 7 0,-3 3 0,1 2 0,0 0 0,0 0 0,0 2 0,-1 1 0,1 3 0,6 6 0,-1-7 0,1 9 0,1-5 0,-3 3 0,7-1 0,0-7 0,6 4 0,0-1 0,0-5 0,2 8 0,4-4 0,-2-3 0,7 7 0,3-2 0,-5 5 0,3-2 0,-1-1 0,6 1 0,1 1 0,-1 5 0,0-2 0,0-3 0,-5-5 0,-1-7 0,3 0 0,1 0 0,2 0 0</inkml:trace>
  <inkml:trace contextRef="#ctx0" brushRef="#br0" timeOffset="139">18482 11262 8912,'-8'-10'0,"5"4"0,-9 12 0,6 11 0,-3 14 0,-1 7 0,1 8 0,-3 5 0,-5 7 0,8 1 0,3 6 0,4-2 0,2 2 0,0-2 0,0-6 0,8-7 0,3-16 0,4-7 0,2-2 0,3-10 0,3-3 0,-4-5 0,7-11 0,-3-5 0,6-8 0,2-12 0,-3 0 0,5-3 0,-6-4 0,7-5 0,0 3 0,-1-8 0,-4-1 0,-6 5 0,-12 1 0,2 11 0,-7 1 0,0 8 0,-14 6 0,-3 15 0,-6 10 0,-6 12 0,-4 9 0,0 7 0,-3 6 0,7 8 0,0-1 0,5 1 0,9-2 0,3-5 0,4-3 0,6-9 0,7-4 0,12-7 0,16-2 0,7-11 0,11-3 0,6-4 0,-4-10-146,8-9 1,-6-17 0,8-10 0</inkml:trace>
  <inkml:trace contextRef="#ctx0" brushRef="#br0" timeOffset="140">14438 12895 8912,'-2'-10'0,"-2"3"0,-3 1 0,-3 0 0,6 2 0,-1 10 0,3 9 0,2 10 0,2 2 0,3 2 0,7-3 0,3 5 0,2-8 0,2 6 0,4-7 0,-2 1 0,6-7 0,0-5 0,0-5 0,-4-4 0,5-2 0,-5-2 0,6-4 0,-8-11 0,2-10 0,-12-7 0,-5-1 0,-4 1 0,-2 0 0,0-1 0,-13 1 0,-6 1 0,-6 5 0,-4-5 0,-11 22 0,0-1 0,1 9 0,9 4 0,1 5 0,8 9 0,-2 8 0,6 8 0,6-2 0,5 3 0,12 2 0,3 1 0,24-8 0,3-3 0</inkml:trace>
  <inkml:trace contextRef="#ctx0" brushRef="#br0" timeOffset="141">15471 12946 8912,'-35'8'0,"1"4"0,-3-1 0,-1 4 0,-2 4 0,2 4 0,9 0 0,6 6 0,4 3 0,2 3 0,7-1 0,5 1 0,10-7 0,7 1 0,11-8 0,3 0 0,1-8 0,6-5 0,-5-8 0,5-2 0,-1-4 0,-3-5 0,-6-5 0,-4-8 0,-2-1 0,-1-6 0,-5 3 0,-3-1 0,-8-5 0,0 1 0,0 4 0,-8-3 0,-1 11 0,-11-6 0,-2 2 0,2 2 0,-6 12 0,3 0 0,4 7 0,-4-2 0,4 4 0,3 10 0,5 3 0,3 4 0,8 3 0,0-1 0</inkml:trace>
  <inkml:trace contextRef="#ctx0" brushRef="#br0" timeOffset="142">16142 12706 8912,'0'-23'0,"0"0"0,-2 4 0,-4 5 0,-3-1 0,-14 17 0,0 4 0,-8 11 0,10 25 0,-8 6 0,-1 7 0,5 8 0,2 12 0,4-3-824,2 9 824,7-1 0,2 4 0,8-4 0,0 2 0,0-9 0,0-6 0,6-14 0,0-13 0,7-9 0,-1-3 0,3-14 0,4-1 0,4-19 0,6-5 0,3-12 0,3-4 0</inkml:trace>
  <inkml:trace contextRef="#ctx0" brushRef="#br0" timeOffset="143">16400 12964 8912,'-8'-10'0,"4"2"0,-7 8 0,5 14 0,-5 5 0,-3 6 0,7 3 0,-7 7 0,9-1 0,-1 1 0,6-1 0,0 0 0,2 1 0,3-1 0,5-7 0,7-4 0,6-12 0,0-5 0,8-4 0,-5-2 0,3-2 0,0-4 0,-8-5 0,2-12 0,-4-4 0,-2-7 0,0-1 0,-1 1 0,-5 1 0,-5 5 0,-2 3 0,1 8 0,-3 0 0,6 7 0,-6 4 0,4 12 0,-4 4 0,13 7 0,-4 0 0,5 0 0,1 0 0,2 1 0,2-3 0,2-4 0,0-3 0,-6-8 0,0 0 0,1 0 0,-9 0 0,4-2 0,-7-4 0,0-9 0,-6-8 0,0-2 0,0 2 0,-8 2 0,-3-7 0,-4 5 0,-5-4 0,-3 2 0,4 2 0,-4 6 0,12 0 0,-4 0 0,5-1 0</inkml:trace>
  <inkml:trace contextRef="#ctx0" brushRef="#br0" timeOffset="144">20186 16643 8912,'-16'-8'0,"3"-1"0,2-1 0,-1 3 0,3-1 0,1 6 0,8-6 0,0 8 0,2 0 0,4 0 0,3 0 0,8 0 0,1 0 0,-1 0 0,-4 0 0,4 0 0,-3 0 0,11 0 0,-2 0 0,-1 0 0,7 0 0,-6 0 0,8 0 0,-3 0 0,5 0 0,1 0 0,1 0 0,-1 0 0,-5 0 0,0 0 0,-3 0 0,3 0 0,2 0 0,-7 0 0,3 0 0,4 0 0,-4 0 0,1 0 0,-1 0 0,2 0 0,1 0 0,-7 0 0,8 0 0,-3 0 0,-1 0 0,2 0 0,-2 2 0,1 4 0,5-4 0,-4 4 0,1-4 0,-1-2 0,3 0 0,-3 0 0,4 0 0,1 0 0,-2 0 0,-3 0 0,4 0 0,-5 0 0,5 0 0,1 0 0,-5 0 0,0 0 0,-3 0 0,7 0 0,-3 0 0,1 0 0,5 0 0,-7 0 0,6 0 0,5 0 0,2 5 0,4 1 0,-2 0 0,-4-6 0,-4 0 0,4 0 0,2 6 0,-2-1 0,6 1 0,-6-6 0,3 0 0,-3 0 0,2 6 0,4-1 0,-4-1 0,0-2 0,-4-2 0,8 0 0,0 0 0,5-6 0,-1 1 0,-4 1 0,4-4 0,-4 3 0,3-1 0,3 6 0,0 0 0,-1 0 0,3-6 0,3 0 0,-3 1 0,3 5 0,-3 0 0,-3 0 0,1 1 0,-1 5 0,-7-4 0,-3 4 0,1 2 0,-2-3 0,8 1 0,-1-4 0,7 2 0,3 1 0,1 1 0,-7-6 0,7 0 0,-1 0 0,0 0 0,-5 0 0,-2 0 0,-4 0 0,-2 0 0,-4 0 0,-4 0 0,4 0 0,2 0 0,-2 0 0,6 0 0,-4-2 0,0-2 0,1-1 0,-3-1 0,0 6 0,0 0 0,-2 0 0,4-6 0,-2 1 0,-5-1 0,-6 6 0,-1 0 0,7 0 0,-1 0 0,0-2 0,3-2 0,3-2 0,-4 1 0,4 5 0,-3 0 0,-3 0 0,1 0 0,-1 0 0,2 0 0,5 0 0,-5 0 0,4 0 0,-4 0 0,-1 0 0,-1 0 0,1 0 0,-1 0 0,0 0 0,-5 5 0,0 1 0,-1 0 0,7-6 0,-1 0 0,1 0 0,-1 7 0,1-5 0,-1 4 0,2-4 0,3-2 0,1 0 0,0 0 0,-6 0 0,6 0 0,1 0 0,1 0 0,-2 0 0,-4 0 0,4 0 0,8-6 0,-2 1 0,8-1 0,-9 6 0,5 0 0,2 0 0,5 0 0,0 0 0,1 0 0,-7 0 0,1 0 0,0 0 0,-1-2 0,1-4 0,-8 4 0,-2-5 0,-8 7 0,1 0 0,7 0 0,-6 0 0,6 0 0,0 0 0,-3-2 0,6-4 0,-1 4 0,2-4 0,-4 4 0,-7 2 0,7 0 0,-4 0 0,6 0 0,0 0 0,-2 0 0,0 0 0,6 0 0,-4 0 0,8 0 0,-1 0 0,-1 0 0,-4 0 0,4 0 0,-5 0 0,5 0 0,2 0 0,-6 0 0,0 0 0,-8 0 0,2 0 0,-4 0 0,-1 2 0,-1 2 0,1 2 0,-1 0 0,0-6 0,8 0 0,-3 0 0,5 1 0,-2 5 0,4-4 0,-6 4 0,6-4 0,-6-2 0,6 0 0,-6 0 0,-2 0 0,-2 0 0,-1 0 0,-1 0 0,1 0 0,-1 0 0,1 0 0,-1 0 0,0 0 0,1 0 0,1 0 0,4 0 0,-3 2 0,3 3 0,4-3 0,2 4 0,-4-4 0,-2-2 0,2 0 0,0 0 0,0 0 0,0 0 0,-2 0 0,0 0 0,1 0 0,-3 0 0,4 0 0,-2 0 0,6 0 0,-6 0 0,-2-6 0,-9 1 0,7-1 0,-7 6 0,2 0 0,-8 0 0,-4 0 0,4-2 0,-4-4 0,-2 4 0,0-4 0,0 5 0,-7 1 0,5 0 0,-3 0 0,3-8 0,2 6 0,0-6 0,-7 8 0,5 0 0,-13 0 0,13 0 0,-13 0 0,6 0 0,-25 0 0,-12 0 0,-13 0 0,-31 0 0,-7 0 0</inkml:trace>
  <inkml:trace contextRef="#ctx0" brushRef="#br0" timeOffset="145">20616 18139 8912,'-6'-27'0,"1"4"0,-1 4 0,6 2 0,0 5 0,0 1 0,0-2 0,2 3 0,3-2 0,5 9 0,1-11 0,1 9 0,1 1 0,3 2 0,3 0 0,4-2 0,5-2 0,5 3 0,9 1 0,4 2 0,11 0 0,4 0 0,10 0 0,4 0 0,5 0 0,2 0 0,0 0 0,-1 0-95,-1-8 1,14 0-1,1-5 95,1 2 0,-2 5 0,-10-4 0,-2 3 0,-2 3 0,1-6 0,5 8 0,2-3 0,3 3 0,5 2 0,-45 0 0,1 0 0,0 0 0,-1 0 0,39-6 0,-2 0 0,2 2 0,-2 2 0,10 2 0,-1 0 0,-3 0 0,-10 0 0,-13 0 0,-1 0 0,-3 0 0,8 0 0,3 0 0,-3-5 0,5-1 0,-5 0 0,5 6 0,-7 0 0,3 0 0,-5 0 0,4 0 0,3 0 0,8 0 0,4 6 0,-2 0 0,-6-2 0,-4-3 0,-3 5 0,-6 0 0,7 0 0,-5-6 0,4 0 0,-5 0 0,-1 0 0,0 0 0,-8 0 0,-3 0 0,-12 0 0,1 0 0,-5 0 0,2 0 0,-3 0 0,4 0 0,3 0 0,2 0 0,2 0 0,-1 5 0,1 1 0,-1-2 0,1-2 0,0-2 0,1 0 0,5 0 0,-5 0 0,4 0 0,-1 0 0,1 0 0,4 0 0,8 0 0,0 0 0,0 0 0,-2 0 0,-4 0 0,4 0 0,-4 0 0,-4 0 0,6 0 0,-7 0 0,5 0 71,-6 0 0,6 0 0,-5 0 0,-3 0-71,-1 0 0,-5 0 0,-3 0 0,2 0 0,-8 0 0,2 0 0,-4 0 0,3 0 0,6 0 0,-3 0 0,8 0 0,0 0 0,-1 0 0,1 0 0,7 0 0,-7 0 0,-1 0 0,-9 0 0,-11 0 0,-2 0 0,-14 0 0,2 0 0,-9 0 0,3 0 0,-7 0 0,4 0 0,-10 0 0,-4 0 0,4 0 0,-5 0 0,7 0 0,0 0 0,0-8 0,2-1 0,3-1 0,5-5 0,7 5 0,0-7 0,0 0 0,-1 0 0,-5 0 0,-3-1 0,-8 1 0</inkml:trace>
  <inkml:trace contextRef="#ctx0" brushRef="#br0" timeOffset="146">14713 10952 8912,'10'0'0,"-2"0"0,-8 0 0,0 0 0,0-8 0,0-1 0,0-3 0,0 1 0,0 5 0,0-5 0,0 7 0,0-11 0,0 13 0,0-6 0,0 0 0,0 7 0,0-7 0,-2 8 0,-4 0 0,4 0 0,-6 0 0,8 0 0,0 0 0,0 8 0,8-7 0,-6 7 0,6 0 0,-3-4 0,1 7 0,6-5 0,-7 5 0,7-5 0,-5 3 0,3 1 0,3 0 0,3-7 0,1 7 0,0-6 0,0 1 0,1 7 0,-1-6 0,6 1 0,0-1 0,1-4 0,-1 6 0,4-3 0,0 1 0,5 0 0,-5 0 0,8-1 0,-1-1 0,0 4 0,1-3 0,-1 3 0,1-4 0,-1 2 0,1-3 0,-3-1 0,-3-2 0,3 0 0,-3 0 0,-2 0 0,1 0 0,-5 0 0,6 0 0,-6-5 0,6-1 0,-8 0 0,4 6 0,-1 0 0,5 0 0,4-7 0,1 5 0,-2-4 0,-3 4 0,4 2 0,-5 0 0,5-6 0,1 1 0,1 1 0,-1 2 0,1 2 0,-1 0 0,0-6 0,1 0 0,1 1 0,4 5 0,-3-6 0,3 0 0,2-1 0,-2 1 0,0 4 0,-5-4 0,-1 4 0,2 2 0,3 0 0,1 0 0,0 0 0,-6 0 0,1 0 0,-1 0 0,4 0 0,-3 0 0,3-6 0,-9 1 0,-3-1 0,3 6 0,-6 0 0,6-2 0,-1-2 0,-1-1 0,6-1 0,-7 4 0,9-2 0,-1-2 0,1 1 0,-1 5 0,-1-6 0,-5 0 0,9 0 0,-7 6 0,-1 0 0,-2 0 0,-4 0 0,0 0 0,0 0 0,-2 0 0,0 0 0,2 0 0,-4 0 0,4 0 0,-4 0 0,4 0 0,0 0 0,-2 0 0,0 0 0,2 0 0,-2 0 0,7 0 0,-7 0 0,10 0 0,-6 0 0,2 0 0,-1 0 0,3 0 0,2 0 0,-7 2 0,3 4 0,-4-4 0,4 4 0,-2-4 0,-2 0 0,-6 3 0,0-3 0,0 4 0,6-4 0,0-2 0,-2 2 0,-2 3 0,-1-3 0,1 6 0,2-8 0,2 0 0,-4 0 0,-4 0 0,4 0 0,0 0 0,1 0 0,-1 0 0,2 0 0,2 0 0,7 0 0,-1 0 0,3 0 0,3 0 0,-1 0 0,3 0 0,1 0 0,2 0 0,2 0 0,-4 0 0,2 0 0,-1 0 0,-3 0 0,-2 0 0,-1 0 0,-4 0 0,1 0 0,-7 0 0,0 0 0,2 0 0,-6 0 0,4 0 0,-4 0 0,-2 0 0,1-2 0,-1-2 0,0-1 0,0 1 0,0 2 0,-5 2 0,-1 0 0,1 0 0,-3 0 0,-1 0 0,-8 0 0,0 0 0,8 0 0,-6 0 0,5 0 0,-5 0 0,4 0 0,-4 0 0,13 0 0,-11 0 0,7 0 0,-7 0 0,11 7 0,-5-5 0,2 6 0,-1-8 0,-7 0 0,5 0 0,-3 0 0,-4 0 0,8 0 0,-5 0 0,-3 0 0,6 0 0,-6 0 0,4 0 0,-5 8 0,15-6 0,-7 5 0,9-7 0,-1 0 0,-6 0 0,1 0 0,-1 0 0,6 0 0,-5 0 0,-1 0 0,-7 0 0,11 0 0,-5 0 0,7 0 0,-7 0 0,-1 0 0,-3 0 0,-4 0 0,8 0 0,-5 0 0,-3 0 0,8 0 0,-5 0 0,-3 0 0,6 0 0,-6 0 0,4 0 0,3 0 0,8 0 0,-5 0 0,-1 0 0,-5 0 0,6 0 0,-1 0 0,6 0 0,0 0 0,1 0 0,-9 0 0,7 0 0,-5 0 0,-1 0 0,1 0 0,-7 0 0,5 0 0,-3 0 0,-4 0 0,6 0 0,-8 0 0,0 0 0,7 0 0,-5 0 0,6 0 0,-8 0 0,0 0 0,-8 0 0,-1 0 0,-16 8 0,-2 1 0</inkml:trace>
  <inkml:trace contextRef="#ctx0" brushRef="#br0" timeOffset="147">21803 10952 8912,'-2'-17'0,"-1"0"0,-3-1 0,0 9 0,6 1 0,0 8 0,0 2 0,0 4 0,0-4 0,0 5 0,8-7 0,3 0 0,5 0 0,3 0 0,4 0 0,5 0 0,5 0 0,9 0 0,4 0 0,5-5 0,7-1 0,3 0 0,8 6 0,0 0 0,5 0 0,1 0 0,-1 0 0,-3 0 0,4 0 0,-5 0 0,5 0 0,-6 0 0,-6 0 0,12 0 0,-1 0 0,1 0-1029,-1 0 1029,5 0 0,-3 0 0,6 0 0,-1 0 0,-11-5 0,3-3 0,-4 0-157,2 1 0,9-1 157,0 2 0,4 4 0,2-3 0,-7 3 0,5 2 0,-4 0 0,-32-3 0,2 0 0,2 0 0,1 0 0,1 1 0,1 0 0,0 1 0,1-1 0,-2-1 0,-1 0 0,44 1 0,-47-2 0,0 0 0,42 2 0,-3-3 0,-1 3 0,-3-6 0,-3 6 0,-2-4 0,-15 5 0,8-7 0,-16 8 0,-1 0 0,-3 0 0,-3 0 0,-4 0 0,-6 0 0,-4 0 0,-1 0 0,-1-2 0,0-4 0,-5 4 0,0-3 0,-8 3 331,2 2 0,2 0 1,-4-2-332,-6-4 349,2 4-349,-15-5 0,6 7 0,-10 0 0,-2-2 0,-2-4 0,-15 4 0,6-8 0,-21 7 0,-12-3 0,-11 0 0,-14 8 0,-2 4 0,-7-4 0,4 5 0</inkml:trace>
  <inkml:trace contextRef="#ctx0" brushRef="#br0" timeOffset="148">30976 11072 8912,'-18'0'0,"1"-2"0,0-1 0,0-3 0,0 2 0,5-4 0,1 3 0,7-1 0,-4 6 0,8 0 0,8 0 0,-4 0 0,7 0 0,1 0 0,-1 0 0,1 0 0,-1 0 0,6 0 0,0 0 0,1 0 0,-1 0 0,8-2 0,1-2 0,1-1 0,11-1 0,-3 6 0,11-6 0,0 0 0,9 1 0,2 5 0,8-6 0,-1 0 0,4 0 0,7 6 0,-4-1 0,5-3 0,1-2 0,-5 0 0,9 6 0,1 0 0,-6 0 0,1 0 0,-8 0 0,0 0 0,-1 0 0,-6 0 0,-5 0 0,-4 0 0,-1 6 0,0 0 0,-3-1 0,-1-5 0,-2 0 0,-8 0 0,1 0 0,-9 0 0,3 0 0,-14 0 0,4 0 0,-4 0 0,-2 0 0,0 0 0,0-1 0,1-5 0,-1 4 0,0-4 0,0 4 0,1 2 0,-1 0 0,0 0 0,-6 0 0,1 0 0,-8 0 0,3 0 0,-7 0 0,0 0 0,8 0 0,2 0 0,7 0 0,0 0 0,0 0 0,0 0 0,1 0 0,-9 0 0,1 0 0,-5 0 0,-3 0 0,14 0 0,-14 0 0,5 0 0,-7 0 0,0 0 0,-7 0 0,5 0 0,-6 0 0,8 0 0,0 0 0,-8 0 0,-3 2 0,-4 4 0,-10 3 0,-10 9 0,-9-1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54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2186 6723 8912,'-18'5'0,"1"3"0,2 3 0,3 8 0,7 10 0,3 9 0,2 8 0,0 11 0,0 5 0,0 1 0,0 0 0,7-10 0,5 1 0,3-8 0,2-4 0,1 0 0,-3-6 0,-2 0 0,-1-3 0,-9-10 0,3-1 0,-4-10 0,-2-4 0,0-8 0</inkml:trace>
  <inkml:trace contextRef="#ctx0" brushRef="#br0" timeOffset="1">1945 6843 8912,'0'-17'0,"0"-1"0,1 1 0,5 0 0,6-6 0,11 0 0,5-7 0,12 1 0,6-2 0,4 1 0,2 1 0,-8 16 0,3-8 0,-6 15 0,-3 2 0,-9 2 0,-6 12 0,-12 7 0,-5 10 0,-4 7 0,-4 6 0,-6 8 0,-9 8 0,0-3 0,-14 8 0,8-4 0,0-5 0,6 0 0,0-10 0,7-8 0,4-5 0,5-4 0,1-16 0,0-1 0,0-8 0</inkml:trace>
  <inkml:trace contextRef="#ctx0" brushRef="#br0" timeOffset="2">2616 6894 8912,'17'0'0,"-6"0"0,1 0 0,-1 0 0,7 2 0,-1 4 0,0 4 0,0 9 0,0 4 0,1-4 0,-3 6 0,-2-2 0,-1-1 0,-8 1 0,9-5 0,-7-1 0,-1 0 0,-5-6 0,0 1 0,0-10 0,0-2 0,-5-10 0,-1-13 0,-2 2 0,4-7 0,-1-3 0,1-1 0,2-3 0,4 7 0,4-1 0,-3 6 0,9-4 0,1 2 0,8 8 0,2 6 0,0 7 0,2-4 0,4 8 0,-4 0 0,0 0 0</inkml:trace>
  <inkml:trace contextRef="#ctx0" brushRef="#br0" timeOffset="3">3252 7015 8912,'-17'0'0,"0"2"0,0 3 0,5-3 0,1 4 0,7-4 0,-4-2 0,8 0 0,2 0 0,4 0 0,4-8 0,7-3 0,0-4 0,0-3 0,-1 1 0,-5 0 0,2 0 0,-7 0 0,-2-1 0,-2 1 0,-4 8 0,-4 3 0,-3 4 0,-7 4 0,5 4 0,-4 1 0,3 5 0,-1 9 0,1-4 0,5 4 0,7-4 0,2 0 0,3 1 0,9-1 0,7 0 0,11-6 0,8 1 0,8-8 0,-4 3 0,8-7 0,-1-2 0,1-3 0,-2-11 0,-6-6 0,-10 1 0,-1 0 0,-10-2 0,-2 2 0,-10-6 0,-5 2 0,-4 4 0,-6 4 0,-8 5 0,1 5 0,-12 7 0,-4 0 0,8 2 0,-4 3 0,4 7 0,2 3 0,0 2 0,-1 0 0,9 6 0,3 0 0,4 2 0,2-4 0,0 2 0,0 0 0,0-6 0,2-2 0,4-3 0,-4 3 0,13-13 0,-3 4 0,3-4 0,2-2 0,0 0 0,0-8 0,-1-3 0,-3-12 0,-1-6 0,-1-3 0,-1-3 0,-3-7 0,-1-2 0,0-7 0,-2-1 0,-3 8 0,-1 4 0,0 4 0,0 1 0,0 9 0,0 1 0,0 15 0,0 12 0,0 15 0,0 8 0,0 10 0,0 1 0,0 4 0,0 6 0,0-4 0,6 0 0,0-8 0,7 1 0,-1-1 0,-3-7 0,3-4 0,1-4 0,3-10 0,1 5 0,0-9 0,0-1 0,0-9 0,1-7 0,-1-3 0,0-2 0,0-8 0,0 4 0,1-8 0,-7 8 0,1-2 0,-9-2 0,3 2 0,-4 2 0,4 8 0,0 2 0,-1 7 0,-5-4 0,0 12 0,0 5 0,2 9 0,4 1 0,-2 6 0,7-2 0,-5 5 0,5-5 0,3-2 0,1-2 0,2-2 0,0 1 0,1-1 0,-7-8 0,1-3 0,1-4 0,2-2 0,3 0 0</inkml:trace>
  <inkml:trace contextRef="#ctx0" brushRef="#br0" timeOffset="4">4078 6568 8912,'-17'0'0,"8"0"0,-7 0 0,14 0 0,-3 0 0,10 0 0,7 0 0,11 0 0,4 0 0,15 0 0,2 0 0</inkml:trace>
  <inkml:trace contextRef="#ctx0" brushRef="#br0" timeOffset="5">4440 6637 8912,'-17'0'0,"-2"0"0,-4 0 0,5 1 0,-1 3 0,6 4 0,-1 1 0,7 11 0,-7 1 0,9 7 0,1 3 0,2 9 0,10-4 0,3 6 0,4 0 0,3-5 0,6-3 0,5-11 0,4-4 0,1-2 0,0-7 0,1-5 0,-1-3 0,1-17 0,-1-4 0</inkml:trace>
  <inkml:trace contextRef="#ctx0" brushRef="#br0" timeOffset="6">4801 6344 8912,'-28'-15'0,"-1"4"0,8 3 0,-10 8 0,8 2 0,2 4 0,2 5 0,4 6 0,1 6 0,5 6 0,1 3 0,4 3 0,3 1 0,2 2 0,5 2 0,4 6 0,7-6 0,0 0 0,0-5 0,2-1 0,2-1 0,2-5 0,0-3 0,-3-15 0,2-5 0,-1-3 0,8-2 0,-8-2 0,4-3 0,0-7 0,-6-3 0,4-2 0,-4-1 0,-4 1 0,-1 0 0,-3 0 0,-5 7 0,5 5 0,1 3 0,-3 9 0,-3 5 0,-4 3 0,-2 2 0,0 0 0,0 1 0,0-1 0,0 0 0,0-5 0,0-1 0,6-5 0,0 5 0,1-7 0,-1 2 0,4-12 0,7-4 0</inkml:trace>
  <inkml:trace contextRef="#ctx0" brushRef="#br0" timeOffset="7">5145 6310 8912,'-17'-17'0,"0"-1"0,0 1 0,7 8 0,-5 1 0,13 10 0,-4 4 0,12 3 0,-2 3 0,7-3 0,1 1 0,-1-1 0,1 5 0,-1-7 0,6 9 0,1-7 0</inkml:trace>
  <inkml:trace contextRef="#ctx0" brushRef="#br0" timeOffset="8">4595 6774 8912,'-33'0'0,"5"0"0,5 0 0,3 0 0,5-2 0,4-4 0,18-5 0,16-12 0,17-4 0,12-7 0,9 0 0,12 1 0,3 3 0,1 3 0,-1 2 0,7-13 0,-5 1 0</inkml:trace>
  <inkml:trace contextRef="#ctx0" brushRef="#br0" timeOffset="9">5490 6413 8912,'-35'10'0,"1"-3"0,-1 1 0,7 1 0,-1 9 0,0-1 0,3 2 0,3 4 0,3-4 0,5 12 0,4-9 0,5 1 0,4 0 0,2 0 0,6 0 0,-1-6 0,9 1 0,-3-1 0,7-8 0,5-3 0,-2-4 0,7-2 0,-7-2 0,2-4 0,-4-3 0,-1-7 0,-1 5 0,-2-4 0,-3 3 0,-7-3 0,-3 3 0,-4 1 0,-3-2 0,-5 5 0,-7 0 0,0 8 0,-1 0 0,1 0 0,0 0 0,7 0 0,-5 0 0,4 0 0,3 0 0,0 0 0,10 0 0,6-2 0,7-1 0,6-3 0,8-7 0,-4 1 0,0-3 0,-1-2 0,-1 7 0,0 0 0,0 7 0,-2-3 0,-2 0 0,-1 8 0,-1 2 0,0 2 0,0 15 0,-5-10 0,-1 14 0,3 0 0,-5-4 0,1 7 0,-3 1 0,-3-2 0,-2 5 0,0-13 0,4 4 0,-4-4 0,5-9 0,-7-4 0,0-12 0,0-5 0,2-12 0,4-8 0,5-7 0,-3 2 0,7-12 0,-3 8 0,3 0 0,4 5 0,4 1 0,-4 7 0,4 4 0,-2 4 0,2 2 0,-4 7 0,12 3 0,-8 9 0,-2 3 0,4 12 0,-2 12 0,-2 4 0,-2 1 0,-8 2 0,-1 3 0,-1 1 0,1-2 0,0-2 0,3-3 0,-3-3 0,-3-1 0,7-8 0,-3 2 0,12-12 0,4-3 0,7-8 0</inkml:trace>
  <inkml:trace contextRef="#ctx0" brushRef="#br0" timeOffset="10">6832 6310 8912,'-35'0'0,"1"0"0,7 0 0,4 0 0,12 0 0,3 8 0,10-5 0,6 7 0,9-2 0,10-5 0,11-1 0,2-2 0,10-5 0,1-1 0,1-8 0,7 11 0,-9-7 0,-4 2 0,2-3 0,-8 5 0,-2-5 0,-9 5 0,-4 0 0,-8 6 0,-8 0 0,-1 0 0</inkml:trace>
  <inkml:trace contextRef="#ctx0" brushRef="#br0" timeOffset="11">6866 6671 8912,'-27'27'0,"5"-4"0,2-4 0,11-2 0,9-2 0,11-3 0,14-5 0,10-7 0,7-7 0,11-7 0,3-5 0,1-4 0,8-7 0,-11 9 0,3-8 0,-11 8 0,-6-2 0,-4-4 0,-1 1 0</inkml:trace>
  <inkml:trace contextRef="#ctx0" brushRef="#br0" timeOffset="12">27586 6155 8912,'-2'10'0,"-4"-5"0,4-3 0,-8-2 0,5 0 0,3 0 0,-4 0 0,12 0 0,5 0 0,6 0 0,6 0 0,6 0 0,4 0 0,9 0 0,-4-2 0,8-1 0,2-5 0,1-2 0,-3 5 0,-2-5 0,-2 2 0,-4-3 0,-9 5 0,-4 1 0,-15 5 0,-7 7 0,-14 5 0,-8 3 0,-16 2 0</inkml:trace>
  <inkml:trace contextRef="#ctx0" brushRef="#br0" timeOffset="13">27637 6602 8912,'-17'0'0,"0"0"0,1 2 0,5 4 0,3-4 0,8 5 0,16-7 0,7 0 0,7 0 0,12-5 0,6-3 0,6-2 0,3-3 0,0-2 0,-11-1 0,-2 3 0,-2 2 0,-2 7 0,-7-6 0,-4 5 0,-5-5 0,-6-7 0</inkml:trace>
  <inkml:trace contextRef="#ctx0" brushRef="#br0" timeOffset="14">29031 5657 8912,'0'-18'0,"0"1"0,0 0 0,0 0 0,0 0 0,0 9 0,0 8 0,-8 9 0,-1 14 0,-3 8 0,1 5 0,-3 4 0,5 8 0,-3-2 0,-1 4 0,4 7 0,-1 0 0,0-1 0,1-3 0,5-3 0,-2-4 0,4-6 0,4-12 0,4-5 0,5-4 0,5-9 0,1-4 0,0-4 0,8-16 0,4-3 0,-2-12 0,-1 3 0,-1-1 0,-2-4 0,-6 8 0,-5-5 0,-1 5 0,-7 0 0,4 13 0,-8 5 0,0 12 0,0 9 0,0 5 0,7 9 0,-3-9 0,6 8 0,-3 1 0,1-5 0,-2-2 0,5-4 0,-1 2 0,1-3 0,1 1 0,5-14 0,0 1 0,0-21 0,1-4 0</inkml:trace>
  <inkml:trace contextRef="#ctx0" brushRef="#br0" timeOffset="15">29117 5691 8912,'-17'-8'0,"0"1"0,-1-5 0,9 5 0,1 14 0,16 3 0,5 7 0,8 0 0,8 6 0,9 0 0,2-2 0,-1-2 0,5-9 0,-8 5 0,6-6 0</inkml:trace>
  <inkml:trace contextRef="#ctx0" brushRef="#br0" timeOffset="16">29513 5949 8912,'9'27'0,"-1"-3"0,-8-6 0,0-1 0,0 0 0,0 0 0,0 0 0,0 1 0,0-1 0,0 0 0,0 0 0,0 0 0,0 1 0,0-1 0,0 0 0,0 0 0,0 0 0,0-7 0,0-3 0,0-10 0,0-7 0,2-9 0,4-6 0,3-3 0,3-13 0,-1 1 0,3 2 0,1 2 0,2 3 0,0 5 0,1 5 0,-1 4 0,0 3 0,0 5 0,0 5 0,1-3 0,5 9 0,-1 0 0,0 9 0,4 6 0,-5 8 0,6 0 0,0-2 0,0-2 0,-4-3 0,3-5 0,-1-5 0,-2-4 0,0-2 0,0 0 0,-2-2 0,-9-4 0,1-3 0,-7-9 0,5-5 0,-5 1 0,-2-3 0,-8 4 0,-2-2 0,-7 0 0,1 6 0,-3 1 0,-2 5 0,0-4 0,-1 13 0,3-2 0,4 8 0,-5 5 0,9 16 0,-5 4 0,6 3 0,-1 3 0,1-1 0,2 0 0,2 1 0,10-8 0,-4 5 0,7-5 0,3 0 0,1-10 0,4-4 0,4-7 0,-2 0 0,8-6 0,-1-4 0,5-6 0,-3-9 0,-1-6 0,-8-3 0,2-7 0,-4 1 0,-2-1 0,-7 7 0,-2 1 0,-1 2 0,-5-5 0,6 16 0,-8-3 0,-2 11 0,-4 1 0,4 10 0,-7 5 0,5 9 0,-2 4 0,0-4 0,6 4 0,0 2 0,0-2 0,0 0 0,0-6 0,0 0 0,0 0 0,8 0 0,-6-7 0,8-2 0,-5-8 0,-1 0 0,6-2 0,-3-4 0,7-9 0,-5-10 0,1-2 0,5 6 0,-13-10 0,6 9 0,-1 1 0,-3-4 0,6 2 0,-3 2 0,-1 9 0,2-1 0,3 7 0,5 0 0,-5 14 0,1 4 0,1 3 0,2 2 0,2 0 0,1 0 0,-1 1 0,0-1 0,2-2 0,2-2 0,2-1 0,0-8 0,0 9 0,2-7 0,2-2 0,1-18 0,7-5 0</inkml:trace>
  <inkml:trace contextRef="#ctx0" brushRef="#br0" timeOffset="17">31234 5760 8912,'-16'-8'0,"3"-1"0,2-1 0,-3 4 0,5-1 0,-3 1 0,-1 2 0,-3 2 0,-3 2 0,-2 0 0,-2 0 0,0 13 0,6 7 0,0 4 0,0 11 0,0 7 0,1 2 0,5 4 0,3 1 0,8 1 0,0-4 0,2-4 0,4-10 0,5-3 0,5-6 0,3-12 0,4-5 0,3-12 0,9-5 0,-1-6 0,1-4 0,-1-2 0,-5-10 0,-1-1 0,-5-1 0,6-5 0,-14 4 0,3 2 0,-13 1 0,1 3 0,-4 1 0,-4 10 0,-4 2 0,-3 7 0,-8 18 0,-1 3 0,1 6 0,0 6 0,5 4 0,1 7 0,5 1 0,-3-3 0,1-1 0,4-4 0,2-3 0,10-1 0,-4-5 0,7-3 0,3-4 0,9-3 0,-4-8 0,4 0 0,3-8 0,3-3 0,-4-12 0,-2-4 0,-6-1 0,-5-1 0,-7-2 0,-3 5 0,-2-3 0,0 8 0,-7-10 0,-5 8 0,-3 2 0,-10 10 0,6-2 0,-4 7 0,-4 0 0,10 8 0,0 4 0,9 5 0,6 4 0,6-3 0,6-3 0,7-1 0,19-2 0,-7 2 0,13 1 0</inkml:trace>
  <inkml:trace contextRef="#ctx0" brushRef="#br0" timeOffset="18">31647 5880 8912,'0'17'0,"0"0"0,0 1 0,0-1 0,0 0 0,-2 0 0,-4 0 0,4 1 0,-4-1 0,5 0 0,1 0 0,0 0 0,0-5 0,0-1 0,0-9 0,0-2 0,0-9 0,0-14 0,1-4 0,3-7 0,2-1 0,0 8 0,-4-5 0,1 5 0,3 1 0,0 1 0,-4 7 0,2 1 0,1 0 0,7 9 0,-6 8 0,5 8 0,-5 9 0,7 0 0,-11 3 0,6 1 0,-2 2 0,-1-2 0,-1-2 0,6-2 0,-7 0 0,9 0 0,-6-7 0,5-5 0,-7-3 0,6-2 0,-7-2 0,5-3 0,0-7 0,-1-3 0,7-2 0,-12 0 0,3-1 0,3 1 0,-2 0 0,1 6 0,-1-1 0,-2 10 0,7 2 0,-7 0 0,6 16 0,-4-5 0,-5-3 0,15 7 0,-7-13 0,9 4 0,-1-5 0,2-1 0,4 0 0,-4 0 0,8-7 0,-6-5 0,2-3 0,0-10 0,-6 4 0,-2-6 0,-3 3 0,3-7 0,-13 4 0,4-7 0,-5 1 0,-1 5 0,-1-5 0,-5 5 0,-4 3 0,-7 2 0,2 4 0,1 2 0,3-1 0,7 9 0,-11 1 0,13 16 0,-4 5 0,4 8 0,2 8 0,2 5 0,4 6 0,-4-1 0,3 6 0,5 1 0,-8 0 0,4 0 0,-4 2 0,-2-4 0,0 2 0,0-3 0,-2 3 0,-4-6 0,2-5 0,-5-6 0,1-7 0,2-10 0,-1 3 0,5-22 0,-4-3 0,6-11 0,6-6 0,-4-1 0,13-7 0,-4 1 0,5-1 0,1 1 0,-6 7 0,1 4 0,1 4 0,2 10 0,3-5 0,-1 7 0,0-3 0,0 8 0,0 2 0,1 8 0,-1 9 0,-8 6 0,-1 2 0,0 2 0,-6-5 0,3 5 0,-3-2 0,-4 4 0,-3-6 0,-5 0 0,-7-6 0,0 0 0,-6-2 0,0-3 0,0 3 0,6-13 0,1 2 0,5-8 0,3-6 0,16-14 0,1-3 0</inkml:trace>
  <inkml:trace contextRef="#ctx0" brushRef="#br0" timeOffset="19">32404 5897 8912,'0'10'0,"0"-1"0,0-3 0,0-2 0,0 7 0,0-5 0,0 6 0,0-9 0,6 13 0,-1-5 0,-1 4 0,-2-3 0,-2-1 0,0 3 0,0 1 0,0 2 0,0 0 0,0 1 0,0-1 0,0-8 0,0-1 0,0-8 0</inkml:trace>
  <inkml:trace contextRef="#ctx0" brushRef="#br0" timeOffset="20">32456 5725 8912,'-18'-7'0,"9"-3"0,1 1 0,8-1 0,0 4 0,0 4 0,0-5 0,2 7 0,4 0 0,7 0 0,6 0 0,4 0 0,0 0 0,-6 0 0,8 7 0,2 3 0</inkml:trace>
  <inkml:trace contextRef="#ctx0" brushRef="#br0" timeOffset="21">29151 7066 8912,'-17'-7'0,"0"-3"0,-2 1 0,-2 3 0,-2 6 0,2 8 0,2 9 0,0 8 0,-2 11 0,-2 4 0,2-2 0,7 8 0,5 2 0,1 1 0,2 1 0,6-4 0,0-6 0,0-4 0,8-3 0,3-6 0,5-10 0,1-8 0,2-11 0,4-3 0,-2-7 0,8-11 0,-1-7 0,-1-8 0,6-6 0,-14 0 0,2 4 0,-8 3 0,-5-5 0,-8 6 0,-2-4 0,-4 4 0,-5 3 0,-12 4 0,-4 5 0,-7 6 0,-1 9 0,1 3 0,-1 4 0,9 10 0,3 3 0,4 10 0,1 2 0,9 2 0,3-2 0,12-6 0,5 0 0,12 1 0,12-17 0,9 7 0</inkml:trace>
  <inkml:trace contextRef="#ctx0" brushRef="#br0" timeOffset="22">29891 6808 8912,'-32'-22'0,"1"-1"0,5 4 0,1 5 0,-6 7 0,10 7 0,-8 0 0,1 0 0,1 0 0,0 7 0,4 5 0,4 11 0,-4 5 0,6 7 0,6 5 0,5 6 0,4 5 0,2 6 0,0 6 0,0 4 0,8-4 0,3 0 0,4 0 0,3 6 0,-1 0 0,-6-8 0,-1-5 0,-3-9 0,7-5 0,-12-7 0,3-3 0,-3-3 0,-2-6 0,-2-12 0,-3-5 0,-5-4 0,-7-10 0,0-1 0</inkml:trace>
  <inkml:trace contextRef="#ctx0" brushRef="#br0" timeOffset="23">29444 7359 8912,'-17'9'0,"0"-3"0,7-4 0,2-2 0,8 0 0,18-2 0,10-4 0,12-3 0,12-9 0,5-1 0,1-4 0,-1 4 0,-5-2 0,-1 8 0,1-2 0,-6 11 0,-4-6 0,-6 3 0,1 1 0,-14 6 0,-2 0 0,-2 0 0,-2 0 0</inkml:trace>
  <inkml:trace contextRef="#ctx0" brushRef="#br0" timeOffset="24">32576 6018 8912,'-17'0'0,"0"0"0,-1 0 0,3-2 0,4-4 0,3 4 0,8-6 0,0 10 0,0 4 0,0 6 0,0 10 0,0 7 0,0 4 0,0 1 0,6 0 0,-1 1 0,-1-1 0,6 0 0,1-1 0,5-4 0,1-6 0,8-4 0,1-10 0,9-3 0,-1-4 0,1-17 0,5-6 0,-2-20 0,-5-4 0,-1-11 0,-9-3 0,-4 0 0,-5 0 0,-7-6 0,-16 9 0,-10-3 0,-14 5 0,-9 14 0,-6 17 0,-2 12 0,-3 5 0,5 4 0,0 18 0,8 7 0,2 7 0,9 14 0,6 8 0,12-1 0,3 8 0,8-7 0,15-8 0,5-2 0</inkml:trace>
  <inkml:trace contextRef="#ctx0" brushRef="#br0" timeOffset="25">30855 7376 8912,'-2'-17'0,"-2"-1"0,-1 1 0,1 0 0,2 0 0,2 5 0,0 1 0,0-2 0,0 3 0,0-1 0,0-3 0,0 5 0,0-3 0,0 1 0,0-1 0,0 1 0,0 7 0,-8 4 0,-1 10 0,-8 9 0,-1 5 0,1 11 0,0 7 0,0 9 0,1 1 0,5 0 0,-4-1 0,13 1 0,-4-1 0,4-7 0,2-4 0,2-5 0,4-7 0,-1-3 0,11-9 0,3-5 0,10-5 0,-1-12 0,5-11 0,3-14 0,2-7 0,2-8 0,-7-3 0,-2-5 0,-10-1 0,-6-3 0,2-7 0,-17 14 0,0-1 0,-9 10 0,-14 14 0,-6 3 0,-11 8 0,3 7 0,-5 6 0,0 8 0,6 6 0,-4 7 0,5 0 0,7 0 0,7 0 0,7 1 0,7-1 0,7-8 0,15-1 0,4-8 0</inkml:trace>
  <inkml:trace contextRef="#ctx0" brushRef="#br0" timeOffset="26">30855 6912 8912,'-17'-27'0,"7"-6"0,3 14 0,7-4 0,0 4 0,0 27 0,0 15 0,0 17 0,7 25 0,5 9 0,3 9 0,-3 3 0,-1 0-85,-7-1 0,3-35 0,1 0 0,-3 1 0,0 1 85,-1 1 0,1-1 0,3-3 0,0-1 0,-5 37 0,9-17 0,1-8 0,8-13 0,2-12 0,-5-12 0,-7-23 0,-7-23 0,3-6 0</inkml:trace>
  <inkml:trace contextRef="#ctx0" brushRef="#br0" timeOffset="27">31027 7221 8912,'-5'-17'0,"-1"0"0,2 0 0,0-1 0,-2 1 0,4 0 0,-5 0 0,1 0 0,0-1 0,-5 1 0,3 2 0,-1 3 0,3 5 0,-6 9 0,-1 3 0,-2 7 0,-2 18 0,-1 12 0,1 12 0,0 9 0,0 12 0,5 3 0,3 8 0,1 0 0,4 0 0,2 0 0,2-2 0,0-4 0,0-19 0,6-7 0,2-20 0,1-5 0,5-6 0,1-6 0,-5-4 0,5-13 0,-11-9 0,7-9 0,-7-14 0,4-12 0</inkml:trace>
  <inkml:trace contextRef="#ctx0" brushRef="#br0" timeOffset="28">30614 7754 8912,'-15'-2'0,"3"-4"0,-3 5 0,15-13 0,2 7 0,13-3 0,16-1 0,9-7 0,10 3 0,1 4 0,1-5 0,5 5 0,-1-4 0,-3-3 0,-1 1 0,4-8 0,-13-1 0</inkml:trace>
  <inkml:trace contextRef="#ctx0" brushRef="#br0" timeOffset="29">31096 7668 8912,'-17'0'0,"7"0"0,-5 0 0,5 0 0,3 0 0,7 0 0,7-7 0,18 3 0,4-8 0,3-1 0,9-2 0,-1-3 0,6-5 0,-6-1 0,-2-1 0,-2 0 0,-1 2 0,-10 0 0,-8-2 0,-9 0 0,-7 1 0,-1 3 0,-3 1 0,-9 3 0,-7 8 0,-10 1 0,-1 8 0,-7 0 0,5 4 0,-2 7 0,-1 1 0,16 20 0,-4-1 0,4 7 0,2-2 0,7 6 0,6-7 0,8-1 0,8 1 0,12-3 0,11-3 0,9-6 0,6-4 0,7-10 0,0-3 0,4-6 0,-7-6 0,-4-5 0,-10-6 0,0-6 0,-4 2 0,-1-8 0,-16 0 0,2 1 0,-15-1 0,-1 6 0,-5-6 0,-7 10 0,-5 0 0,-3 8 0,-2 3 0,0 4 0,-3 2 0,-2 2 0,4 8 0,1 4 0,0 3 0,7 2 0,-7 0 0,6 0 0,1 1 0,2-1 0,3 0 0,5 0 0,0 0 0,0 1 0,2-9 0,3-3 0,7-4 0,3-2 0,2-2 0,1-4 0,-1 4 0,0-13 0,0 3 0,0 3 0,1-3 0,-1 1 0,0 1 0,0 5 0,0 3 0,1 2 0,-3 7 0,-2 3 0,-3 1 0,-2 1 0,5-3 0,-2 3 0,-3 3 0,7-11 0,-3 7 0,3-7 0,2 2 0,8-12 0,2-3 0</inkml:trace>
  <inkml:trace contextRef="#ctx0" brushRef="#br0" timeOffset="30">32008 7135 8912,'-17'0'0,"5"0"0,1 0 0,7 0 0,-3 2 0,7 4 0,0 5 0,1 10 0,3 4 0,2 2 0,7 2 0,-5 5 0,5 0 0,-1 1 0,-3-1 0,3 0 0,-4 7 0,-8-1 0,0-2 0,0-2 0,0-9 0,-2 3 0,-4-8 0,-6-7 0,-11 2 0,-3-7 0</inkml:trace>
  <inkml:trace contextRef="#ctx0" brushRef="#br0" timeOffset="31">31922 7427 8912,'2'-17'0,"4"0"0,-2 2 0,7 3 0,1-3 0,5 4 0,2 1 0,4-1 0,4-1 0,9 1 0,2 1 0,2 2 0,0-3 0,-5 5 0,-3 1 0,-3 5 0,-4-8 0,-8 6 0,0-4 0,-7 12 0,-4 5 0,-4 5 0,-2 1 0,0 0 0,0 0 0,0 0 0,-2 3 0,-4 2 0,4-2 0,-6 4 0,8-6 0,0-1 0,0 0 0,8-7 0,-4-3 0,5-9 0,1-3 0,-1-7 0,-5-3 0,10-8 0,-9 0 0,3-6 0,-2 6 0,-4-5 0,5 5 0,1 2 0,-6 2 0,4 2 0,-4 5 0,-2 1 0,0 7 0,7-4 0,3 8 0,7 8 0,0 1 0,0 3 0,1-1 0,-1 1 0,0 3 0,2-2 0,2-1 0,4-1 0,2-1 0,-6-3 0,6-7 0,-6 0 0,2 0 0,7 0 0,-5-1 0,4-5 0,-6-6 0,-6-3 0,-6-2 0,-1 0 0,-4 0 0,-4-1 0,5 1 0,-7 0 0,-7 0 0,-3 1 0,-7 5 0,0 3 0,-1 8 0,3 2 0,4 4 0,-5 4 0,5 7 0,3 0 0,-1 2 0,3 4 0,4-4 0,-4 4 0,4-4 0,4-4 0,4-3 0,4 3 0,7-3 0,8-5 0,1 7 0,9-9 0,-1-1 0,6-2 0,1-2 0,-1 0 0,-6 0 0,0-8 0,1-3 0,-8-4 0,-4-3 0,-4 1 0,-2 0 0,-7 0 0,-3-6 0,-7 0 0,0-6 0,0 5 0,0-3 0,0 6 0,-2-2 0,-2 4 0,-1 2 0,-1 7 0,-2 2 0,6 16 0,-3 3 0,3 5 0,4 9 0,1 1 0,3 1 0,8 6 0,-3-5 0,-3 10 0,-3 3 0,3-1 0,-2-6 0,-2 6 0,-10 0 0,-4 0 0,-7-5 0,-8-1 0,-3 1 0,-5-9 0,-1-3 0,-8-4 0,-2-1 0</inkml:trace>
  <inkml:trace contextRef="#ctx0" brushRef="#br0" timeOffset="32">28050 9061 8912,'-23'0'0,"0"2"0,2 3 0,2 7 0,2 9 0,2 6 0,3 5 0,4 1 0,8 11 0,0-2 0,10 3 0,5-4 0,8-3 0,4-4 0,4-5 0,3-6 0,4-12 0,2-7 0,-1-8 0,-1-5 0,2-9 0,-4-6 0,5-5 0,-5-5 0,-4-7 0,-3-4 0,-6-5 0,-12-2 0,-5 6 0,-13 1 0,-11-3 0,-8 6 0,-15 2 0,-8 13 0,-9 10 0,1 7 0,5 10 0,1 2 0,-1 4 0,8 11 0,8 4 0,7 8 0,14-6 0,-2 5 0,11-7 0,0 2 0,4-4 0,10-9 0,3-4 0,5-4 0,1-2 0</inkml:trace>
  <inkml:trace contextRef="#ctx0" brushRef="#br0" timeOffset="33">28239 8614 8912,'-24'-17'0,"6"-1"0,1 1 0,6 8 0,5 3 0,4 4 0,-6 12 0,8 9 0,0 13 0,0 18 0,0 13 0,0 11 0,0 7 0,0 10 0,0 7 0,0-5-283,0-1 1,2 0 282,4-6 0,-2 2 0,7-14 0,-7-7 0,2-10 0,3-11 0,3-6 0,-3-7 0,3-10 0,-1-8 0,7-15 0,-1 0 0,0 0 0</inkml:trace>
  <inkml:trace contextRef="#ctx0" brushRef="#br0" timeOffset="34">28721 8717 8912,'-28'-15'0,"1"3"0,4 5 0,8-1 0,-3 8 0,7 0 0,-4 13 0,-3 14 0,9 9 0,-1 24 0,6 4 0,-1 9 0,-1 9 0,6 4 0,0 4 0,6-14 0,1 5 0,3-7 0,1-7 0,7-10 0,5-9 0,-1-19 0,3-12 0,-2-11 0,-4-4 0,6-18 0,-8-3 0</inkml:trace>
  <inkml:trace contextRef="#ctx0" brushRef="#br0" timeOffset="35">28807 8958 8912,'-9'-8'0,"1"6"0,18-6 0,7 8 0,0 0 0,21 0 0,-3 0 0,1 0 0,0 8 0,-1-2 0,-1 11 0,-1-4 0,-5 10 0,-7-2 0,-7 2 0,-8 6 0,-5 3 0,-1 3 0,-7-1 0,-10-1 0,-12-3 0,-4-1 0,-1-8 0,0 2 0,-1-4 0,1-2 0</inkml:trace>
  <inkml:trace contextRef="#ctx0" brushRef="#br0" timeOffset="36">29203 8906 8912,'-17'0'0,"2"4"0,3 7 0,-1 3 0,7 14 0,0 1 0,6 5 0,0 1 0,0-1 0,8 6 0,3 0 0,1 1 0,5-7 0,-4-5 0,10-1 0,-3-9 0,-1 0 0,2-7 0,2-4 0,0-3 0,-6-12 0,0-11 0,0-8 0</inkml:trace>
  <inkml:trace contextRef="#ctx0" brushRef="#br0" timeOffset="37">29272 8597 8912,'-12'0'0,"1"0"0,7 0 0,-3 0 0,16 1 0,8 5 0,10 6 0,7 5 0,7 6 0,-5-2 0,4 7 0,-4 9 0,-1 3 0,-1 11 0,-7-3 0,-4 11 0,-4 1 0,-9-7 0,-5 4 0,-3-3 0,-2-2 0,-7-9 0,-5-2 0,-3-5 0,-2-2 0,0-7 0,-1-4 0,1-4 0,0-9 0,0-3 0,-1-7 0</inkml:trace>
  <inkml:trace contextRef="#ctx0" brushRef="#br0" timeOffset="38">29805 9473 8912,'-1'10'0,"-5"-4"0,-4-2 0,1 1 0,3 7 0,4 3 0,2 2 0,0 0 0,0 1 0,8-1 0,1 0 0,3 0 0,-1 0 0,1 8 0,5 2 0,0 0 0,0-4 0,0 3 0,-1-5 0,-3 8 0,-3 0 0,-3-3 0,-1 5 0,-6-6 0,0 2 0,0-6 0,-2 9 0,-4-5 0,-5 2 0,-4-6 0,-4 2 0,-4-12 0,2 2 0,-8-7 0,6 0 0,-4-6 0,2-2 0,4-4 0,-4-11 0,2-12 0,2-3 0,2-2 0,2-8 0,0-10 0,0-9 0</inkml:trace>
  <inkml:trace contextRef="#ctx0" brushRef="#br0" timeOffset="39">29909 9301 8912,'0'-17'0,"-6"0"0,0 0 0,0 7 0,6-1 0,0 11 0,8-4 0,2 19 0,7-5 0</inkml:trace>
  <inkml:trace contextRef="#ctx0" brushRef="#br0" timeOffset="40">4164 12396 8912,'-15'-11'0,"2"-1"0,3-1 0,1 0 0,1-1 0,-2 5 0,1 1 0,5-5 0,-4 3 0,10-5 0,4 3 0,-4-3 0,8 11 0,-5-7 0,5 7 0,7-4 0,2 8 0,4 0 0,-4 2 0,4 4 0,4-2 0,2 7 0,5-7 0,6 2 0,4-4 0,8-2 0,7 0 0,4 0 0,12 0 0,5 0 0,10 0-284,2 0 0,3 0 284,-9 0 0,2 0 0,-13 0 0,7 0 0,-9 0 0,5 0 0,-1 0 0,-3 0 0,-5 0 0,0 0 0,0 0 0,-2 0-41,-4 0 1,2 0 40,-8 0 0,10-2 0,2-4 0,0 2 0,5-7 0,-3 5 0,-4-5 0,-4-3 0,8 1 0,-8 1 0,8-3 0,-6 6 0,7-1 0,1-3 0,7 7 0,-7 0-712,2 6 712,-5 0 0,-9 0 0,-1 0-317,-1 0 317,-5 0 0,11 0 167,-8 0 1,8 6 0,-2 0-168,4-3 0,2-1 0,-2-2 0,-2 0 0,-2 0 0,0 0 0,6 0 0,0 0 0,-2-2 0,-2-1 0,-2-3 0,0 0 0,6 6 0,-3 0 0,-2 0 0,-5 0 0,-8 0 0,1 0 38,0 0 1,1 6-39,5 0 0,-3 5 0,8-5 0,2 1 0,10-1 0,-10-4 0,4 4 0,-6-4 0,0-2 0,4 0 0,-4 0 0,4 0 0,2 0 0,1-2 0,5-4 0,3 4 0,6-11 0,-5 7 0,-10 2 244,-1 2 0,-12 2 1,7 0-245,2 0 0,2 0 0,2 0 0,0 0 0,-1 0 0,1 0 0,-2 6 0,-4 0 91,-5-2 0,-3-2 1,1-2-1,3 0-91,2 0 0,2 0 0,0 0 0,0 0 0,2 0 0,-3 0 0,1 0 0,-8 0 0,1 0 0,-5 0 0,-3 0 0,9 0 0,3 0 0,-3 0 0,6 5 0,-4 1 0,3-2 0,1-2 0,-2-2 0,-6 0 0,-7 0 0,0 0 0,-6 0 0,0 0 0,0 0 0,6 0 0,-12 0 0,6 0 0,0 0 0,-5 0 0,5 0 0,-8 0 0,1 0 0,-1 0 0,-7-6 0,-4 0 0,-4 1 0,-2 5 0,-7-2 0,-3-2 0,1-2 0,-6 0 0,5 6 0,-14 0 0,5 0 0,-6 0 0,8 0 0,0 0 0,-7 0 0,3 0 0,-8 0 0,-7 2 0,-10 6 0,-5 7 0,-6 6 0,-12 2 0,-17 2 0,-9 2 0</inkml:trace>
  <inkml:trace contextRef="#ctx0" brushRef="#br0" timeOffset="41">22939 7565 8912,'0'-11'0,"0"-1"0,-2 1 0,-2-1 0,-1 1 0,-3 5 0,2-6 0,4 7 0,-3-7 0,3 1 0,2-6 0,0-1 0,7 9 0,-5-1 0,4 5 0,-2 1 0,2-8 0,-4 8 0,5-3 0,-7 7 0,8 0 0,-6 2 0,3 3 0,3 5 0,0 7 0,1 0 0,3 1 0,5 1 0,-2 4 0,-3 5 0,9-1 0,-4 2 0,2 1 0,2 8 0,2 3 0,-2-1 0,8-6 0,-6-5 0,5-1 0,-1-1 0,2 2 0,1-4 0,-7-8 0,2-2 0,-2-1 0,6-3 0,-4-7 0,7 3 0,-3-7 0,3 0 0,3 0 0,-1 0 0,3 0 0,3 0 0,-4 0 0,14 0 0,-4 0 0,3 0 0,3 0 0,0 0 0,-1 0 0,1 0 0,0 0 0,-1 0 0,1 0 0,-1 0 0,-5 6 0,-2 0 0,2-2 0,4-2 0,-10-2 0,17 0 0,-11 0 0,4 0 0,9 0 0,-11 0 0,4 0 0,-3 0 0,-6 0 0,4 0 0,-7 0 0,-1 0 0,-5 0 0,-3 0 0,-3 0 0,3 0 0,1 0 0,3 0 0,-1 0 0,-5 0 0,0 0 0,-1-6 0,7 0 0,-1-7 0,1 1 0,-1-3 0,0-4 0,1-4 0,7-4 0,-8-9 0,3-2 0,-7-2 0,-1-8 0,0 4 0,-1-8 0,-7 7 0,2-1 0,-9 9 0,-5 3 0,-1 9 0,-2-2 0,-6 16 0,0-2 0,0 18 0,-8 5 0,-3 7 0,-5 10 0,-1 7 0,-6 8 0,0 10 0,-7-1 0,10 1 0,-4 0 0</inkml:trace>
  <inkml:trace contextRef="#ctx0" brushRef="#br0" timeOffset="42">24333 7892 8912,'0'-18'0,"6"1"0,0 0 0,-3 0 0,-1 5 0,-2 1 0,0 7 0,0-2 0,0 12 0,0 8 0,0 7 0,0 7 0,0 12 0,0 6 0,-7 11 0,5 5 0,-6 6 0,0 1 0,7 2 0,-5 1 0,2 3 0,-2-2 0,4-3 0,-7 3 0,5-3 0,-2-3 0,-7-9 0,3 1 0,-7-8 0,0 1 0,0-8 0,-1-2 0,-1-10 0,-4-3 0,-3-4 0,-15-10 0,1-3 0,0-12 0,6-10 0</inkml:trace>
  <inkml:trace contextRef="#ctx0" brushRef="#br0" timeOffset="43">23817 8769 8912,'-8'-18'0,"6"9"0,-5-7 0,7 15 0,0-5 0,0 12 0,0 3 0,7 6 0,5-1 0,3-3 0,2 3 0,2 7 0,2 2 0,2-2 0,8-2 0,-10 4 0,8 0 0,-1 1 0,7-3 0,-1 2 0,1 0 0,-1-6 0,0 1 0,1-1 0</inkml:trace>
  <inkml:trace contextRef="#ctx0" brushRef="#br0" timeOffset="44">24454 8872 8912,'0'-18'0,"0"1"0,-8 2 0,-4 4 0,-5 5 0,-6 12 0,4 3 0,-13 10 0,3 4 0,-4 4 0,-1 2 0,0-1 0,-1 1 0,1 5 0,-1 1 0,1-1 0,0 0 0,7 1 0,4-1 0,4-3 0,1 3 0,1-11 0,0 6 0,-8-16 0,-2-5 0</inkml:trace>
  <inkml:trace contextRef="#ctx0" brushRef="#br0" timeOffset="45">22664 9766 8912,'-17'-44'0,"7"-4"0,4 8 0,4 4 0,2 5 0,-2 0 0,-1 7 0,-3-3 0,2-4 0,-5 6 0,-3 3 0,-3 2 0,-2 3 0,-1 2 0,1 4 0,-6 3 0,0 8 0,2 0 0,0 0 0,0 2 0,-2 4 0,0 3 0,0 10 0,0 4 0,0 4 0,6 7 0,-2 8 0,-2 4 0,-2 4 0,8 1 0,0 7 0,5-1 0,0-2 0,3 5 0,7-3 0,0-2 0,0-1 0,0-10 0,0 7 0,0-3 0,0 2 0,0 5 0,-8-13 0,-3 6 0,-5-2 0,-9-8 0,6 4 0,-21-23 0,4-4 0</inkml:trace>
  <inkml:trace contextRef="#ctx0" brushRef="#br0" timeOffset="46">21735 10161 8912,'0'-25'0,"0"6"0,0-4 0,0 10 0,1 3 0,5 3 0,-4-7 0,15 12 0,-1-3 0,5 3 0,11 2 0,3 0 0,7 7 0,5-5 0,3 6 0,4 0 0,3-6 0,-1 3 0,1-3 0,0-9 0,-5-3 0</inkml:trace>
  <inkml:trace contextRef="#ctx0" brushRef="#br0" timeOffset="47">22543 10092 8912,'-17'0'0,"6"-2"0,-1-3 0,8 3 0,-3-6 0,7 8 0,0 0 0,7 0 0,5 0 0,11 0 0,5 0 0,5-6 0,-1-1 0,-1-1 0,-2 1 0,-2-1 0,1 2 0,1 2 0,-12-7 0,2 5 0,-13-5 0,-2-3 0,-2-1 0,-6 4 0,-6-1 0,-7-1 0,-17 5 0,-1 2 0,-5 4 0,0 4 0,-6 4 0,2 4 0,0 9 0,2 4 0,2 3 0,7 9 0,7-1 0,8 1 0,9-1 0,11 0 0,4 1 0,11-3 0,11-3 0,13-4 0,6-8 0,9-2 0,7-3 0,2-5 0,0-9 0,-2-3 0,-8-5 0,10-13 0,-7-2 0,-3-1 0,-9-3 0,-4 0 0,-9 1 0,-5-3 0,-10 6 0,-13 2 0,-5 6 0,-5 6 0,-7 5 0,-5 4 0,-6 2 0,-6 0 0,-3 8 0,-1 1 0,5 8 0,5 1 0,-4-1 0,14 0 0,-5 0 0,7 0 0,-1 1 0,7-1 0,3 0 0,4-8 0,3-3 0,5-4 0,7-2 0,8 0 0,4 0 0,3 0 0,10-8 0,-5-1 0,5-8 0,0 0 0,-12-1 0,3 3 0,-6 2 0,-6 1 0,-2 1 0,-10 1 0,-1 3 0,-8 7 0,-6 7 0,-1 5 0,-3 3 0,0 2 0,-3 0 0,2 1 0,7 4 0,-2 3 0,4 0 0,2 0 0,0-2 0,8-4 0,3 0 0,5-2 0,1 4 0,0-13 0,2 3 0,4-5 0,4-12 0,7-3 0</inkml:trace>
  <inkml:trace contextRef="#ctx0" brushRef="#br0" timeOffset="48">23645 9869 8912,'-8'-10'0,"6"3"0,-13 14 0,13 3 0,-4 7 0,4 6 0,2 0 0,0 7 0,0-1 0,0 4 0,0 1 0,0 0 0,-2 1 0,-3-1 0,3 1 0,-12-1 0,9 0 0,-16 1 0,1-1 0</inkml:trace>
  <inkml:trace contextRef="#ctx0" brushRef="#br0" timeOffset="49">23335 10247 8912,'0'-25'0,"8"6"0,3-4 0,4 4 0,3 2 0,6 0 0,5 0 0,4 5 0,1 1 0,2 1 0,5-3 0,4 1 0,-3 8 0,8-9 0,-6 5 0,0-1 0,6 3 0,-8-3 0,-2 1 0,-5 4 0,-13 2 0,-2 2 0,-9 0 0,-7 0 0,4 0 0,-10 8 0,-4 3 0,-6 5 0,3 1 0,-3 0 0,-1 0 0,3 0 0,-1 1 0,7-1 0,-2 0 0,4 0 0,2-5 0,0-1 0,0 1 0,0-1 0,2-1 0,4-3 0,-4-1 0,15-6 0,0 0 0,3-8 0,6-5 0,1-6 0,-2-6 0,0-2 0,5 6 0,-9-6 0,8 5 0,-8 2 0,2-4 0,-11 6 0,3 9 0,-13 1 0,5 16 0,-7 3 0,0 5 0,0 1 0,0 0 0,8 0 0,4 0 0,3-5 0,2-1 0,0-1 0,2 3 0,4-1 0,4-8 0,2 3 0,-1-7 0,-5 0 0,6 0 0,-6 0 0,4 0 0,-2 0 0,3-7 0,-5-5 0,-2-3 0,-2-2 0,-1-1 0,-7 1 0,1 0 0,-9 7 0,5 1 0,-8 3 0,0 4 0,-2-5 0,-4 7 0,-1 2 0,-7 1 0,5 5 0,1 2 0,2 1 0,1 6 0,-1 0 0,0 1 0,6-1 0,0 0 0,0 0 0,0 0 0,0 1 0,0-1 0,2 0 0,4 0 0,3 0 0,9-5 0,1-3 0,4-1 0,-4 5 0,11-11 0,-5 4 0,2-4 0,2-10 0,-1 3 0,-1-11 0,-2-3 0,-4 0 0,-2-2 0,-2-2 0,-7 2 0,-4-8 0,1 8 0,-1-2 0,-2 4 0,-2 2 0,-2 0 0,0 7 0,-8 3 0,6 7 0,-5 7 0,7 5 0,0 3 0,7 2 0,5 1 0,3-1 0,0 0 0,-3 0 0,3 0 0,-3 1 0,3-1 0,0-6 0,-1 1 0,-3 1 0,-7 2 0,3 1 0,1-5 0,-6-3 0,6-8 0,-8 7 0,0-5 0,0 14 0,-8-15 0,-2 7 0,1 0 0,-6-6 0,3 3 0,-3-3 0,5-2 0,-5 0 0,5 0 0,-7 0 0</inkml:trace>
  <inkml:trace contextRef="#ctx0" brushRef="#br0" timeOffset="50">25039 10333 8912,'-8'-9'0,"6"-1"0,-4 4 0,4 2 0,2-7 0,0 5 0,0-5 0,8 5 0,4-5 0,3 1 0,4-3 0,4 1 0,-2 1 0,6-6 0,-2-1 0,3 1 0,-5 0 0,-2 0 0,-2-8 0,-3 6 0,-5-4 0,-5 4 0,-4 2 0,-6-1 0,-8 1 0,-1 8 0,-16 3 0,1 4 0,-7 6 0,1 7 0,7 1 0,-5 20 0,3-3 0,4 3 0,2 3 0,4-1 0,8 1 0,-1-1 0,8 0 0,-3-1 0,8-5 0,5-5 0,11-4 0,12-1 0,4-1 0,7-8 0,0-3 0,8-10 0,-2-3 0,3-3 0,3-9 0,0-2 0,-3-8 0,-3-1 0,-4-3 0,-9 5 0,-5-1 0,-8 0 0,-11-5 0,-1 1 0,-6 3 0,-6 1 0,-6 8 0,-7-7 0,0 10 0,5-1 0,1 14 0,5-1 0,-5 6 0,7 0 0,-4 4 0,8 5 0,0 8 0,0 12 0,0-2 0,2 7 0,4 1 0,2-1 0,5 0 0,-2 3 0,3 3 0,-7-4 0,1 6 0,-8-8 0,0 1 0,-8-1 0,-9 1 0,-11-1 0,-13-5 0,-4-3 0,-5-1 0,-9 4 0,-5-6 0,-3 0 0,6-6 0,4 0 0,-4 0 0,0 1 0</inkml:trace>
  <inkml:trace contextRef="#ctx0" brushRef="#br0" timeOffset="51">9224 12585 8912,'-17'0'0,"-1"0"0,1-2 0,0-1 0,0-3 0,0 0 0,9 6 0,8 0 0,8 0 0,9 0 0,0 0 0,0 0 0,0 0 0,-5 0 0,-1 0 0,3 0 0,-5 6 0,3 0 0,-1 7 0,6-2 0,1 5 0,-1 1 0,0 6 0,0 0 0,1-2 0,-1-2 0,0 0 0,0 4 0,0-4 0,1 4 0,-1-4 0,0-2 0,0 0 0,0 1 0,-7-1 0,-2 0 0,-1 0 0,-5 0 0,6 1 0,-8-1 0,0 0 0</inkml:trace>
  <inkml:trace contextRef="#ctx0" brushRef="#br0" timeOffset="52">9878 12551 8912,'0'-10'0,"0"-5"0,-2 13 0,-4-3 0,4 3 0,-7 2 0,3 0 0,-2 7 0,-5 5 0,1 3 0,1 4 0,-6 4 0,0 4 0,-1 0 0,-7 5 0,6-5 0,-6 7 0,1 1 0,5-1 0,-6 0 0,7 1 0,1-3 0,-2-3 0,0-6 0,0-4 0,4-2 0,-6-7 0,-6-3 0</inkml:trace>
  <inkml:trace contextRef="#ctx0" brushRef="#br0" timeOffset="53">9499 12946 8912,'8'-9'0,"-6"1"0,5 10 0,-7 4 0,8 3 0,-6 16 0,4 4 0,-4 3 0,3 5 0,1 1 0,-2 4 0,-2 2 0,-2 2 0,6 5 0,-1-1 0,-1-4 0,-2 3 0,-2-10 0,0 3 0,0-6 0,0 2 0,0-26 0,8 11 0,1-14 0</inkml:trace>
  <inkml:trace contextRef="#ctx0" brushRef="#br0" timeOffset="54">9947 13204 8912,'-16'-2'0,"5"-3"0,3 3 0,8-6 0,2 2 0,6 1 0,9 1 0,2-4 0,10 2 0,-1-7 0,7 2 0,-1 3 0,-5-7 0,0 3 0,1-3 0,1 4 0,-2-1 0,-7-1 0,-2-3 0,-3-1 0,-2 0 0,-3 0 0,-5 0 0,-9-1 0,-3 3 0,-7 4 0,-3-5 0,-4 14 0,-2-3 0,-2 3 0,-8 2 0,2 4 0,-3 7 0,3 3 0,1 14 0,-1 1 0,-4 7 0,5 4 0,3 4 0,15 8 0,5-1 0,-3 1 0,2-1 0,8-1 0,11-4 0,8-6 0,6-4 0,15-5 0,4-8 0,4-12 0,2-7 0,-3-6 0,1-3 0,2-7 0,-12-11 0,9-4 0,-14-9 0,-1-4 0,1 4 0,-3-18 0,-3 6 0,-6 1 0,-12-1 0,3-4 0,-9 1 0,1 7 0,-6 4 0,0 5 0,0 7 0,0 5 0,0 11 0,-7-3 0,5 13 0,-6 2 0,8 10 0,0 7 0,0 0 0,8 2 0,3 4 0,10-2 0,4 6 0,2 0 0,3-1 0,-3-5 0,2 2 0,-6 2 0,3 0 0,-1 2 0,-9-6 0,-9 5 0,-9-5 0,-3 2 0,-13 8 0,-10-6 0,-10 5 0,-3-1 0,-6-8 0,1 2 0,-2-2 0,2 2 0,4-4 0,9 4 0,5-12 0,-5 5 0,6-7 0</inkml:trace>
  <inkml:trace contextRef="#ctx0" brushRef="#br0" timeOffset="55">19084 11726 8912,'-11'0'0,"1"-2"0,1-2 0,1-4 0,-1 1 0,-1-3 0,-1 1 0,1-5 0,-3 5 0,5-1 0,0 1 0,1-1 0,-1 6 0,4-3 0,-2-1 0,-5 8 0,5 0 0,-7 9 0,1 14 0,5 12 0,-9 9 0,5 9 0,-2 5 0,1 5 0,6 3 0,4 3 0,2 0 0,8 0 0,4 0 0,11-16 0,5-7 0,5-8 0,9-13 0,4-8 0,3-7 0,3-12 0,0-4 0,-1-13 0,1-15 0,-8-3 0,-4-9 0,-7-1 0,-10-3 0,-8-4 0,-15-3 0,-4 4 0,-7-5 0,-11 5 0,-18 1 0,-4 3 0,-7 3 0,-9 4 0,7 11 0,-4 6 0,3 8 0,10 11 0,2 6 0,8 12 0,-1 3 0,10 8 0,8 0 0,7 6 0,10-6 0,8-8 0,9 0 0,10-5 0</inkml:trace>
  <inkml:trace contextRef="#ctx0" brushRef="#br0" timeOffset="56">19016 11227 8912,'-18'-17'0,"7"2"0,1 1 0,3 3 0,1 7 0,6 4 0,0 13 0,0 18 0,0 15 0,8 19 0,3 15 0,-1 8-229,-4-40 1,-1 1 0,-2 4-1,0 1 229,3 9 0,-1 0 0,-3-2 0,0 1 0,5 2 0,0 0 0,-3-5 0,-1 0 0,2-1 0,0-1 0,0-5 0,1-1-119,11 41 1,-5-14 118,-1-9 0,1-18 0,5-16 0,-2-11 0,-3-4 0,3-3 0,-7-10 0,3-7 0,-3 0 0,-8-7 0</inkml:trace>
  <inkml:trace contextRef="#ctx0" brushRef="#br0" timeOffset="57">19687 12224 8912,'0'-11'0,"0"-1"0,0-1 0,0-2 0,0-2 0,0 7 0,5 4 0,1 12 0,0 4 0,-6 9 0,0 5 0,0 11 0,0 1 0,0 10 0,0 0 0,0 5 0,0 1 0,0 0 0,0-8 0,2 3 0,4-5 0,5 2 0,-3-6 0,7-3 0,-4-12 0,5-4 0,1-10 0,8-1 0,2-8 0</inkml:trace>
  <inkml:trace contextRef="#ctx0" brushRef="#br0" timeOffset="58">20375 11760 8912,'0'-17'0,"0"0"0,0 0 0,0-1 0,0 1 0,0 10 0,0 10 0,0 18 0,0 8 0,0 17 0,0 2 0,0 9 0,0-4 0,0 12 0,0-7 0,2-7 0,2-5 0,2 2 0,-1-4 0,-5 2 0,6-8 0,0 0 0,-1-7 0,3-8 0,-6-4 0,6-10 0,-8-1 0</inkml:trace>
  <inkml:trace contextRef="#ctx0" brushRef="#br0" timeOffset="59">20169 12156 8912,'-16'-2'0,"3"-2"0,1-2 0,9-2 0,1 5 0,11-5 0,14-2 0,15 7 0,12-13 0,7 5 0,10-4 0,-2-3 0,2 1 0,2 0 0,-17 0 0,3 0 0,-11-1 0</inkml:trace>
  <inkml:trace contextRef="#ctx0" brushRef="#br0" timeOffset="60">21236 11777 8912,'-35'10'0,"1"5"0,1-5 0,4 9 0,7 4 0,-3 3 0,2 9 0,7 1 0,9 4 0,1 4 0,0 0 0,8 2 0,10-12 0,5 3 0,6-12 0,6 1 0,5-12 0,4-3 0,2-7 0,1-4 0,-5-2 0,4-4 0,-6-3 0,1-8 0,-3-8 0,-9-4 0,-2-3 0,-2-3 0,-3-1 0,-5-2 0,-5-2 0,-4-6 0,-2 6 0,-2-6 0,-4 6 0,-5 1 0,-10 5 0,-4 5 0,-2 6 0,-2 4 0,-3 10 0,3 3 0,-1 4 0,7 2 0,7-7 0,-7 5 0,4-6 0</inkml:trace>
  <inkml:trace contextRef="#ctx0" brushRef="#br0" timeOffset="61">21322 11382 8912,'-18'0'0,"7"0"0,-1 0 0,7 2 0,-7 4 0,6 7 0,-3 16 0,1 11 0,-3 15 0,5 10 0,2 8 0,2 13 0,2 7-265,0 5 1,8-7 264,3-10 0,5-7 0,1-9 0,0-2 0,-2-15 0,-3-2 0,3-10 0,-3-7 0,-5 3 0,1-13 0,0-2 0,1-9 0</inkml:trace>
  <inkml:trace contextRef="#ctx0" brushRef="#br0" timeOffset="62">21752 11984 8912,'0'-18'0,"2"-1"0,3-4 0,5 4 0,9-4 0,2 4 0,2 2 0,8 0 0,-5 7 0,9 5 0,-1 3 0,-7 2 0,4 7 0,-8 5 0,-2 11 0,-10 7 0,-3 7 0,-3 5 0,1 2 0,0 1 0,-12 7 0,-1-2 0,-3-5 0,-1 5 0,-1-14 0,1 5 0,-3-5 0,7-2 0,-7-7 0,8-4 0,1-12 0,7-3 0,3-10 0,7-4 0,11-5 0,5-12 0,7-6 0,5-3 0,-4 5 0,12-5 0,-6 5 0,2 0 0,-6-3 0,3 7 0,-5 0 0,-2 6 0</inkml:trace>
  <inkml:trace contextRef="#ctx0" brushRef="#br0" timeOffset="63">23146 11330 8912,'-40'-5'0,"-1"1"0,3 8 0,2 11 0,1 12 0,1 13 0,1 6 0,5 13 0,5 10 0,11 7 0,7 10 0,3-2 0,2-4 0,0-5 0,7-5 0,-3-10 0,8-9 0,1-9 0,0-7 0,-1-7 0,3-3 0,-5-8 0,7-7 0,-2-12 0,-3-15 0,3-8 0,-5-9 0</inkml:trace>
  <inkml:trace contextRef="#ctx0" brushRef="#br0" timeOffset="64">23163 11623 8912,'25'9'0,"-6"6"0,13-5 0,-3 7 0,4 0 0,-5 8 0,1 4 0,0 3 0,-3 3 0,-7-1 0,-7 0 0,-8 3 0,2-1 0,-5-2 0,-8 5 0,-5-13 0,-3 1 0,-10-2 0,4-8 0,-6 0 0,2 1 0,3-9 0,4-1 0,1-8 0,8 0 0,-7-16 0,7-3 0</inkml:trace>
  <inkml:trace contextRef="#ctx0" brushRef="#br0" timeOffset="65">23524 11674 8912,'-17'2'0,"0"4"0,0-4 0,-1 15 0,3 0 0,4 10 0,-5 5 0,9 10 0,-5 2 0,7 0 0,3 6 0,2-6 0,0 5 0,2-3 0,3-6 0,5-11 0,7-6 0,2-6 0,4-5 0,-4-5 0,4-7 0,-4 0 0,-2-7 0,8-11 0,2-8 0</inkml:trace>
  <inkml:trace contextRef="#ctx0" brushRef="#br0" timeOffset="66">23610 11193 8912,'25'25'0,"2"3"0,9 12 0,4 8 0,6 8 0,2 12 0,-2 13 0,-6 4 0,-13 5 0,-10 2 0,-9-2 0,-16-6-268,-9-10 1,-10-7 267,-13-15 0,4-8 0,-12-2 0,8-8 175,1 0-175,11-7 0,5-8 0,9-7 89,3 1-89,0-5 0,-7-16 0,1-11 0</inkml:trace>
  <inkml:trace contextRef="#ctx0" brushRef="#br0" timeOffset="67">18568 11038 8912,'-32'-6'0,"1"-1"0,2-1 0,-1 0 0,-3 5 0,-1 3 0,-1 7 0,1 10 0,-6 18 0,0 16 0,0 14 0,-2 14 0,23-32 0,3 3 0,-3 10 0,2 2 0,2 7 0,3 2 0,2 7 0,1 2 0,-2 6 0,3 2 0,4 7 0,2 1-305,-1-1 1,2-1 0,6 2 0,4-3-1,2-6 1,4-4 304,5-2 0,2-3 0,1-9 0,4-4 0,6-6 0,3-4 0,-4-7 0,3-4 0,4-4 0,2-4 0,0-3 0,2-4-266,1-5 0,2-3 266,5-3 0,1-5 0,8-3 0,1-3 0,5-2 0,0-4 0,-2-3 0,0-2 0,4-3 0,0-3 0,-2-3 0,0-3 0,2 0 0,-1 0 0</inkml:trace>
  <inkml:trace contextRef="#ctx0" brushRef="#br0" timeOffset="68">22044 10866 8912,'-9'-11'0,"3"11"0,12 11 0,5 31 0,10 6 0,4 9 0,2 12 0,3 9 0,11 8 0,-19-40 0,0 0 0,0 2 0,0 1 0,2 5 0,-1 1 0,-2 3 0,-1 1 0,-1 2 0,0 0 0,-1 2 0,-2 0-59,0 0 0,-3-2 1,-3-4-1,-3-1 0,-4-4 1,-2-1 58,-5 43 0,-15-4 0,-14-3 0,-5-1 0,-10-9 0,4-16 0,-1-4 0,-1-7 0,15 1 0,-1-22 87,14 0-87,9-16 0,9 2 0,9-5 0</inkml:trace>
  <inkml:trace contextRef="#ctx0" brushRef="#br0" timeOffset="69">24746 11605 8912,'-17'0'0,"7"0"0,-5 0 0,17 0 0,4 0 0,15 0 0,11 0 0,10 0 0,10 0 0,0-5 0,5-1 0,-5 2 0,-7 2 0,3 2 0,-6 0 0,0-2 0,0-3 0,-9 3 0,-8-6 0</inkml:trace>
  <inkml:trace contextRef="#ctx0" brushRef="#br0" timeOffset="70">24849 12173 8912,'-34'0'0,"7"-8"0,2 6 0,16-5 0,9-1 0,15-2 0,12 1 0,7-6 0,16 3 0,2-3 0,-5-2 0,13-1 0,-11 1 0,-3 0 0,12-8 0,-5-2 0</inkml:trace>
  <inkml:trace contextRef="#ctx0" brushRef="#br0" timeOffset="71">26037 11623 8912,'-23'0'0,"-2"0"0,-2 0 0,-2 1 0,-5 5 0,0 6 0,-1 11 0,7 7 0,1 14 0,2 11 0,4 10 0,4 0 0,5 10 0,6-4 0,12-10 0,6-4 0,11-11 0,5-6 0,5-11 0,1-12 0,1-11 0,-1-5 0,0-1 0,7-9 0,1-8 0,2-10 0,-6-5 0,2-3 0,-4-1 0,-1-4 0,-8 3 0,-4-10 0,-12 7 0,-3-8 0,-8 4 0,0 0 0,-8 2 0,-11 7 0,-14 1 0,-5 0 0,-8 7 0,6 4 0,0 12 0,6-3 0,-1 8 0,1 3 0,7-7 0,-6 1 0,7-9 0</inkml:trace>
  <inkml:trace contextRef="#ctx0" brushRef="#br0" timeOffset="72">26037 11244 8912,'0'-9'0,"0"1"0,0 12 0,0 9 0,0 16 0,-8 21 0,-3 18 0,1 26 0,5-38 0,-1 3 0,-2 6 0,-2 1 0,-1 6 0,-1 0 0,2-2 0,1 1-1077,2-1 1,1 0 1076,-2-5 0,1-1 0,2 1 0,0-2 0,-2-4 0,-1-3 0,2-4 0,0-1 164,-1 41 0,7-27 0,0-8-164,0-11 0,0-8 0,0-11 0,0-4 0,0-12 0,0-7 0,2-15 0,3-12 0,5-15 0,7-6 0</inkml:trace>
  <inkml:trace contextRef="#ctx0" brushRef="#br0" timeOffset="73">26708 11984 8912,'0'17'0,"0"8"0,0 3 0,0 5 0,0 3 0,0 4 0,0 4 0,0 8 0,0-1 0,0 1 0,0-1 0,0-1 0,0-4 0,0-6 0,0-11 0,0-6 0,2-8 0,4-9 0,3-16 0,8-17 0</inkml:trace>
  <inkml:trace contextRef="#ctx0" brushRef="#br0" timeOffset="74">27207 11468 8912,'-27'0'0,"-5"0"0,11 2 0,-8 3 0,8 7 0,-4 11 0,0 6 0,6 11 0,-4 7 0,4 9 0,2 7 0,7 11 0,3-3 0,7 2 0,0-8 0,7-14 0,9-5 0,6-12 0,3 3 0,-2-16 0,6-6 0,2-7 0,-3-6 0,5-10 0,-7-2 0</inkml:trace>
  <inkml:trace contextRef="#ctx0" brushRef="#br0" timeOffset="75">27362 11605 8912,'11'0'0,"1"0"0,-1 0 0,3 0 0,1 0 0,4 0 0,4 2 0,0 4 0,-4 4 0,4 7 0,-4 8 0,-2 3 0,-1 5 0,-5 1 0,-3 0 0,-8 7 0,0-1 0,-8 2 0,-3-2 0,-5-6 0,-1 1 0,0-3 0,0-9 0,1 0 0,5-6 0,3-7 0,8-5 0,0-12 0,0-10 0,10-2 0,5-12 0,8-3 0,4-5 0,2-8 0,5 3 0,0-8 0,-7 0 0,-2 3 0,0 3 0,-12 6 0,4 11 0,-11 4 0,0 16 0,-12 3 0,0 4 0,-11 2 0,2 10 0,-14 7 0,-1 10 0,-3 13 0,4-2 0,3 8 0,1 2 0,4 1 0,4-5 0,5-2 0,6 0 0,4-5 0,4 3 0,4-12 0,6-5 0,11-4 0,3-9 0,9-4 0,-1-4 0,8-2 0,2 0 0</inkml:trace>
  <inkml:trace contextRef="#ctx0" brushRef="#br0" timeOffset="76">27861 11399 8912,'17'0'0,"0"0"0,0 0 0,8 0 0,-4 8 0,6 3 0,-2 4 0,0 10 0,-4 6 0,2 7 0,0 2 0,-6 12 0,-7 1 0,-5 12 0,-3-2 0,-2 0 0,-9 0 0,-7-3 0,-5-7 0,-2-5 0,6-14 0,0-1 0,0-5 0,7-3 0,-3-13 0,7-1 0,0-7 0,6-4 0,0-10 0,0-7 0</inkml:trace>
  <inkml:trace contextRef="#ctx0" brushRef="#br0" timeOffset="77">28859 11451 8912,'0'-18'0,"0"1"0,0 6 0,0-1 0,0 9 0,0 10 0,0 16 0,0 8 0,0 5 0,0 4 0,0 6 0,0 4 0,0 1 0,0 1 0,-2 1 0,-4 5 0,4-11 0,-3 5 0,1-6 0,-2 0 0,4-4 0,-4-10 0,5-3 0,-7-4 0,-2-8 0</inkml:trace>
  <inkml:trace contextRef="#ctx0" brushRef="#br0" timeOffset="78">28721 11794 8912,'-9'-17'0,"3"0"0,4 0 0,4 5 0,4 1 0,3 7 0,18-3 0,6 7 0,5 0 0,10 0 0,1 0 0,11-2 0,1-2 0,4-2 0,-4-2 0,2 3 0,0-5 0,6-7 0</inkml:trace>
  <inkml:trace contextRef="#ctx0" brushRef="#br0" timeOffset="79">29651 11571 8912,'-29'0'0,"0"0"0,1 2 0,1 4 0,-6 3 0,5 8 0,3 8 0,0 4 0,8 11 0,1 6 0,3 2 0,1-3 0,9 5 0,-3-14 0,12 5 0,5-5 0,4-17 0,3 2 0,1-15 0,4-3 0,-4-1 0,13-4 0,-3-3 0,4-7 0,1-3 0,0-10 0,1-3 0,-3-5 0,-3-1 0,-6-1 0,-4 1 0,-4-2 0,-3-5 0,1 3 0,-7-8 0,-2 8 0,-10-2 0,-5 10 0,-11 3 0,0 2 0,-9 10 0,4 1 0,-7 9 0,-1-1 0,1 6 0</inkml:trace>
  <inkml:trace contextRef="#ctx0" brushRef="#br0" timeOffset="80">29599 11330 8912,'9'0'0,"-1"0"0,-8 8 0,-6 11 0,-1 15 0,-3 10 0,-7 16 0,-8 8 0,0 11 0,0 5 0,2 2 0,6 0 0,8-8 0,3-4 0,4-3 0,2-17 0,0-8 0,8-10 0,3-8 0,4-5 0,3-4 0,-9-9 0,14-10 0,-4-10 0</inkml:trace>
  <inkml:trace contextRef="#ctx0" brushRef="#br0" timeOffset="81">29909 12087 8912,'25'-17'0,"3"-1"0,5 1 0,1 0 0,-1 7 0,-5 5 0,-1 3 0,-6 2 0,2 0 0,0 0 0,-8 7 0,-3 5 0,-5 3 0,-8 2 0,-5 1 0,-4 5 0,-9 1 0,-2 1 0,-2 0 0,0 6 0,0-7 0,2 7 0,6-2 0,-2-8 0,7 9 0,-5-7 0,3-2 0,-1-2 0,7-2 0,2-7 0,12-4 0,9-4 0,8-2 0,11-4 0,5-8 0,3 1 0,7-12 0,-5-4 0,0-1 0,-8-5 0,12-9 0,-6-2 0</inkml:trace>
  <inkml:trace contextRef="#ctx0" brushRef="#br0" timeOffset="82">30700 11347 8912,'-17'0'0,"-2"0"0,-2 2 0,-2 4 0,-6 6 0,6 11 0,-7 11 0,3 17 0,-7 13 0,1 10 0,4 6 0,6 2 0,6-1 0,6-7 0,1-3 0,4-2 0,5-16 0,-5-3 0,12-16 0,-3-7 0,9-4 0,-1-12 0,7-5 0,6-12 0,3-3 0</inkml:trace>
  <inkml:trace contextRef="#ctx0" brushRef="#br0" timeOffset="83">30907 11588 8912,'17'0'0,"0"0"0,0 8 0,1 3 0,1 10 0,2 4 0,2 2 0,-6 2 0,-6 5 0,-1 6 0,1 0 0,-5-2 0,-6-1 0,-6-3 0,-5-5 0,-12-1 0,-4-7 0,-7 2 0,-1-4 0,1-1 0,1-3 0,5-4 0,-3 3 0,8-9 0,8 1 0,15-13 0,10-3 0</inkml:trace>
  <inkml:trace contextRef="#ctx0" brushRef="#br0" timeOffset="84">31182 11674 8912,'-27'17'0,"2"2"0,3 4 0,-1 6 0,0 9 0,5 2 0,1 8 0,8-6 0,3 4 0,4 2 0,2-8 0,0-2 0,6-9 0,1-6 0,3-4 0,1-2 0,7 0 0,-1-7 0,0-5 0,0-5 0,0-5 0,1-5 0,7-15 0,1-1 0</inkml:trace>
  <inkml:trace contextRef="#ctx0" brushRef="#br0" timeOffset="85">31561 11124 8912,'0'17'0,"5"8"0,1 4 0,8 11 0,-5 9 0,3 13 0,-1 12 0,-7 10 0,2 8-333,-4 3 0,-9-41 1,-2 1 332,-1 0 0,-3-1 0,-1-3 0,-2-3 0,-21 40 0,-3-9 0,-8-7 0,-7-5 0,1-10 0,-5 1 0,8-12 0,-7-1 0,1-10 0,-8 3 0,2-9 0,-4 3 0,-2 3 0</inkml:trace>
  <inkml:trace contextRef="#ctx0" brushRef="#br0" timeOffset="86">28945 11674 8912,'0'-17'0,"0"0"0,0 0 0,0-1 0,-2 1 0,-2 0 0,-1 0 0,-3 3 0,4-1 0,-4-6 0,-1-4 0,3-3 0,-5-7 0,-3 1 0,-1-1 0,-2-7 0,0-5 0,-3-7 0,-3-3 0,4-8 0,-13-4 0,3-9 0,-5-2 0,-6-1 0,-6 3 0,18 37 0,-2 0 0,0 1 0,-3 0 0,-6-2 0,-2 0-207,-2-1 1,0 0-1,-1-2 1,0 2 206,3 5 0,2 1 0,1 3 0,1-1 0,-26-28 0,4 0-22,7-5 0,4-1 1,-1-2-1,-7-1 22,-3-3 0,25 30 0,-3 0 0,-1 9 0,-2 2-152,-3-4 1,0 1-1,0 2 1,0 1 151,0 5 0,0 1 0,-5-2 0,0 1 0,-2 1 0,-1 0 0,-2 0 0,-1-1 0,-4 0 0,-1 1 0,1 2 0,1 0 0,1 1 0,1-1 0,1 0 0,1 0 0,4 0 0,1 0 0,1 0 0,0 1 0,-2 3 0,2 0 0,-23-20 0,-5 8 0,12-7 0,8 1 0,7 2 0,6 0 0,7 0 0,1-2 0,-1 1 0,9-5 0,-5 14 0,8-3 765,2 7-765,-6 3 0,8 6 0,-2-1 88,8 1-88,-3 8 0,15-1 0,-5 4 666,4-5-666,2 3 0,0 1 0,0 7 0,0 0 0,8-8 0,9 6 0,10-21 0,7 4 0</inkml:trace>
  <inkml:trace contextRef="#ctx0" brushRef="#br0" timeOffset="87">26157 7943 8912,'17'-17'0,"1"0"0,5 0 0,-2-1 0,-6 1 0,2 0 0,-15 0 0,4 5 0,-12 3 0,-9 1 0,-12 4 0,-11 2 0,-20 2 0,-3 8 0,-8 4 0,0 3 0,1 2 0,-1 2 0,0 4 0,8-2 0,3 8 0,5 7 0,1 10 0,8 4 0,2 7 0,10 2 0,3 2 0,12-5 0,11 3 0,14-6 0,9 5 0,15-11 0,14 5 0,12-10 0,5 4 0,4-4 0,2 6 0,-3 1 0,-2-1 0,-5 0-151,-8 3 1,9-7 0,1-2 0</inkml:trace>
  <inkml:trace contextRef="#ctx0" brushRef="#br0" timeOffset="88">20083 9301 8912,'-12'-1'0,"1"-5"0,7 4 0,-2-6 0,12 10 0,5 2 0,5 2 0,6 7 0,3-1 0,2 3 0,4 2 0,1 0 0,3 0 0,-1 1 0,0-1 0,1 0 0,-1 0 0,1 0 0,1 1 0,2-1 0,2 0 0,8 0 0,-10 0 0,8-1 0,2-5 0,2-3 0,15-2 0,4-1 0,1-1 0,9-2 0,-8-4 0,5-4 0,-5-5 0,-8-4 0,-2 3 0,-21 3 0,-1 1 0,-3-5 0,-2 9 0,1-6 0,-1 3 0,-3 1 0,1 6 0,6-2 0,5-4 0,-5 4 0,6-7 0,-4 5 0,6-2 0,3-7 0,1 5 0,-4-3 0,2-5 0,-8 5 0,0-4 0,-5-3 0,-3 1 0,-1 0 0,-5 0 0,-1 0 0,-4-1 0,6 1 0,-8 0 0,4 0 0,2-6 0,-2 0 0,8-2 0,-5 2 0,1-5 0,6 3 0,-7-8 0,9 5 0,-1-5 0,-1-1 0,-3-1 0,-3 3 0,-2 3 0,-2-3 0,-6 11 0,0-6 0,1 2 0,-1 10 0,-6 0 0,1 3 0,1-3 0,2-2 0,3 0 0,6-1 0,-3 1 0,8 0 0,6 0 0,7 0 0,2-1 0,-4 1 0,4 0 0,0 0 0,0 0 0,2-8 0,-1 6 0,-1-4 0,-1 4 0,-3 1 0,0 7 0,0 0 0,-2-3 0,-9-1 0,3-2 0,-3-1 0,-2 7 0,2 0 0,1-3 0,1-1 0,-3-2 0,5 7 0,-6-5 0,9 3 0,4-3 0,-4 4 0,5-1 0,1 3 0,-2-3 0,8-3 0,-6 5 0,4-5 0,-6 4 0,4-5 0,2 5 0,3-3 0,3 3 0,0-4 0,-1 7 0,1-5 0,-1 1 0,5 1 0,-4-6 0,-3 5 0,-9 1 0,-11-1 0,11 3 0,-13 1 0,0 0 0,-2 6 0,0-7 0,5 5 0,8-2 0,1-1 0,6 3 0,3-2 0,2 2 0,9-5 0,1 5 0,3-7 0,-6 5 0,-11-6 0,4 7 0,-6-5 0,0 2 0,3-5 0,-6 2 0,4 1 0,-4-1 0,6 7 0,-5-10 0,4 9 0,-2-7 0,-5 5 0,3-3 0,2-3 0,3-3 0,3 7 0,-6-5 0,-2 7 0,0-3 0,-11 1 0,3-3 0,-11-1 0,0 7 0,-4-7 0,-3 9 0,-3-8 0,-2-1 0,3-2 0,9-2 0,-4-1 0,4 1 0,4-2 0,-1-2 0,3-4 0,0-1 0,-8 4 0,9-10 0,-7 3 0,6-3 0,-6-2 0,-2-1 0,-2-1 0,-2-4 0,0 3 0,1-12 0,-1 3 0,0-4 0,-7 6 0,5-5 0,-4 1 0,5-8 0,-7 3 0,7-6 0,-5 7 0,4 1 0,3-3 0,-3 1 0,-2-3 0,-1 1 0,-1 13 0,4-21 0,-1 11 0,-3-1 0,1-1 0,-3 3 0,-1 1 0,0 4 0,-6-4 0,5 14 0,-7-4 0,0 4 0,-2 7 0,-3 0 0,-3 6 0,-5-5 0,1-3 0,1 5 0,-5-1 0,5 2 0,-4-6 0,5 10 0,-7-7 0,0 5 0,-1-6 0,-1-1 0,-2-3 0,-2-1 0,-7-1 0,3 3 0,-8 1 0,1 3 0,-8-1 0,-4-5 0,-4 7 0,-1 4 0,-9-4 0,5 8 0,-6-4 0,2 4 0,1 2 0,7 0 0,-3-1 0,-3 1 0,-6 0 0,-10-2 0,-4-2 0,-1-2 0,5 0 0,-11 4 0,6-2 0,-1-2 0,3 2 0,-1 2 0,7 2 0,-5 0 0,-3-1 0,7 1 0,-4 0 0,5 0 0,3 0 0,0-3 0,0-1 0,-4-1 0,-1 6 0,3 1 0,-2 5 0,-4 1-114,5-6 0,-7 7 114,8-4 0,6-1 0,0 7 0,4-7 0,-6 2 0,-2-5 0,2-1 0,-2 6 0,-6-1 0,-1-1 0,-8-3 0,11-1 0,-2 0 0,8 0 0,0 0 0,6 0 0,-2-1 0,5 7 0,-1-1 0,-2 1-7,1-6 0,1 5 7,5 1 0,1-1 0,-1-5 0,6 6 0,0-1 0,0 7 0,-5-7 0,-1 8 0,0-2 0,1 5 0,-3 1 0,-3 0 0,3 0 0,-5 0 0,7 0 0,1 0 0,-1 0 0,6 0 0,0 1 114,-1 5 0,3-4-114,-2 4 0,6 2 7,-6-3 0,7 7-7,-1-7 0,6 3 0,5-2 0,-1-2 0,5 5 0,0-1 0,0-4 0,2 5 0,4-5 0,-2 6 0,-2-3 0,-8 7 0,10-11 0,-5 9 0,1 1 0,-6 3 0,2 1 0,-3 0 0,-2 0 0,7 0 0,-4 2 0,6 2 0,-1 2 0,-3 8 0,0-10 0,1 8 0,6-3 0,-2 5 0,-1-2 0,6-1 0,-4 7 0,4-1 0,1 0 0,-1 1 0,-4-1 0,4 1 0,-6 1 0,8 4 0,-8 2 0,-3 4 0,-3 7 0,2-7 0,-1 8 0,7-9 0,0-1 0,6 2 0,-1 2 0,1 2 0,0 1 0,0 1 0,0-1 0,-1 1 0,1 5 0,0 1 0,5-7 0,1-5 0,-2 2 0,-3-4 0,-1 2 0,0-1 0,5 9 0,1 3 0,-1-3 0,-5 5 0,2-2 0,2 1 0,1-3 0,1-2 0,-5-7 0,5 0 0,-4 0 0,3 6 0,3-7 0,-1-1 0,2-2 0,-5 8 0,1 2 0,3-7 0,-3 7 0,9-12 0,-7 8 0,6-6 0,-3 0 0,-3 0 0,-1-2 0,-7-5 0,7-1 0,-1 2 0,-1 2 0,-2 3 0,-2-3 0,7-2 0,-3-2 0,5 1 0,-2-1 0,7-7 0,-7 5 0,6-3 0,-2 4 0,1 1 0,3-2 0,-4-3 0,2 4 0,-5-5 0,1 5 0,0-1 0,5-1 0,-3-3 0,2 3 0,-6 1 0,9-3 0,-5 0 0,2 1 0,0 1 0,-2-2 0,1 3 0,-1-5 0,0 7 0,-1 1 0,3-3 0,-2-3 0,0 1 0,6-7 0,0 8 0,0-12 0,0 4 0,0-4 0,0-2 0,0 2 0,0 2 0,0 2 0,0 0 0,0 0 0,-2 0 0,-3-2 0,3 6 0,-6-6 0,8 5 0,0-1 0,0 0 0,0-2 0,0-4 0,0 4 0,0-4 0,0-2 0,0 0 0,0 1 0,0-1 0,0 0 0,0 0 0,0-7 0,0 5 0,0-3 0,0-3 0,0 3 0,0-1 0,0 6 0,6-5 0,-1-1 0,1-5 0,-6 5 0,8 1 0,-4-3 0,7-3 0,-7 4 0,6-8 0,-5 3 0,7-3 0,3-2 0,-2 0 0,3 0 0,3 0 0,2 0 0,-4-15 0,0-4 0</inkml:trace>
  <inkml:trace contextRef="#ctx0" brushRef="#br0" timeOffset="89">14541 6568 8912,'-34'-2'0,"1"-2"0,5-2 0,5 1 0,4-3 0,11 6 0,8-4 0,10 4 0,13 2 0,-4 0 0,4-2 0,-2-1 0,0-3 0,2 2 0,7 2 0,-1 2 0,3 2 0,5 4 0,1 5 0,2 5 0,10 10 0,1 9 0,13 11 0,-25-17 0,2 3 0,5 3 0,2 0 0,3 3 0,3 1 0,2 1 0,2 0-322,5 3 0,1 0 1,-3-4-1,2-2 322,3-1 0,0-3 0,-8-6 0,0-4 0,0-7 0,-1-3 0,-4-3 0,-1-3-177,46-7 0,-10-2 177,-8-4 0,-7-9 0,1-8 0,12-8 0,-5 3 0,-35 8 0,1 0 0,1-2 0,-2-2 0,-4-4 0,-2-2 0,3 0 0,-2-3 0,1-1 0,-1-2 0,0-4 0,2-1 0,5-2 0,1-1 0,7-8 0,1 0 0,4 1 0,1-1-295,0 0 1,2 1-1,-1 3 1,2 2 294,1 2 0,0 2 0,-8 10 0,-2 5 0,-8 8 0,-4 4 0,25-4 0,-34 28 0,-13 9 0,-10 12 355,-6 10 1,-3 8-1,1-2-355,2 3 0,7 3 0,1 2 116,7 3 1,8-4 0,11 3-117,6-9 0,3 3 0,11-14 0,1 3 0,0-9 0,4-13 0,-8-11 467,1-4 1,-7-4 0,-1-4-468,-4-5 0,-4-10 0,-8-2 0,-9-2 0,-8 2 0,-9-5 0,-6-5 0,-10-1 0,-11-8 0,-17-4 0,-18-6 0,-18-3 0,28 25 0,-2 3 0,-7 0 0,-3 4 0,-3 2 0,-3 2-373,-4 0 1,-3 1 0,-9 4 0,-3 2 372,-7 0 0,-2 1 0,-1 1 0,-1 3 0,24 2 0,0 2 0,-1 1 0,-2 1 0,0 1 0,-1 1 0,-3 1 0,0 1 0,-1 2-369,-5 1 1,-1 2-1,-1 1 1,-4 1 0,0 1-1,0 2 369,-1 1 0,0 2 0,1 0 0,2 0 0,0 0 0,2 1 0,3 1 0,1 0 0,1 0 0,2 0 0,1 1 0,0-1 0,3 1 0,0 0 0,0 1 0,4 1 0,0 1 0,2 0 0,-24 8 0,4 1 0,5 0 0,1 1-168,5-1 0,3 1 1,10-5-1,4 1 168,5 1 0,2 0 0,5-6 0,2-1 0,-19 19 0,23-19 0,29-4 0,7-11 499,4 5 1,13-8-500,4 1 1160,20-3 1,9-6-1161,23-7 0,15-10 0,-35 2 0,1-4 0,4-2 0,-1-2 0,1-1 0,-1-3 0,4-4 0,1-1 0,0 0 0,1-2-415,0-1 1,0-2 414,2-5 0,-1 0 0,-8 5 0,-1 0 0,-4-1 0,-2 0 0,-4 3 0,-4-1 0,11-40-821,-14 6 821,-18-8 0,-20 26 0,-19 5 0,-12 18 0,-20 12 0,-8 8 0,-2 20 0,-16 16 0,38-2 0,-1 4 0,-7 4 0,0 1 0,-5 6 0,-1 1-735,-6 5 0,0 2 735,3-2 0,2 2 0,-2 2 0,3 1 0,8-4 0,2 0 0,3 0 0,2 0 0,3 1 0,2 0 0,6 0 0,3 0 0,-18 40 814,15-11-814,18-10 0,17-12 0,18-1 0,17-4 0,10-8 277,9-7 0,11-8-277,11-12 0,-30-6 0,3-2 0,6-3 0,3 0-152,4 0 0,3 0 0,12-5 0,3-2 0,3-2 0,2-3 152,-26 3 0,2-2 0,0-1-2,5-5 1,1-1 0,2-1-1,6 2 1,1 0 0,0 0-1,2-4 1,0 0 0,1 0 1,-2 1 0,1 1 0,-1 0 0,-2 1 0,0 1 0,-1-1 0,-3 1 0,-1-1 0,0 1 0,-2 1 0,-1-1 0,1 1 0,0 0 0,0 1 0,-2 0 0,17-7 0,-4 2 0,-6 3 0,-3-1 0,-13 2 0,-4-2-30,-9 1 1,-4 0 29,29-10 0,-25-6 0,-20 5 84,-14-5 1,-10 5-85,-4-1 0,-16 0 926,-7-5-926,-7 7 0,-22 4 0,-13 12 0,-17 5 0,32 4 0,-1 2 0,-9 7 0,-1 3 0,-5 3 0,-2 3 0,-3 4 0,-1 2 0,-4 3 0,-1 2-84,-3 1 0,1 1 84,2-3 0,1 1 0,1 8 0,1 1 0,4-5 0,2 1 0,11 3 0,5 1 0,-22 25 0,30 0 284,30-4 1,35 1-285,25-7 0,27-11 0,19-17 0,-42-13 0,1-3 0,4 0 0,1-2-62,4-1 0,1-2 0,3-5 0,2-4 1,6-3-1,1-3 0,2-5 0,1-4 62,1-3 0,-1-3 0,0-5 0,-1-3-664,-4-3 0,-4-2 664,-12 3 0,-3-1 0,-8 2 0,-8-2 0,-2-30 0,-18 0 0,-37 8 706,-19 4 0,-25 19-706,-22 9 0,-8 17 0,41 11 0,-1 2 0,-3 6 0,-1 4 0,-5 4 0,-2 4 0,-2 3 0,0 2-688,1 2 1,1 3 687,-1 4 0,4 3 0,3 6 0,3 4 0,1 4 0,3 3 0,2 2 0,4 3 0,13-4 0,5 1-108,6-3 0,6-1 108,4 37 0,47-12 0,26-9 0,-22-34 0,4-3 0,8 0 0,3-3 0,6-2 0,3-4 0,4 1 0,3-2 0,5-3 0,0 1 0</inkml:trace>
  <inkml:trace contextRef="#ctx0" brushRef="#br0" timeOffset="90">10394 14391 8912,'-2'-19'0,"-2"-2"0,-1-2 0,-1 2 0,0 2 0,0-1 0,3-3 0,1 4 0,2-5 0,0-1 0,0-4 0,0 4 0,0 2 0,0 4 0,2 2 0,3 0 0,-3 7 0,6-5 0,-8 13 0,2-4 0,2 12 0,1 6 0,1 10 0,-4-2 0,2 4 0,3-1 0,1 0 0,0-2 0,5 4 0,-1-2 0,3 6 0,2-6 0,0 0 0,0-1 0,1 1 0,-1-2 0,2-2 0,4-1 0,-4-1 0,6-8 0,-8-1 0</inkml:trace>
  <inkml:trace contextRef="#ctx0" brushRef="#br0" timeOffset="91">11151 13995 8912,'-17'-17'0,"0"7"0,0 5 0,-1 3 0,1 4 0,-2 3 0,-4 7 0,2 5 0,-6 4 0,1 4 0,-1 2 0,-2 7 0,-5 6 0,1 6 0,4-6 0,-1 2 0,7-2 0,-6-1 0,6 4 0,2 0 0,2-5 0,2-10 0,5-5 0,1-11 0,0-5 0,-7-7 0,1 0 0</inkml:trace>
  <inkml:trace contextRef="#ctx0" brushRef="#br0" timeOffset="92">10635 14391 8912,'-10'-10'0,"1"2"0,3 8 0,4 0 0,-5 10 0,7 7 0,0 8 0,0 11 0,0 4 0,0 6 0,9 6 0,8 5 0,2-3 0,10 3 0,0 2 0,5-1 0,1-3 0,5-17 0,0-11 0,-2-12 0,6-7 0,0-8 0</inkml:trace>
  <inkml:trace contextRef="#ctx0" brushRef="#br0" timeOffset="93">11254 14597 8912,'-32'0'0,"3"0"0,4 2 0,8 4 0,0 5 0,0 12 0,7-4 0,5 4 0,5 2 0,5-2 0,14 0 0,16-6 0,9-2 0,13-3 0,4-7 0,0-3 0,6-2 0,-2-7 0,4-5 0,-8-3 0,-5-2 0,-12-2 0,-4-4 0,-4-6 0,-17-3 0,-3 3 0,-16 0 0,0-1 0,-10-3 0,-7-1 0,-8 5 0,-9 1 0,-8 12 0,-4-1 0,-4 11 0,-2 1 0,1 6 0,-1 11 0,2 3 0,5 20 0,3 3 0,9 27 0,4 4 0,6 3-179,12-3 1,13 5 178,15 1 0,16-2 0,12-10 0,15-6 0,9-11 0,1-12 0,11-11 0,1-4 0,-6-11 0,-1-8 0,-4-14 0,-3-9 0,9-15 0,3-2 0,-11-2 0,-6-4 0,-9-5 0,-8-7 0,-6 1 0,-4-2 0,-11-2 0,-8-8 0,-7 2 0,-10 4 0,0 4 0,0 9 0,-2 6 0,-4 10 0,-4 9 0,-7 14 0,8 3 0,-7 8 0,7 2 0,-1 4 0,3 3 0,7 8 0,0 10 0,0 7 0,3 1 89,9 5 0,1-2 1,16 0-1,2 4-89,1 2 0,3-6 0,-1 3 0,0 3 0,-5-8 0,-4 4 0,-6-4 0,-9-3 0,-22-5 0,-15 5 0,-32-6 0,-17 5 0,-12-3 0,40-14 0,0 0 0,-3-3 0,-1-1 0,-2 3 0,-1 1 0,-1-2 0,1-1 0,0 0 0,1 1-197,1-1 1,1 0 0,1 0 0,2-1 0,-37 7 0</inkml:trace>
  <inkml:trace contextRef="#ctx0" brushRef="#br0" timeOffset="94">4973 16471 8912,'-23'-17'0,"-1"2"0,-3 1 0,-4 3 0,1-1 0,-1 3 0,4 3 0,2 4 0,-3-4 0,5 1 0,2 3 0,2 6 0,1 5 0,1 10 0,0 4 0,0 6 0,0 11 0,1 6 0,3 5 0,1 7 0,7 3 0,-5 9 0,2 3 0,5 2 0,-5 7 0,2-4 0,2 4 0,2 4 0,2-11 0,0 5 0,0-13 0,2-6 0,2 0 0,2 0 0,0-13 0,-6-2 0,5-14 0,1-3 0,-2-14 0,-10 2 0,-3-11 0,-9 2 0</inkml:trace>
  <inkml:trace contextRef="#ctx0" brushRef="#br0" timeOffset="95">4182 17468 8912,'-18'-27'0,"7"5"0,0 10 0,7-3 0,-2 13 0,14-6 0,9 3 0,10-1 0,13-8 0,4 11 0,7-9 0,1-1 0,0 5 0,1-7 0,5 3 0,-5-3 0,6-10 0,-7-1 0</inkml:trace>
  <inkml:trace contextRef="#ctx0" brushRef="#br0" timeOffset="96">4991 17331 8912,'-18'0'0,"1"0"0,0 0 0,5 0 0,1 0 0,7 0 0,10 0 0,11 0 0,12-8 0,-1-3 0,5-5 0,-1-1 0,-1 0 0,-2 0 0,-3 0 0,3-1 0,-4 1 0,-14 0 0,1 0 0,-8 0 0,2-1 0,-5 1 0,-14 8 0,-4 3 0,-14 6 0,-3 6 0,-2 9 0,-10 8 0,7 7 0,-1-1 0,4 11 0,3-2 0,5 6 0,5-2 0,11 0 0,7-2 0,12-3 0,10 1 0,14-7 0,13-9 0,2-2 0,21-11 0,-4-3 0,6-12 0,3-7 0,3-8 0,5-8-1020,-5-11 1020,-1 4 0,1-16 0,-4 1 0,-10-11 0,-9-4 0</inkml:trace>
  <inkml:trace contextRef="#ctx0" brushRef="#br0" timeOffset="97">5713 17228 8912,'-34'7'0,"-1"-3"0,1 7 0,2 3 0,3 9 0,-2 2 0,8 3 0,-3 5 0,8-5 0,5-3 0,13-2 0,4-4 0,7-2 0,1 1 0,20-9 0,-3-3 0,3-4 0,3-2 0,-1 0 0,1-10 0,-1-7 0,-1 0 0,-5-6 0,3-4 0,-8-1 0,4 3 0,-10 2 0,4 4 0,-10 1 0,-3 1 0,0 2 0,-1 4 0,-5 3 0,4 10 0,-12 4 0,2 3 0,-7 8 0,7 8 0,-2 4 0,4-2 0,2 1 0,0-1 0,0 2 0,8 1 0,3-7 0,11 0 0,0-6 0,7-7 0,-4-5 0,2-3 0,1-25 0,7-5 0</inkml:trace>
  <inkml:trace contextRef="#ctx0" brushRef="#br0" timeOffset="98">6488 16815 8912,'-12'0'0,"3"-2"0,1-4 0,0 6 0,3 0 0,3 10 0,-4 13 0,4 3 0,2 11 0,2 3 0,4 6 0,3-4 0,10 7 0,4-3 0,-4 4 0,4 2 0,-3-3 0,-5-3 0,-4-6 0,-3-4 0,-8-9 0,0-2 0</inkml:trace>
  <inkml:trace contextRef="#ctx0" brushRef="#br0" timeOffset="99">6126 17279 8912,'2'-17'0,"4"0"0,11 0 0,6 5 0,10 1 0,3-3 0,12 5 0,3-3 0,3 6 0,9-5 0,-6 5 0,6-5 0,-11 5 0,5-5 0,-14 1 0,2-1 0,-14-5 0,0 9 0,-8-7 0,-2 3 0,-10 7 0,-5 4 0,-12 12 0,4 3 0,-11 8 0,7 0 0,-2 5 0,5-3 0,-3 2 0,0 0 0,6 1 0,0-1 0,0-4 0,0-4 0,0 4 0,2-10 0,4-1 0,-2-8 0,7 1 0,2-3 0,3-2 0,9 0 0,-4-13 0,7-4 0,-5-12 0,4 0 0,-2-3 0,4-2 0,-7-1 0,1 6 0,-5 1 0,-1 1 0,0-2 0,-7 5 0,3 6 0,-7 1 0,7 8 0,-11 3 0,4 12 0,1 3 0,-1 8 0,6 6 0,-7 0 0,9 6 0,-3-4 0,4 0 0,3-1 0,1-1 0,4-5 0,-4-1 0,8-8 0,-6-3 0,2-4 0,7-2 0,-1 0 0,-2-2 0,1-4 0,-7-11 0,10-4 0,-8-6 0,-2 2 0,-2-3 0,-2 5 0,0 0 0,-5 6 0,-2 0 0,-3-1 0,-1 9 0,-6 1 0,6 10 0,-1 4 0,1 3 0,-4 11 0,4 2 0,1-2 0,5 2 0,3-2 0,-3-3 0,9 0 0,2 0 0,7-2 0,-1-3 0,-2-4 0,1-8 0,1 0 0,0-8 0,-3-4 0,-1-3 0,-2-2 0,-6 0 0,-7 0 0,-4-1 0,-4 1 0,-4 0 0,-4 0 0,-4 7 0,-7 5 0,-6 12 0,0 10 0,-5 6 0,5 6 0,0 3 0,6-3 0,7 4 0,4 1 0,4 0 0,4 1 0,4-3 0,6-3 0,16-4 0,7-8 0,11-8 0,-3-1 0,11-10 0,3-4 0,5-11 0,6-11 0,-6-7 0,-5-5 0,-3 2 0,-3-8 0,-7 8 0,-11-10 0,-14 8 0,-8 2 0,-3 3 0,-4 7 0,-2 3 0,-10 13 0,-4 1 0,3 7 0,-1 0 0,3 8 0,-5 2 0,6 11 0,1-2 0,5 14 0,0 0 0,7 11 0,5 0 0,3 0 0,2-6 0,1 1 0,-1 1 0,0 4 0,-2-5 0,-3-1 0,-5 0 0,-10-9 0,-11 8 0,-14 1 0,-13-11 0,-18 17 0,-6-11 0,-8 3 0,3 3 0,-18 3-387,7-4 0,1-3 0,11-14 0</inkml:trace>
  <inkml:trace contextRef="#ctx0" brushRef="#br0" timeOffset="100">10119 17124 8912,'-16'-7'0,"3"-5"0,3-3 0,5 0 0,9 1 0,11 5 0,12 1 0,15-5 0,11 1 0,14-3 0,13-2 0,-31 8 0,2-1 0,6-2 0,3-1 0,6-4 0,1 0 0,2 0 0,0-1 0,3-2 0,-1 0 0,-1 2 0,-2 2 0,-2 1 0,-2 1 0,-3 2 0,-1 1 0,-6 2 0,-1 1 0,33-4 0,-19 5 0,-16-1 0,-11 6 0,-11-4 0,-4 12 0,-17 9 0,-8 10 0,-12 2 0,-9 4 0,-6 1 0,-7 2 0</inkml:trace>
  <inkml:trace contextRef="#ctx0" brushRef="#br0" timeOffset="101">10153 17606 8912,'-27'9'0,"4"-3"0,12-4 0,20-2 0,22-2 0,17-4 0,21-5 0,19-12 0,-38 8 0,3-1 0,5-2 0,2-2 0,7-4 0,0-1-418,5-4 1,0 0 0,0 0-1,-1 1 418,-1 2 0,-2 0 0,-6 4 0,-2 0 0,-1 2 0,-3 0 0,-9 3 0,-2 0 175,35-12 1,-17 6-176,-11 12 0,-16-4 0,-19 13 0,-19-6 0,-17 8 0,-13 0 0,-3 0 0,-7 0 0</inkml:trace>
  <inkml:trace contextRef="#ctx0" brushRef="#br0" timeOffset="102">10962 16213 8912,'-17'-2'0,"0"-2"0,-3-1 0,-3 1 0,2 15 0,-7 18 0,-1 23 0,-5 30 0,17-36 0,1 1 0,1 7 0,1 1 0,2 4 0,1 3 0,5 6 0,1 1 0,1-1 0,2 0-289,4-2 1,2 0 0,3-5-1,3-2 289,3-4 0,3-1 0,2-1 0,2 1 0,0 1 0,0-1 0,1-6 0,-2-1-18,-1-1 0,-1 0 1,17 38 17,1-15 0,-9-4 0,-3-14 0,-3-16 0,-3-12 0,-4-6 0,4-12 0,4 1 0</inkml:trace>
  <inkml:trace contextRef="#ctx0" brushRef="#br0" timeOffset="103">12562 16935 8912,'-17'-17'0,"6"0"0,-1 0 0,10 1 0,2 5 0,8-2 0,11 7 0,2 2 0,4 4 0,2 6 0,3 9 0,9 10 0,-1 2 0,-6 3 0,3 3 0,-9 3 0,1 2 0,-4 2 0,-6 2 0,-5-2 0,-6-3 0,-12 3 0,-6-4 0,-11-2 0,-3-7 0,-9-4 0,1-6 0,-1-5 0,7-5 0,-1-7 0,8 0 0,-2 0 0,12-15 0,5-8 0,4-15 0,2-8 0,8-3 0,3-3 0,12 0 0,6 1 0,3-1 0,3 1 0,7 7 0,-4 2 0,6 9 0,-2 5 0,-2 10 0,0 11 0,0 7 0,1 0 0,-7 7 0,0 3 0</inkml:trace>
  <inkml:trace contextRef="#ctx0" brushRef="#br0" timeOffset="104">13578 17107 8912,'-10'-27'0,"-5"-3"0,3 7 0,-3-2 0,-2 6 0,-2 0 0,-4 4 0,2 3 0,-8 1 0,2-3 0,-1 9 0,-5-1 0,6 8 0,-5 5 0,3 11 0,-1 1 0,7 9 0,-6 7 0,6 5 0,6 6 0,5-6 0,8 2 0,-1-2 0,3-6 0,2 1 0,6-3 0,3-9 0,4-4 0,7-5 0,8-7 0,1-7 0,3 0 0,3-9 0,-1-7 0,1-5 0,-3-9 0,-3 1 0,2-3 0,-9-3 0,7 3 0,-6 3 0,-2-1 0,-9 7 0,1 6 0,-7 5 0,-1 8 0,-6-1 0,-5 10 0,2 7 0,-6 11 0,3 5 0,-1 5 0,2 1 0,4-5 0,-3-2 0,3-3 0,9 5 0,5-6 0,3 0 0,2-6 0,8-5 0,4-1 0,11-7 0,6 2 0,4-14 0,1-9 0,1-16 0,0-11 0</inkml:trace>
  <inkml:trace contextRef="#ctx0" brushRef="#br0" timeOffset="105">14111 16970 8912,'-17'-10'0,"5"2"0,1 8 0,-1 0 0,-5 8 0,0 4 0,8 3 0,3 2 0,-4 8 0,8-6 0,-3 4 0,3-4 0,9 2 0,5-4 0,3 4 0,2-9 0,8-5 0,4-1 0,3-4 0,3-2 0,-1-2 0,1-4 0,-1 4 0,0-15 0,1 2 0,-1-6 0,-5-2 0,0 6 0,-8 0 0,2-1 0,-10 7 0,-2-1 0,-7 9 0,4 3 0,-8 11 0,0 6 0,0 6 0,6 4 0,-1 7 0,11 1 0,1-1 0,0-7 0,6-4 0,4-6 0,1-6 0,3-3 0,-2-8 0,3-4 0,-3-7 0,3-8 0,3-18 0,-1-3 0,-9 2 0,-6-6 0,-5 2 0,-11-6 0,3 3 0,-6 3 0,-6 1 0,-5 11 0,-12 1 0,4 10 0,-4 2 0,4 9 0,9 14 0,5 5 0,3 7 0,2 5 0,15 3 0,12 9 0,17-1 0</inkml:trace>
  <inkml:trace contextRef="#ctx0" brushRef="#br0" timeOffset="106">16176 17090 8912,'-17'-27'0,"-2"-3"0,-4 7 0,-4 2 0,-7 9 0,-8 5 0,-4 7 0,-6 2 0,-5 3 0,11 5 0,-10 13 0,16 0 0,8 7 0,9-1 0,6 3 0,5 1 0,6-4 0,4-5 0,2-6 0,2-1 0,2 0 0,4-2 0,1-3 0,9-5 0,5-7 0,7-2 0,-1-3 0,9-7 0,2-11 0,0-3 0,-5-9 0,-1-5 0,1 0 0,-9-8 0,-3 2 0,-4-3 0,-1-3 0,-1-7 0,-8 0 0,-3-3 0,-4 11 0,-4 3 0,-4 14 0,-1 3 0,-5 14 0,-3 7 0,4 5 0,1 5 0,-1 5 0,7 13 0,-2 10 0,4 12 0,2 6 0,0 6 0,0 5 0,2-3 0,4 3 0,9-4 0,8-1 0,8-6 0,-1 0 0,8-2 0,8-6 0,6-2 0,5-19 0,-3 2 0,3-13 0,2 0 0,-1-6 0,-8-8 0,-10-3 0,-6-12 0,-5-6 0,-6-3 0,-12-3 0,-3-5 0,-8 0 0,0 0 0,-8 11 0,-5 3 0,-8 1 0,2 2 0,-16 13 0,3 5 0,-7 3 0,-6 4 0,6 5 0,5 9 0,3 5 0,10 7 0,-2-5 0,4 8 0,2-3 0,7 3 0,5-2 0,5 1 0,5-7 0,13 0 0,10-6 0,7-7 0,5-5 0,-2-3 0,8-2 0,-8-7 0,2-5 0,-3-3 0,-3-2 0,-7 0 0,-2-1 0,-8 1 0,0 0 0,-5 6 0,-1-1 0,-7 8 0,4-3 0,-6 7 0,3 0 0,5 2 0,7 1 0,0 3 0,2 7 0,4-1 0,-4-4 0,4-3 0,4 3 0,2-2 0,-2-1 0,1-5 0,1-7 0,5-3 0</inkml:trace>
  <inkml:trace contextRef="#ctx0" brushRef="#br0" timeOffset="107">17450 16316 8912,'-8'-34'0,"6"7"0,-6 2 0,8 23 0,-2 12 0,-1 21 0,-3 7 0,0 8 0,6 11 0,0-2 0,0 8 0,0-5 0,0 5 0,6-2 0,0 2 0,5 4 0,-5-4 0,5 2 0,-5-2 0,0-4 0,-6-9 0,-2-4 0,-4-6 0,-11-12 0,-10-11 0,-7-9 0</inkml:trace>
  <inkml:trace contextRef="#ctx0" brushRef="#br0" timeOffset="108">17174 16815 8912,'2'-29'0,"4"1"0,5 7 0,12-2 0,14 5 0,14 7 0,10 1 0,14 5 0,3 3-1459,8-4 1459,-7 4 0,3-4 0,-5 1 0,1 1 0,-3 2-421,5 2 421,-7-8 0,-5 1 0,-12-7-30,-8 3 30,-14 7 0,-11-11 0,-12 3 0,-11 5 0,-11-7 0,-12 7 254,-6-3 0,-11 6 1,-6-1-1,-3 5-254,-3 5 0,0 5 428,1 7 0,5 6-428,0 0 0,8 7 18,-2-1 1,9 4-19,2 1 0,10-2 0,2-3 0,7 4 0,10-5 0,10-1 0,7 2 0,16-16 0,13-2 0,3-7 0,3-4 0,5-9 0,1-8 0,-3-3 0,-7-8 0,-4-3 0,-2-1 0,2-1 0,-10 5 0,3 3 0,-14 8 0,-1 7 0,-4-3 0,-1 7 0,-8 8 0,5 7 0,-6 10 0,1 4 0,-3 4 0,5 8 0,-5 1 0,5 4 0,1-4 0,5 8 0,0-6 0,1 2 0,6 1 0,3-7 0</inkml:trace>
  <inkml:trace contextRef="#ctx0" brushRef="#br0" timeOffset="109">20203 16952 8912,'-15'-47'0,"1"7"0,3 11 0,-1 16 0,-5 13 0,2 3 0,1 7 0,3-2 0,7-1 0,-2-1 0,5 5 0,2-1 0,5 1 0,11-1 0,12 1 0,11-3 0,4-8 0</inkml:trace>
  <inkml:trace contextRef="#ctx0" brushRef="#br0" timeOffset="110">20805 17004 8912,'0'-17'0,"6"-2"0,0-4 0,7 6 0,-1-1 0,3 3 0,2 9 0,0 1 0,6 5 0,2 0 0,2 0 0,2 2 0,5 3 0,8-3 0,2 6 0</inkml:trace>
  <inkml:trace contextRef="#ctx0" brushRef="#br0" timeOffset="111">22406 17004 8912,'9'-42'0,"7"13"0,-5 1 0,-3 14 0,7 7 0,-13 7 0,4 2 0,-12 3 0,-6 11 0,-11 7 0,-3 7 0,-9-3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656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20616 9920 8912,'0'-9'0,"-6"3"0,1 12 0,-1 5 0,6 12 0,0 6 0,0 7 0,0 10 0,0-4 0,0 14 0,0 1 0,0 2 0,0-2 0,2 4 0,3-1 0,3-3 0,5-7 0,-1-4 0,1-6 0,-3 0 0,1-6 0,1-5 0,-1-6 0,1-6 0,-1-4 0,6-13 0,1 0 0</inkml:trace>
  <inkml:trace contextRef="#ctx0" brushRef="#br0" timeOffset="1">21236 10333 8912,'-27'-27'0,"2"2"0,8 10 0,-2 4 0,-4 5 0,2-2 0,-6 3 0,2 1 0,4 2 0,-4 11 0,2 9 0,-7-1 0,12 15 0,-1-3 0,6 3 0,7 3 0,-5-1 0,7 1 0,-2-3 0,4-3 0,2-6 0,8-4 0,1-4 0,9-3 0,-1-7 0,6-3 0,0-2 0,7-7 0,-1-7 0,3-7 0,1-8 0,-4-11 0,3 2 0,-3-8 0,-2-5 0,1-7 0,-12-1 0,-1 2 0,-6-6 0,-3-4 0,-6-2 0,-2 0 0,-4 4 0,-5 8 0,-4 11 0,-2 16 0,5 13 0,1 11 0,5 6 0,-4 7 0,3 11 0,1 14 0,6 14 0,0 17 0,0 6 0,0 2 0,0-1 0,0-1 0,8 2 0,3-1 0,4-1 0,3 4 0,6-14 0,5 4 0,4-6 0,1-5 0,0-8 0,1-12 0,-1-13 0,1-9 0,-1-18 0,0-1 0</inkml:trace>
  <inkml:trace contextRef="#ctx0" brushRef="#br0" timeOffset="2">22216 10230 8912,'-11'0'0,"-1"0"0,-1 0 0,-2 0 0,5 0 0,12 0 0,15 0 0,16 0 0,13 0 0,13 0 0,10-2 0,9-4 0,6-5 0,4-4 0,0-5 0,-2-2 0,2 2 0,-15-3 0,-8 6 0,-12 6 0,-10-3 0,-15 9 0,-18-1 0,-6 6 0,-16 0 0,-1 0 0,-3 0 0,-6 6 0,-3 1 0,-2 3 0,0-6 0,-3 1 0,1-3 0,-7-2 0,-8 0 0</inkml:trace>
  <inkml:trace contextRef="#ctx0" brushRef="#br0" timeOffset="3">22715 9834 8912,'-15'-34'0,"4"0"0,3 7 0,8 4 0,0 13 0,0 10 0,0 23 0,0 10 0,0 18 0,2 9 0,2 5 0,2 3 0,7 1 0,-2 0-136,-3 0 1,13 5 135,-4 1 0,4-1 0,-4-5 0,1-8 0,-3-2 0,-4 1 0,5-22 0,-14 10 0,5-37 0,-7 4 0</inkml:trace>
  <inkml:trace contextRef="#ctx0" brushRef="#br0" timeOffset="4">23954 9834 8912,'-7'-40'0,"-3"2"0,-1 6 0,-1 7 0,8 13 0,-3 9 0,7 14 0,0 14 0,0 11 0,-2 10 0,-2 9 0,-2 3 0,1-1 0,5-3 0,0 1 0,0 2 0,0 1 0,0-7 0,0 1 0,0-3 0,0-3 0,2-4 0,1-9 0,3-5 0,0-3 0,-6-15 0,0-5 0,0-10 0,7-12 0,-1-10 0,11-8 0,-3 5 0,9-5 0,-2 11 0,2-11 0,5 3 0,5-1 0,-1 7 0,-1 3 0,-2 4 0,-1 3 0,5 3 0,-4 3 0,-6 3 0,-4 1 0,-2 8 0,0 4 0,-7 9 0,-5 8 0,-3 5 0,-2-5 0,-2 8 0,-3-2 0,-13 3 0,-8 2 0,-1 1 0,-11-1 0,3 1 0,-1-1 0,0 0 0,-7 1 0,7-8 0,-2-5 0,7-2 0,-1-3 0,13-6 0,-4 1 0,11-9 0,5-3 0,14-17 0,3-9 0</inkml:trace>
  <inkml:trace contextRef="#ctx0" brushRef="#br0" timeOffset="5">24677 10110 8912,'-11'17'0,"-1"0"0,7 8 0,-7 3 0,3 11 0,-3 1 0,2 8 0,7-5 0,-3 3 0,2 0 0,0-8 0,-1 2 0,3-5 0,-4-6 0,-4-5 0,1-14 0,-8 5 0,-1-5 0</inkml:trace>
  <inkml:trace contextRef="#ctx0" brushRef="#br0" timeOffset="6">24488 10075 8912,'6'-51'0,"-1"-1"0,7 10 0,-6 8 0,7 7 0,-9 12 0,7 3 0,3 6 0,1 4 0,10 4 0,4 4 0,11 9 0,6 8 0,11 0 0,4-6 0</inkml:trace>
  <inkml:trace contextRef="#ctx0" brushRef="#br0" timeOffset="7">25383 10110 8912,'-27'-8'0,"4"-2"0,2 1 0,-2 3 0,4 4 0,-12 2 0,7 0 0,-3 0 0,6 8 0,-2 3 0,11 12 0,-3-2 0,5 6 0,1 0 0,3-2 0,4-1 0,2 7 0,-5-12 0,-1 4 0,0-4 0,6-2 0,2-1 0,4-5 0,-2-3 0,5-10 0,1-4 0,-1-5 0,3-5 0,-1-3 0,1-2 0,1-2 0,2-7 0,2 9 0,1-6 0,-1 2 0,0 4 0,0 8 0,1 1 0,-1-1 0,0 5 0,0 1 0,0 7 0,1 0 0,-1 0 0,0 7 0,0 5 0,0 3 0,1 10 0,-7-4 0,1 6 0,-1-3 0,-1-3 0,5-2 0,-6-1 0,1-1 0,5-8 0,-11-1 0,8-8 0,-1 0 0,6 0 0,1-9 0,-1-7 0,0-5 0,0-9 0,0 3 0,1-7 0,-7-3 0,0-3 0,-5 4 0,4-4 0,-1 5 0,1 7 0,-6 3 0,1 8 0,-3-1 0,-2 9 0,0 3 0,0 12 0,0 5 0,2 12 0,4 6 0,-2 3 0,7 3 0,-5-1 0,4 2 0,-3 5 0,5-3 0,-5 6 0,1-2 0,0-4 0,5 6 0,-11-8 0,4 4 0,-4-9 0,-2-2 0,-2-8 0,-4 0 0,-5-8 0,-11 2 0,0-5 0,-1 1 0,-2 1 0,6-8 0,-6 3 0,0-14 0,-2-3 0</inkml:trace>
  <inkml:trace contextRef="#ctx0" brushRef="#br0" timeOffset="8">25933 9078 8912,'20'-8'0,"3"-1"0,7 1 0,8 8 0,6 23 0,8 17 0,-2 16 0,-3 7 0,-4 7 0,-7 11 0,-6 8 0,-19-35 0,-4 1 0,-2-1 0,-1-1-789,0 5 1,-2-1 788,-3-3 0,-4-1 0,-3-2 0,-5-1 0,-27 36 0,-15-10 0,16-35 0,-3-1 0,-4 2 0,-1 0 0,-4 3 0,-2 1 0,0 3 0,-3-2 0,-2-6 0,0 0 0,0 3 0,-1 0 0,-1-4 0,0 0 0,1 4 0,1 0 0</inkml:trace>
  <inkml:trace contextRef="#ctx0" brushRef="#br0" timeOffset="9">20719 9044 8912,'-44'-46'0,"4"6"0,4 7 0,-1 14 0,-5 11 0,-9 16 0,-10 17 0,-12 21 0,-2 3 0,1 13 0,7 6 0,35-28 0,3 2 0,1 6 0,2 2 0,1 6 0,2 2 0,6 10 0,4 2 0,-2 8 0,3 3-589,3 3 0,3 2 0,1 8 0,2 1 589,1-1 0,4 1 0,2-30 0,2 0 0,1 0 0,7 28 0,5-3 0,5-5 0,5-4 0,5-4 0,5-5 0,8-2 0,5-4 0,2-7 0,3-3 0,1-4 0,1-1 0,3-3 0,0-5 0,-9-11 0,-1-4 0,3-1 0,1-1-55,-1-1 1,1-2 0,2-2 0,1-2 54,1-2 0,0 0 0,2 3 0,-1-1 0,-7-8 0,1 1 0,-1 3 0,1 0 0</inkml:trace>
  <inkml:trace contextRef="#ctx0" brushRef="#br0" timeOffset="10">774 13548 8912,'-11'-19'0,"-1"-2"0,1-2 0,1 2 0,3 10 0,9 3 0,3 8 0,5 0 0,7 0 0,2 0 0,4 0 0,6 0 0,3 0 0,10 0 0,8-2 0,11-4 0,2 4 0,29-19 0,2 2-62,-42 7 0,1 0 0,3-2 0,1-1 0,4-2 0,0-1 0,2 1 0,1 0 62,1 0 0,1 0-216,-1-1 0,-1 1 0,-2 3 0,0 0 216,-7-1 0,-1 1 0,38-7 0,-24-2 0,-8 10 0,-16 3 0,-10 3 0,-7 1 0,-12 4 0,-3-4 0,-5 4 226,-7-5 0,-2 7-226,-3 0 908,3 0-908,-14 0 0,7-2 0,-8-4 0,-1 4 0,1-6 0,0 8 0,0 0 0,-8 0 0,-2 0 0</inkml:trace>
  <inkml:trace contextRef="#ctx0" brushRef="#br0" timeOffset="11">2340 12740 8912,'0'-19'0,"0"-2"0,0-2 0,14 8 0,3 9 0,14 4 0,1 2 0,6 0 0,8 14 0,-4 5 0,2 5 0,0 7 0,2 9 0,-4-4 0,-15 12 0,-6-6 0,-8 2 0,-5-2 0,-10 8 0,-6 3 0,-9 1 0,-15 7 0,-12-2 0,-8 6 0,1-2-236,-9 0 1,5-4 235,-8-7 0,-8 0 0,-7-8 0</inkml:trace>
  <inkml:trace contextRef="#ctx0" brushRef="#br0" timeOffset="12">1170 12207 8912,'-15'2'0,"3"6"0,7 9 0,-3 10 0,2 15 0,2 11 0,3 14 0,1 8 0,0 5 0,5 4 0,3-8 0,0-3 0,-1-10 0,5-15 0,-7-10 0,-1-8 0,6-12 0,-16-26 0,4-11 0</inkml:trace>
  <inkml:trace contextRef="#ctx0" brushRef="#br0" timeOffset="13">1136 12327 8912,'-17'-34'0,"1"2"0,5 3 0,5 6 0,12 12 0,3-5 0,9 14 0,1-3 0,4 3 0,3 2 0,16 7 0,2 3 0</inkml:trace>
  <inkml:trace contextRef="#ctx0" brushRef="#br0" timeOffset="14">1635 12499 8912,'-29'0'0,"2"0"0,1 2 0,-1 4 0,6 4 0,-2 7 0,4 8 0,2-4 0,-1 7 0,1 3 0,8-1 0,3 1 0,4-4 0,2-2 0,0-2 0,0-6 0,0 0 0,8-8 0,3-3 0,4-4 0,3-2 0,-1-15 0,0 1 0,0-16 0,0-5 0,1-3 0,-1-9 0,0 1 0,-6 2 0,1-2 0,-6 6 0,5-6 0,-7 2 0,2-2 0,1 6 0,-1 9 0,-2 5 0,-2 1 0,-2 2 0,0 13 0,-6 5 0,0 10 0,1 5 0,5 13 0,0 2 0,0 1 0,0 3 0,0 5 0,0 1 0,0-1 0,7 1 0,3-9 0,7-3 0,0 2 0,0-2 0,1-2 0,-1-8 0,0-1 0,0-8 0,0 3 0,1-7 0,-1 0 0,0-7 0,-2-5 0,-1-3 0,-3-2 0,-7-8 0,4 6 0,-8-4 0,0 4 0,-2 4 0,-4 3 0,4 3 0,-4 3 0,-3 4 0,-1-2 0,1 8 0,1 0 0,8 7 0,0 1 0,0 5 0,0 0 0,2 0 0,4 0 0,-2 1 0,7-1 0,1-2 0,5-3 0,0-7 0,0-3 0,0-2 0,2 0 0,4 0 0,-5-2 0,1-2 0,-6-1 0,-1-9 0,3 5 0,-2-8 0,-1-1 0,-8 1 0,3 2 0,1 3 0,-6-3 0,5 13 0,-7-5 0,0 9 0,0 3 0,0 5 0,-1 7 0,-3 0 0,-2 0 0,0 1 0,6-1 0,0 0 0,0-6 0,0 1 0,0-8 0,0 3 0,0-7 0,2-7 0,4-5 0,5-3 0,10-2 0,2 0 0,-2-1 0,-1 1 0,-3 8 0,0-5 0,0 9 0,0-1 0,-7 6 0,-2 7 0,-8 5 0,0 5 0,0 4 0,0 2 0,0 6 0,0-6 0,0 0 0,0 1 0,0-4 0,0 4 0,0-6 0,1-1 0,5 0 0,-2-2 0,7-3 0,1 3 0,5-5 0</inkml:trace>
  <inkml:trace contextRef="#ctx0" brushRef="#br0" timeOffset="15">2426 12070 8912,'8'-35'0,"2"3"0,-1 3 0,-1 10 0,-6 9 0,3 3 0,-3 1 0,6 8 0,-8 4 0,0-2 0,0 9 0,0 4 0,0 6 0,0 4 0,-8 1 0,6 7 0,-3-1 0,3 1 0,2-1 0,0-2 0,0-1 0,0-2 0,2-6 0,3 5 0,-1-7 0,8 2 0,-8 4 0,11-8 0,-4 2 0,5-6 0,1-5 0,0-3 0,6-1 0,0-6 0,0 0 0,-6 0 0,0-7 0,-1 3 0,-5-8 0,2 7 0,-7-7 0,2 8 0,-2-1 0,-4 3 0,5 2 0,-7 7 0,0 3 0,0 7 0,2 0 0,4 0 0,-2 1 0,7-1 0,-5 0 0,5 0 0,-5-7 0,6-5 0,-7-5 0,7-5 0,-8-12 0,3-10 0,-5-9 0,4-5 0,-4 5 0,5-8 0,-7 6 0,0-2 0,0 2 0,0 7 0,0 4 0,0 2 0,0 3 0,0 4 0,0 1 0,-7 8 0,5 1 0,-6 16 0,8 3 0,0 10 0,0 2 0,0 8 0,0-3 0,0 5 0,0 1 0</inkml:trace>
  <inkml:trace contextRef="#ctx0" brushRef="#br0" timeOffset="16">2444 12517 8912,'-18'-23'0,"1"0"0,8 0 0,3 6 0,4-1 0,10 7 0,5 0 0,8-3 0,6-1 0,15 0 0,4 3 0,5-5 0,7 0 0,-5 0 0,7-8 0</inkml:trace>
  <inkml:trace contextRef="#ctx0" brushRef="#br0" timeOffset="17">2977 12070 8912,'-11'-6'0,"-1"0"0,8 0 0,-5 8 0,5 6 0,-2 9 0,0 0 0,6 14 0,0-6 0,0 1 0,0 5 0,0-4 0,0 0 0,0-3 0,0 7 0,6-12 0,2 4 0,1-4 0,-3-7 0,6-3 0,1-1 0,2-3 0,3-5 0,-1-1 0,0-5 0,-2-4 0,-1-7 0,-3 0 0,-5 0 0,5-1 0,3 1 0,-7 8 0,1-7 0,-8 15 0,0-7 0,2 8 0,4 0 0,-4 0 0,7 6 0,-5 1 0,4 1 0,1 0 0,3-3 0,-1-3 0,1 2 0,1 2 0,-5-1 0,7-5 0,-4 0 0,5 0 0,1 0 0,0 0 0,0 0 0,0 0 0,-7 0 0,-2 2 0,-8 4 0,0 4 0,0 13 0,0 0 0,0 7 0,0-1 0,0 3 0,-2 3 0,-4-1 0,-4 2 0,-7 2 0,0 3 0,0-3 0,0-2 0,-8-9 0,-2-2 0,-7-8 0</inkml:trace>
  <inkml:trace contextRef="#ctx0" brushRef="#br0" timeOffset="18">2891 12413 8912,'0'-17'0,"8"0"0,5 0 0,18-2 0,15-4 0,20 4 0,21-4 0,8 4 0,-40 10 0,1 1-425,4-1 1,1 0 0,-3 0 0,0-1 424,0 0 0,-1-3 0,-8-2 0,-3-4 0,31-25 0</inkml:trace>
  <inkml:trace contextRef="#ctx0" brushRef="#br0" timeOffset="19">1119 15869 8912,'-10'-11'0,"6"1"0,8 1 0,9 1 0,8 0 0,14-5 0,11 2 0,3-5 0,13-3 0,8-6 0,16-7 0,-36 13 0,2 0 0,6-6 0,2 0 0,6 0 0,0 0 0,2-1 0,0-3 0,-2-4 0,0-1 0,-2 2 0,-2-1 0,-2 0 0,-1 1-886,-5 4 0,-1 1 886,-6 2 0,-1 4 0,39-6 0,-15 4 0,-8 6 137,-9 6 1,-13 1-1,-17 6-137,-4-1 0,-9 1 0,-4 9 0,-5 7 0,-1-4 0,-7-1 0,-10-7 0,-10 0 0</inkml:trace>
  <inkml:trace contextRef="#ctx0" brushRef="#br0" timeOffset="20">2822 14855 8912,'0'-17'0,"2"-1"0,4 1 0,3 8 0,11 1 0,1 8 0,3 0 0,3 0 0,2 8 0,5 7 0,1 12 0,-9 9 0,-1 18 0,-9 3 0,-5 6 0,-3 13 0,-8 10 0,-1-38 0,-2 2 0,-2 3 0,-2 1-94,-1 2 0,-3 0 0,-5 2 0,-2-1 0,0 0 0,0-1 94,-2 0 0,-1-1 0,0-4 0,-2-1 0,-2-3 0,-1-1 0</inkml:trace>
  <inkml:trace contextRef="#ctx0" brushRef="#br0" timeOffset="21">964 16454 8912,'-25'0'0,"-2"0"0,-2 2 0,3 3 0,1 11 0,4 11 0,2 3 0,1 18 0,1 5 0,8 1 0,3 9 0,4 2 0,2 2 0,2-6 0,4-6 0,5-7 0,-1-2 0,3-12 0,4-7 0,4-6 0,10-11 0,-8-3 0,9-7 0,5 0 0,1-7 0,-4-7 0,1-7 0,-1-8 0,-5-3 0,0-2 0,-8-1 0,3-5 0,-6 0 0,-7-6 0,-1 6 0,-3 2 0,-1 9 0,-6 10 0,0 8 0,-2 7 0,-4 0 0,-3 8 0,-1 7 0,-5 12 0,7 4 0,-3 7 0,3 1 0,8-1 0,0 0 0,2-1 0,4-4 0,3 3 0,9-7 0,1-2 0,4-6 0,-4-11 0,11 1 0,-5-7 0,2 0 0,-6-7 0,2-5 0,-10-9 0,-1-2 0,-8-7 0,1 1 0,-3-1 0,-2 1 0,-7-4 0,-5 5 0,-3 3 0,-2 2 0,-1 4 0,1 2 0,0-8 0,0-2 0</inkml:trace>
  <inkml:trace contextRef="#ctx0" brushRef="#br0" timeOffset="22">1618 16695 8912,'-18'0'0,"7"-6"0,-1 0 0,9 0 0,-5 6 0,8 0 0,0 8 0,0-4 0,2 7 0,4 3 0,-4-7 0,5 9 0,-7-5 0,6-1 0,0 1 0,-1 1 0,1-1 0,0 0 0,2-7 0,-5 0 0,3-8 0,2-3 0,-3-5 0,3-3 0,4 3 0,3-3 0,-4-2 0,-1 0 0,1 0 0,1 7 0,5-3 0,-2 5 0,-3-2 0,3 7 0,-5-11 0,7 9 0,0 1 0,0 2 0,1 2 0,-1 0 0,0 0 0,0 0 0,-5 0 0,-1 0 0,1-2 0,5-2 0,0-2 0,-6-1 0,1 1 0,-6-4 0,3-7 0,1-2 0,-1-4 0,-5 4 0,4-6 0,-8 8 0,0 0 0,0 0 0,0-1 0,0 1 0,0 8 0,0 1 0,0 8 0,0 0 0,2 10 0,2 5 0,1 6 0,7 9 0,-5-1 0,3 4 0,0-1 0,1-3 0,2 7 0,-7-5 0,0-1 0,2 3 0,-7-1 0,7-3 0,-8-2 0,0-1 0,0 1 0,-8-6 0,-3 2 0,1-4 0,-1-2 0,-2 0 0,3 1 0,-1-1 0,7-8 0,-4-1 0,0-16 0,-1-1 0</inkml:trace>
  <inkml:trace contextRef="#ctx0" brushRef="#br0" timeOffset="23">2323 16076 8912,'0'-18'0,"8"9"0,-4-1 0,7 5 0,1 3 0,5 2 0,0 11 0,0 12 0,0 8 0,1 7 0,-1 8 0,0 3 0,-5 11 0,-1 3 0,0-4 0,-1 10 0,-4-3 0,-4 7-125,-2 2 1,0-7 124,0 1 0,-8-10 0,-3-11 0,-5-17 0,-1-7 0,-4-24 0,0 0 0,0-9 0,11-8 0,-5-6 0,4-6 0,1-3 0,6-10 0,-3 3 0,7-6 0,0-3 0,0 6 0,0 2 124,0-4 1,0 7-125,0-3 0,2 10 0,3 1 0,7-1 0,11 5 0,5 2 0,5 4 0,1 1 0,3 7 0,1 1 0,2 3 0,-2 3 0,4 0 0,-2-2 0,1 5 0,-15-9 0,-3 6 0,-4-2 0,-1 1 0,-9 5 0,-1 0 0,-8 0 0,-6 13 0,-2 4 0,-1 4 0,-4 4 0,-3 4 0,-1 3 0,7 3 0,-3-3 0,7-3 0,1-4 0,-1-2 0,0-1 0,0-6 0,6-1 0,2-13 0,4 4 0,-2-6 0,7-6 0,1-4 0,7-14 0,2-3 0,2 0 0,0-5 0,-6 5 0,0-6 0,0 5 0,1 3 0,-1 8 0,-2-1 0,-3 1 0,-3 8 0,-3 3 0,-4 4 0,6-6 0,-3 8 0,1 0 0,0 0 0,-4 14 0,1-7 0,3 3 0,2-4 0,-2 5 0,-3-7 0,9 2 0,1-4 0,3-2 0,-5 0 0,1 0 0,1 0 0,2 0 0,2-8 0,1-3 0,-1-5 0,-6 5 0,1-1 0,-8 9 0,11-7 0,-4 4 0,-1 4 0,1-3 0,1 3 0,5 2 0,0 2 0,0 3 0,1-3 0,-1 4 0,2 2 0,4-3 0,-4 1 0,4-6 0,-2 0 0,2 0 0,-4-2 0,4-4 0,-4-5 0,-2-12 0,1 2 0,-3-8 0,-2-3 0,-1-6 0,-8-6 0,3-8 0,-7 1 0,0-1 0,0 0 0,0 1 0,0-1 0,0 3 0,0 3 0,0 9 0,0 9 0,0 7 0,0 6 0,0 15 0,0 9 0,0 6 0,0 12 0,0 8 0,0 5 0,0 5 0,6 7 0,2-2 0,-1 5 0,1 1 0,5-3 0,-11 0 0,6 3 0,0 1 0,-1 6 0,5-5 0,-7-1 0,-3 2 0,6-5 0,-6 1 0,4-3 0,-5-14 0,-1 2 0,-7-11 0,-3-12 0</inkml:trace>
  <inkml:trace contextRef="#ctx0" brushRef="#br0" timeOffset="24">3631 16419 8912,'-17'-26'0,"0"1"0,7 8 0,2 5 0,10 3 0,6-1 0,9 1 0,16-3 0,13-13 0,11-3 0,6-5 0,17-9 0,6-4 0,-42 22 0,0-1 0,4-4 0,0-2 0,0 1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681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12993 13686 8912,'5'-19'0,"1"-2"0,-2-2 0,-2 0 0,-2 0 0,0-2 0,0-2 0,0 6 0,-2-2 0,-2 2 0,-2-2 0,-7 4 0,3-4 0,1 4 0,3 2 0,-2 6 0,3-1 0,-1 10 0,6 2 0,0 16 0,6 10 0,-1 9 0,7 9 0,-6 5 0,-1 9 0,1 1 0,0 0 0,0 4 0,-6-6 0,0 8 0,0-11 0,0 3 0,0-5 0,0-6 0,0-4 0,0-10 0,0-3 0,-8-12 0,6-17 0,-6-17 0,8-12 0,8-11 0,2-6 0,-1-4 0,6-1 0,-3-1 0,3 3 0,2 3 0,1 8 0,-1 7 0,-8 6 0,7 10 0,-5 3 0,4 5 0,3 9 0,-1 3 0,-6 13 0,1 10 0,-1 12 0,6 6 0,-1-2 0,-1 0 0,0-2 0,4-4 0,4-7 0,0-2 0,4-16 0,9 8 0,5-15 0,-5-3 0,4-8 0,4-12 0,0-10 0</inkml:trace>
  <inkml:trace contextRef="#ctx0" brushRef="#br0" timeOffset="1">13767 13720 8912,'-27'6'0,"2"0"0,2-3 0,0-1 0,-7 4 0,1 0 0,-3 7 0,-3-1 0,8 3 0,-3 2 0,7 0 0,2 0 0,8 6 0,1 0 0,8 2 0,-2-2 0,5-4 0,1 4 0,1-4 0,5-2 0,-2-7 0,8-4 0,1-4 0,2-2 0,0-2 0,-3-4 0,3-4 0,-3-7 0,3-6 0,2 0 0,0-5 0,-1 5 0,-5 2 0,5 2 0,-9 1 0,5 1 0,-7 0 0,3 6 0,0 1 0,1 2 0,-5 3 0,9 7 0,-5 3 0,2 7 0,-5 5 0,7 6 0,-6-2 0,5 6 0,2-2 0,3-1 0,1-1 0,6-6 0,0 3 0,-2-7 0,4-9 0,-2 2 0,2-5 0,-3-1 0,-2-7 0,4-10 0,-6-10 0</inkml:trace>
  <inkml:trace contextRef="#ctx0" brushRef="#br0" timeOffset="2">14042 13686 8912,'0'11'0,"0"1"0,0-7 0,0 7 0,0-1 0,0 7 0,0 1 0,0 4 0,6-2 0,0 7 0,7-5 0,-1 6 0,3-8 0,2 2 0,0-4 0,1-2 0,-1-2 0,0-3 0,6-5 0,0-7 0,0-7 0,-8-7 0,-2-7 0,-1-7 0,-8-5 0,9-1 0,-7-1 0,-2 1 0,-2 2 0,-2 3 0,0-2 0,0 8 0,0 1 0,0 4 0,7 1 0,-3 8 0,8 3 0,-1 4 0,6 2 0,0 0 0,8 0 0,2 0 0,7 0 0</inkml:trace>
  <inkml:trace contextRef="#ctx0" brushRef="#br0" timeOffset="3">14679 13703 8912,'0'17'0,"0"0"0,0 1 0,0-9 0,-8-1 0,6-8 0,-5 0 0,7 0 0,0 0 0,7 0 0,5-2 0,3-4 0,2-5 0,8 3 0,-6-7 0,4 5 0,-4 1 0,-1-7 0,-1 5 0,-8-4 0,-3-3 0,-4 1 0,-4 2 0,-4 3 0,-3 5 0,-8 7 0,-8 0 0,-4 0 0,4 7 0,-7 11 0,3 10 0,-3 5 0,5 3 0,4 4 0,6 6 0,5 11 0,12-5 0,12-1 0,20-3 0,14-13 0,11-1 0,12-17 0,6-3-762,-1-14 762,9 0 0,-7-6 0,4-4 0,-5-5 0,-4-6 0</inkml:trace>
  <inkml:trace contextRef="#ctx0" brushRef="#br0" timeOffset="4">16021 13393 8912,'-23'-15'0,"0"2"0,2 3 0,2 3 0,2 3 0,7 17 0,5 12 0,5 11 0,5 10 0,5 11 0,7-1 0,0 7 0,1-2 0,-1 2 0,0 4 0,0-6 0,-1 0 0,-3-3 0,-2-5 0,-7-9 0,6-2 0,-6-10 0,1-3 0,1-12 0,-14-17 0,-1-9 0</inkml:trace>
  <inkml:trace contextRef="#ctx0" brushRef="#br0" timeOffset="5">15643 13892 8912,'0'10'0,"0"-3"0,0-7 0,15 0 0,10 0 0,11 0 0,10-7 0,13-5 0,10-3 0,8-2 0,1-1 0,2 1 0,-11 0-446,-4 0 0,-13-8 1,-1-2-1</inkml:trace>
  <inkml:trace contextRef="#ctx0" brushRef="#br0" timeOffset="6">16469 13789 8912,'-18'27'0,"1"-4"0,0-4 0,-6 0 0,0 4 0,0-2 0,6 7 0,0 1 0,2 5 0,3 1 0,4-1 0,10-1 0,6-5 0,7-5 0,10-6 0,8-5 0,-3-4 0,20-10 0,-6-4 0,0-6 0,6-3 0,-16-10 0,0-3 0,-9-5 0,-13-1 0,-6-1 0,-5 1 0,-10 0 0,-8-1 0,-10 1 0,-8 7 0,-5 4 0,4 6 0,-4 6 0,5 1 0,7 4 0,3 6 0,8 0 0,7 8 0,4 9 0,6-2 0,6-3 0,11 3 0,18-5 0,9 7 0</inkml:trace>
  <inkml:trace contextRef="#ctx0" brushRef="#br0" timeOffset="7">17570 13428 8912,'-17'-33'0,"0"5"0,-1 5 0,7 6 0,-1 5 0,9 12 0,-5 23 0,8 13 0,2 6 0,2 8 0,1 5 0,1-1 0,-6 5 0,0-7 0,0-1 0,0 1 0,0-1 0,0-7 0,0 4 0,0-8 0,0-1 0,0-11 0,0-5 0,0-11 0,0-5 0,0-11 0,0-7 0,6-2 0,0-16 0,5-6 0,-5-5 0,7 0 0,-1 6 0,3-1 0,2 3 0,0 3 0,1 6 0,1 4 0,4 2 0,-4 8 0,8-5 0,-6 8 0,2 3 0,0 8 0,-2 7 0,-4 11 0,2-2 0,-13 7 0,-1 3 0,-5 9 0,-2-4 0,-3 5 0,-11-5 0,-6-2 0,-9-5 0,2-2 0,-3-3 0,-3-1 0,7-5 0,1-3 0,2-4 0,2-3 0,8-10 0,3-4 0,12-3 0,12-18 0,11-7 0,3-16 0,9-11 0</inkml:trace>
  <inkml:trace contextRef="#ctx0" brushRef="#br0" timeOffset="8">18172 13755 8912,'-7'9'0,"5"6"0,-6-13 0,8 14 0,8-15 0,3 7 0,10-8 0,2 0 0,10-2 0,-1-5 0,7-9 0,-1-5 0,6-9 0,-10 9 0,1-8 0,-11-2 0,-4-1 0,-11-1 0,-3 5 0,-6 3 0,-6 8 0,-11 7 0,-14 6 0,-7 8 0,2 6 0,-12 20 0,6 9 0,-2 8 0,6 3 0,-3 13 0,13-6 0,5 6 0,11 0 0,7 4 0,14-6 0,14-9 0,15-10 0,12-13 0,7-6 0,3-12 0,3-5 0,-4-12 0,-7-5 0,-1-5 0,-7-8-71,-2-3 0,-7-23 1,-1-3-1</inkml:trace>
  <inkml:trace contextRef="#ctx0" brushRef="#br0" timeOffset="9">20100 13892 8912,'-25'-17'0,"-4"0"0,-3-1 0,-1 1 0,3 0 0,1 2 0,-2 3 0,-1 7 0,-1 3 0,3 4 0,3 3 0,2 7 0,0 13 0,6 7 0,0 10 0,4 8 0,3-2 0,1 9 0,5-4 0,4-1 0,2-8 0,4-2 0,5-10 0,9-3 0,1-6 0,8-12 0,1-5 0,5-17 0,1-6 0,-3-14 0,-1-3 0,1-10 0,-2 2 0,-6-14 0,0 5 0,-1-7 0,-4 1 0,-1-6 0,-8 2 0,-3-2 0,-4 0 0,-4-6 0,-4 4 0,-5 8 0,-4 7 0,3 25 0,1 8 0,-1 7 0,3 22 0,3 11 0,4 15 0,2 10 0,0 11 0,0 4 0,0 4 0,0 2 0,0-2 0,2-2 0,4-2 0,1-2 0,7 0 0,-1-10 0,6-9 0,-2-5 0,10-12 0,-6-8 0,2-10 0,8-5 0,-10-11 0,6-8 0,-3-10 0,7-6 0,-14-1 0,2-2 0,-5-4 0,-10 3 0,3-11 0,-7 8 0,0 2 0,-6 4 0,-1 5 0,-3 6 0,-3 4 0,-2 10 0,3 3 0,1 12 0,-3 5 0,-1 20 0,4 3 0,1 16 0,2 1 0,3-3 0,5 5 0,0-7 0,1-2 0,5 2 0,6-6 0,11-11 0,5-6 0,5-12 0,7-5 0,0-12 0,-2-5 0,-1-12 0,-5-10 0,-1-9 0,-3-2 0,-12 4 0,-1-4 0,-5 2 0,-7 4 0,-1-6 0,-2 8 0,0-2 0,0 7 0,0 6 0,-5 14 0,-1-1 0,0 9 0,6-5 0,0 16 0,0 3 0,2 6 0,4 4 0,5 4 0,5 2 0,8-6 0,-4 9 0,2-7 0,-4 6 0,-7-6 0,3 6 0,-9-7 0,1 7 0,-6-6 0,-2 0 0,-4 2 0,-9-6 0,-8 4 0,-2-4 0,4-4 0,-2-3 0,-7 3 0,11-13 0,-4 4 0,4-4 0,3-12 0,5-7 0,3-8 0,8-9 0</inkml:trace>
  <inkml:trace contextRef="#ctx0" brushRef="#br0" timeOffset="10">20736 13875 8912,'10'0'0,"-2"0"0,-6 0 0,3 0 0,-3 2 0,4 4 0,-2 3 0,2 8 0,-5 8 0,5 4 0,-4 1 0,-2-1 0,2 3 0,4-3 0,-4 2 0,3-3 0,-3-5 0,6-4 0,1-1 0</inkml:trace>
  <inkml:trace contextRef="#ctx0" brushRef="#br0" timeOffset="11">20788 13720 8912,'0'-17'0,"0"5"0,0 1 0,2 7 0,4-2 0,7 5 0,8 1 0,6 0 0,15 0 0,4 0 0,4 0 0,9 0 0,2 0 0</inkml:trace>
  <inkml:trace contextRef="#ctx0" brushRef="#br0" timeOffset="12">21236 13772 8912,'-37'32'0,"-3"-3"0,4-4 0,-4-8 0,3 0 0,5 6 0,3 0 0,4 0 0,8-6 0,7-6 0,5 1 0,10-2 0,7 3 0,3-2 0,2-7 0,1 4 0,-1-2 0,0-1 0,0 1 0,6-6 0,0 0 0,-2 0 0,-9 0 0,3 0 0,-4 0 0,5 0 0,-7 8 0,5 1 0,-7 8 0,3 1 0,-6 6 0,11-3 0,-5 8 0,-1 2 0,1 1 0,-7 3 0,5-1 0,2 0 0,-7 1 0,5-7 0,-8 1 0,0 2 0,0-7 0,-6 7 0,-1-8 0,-3-2 0,-1-2 0,-6-9 0,-1-5 0,9-3 0,1-17 0,8-4 0</inkml:trace>
  <inkml:trace contextRef="#ctx0" brushRef="#br0" timeOffset="13">21752 13840 8912,'-12'-1'0,"1"-5"0,7 4 0,-11-6 0,13 10 0,-4 4 0,4 3 0,2 14 0,0 2 0,0 2 0,0 2 0,0 5 0,0 0 0,0 1 0,0-1 0,0-1 0,0-3 0,0-1 0,0-8 0,-2 2 0,-4-12 0,5-5 0,-5-14 0,4-9 0,2-8 0,8-17 0,3-4 0,4-3 0,3-3 0,-1 8 0,0 4 0,0 0 0,0 6 0,1-1 0,-1 16 0,0 4 0,2 9 0,2 2 0,2 10 0,-2 11 0,6 8 0,-6 9 0,6 3 0,-2 3 0,5-4 0,-9 4 0,8-11 0,1-6 0,-5-4 0,12-4 0,-7-3 0,1-7 0,-6-10 0,3-9 0,1-7 0,-2-7 0,-2-5 0,-14-1 0,-1-1 0,-3 1 0,-1 0 0,-6-1 0,0 1 0,-8 5 0,-3 1 0,-6 1 0,-4-2 0,-2 6 0,0 12 0,6 3 0,-1 8 0,1 0 0,-6 10 0,0 7 0,2 10 0,2 5 0,10 3 0,-5 1 0,9 2 0,1 2 0,4-5 0,5-7 0,5-7 0,17 4 0,7-8 0,8-7 0,12-4 0,3-5 0,4-8 0,16-9 0,1-8 0,1-3 0,-11-2 0,-10-5 0,-7-1 0,-5 1 0,-4 0 0,-21 5 0,-3 0 0,-15 3 0,-3-3 0,-7 2 0,-12 8 0,-4 2 0,4 4 0,-12 13 0,6 0 0,-2 0 0,6 7 0,-9 5 0,7 9 0,2 2 0,2 7 0,1-3 0,3 7 0,4 1 0,-3-1 0,9-1 0,1-3 0,2-1 0,2-8 0,7 4 0,5-10 0,3-4 0,10-3 0,-4-10 0,8-4 0,1-5 0,-5-12 0,6-4 0,-8-7 0,-2-1 0,4-7 0,-2-1 0,-4-3 0,-6 0 0,2-8 0,-11-9 0,6-9 0,-3-3 0,-1 1 0,-6 13 0,0 3 0,-2 12 0,-3 6 0,3 12 0,-6 18 0,6 14 0,-2 21 0,-1 9 0,-1 16 0,6 11 0,0 10 0,0 3 0,0-1 0,0 5 0,0-2 0,0-3 0,7-2 0,-1-3 0,9-1 0,5-4 0,8-11 0,1-12 0,5-9 0,7-3 0,3-14 0,3 1 0,3-17 0,4-4 0,9-11 0,-2-17 0,8-10 0</inkml:trace>
  <inkml:trace contextRef="#ctx0" brushRef="#br0" timeOffset="14">24970 13136 8912,'9'-52'0,"7"8"0,-5 4 0,-3 11 0,-1 8 0,1 8 0,-6 7 0,4 12 0,-4 13 0,-2 15 0,0 10 0,-8 16 0,-4 8 0,-1 9-228,2 9 1,-5 0 227,5 0 0,3-6 0,2 0 0,5-7 0,1 1 0,1-3 0,3-4 0,2-4 0,7-12 0,-3-9 0,7-7 0,0-1 0,-5-9 0,-1-8 0,-7-13 0,2-10 0,-4 1 0</inkml:trace>
  <inkml:trace contextRef="#ctx0" brushRef="#br0" timeOffset="15">24918 13651 8912,'-17'0'0,"0"-5"0,0-1 0,-1-7 0,3 9 0,4-8 0,7 8 0,15-1 0,16-5 0,19 8 0,11-4 0,12-1 0,11 1 0,6-5 0,4 5 0,2 2 0,-2 2 0,4-4-274,-3 1 1,1-1 273,-6 6 0,-15-8 0,-4-1 0,-15-8 0</inkml:trace>
  <inkml:trace contextRef="#ctx0" brushRef="#br0" timeOffset="16">26174 13445 8912,'-19'-17'0,"-4"0"0,4 5 0,-4 1 0,-4 7 0,6-4 0,-5 8 0,1 0 0,-6 8 0,12 3 0,-4 12 0,6 0 0,5 12 0,5-5 0,7 10 0,0-3 0,7-3 0,3 0 0,9-1 0,4-5 0,6-5 0,1-5 0,-1-7 0,4-3 0,-5-8 0,3-2 0,-1-4 0,-1-5 0,-8-12 0,2-4 0,-10-7 0,-1-1 0,-8-7 0,0 4 0,-14-8 0,-7-2 0,-14 1 0,-3 1 0,-10 8 0,-6 7 0,-9 14 0,3 11 0,-7 12 0,2 13 0,-2 15 0,9 8 0,9 10 0,-1-1 0,-6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698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7933 5210 8912,'-9'-29'0,"1"4"0,2 4 0,1 6 0,-1 9 0,6-2 0,2 10 0,3 4 0,-3-4 0,6 7 0,-8-3 0,0 6 0,6 3 0,-1 2 0,1 0 0,-6 1 0,0 1 0,0 4 0,0 5 0,0 5 0,0 1 0,0 0 0,0 7 0,0-1 0,0 7 0,0-1 0,0 10 0,0 1 0,-6 8 0,1-2 0,1 4 0,2 2 0,2 7 0,0-5 0,0 3 0,0-5 0,2-8 0,4-9 0,-3-3 0,9-8 0,-1-1 0,7-16 0,-1-4 0,0-7 0,0 0 0,0 3 0,6-5 0,0 1 0,8-9 0,-4 13 0,9-7 0,4 1 0,4 3 0,8-7 0,-1 7 0,9-11 0,3 4 0,4-4 0,7-2 0,-1 0 0,-4 0 0,-4 0 0,-2-2 0,6-4 0,0 4 0,-1-4 0,7-1-132,0 1 1,-1-5 131,-5 5 0,4-6 0,-5 7 0,-8-1 0,-14 6 0,-8-6 0,2 1 0,-6 1 0,-5 2 0,4 2 0,-14 0 0,4-2 0,-4-4 0,-2 4 0,-6-5 0,1 7 263,-8 0-263,3 0 0,-7 0 0,-7 0 0,5 0 0,-13 0 0,13-2 0,-6-2 0,0-2 0,-1 0 0,-8 4 0,-1-3 0,7 3 0,-1-4 0,1 4 0,-6-13 0,0-4 0</inkml:trace>
  <inkml:trace contextRef="#ctx0" brushRef="#br0" timeOffset="1">9843 5863 8912,'-7'-17'0,"7"15"0,0 7 0,9 17 0,12 4 0,4 3 0,2 0 0,2-1 0,5 9 0,0 1 0,1 2 0,1 2 0,4-2 0,-5-2 0,1 6 0,-7-2 0,-4-4 0,-4 4 0,-10-1 0,-3-1 0,-8-6 0,0 0 0,-16 1 0,-6 1 0,-9 4 0,-5-2 0,-5 10 0,-4 4 0,-5 3 0,-9 10-291,-3-4 1,-6 0 0,-1-1 0</inkml:trace>
  <inkml:trace contextRef="#ctx0" brushRef="#br0" timeOffset="2">4182 6275 8912,'-19'-17'0,"-2"2"0,-2 4 0,3 7 0,7 8 0,5 5 0,8 8 0,0 0 0,8 3 0,2 3 0,1 5 0,1 5 0,-3 1 0,5 2 0,-3 4 0,0 8 0,-1 8 0,3-3 0,-5 4 0,0-1 0,-1 1 0,-1-3 0,-6 3 0,0-5 0,0-7 0,0-5 0,0-3 0,-8-3 0,7 1 0,-22-1 0,3 0 0</inkml:trace>
  <inkml:trace contextRef="#ctx0" brushRef="#br0" timeOffset="3">4010 6430 8912,'5'-51'0,"3"-1"0,2 0 0,1 10 0,6 8 0,6 7 0,2 12 0,0 2 0,0 1 0,-2 8 0,-6-1 0,0 10 0,-2 7 0,-3 11 0,1-2 0,-7 7 0,5 1 0,-5 5 0,-2 1 0,-2-1 0,-4 6 0,-4 1 0,-5-5 0,-4-6 0,3 3 0,1-5 0,-3 5 0,-1-6 0,3 3 0,3-7 0,1-2 0,2-2 0,8-9 0,4-4 0,4-20 0,7-5 0</inkml:trace>
  <inkml:trace contextRef="#ctx0" brushRef="#br0" timeOffset="4">4578 6344 8912,'-18'-5'0,"1"-1"0,-8 0 0,6 6 0,2 8 0,4-4 0,7 7 0,2 2 0,2-3 0,2 1 0,2-5 0,4 6 0,3-9 0,8 11 0,1-8 0,-1-3 0,0-1 0,0-2 0,1 0 0,-1 0 0,0 0 0,-8-7 0,-1 5 0,-8-14 0,-13 14 0,-4-3 0,-3 3 0,-1-4 0,0 0 0,-2 3 0,2 1 0,2 2 0,2 0 0,0-8 0,0-2 0</inkml:trace>
  <inkml:trace contextRef="#ctx0" brushRef="#br0" timeOffset="5">4939 5811 8912,'-12'0'0,"1"0"0,-2 0 0,3 0 0,0 2 0,3 4 0,-5 9 0,7 10 0,-1 2 0,-2 3 0,6 3 0,-5-1 0,7-3 0,0 3 0,0-3 0,7 2 0,5-3 0,3-5 0,4-4 0,2-3 0,4-5 0,2-5 0,2-4 0,5-2 0,0 0 0,-5-2 0,0-4 0,-3 2 0,3-7 0,-6-3 0,-10-1 0,-1-2 0,1 0 0,-5 0 0,5 5 0,-7 1 0,0 7 0,-6-4 0,0 16 0,0 3 0,0 5 0,0-5 0,2-1 0,2-1 0,1 1 0,9-6 0,-3 1 0,4-3 0,3-2 0,-1 0 0,0-2 0,0-3 0,8-5 0,-4-7 0,6 0 0,-2-1 0,-2 1 0,-6 0 0,0 0 0,0 7 0,-7 5 0,-4 10 0,-6 7 0,-6 11 0,-6 7 0,-3 8 0,-2 6 0,0 6 0,0-4 0,1 4 0,5-5 0,-3-1 0,9 2 0,-7-4 0,6-2 0,1 0 0,5-13 0,-2 0 0,-2-2 0,-2 0 0,1-12 0,5 4 0,0-3 0,1-5 0,3-5 0,2-8 0,7-13 0,-3-10 0</inkml:trace>
  <inkml:trace contextRef="#ctx0" brushRef="#br0" timeOffset="6">5765 6138 8912,'0'-17'0,"0"0"0,0-1 0,-8 9 0,6 3 0,-3 12 0,3 5 0,2 5 0,0 6 0,0 3 0,0 2 0,0 2 0,0-1 0,2 1 0,1 2 0,3 1 0,0-5 0,-6-4 0,0-2 0,0 0 0,0 2 0,0-6 0,0-6 0,0-7 0,8 4 0,3-8 0,4-10 0,3-7 0,-1-10 0,0-5 0,0-10 0,6 4 0,0-6 0,-2 2 0,-2 2 0,-2 7 0,-1 4 0,-3 8 0,-1 8 0,-9-2 0,5 13 0,-8 2 0,0 11 0,0 5 0,0 8 0,0-4 0,0 2 0,0-2 0,0-3 0,0 0 0,2 0 0,4 0 0,3-1 0,8-5 0,1-3 0,-1-8 0,0 0 0,2 0 0,4 0 0,-4-8 0,4-2 0,-4 1 0,-1-4 0,-1 5 0,0 0 0,0 1 0,-7 1 0,5 6 0,-4 0 0,5 0 0,-5 8 0,1 3 0,-8 4 0,3 2 0,-7 1 0,0-1 0,6-6 0,0 1 0,-1-8 0,3 3 0,4-7 0,-5 0 0,3-7 0,-6-5 0,1-3 0,1-4 0,-6-2 0,-2 0 0,-4 5 0,-3-1 0,-8 15 0,-2-5 0,-4-1 0,3 6 0,-4-5 0,6 8 0,1 5 0,0-4 0,0 6 0</inkml:trace>
  <inkml:trace contextRef="#ctx0" brushRef="#br0" timeOffset="7">6608 6121 8912,'0'-35'0,"0"3"0,0 3 0,0 4 0,0 16 0,-2 11 0,-2 15 0,-3 10 0,-3 5 0,-1 10 0,-5-4 0,5 8 0,-2-8 0,7 3 0,-6 1 0,5-4 0,-3-6 0,6-3 0,-3-8 0,-1 2 0,6 0 0,-6-14 0,10-7 0,4-7 0,4-16 0,7 7 0,2-14 0,2-3 0,2-2 0,-2-1 0,6 0 0,-8-1 0,6 3 0,0 3 0,-6 4 0,6 4 0,-8 2 0,0 4 0,-7 9 0,3 0 0,-7 12 0,-2 6 0,3 3 0,-1 4 0,-2 4 0,-2-4 0,3 6 0,1-8 0,-2 0 0,5 0 0,-5-1 0,6-3 0,-1-3 0,1-3 0,1-1 0,7-6 0,-1 0 0,0-8 0,0-3 0,1-4 0,-1-3 0,0 1 0,0-2 0,0-2 0,1-2 0,-1 0 0,0 6 0,0 0 0,-7 7 0,-1 3 0,-3 7 0,-4 0 0,6 2 0,-8 3 0,0-1 0,2 6 0,3-3 0,-1-1 0,8-6 0,-1 0 0,6 0 0,0 0 0,1 0 0,-1 0 0,0-6 0,0-1 0,0-3 0,1-1 0,-1 1 0,0 3 0,0-1 0,-7 6 0,3-4 0,-7 12 0,5 4 0,-5 9 0,-2 4 0,-2 5 0,-2 5 0,-2 1 0,-4 0 0,4 1 0,-3-1 0,-3 1 0,2-3 0,2-3 0,-3-4 0,1-8 0,-7-8 0,3-1 0</inkml:trace>
  <inkml:trace contextRef="#ctx0" brushRef="#br0" timeOffset="8">7314 6018 8912,'-10'-33'0,"4"4"0,4 7 0,2 10 0,2 6 0,4 12 0,6 6 0,3 3 0,2 2 0,0 0 0,8-7 0,2-3 0</inkml:trace>
  <inkml:trace contextRef="#ctx0" brushRef="#br0" timeOffset="9">8071 5966 8912,'-35'17'0,"1"0"0,0-5 0,-1-1 0,1 3 0,-1 7 0,1 2 0,7 5 0,6-3 0,6 0 0,3 0 0,9 3 0,-3-5 0,4 0 0,2-11 0,0-1 0,2-7 0,4 2 0,5-4 0,6-4 0,6-4 0,-2-5 0,8-12 0,-2 2 0,3-6 0,-1 2 0,-8-5 0,10 10 0,-7-3 0,3 4 0,-6 2 0,4 2 0,-8 2 0,0 3 0,1 2 0,-1 3 0,0 5 0,0 0 0,-7 0 0,-1 7 0,-3 5 0,-4 5 0,4 6 0,3-4 0,1 6 0,7-10 0,0-3 0,1-7 0,1-3 0,4-2 0,3-4 0,9-7 0,-1-3 0,1-14 0,-1-7 0,1-5 0,-1-7 0,0-1 0,-1-4 0,-6-1 0,-10 3 0,-8-5 0,-11 1 0,-5-5 0,-10 0 0,-8 13 0,-15-10 0,-1 18 0,3 6 0,0 5 0,2 12 0,1 3 0,8 7 0,-1 10 0,9 7 0,-4 11 0,5 3 0,7 9 0,3 7 0,10 6 0,4 7 0,11-1 0,10 3 0,4-4 0,3-1 0,-3-8 0,13 6 0,-6-3 0,2 9 0,8-3 0,-10 14 0,6-6 0,-2 0-355,-2 6 1,-5-13 0,-1 5 0</inkml:trace>
  <inkml:trace contextRef="#ctx0" brushRef="#br0" timeOffset="10">4887 7668 8912,'17'-17'0,"1"0"0,-3 0 0,-2-1 0,-1 1 0,-1 0 0,-1 0 0,-4 0 0,1-6 0,-1-2 0,-2 0 0,-2 0 0,-4-5 0,-2 3 0,-4-2 0,-1 1 0,-3 1 0,-5-4 0,-2 4 0,-4 3 0,4 1 0,-4 6 0,4 1 0,2 5 0,-1 5 0,-6 4 0,-5 6 0,-4 7 0,-1 9 0,1 16 0,5 4 0,-3 10 0,8 7 0,-4 12 0,10-6 0,-2 6 0,13-12 0,1 6 0,5-6 0,0-1 0,2-11 0,3-4 0,5-5 0,7-4 0,0-1 0,1-4 0,-1-1 0,0 1 0,0-6 0,-2 12 0,-1-3 0,-3 8 0,-7-1 0,4 5 0,-24-8 0,-3 0 0</inkml:trace>
  <inkml:trace contextRef="#ctx0" brushRef="#br0" timeOffset="11">4371 8046 8912,'-15'-30'0,"3"-3"0,6 3 0,5 5 0,2 12 0,5 1 0,10 6 0,8-3 0,3-1 0,4 1 0,9-3 0,-2 3 0,8 3 0,0 2 0,6-2 0,-8 5 0,-4-5 0,4-4 0,0 1 0</inkml:trace>
  <inkml:trace contextRef="#ctx0" brushRef="#br0" timeOffset="12">5077 7857 8912,'9'0'0,"-1"-7"0,-1 5 0,-3-12 0,8 9 0,1 1 0,4 2 0,4 2 0,4-2 0,2-4 0,0 4 0,1-3 0,5 3 0,-8 0 0,3-2 0,-5-2 0,-3 0 0,-9 1 0,-1-3 0,-3-1 0,-3-5 0,-10-1 0,-9 0 0,-8 1 0,2 3 0,-6 7 0,6-4 0,-7 8 0,5 2 0,-6 4 0,6 4 0,-4 7 0,2 0 0,2 2 0,6 4 0,2 6 0,3 3 0,5 2 0,7 1 0,2-1 0,3 1 0,5-1 0,15-2 0,5-3 0,9-6 0,5-4 0,15-4 0,6-3 0,8-6 0,-3-8 0,3-10 0,-8-11 0,-6-13 0,-7-4 0,0-8 0,-1 4 0</inkml:trace>
  <inkml:trace contextRef="#ctx0" brushRef="#br0" timeOffset="13">5730 7806 8912,'-24'0'0,"-5"0"0,4 0 0,2 0 0,4 0 0,2 2 0,0 3 0,7 5 0,4 7 0,4-5 0,2-1 0,0 2 0,2 1 0,2-1 0,4-3 0,1-3 0,3 7 0,5-12 0,0 3 0,0-3 0,1-2 0,7 0 0,3 0 0,5 0 0,1-7 0,-5 3 0,-1-8 0,3-1 0,0 3 0,-1 1 0,-1 1 0,-8-3 0,2 5 0,-4-2 0,-2 3 0,0 3 0,-5-4 0,-1 12 0,-7 3 0,4 8 0,-6 1 0,4-1 0,-5 0 0,5 0 0,-2 0 0,2 1 0,3-1 0,3-8 0,-1-3 0,3-4 0,-7-2 0,9-2 0,-5-4 0,12-11 0,4-10 0</inkml:trace>
  <inkml:trace contextRef="#ctx0" brushRef="#br0" timeOffset="14">6350 7376 8912,'-17'-8'0,"5"1"0,1-5 0,7 6 0,-2 12 0,4 6 0,2 9 0,0 2 0,0 7 0,8 3 0,3 7 0,-1 0 0,0-4 0,-3 2 0,-1 2 0,2-1 0,-6-3 0,5-2 0,-7 1 0,0-1 0</inkml:trace>
  <inkml:trace contextRef="#ctx0" brushRef="#br0" timeOffset="15">6333 7703 8912,'6'-29'0,"1"4"0,3 6 0,1-2 0,8 9 0,4-3 0,4 6 0,7-5 0,1 9 0,-1-7 0,1 4 0,-1-1 0,1 3 0,-3-3 0,-3-1 0,-6 0 0,-12 7 0,4-5 0,-13 8 0,6 0 0,-8 0 0,0 0 0,0 8 0,0 3 0,0 4 0,0 3 0,0-1 0,0 0 0,0 0 0,0 0 0,8-1 0,3-5 0,-1 4 0,1-3 0,-5-3 0,5 1 0,3-2 0,-5-3 0,3-5 0,1-2 0,2-3 0,-5-5 0,5-7 0,-3-2 0,3-4 0,2-4 0,2-9 0,2-2 0,2-2 0,0-1 0,-7 15 0,-3 3 0,-1 4 0,-1-6 0,6 13 0,-7-1 0,-5 19 0,5 3 0,-8 8 0,6 3 0,-1 2 0,3-2 0,1 4 0,1-8 0,1-5 0,4 3 0,4-7 0,4 1 0,2-1 0,-6-1 0,6-8 0,-6-3 0,2-7 0,7-3 0,-11-2 0,4-1 0,-3 1 0,-3-8 0,0 6 0,0-4 0,0 4 0,-5 2 0,-3 0 0,-1 0 0,5 7 0,-9 3 0,8 7 0,-7 0 0,7 0 0,-1 7 0,7 5 0,-1-5 0,6 7 0,2-7 0,1 3 0,3-6 0,6 3 0,-1-7 0,0 0 0,1 0 0,-3-2 0,-3-3 0,-4 1 0,-8-8 0,0 1 0,0-6 0,-7 0 0,-4 1 0,-12 3 0,-5 1 0,-12 9 0,2-5 0,-8 8 0,-2 8 0,-7 3 0,-2 6 0,2 4 0,1 2 0,11 8 0,3-10 0,11 7 0,4 1 0,8 5 0,10 1 0,7-1 0,23-5 0,18 0 0,16-14 0,12 0 0,10-5-318,-46-6 0,1-3 0,1-7 0,0-3 0,-1 0 0,1-1 0</inkml:trace>
  <inkml:trace contextRef="#ctx0" brushRef="#br0" timeOffset="16">8845 7170 8912,'0'-35'0,"0"1"0,0 1 0,0 5 0,0 5 0,0 4 0,-9 9 0,-7 4 0,-5 4 0,-15 18 0,0 5 0,-6 7 0,-6 7 0,6-5 0,2 10 0,3-3 0,3-3 0,9 1 0,8-3 0,9-1 0,6-3 0,12-5 0,9 4 0,13-2 0,11-2 0,8-6 0,1-2 0,-1-3 0,1 3 0,0-6 0,-3 11 0,-3 2 0,-9-2 0,-9 2 0,-14 5 0,1 0 0,-15 7 0,-6 8 0,-11 4 0,-17 4 0,-22 15 0,-13 4 0,21-26 0,-3 1 0,-7 0 0,1 0 0</inkml:trace>
  <inkml:trace contextRef="#ctx0" brushRef="#br0" timeOffset="17">22079 11158 8912,'-6'-11'0,"-2"1"0,1 1 0,-1-1 0,2 6 0,6-11 0,0 13 0,0-5 0,0 7 0,0 0 0,8 0 0,-6 0 0,7 0 0,-3 0 0,-4-2 0,4-4 0,-4 4 0,-2-6 0,0 6 0,0-3 0,0 3 0,0-8 0,0 5 0,0 1 0,0-8 0,0 7 0,0-7 0,0 8 0,-2-9 0,-4 7 0,4-7 0,-13 11 0,11-6 0,-7 8 0,-1 0 0,-5 0 0,7 0 0,-5 0 0,4 0 0,-5 0 0,5 6 0,-1 2 0,1 1 0,1 5 0,-5 1 0,7-2 0,-5 2 0,1 5 0,9 1 0,-5-2 0,6 4 0,-4 5 0,4-3 0,-5 6 0,9-7 0,3 3 0,-3-6 0,14 4 0,-5-8 0,4 0 0,8 1 0,0-3 0,-2-4 0,-2-5 0,-1-4 0,-1-2 0,0 0 0,0 0 0,1 0 0,-3-8 0,-2-3 0,-1-4 0,-9-3 0,5 1 0,-8 0 0,2-8 0,4-3 0,-4 1 0,3-2 0,-3-1 0,-2-3 0,0-7 0,0 0 0,0 2 0,2 1 0,2 3 0,2 0 0,-2-1 0,-2 9 0,-1 1 0,3 7 0,2 1 0,0 8 0,-6 1 0,0 8 0,0 0 0,0 8 0,0 1 0,0 3 0,0-1 0,0 3 0,0 3 0,0 6 0,-2 5 0,-4 12 0,4 4 0,-5 8 0,7 0 0,0-1 0,0 1 0,0 5 0,0-2 0,0-5 0,0 0 0,0-10 0,0-4 0,0-5 0,7 1 0,-3-18 0,8 3 0,-1-11 0,0 1 0,1-7 0,-6 0 0,5 0 0,-5-6 0,3-3 0,-1-6 0,5-6 0,-3-14 0</inkml:trace>
  <inkml:trace contextRef="#ctx0" brushRef="#br0" timeOffset="18">22475 11365 8912,'-18'0'0,"3"-2"0,2-2 0,1-2 0,-1 2 0,-3 2 0,-1 2 0,8 2 0,3 4 0,6-2 0,6 5 0,5 1 0,4 0 0,3-7 0,-1 7 0,0-6 0,2 2 0,4-3 0,-4-1 0,4-2 0,-4 0 0,-1 0 0,-1 0 0,2 0 0,4 0 0,-4 0 0,6 0 0</inkml:trace>
  <inkml:trace contextRef="#ctx0" brushRef="#br0" timeOffset="19">23060 11244 8912,'-2'-17'0,"-4"0"0,4 7 0,-4 7 0,10 12 0,2 8 0,7 6 0,-3 0 0,-1 6 0,5 3 0,-7 5 0,3 3 0,-6-4 0,3 14 0,-7-6 0</inkml:trace>
  <inkml:trace contextRef="#ctx0" brushRef="#br0" timeOffset="20">7623 13050 8912,'-9'0'0,"-1"0"0,5 0 0,3 2 0,-4 3 0,4 5 0,2 7 0,-2-7 0,-4-5 0,4 5 0,-5-8 0,7 5 0,2-7 0,3 0 0,-1 0 0,8 0 0,1 0 0,2-7 0,5-5 0,1-3 0,2-2 0,7 0 0,-5-1 0,6 1 0,-3 0 0,-7 0 0,10 5 0,-8 3 0,-2 1 0,-8 4 0,-1 10 0,-1 4 0,-1 7 0,-5 0 0,-1 6 0,0 2 0,2 2 0,0-5 0,-4 7 0,3 2 0,5-7 0,7 1 0</inkml:trace>
  <inkml:trace contextRef="#ctx0" brushRef="#br0" timeOffset="21">7193 11588 8912,'-28'-17'0,"1"2"0,0 3 0,2 7 0,-2 3 0,3 5 0,-1 9 0,0-1 0,4 14 0,-2 0 0,2 4 0,9 3 0,7 4 0,3 3 0,2 1 0,0 6 0,0-8 0,2-4 0,3-3 0,5-10 0,7 2 0,6-4 0,2-4 0,2-3 0,3-7 0,3-3 0,1-2 0,1 0 0,-3 0 0,-3 0 0,3-7 0,-13-3 0,14-15 0,-6-2 0</inkml:trace>
  <inkml:trace contextRef="#ctx0" brushRef="#br0" timeOffset="22">7296 11829 8912,'-17'0'0,"0"0"0,6 0 0,-1 0 0,8 2 0,-1 4 0,3-3 0,2 9 0,0-1 0,0 6 0,2 1 0,3-3 0,7-4 0,11-3 0,-4-8 0,4 0 0,-4 0 0,-2-8 0,0-1 0,1-8 0,-1-8 0,-8 10 0,-3-8 0,-4 13 0,-4-7 0,-4 2 0,4-1 0,-13 1 0,4 4 0,-3 1 0,1 6 0,1-2 0,9 1 0,-5 12 0,8 3 0</inkml:trace>
  <inkml:trace contextRef="#ctx0" brushRef="#br0" timeOffset="23">7572 11777 8912,'-2'-17'0,"-4"0"0,4 0 0,-5 0 0,7 7 0,0 2 0,0 10 0,0 4 0,0 4 0,0 7 0,0 0 0,0 0 0,0 0 0,0 6 0,0 0 0,-2 0 0,-4 2 0,4-6 0,-6 6 0,8-8 0,0 0 0,0-5 0,0-1 0,0-7 0,0 4 0,8-8 0,-4-8 0,7-5 0,3-6 0,1-4 0,2-6 0,0 6 0,1 2 0,-1 2 0,0 2 0,0-1 0,0 1 0,1 8 0,-1-5 0,0 9 0,0-1 0,1 6 0,-1 0 0,0 0 0,0 6 0,0-1 0,1-1 0,-1-2 0,0-2 0,-6 0 0,1 0 0,1 0 0,-5 0 0,5-2 0,-7-4 0,0-3 0,0-8 0,-1 0 0,-1-1 0,-2 1 0,-2 0 0,0 0 0,0 0 0,-8 7 0,6 4 0,-3 12 0,3 5 0,2 5 0,0 3 0,0 4 0,0 5 0,0-3 0,0 6 0,0-6 0,0 1 0,0-5 0,0 10 0,0-8 0,0 0 0,0-6 0,0 0 0,0 0 0,0 1 0,-8-1 0,-3 0 0,-5 0 0,-1 0 0,0-7 0,0-4 0,0 3 0,-1 1 0</inkml:trace>
  <inkml:trace contextRef="#ctx0" brushRef="#br0" timeOffset="24">8260 11451 8912,'0'-12'0,"2"3"0,4 1 0,-4 2 0,5 8 0,-7 6 0,0 7 0,0 6 0,0 12 0,0 1 0,6 2 0,0 10 0,0-2 0,-6 2 0,0 7 0,0-5 0,0 0 0,0 2 0,0-1 0,0 3 0</inkml:trace>
  <inkml:trace contextRef="#ctx0" brushRef="#br0" timeOffset="25">8277 11760 8912,'-5'-17'0,"-1"0"0,0 7 0,14 3 0,3 7 0,5 0 0,8 0 0,5-2 0,6-2 0,5-2 0,-2-2 0,8 3 0,0 3 0,0-12 0,-1 9 0,-12-9 0,0 5 0,-7-1 0,-3-5 0,-13 13 0,-4-6 0,-12 8 0,-6 0 0,-3 0 0,-4 8 0,-4 3 0,4 5 0,-6 7 0,8 0 0,5 0 0,1-6 0,7 6 0,-2 0 0,-1-1 0,1-4 0,2-1 0,2-8 0,2 7 0,8-14 0,3 3 0,-1-3 0,1-4 0,3-3 0,7-5 0,2-7 0,-2 0 0,-2-1 0,-2-4 0,0-1 0,-1 0 0,-5 6 0,4-1 0,-5 1 0,-1 0 0,1 7 0,-4 5 0,-4 3 0,7 4 0,-5 3 0,4 7 0,1 3 0,-3-3 0,5-1 0,-7 1 0,12 3 0,-5-2 0,4-1 0,3-9 0,-1 5 0,0 0 0,0-6 0,0 3 0,1-3 0,-1-2 0,-6-2 0,1-3 0,-3-5 0,5-7 0,-3 0 0,-7 0 0,4-6 0,-6-2 0,3-2 0,-3 4 0,4-6 0,-4 7 0,-2-7 0,0 0 0,6 2 0,-1 5 0,1 2 0,-6 11 0,0 5 0,0 14 0,0 7 0,0 11 0,0-1 0,0 8 0,6 1 0,1 2 0,3 2 0,0 2 0,1-2 0,4-3 0,-5 5 0,7-8 0,0 0 0,-7 1 0,5-3 0,-5-3 0,-1-6 0,5-4 0,-9-2 0,9-7 0,-5-3 0</inkml:trace>
  <inkml:trace contextRef="#ctx0" brushRef="#br0" timeOffset="26">9103 11726 8912,'-24'-2'0,"4"-2"0,7-2 0,9-7 0,-3 11 0,22-6 0,10 8 0,11-2 0,10-3 0,13 1 0,10-8 0,0 1-682,5-6 682,-10 0 0,-1 5 0,-12 3-1,-7 1 1,-6-5 0,-3 3 0</inkml:trace>
  <inkml:trace contextRef="#ctx0" brushRef="#br0" timeOffset="27">12046 13806 8912,'-15'-17'0,"3"0"0,3 7 0,5 3 0,-2-1 0,0 8 0,6 0 0,0 2 0,0 9 0,0-5 0,0 5 0,0 5 0,0 5 0,0-2 0,0 4 0,0-2 0,0 2 0,0 2 0,0 5 0,0 1 0,0 5 0,0-2 0,0 16 0,0-4 0,0 5 0,0 7 0,0 1 0,0 6 0,0-2 0,0 0 0,0 6 0,6 0 0,0-1 0,0-7 0,-6-5 0,0-8 0,0-8 0,0-4 0,5-3 0,1-5 0,0-9 0,-6-7 0,8-1 0,-7-1 0,7-3 0,-8-7 0,0-2 0,0-3 0,2 3 0,4-4 0,-4 6 0,5 4 0,1 2 0,1 7 0,3-9 0,-1 7 0,1 1 0,5 3 0,0-3 0,1-5 0,-1-5 0,0 4 0,2-4 0,2 3 0,2-3 0,6-2 0,-4 0 0,1 0 0,5 0 0,1 0 0,3 0 0,-3 0 0,-3 0 0,4 0 0,-5 0 0,5 0 0,1 0 0,1 0 0,-1 0 0,6 0 0,0 0 0,8 0 0,-2 0 0,-2 0 0,0 0 0,0 0 0,0 0 0,0 0 0,2 0 0,-4 0 0,-10 6 0,-1 0 0,-2-2 0,-1-1 0,7 3 0,-1-4 0,1 4 0,1-4 0,4-2 0,4 0 0,0 0 0,6 0 0,-6 0 0,9-2 0,5-4 0,-5 4 0,4-5 0,-9 7 0,-2 0 0,-8 0 0,3 0 0,3 0 0,-8 7 0,14-5 0,-8 8 0,5-7 0,1 3 0,4-2 0,3-2 0,3-2 0,-12 0 0,-1 0 0,1 0 0,4 0 0,-4 0 0,2 0 0,-8 0 0,8-6 0,-2 0 0,3-1 0,5 3 0,1-2 0,3 2 0,-1-5 0,0 5 0,1-5 0,-3 1 0,-7 2 0,-2 6 0,-8-6 0,2 1 0,-3-1 0,-3 6 0,8 0 0,-4-2 0,8-2 0,2-1 0,2-1 0,1 6 0,1 0 0,-6-6 0,0 0 0,2 2 0,-1 1 0,-1-3 0,-4 4 0,-7-4 0,1 4 0,4 2 0,-3 0 0,10-5 0,-5-1 0,2 0 0,4 0 0,2 1 0,0-1 0,-4 6 0,3-6 0,-3 1 0,-4-1 0,6 6 0,-8 0 0,0-6 0,-5 0 0,-1 3 0,2 1 0,5 2 0,-5 0 0,4 0 0,2 0 0,-2 0 0,8 0 0,-2 0 0,2 0 0,-2 0 0,2-6 0,-8 0 0,-2-1 0,-9 1 0,1 4 0,-7-4 0,0 4 0,-6-4 0,1 1 0,-9-1 0,-1 6 0,-1 0 0,-5 0 0,6 0 0,-8-8 0,0-3 0,6 1 0,-1-1 0,3-1 0,-4-5 0,2 0 0,-3 0 0,7 0 0,-8-6 0,6-2 0,-1-2 0,-5-1 0,4-7 0,-2 1 0,1-1 0,-3-7 0,4-4 0,-4 3 0,-2-3 0,0 0 0,0-13 0,0-4 0,-2-2 0,-4 0 0,-5 2 0,-4 0 0,-3 0 0,1 3 0,0 7 0,0 5 0,0 14 0,-1-1 0,1 7 0,0-1 0,0 8 0,-1-2 0,3 4 0,2 2 0,1 0 0,1-8 0,-1 8 0,1-3 0,-2 7 0,3 2 0,-2-7 0,1 1 0,-4 0 0,1 0 0,3 0 0,-1 5 0,-5 1 0,0-1 0,0-5 0,0 6 0,-1-1 0,-7 1 0,4-5 0,-7 3 0,-1 2 0,2-3 0,-5 1 0,3-1 0,-3 3 0,-3 1 0,1-1 0,-1-4 0,1 11 0,-2-8 0,-5-1 0,-2 3 0,-9-1 0,0-2 0,-1 5 0,-5 2 0,-5-1 0,-11 1 0,3-2 0,-4 3 0,5 3 0,3-4 0,0 4 0,0 2 0,-4 0 0,-3 6 0,-1-1 0,-3 1 0,-1 2 0,-9-6 0,8 5 0,3-1 0,5 0 0,-5 1 0,-3-3 0,-4 2 0,-2-2 0,0 5 0,0-7 0,7 6 0,5-8 0,5 0 0,6 2 0,5 2 0,5 1 0,1 1 0,-1-6 0,-3 2 0,-1 4 0,7-4 0,1 7 0,3-3 0,-4-4 0,-2 6 0,3-3 0,1 3 0,2 1 0,0 3 0,-13 5 0,3-5 0,-5-1 0,2 0 0,3 1 0,1-2 0,-2-3 0,5 5 0,0-7 0,3 7 0,8-6 0,-6 5 0,1-3 0,-4-1 0,-2 1 0,-1 5 0,-5-1 0,-7 3 0,-7 2 0,9 0 0,-4 1 0,15-1 0,2 0 0,3 0 0,1 0 0,0 1 0,2-1 0,2-8 0,2 7 0,0-5 0,-8-3 0,11 7 0,-3-5 0,4-1 0,1-3 0,9 3 0,-5-7 0,8 4 0,8-4 0,7-2 0,16 0 0,-6 0 0,5 0 0,-7 0 0,2 0 0,4 0 0,-4 0 0,6 0 0,-8 0 0,0 0 0,0 8 0,0 1 0,0 8 0</inkml:trace>
  <inkml:trace contextRef="#ctx0" brushRef="#br0" timeOffset="28">5404 16643 8912,'24'0'0,"5"0"0,5 0 0,7 0 0,5 0 0,5 0 0,7 0 0,-5-6 0,4-1 0,-3-3 0,-10 4 0,-6-5 0,-5-1 0,-5 3 0,-9-6 0,1 5 0,-7 0 0,-11 1 0,-2 3 0,-8 4 0,-11-3 0,-4 3 0,-4 2 0,-7 0 0,-8 5 0,-4 3 0,-4 2 0,-1 1 0,-3 8 0,-3 2 0,-6 2 0,3 0 0,3-6 0,4 2 0,1 4 0,0-4 0,10 6 0,8-8 0,9 1 0,13-9 0,5 1 0,7-5 0,7-3 0,11 4 0,10-12 0,18-3 0,8-8 0,5-1 0,6-1 0,2-4 0,2 4 0,3-13 0,-1 5 0,-4 0 0,-9-5 0,-7 11 0,-11-6 0,-3 2 0,-11 2 0,-8 14 0,-13 1 0,-10 8 0,-7 0 0,-11 0 0,2 2 0,-8 4 0,-1 5 0,-10-3 0,3 5 0,-1-5 0,8 1 0,-3 3 0,6-1 0,-5-1 0,3-3 0,4 5 0,8-4 0,0 1 0,7-5 0,3 5 0,9-5 0,3 2 0,14 0 0,16-6 0,5 0 0,6 0 0,4-16 0,-6-3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727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18568 8803 8912,'-11'0'0,"-1"0"0,1-2 0,1-4 0,-5 4 0,13-7 0,-4 3 0,4 4 0,0-5 0,-3 7 0,3 0 0,-6 0 0,6 0 0,-4 0 0,5 0 0,-7 0 0,8 0 0,0 0 0,0-8 0,0-2 0,2-1 0,4-1 0,13 1 0,15-6 0,18-10 0,18-7 0,15-10 0,-31 12 0,4-1-1163,9-4 0,4-1 1163,-14 7 0,2-2 0,1 0 0,5-2 0,3 0 0,0 0 0,5-5 0,2-1 0,0 1 0,0 3 0,0 0 0,-1 1 0,0 0 0,0 1 0,0 0 0,-1 2 0,0-1 0,-1 2 0,-4 3 0,-1 1 0,-1-1 0,-6 2 0,0-1 0,-2 1 0,20-8 0,-2 1-589,-6 3 0,-2 1 589,-3 1 0,-2 1 0,-6 3 0,-3 0 0,-3 2 0,-2 0-293,33-17 293,-21 12 0,-27 3 0,-11 8 0,-4-1 0,-9 9 1892,-2 1-1892,-8 0 729,0 7 0,0-9-729,0 4 447,0 4-447,0-5 0,0 7 0,0 0 0,0-8 0,0-3 0,-8-12 0,-2-4 0</inkml:trace>
  <inkml:trace contextRef="#ctx0" brushRef="#br0" timeOffset="1">21649 6843 8912,'-18'-17'0,"9"-1"0,-5 1 0,9 0 0,-1 8 0,8 1 0,5 8 0,11 0 0,8 2 0,15 5 0,4 11 0,5 6 0,2 11 0,-1-1 0,1 8 0,-2 6 0,-4 7 0,-6 8 0,-12 4 0,-5 2 0,-11 2-172,-6 3 1,-20 3 171,-9 3 0,-9-9 0,-8-10 0,-6-2 0,-4-9 0,-2-1 0,-1-10 0,-4-1 0,-7-10 0,-2-3 0</inkml:trace>
  <inkml:trace contextRef="#ctx0" brushRef="#br0" timeOffset="2">22750 6980 8912,'0'-11'0,"2"1"0,2 1 0,1-1 0,1-1 0,-6-6 0,0 5 0,0 1 0,0-3 0,-2 1 0,-4 0 0,-5 1 0,-4 1 0,-8 1 0,-2 6 0,-4 10 0,-7 11 0,0 10 0,-10 13 0,2-2 0,-4 8 0,2 2 0,10 2 0,1 1 0,5-7 0,10-4 0,7-5 0,4-7 0,3-3 0,8-10 0,3-3 0,11-6 0,7-12 0,9-6 0,3-11 0,7-11 0,9-12 0,-1-5 0,-2-5 0,-2-1-112,-16-8 1,9-4 0,-18-11 111,-6-4 0,-6-2 0,-12 0 0,-7-2 0,-7-4 0,-6 20 0,2 5 0,0 17 0,6 16 0,-3 7 0,15 18 0,-9 3 0,8 14 0,-2 9 0,5 11 0,1 18 0,0 12 0,0 6 0,5 13 0,3 3-213,2 4 1,1-4 212,6 1 0,2-9 0,4 3 0,4-14 0,7-10 0,1-9 320,-1-5-320,1-10 0,-1-10 0,1-12 0,-1-3 0,0-17 0,1-4 0,-1-15 0,1-1 0,-9-7 0,-1 4 0,-9-8 439,-5-2-439,-3 6 0,-8-5 0,0 6 0,-2-4 0,-4 4 0,-9 9 0,-8 9 0,2 4 0,0 9 0,0 7 0,-2 8 0,2 13 0,2 6 0,1 18 0,3 4 0,4 4 0,3 9 0,8-7 0,0 1 0,0-5 0,0-10 0,10 4 0,7-9 0,9-5 0,15-10 0,3-13 0,7-10 0,1-7 0,0-11 0,-3-7 0,-3-9 0,-6-3 0,-11-4 0,-4-3 0,-8 3 0,-7-2 0,-5 2 0,-3-1 0,-4 6 0,-3 3 0,-5 2 0,-7 9 0,0 10 0,7 11 0,4 12 0,6 4 0,6 7 0,6 2 0,3 4 0,10-4 0,-6 11 0,4-7 0,-2 6 0,2-6 0,-4 8 0,2-5 0,-8 1 0,-5 6 0,-8-12 0,0 7 0,-8 1 0,-3 5 0,-12-5 0,-6-2 0,-3-3 0,-3-3 0,1-1 0,1-5 0,5-4 0,3-3 0,13-12 0,1-7 0,7-8 0,-2-18 0,4-3 0,10-11 0,2-11 0</inkml:trace>
  <inkml:trace contextRef="#ctx0" brushRef="#br0" timeOffset="3">23576 6551 8912,'9'-8'0,"1"6"0,-4-4 0,-2-1 0,7 1 0,-7 0 0,9 8 0,-5 2 0,0 5 0,-1 7 0,7-3 0,-3 10 0,2-2 0,-1 2 0,3 2 0,-3 5 0,3-1 0,-4-2 0,-1 1 0,0-3 0,-1 0 0,-5-13 0,4 3 0,-8-15 0</inkml:trace>
  <inkml:trace contextRef="#ctx0" brushRef="#br0" timeOffset="4">23593 6155 8912,'-27'-29'0,"4"3"0,6 1 0,6 4 0,3 9 0,8 5 0,0 7 0,10 2 0,7 2 0,11 3 0,9 3 0,3 3 0,6-3 0,-4 1 0,2 2 0,2 3 0,5 1 0</inkml:trace>
  <inkml:trace contextRef="#ctx0" brushRef="#br0" timeOffset="5">24058 6413 8912,'0'10'0,"2"-3"0,3-7 0,-1 6 0,8 0 0,-1 5 0,6-3 0,1 1 0,1-3 0,2 6 0,2 1 0,-6-4 0,-6 3 0,-1-1 0,1 7 0,-3-7 0,-8 1 0,0-9 0,0 5 0,-2-8 0,-4 0 0,4-2 0,-3-4 0,3-5 0,4-10 0,3-2 0,5-8 0,7 3 0,0-5 0,1-1 0,7-1 0,-1 9 0,5 3 0,2-2 0,-8 2 0,5 6 0,-5 7 0,-2 3 0,-2 1 0,-7 8 0,-3 4 0,-1 5 0,-2 12 0,-6-4 0,2 4 0,3-4 0,-3-2 0,6 0 0,-6-1 0,2-3 0,1-1 0,9-9 0,-3 3 0,5-4 0,1-2 0,0-2 0,0-4 0,0-5 0,1-10 0,-1-2 0,-2 0 0,-3-2 0,-5 6 0,-7-6 0,-2 10 0,-3 4 0,-5-5 0,-7 14 0,-2-3 0,-4 3 0,4 2 0,-12 9 0,8 7 0,2 5 0,2 9 0,4-9 0,3 8 0,5-6 0,7 3 0,3-1 0,9-4 0,9-3 0,19-7 0,12-3 0,11-8 0,4-2 0,2-4 0,-8-9 0,-4-10 0,-3-2 0,5-2 0,-15-5 0,-4 0 0,-7-1 0,-16 1 0,2 0 0,-13 1 0,-3 4 0,-1 6 0,-9 6 0,-5 6 0,-3 3 0,-2 8 0,-1 2 0,-1 4 0,-4 5 0,4 6 0,-4 6 0,4 2 0,4 4 0,3-6 0,-1-2 0,7 2 0,1-8 0,5 8 0,0-13 0,0 7 0,7-12 0,5 1 0,3-4 0,2-2 0,0 0 0,1-9 0,-3-7 0,-4-5 0,5-2 0,-14-2 0,3-3 0,-3-5 0,-2-1 0,0-8 0,0-4 0,0-4 0,0-9 0,0 0 0,-2-6 0,-1 6 0,-3 5 0,-6 8 0,7 18 0,-1 3 0,0 17 0,0 12 0,3 17 0,1 14 0,2 18 0,0 4 0,0 4 0,0 14 0,0-1 0,2-1 0,3-10 0,5 4 0,7-4 0,2-9 0,4-5 0,6-7 0,5-9 0,6-8 0,4-14 0,10-5 0,5-14 0,10-9 0,0-16 0,-27 6 0,0-5 0,-3-3 0,0-1 0</inkml:trace>
  <inkml:trace contextRef="#ctx0" brushRef="#br0" timeOffset="6">26587 5295 8912,'-17'-51'0,"0"7"0,0 4 0,0 9 0,-3 5 0,-1 1 0,-2 4 0,1 9 0,4 7 0,-1 6 0,-4 11 0,2 3 0,-7 20 0,7-5 0,-2 22 0,11-1 0,-1 8 0,7 10 0,2 0 0,2-6 0,4-2 0,6-2 0,9-3 0,0-3 0,14-3 0,-8-4 0,5-4 0,-5-8 0,6-1 0,-6-3 0,-2-1 0,-2-8 0,-7 6 0,-3-6 0,-1 2 0,-2 0 0,-8-6 0,-4 0 0,-6-7 0,-9-5 0,-2-3 0,-15 6 0,2 1 0</inkml:trace>
  <inkml:trace contextRef="#ctx0" brushRef="#br0" timeOffset="7">25951 6121 8912,'-18'-25'0,"1"6"0,0-4 0,7 4 0,5 2 0,3-3 0,4-1 0,3-1 0,13-3 0,10 2 0,13 4 0,4-8 0,13 4 0,3 10 0,6-5 0,-2 5 0,-4 2 0,-2-1 0,6 8 0,-11-9 0,3 7 0,-11-5 0,-6 5 0,-9-2 0,-4 5 0,-2-3 0,-10 0 0,0 6 0,-13 0 0,8 8 0,-7 3 0,3 5 0,0 1 0,-6 2 0,0 2 0,0 2 0,0 0 0,6 0 0,-1 0 0,3 1 0,-2-1 0,-4-4 0,5 4 0,1-4 0,-6-1 0,7-7 0,-3 1 0,-4-9 0,13-10 0,-5-12 0</inkml:trace>
  <inkml:trace contextRef="#ctx0" brushRef="#br0" timeOffset="8">26932 5416 8912,'-23'0'0,"-2"0"0,-2 0 0,4 0 0,-4 2 0,2 3 0,8 5 0,6 7 0,7 0 0,-4 1 0,10-1 0,4 0 0,3-2 0,9-3 0,-1-5 0,0-7 0,0 0 0,1 0 0,-7-2 0,-1-3 0,-3-7 0,-1-3 0,-6-2 0,0 0 0,0-1 0,0 1 0,0 0 0,0 7 0,0-5 0,0 4 0,-6 1 0,0-1 0,-7 7 0,11-4 0,-5 8 0,7-7 0,0-3 0</inkml:trace>
  <inkml:trace contextRef="#ctx0" brushRef="#br0" timeOffset="9">27138 5175 8912,'0'-32'0,"0"3"0,0-2 0,0 9 0,0 1 0,0 1 0,0 11 0,0 1 0,0 29 0,0 12 0,0 13 0,2 9 0,4 14 0,-4 1 0,5 3 0,1 1 0,-4 1 0,7-6 0,-5-2 0,5-4 0,1-6 0,-3-4 0,7-9 0,-9-9 0,5-12 0,3-10 0,-3-1 0,3-12 0,2-6 0,6-6 0,0-16 0,0-1 0,-6-5 0,-1-1 0,-5 1 0,-3-2 0,-8-5 0,-8-2 0,-2-9 0</inkml:trace>
  <inkml:trace contextRef="#ctx0" brushRef="#br0" timeOffset="10">27104 5536 8912,'-18'0'0,"3"2"0,4 4 0,-5-4 0,13 5 0,-7-5 0,2 4 0,3-4 0,12 6 0,5-8 0,11 0 0,3 0 0,9 0 0,-1 0 0,1 0 0,-1 0 0,6-8 0,0-4 0,1 3 0,-7-3 0,8-7 0,2-7 0</inkml:trace>
  <inkml:trace contextRef="#ctx0" brushRef="#br0" timeOffset="11">28239 5502 8912,'-17'0'0,"6"-2"0,-1-4 0,7 4 0,-7-3 0,8 3 0,-3 2 0,14 0 0,9 0 0,8 0 0,3 0 0,4 0 0,1-2 0,3-4 0,-1-4 0,1-7 0</inkml:trace>
  <inkml:trace contextRef="#ctx0" brushRef="#br0" timeOffset="12">28790 5278 8912,'17'-9'0,"16"-14"0,3 4 0</inkml:trace>
  <inkml:trace contextRef="#ctx0" brushRef="#br0" timeOffset="13">29461 5192 8912,'-17'0'0,"0"0"0,7-2 0,3-1 0,-1-3 0,6 0 0,-6 6 0,8-8 0,0-1 0</inkml:trace>
  <inkml:trace contextRef="#ctx0" brushRef="#br0" timeOffset="14">25916 7221 8912,'-17'0'0,"2"-2"0,1-2 0,3-3 0,-2-3 0,-1-3 0,3-2 0,1 3 0,4 1 0,4-1 0,-3-5 0,3 7 0,2 16 0,0 13 0,2 6 0,3 6 0,-3 7 0,4 4 0,-4 2 0,6-6 0,-6 4 0,5-6 0,-1 1 0,0-3 0,1-3 0,-3-14 0,2 0 0,7-7 0,-9-3 0,8-11 0,1-7 0,-5-1 0,5-20 0,-5 3 0,1-3 0,-5-3 0,4 3 0,-8 3 0,0 6 0,0 4 0,2 2 0,3 0 0,-3 7 0,14 3 0,-3 9 0,8 3 0,0 11 0,8 7 0,1-2 0,3-2 0,1-2 0,1-2 0,-1-3 0,0-5 0,1-9 0,-3-3 0,-3-7 0,-4-11 0,-10-4 0,-3-7 0,-7 0 0,-10-1 0,-7-5 0,-11 0 0,-5 2 0,-5 2 0,-1 9 0,-1 4 0,1 4 0,7 9 0,2 3 0,8 9 0,0 3 0,7 5 0,3 7 0,7 0 0,15-7 0,4 5 0,15-5 0</inkml:trace>
  <inkml:trace contextRef="#ctx0" brushRef="#br0" timeOffset="15">26708 6980 8912,'-12'0'0,"1"0"0,7 2 0,-2 4 0,4 11 0,2 4 0,0 8 0,0 1 0,0 11 0,2-5 0,2 4 0,2-4 0,7-1 0,-3-3 0,1-1 0,1-3 0,-1-14 0,-1 5 0,-4-19 0,-20-12 0,-5-14 0</inkml:trace>
  <inkml:trace contextRef="#ctx0" brushRef="#br0" timeOffset="16">26536 6774 8912,'-10'-17'0,"-5"7"0,13-5 0,-6 13 0,16-5 0,5 7 0,8 0 0,8 0 0,-2-6 0,2 0 0,-1-7 0,7 3 0</inkml:trace>
  <inkml:trace contextRef="#ctx0" brushRef="#br0" timeOffset="17">27104 6533 8912,'0'10'0,"-2"-2"0,-2-7 0,-2 5 0,0-4 0,6 13 0,2-3 0,4 3 0,-2 4 0,7 4 0,3 6 0,1 3 0,2 10 0,-1-3 0,-3 4 0,-2 0 0,1 4 0,-3-3 0,-3 8 0,-4-8 0,-2-4 0,-8-11 0,-3-7 0,-12-2 0,-4-3 0</inkml:trace>
  <inkml:trace contextRef="#ctx0" brushRef="#br0" timeOffset="18">26983 6963 8912,'-7'-17'0,"5"0"0,-4 0 0,4-1 0,4 7 0,4 0 0,5 1 0,12-1 0,4-5 0,7 5 0,3-5 0,3-1 0,-4 0 0,6 0 0,-7 0 0,3 0 0,-4-1 0,3-3 0,-15 4 0,1-2 0,-5 13 0,-7 1 0,1 5 0,-9 0 0,5 7 0,-8 5 0,0 3 0,6 10 0,0 2 0,-3 1 0,-1 1 0,-2-1 0,0 7 0,0-1 0,0 1 0,0-1 0,0-5 0,0-3 0,0-1 0,0-2 0,0-6 0,0-7 0,0-4 0,0-12 0,0-6 0,0-10 0,8 1 0,3-8 0,7 0 0,5 2 0,3-1 0,9 9 0,-1 3 0,1 11 0,1-3 0,4 8 0,2 8 0,4 3 0,4 10 0,-4 2 0,-2 8 0,1-3 0,-6-3 0,1-2 0,-4-4 0,-9-2 0,-2 1 0</inkml:trace>
  <inkml:trace contextRef="#ctx0" brushRef="#br0" timeOffset="19">23628 8683 8912,'-18'-10'0,"7"-3"0,-1 7 0,7 0 0,-7 6 0,8 15 0,-1 8 0,6-10 0</inkml:trace>
  <inkml:trace contextRef="#ctx0" brushRef="#br0" timeOffset="20">25176 9130 8912,'-7'-25'0,"-3"6"0,-7-2 0,-2 5 0,-4 5 0,9 1 0,-3-3 0,2 3 0,0 1 0,-3-1 0,1 6 0,0-1 0,7 3 0,3 2 0,22 0 0,-3 0 0,12 0 0,-1 0 0,0 0 0,2 7 0,-2 5 0,2-3 0,4 3 0,3-1 0,-13 12 0,4 0 0,-4-2 0,-3 4 0,-3 0 0,-3 2 0,-3 3 0,-1 3 0,-14 7 0,-3 0 0,-10 8 0,-4-4 0,-2 0 0,-2-2 0,-5-8 0,0-2 0,-1-3 0,3 0 0,3-12 0,4-6 0,8-16 0,7-12 0,3-10 0</inkml:trace>
  <inkml:trace contextRef="#ctx0" brushRef="#br0" timeOffset="21">25348 9044 8912,'-34'17'0,"0"0"0,-1 0 0,1 0 0,5 8 0,0 4 0,8 9 0,-2 2 0,12 6 0,5-6 0,4 2 0,4-4 0,4 2 0,5-1 0,10-11 0,2-5 0,8-6 0,-2-5 0,3 3 0,8-15 0,0 0 0,-1-9 0,3-9 0,-2-4 0,0-13 0,-13-9 0,-2-7 0</inkml:trace>
  <inkml:trace contextRef="#ctx0" brushRef="#br0" timeOffset="22">25348 8648 8912,'0'-23'0,"0"0"0,0 2 0,8-4 0,3 3 0,7 1 0,5 3 0,5 7 0,3 3 0,0 8 0,-3 2 0,3 4 0,-6 3 0,5 11 0,-7 1 0,-4 3 0,-3 3 0,-5 4 0,-7-1 0,2-1 0,-4 1 0,-2-7 0,-2 6 0,-4-6 0,4 0 0,-11-6 0,7 0 0,-8 0 0,14-7 0,0-4 0,10-12 0,13-5 0,-2 1 0,8-1 0,-8-1 0,2-5 0,3 0 0,1 0 0</inkml:trace>
  <inkml:trace contextRef="#ctx0" brushRef="#br0" timeOffset="23">26037 9130 8912,'-12'-10'0,"1"4"0,7 4 0,-4 2 0,16 8 0,2 3 0,1 7 0,0 5 0,1 3 0,5 9 0,0-1 0,1 0 0,-1 1 0,0-1 0,0 1 0,0-1 0,-1 0 0,-5 1 0,3-14 0,-9-4 0,1-11 0,-6 1 0</inkml:trace>
  <inkml:trace contextRef="#ctx0" brushRef="#br0" timeOffset="24">26398 8889 8912,'0'-17'0,"0"-1"0,0 1 0,4 0 0,7 0 0,12 0 0,4 0 0,6 1 0,3 5 0,4 3 0,0 8 0,-3 2 0,3 6 0,-6 9 0,-5 10 0,-6 13 0,-12 6 0,-3 9 0,-8 2 0,-8 1 0,-7-5 0,-10 1 0,-2-3 0,-1 3 0,-7-14 0,3-8 0,3-9 0,-3-4 0,12-9 0,-3-4 0,4-20 0,2-5 0</inkml:trace>
  <inkml:trace contextRef="#ctx0" brushRef="#br0" timeOffset="25">26949 8717 8912,'-23'11'0,"0"1"0,-6-1 0,6 7 0,2-1 0,2 6 0,2 0 0,0 7 0,-1-1 0,9 3 0,3 3 0,4-3 0,2-3 0,8 1 0,5-7 0,8-4 0,8-5 0,4-7 0,1-7 0,0 0 0,1 0 0,-8 0 0,-3-15 0,-6-8 0,-1-7 0,0-5 0</inkml:trace>
  <inkml:trace contextRef="#ctx0" brushRef="#br0" timeOffset="26">26828 8218 8912,'0'-17'0,"0"0"0,0 0 0,4 0 0,6 1 0,7 5 0,10-4 0,-4 3 0,7 4 0,-1 1 0,3 1 0,3 0 0,-8 2 0,-4 10 0,-4-2 0,-2 8 0,-8 5 0,-3 8 0,-6 1 0,-6 5 0,-3 1 0,-8 3 0,-1-1 0,1-5 0,0-1 0,0-7 0,0 2 0,-1-4 0,9-1 0,-6-1 0,13-8 0,2-1 0,11-8 0,6 0 0,4 0 0,4 0 0,2 0 0,-4-6 0,6 1 0,-6-1 0,5 6 0,-7 0 0,2 2 0,-11 3 0,-5 5 0,-7 7 0,0 0 0,-2 3 0,-3 2 0,-5-1 0,-7 8 0,-6-8 0,0 2 0,-6 2 0,6-4 0,0-6 0,-1-7 0,4 1 0,-4 1 0</inkml:trace>
  <inkml:trace contextRef="#ctx0" brushRef="#br0" timeOffset="27">27482 8940 8912,'0'18'0,"0"-1"0,0 2 0,0 4 0,-5 11 0,-1 12 0,2 4 0,2 1 0,2-1 0,0-2 0,0-2 0,6-10 0,0-2 0,-3-9 0,7-6 0,-1-2 0</inkml:trace>
  <inkml:trace contextRef="#ctx0" brushRef="#br0" timeOffset="28">27792 8562 8912,'-6'-27'0,"1"5"0,1 2 0,4 5 0,5 4 0,7 3 0,3 0 0,4 6 0,4-3 0,6 5 0,3 5 0,3 7 0,-3 3 0,-3 2 0,2 6 0,-8 2 0,-2 0 0,-2 0 0,-8 5 0,1-1 0,-8 0 0,1 5 0,-10-3 0,-7 9 0,-5-4 0,-6-2 0,2 1 0,-8-1 0,2 1 0,-1-1 0,-3-7 0,8-4 0,0-12 0,-2 4 0,-1-5 0</inkml:trace>
  <inkml:trace contextRef="#ctx0" brushRef="#br0" timeOffset="29">28274 8390 8912,'-33'-7'0,"5"-3"0,5 1 0,4 1 0,1 10 0,1 4 0,2 5 0,3 12 0,-1 6 0,5 9 0,-1 2 0,5 8 0,-2-3 0,4 5 0,2 2 0,0-8 0,2-2 0,4-8 0,5 0 0,5-9 0,1-8 0,2-7 0,4-10 0,-2-2 0,8-6 0,1-9 0,3-9 0,3-9 0,4-5 0,-3 4 0,12-22 0,-5 5 0</inkml:trace>
  <inkml:trace contextRef="#ctx0" brushRef="#br0" timeOffset="30">28704 7703 8912,'0'-25'0,"-2"6"0,-2-4 0,-1 4 0,-1 9 0,4 10 0,-2 13 0,-2 8 0,3 8 0,-7 9 0,-1 2 0,1 8 0,-2-2 0,3 2 0,-3-2 0,-1 1 0,7-7 0,1 1 0,-1-7 0,0-2 0,2-3 0,4-6 0,6-12 0,-2-3 0,7-8 0,7 0 0,6-2 0,3-5 0,4-11 0,-1-1 0,-1-9 0,7 7 0,-7-2 0,5 4 0,-11 1 0,0 1 0,-5 0 0,-1 0 0,-8 5 0,-3 1 0,-8 5 0,-9-5 0,-1 7 0,-13-11 0,8 5 0</inkml:trace>
  <inkml:trace contextRef="#ctx0" brushRef="#br0" timeOffset="31">28738 7617 8912,'-17'7'0,"8"10"0,3 12 0,-4 4 0,9 16 0,-5 9 0,4 6 0,2 5 0,0 0 0,8 6 0,3-1 0,6-7 0,6-10 0,-2-5 0,8-6 0,-8-1 0,2-10 0,-4-5 0,-2-12 0</inkml:trace>
  <inkml:trace contextRef="#ctx0" brushRef="#br0" timeOffset="32">29719 8528 8912,'0'-25'0,"0"-2"0,0 0 0,0 5 0,0 1 0,0 0 0,0-2 0,0 0 0,0 5 0,0 1 0,-7 8 0,-5 3 0,-3 4 0,-10 17 0,6 6 0,-6 20 0,2 4 0,0 5 0,2 2 0,4-7 0,6 1 0,-3-7 0,8 1 0,-7 4 0,11-16 0,-4 1 0,4-8 0,2-4 0,8-7 0,9-7 0,12-14 0,4-12 0,1-9 0,2-7 0,2-3 0,3-2 0,-7 6 0,-5-2 0,-6 4 0,5 1 0,-7 9 0,-1 3 0,-9 11 0,-7 5 0,3 14 0,-12 10 0,-3 14 0,0 5 0,1 4 0,1 6 0,6-6 0,0 1 0,10-7 0,7-2 0,10-3 0,7-6 0,4-12 0,4-5 0,2-4 0,-5-17 0,10-4 0,-5-16 0</inkml:trace>
  <inkml:trace contextRef="#ctx0" brushRef="#br0" timeOffset="33">30270 8373 8912,'-34'12'0,"-1"-1"0,1 2 0,-1 3 0,3 8 0,3 5 0,12-4 0,4 6 0,7-9 0,4 1 0,6 2 0,5-8 0,9 3 0,-1-7 0,0-9 0,0 3 0,0-7 0,1 0 0,-1-7 0,-2-5 0,-2-11 0,-1-5 0,-8-5 0,9-1 0,-7-1 0,0-5 0,-6 0 0,0-8 0,0 1 0,0-9 0,0 3 0,-6-6 0,-2 9 0,-1 4 0,3 4 0,-4 10 0,3 3 0,-7 4 0,12 31 0,-3 11 0,3 19 0,2 10 0,0 11 0,0 6 0,0 10 0,0 2 0,2-7-510,3-5 510,5-7 0,7 1 0,0-9-239,1-2 239,6-8 0,1-6 0,4-14 0,4-9 0,-5-9 0,5 0 0,-5-13 0,1-4 0,0-6 0,5 0 0,1-4 0</inkml:trace>
  <inkml:trace contextRef="#ctx0" brushRef="#br0" timeOffset="34">30614 8390 8912,'-34'-2'0,"1"-1"0,3-3 0,1 2 0,8 2 0,-6 10 0,4 3 0,10 10 0,-4 2 0,5 8 0,1-3 0,5 5 0,-2 5 0,3-2 0,3-5 0,6-4 0,-3-4 0,15-6 0,-5 0 0,5-8 0,1-3 0,2-8 0,2-7 0,2-8 0,7-12 0,-5-4 0,4-7 0,-6 2 0,-4-6 0,-2 0 0,0-7 0,-1-3 0,-5-1 0,-5-3 0,2-1 0,-3 2 0,1 3 0,-6 1 0,-2 9 0,-4 10 0,5 18 0,-9 1 0,4 15 0,4 0 0,-11 17 0,7 12 0,0 11 0,6 12 0,-5-1 0,-1 3 0,2 3 0,2-4 0,4 7 0,4-11 0,5-3 0,5-4 0,1-7 0,2-3 0,4-3 0,4-4 0,7-16 0,1-3 0,-1-4 0,0-10 0,3-7 0,1-10 0,2-2 0,0-1 0,0-13 0,1 1 0,-3 2 0,-10-6 0,1 10 0,-12-2 0,-7 5 0,-6 10 0,-8 0 0,-8 8 0,-10 7 0,-9 4 0,-4 10 0,-1 5 0,-4 8 0,4-2 0,-4 14 0,9-5 0,2 5 0,8 1 0,-4 0 0,10-1 0,4-4 0,3 3 0,8-13 0,4 4 0,7-4 0,8-9 0,16-5 0,-1-3 0,8-4 0,6-5 0,8-10 0,3-2 0,4-10 0,4 0 0,-8-5 0,6-1 0,-2 1 0,-15 0 0,2-1 0,-18 1 0,-3 0 0,-6 7 0,-12 4 0,-7 6 0,-8 5 0,-5-3 0,-16 13 0,-4-4 0,2 6 0,-1 4 0,-3 2 0,-1 7 0,-3-1 0,8 3 0,-3 2 0,7 0 0,2 1 0,2 1 0,3 2 0,3 2 0,2-2 0,7-2 0,-4-2 0,8 0 0,8-5 0,3-1 0,6-1 0,6 1 0,6-5 0,4-4 0,1-2 0,0-8 0,1-3 0,-1-7 0,-1-5 0,-5-5 0,-5-5 0,4-9 0,-10-2 0,3-7 0,-7-1 0,-9 1 0,3-9 0,-7-3 0,0-9 0,0-3 0,0 3 0,-2 5 0,-3 9 0,3 9 0,-6 14 0,2 24 0,-1 15 0,-3 21 0,-3 20 0,-2 13 0,-3 18 0,1 2 0,0 1-69,0 5 1,1-2 0,5 6 68,5-4 0,4-10 0,2 3 0,2-8 0,4-1 0,11-14 0,4 1 0,6-16 0,-2-7 0,-2-5 0,-2-12 0,0-4 0,0-5 0,2-4 0</inkml:trace>
  <inkml:trace contextRef="#ctx0" brushRef="#br0" timeOffset="35">29719 7256 8912,'0'-25'0,"0"4"0,0-8 0,0 0 0,0 1 0,-2 1 0,-1 0 0,-3 0 0,0 5 0,6-5 0,0 2 0,0 4 0,0 2 0,0 2 0,0 9 0,0 8 0,-2 13 0,-3 14 0,3 6 0,-4 16 0,4 5 0,2-1 0,0 6 0,0 1 0,0 1 0,2 0 0,2 2 0,3-6 0,3-3 0,1-3 0,1 1 0,-3-2 0,-1-5 0,4-10 0,-7-12 0,1-4 0,-21-17 0,-4-4 0</inkml:trace>
  <inkml:trace contextRef="#ctx0" brushRef="#br0" timeOffset="36">29530 7531 8912,'-9'-18'0,"1"1"0,8 0 0,9 6 0,7-1 0,5-1 0,17-3 0,-7-1 0,14 0 0,3 0 0,2 0 0,7-1 0,1-1 0,-3-4 0,-9 10 0,-6-4 0,-11 9 0,-6-3 0,-4 7 0,-2-2 0,-7 4 0,-3 0 0,-7-3 0,0 3 0,-7-6 0,5 8 0,-13 0 0,13 0 0,-8 0 0,4 0 0,2 8 0,-7 3 0,1 5 0,-3 1 0,2 0 0,1 6 0,-1 0 0,5-2 0,-2 4 0,2-2 0,1-1 0,5-4 0,2-1 0,3-2 0,7-3 0,3-7 0,10-3 0,2-4 0,9-3 0,4-7 0,4-11 0,2-2 0,0-3 0,-2-5 0,0 6 0,-10 1 0,-9 1 0,-13 8 0,1 0 0,-11 1 0,-10 5 0,-1 3 0,-16 8 0,6 2 0,-4 4 0,4-4 0,-6 13 0,8-4 0,1-1 0,5 1 0,3-5 0,8 6 0,0-9 0,0 7 0,0-4 0,0-4 0,8 5 0,-4-7 0,7 0 0,-5 0 0,5 0 0,1 6 0,5 0 0,0-2 0,-5 3 0,-1-1 0,3-2 0,1 5 0,2-7 0,0 4 0,1-4 0,-1 0 0,2 2 0,2 1 0,2-1 0,0-2 0,-6-10 0,2-3 0,4-4 0,-4-3 0,14-6 0,-7-3 0</inkml:trace>
  <inkml:trace contextRef="#ctx0" brushRef="#br0" timeOffset="37">30717 6843 8912,'-11'-17'0,"0"-1"0,7 7 0,-2 0 0,-4 7 0,9-4 0,-7 12 0,8 7 0,6 8 0,-1 16 0,-1-1 0,6 8 0,-6 2 0,7 8 0,-5-8 0,5-4 0,-5 2 0,4-2 0,-3-2 0,5 4 0,-7-4 0,-1-5 0,-2-6 0,-2-10 0,0 0 0,0 0 0</inkml:trace>
  <inkml:trace contextRef="#ctx0" brushRef="#br0" timeOffset="38">30614 7187 8912,'8'-16'0,"3"3"0,5 2 0,9 5 0,3-6 0,5 1 0,1-6 0,1 5 0,-1 1 0,0-3 0,-1 5 0,-4-3 0,1 9 0,-9-5 0,-6 0 0,3 6 0,-16-5 0,5 7 0,-7 7 0,0-3 0,0 8 0,0 1 0,0-3 0,0 1 0,0 1 0,6-1 0,0 0 0,7-1 0,-3 3 0,-1-1 0,7-8 0,-13 3 0,9-7 0,1 0 0,2-7 0,1-3 0,-3-7 0,-1 0 0,-1 0 0,1-1 0,-1 1 0,2 0 0,-5 0 0,0 0 0,-1-1 0,-5 1 0,14 2 0,-5 3 0,-3 5 0,7 9 0,-4 2 0,5 1 0,1 16 0,2-9 0,2 11 0,2-4 0,8 6 0,-10-8 0,5 2 0,-1-6 0,0-3 0,-4 1 0,2-5 0,-2-4 0,-2-2 0,-1-2 0,-3-4 0,-4-5 0,5-4 0,-13-8 0,7-2 0,-2-2 0,-3 6 0,-5-11 0,0 5 0,0 0 0,0-3 0,0 7 0,-2 5 0,-3 7 0,3 5 0,-4-5 0,-3 7 0,5 6 0,-8 15 0,6 2 0,-5 10 0,5-2 0,-3 3 0,1-1 0,-5-1 0,11 1 0,-4 0 0,4-8 0,2 2 0,0-4 0,0-2 0,0 0 0,0-7 0,8 3 0,3-7 0,12 0 0,6-6 0,3-8 0,3-4 0,5-5 0,0-4 0,-2-2 0,4-7 0,-1 1 0,-1-3 0,-6-3 0,-7 7 0,-4-1 0,-6 2 0,-5-1 0,-7 3 0,-3 0 0,-2 6 0,-2-6 0,-3 8 0,-5 0 0,-7 7 0,7 2 0,3 10 0,7 4 0,1 4 0,5 9 0,6 2 0,3 2 0,2 7 0,6-9 0,0 8 0,6-2 0,-6 1 0,5 3 0,-5-8 0,-7 7 0,-11-3 0,-3 0 0,-4 5 0,-3-3 0,-20-2 0,-17 1 0,-14 3 0,-13 1 0,1-5 0,-17-2 0,7-8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766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20134 6774 8912,'12'12'0,"-1"-1"0,-7-7 0,4 3 0,-7-7 0,5 0 0,-4 0 0,6-7 0,-8 3 0,0-7 0,0 7 0,0-4 0,0 6 0,0-4 0,0 5 0,0-15 0,0 5 0,0-4 0,0-3 0,0 1 0,0 0 0,-2 2 0,-4 3 0,-3-3 0,-9 11 0,1-5 0,0 1 0,0 2 0,0 6 0,-3 0 0,-3 0 0,-3 8 0,-3 7 0,0 8 0,6 8 0,-5-3 0,7 5 0,-2 3 0,4 4 0,3-4 0,5 5 0,5-5 0,4-2 0,2 1 0,0-9 0,0-3 0,8-4 0,3-1 0,5-9 0,1-3 0,0-6 0,0-6 0,2-5 0,4-5 0,-4-8 0,6-3 0,-8-8 0,1 1 0,-1 0 0,0-8 0,0-4 0,-5 2 0,-3 0 0,-1 0 0,-4 2 0,-2 0 0,-2-6 0,-2 14 0,-2-1 0,-2 11 0,-7 4 0,11 11 0,-11-3 0,7 12 0,0 4 0,6 15 0,0 4 0,0 6 0,0 11 0,0 4 0,0 8 0,6-1 0,0 1 0,-3-3 0,-1-1 0,-2-2 0,0 0 0,0 4 0,0-5 0,0-3 0,0-7 0,0-7 0,0 1 0,2-8 0,4 2 0,4-12 0,-1-5 0,-3-12 0,1-5 0,-1-12 0,0-4 0,-6-7 0</inkml:trace>
  <inkml:trace contextRef="#ctx0" brushRef="#br0" timeOffset="1">20048 6860 8912,'10'0'0,"3"-2"0,-7-4 0,0 3 0,-6-9 0,0-1 0,0 5 0,-2-7 0,-2 3 0,-2-3 0,-7 4 0,1-1 0,3 3 0,-3-3 0,1-1 0,-7 7 0,1 0 0,0 6 0,0 0 0,0 2 0,-1 4 0,1 5 0,0 12 0,0 6 0,0 11 0,1-2 0,5 8 0,5 2 0,-3 2 0,7-5 0,-4-1 0,4-2 0,2-9 0,8-3 0,3-7 0,4-2 0,3-9 0,-1-4 0,0-10 0,0-4 0,0-6 0,3-11 0,3-5 0,-4-7 0,4-5 0,-4 2 0,-2-8 0,0 0 0,0-5 0,-7 3 0,-4-4 0,1 5 0,-1-11 0,0 5 0,-6 3 0,-2 4 0,-4 6 0,2 4 0,-7 2 0,7 7 0,-11 10 0,13 11 0,-4 12 0,4 5 0,2 12 0,0 6 0,8 5 0,3 6 0,-1 4 0,1 8 0,-5 1 0,5 3 0,3 1 0,-7 0 0,7-5 0,-6-2 0,1-5 0,-3 3 0,3-8 0,-1-2 0,-4-1 0,5-11 0,-7-1 0,4-7 0,-4-9 0,6-1 0,-6-10 0,3-4 0,5-11 0,-1-10 0</inkml:trace>
  <inkml:trace contextRef="#ctx0" brushRef="#br0" timeOffset="2">20341 7118 8912,'-23'0'0,"0"0"0,2 0 0,2 0 0,9 0 0,10 0 0,13 0 0,7-2 0,2-2 0,0-2 0,2-5 0,1 5 0,0 1 0,0-3 0,-2 6 0,0-8 0,0 7 0,-2-3 0,-2-7 0,-2 3 0</inkml:trace>
  <inkml:trace contextRef="#ctx0" brushRef="#br0" timeOffset="3">20685 7049 8912,'-12'2'0,"3"4"0,1 7 0,4 8 0,2 6 0,2 7 0,0 1 0,0 1 0,0 4 0,2-4 0,4 5 0,6-7 0,3-5 0,4 3 0,4-3 0,-4-10 0,4-2 0,-4-11 0,-2 1 0</inkml:trace>
  <inkml:trace contextRef="#ctx0" brushRef="#br0" timeOffset="4">21459 6963 8912,'-9'-2'0,"3"-3"0,4 3 0,15-12 0,7 7 0,4-3 0,5 4 0,5-5 0,1-1 0,-1 3 0,1 3 0,-1-3 0,-7 7 0,-2-4 0,0 4 0,-6-6 0,6-1 0</inkml:trace>
  <inkml:trace contextRef="#ctx0" brushRef="#br0" timeOffset="5">21958 6619 8912,'-5'12'0,"-1"-1"0,2 3 0,-4 1 0,3 4 0,1 6 0,2 7 0,2 7 0,0 14 0,0-1 0,0 9 0,0-2 0,0 0 0,0 0 0,8-1 0,1-12 0,8-1 0,0-6 0,1 3 0</inkml:trace>
  <inkml:trace contextRef="#ctx0" brushRef="#br0" timeOffset="6">24264 1496 8912,'-17'-8'0,"0"-3"0,0-5 0,-1 1 0,3 2 0,2 3 0,1 3 0,8-7 0,-1 3 0,5 3 0,5 2 0,7 4 0,5 2 0,6 0 0,-2 6 0,8 2 0,1 1 0,3 5 0,3 3 0,2 4 0,3 2 0,6 0 0,-10 0 0,1 2 0,-6 3 0,-3 9 0,-10-1 0,-2 10 0,-9 0 0,-14 7 0,-9 4 0,-12 6 0,-9-2 0,-16 3 0,3-9 0,1 0 0,2-7 0,8-6 0,-2-17 0,11-8 0,12-15 0,9-21 0,8-15 0,0-8 0,8-25 0,1-4 0</inkml:trace>
  <inkml:trace contextRef="#ctx0" brushRef="#br0" timeOffset="7">24815 1307 8912,'-25'7'0,"-4"7"0,-3 7 0,-3 15 0,1 16 0,0 9 0,1 13 0,4 8 0,8 6 0,8 4 0,5-8 0,16-15 0,7-12 0,12-3 0,2-18 0,20 2 0,-3-15 0,4-8 0,2-9 0,-8-4 0,-4-2 0,-4-2 0,-1-4 0,-9-3 0,-3-8 0,-4-8 0,-9-2 0,-2-7 0</inkml:trace>
  <inkml:trace contextRef="#ctx0" brushRef="#br0" timeOffset="8">25297 2012 8912,'-12'-2'0,"1"-2"0,-1-4 0,3-1 0,1 5 0,8-4 0,0 8 0,0 0 0,8 0 0,3 0 0,5-6 0,1 1 0,0-1 0,0 6 0,0-2 0,1-2 0,-1-1 0,0-1 0,0 8 0,0 3 0,-1-1 0,-3 10 0,-1 5 0,-9-2 0,5 14 0,-8-9 0,-2 9 0,-4-2 0,-5 3 0,-12 3 0,4-3 0,-4-1 0,4-3 0,2-7 0,-1 2 0,7-9 0,-1-3 0,9-7 0,-1 3 0,15-7 0,3-5 0,14-3 0,3-1 0,1-5 0,3 7 0,-1-1 0,1 8 0,-3 2 0,-3 4 0,1 3 0,-7 10 0,-2 4 0,-1 4 0,-11 9 0,-3 4 0,-8 4 0,-8 6 0,-7-4 0,-12 1 0,1-6 0,-5 6 0,-7-10 0,0 3 0,2-12 0,7-5 0,2-4 0,3-9 0,-3-4 0,4-4 0,8-2 0,0-2 0,0-4 0,7-4 0,-3-7 0,7-2 0,2-2 0,2-2 0,2-7 0,0 1 0,8-3 0,1-3 0</inkml:trace>
  <inkml:trace contextRef="#ctx0" brushRef="#br0" timeOffset="9">26983 1479 8912,'-23'-8'0,"2"-3"0,4-3 0,4 3 0,-1 3 0,-1 2 0,-2 1 0,0 1 0,5 4 0,2 5 0,3 7 0,-7 5 0,5 6 0,-3 8 0,1 7 0,5 6 0,-3 7 0,1 3 0,4 1 0,2 3 0,2-3 0,0-7 0,0-2 0,8-6 0,3 6 0,5-16 0,3-3 0,2-10 0,4-7 0,1-3 0,1-3 0,4-12 0,-2-9 0,-1-2 0,7-10 0,-7 1 0,-3-7 0,-6 1 0,0 2 0,-11 1 0,0 2 0,-1-1 0,-1 5 0,-6 0 0,0 8 0,-2 5 0,-4 1 0,3 7 0,-7 0 0,2 8 0,-3 8 0,5 11 0,-5 3 0,5 9 0,2-1 0,2 0 0,10 1 0,3-1 0,7-7 0,5-4 0,1-6 0,5-5 0,2-5 0,-8-7 0,0-7 0,-6-5 0,0-3 0,-2-8 0,-3-2 0,-7-2 0,-3-1 0,-4-1 0,-3 0 0,-5 8 0,-9-4 0,-4 1 0,2 10 0,-8-3 0,6 6 0,-5-1 0,5 5 0,-6 7 0,10 1 0,2 5 0,0-4 0,15 13 0,-6-5 0</inkml:trace>
  <inkml:trace contextRef="#ctx0" brushRef="#br0" timeOffset="10">27586 1737 8912,'-18'-6'0,"1"-2"0,0-1 0,0 5 0,7 4 0,4 11 0,4 5 0,8 3 0,2 2 0,1 2 0,5-2 0,1-2 0,-5-2 0,5-2 0,-4-3 0,5 1 0,3-7 0,2-2 0,2-3 0,-2-1 0,-2 0 0,-2-7 0,0-5 0,1-3 0,-1-2 0,-2 0 0,-3-1 0,-3 7 0,-3 0 0,-4 7 0,5-2 0,-7 12 0,0-1 0,0 13 0,0-5 0,0 12 0,0-2 0,0 0 0,8 0 0,2-6 0,7 0 0,0-2 0,2-3 0,4-7 0,-4-3 0,8-9 0,-6-7 0,2-7 0,2-7 0,-4-12 0,2-6 0,-2-4 0,-4-9 0,-5-4 0,1-6-129,-7-5 0,-1 3 129,-5-4 0,0 7 0,0 5 0,0 11 0,0 18 0,0 11 0,-7 11 0,5 8 0,-4 16 0,4 7 0,0 19 0,-2 6 0,-1 8 0,-1 9 0,6-4 0,0 6 0,0-6 86,0 8 0,0-11 0,2 3-86,4-3 0,5-3 0,12 1 0,-2-16 0,8-7 0,-1-16 0,14-5 0,2-8 0</inkml:trace>
  <inkml:trace contextRef="#ctx0" brushRef="#br0" timeOffset="11">28738 1513 8912,'-34'8'0,"0"1"0,-1 8 0,1 8 0,-1 4 0,7 3 0,1 5 0,2 3 0,8-4 0,7 4 0,3-4 0,1-1 0,8-8 0,4-4 0,-3-6 0,9-6 0,1-5 0,3-4 0,1-2 0,0-2 0,0-4 0,2-5 0,4-12 0,-4-6 0,4-11 0,-2 2 0,0-8 0,2-4 0,-2-5 0,-2 1 0,-1-3 0,-9 4 0,5 1 0,-7 0 0,3 1 0,-6 7 0,1 4 0,-3 11 0,-2 6 0,-5 10 0,-1 1 0,-8 12 0,3 6 0,3 11 0,1 18 0,-1-1 0,6 8 0,-4 4 0,4-2 0,2 2 0,2-6 0,4 6 0,4-8 0,7 4 0,0-8 0,2-5 0,4 0 0,10-8 0,7 0 0,-2-8 0,-2 2 0,-1-15 0,-1 0 0,1-15 0,-1-12 0</inkml:trace>
  <inkml:trace contextRef="#ctx0" brushRef="#br0" timeOffset="12">29565 1014 8912,'-18'-5'0,"1"-1"0,6 0 0,-1 6 0,8 0 0,-9 14 0,5 5 0,1 7 0,-1 9 0,4 3 0,-3 10 0,1-2 0,0 1 0,6-1 0,0 4 0,0-4 0,0-4 0,0-2 0,0-4 0,0-3 0,0-5 0,0-3 0,0-15 0,2-3 0,2-9 0,2-3 0,5-7 0,-5-11 0,7 4 0,-1-4 0,3-2 0,4 3 0,2 1 0,2 1 0,0 3 0,-4 2 0,2 2 0,2 1 0,6 8 0,-6-1 0,0 3 0,-6 4 0,0 5 0,0 10 0,-7 8 0,-4 10 0,-6 1 0,-6 4 0,-6-2 0,-11 8 0,2-2 0,-7 2 0,-3-6 0,-1-4 0,5-1 0,2-9 0,8-3 0,-1-11 0,1-12 0,0-10 0</inkml:trace>
  <inkml:trace contextRef="#ctx0" brushRef="#br0" timeOffset="13">30012 1427 8912,'-10'-8'0,"-5"6"0,13-13 0,-5 13 0,7-5 0,1 7 0,5 0 0,9 5 0,8 1 0,8 0 0,-2-6 0,5 0 0,6 0 0,-9 0 0,3 0 0,-5-8 0,0-1 0,-5-5 0,1-3 0,-13 4 0,3-12 0,-15 8 0,0-1 0,0 1 0,-13 0 0,-6 2 0,-6 3 0,-4 5 0,-5 7 0,-1 7 0,1 3 0,1 9 0,5 4 0,3 4 0,8 7 0,-1 2 0,3 3 0,4 3 0,5 2 0,4-6 0,17 4 0,8-10 0,8-3 0,11-4 0,2-16 0,7-3 0,9-6 0,3-6 0,6-5-362,5-12 1,12-11 0,-38 12 0,0 0 0</inkml:trace>
  <inkml:trace contextRef="#ctx0" brushRef="#br0" timeOffset="14">31165 1204 8912,'-35'0'0,"1"0"0,0 0 0,-1 0 0,1 7 0,-1 5 0,-1 11 0,-4 5 0,11-3 0,-3 8 0,16-7 0,5 1 0,3-2 0,8-2 0,0 0 0,8-2 0,3-10 0,10-3 0,2-8 0,0 0 0,2 0 0,0-14 0,4-3 0,3-11 0,-13 7 0,4-6 0,-4 2 0,-1 2 0,-1 6 0,0 0 0,-2-1 0,-1 3 0,-3 4 0,1-5 0,-1 15 0,1-5 0,1 4 0,-3 6 0,1 7 0,1 8 0,7 18 0,2 3 0,4 6 0,1 3 0,-3 3 0,4 1 0,-2 5 0,-2 3 0,-14 6 0,-3-4 0,-12-4 0,-3-8 0</inkml:trace>
  <inkml:trace contextRef="#ctx0" brushRef="#br0" timeOffset="15">27861 3198 8912,'-35'-46'0,"1"2"0,0 4 0,-1 8 0,6 5 0,1 10 0,-1 1 0,2 5 0,-3 3 0,7 8 0,0 0 0,6 0 0,1 8 0,3 5 0,3 8 0,1 10 0,-1 7 0,6 6 0,-5 9 0,3 5 0,4 3 0,-3 6 0,3-2 0,2-2 0,0-6 0,0 6 0,2-6 0,1 5 0,3-3 0,0-2 0,-8-7 0,-4-4 0,-11-4 0,-10-8 0</inkml:trace>
  <inkml:trace contextRef="#ctx0" brushRef="#br0" timeOffset="16">27121 3886 8912,'-6'-18'0,"0"1"0,3 0 0,1 0 0,4 0 0,3-1 0,13 1 0,8 0 0,9 0 0,1-6 0,4 0 0,6-6 0,10 5 0,1-3 0,8 6 0,-4-2 0,0 4 0,-3 2 0,-12-1 0,-12 9 0,-17 1 0,-9 10 0,-8 4 0,-2 3 0,-4 9 0,-1 5 0,-5-1 0,-1 9 0,7-2 0,0 1 0,6-1 0,0-2 0,0-4 0,0-4 0,0 4 0,2-4 0,4-2 0,3-8 0,9-3 0,1-4 0,4-2 0,-2-8 0,7-3 0,-5-10 0,6-2 0,-8-8 0,2 3 0,-4-5 0,-2 7 0,1-5 0,-3 6 0,-2 0 0,-1 1 0,-9 1 0,5 11 0,-8 1 0,0 7 0,0-2 0,0 12 0,0 3 0,0 9 0,0-1 0,6 0 0,2 0 0,1 0 0,-3-1 0,3-3 0,1-3 0,0-3 0,1-1 0,0-4 0,1 4 0,-8-5 0,11 7 0,-13-16 0,6 5 0,-8-9 0,0 1 0,0-6 0,0-1 0,0 9 0,0-6 0,0 5 0,7-7 0,5 0 0,3 7 0,2 4 0,2-1 0,4 1 0,6 2 0,3 2 0,1 2 0,-2 2 0,-3 4 0,1-4 0,3 13 0,-3-3 0,-4 1 0,-8-2 0,6 3 0,0-9 0,0 1 0,-6-6 0,8 0 0,2 0 0</inkml:trace>
  <inkml:trace contextRef="#ctx0" brushRef="#br0" timeOffset="17">28756 3387 8912,'-29'10'0,"0"-5"0,6 5 0,-5 1 0,5 5 0,-4 3 0,2 4 0,2-4 0,12 11 0,-1-7 0,8 8 0,-1-3 0,5-3 0,7-2 0,11-4 0,-1-1 0,15-3 0,-1-4 0,7-5 0,-2-6 0,5-6 0,-5-7 0,-2-8 0,-7-6 0,13-7 0,-3-1 0</inkml:trace>
  <inkml:trace contextRef="#ctx0" brushRef="#br0" timeOffset="18">29238 2871 8912,'-27'-2'0,"4"-3"0,4 3 0,3-4 0,5 12 0,-4 11 0,7 10 0,-3 7 0,-5 8 0,5 4 0,-5 4 0,1 7 0,4 0 0,5-1 0,4-3 0,2-9 0,2-4 0,2-11 0,2-6 0,7-4 0,2-4 0,8-3 0,-2-7 0,6-3 0,-6-4 0,8-3 0,1-7 0,-5-11 0,2 2 0,-8-6 0,-2 3 0,4 3 0,-11 7 0,-1 3 0,-3-3 0,-4 7 0,-2-1 0,0 0 0,0 7 0,0-5 0,0 12 0,0-3 0,0 9 0,0-1 0,8-1 0,1 3 0,8-7 0,1-2 0,-1-4 0,0-6 0,0-4 0,0-7 0</inkml:trace>
  <inkml:trace contextRef="#ctx0" brushRef="#br0" timeOffset="19">29461 2923 8912,'-23'0'0,"0"0"0,0 0 0,6-2 0,0-4 0,7 4 0,3-7 0,7 3 0,7 4 0,3-7 0,7 3 0,0 4 0,1-4 0,1 4 0,0 4 0,-2 4 0,4-4 0,-11 5 0</inkml:trace>
  <inkml:trace contextRef="#ctx0" brushRef="#br0" timeOffset="20">28962 3353 8912,'-23'0'0,"0"0"0,0 0 0,14 0 0,5-2 0,15-4 0,12-5 0,23-12 0,12-6 0,14-3 0,5-3 0,5 1 0,-2-1 0,-5 3 0,5 1 0,2 3 0,-11 1 0,-2-2 0,-14 6 0,-3 12 0,-16 3 0,-13 8 0,-13 2 0,-10 4 0,-13 3 0,-10 9 0,-8-1 0,2 0 0,-3 0 0,3 2 0,0 2 0,1 4 0,1 2 0,2-6 0,14 6 0,-1-4 0,8-4 0,-1 4 0,3-10 0,2-2 0,7-1 0,5 1 0,3-5 0,2-12 0,1 3 0,-1-9 0,0-1 0,-6-4 0,1-6 0,-8 4 0,9-6 0,-7 8 0,0 5 0,-4 1 0,3-3 0,-3 7 0,13-9 0,-3 5 0,3-4 0,10-3 0,2 1 0</inkml:trace>
  <inkml:trace contextRef="#ctx0" brushRef="#br0" timeOffset="21">30046 3043 8912,'0'17'0,"0"1"0,0-1 0,0 0 0,0-7 0,0 5 0,0-11 0,0 7 0,0 1 0,0 5 0,0 0 0,0 0 0,0 0 0,0 1 0,0-7 0,0 0 0,0-5 0,0 6 0,0 1 0,0-5 0,0-1 0,2-20 0,4-6 0,5-6 0,5-6 0,-7 7 0,12-9 0,-3 4 0,3-1 0,-4 1 0,6-1 0,0 7 0,0 2 0,-6 9 0,0-1 0,2 7 0,4 2 0,-4 2 0,6 4 0,-8 6 0,1 7 0,-1 6 0,0 10 0,0-3 0,0-1 0,1 2 0,1-2 0,4 1 0,-4-3 0,13-8 0,-5 1 0</inkml:trace>
  <inkml:trace contextRef="#ctx0" brushRef="#br0" timeOffset="22">31389 2906 8912,'-12'0'0,"1"0"0,-1 0 0,-5 0 0,6-6 0,-1 0 0,1-7 0,-7 3 0</inkml:trace>
  <inkml:trace contextRef="#ctx0" brushRef="#br0" timeOffset="23">31027 2699 8912,'-11'0'0,"-1"0"0,1-2 0,1-3 0,5-5 0,10-7 0,7 0 0,9 5 0,4 1 0,3-1 0,9 3 0,-3 1 0,6 8 0,-3 2 0,-3 4 0,-9 11 0,-8 12 0,-9 3 0,-8 10 0,-8 4 0,-9 4 0,-10 1 0,-5 1 0,-3-2 0,1-5 0,-1 3 0,3-10 0,3-5 0,4 1 0,8-15 0,0 4 0,5-9 0,3-7 0,1-5 0,2-13 0,6-16 0</inkml:trace>
  <inkml:trace contextRef="#ctx0" brushRef="#br0" timeOffset="24">31509 2459 8912,'-42'17'0,"6"0"0,-6-6 0,7 1 0,1 1 0,-1 10 0,3 4 0,3 7 0,6 3 0,4 1 0,2 2 0,7 8 0,3-12 0,7 4 0,7-4 0,5-1 0,11-8 0,4-3 0,-1 1 0,7-13 0,-6 9 0,7-16 0,0 1 0,1-6 0,-3 0 0,-1-2 0,-2-3 0,-8-5 0,11-15 0,-5-2 0</inkml:trace>
  <inkml:trace contextRef="#ctx0" brushRef="#br0" timeOffset="25">31630 2802 8912,'-10'10'0,"-5"0"0,3-5 0,-1-1 0,1 8 0,3 5 0,3 6 0,2 7 0,-7-1 0,7 11 0,-2 6 0,-1 4 0,1 1 0,0-1 0,6-4 0,0 1 0,0-6 0,0-3 0,8-2 0,-6-2 0,5-1 0,1-4 0,-6-5 0,5-6 0</inkml:trace>
  <inkml:trace contextRef="#ctx0" brushRef="#br0" timeOffset="26">30786 4350 8912,'-26'0'0,"3"0"0,3 0 0,13 0 0,7 0 0,9-6 0,12-2 0,4 1 0,2-1 0,2-5 0,5 3 0</inkml:trace>
  <inkml:trace contextRef="#ctx0" brushRef="#br0" timeOffset="27">30890 4694 8912,'-33'17'0,"4"0"0,5 0 0,-1 1 0,6-1 0,1-8 0,11 1 0,11-6 0,5 1 0,8-1 0,12-2 0,0-2 0,11-8 0,4-1 0</inkml:trace>
  <inkml:trace contextRef="#ctx0" brushRef="#br0" timeOffset="28">30924 5158 8912,'-34'32'0,"1"-3"0,4-6 0,10-10 0,8-1 0,7-8 0,-2 3 0,12-7 0,4 8 0,9-6 0,4 4 0,5-5 0,5-8 0,1-10 0,1-10 0</inkml:trace>
  <inkml:trace contextRef="#ctx0" brushRef="#br0" timeOffset="29">19790 13256 8912,'10'-12'0,"-3"1"0,-1-2 0,0-3 0,-3-3 0,-1-4 0,4 4 0,0-4 0,-2 4 0,-2 2 0,-2 0 0,0 0 0,0-1 0,0 1 0,-2 6 0,-4-1 0,-6 1 0,-3 1 0,-2 3 0,0 7 0,-2 0 0,-2 0 0,-4 2 0,-2 3 0,6-3 0,-12 19 0,7-2 0,-1 6 0,-6 4 0,7 13 0,-9 4 0,8 3 0,5 3 0,2-6 0,3 0 0,8-8 0,3 2 0,6-6 0,6-5 0,5-6 0,4-4 0,5-9 0,2-5 0,5-5 0,8-5 0,1-9 0,2-5 0,2-4 0,1-7 0,-13-3 0,1-7 0,-2-8 0,1 2 0,-5-5 0,-11-7 0,-3-1 0,-3-4 0,-4-9 0,4 3 0,-4-2 0,-10 1 0,6 8 0,-4 5 0,-1 5 0,1 7 0,-2 12 0,3 16 0,3 7 0,-6 18 0,8 4 0,0 5 0,0 6 0,0 5 0,0 10 0,0 5 0,0 0 0,2 3 0,4 6 0,-4-1 0,3 1 0,-3-6 0,-2 0 0,6-2 0,0 3 0,-3-1 0,-1 0 0,-2 0 0,2-2 0,4-2 0,-4-2 0,6-7 0,-8-5 0,0-3 0,0-8 0,0 0 0,0 1 0,0-9 0,0-9 0,0-9 0</inkml:trace>
  <inkml:trace contextRef="#ctx0" brushRef="#br0" timeOffset="30">19859 13153 8912,'-6'-29'0,"-2"2"0,-1 3 0,5 1 0,-11 0 0,3 0 0,-3 2 0,-2 2 0,0 3 0,-1 5 0,1 3 0,-6 3 0,-2-1 0,-1 2 0,3 4 0,-6 8 0,-2 7 0,-1 6 0,-3 9 0,3 3 0,1 9 0,3 2 0,7 9 0,-4 1 0,8 5 0,-1 0 0,9-13 0,1 10 0,8-16 0,0-6 0,2-7 0,4-2 0,9-10 0,10-9 0,2-4 0,3-10 0,9-5 0,1-8 0,7 1 0,-8-18 0,5 2 0,-2-6 0,-2-2 0,-8-4 0,-3 2 0,-6-1 0,-4-11 0,-4-3 0,-3-8 0,-6 1 0,-4-1 0,-2-2-137,0-3 0,-6 3 137,0-4 0,-5 12 0,3 10 0,-2 11 0,7 9 0,-3 16 0,4 15 0,-4 8 0,1 23 0,-3 3 0,2 20 0,-2 3 0,-3 14 0,5 0 0,4 0 0,-3-5 54,-1 5 1,0-11 0,8 6 0,2-4 0,4-3-55,1-2 0,3 7 0,5-15 0,0 3 0,0-6 0,-7-4 0,5-6 0,-3 1 0,-5-8 0,-1-5 0,-2-10 0,1-6 0,-3-4 0,6-2 0</inkml:trace>
  <inkml:trace contextRef="#ctx0" brushRef="#br0" timeOffset="31">19910 13084 8912,'-19'-29'0,"-4"1"0,4 1 0,-6-2 0,1 6 0,-3 4 0,-8 4 0,1 3 0,0 7 0,-1 3 0,1 2 0,-8 7 0,5 5 0,-3 13 0,4 9 0,1 8 0,9 12 0,3 3 0,5 4 0,7 8 0,3-2 0,8-4 0,0-6 0,4-11 0,8-8 0,11-5 0,7-5 0,5-14 0,1-1 0,4-19 0,6-5 0,-2-14 0,2-9 0,-2-3 0,2-9 0,-6 1 0,-11-7 0,1-7 0,-7-4 0,0-4 0,-13-2 0,-5-2 0,-3-5 0,-2-10 0,0-7 0,1 41 0,-2 0 0,-1 2 0,-2-1 0,2 2 0,-1 1 0,-11-36 0,5 15 0,-1 10 0,-5 28 0,13 23 0,-8 29 0,7 21 0,-3 10 0,-7 23 0,5 12-209,2-36 0,0 2 0,1 1 0,1 0 209,1 1 0,0-1 0,2 4 0,0-1 0,-1-2 0,0 1 0,3 0 0,2 0 0,2-1 0,2-1 0,3 3 0,3-1 0,0-2 0,2-1-130,1-4 1,1-2-1,19 39 130,4-18 0,-3-5 0,3 0 0,-4-7 0,-9 3 0,-10-11 0,-11 0 0,-4-1 0,-2-1 0</inkml:trace>
  <inkml:trace contextRef="#ctx0" brushRef="#br0" timeOffset="32">19205 14425 8912,'-17'0'0,"-1"0"0,1 0 0,0 0 0,-2 2 0,-4 4 0,-4 11 0,-9 13 0,-4 12 0,-8 16 0,-8 14 0,30-27 0,1 2 0,-2 4 0,2 1 0,3 4 0,2 1 0,1 2 0,2 0 0,3 1 0,3 1 0,1-3 0,3 0 0,1-3 0,4-1 0,7-3 0,3-3 0,15 31 0,10-12 0,7-14 0,6-11 0,4-13 0,1-6 0,1-12 0,-2-5 0,-4-4 0,3-17 0,-5-5 0</inkml:trace>
  <inkml:trace contextRef="#ctx0" brushRef="#br0" timeOffset="33">19704 15078 8912,'-19'0'0,"-2"0"0,-2 0 0,2-2 0,2-3 0,-4 1 0,0-6 0,2 3 0,2-1 0,1 4 0,1-1 0,0 1 0,2 4 0,1 5 0,3 7 0,-3 5 0,-1 6 0,-2 11 0,0 7 0,1 8 0,5 5 0,5-1 0,4 1 0,2-3 0,0 1 0,0-16 0,8-3 0,3-16 0,7-8 0,5-3 0,-2-14 0,7-11 0,3-13 0,1-10 0,3-10 0,-3-7 0,-3-4 0,-4 4 0,-8-2 0,0 5 0,1-3 0,-1-2 0,-8 4 0,-3-5 0,-4 3 0,-2 10 0,0 7 0,0 7 0,0 16 0,-8 4 0,6 17 0,-3 3 0,3 7 0,2 13 0,0 7 0,0 6 0,0 14 0,0-4 0,0-1 0,7 1 0,-3 2 0,6-2 0,-3-2 0,7-8 0,-10-2 0,7-7 0,1-8 0,5 2 0,0-6 0,0-6 0,0-5 0,1-4 0,-1-2 0,0 0 0,-6-8 0,1-3 0,-1-4 0,1-1 0,-1 5 0,-5-3 0,6 9 0,-9-1 0,5 8 0,-8 4 0,0 5 0,0 4 0,0 4 0,0 2 0,0 2 0,8 0 0,-4 0 0,7 0 0,2-2 0,-5-9 0,7 1 0,-3-7 0,3-1 0,2-5 0</inkml:trace>
  <inkml:trace contextRef="#ctx0" brushRef="#br0" timeOffset="34">20065 14752 8912,'-25'-17'0,"6"5"0,-4 3 0,4 1 0,8 2 0,1 4 0,3-4 0,1 5 0,6-7 0,8 8 0,3 0 0,4 0 0,8 0 0,2 0 0,2 0 0,3 0 0,1 6 0,0 1 0,-3 3 0,-7 1 0,4 14 0,-8 2 0</inkml:trace>
  <inkml:trace contextRef="#ctx0" brushRef="#br0" timeOffset="35">20255 15044 8912,'-12'0'0,"1"0"0,7 0 0,-11 0 0,11 8 0,-8 3 0,8-3 0,-3 9 0,7 0 0,0 2 0,0 10 0,0-6 0,0 4 0,2-1 0,3 1 0,-3-6 0,4 2 0,2-4 0,-3-2 0,3-1 0,-4-3 0,2-2 0,-1-7 0,1-4 0,0-11 0,0-5 0,1-8 0,3-5 0,1-3 0,-1-3 0,-3 1 0,5-1 0,-6 1 0,7 7 0,-9-3 0,5 7 0,-1 2 0,-2 9 0,-4-1 0,4 7 0,-5 0 0,9 8 0,-6 6 0,2 9 0,-3 10 0,1 0 0,0 1 0,2 3 0,7 1 0,-9-5 0,7-4 0,-7-4 0,2-2 0,2 1 0,-3-1 0,9-8 0,-10-1 0,7-10 0,2-4 0,-3-11 0,1-10 0,1-1 0,-2-1 0,5 0 0,-11-5 0,7 1 0,2 5 0,-5 3 0,2 14 0,-5-1 0,-1 8 0,8-1 0,-7 3 0,5 4 0,0 3 0,-1 7 0,3 7 0,5-2 0,0 4 0,0-10 0,8-3 0,4-2 0,3-4 0,3-2 0,-1 0 0,1 0 0,-3-8 0,-3-3 0,-1-5 0,-8-1 0,-7 0 0,-4 0 0,-5 0 0,-9-1 0,-5 1 0,-7 0 0,-8 2 0,-4 3 0,-3 7 0,-3 3 0,1 9 0,-1 5 0,9 9 0,3 2 0,4 7 0,1-1 0,3 3 0,4 3 0,3-1 0,12-1 0,5-3 0,9-1 0,16-10 0,2 0 0,6-6 0,4-9 0,6 2 0,-8-12 0,4-3 0,-8-8 0,0-3 0,-6-3 0,-7 2 0,-4-7 0,-4-1 0,-3 2 0,-5 4 0,-3-3 0,-8 7 0,-2-6 0,-4 0 0,-2 12 0,-3-5 0,-4 13 0,5-3 0,-5 10 0,3 4 0,5 3 0,7 8 0,0 1 0,0 5 0,0-1 0,2 3 0,3-2 0,-1-4 0,6 4 0,-1-4 0,-1-1 0,0-1 0,5 0 0,-11-6 0,4 1 0,-4-8 0,-2 11 0,0-15 0,1 0 0,5-10 0,-4-5 0,6-4 0,-8-2 0,0-2 0,7 0 0,-3 6 0,8 0 0,-7 0 0,7 1 0,1 3 0,3 3 0,1 3 0,-8 1 0,7 0 0,-3 1 0,8 1 0,-2-6 0,8 8 0,-6-3 0,2 3 0,6-4 0,-6-2 0,-2-1 0,-2-5 0,-2 7 0,0-9 0,-2 5 0,-3-4 0,1-3 0,-7 1 0,0 0 0,-6 8 0,-8 1 0,6 10 0,-4 4 0,5-3 0,1 11 0,0 5 0,7-2 0,5 6 0,3-2 0,2 2 0,0-4 0,1 4 0,-1-2 0,-2 0 0,-3 2 0,1 0 0,-7-6 0,-1 2 0,-7 2 0,-3 2 0,-7 2 0,-11-4 0,-5 2 0,3 0 0,-8-6 0,7 0 0,-1 0 0,2 0 0,8-7 0,-1-4 0,9-12 0,1-4 0</inkml:trace>
  <inkml:trace contextRef="#ctx0" brushRef="#br0" timeOffset="36">22165 14924 8912,'0'17'0,"0"0"0,0 0 0,0 0 0,0 6 0,0 0 0,0 0 0,0-4 0,0 4 0,0-4 0,0 4 0,0-4 0,7-1 0,3-1 0</inkml:trace>
  <inkml:trace contextRef="#ctx0" brushRef="#br0" timeOffset="37">22113 14735 8912,'0'-35'0,"0"1"0,0-1 0,0 9 0,0 3 0,0 4 0,2 3 0,4 5 0,3-3 0,9 9 0,-1-1 0,10 6 0,7 0 0,10 0 0,0 0 0,2 0 0,0 8 0,5 1 0</inkml:trace>
  <inkml:trace contextRef="#ctx0" brushRef="#br0" timeOffset="38">22629 14924 8912,'-34'17'0,"0"0"0,1 2 0,4 4 0,6-2 0,12 8 0,-2-3 0,7 3 0,0 2 0,6-8 0,8 0 0,5-6 0,8-2 0,8-4 0,-4-3 0,7-8 0,-5 0 0,0 0 0,-2-8 0,-4-1 0,-4-8 0,2-6 0,-13 0 0,-2 2 0,-3-6 0,-1-2 0,-1 5 0,-5-1 0,-6 2 0,-3 0 0,5 0 0,-3 6 0,5 0 0,-1-1 0,5 1 0,-4 6 0,8-1 0,8 9 0,4-3 0,3 4 0,10-6 0,1-1 0</inkml:trace>
  <inkml:trace contextRef="#ctx0" brushRef="#br0" timeOffset="39">23042 14889 8912,'-9'0'0,"-1"0"0,5 0 0,1 0 0,-8 0 0,7 2 0,-7 4 0,8 3 0,-2 9 0,5-1 0,1 0 0,0 0 0,0 0 0,0 1 0,0-1 0,0 0 0,0 0 0,0-5 0,0-1 0,0 1 0,0-3 0,0-3 0,0-12 0,0-5 0,1-12 0,5-6 0,-2-3 0,8-5 0,3-1 0,6-2 0,-2-8 0,12 14 0,-7-2 0,3 5 0,-6 10 0,10 2 0,-8 9 0,-2 3 0,-2 9 0,-2 7 0,0 10 0,1 4 0,3 2 0,-2 4 0,-4-6 0,0-4 0,1 6 0,1-12 0,0 4 0,0-5 0,0-1 0,-5-3 0,-1-8 0,-1-2 0,3-4 0,-1-5 0,-3-12 0,3-6 0,1 2 0,-5-3 0,-1-5 0,1-3 0,6-2 0,-11 6 0,9-1 0,-8 3 0,3 5 0,-1 8 0,0 5 0,0 11 0,-6-3 0,0 12 0,0 11 0,1 13 0,5 9 0,-4-3 0,8 14 0,-7-5 0,3 5 0,6 2 0,-7-1 0,7-5 0,-6 0 0,-3 0 0,-1-2 0,-2-2 0,0-14 0,0 1 0,-9-6 0,-8 6 0,-3-8 0,-8 2 0,-3-4 0,6-10 0,-5-1 0,7-8 0,2 0 0,4-2 0,5-6 0,6-9 0,-3-15 0,7-12 0,-6-8 0</inkml:trace>
  <inkml:trace contextRef="#ctx0" brushRef="#br0" timeOffset="40">23679 13600 8912,'17'13'0,"2"4"0,8 8 0,13 6 0,12 20 0,17 12 0,-35-27 0,-1 3 0,-1 5 0,-3 2-175,-2 2 0,-2 1 0,-3-1 1,-2 2-1,-5 4 0,-2 2 175,0 0 0,-3-1 0,-3-2 0,-2-1 0,-4 4 0,-2-1 0,-5-4 0,-2-1 0,-2-1 0,-1 0 0,-8 44 0,-19-11 0,4-5 0,-5-10 0,-3-6 0,-9-12 0,-5-6 0,-7-9 0,-2 0 0,-2 1 0</inkml:trace>
  <inkml:trace contextRef="#ctx0" brushRef="#br0" timeOffset="41">20926 13926 8912,'17'-1'0,"-2"-5"0,-1-6 0,-5-3 0,-1-4 0,-2-4 0,1-6 0,-5 3 0,4-3 0,-4-2 0,-2 1 0,0-1 0,0 3 0,-2-1 0,-4 2 0,4 2 0,-5 8 0,-1 0 0,-2 7 0,-7 5 0,0 10 0,0 7 0,-6 13 0,0 9 0,2 10 0,9 6 0,-3 3 0,4 5 0,-5 5 0,7-4 0,1 6 0,8-8 0,0-2 0,0 5 0,0-3 0,0-4 0,0-5 0,-8-6 0,7-9 0,-7-3 0,0-1 0,-1-16 0,-9 3 0</inkml:trace>
  <inkml:trace contextRef="#ctx0" brushRef="#br0" timeOffset="42">20633 14150 8912,'0'-17'0,"-6"0"0,1-1 0,-1 9 0,6 1 0,10 8 0,5 0 0,10 0 0,7 0 0,10 0 0,6 0 0,11 0 0,3 0 0,4 0 0,-2 0 0,-5 0 0,-15-2 0,-4-3 0,-11 3 0,-12-6 0,-11 8 0,-14 0 0,-9 2 0,-10 2 0,-6 3 0,-1 3 0,0 1 0,7 7 0,4-3 0,4-4 0,9 5 0,-3-7 0,7 8 0,0-5 0,6-1 0,10-7 0,5 2 0,8-4 0,4-2 0,-4 0 0,4-2 0,-2-4 0,5 4 0,-13-13 0,1 3 0,-3 3 0,-9-3 0,-1 7 0,-5-7 0,0-1 0,0 3 0,-2-1 0,-3-3 0,3 7 0,-14-8 0,7 5 0</inkml:trace>
  <inkml:trace contextRef="#ctx0" brushRef="#br0" timeOffset="43">21425 13995 8912,'11'0'0,"1"0"0,-7 0 0,7 0 0,1 0 0,3 8 0,7 1 0,0 9 0,5 6 0,-3 5 0,2 4 0,3 1 0,3 0 0,-6-5 0,-4 0 0,-4-8 0,-4 2 0,-3-4 0,-5-10 0,-14-3 0,-3-14 0,-1-11 0,-1-13 0,8-10 0,-3-12 0,7-5 0,0-10 0,15-7 0,4-4-1823,15-1 1823,8 9 0,-20 26 0,0 0 0,4 2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810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26209 4831 8912,'-12'6'0,"1"2"0,-3 1 0,-1-5 0,-2 2 0,0-4 0,0-2 0,7-2 0,4-4 0,4 4 0,0-6 0,-3 8 0,-5 0 0,-7 2 0,0 4 0,0-2 0,-1 7 0,-1 1 0,-4 3 0,-5-1 0,-3-3 0,2 2 0,-11 3 0,11 7 0,-13-1 0,0-1 0,-2-1 0,-7 3 0,-1-1 0,0 1 0,1-5 0,-8-1 0,-3 0 0,1 0 0,10 0 0,1 1 0,4-1 0,2 0 0,-2 0 0,6 0 0,-6 0 0,6 6 0,-6 0 0,4 2 0,-6-4 0,0 2 0,6-2 0,-2-2 0,4-2 0,2 1 0,2-1 0,1 0 0,3 0 0,3 0 0,-2 1 0,8-1 0,2 0 0,2 0 0,2-7 0,0 5 0,0-4 0,-2-1 0,-4 1 0,3-5 0,-4 4 0,-1-3 0,6 7 0,-8-10 0,6 5 0,-2-1 0,0 5 0,6-11 0,0 6 0,7-8 0,2 0 0,8 0 0,0 0 0,8 0 0,-6 0 0,6 0 0,-1 0 0,3 0 0,7-8 0,0-1 0</inkml:trace>
  <inkml:trace contextRef="#ctx0" brushRef="#br0" timeOffset="1">24333 5192 8912,'-2'-15'0,"-2"2"0,-1 1 0,-3 8 0,2-1 0,-3 10 0,-3 13 0,1 10 0,-1 7 0,3 5 0,-7-2 0,5 8 0,-2-2 0,-3 3 0,3-1 0,-2 2 0,1 2 0,1-6 0,1 3 0,3-6 0,1-3 0,-5-2 0,11-7 0,-4-3 0,4-1 0,2-2 0,2-11 0,4-3 0,5-1 0,12-2 0,-2-6 0,8 0 0,2 0 0,1-8 0,4-5 0,5-8 0,1 2 0,3-4 0,11-2 0,-4 2 0,3 0 0,4-10 0,2-3 0</inkml:trace>
  <inkml:trace contextRef="#ctx0" brushRef="#br0" timeOffset="2">27172 4384 8912,'-17'-9'0,"0"-7"0,0 5 0,0-2 0,-1 1 0,1 4 0,-2 10 0,-2 4 0,-2 6 0,-7 9 0,1 3 0,-4 3 0,5 2 0,1 5 0,2 1 0,4-1 0,2 0 0,2 1 0,7-3 0,4-1 0,4-4 0,4-3 0,4-3 0,4-7 0,7-3 0,8-7 0,3 4 0,5-3 0,1 1 0,1 0 0,-1-6 0,-7 8 0,5-7 0,-3 5 0,-2 2 0,0-1 0,-2 3 0,-3-6 0,-10 11 0,-1-3 0,-7 3 0,2 2 0,-6 0 0,-6 0 0,-5 1 0,-12-1 0,-8 2 0,-5 2 0,-4 2 0,-8 6 0,2-7 0,2-1 0,-2-9 0,8 3 0,-2-13 0,11 4 0,6-4 0,12-2 0,3-8 0,8-17 0,0-11 0</inkml:trace>
  <inkml:trace contextRef="#ctx0" brushRef="#br0" timeOffset="3">27379 4728 8912,'-17'0'0,"5"2"0,1 4 0,5-4 0,-5 3 0,7 5 0,0-8 0,14 4 0,7-4 0,11-10 0,1-4 0,4-3 0,1-4 0,0-2 0,1-2 0,-6-2 0,-1 2 0,-7 4 0,2-4 0,-11-2 0,-7 3 0,-5-1 0,-5 5 0,-5 3 0,-7 4 0,-8 3 0,-2 8 0,-1 0 0,-1 0 0,8 8 0,-10 3 0,8 12 0,0 4 0,8 9 0,4 4 0,-5-3 0,14 10 0,-3-7 0,5 6 0,7-6 0,11-1 0,3-9 0,13-1 0,-3-16 0,13 8 0,-4-15 0,2 0 0,4-6 0,1-8 0,-4-5 0,1-8 0,-6-6 0,-2-13 0,-7 0 0,-2-6 0,1 6 0,-9-8 0,-7 2 0,-8-6 0,1-5 0,-3 2 0,-2-6 0,0 1 0,0 3 0,-7 4 0,-5-5 0,3 18 0,-3 0 0,6 17 0,-5 6 0,7 7 0,-4 14 0,8 8 0,0 11 0,0 7 0,0 12 0,0 4 0,0 4 0,0 1 0,2 7 0,4-1 0,-4 2 0,6-3 0,-3 1 0,3-4 0,2-5 0,1-6 0,6-7 0,-1-3 0,-5-3 0,4-5 0,-3-6 0,-3-9 0,3-3 0,-8-12 0,3-11 0,-7-10 0</inkml:trace>
  <inkml:trace contextRef="#ctx0" brushRef="#br0" timeOffset="4">27981 4522 8912,'-19'17'0,"-4"0"0,12 0 0,-1 1 0,8-9 0,12 4 0,7-7 0,12-4 0,15-8 0,12-11 0,7-8 0,10-9 0,3 2 0,7 3-226,-5-4 0,-1 7 226,-12-9 0,4 1 0,-6-1 0</inkml:trace>
  <inkml:trace contextRef="#ctx0" brushRef="#br0" timeOffset="5">10119 6826 8912,'0'-12'0,"0"1"0,-2-1 0,-4 3 0,4-1 0,-4 4 0,4 5 0,2-5 0,0 12 0,0 5 0,0 10 0,0 6 0,0 5 0,2 1 0,4 13 0,-4 1 0,6 11 0,-3 5 0,1 4 0,0 1 0,-6 1 0,0 0 0,0 3 0,0-3 0,-2-4 0,-2-15 0,-2-4 0,1-4 0,5-10 0,0-3 0,0-12 0,0-9 0,-2-16 0,-2-3 0,-4-5 0,-1-1 0,5-8 0,-11-1 0,5-16 0,-7-2 0</inkml:trace>
  <inkml:trace contextRef="#ctx0" brushRef="#br0" timeOffset="6">10084 6894 8912,'-9'-11'0,"1"0"0,0-3 0,7 5 0,-7-1 0,0 2 0,6 3 0,-13 7 0,4 3 0,-5-3 0,5 19 0,-1-4 0,-1 3 0,-4 1 0,-6 1 0,4-1 0,-4 8 0,4 2 0,-4-6 0,0-1 0,2 1 0,2-6 0,1 4 0,1-11 0,0 3 0,0-5 0</inkml:trace>
  <inkml:trace contextRef="#ctx0" brushRef="#br0" timeOffset="7">10067 6843 8912,'8'-10'0,"1"-3"0,8 7 0,1 2 0,-1 2 0,2 2 0,2 2 0,2 4 0,0-4 0,0 13 0,0-3 0,-2 3 0,-2 2 0,0 0 0,2 1 0,2-1 0,0 6 0,-6 0 0,0 5 0,1-5 0,7 0 0,1-6 0</inkml:trace>
  <inkml:trace contextRef="#ctx0" brushRef="#br0" timeOffset="8">10841 7238 8912,'-9'-19'0,"1"-2"0,3-4 0,-1-1 0,0 5 0,6-2 0,0 4 0,0 1 0,0 9 0,2 9 0,4 11 0,-2 6 0,5 6 0,1 6 0,-1 4 0,-5 9 0,6-4 0,-5 8 0,-3-6 0,6 4 0,0-2 0,-7 5 0,7-10 0,-8 3 0,6 2 0,0-2 0,-3-2 0,-1-3 0,-2-7 0,-7 5 0,-3-7 0</inkml:trace>
  <inkml:trace contextRef="#ctx0" brushRef="#br0" timeOffset="9">10721 7565 8912,'-8'-10'0,"5"-5"0,-7 4 0,2-5 0,3 7 0,6-1 0,5 5 0,4 1 0,7-8 0,8 7 0,4-7 0,3 1 0,8-1 0,0 1 0,2-1 0,-3-5 0,1 0 0,2-2 0,-2-4 0,-4 11 0,1-11 0,-11 12 0,-1-4 0,-7 5 0,-7 4 0,-7-3 0,3 9 0,-7 0 0,0 8 0,0 9 0,-5 0 0,-1 0 0,2 0 0,2 2 0,2 4 0,0-4 0,0 6 0,0-8 0,0 1 0,0-1 0,0 0 0,0 0 0,2-2 0,4-3 0,-4-4 0,13-1 0,-5-5 0,7 0 0,0-10 0,0-1 0,-7-3 0,5-5 0,-3 0 0,1 0 0,0 0 0,-1-1 0,-6 3 0,5 4 0,-7-5 0,4 14 0,-1-5 0,-5 7 0,13 7 0,-3 5 0,1 3 0,1 1 0,-3-3 0,3-2 0,1 1 0,-4-1 0,1 1 0,-3-7 0,5 5 0,-3-2 0,1-3 0,5 1 0,0 0 0,0 0 0,0-6 0,1-16 0,-1-3 0</inkml:trace>
  <inkml:trace contextRef="#ctx0" brushRef="#br0" timeOffset="10">11805 7256 8912,'-9'-12'0,"1"1"0,0-3 0,6 7 0,-5-1 0,7 8 0,0 2 0,0 5 0,0 11 0,0 8 0,2 7 0,1 1 0,3 1 0,8 7 0,-12 2 0,5 5 0,1-3 0,-6-2 0,3-4 0,3-3 0,-2 3 0,0 0 0,-6-4 0,0-5 0,0-5 0,0-10 0,0-9 0,0-7 0,0 0 0,0 0 0</inkml:trace>
  <inkml:trace contextRef="#ctx0" brushRef="#br0" timeOffset="11">11822 7238 8912,'0'-11'0,"0"-1"0,0 9 0,2-5 0,4 8 0,-4 0 0,13 2 0,-3 4 0,5-3 0,4 7 0,2-1 0,-2 1 0,-2 3 0,-2 3 0,0 1 0,-1 0 0,-5 0 0,5 8 0,-15-4 0,5 8 0,-12-2 0,-5 3 0,-4-1 0,-3-3 0,1 3 0,-6-4 0,0-8 0,0-7 0,6-5 0,0-3 0,0-2 0</inkml:trace>
  <inkml:trace contextRef="#ctx0" brushRef="#br0" timeOffset="12">12218 7015 8912,'0'-17'0,"0"-1"0,0 1 0,0 8 0,0 1 0,-6 18 0,1 7 0,1 10 0,2 13 0,2 5 0,0 5 0,0 2 0,0-8 0,2 5 0,4-3 0,5 4 0,4 1 0,3-1 0,-1-4 0,0-6 0,0-4 0,0-9 0,3-4 0,2-4 0,-2-9 0,3-5 0,-4-6 0,-2-11 0,0-1 0,0-16 0,0 0 0,-1 1 0,-5-1 0,3-5 0,-9-6 0,-1 1 0,-2 3 0,-2 7 0,0 3 0,0 1 0,0 2 0,0 6 0,-6 5 0,-1 3 0,-1 3 0,0 8 0,-5 6 0,5 16 0,-3 5 0,-2 5 0,7 5 0,2 1 0,-6 0 0,9-6 0,-5 1 0,4-3 0,2-3 0,2 1 0,2-7 0,1-2 0,9-7 0,-3-5 0,4-1 0,3-4 0,7-2 0,-4-12 0,5-5 0,-1-6 0,6-10 0,-10 10 0,8-8 0,-3 1 0,3-7 0,-4 1 0,-8 0 0,0-1 0,0 1 0,-1 1 0,-5 5 0,-5 5 0,4 11 0,-9-3 0,7 13 0,-8-4 0,0 12 0,0 6 0,8 3 0,-1 8 0,7 2 0,-3 1 0,-7 3 0,6 7 0,-7 3 0,3 1 0,-2 0 0,-10-6 0,-5 1 0,-4-1 0,-10 8 0,-4-8 0,-11 1 0,2-1 0,-8-5 0,0-4 0,-6-2 0,1-4 0,-1-2 0</inkml:trace>
  <inkml:trace contextRef="#ctx0" brushRef="#br0" timeOffset="13">13767 5760 8912,'-6'-12'0,"-1"3"0,-3 1 0,6-5 0,-3 11 0,7-8 0,0 4 0,0 5 0,1-9 0,5 4 0,4-3 0,7-8 0,0-3 0,0-2 0,8-5 0,2-15 0,7-4 0,3-8 0,3-9 0,13-7 0,-18 25 0,3 0 0,5-2 0,2 0-216,5-1 0,1-1 0,6-4 0,1 1 1,-1 3-1,1 0 216,1-1 0,0-1 0,2-1 0,-1 1 0,-3 6 0,1 2 0,-2 2 0,0 2 0,0 2 0,-1 1 0,-1 5 0,-1 1 0,-3 2 0,-2 1 0,-4 2 0,0 2-266,32-17 266,-16 4 0,-24 9 0,-9 6 0,-2 7 0,-3-1 0,-12 13 0,0-5 0,-5 7 1256,-3 0-1256,6 0 305,-8 0-305,0 0 0,8 7 0,-7-5 0,9 6 0,-4-8 0,-4 0 0,7 0 0,-3 0 0,-4-2 0,4-4 0,-12-11 0,-4-10 0</inkml:trace>
  <inkml:trace contextRef="#ctx0" brushRef="#br0" timeOffset="14">15608 3851 8912,'-5'-23'0,"-3"0"0,-2 2 0,6 2 0,-3 10 0,9-5 0,5 9 0,9 1 0,5 2 0,11 10 0,3 3 0,1 12 0,10 6 0,-6 5 0,6 6 0,-2 4 0,2 8 0,-6-1 0,-11 1 0,-6-1 0,-12 7 0,-5-1 0,-6 6 0,-6-6 0,-9 1 0,-10-7 0,-2 1 0,0-10 0,-1-8 0,-5-7 0,6-10 0,-7 0 0</inkml:trace>
  <inkml:trace contextRef="#ctx0" brushRef="#br0" timeOffset="15">17019 4075 8912,'-11'0'0,"-1"0"0,1 0 0,-1 0 0,1 0 0,-2 0 0,-3 2 0,-1 3 0,0 7 0,0 3 0,1 4 0,3 4 0,2 6 0,-3 3 0,7 8 0,1 2 0,4 0 0,2 1 0,2-3 0,2-6 0,1 0 0,9-9 0,-3-6 0,5-7 0,1-5 0,0-1 0,0-15 0,0-9 0,1-8 0,-1-7 0,4-7 0,-2-2 0,-4-2 0,-9-2 0,0-5 0,-4-3 0,-2-3 0,0 3 0,-2-11 0,-4 8 0,2 0 0,-7 5 0,1 10 0,-1 8 0,-3 11 0,8 17 0,1 23 0,5 16 0,2 17 0,3 3 0,5 10 0,7-4 0,0 4 0,1-3 0,-1-9 0,2-1 0,2-2 0,2-3 0,6-8 0,-5-3 0,3-9 0,4-6 0,-6-2 0,7-7 0,-3-4 0,-4-6 0,-2-6 0,3-11 0,1-10 0</inkml:trace>
  <inkml:trace contextRef="#ctx0" brushRef="#br0" timeOffset="16">17639 4230 8912,'-12'-6'0,"3"-2"0,1-1 0,1 5 0,1-2 0,4 4 0,-4 4 0,12 4 0,0-4 0,11 3 0,-4 3 0,10-2 0,-4 0 0,-1-6 0,4 0 0,1 0 0,-2 0 0,-1 0 0,-3 0 0,0 0 0,-7 0 0,5 0 0,-6 0 0</inkml:trace>
  <inkml:trace contextRef="#ctx0" brushRef="#br0" timeOffset="17">18396 3593 8912,'-17'-26'0,"0"3"0,-1 4 0,1 3 0,-2 3 0,-2 3 0,-2 3 0,0-5 0,4 7 0,-4 1 0,10 4 0,-4 5 0,3 9 0,5 7 0,-1 6 0,6 9 0,-2 4 0,3 6 0,3 5 0,3 5 0,5 3 0,2 2 0,1-5 0,4 1 0,-3-4 0,3-7 0,-3-2 0,3-2 0,-4-4 0,1-9 0,-6-6 0,5-12 0,-7-3 0,4-8 0,-8 0 0</inkml:trace>
  <inkml:trace contextRef="#ctx0" brushRef="#br0" timeOffset="18">18035 4058 8912,'-27'0'0,"4"0"0,4 0 0,2 0 0,-1 0 0,9-2 0,3-4 0,20 4 0,7-11 0,19 5 0,6-2 0,3-1 0,3-6 0,1 0 0,5-1 0,-5 9 0,-1-6 0,-12 3 0,-4-3 0,-1-2 0,-3 1 0,-3 3 0,-6 2 0,-4 7 0,-9-12 0,-5 9 0,-8-7 0,-3 3 0,-7 7 0,11-4 0,-8 8 0,4 0 0,4 0 0,-5-7 0,14 3 0,5-7 0,1 5 0,1-4 0,-3 3 0,-7-7 0,4 10 0,-8-7 0,0 7 0,-2-3 0,-4 7 0,-4 0 0,-7 0 0,-6 7 0,0 5 0,2 3 0,2 4 0,2 2 0,0 4 0,-1 2 0,1 1 0,6 5 0,-1-5 0,9 5 0,-3-4 0,6-5 0,7-1 0,11-4 0,6-3 0,11-5 0,-1-3 0,6-10 0,3-4 0,-1-5 0,0-7 0,-4-4 0,-2-5 0,2-8 0,-3 1 0,-5 5 0,-12 1 0,-3 1 0,-2-4 0,-1 3 0,-8 7 0,3 2 0,-7 7 0,-7 8 0,-5-1 0,-3 3 0,-2 9 0,-1 5 0,1 3 0,0 2 0,6 0 0,-1 1 0,8-1 0,-1 0 0,3 0 0,2 0 0,0 1 0,0-1 0,0-6 0,0 1 0,0-8 0,2 3 0,3-7 0,7 0 0,3 0 0,-3 0 0,-1 0 0,0 0 0,7 0 0,-1 0 0,0 0 0,0 0 0,1 0 0,-1 0 0,0 6 0,0 0 0,2-2 0,4-3 0,-4-1 0,6 0 0,0 0 0,2 0 0</inkml:trace>
  <inkml:trace contextRef="#ctx0" brushRef="#br0" timeOffset="19">19188 3353 8912,'-18'-12'0,"3"1"0,2-1 0,1 3 0,8 1 0,-3 16 0,7 5 0,0 10 0,0 9 0,0 7 0,6 7 0,-1-6 0,9 7 0,-3-1 0,4-4 0,3-2 0,-1 2 0,0-1 0,-7-1 0,3-6 0,-5 0 0,1 1 0,-5-1 0,2-7 0,-12-4 0,-3-4 0,-9-2 0</inkml:trace>
  <inkml:trace contextRef="#ctx0" brushRef="#br0" timeOffset="20">19067 3903 8912,'-2'-17'0,"-3"-1"0,3 1 0,-4 0 0,4 0 0,4 0 0,4-1 0,11 1 0,4 0 0,8 0 0,5 0 0,6 0 0,2-6 0,-2 0 0,4 0 0,6 6 0,-6 1 0,-10 5 0,-1-3 0,-10 9 0,-2-3 0,-10 2 0,-3 4 0,-8 2 0,0 10 0,0 7 0,0 0 0,0 1 0,0-1 0,0 0 0,0 0 0,0 0 0,2-7 0,4-4 0,5-4 0,4-2 0,-3-2 0,-1-4 0,3-4 0,9-7 0,-4 0 0,4-2 0,-4-4 0,-2 11 0,-5-10 0,-1 10 0,1-3 0,5 0 0,0 3 0,0 4 0,-5 8 0,-1 0 0,1 0 0,5 0 0,0 0 0,-6 0 0,1 0 0,-1 0 0,7 0 0,-3-2 0,-2-1 0,-1-3 0,-1-7 0,1 3 0,-3-7 0,-1 0 0,-2 7 0,-4-5 0,3 3 0,-3 5 0,6-1 0,-16 8 0,1 13 0,-5 5 0,-1 10 0,7 1 0,-5 3 0,5 3 0,0-7 0,6 1 0,0 0 0,0-3 0,2-1 0,4-7 0,3-3 0,8-4 0,6-3 0,0-8 0,8-8 0,-2-5 0,3-8 0,3-6 0,-7-7 0,1-1 0,-6 1 0,2-2 0,-6-4 0,0 3 0,-13-3 0,5 10 0,-5 3 0,-2 2 0,-2 2 0,-2 14 0,-8 1 0,6 10 0,-4 5 0,4 11 0,2-1 0,8 10 0,4-6 0,3 2 0,2 5 0,0-3 0,0 2 0,1-6 0,-1 2 0,0 2 0,0-3 0,1-1 0,-9-1 0,4-3 0,-7 0 0,0 0 0,-6 0 0,-8 1 0,-3-3 0,-4-4 0,-8 5 0,-2-7 0,-2 1 0,-4-5 0,-1-3 0,5-2 0,-5-7 0,5-3 0</inkml:trace>
  <inkml:trace contextRef="#ctx0" brushRef="#br0" timeOffset="21">20943 2682 8912,'-10'-9'0,"3"20"0,7 23 0,0 20 0,2 22 0,3 16 0,-4-40 0,0 1 0,2 8 0,0 2 0,-1 1 0,0 0-464,1 1 0,0 0 0,-2-3 0,1 0 464,4 2 0,0-2 0,-3-2 0,0-1 0,2-4 0,1-1 0,-1-3 0,0-1 211,6 36 1,-3-15-212,-8-8 0,0-16 0,0-5 0</inkml:trace>
  <inkml:trace contextRef="#ctx0" brushRef="#br0" timeOffset="22">21803 3473 8912,'-13'-29'0,"-4"3"0,-4 1 0,-2 4 0,-2 4 0,0 5 0,0 6 0,-5 4 0,1 4 0,-4 4 0,5 6 0,-1 10 0,0 9 0,3 7 0,1 0 0,10 6 0,1-2 0,3-3 0,7-3 0,-2-4 0,4-1 0,2-2 0,0-14 0,2 0 0,4-5 0,3-5 0,11-6 0,2-7 0,7-9 0,4-10 0,-1-5 0,-1-3 0,-3 1 0,-7-1 0,2 1 0,-3 7 0,-5-3 0,-4 7 0,3-6 0,-7 8 0,3 6 0,-4 5 0,3 12 0,-1 4 0,5 11 0,-9 6 0,8 9 0,1 5 0,2 1 0,2-4 0,1 1 0,-1-1 0,0-1 0,0-5 0,0-5 0,1-4 0,-1-9 0,2-3 0,4-7 0,-2-3 0,8-9 0,-10-9 0,-2-19 0,8-4 0,-6-7 0</inkml:trace>
  <inkml:trace contextRef="#ctx0" brushRef="#br0" timeOffset="23">22165 3095 8912,'-10'7'0,"4"5"0,-3 13 0,-3 9 0,5 8 0,-3 12 0,6 1 0,-1 2 0,-1 1 0,8-9 0,2-1 0,1-2 0,9-8 0,-3 0 0,5-7 0,1-8 0,0-12 0,-7 5 0,-3-22 0,-7 4 0</inkml:trace>
  <inkml:trace contextRef="#ctx0" brushRef="#br0" timeOffset="24">21993 3576 8912,'0'-11'0,"0"-1"0,7 1 0,5-6 0,11-1 0,11-1 0,12-4 0,4-5 0,7-10 0,2-5 0,3 0 0,8-11 0,-30 23 0,-1 1 0</inkml:trace>
  <inkml:trace contextRef="#ctx0" brushRef="#br0" timeOffset="25">22647 2992 8912,'-12'9'0,"1"-3"0,5 3 0,-4 3 0,3 3 0,-7 10 0,12 9 0,-3 12 0,3 4 0,2 2 0,2 5 0,3 0 0,5-5 0,9-8 0,2 0 0,4-2 0,2 0 0,-6-10 0,4-7 0,-8-8 0,-6-7 0,1-5 0,-8-3 0,3-2 0</inkml:trace>
  <inkml:trace contextRef="#ctx0" brushRef="#br0" timeOffset="26">22526 3439 8912,'-9'-18'0,"3"3"0,12 4 0,3-5 0,16 9 0,4-5 0,3-3 0,3 4 0,1-5 0,2-1 0,2 0 0,0 7 0,-5-3 0,-1 7 0,-5 1 0,0 5 0,-12 0 0,6 0 0,-14 1 0,9 5 0,-13 4 0,3 5 0,0-4 0,-5 10 0,7-3 0,-2 1 0,-3 0 0,1-2 0,0 0 0,7 0 0,-11-5 0,4-1 0,-2-7 0,1 2 0,-3 3 0,6-7 0,-8 6 0,-8-8 0,5 0 0,-7-2 0,2-4 0,3-3 0,5-8 0,0-1 0,5 1 0,3 0 0,0 0 0,-1 0 0,7 7 0,-5-5 0,8 13 0,1-4 0,-1 4 0,0 2 0,0 8 0,1 1 0,-3 14 0,-4 0 0,-3-2 0,-2-2 0,-1-1 0,1-1 0,-6-6 0,0 1 0,8-8 0,-6 3 0,5-7 0,-7 0 0</inkml:trace>
  <inkml:trace contextRef="#ctx0" brushRef="#br0" timeOffset="27">23438 3198 8912,'-2'-15'0,"-2"1"0,-1 3 0,-9-1 0,12 5 0,-3 9 0,3 13 0,8 4 0,-1 10 0,3-6 0,-4 3 0,3 1 0,3 0 0,-6-6 0,9 4 0,-7-8 0,-2 0 0,-2 0 0,-2 0 0,5-5 0,1-1 0,0-7 0,-6 4 0,7-16 0,3-1 0</inkml:trace>
  <inkml:trace contextRef="#ctx0" brushRef="#br0" timeOffset="28">23421 2820 8912,'-11'11'0,"1"1"0,2 1 0,-3-3 0,3-1 0,-1-1 0,3 5 0,-6-1 0,3-3 0,-3 3 0,5-9 0,-1 13 0,6-7 0,-5 1 0,7-3 0,0-7 0,0 0 0,0-7 0,0-5 0,0 3 0,0-3 0,0 1 0,0-6 0,0 5 0,0 1 0,0-3 0,0 7 0,0-1 0,0 8 0,0-2 0,0-4 0,0 5 0,0-7 0,0 8 0,0-2 0,0-4 0,0 4 0,0-5 0,1 7 0,5 0 0,-4 0 0,6 0 0,-8 0 0,0 0 0,7 0 0,3 0 0</inkml:trace>
  <inkml:trace contextRef="#ctx0" brushRef="#br0" timeOffset="29">23696 2579 8912,'0'-27'0,"0"4"0,0 4 0,0 12 0,0 7 0,0 22 0,0 19 0,0 14 0,0 8 0,0 4 0,0 7 0,2 3 0,4 1 0,-4 2 0,4 6 0,1-7 0,-1-5 0,0-13 0,-6-7 0,0-10 0,0-8 0,0-13 0,0-19 0,0-16 0,0-3 0,0-17 0,0-5 0,2-9 0,1 1 0,5-7 0,2-5 0,-6 3 0,11-5 0,-4 7 0,5 7 0,1-1 0,0 7 0,0-1 0,2 17 0,4 6 0,-2 12 0,6-1 0,-2 4 0,4 11 0,-5 9 0,1 10 0,0 10 0,-2 6 0,-8 8 0,-3 0 0,-4-1 0,-8 1 0,0-1 0,-2-1 0,-4-4 0,-4 2 0,-9-10 0,-4-4 0,-5-3 0,1-12 0,-2-2 0,0 0 0,1-15 0,1 2 0,2-8 0,2-5 0,-2-24 0,-1-3 0</inkml:trace>
  <inkml:trace contextRef="#ctx0" brushRef="#br0" timeOffset="30">24436 2923 8912,'-7'-17'0,"5"7"0,-12 1 0,7 5 0,-3-2 0,6 0 0,-5 6 0,3 0 0,4 2 0,-4 4 0,4 5 0,2 5 0,0 1 0,0 0 0,0 0 0,6 6 0,0 0 0,7 0 0,-1-6 0,3 0 0,2 1 0,1-1 0,-9 0 0,12-6 0,-4-1 0,2-2 0,1-3 0,-3-5 0,0-7 0,0-5 0,-2-3 0,-3-2 0,3-2 0,-3-4 0,-5 4 0,-1-4 0,-4 4 0,4 1 0,0 1 0,-1 6 0,-5-1 0,0 8 0,0-1 0,0 10 0,2 5 0,4 0 0,-4 5 0,7-6 0,-5 9 0,2-1 0,7 0 0,-9-2 0,8-1 0,1-3 0,2-7 0,2 2 0,8-12 0,2-4 0</inkml:trace>
  <inkml:trace contextRef="#ctx0" brushRef="#br0" timeOffset="31">25107 2235 8912,'-1'-17'0,"-5"0"0,2 5 0,-7 1 0,7 7 0,-4-2 0,8 12 0,0 7 0,0 8 0,0 12 0,0 7 0,2 8 0,2-2 0,3 3 0,3 3 0,-4-6 0,5 0 0,-5-6 0,5 5 0,1-14 0,-1 3 0,1-11 0,-1-4 0,-1-1 0,5-11 0,-3-7 0,-3-7 0,3-5 0,1-3 0,-3-8 0,-1-2 0,-1 0 0,-4 0 0,5 3 0,-7-1 0,4 0 0,-4 0 0,-2 11 0,0 1 0,-2 7 0,-2 0 0,-2 8 0,1 6 0,-1 1 0,0 1 0,2 1 0,2 2 0,2 2 0,0-5 0,0-1 0,0-7 0,0 11 0,8-13 0,2 6 0,1-8 0,0 0 0,1 0 0,5 0 0,-5-6 0,-1 0 0,2 3 0,3 8 0,1 7 0,2 3 0,4 2 0,-4 2 0,4 4 0,-4 4 0,-2 7 0,1 1 0,-3-3 0,-2-1 0,-1-2 0,-8-3 0,1 3 0,-3-4 0,-2-6 0,-2 0 0,-3-2 0,-7 8 0,-11-14 0,2 9 0,-7-11 0,-3 1 0,-2-5 0,-1-3 0,0-2 0,-1-23 0,1-5 0</inkml:trace>
  <inkml:trace contextRef="#ctx0" brushRef="#br0" timeOffset="32">24935 2424 8912,'-24'27'0,"-3"-6"0,0-8 0,4-7 0,12-4 0,3-2 0,12-2 0,9-6 0,16-7 0,13-6 0,23-17 0,0 9 0,15-13-919,2 0 919,-36 24 0,0 0 0,-1-3 0,0 0 0,3 3 0,0 2 0,-1-2 0,-1 1 0,42-15-422,-13 3 422,-16 4 0,-19 10 0,-11 3 0,-12 3 0,-11 3 0,-12 4 0,-1-3 0,-5 10 0,-3-1 0,3 8 438,-3 1 1,0 2-439,3 2 0,-1 1 116,7-1 0,-7 0 0,3 0 0</inkml:trace>
  <inkml:trace contextRef="#ctx0" brushRef="#br0" timeOffset="33">19291 5828 8912,'-12'-11'0,"1"0"0,7 7 0,-3-4 0,7 8 0,7-8 0,7-3 0,8-4 0,13-2 0,7-10 0,10-8 0,9-7 0,6-11 0,7-3 0,5-1 0,-7-8 0,5 8 0,-10-2 0,-4 7 0,-12 12 0,-24 6 0,-11 18 0,-16 16 0,-6 2 0,0 10 0,-2-9 0,3 3 0,3 4 0,-4-6 0,12 7 0,3-7 0,9 2 0,-1-4 0,0-10 0,0-2 0</inkml:trace>
  <inkml:trace contextRef="#ctx0" brushRef="#br0" timeOffset="34">19859 5003 8912,'-23'0'0,"0"-2"0,2-3 0,9 1 0,7-8 0,3 7 0,2-7 0,9 8 0,9-1 0,6 3 0,24 4 0,6 1 0,5 3 0,4 15 0,6-9 0,-2 12 0,-4 1 0,-4 2 0,-7 9 0,-1 4 0,-16 4 0,-12 8 0,-12-1 0,-13 1 0,-3 0 0,-13 5 0,-10 0-506,-12 1 0,-12-7 0,-9 1 0</inkml:trace>
  <inkml:trace contextRef="#ctx0" brushRef="#br0" timeOffset="35">21046 4591 8912,'-17'-8'0,"0"-4"0,1-3 0,5-2 0,5 0 0,-1 5 0,1 1 0,2-2 0,-5-3 0,7 7 0,-8-5 0,4 9 0,-3 3 0,-3 5 0,1 9 0,-1 11 0,-5 4 0,0 5 0,0-3 0,5 3 0,3-3 0,-1 3 0,1 3 0,5-9 0,-4 5 0,8-8 0,2 0 0,4-6 0,3 0 0,8-1 0,1-5 0,7-3 0,1-3 0,9 1 0,-1-2 0,1-2 0,-7-2 0,-1 0 0,-2 0 0,-2 7 0,-6-3 0,-2 8 0,-3 1 0,-5 2 0,-10 5 0,-9 1 0,-11 1 0,-7 9 0,-5-2 0,-7-4 0,6 5 0,-4-9 0,3-4 0,3-5 0,-1-5 0,9-1 0,1-15 0,8-9 0,-1-6 0,1-11 0</inkml:trace>
  <inkml:trace contextRef="#ctx0" brushRef="#br0" timeOffset="36">21339 4556 8912,'-12'0'0,"1"0"0,-3 0 0,-1 8 0,0-4 0,1 7 0,5 2 0,1 5 0,4 5 0,-3 3 0,1 9 0,0 7 0,6-4 0,0 6 0,0-2 0,8-2 0,0-7 0,3-5 0,6-3 0,0-8 0,1-7 0,7-5 0,-1-3 0,-4-9 0,12-10 0,-5-12 0,1-4 0,1-1 0,0-8 0,5-2 0</inkml:trace>
  <inkml:trace contextRef="#ctx0" brushRef="#br0" timeOffset="37">21821 4556 8912,'-12'0'0,"1"0"0,-1 0 0,-5 2 0,-2 4 0,-4 5 0,4 5 0,-12 1 0,6 2 0,-1 4 0,5-4 0,-2 11 0,11-7 0,-1 0 0,7-5 0,0-1 0,14-8 0,3-3 0,5-4 0,1-2 0,0-8 0,0-1 0,1-8 0,-1-1 0,0 1 0,0 2 0,0 3 0,-5-3 0,-1 4 0,-1 1 0,3 1 0,-1 1 0,-1 2 0,1 6 0,-1 0 0,1 0 0,-1 8 0,1 5 0,-1 6 0,-1 4 0,5 0 0,-4-6 0,-1 6 0,1 0 0,1-6 0,5-5 0,-5-6 0,-1 5 0,0-7 0,7 2 0,-9-5 0,1-8 0,-6-7 0,3-7 0,3-7 0,-6-12 0,3-4 0</inkml:trace>
  <inkml:trace contextRef="#ctx0" brushRef="#br0" timeOffset="38">21993 4350 8912,'-18'0'0,"1"0"0,0 0 0,6 0 0,-1 0 0,8 2 0,-1 4 0,3-3 0,2 9 0,2 5 0,3 6 0,-1 7 0,8-1 0,1 4 0,2 9 0,1-4 0,-3 6 0,-2-2 0,7-2 0,5-8 0,0-3 0,1-6 0,-5-12 0,12-3 0,-8-8 0,-2 0 0,6-15 0,-8-4 0,4-18 0,-4-3 0,-2 4 0,0-14 0,-1 6 0,-5 0 0,5 2 0,-15 16 0,5 3 0,-4 4 0,-2 1 0,-4 9 0,-7 3 0,-1 12 0,-13 5 0,8 10 0,0 4 0,0 2 0,0 2 0,1 3 0,5-3 0,3 3 0,2-11 0,1 6 0,1-2 0,2-2 0,2-6 0,0 0 0,0-5 0,0-1 0,8-7 0,3 2 0,-3-4 0,7-4 0,-5-4 0,-1-6 0,6-3 0,-3-2 0,1 0 0,-1 0 0,3-1 0,-11 3 0,5 2 0,-1 1 0,6 8 0,-11-3 0,9 7 0,-1 0 0,1 0 0,-1 0 0,-5 5 0,5 1 0,-5 8 0,6-5 0,1 1 0,-5 5 0,5-11 0,-5 5 0,1-1 0,5-4 0,1-2 0,-4-10 0,1-3 0,-1-5 0,7-1 0</inkml:trace>
  <inkml:trace contextRef="#ctx0" brushRef="#br0" timeOffset="39">22543 4419 8912,'0'9'0,"0"-1"0,2-6 0,4 2 0,5 1 0,5 1 0,1 0 0,2 1 0,4 3 0,-4 1 0,6 7 0,-8-1 0,-1 0 0,-5 0 0,2 0 0,-7 1 0,-2-1 0,-2 8 0,-4-6 0,-4 4 0,4-4 0,-13-10 0,4-5 0,-5-8 0,7-7 0,3-12 0,4-4 0,2-7 0,10-3 0,7-3 0,10-5 0,-3 2 0,9-6 0,-6 5 0,7-8 0</inkml:trace>
  <inkml:trace contextRef="#ctx0" brushRef="#br0" timeOffset="40">23387 4281 8912,'-18'-6'0,"3"-1"0,2-1 0,1 0 0,10 5 0,2 8 0,10 7 0,5 9 0,2 2 0,3 0 0,1 0 0,1 0 0,1 5 0,-5-5 0,-3-2 0,-4-2 0,5-2 0,-9-5 0,7-3 0,-3-1 0,-5-2 0,3-10 0,-1-7 0,-2-1 0,-6-20 0,0 3 0,0-9 0,0-2 0,2-6 0,4 6 0,-5 0 0,5 5 0,-2 6 0,2 3 0,5 1 0,5 2 0,1 6 0,2 7 0,4 4 0,4-3 0,7-1 0</inkml:trace>
  <inkml:trace contextRef="#ctx0" brushRef="#br0" timeOffset="41">24023 4161 8912,'-2'9'0,"-3"-3"0,-5-2 0,-7 2 0,-8-5 0,4 7 0,-6-6 0,2 4 0,-5-4 0,5 13 0,-4-4 0,4-1 0,8 1 0,0 1 0,2 5 0,3 0 0,5 0 0,7 1 0,0-1 0,0-8 0,1 5 0,5-8 0,-4-1 0,13-5 0,-3-2 0,3-3 0,2-5 0,1-7 0,-1 0 0,0-1 0,-7 1 0,5 0 0,-4 0 0,-3 0 0,-2 0 0,1 5 0,-1 1 0,7 7 0,-3-4 0,7 8 0,-5 2 0,-3 4 0,1 5 0,-1 5 0,3 1 0,11 0 0,0 0 0,-2 0 0,-2-7 0,4 3 0,0-5 0,-2 1 0,4-5 0,-2 2 0,-2-6 0,-2-6 0,-10-3 0,14-9 0,-4 1 0</inkml:trace>
  <inkml:trace contextRef="#ctx0" brushRef="#br0" timeOffset="42">24247 3800 8912,'-11'9'0,"-1"-3"0,8-2 0,-3 0 0,-1 1 0,6 9 0,-6-5 0,8 8 0,0 8 0,0 4 0,0 5 0,0 6 0,6 4 0,2 6 0,1-2 0,5-4 0,1-2 0,2-2 0,0-8 0,1-3 0,-1-6 0,0-4 0,-5-9 0,-1-5 0,0-5 0,7-5 0,1-7 0,2-11 0,2-5 0,-8-5 0,0-1 0,-5-1 0,1 1 0,1 0 0,-8-1 0,1 3 0,-3 3 0,-2 4 0,0 8 0,0 0 0,0 7 0,0 3 0,2 7 0,2 2 0,2 3 0,-2 7 0,-2 9 0,-2 2 0,7 0 0,-3 0 0,6-1 0,-3-1 0,7-1 0,-5-3 0,1 0 0,5-8 0,-11-1 0,7-8 0,3 0 0,-7 0 0,9-8 0,-5-3 0,4-4 0,1-2 0,-3-3 0,-1-2 0,-7-3 0,7-4 0,-6 2 0,5 4 0,-7 4 0,2-4 0,-3 10 0,3 1 0,-4 9 0,6-5 0,-8 16 0,0 3 0,5 6 0,3 4 0,2 2 0,1 0 0,6 0 0,1 0 0,1-4 0,4-5 0,-4-1 0,6-7 0,-1-3 0,-4-1 0,10-2 0,-5-2 0,2-3 0,-6-5 0,4-13 0,-8 0 0,0-7 0,0 1 0,-1-1 0,-5-1 0,-5 2 0,3 1 0,-7-5 0,2 5 0,-6 5 0,-4 3 0,-7 11 0,3 1 0,-7 8 0,2 16 0,2 7 0,1 7 0,8 4 0,-5 1 0,5 1 0,-2 0 0,2-1 0,2 3 0,2-9 0,8-3 0,4 3 0,3-14 0,2 3 0,6-13 0,0 1 0,8-6 0,-3-6 0,5-5 0,-5-12 0,1-6 0,-8-11 0,4-4 0</inkml:trace>
  <inkml:trace contextRef="#ctx0" brushRef="#br0" timeOffset="43">25933 3301 8912,'-11'-17'0,"0"0"0,-3 0 0,6 7 0,1 4 0,7 14 0,2 9 0,3 10 0,3 13 0,6 6 0,-3 3 0,-1 5 0,1 3 0,4-3 0,-3 3 0,-3 2 0,3-1 0,1-3 0,3-2 0,1-9 0,-8-2 0,-3-7 0,-4-8 0,-17-3 0,-4-6 0</inkml:trace>
  <inkml:trace contextRef="#ctx0" brushRef="#br0" timeOffset="44">25693 3782 8912,'-10'10'0,"2"-2"0,8-16 0,10-2 0,7-7 0,2 0 0,10 0 0,5 0 0,8 0 0,2-1 0,2 1 0,6 0 0,0 0 0,-1 0 0,-5-1 0,-2 1 0,-4 2 0,-7 3 0,-7-3 0,-8 13 0,-9-5 0,-3 7 0,-12 2 0,-5 3 0,-5 5 0,1 9 0,2 2 0,1 2 0,8 2 0,-1-4 0,3 4 0,2 1 0,0-5 0,2 2 0,3-11 0,5 3 0,7-4 0,0-3 0,1-2 0,-1-4 0,0-2 0,6-8 0,-2-3 0,-6-5 0,1-1 0,-11 0 0,-1-2 0,-2-4 0,-2 4 0,0-6 0,-2 8 0,-4 0 0,-3-1 0,-8 7 0,-1 1 0,1 3 0,0 1 0,0 6 0,7-8 0,-5 6 0,13-13 0,-6 6 0</inkml:trace>
  <inkml:trace contextRef="#ctx0" brushRef="#br0" timeOffset="45">26742 3232 8912,'0'-11'0,"-2"1"0,-3 3 0,1 1 0,-8 6 0,9 15 0,-5 6 0,8 19 0,0 6 0,0 11 0,0-3 0,0 5 0,0 0 0,6-5 0,1 5 0,3 0 0,-1-11 0,3 4 0,1-12 0,-7 0 0,0-4 0,-6-1 0,0-16 0,0-12 0,0-16 0</inkml:trace>
  <inkml:trace contextRef="#ctx0" brushRef="#br0" timeOffset="46">26553 3267 8912,'0'-17'0,"0"5"0,0 1 0,2 5 0,4-6 0,3 9 0,8-5 0,1 8 0,1 0 0,2 2 0,4 4 0,-1 5 0,1 4 0,6 3 0,-12-1 0,4 0 0,-4 0 0,-2 8 0,-7-4 0,-4 6 0,-4-2 0,-2 5 0,-2-5 0,-4 5 0,-6-1 0,-3-8 0,-2 10 0,0-10 0,-1-6 0,1 2 0,8-15 0,-7 6 0,7-8 0</inkml:trace>
  <inkml:trace contextRef="#ctx0" brushRef="#br0" timeOffset="47">27069 3318 8912,'0'-17'0,"0"0"0,0 5 0,0 1 0,0 7 0,8-3 0,-4 7 0,7 1 0,1 5 0,-1 6 0,1 3 0,-1 2 0,6 0 0,0 0 0,-5 1 0,-1-1 0,-7 0 0,2 0 0,-2-1 0,0-3 0,1-2 0,1-7 0,-6 4 0,-2-8 0,-4 0 0,5-8 0,-7-5 0,2-6 0,0-4 0,1-8 0,5 12 0,0-4 0,2-2 0,3 2 0,5 1 0,7 4 0,0 1 0,8 8 0,-4 1 0,6 8 0,-2 0 0,5 0 0,-10 0 0,3 0 0,-4 0 0,-2 0 0,0 8 0,0 3 0,-1-1 0,-3 1 0,-4 2 0,-1 3 0,-4 1 0,-2-8 0,4 1 0,-1-4 0,1-4 0,-6 5 0,0-7 0,8-2 0,3-3 0,5-5 0,1-7 0,0 5 0,0 1 0,0-2 0,8-3 0,-11-1 0,3 0 0,-11 0 0,-1 0 0,-3-1 0,-2 1 0,-7 8 0,-9 1 0,-9 8 0,-1 0 0,-3 0 0,0 4 0,2 5 0,3 9 0,1 3 0,5-2 0,1 4 0,6-2 0,-1 7 0,10-7 0,2 2 0,10-4 0,21-2 0,9-1 0,9-5 0,9-5 0,-5-4 0,16-10 0,-2-5 0,6-8 0,-6-6 0,-8-7 0</inkml:trace>
  <inkml:trace contextRef="#ctx0" brushRef="#br0" timeOffset="48">28222 3112 8912,'-19'-13'0,"-2"-3"0,-2 3 0,0 3 0,0 10 0,0 0 0,-5 0 0,5 0 0,0 8 0,6 3 0,-1 7 0,1 5 0,6-2 0,-1 7 0,8-1 0,-1 2 0,3 1 0,2-7 0,0-2 0,0-2 0,2-2 0,3 1 0,5-9 0,9-3 0,4-12 0,-4-3 0,4-10 0,-2-4 0,2-6 0,-4-3 0,6-3 0,-8 1 0,0-6 0,1-2 0,-1-2 0,-8 4 0,-3-6 0,-4 0 0,-2 0 0,0 0 0,0-2 0,0 14 0,-2 2 0,-4 14 0,4 9 0,-11 5 0,7 15 0,3 12 0,1 16 0,2 6 0,0 5 0,0 2 0,0 7 0,0-11 0,0 3 0,0-1 0,7-8 0,3 0 0,7-10 0,0-3 0,0-4 0,3-16 0,1-3 0,2-4 0,7-2 0,-9-9 0,6-9 0,-2-8 0,5-7 0,-11-1 0,4 1 0,-5 3 0,-7 1 0,3 2 0,-9-3 0,-1 1 0,6 16 0,-8-10 0,5 21 0,-9-4 0,-2 12 0,-1 5 0,-1 10 0,6 4 0,0 0 0,0 0 0,0 5 0,6-10 0,-1 2 0,3-2 0,-2-3 0,5 0 0,-3 0 0,7-7 0,-3-5 0,3-5 0,2-5 0,0-13 0,1-8 0</inkml:trace>
  <inkml:trace contextRef="#ctx0" brushRef="#br0" timeOffset="49">28670 2699 8912,'-18'0'0,"1"0"0,0 0 0,0 0 0,0 0 0,-1 0 0,1 0 0,0 0 0,0 0 0,7 8 0,4 3 0,5-3 0,1 0 0,7-8 0,5 0 0,3 0 0,2 0 0,-7 0 0,3-8 0,-7-3 0,0 3 0,-6-7 0,0 13 0,0-6 0,0 16 0,0 1 0,0 9 0</inkml:trace>
  <inkml:trace contextRef="#ctx0" brushRef="#br0" timeOffset="50">28876 2785 8912,'-9'-17'0,"-7"2"0,5 3 0,3-3 0,-7 13 0,5-2 0,-1 8 0,-1 10 0,-1 7 0,-2 5 0,5 9 0,4-1 0,4 6 0,2 0 0,0 8 0,0-4 0,0 0 0,0-2 0,8-13 0,6-5 0,7-4 0,0-1 0,5-14 0,1-5 0,0-9 0,2-10 0,11-18 0,0-1 0,-2-2 0,-2-8 0,-1 4 0,-1-7 0,-5-3 0,0-3 0,-10 2 0,0-6 0,-6 1 0,-9-10 0,2 1 0,-4 0 0,-2 4 0,-8 14 0,4 18 0,-7 14 0,-3 6 0,7 9 0,-3 6 0,4 15 0,-5 10 0,-4 13 0,3 9 0,3 11 0,1 1 0,2-6 0,6 4 0,0-1 0,0-1 0,0 0 0,8-13 0,3-4 0,10-9 0,2-2 0,8-8 0,-2 0 0,3-8 0,3-5 0,-1-8 0,0-16 0,1-3 0</inkml:trace>
  <inkml:trace contextRef="#ctx0" brushRef="#br0" timeOffset="51">29220 2665 8912,'-34'0'0,"7"-6"0,4 0 0,12 1 0,3 5 0,20 0 0,12 0 0,22 0 0,19 0 0,12-8 0,-28 4 0,1-1 0,2-4 0,-1 0-449,2 1 0,0-1 449,-1 1 0,1-1 0,-1 1 0,-1-1 0,1-6 0,-1-3 0,1 0 0,0 0 0</inkml:trace>
  <inkml:trace contextRef="#ctx0" brushRef="#br0" timeOffset="52">23541 6740 8912,'-5'-21'0,"-3"4"0,0 1 0,-1 3 0,1-1 0,1 3 0,1 0 0,6 1 0,9 10 0,9 13 0,8 8 0,7 8 0,3 4 0,4 3 0,8 4 0,8 6 0,-1-2 0,8 2 0,2 1 0,8-3 0,1-2 0,-3-4 0,-6-5 0,-6-10 0,-15 0 0,-3-10 0,-5-1 0,-17-9 0,4 5 0,-21-10 0,2-2 0,-8-3 0,-8-3 0,-11-1 0,4-6 0,-21-1 0,4 1 0</inkml:trace>
  <inkml:trace contextRef="#ctx0" brushRef="#br0" timeOffset="53">23937 7462 8912,'-11'0'0,"-1"0"0,-1 0 0,5 0 0,1 7 0,10-3 0,9 6 0,11-3 0,7-3 0,13-4 0,2-5 0,5-5 0,2-7 0,-1-2 0,1-4 0,0-6 0,-1-3 0,7-3 0,-1 1 0,-9 0 0,-14-1 0,1-7 0,-9-2 0</inkml:trace>
  <inkml:trace contextRef="#ctx0" brushRef="#br0" timeOffset="54">24522 6877 8912,'10'0'0,"5"2"0,-3 4 0,-3-4 0,1 5 0,-3 1 0,7 2 0,-12 14 0,5 7 0,1 7 0,-6 2 0,4 10 0,-4 4 0,-2-1 0,0 1 0,0-3 0,0 1 0,0-8 0,0-4 0,0-12 0,7 5 0,3-6 0</inkml:trace>
  <inkml:trace contextRef="#ctx0" brushRef="#br0" timeOffset="55">25297 7015 8912,'-12'11'0,"-1"-1"0,-4-3 0,-2-1 0,1 0 0,5 0 0,9-1 0,0-5 0,18 0 0,14 0 0,14 0 0,16-7 0,5-7 0,6-5 0,5-4 0,-3-5 0,6 3 0,-3 0 0,1 0 0,-8 2 0,-12 6 0,-7 0 0,-6 0 0,-23-1 0,-4 1 0</inkml:trace>
  <inkml:trace contextRef="#ctx0" brushRef="#br0" timeOffset="56">25211 7393 8912,'-12'0'0,"1"0"0,7 0 0,-4 8 0,16-8 0,3 0 0,20-8 0,9-9 0,8-2 0,4-2 0,-1-4 0,1-2 0,-1 6 0,-1-9 0,-2 5 0,-2-2 0,-16-2 0,7 1 0,-20-1 0,4 0 0,-11-5 0</inkml:trace>
  <inkml:trace contextRef="#ctx0" brushRef="#br0" timeOffset="57">25589 6533 8912,'0'18'0,"0"-1"0,-7 0 0,5-6 0,-4 1 0,4 7 0,2 10 0,0 11 0,0 8 0,0 7 0,0 8 0,0 11 0,0 3 0,0 3 0,0-3 0,2-11 0,4-3 0,5-5 0,5 3 0,3-17 0,4-4 0,-4-13 0,4-16 0,-4-5 0,-2-12 0,0-11 0,0-17 0,1-18 0,-1-9 0</inkml:trace>
  <inkml:trace contextRef="#ctx0" brushRef="#br0" timeOffset="58">25710 6533 8912,'-10'0'0,"1"0"0,3 0 0,4 8 0,-6 2 0,8 7 0,0 10 0,0 7 0,0 16 0,0 13 0,0 11 0,0 6 0,2 4 0,2 0 0,2-3 0,7-13 0,-1-12 0,3-8 0,2-8 0,0-4 0,1-2 0,-1-14 0,0-5 0,-7-30 0,-3-5 0</inkml:trace>
  <inkml:trace contextRef="#ctx0" brushRef="#br0" timeOffset="59">26381 6963 8912,'-17'-2'0,"-1"-2"0,1-1 0,6-9 0,-1 3 0,7-2 0,-5-1 0,2 3 0,5 7 0,8-2 0,5 14 0,9 7 0,4 6 0,-2 10 0,6-3 0,-1 5 0,1 1 0,-6 1 0,4 1 0,-10 0 0,-3-1 0,3 3 0,-11-19 0,8 4 0,-9-4 0,3-2 0,-4-7 0,-10-12 0,-3-15 0,-4-3 0,-3-8 0,1-7 0,2-5 0,3 2 0,-3-6 0,13 6 0,-4-8 0,5 8 0,1-2 0,1 3 0,3 3 0,2 0 0,13 9 0,0 8 0,4 9 0,2 6 0,6 2 0,-5-8 0,9-1 0</inkml:trace>
  <inkml:trace contextRef="#ctx0" brushRef="#br0" timeOffset="60">26897 6980 8912,'-17'8'0,"-6"-6"0,0 4 0,2-4 0,10 5 0,-3-3 0,8 8 0,1-9 0,5 5 0,7-8 0,5 0 0,3-2 0,4-4 0,4-5 0,4 3 0,0-7 0,-4 4 0,-4-5 0,-2-1 0,0-4 0,-2 2 0,-3 4 0,-4 1 0,-8-3 0,0 0 0,-8 7 0,-4 5 0,-3-3 0,-4 4 0,-4 6 0,-2 6 0,-5 11 0,3 2 0,2 2 0,2 15 0,12-9 0,-1 11 0,8-4 0,-1-2 0,10 1 0,9-3 0,7-3 0,6-12 0,15-4 0,3-7 0,5-2 0,2-10 0,-1-5 0,1-12 0,0-4 0,-1-7 0</inkml:trace>
  <inkml:trace contextRef="#ctx0" brushRef="#br0" timeOffset="61">27362 6808 8912,'-6'12'0,"0"-1"0,-5-5 0,5 6 0,-5-7 0,5 7 0,-7-1 0,3 8 0,-2 2 0,3 4 0,1 2 0,3-6 0,5 10 0,0-9 0,0 1 0,0-5 0,1-3 0,5-2 0,6-1 0,3-8 0,8 3 0,0-7 0,2-7 0,-2-5 0,-4-3 0,4-2 0,-4-1 0,-2 1 0,-5-2 0,-1-2 0,2-2 0,-5-7 0,0 10 0,-8-2 0,0 2 0,0 3 0,0 0 0,0 9 0,0 8 0,0 10 0,0 7 0,0 6 0,0 4 0,0 0 0,0 5 0,5-13 0,3 4 0,2-4 0,1-2 0,6-1 0,1-5 0,-1-5 0,0-4 0,-2-4 0,-1-2 0,-3-2 0,-7-7 0,9-2 0,-7-8 0,0-2 0,-6 2 0,-8 4 0,-3-4 0,-7 4 0,-5 2 0,2 1 0,-7 5 0,7 1 0,-2 7 0,4-3 0,1 0 0,9 14 0,1 1 0,8 8 0,0 1 0</inkml:trace>
  <inkml:trace contextRef="#ctx0" brushRef="#br0" timeOffset="62">27826 6912 8912,'-11'-8'0,"1"-3"0,3-5 0,1 7 0,6-1 0,0 4 0,8 5 0,3-3 0,6 8 0,6 7 0,-4 4 0,4 2 0,-4 8 0,-1-4 0,-1 8 0,0-6 0,0 6 0,-7-8 0,-4 1 0,-3-2 0,3-3 0,-4-6 0,4 1 0,-4-8 0,-4 3 0,-2-9 0,-2-5 0,2-9 0,3-5 0,1-9 0,0 3 0,0-7 0,1-1 0,5 1 0,6-1 0,9 1 0,2 0 0,7 7 0,-3-13 0,7 4 0</inkml:trace>
  <inkml:trace contextRef="#ctx0" brushRef="#br0" timeOffset="63">28394 6791 8912,'-26'17'0,"-7"-1"0,4-1 0,-3 2 0,5-3 0,-4 10 0,9-6 0,1 5 0,9-1 0,4 1 0,8-5 0,0-1 0,0 0 0,8-2 0,4-3 0,3-5 0,2-7 0,2 0 0,4-2 0,6-3 0,-4-5 0,1-15 0,-3-3 0,-4-5 0,4-1 0,-9-1 0,-3 1 0,-5-8 0,4-4 0,-3-3 0,-1-3 0,-6-2 0,0-3 0,0-4 0,0-8 0,-8-3 0,-1 1 0,-3 8 0,3 9 0,1 16 0,-5 10 0,11 18 0,-6 14 0,8 19 0,0 17 0,0 17 0,6 10 0,0 2 0,7 0-106,-2 5 1,3-9 105,-3-2 0,6-9 0,1-3 0,-1-1 0,8-12 0,-2-7 0,0-12 0,-2-12 0,5-5 0,-1-17 0,4-8 0,2-8 0,-8-3 0,1-6 0,-4 0 0,-3 2 0,4 1 0,-14 3 105,5 0 1,-4 1-106,-8 4 0,0-3 0,-2 15 0,-4-2 0,-6 5 0,5 18 0,-3-8 0,4 16 0,5-1 0,-5 6 0,4 6 0,2 0 0,6 2 0,-1-2 0,7-2 0,-6 8 0,5-8 0,-5 2 0,1 1 0,-1-1 0,-4 2 0,4-4 0,-4 4 0,-2 0 0,0 0 0,-8 5 0,-1-9 0,-9 8 0,7-6 0,-1 6 0,-7-8 0,-8 3 0</inkml:trace>
  <inkml:trace contextRef="#ctx0" brushRef="#br0" timeOffset="64">29117 5605 8912,'0'-11'0,"0"-1"0,0 10 0,0 4 0,0 13 0,6 18 0,0 13 0,13 21 0,-2 15 0,-8-34 0,1 3 0,0 4 0,-1 3 0,0 4 0,-1 2 0,-2-3 0,0 0 0,0 2 0,-1 0 0,1-2 0,0 0-207,-2 0 1,1-1 0,2-8 0,0-1 206,-2 41 0,3-14 0,-2-15 0,-4-6 100,3-11 0,-3-11-100,-2-13 0,8-25 0,2-9 0</inkml:trace>
  <inkml:trace contextRef="#ctx0" brushRef="#br0" timeOffset="65">29513 6430 8912,'0'-23'0,"0"0"0,0 2 0,-2 2 0,-2 2 0,-2 0 0,3 0 0,8 7 0,9 4 0,5 6 0,4 6 0,7 9 0,-3 10 0,2 2 0,-1 4 0,-6 3 0,0 4 0,-2 2 0,-11 0 0,-3-7 0,-4-3 0,-2-3 0,0-2 0,0-2 0,0-6 0,-2-2 0,-4-3 0,2-6 0,-5-14 0,1-9 0,4-10 0,2-5 0,2-3 0,8-1 0,4-2 0,5-2 0,4 1 0,2 3 0,7 2 0,-5 5 0,4 0 0,11 8 0,-4-4 0</inkml:trace>
  <inkml:trace contextRef="#ctx0" brushRef="#br0" timeOffset="66">30098 6258 8912,'-12'10'0,"1"-4"0,0-5 0,-1-1 0,1 0 0,5 8 0,-6 4 0,7 3 0,-7 2 0,8 2 0,-1 4 0,3-2 0,2 6 0,0-2 0,0 5 0,7-11 0,5 4 0,3-4 0,2-3 0,1-5 0,-1-3 0,-6-8 0,1-2 0,-1-4 0,-1-5 0,3-5 0,-5-1 0,-1-2 0,1-4 0,-2 2 0,-6-6 0,-2 1 0,-2 1 0,-2 0 0,-7 2 0,11 6 0,-6 0 0,1-1 0,5 9 0,-13-6 0,5 5 0</inkml:trace>
  <inkml:trace contextRef="#ctx0" brushRef="#br0" timeOffset="67">30236 6293 8912,'0'-10'0,"0"-5"0,0 13 0,0-4 0,0 12 0,0-2 0,0 7 0,2 1 0,3 5 0,3 0 0,3 0 0,5-7 0,-7 3 0,7-5 0,-5 1 0,4-5 0,-5 4 0,7-8 0,0 0 0,1 0 0,-7-6 0,0 0 0,-7-7 0,2 2 0,-4-5 0,-2-1 0,0 0 0,0 0 0,0-1 0,0 9 0,0 1 0,2 10 0,4 4 0,-5 3 0,7 7 0,0-3 0,3-1 0,-1-1 0,1 6 0,1-7 0,-1-1 0,1-3 0,-1-4 0,6 4 0,1-4 0,-1-2 0,6-8 0,0-3 0,0-7 0,-6-5 0,0 4 0,0-6 0,0 1 0,-5 3 0,-2-6 0,-3 0 0,-3 0 0,-2 6 0,-2-3 0,0 6 0,0 1 0,0 0 0,0 7 0,-8 3 0,6 7 0,-5 2 0,7 3 0,0-1 0,0 8 0,0 1 0,0-5 0,0 1 0,0-3 0,0-4 0,0 6 0,0-8 0,0 0 0,7 0 0,-3 0 0,8 0 0,-7 5 0,5 3 0,-2 1 0,5-3 0,-2 6 0,3 1 0,-3 2 0,5-3 0,-5-1 0,4 1 0,1 5 0,-3-2 0,-1-3 0,-3 3 0,3-4 0,-3 5 0,-3 1 0,-4 0 0,-2 0 0,-16 0 0,-6 1 0,-9-7 0,2 1 0,-3-9 0,-3 3 0,3-4 0,3-2 0,6 0 0,-4-8 0,1-1 0</inkml:trace>
  <inkml:trace contextRef="#ctx0" brushRef="#br0" timeOffset="68">31389 5364 8912,'-16'-25'0,"3"-1"0,3-1 0,3 4 0,3 4 0,2 2 0,2 0 0,0 24 0,2 20 0,4 24 0,-4 28 0,0-29 0,1 3 0,-1 4 0,-2 1 0,0 3 0,0 2 0,0 2 0,-2 2 0,-1 4 0,-1 1 0,-3 2 0,-2 1 0,-1 0 0,-1 1-119,1-1 1,-1-1 0,2-4 0,1-1 0,1-4 0,1-2 118,-1-1 0,2-2 0,3-4 0,0-3 0,-3 37 0,3-8 0,2-21 0,-2-17 0,-4-11 0,4-10 0,-4-12 0,5-3 0</inkml:trace>
  <inkml:trace contextRef="#ctx0" brushRef="#br0" timeOffset="69">27155 8321 8912,'8'10'0,"-6"-4"0,4-12 0,-5-5 0,-1-5 0,0-3 0,0-4 0,0 4 0,0-4 0,-1 2 0,-5-2 0,-4 4 0,-7-2 0,0 6 0,0 5 0,-1 3 0,-4 1 0,-3 6 0,-2 0 0,-2 17 0,-5 12 0,-1 11 0,1 13 0,1 3 0,5 3 0,5 2 0,4 2 0,3-4 0,5-7 0,5-10 0,4-13 0,12-6 0,5-12 0,8-5 0,4-4 0,3-19 0,11-12 0,-3-7 0,8-16 0,-14 2 0,1-13 0,-6-2 0,-5-3-479,-4-7 479,-9 4 0,-1-7 0,-8 4 0,-6 5 0,-2 0 0,-1 10 0,-1 21 0,-3 11 0,2 12 0,7 15 0,-4 19 0,8 15 0,0 10 0,2 15 0,4 10 0,3 7 0,8 10 0,1-7 0,-1-5 0,0-5 0,0-6 0,8-4 0,2-9 0,7-4 0,-3-14 0,3-15 0,-3-7 0,11-10 0,-2-4 0,0-7 0,0-14 0,-5-15 0,-1-6 0,-3 2 0,-8-6 0,-8-5 0</inkml:trace>
  <inkml:trace contextRef="#ctx0" brushRef="#br0" timeOffset="70">27603 8115 8912,'-8'17'0,"-3"1"0,-10-1 0,-2 0 0,2 0 0,1 0 0,3 1 0,0-1 0,0 2 0,0 4 0,7-4 0,4 4 0,-1-4 0,1-2 0,0 0 0,6 0 0,0 1 0,0-9 0,8 5 0,3-9 0,5 1 0,3-6 0,4-4 0,5-7 0,-3-1 0,8-14 0,-5 3 0,-3 2 0,-2-8 0,-4 8 0,-1-2 0,-1 4 0,0 2 0,-7 5 0,-5 1 0,5 7 0,-8-2 0,3 12 0,-3 5 0,-2 5 0,2 7 0,4 0 0,-4 5 0,4-5 0,3 6 0,3-6 0,-3 0 0,3-6 0,-3 0 0,3 0 0,3 0 0,-3 1 0,3-7 0,2-1 0,0-3 0,0-3 0,1-2 0,7-10 0,1-1 0</inkml:trace>
  <inkml:trace contextRef="#ctx0" brushRef="#br0" timeOffset="71">28102 8029 8912,'0'25'0,"0"4"0,0 11 0,0 6 0,0 3 0,0 5 0,2 1 0,3 3 0,-3-1 0,12-13 0,-9-4 0,-1-4 0,2-5 0,-6-8 0,-4-8 0,-13-15 0</inkml:trace>
  <inkml:trace contextRef="#ctx0" brushRef="#br0" timeOffset="72">28016 8407 8912,'11'0'0,"1"-1"0,1-5 0,10 4 0,4-13 0,7 3 0,3-3 0,3-2 0,2-2 0,4-4 0,1 4 0,-6-4 0,-3-2 0,-10 2 0,-5 6 0,-11 5 0,-4 6 0,-8-5 0,0 7 0,-8-2 0,-4 12 0,-9 4 0,-2 7 0,1 0 0,4 2 0,1 2 0,0 4 0,0 2 0,7-6 0,-3 4 0,7-8 0,-2 0 0,3 0 0,3 0 0,-6-5 0,8-1 0,0-7 0,8 4 0,3-8 0,4 0 0,3-6 0,-1-2 0,2 1 0,4-1 0,-4-5 0,8 9 0,-4-7 0,-2 5 0,8-6 0,-8 9 0,1-3 0,-2 4 0,-3 2 0,0 0 0,0 0 0,0 0 0,-5 0 0,-1 0 0,1-8 0,5-1 0</inkml:trace>
  <inkml:trace contextRef="#ctx0" brushRef="#br0" timeOffset="73">29238 7857 8912,'-2'17'0,"-2"1"0,-2 1 0,2 4 0,2-2 0,2 7 0,0 3 0,0 1 0,0 5 0,2 3 0,4 6 0,4 1 0,7-1 0,-6 2 0,1-8 0,1-2 0,2-1 0,-5-5 0,-4-3 0,-3-4 0,3-8 0,-12-8 0,5-1 0</inkml:trace>
  <inkml:trace contextRef="#ctx0" brushRef="#br0" timeOffset="74">29117 7857 8912,'10'0'0,"-3"0"0,-5-2 0,4-3 0,3 3 0,16-12 0,4 7 0,5-1 0,7 0 0,-5 3 0,4 5 0,-4 7 0,-1 5 0,-5 3 0,-7 2 0,-2 8 0,-15 4 0,-4 9 0,-13 2 0,-3 6 0,-14-6 0,1 0 0,-2-5 0,6-1 0,-4 0 0,1 1 0</inkml:trace>
  <inkml:trace contextRef="#ctx0" brushRef="#br0" timeOffset="75">29737 7788 8912,'-35'6'0,"1"2"0,1 1 0,5 5 0,3 1 0,6 2 0,-1 2 0,3 4 0,8 6 0,5 2 0,4-3 0,0 5 0,0-5 0,8 3 0,3-2 0,4-7 0,2-10 0,6 1 0,0-7 0,2-2 0,-2-10 0,-4-3 0,4-9 0,-4 1 0,-3-6 0,-5-2 0,-3 1 0,-1-1 0,-5 2 0,4 0 0,-12 0 0,-5 2 0,-4 2 0,-5 7 0,-2 1 0,-3 5 0,-4-5 0,-4 7 0,14-11 0,-5 5 0</inkml:trace>
  <inkml:trace contextRef="#ctx0" brushRef="#br0" timeOffset="76">29909 7840 8912,'-18'-17'0,"1"0"0,8 7 0,1 2 0,8 10 0,0 4 0,2 8 0,4 7 0,5 7 0,4 5 0,-5 1 0,5 0 0,-3 1 0,-5-3 0,1-1 0,-2-2 0,0 1 0,-3 3 0,-1-7 0,-2-1 0,0-15 0,0-3 0</inkml:trace>
  <inkml:trace contextRef="#ctx0" brushRef="#br0" timeOffset="77">29754 7720 8912,'9'7'0,"-1"-5"0,0 6 0,3-8 0,4 0 0,10 0 0,10 8 0,9 1 0</inkml:trace>
  <inkml:trace contextRef="#ctx0" brushRef="#br0" timeOffset="78">30167 7857 8912,'-12'6'0,"1"0"0,-3-2 0,-1 5 0,6-7 0,1 13 0,8-3 0,0-5 0,0 9 0,0-5 0,0 4 0,0 3 0,0-1 0,0-8 0,0-1 0,0-10 0,0-4 0,0-5 0,6-10 0,-1-2 0,7-6 0,-6 6 0,1 0 0,-1 6 0,-2-4 0,5 2 0,1 4 0,0 0 0,-5 5 0,7-1 0,-1 7 0,6-2 0,1 12 0,-1 5 0,0 12 0,0-2 0,0 8 0,6-6 0,2 3 0,2 1 0,4 0 0,-5-12 0,3 2 0,0-11 0,5 2 0</inkml:trace>
  <inkml:trace contextRef="#ctx0" brushRef="#br0" timeOffset="79">30614 7273 8912,'-11'0'0,"-1"0"0,8 9 0,-3 8 0,-1 10 0,6 13 0,-5 6 0,7 13 0,2 8 0,3 6 0,5-1 0,7-9 0,2-5 0,4-12 0,-2-4 0,8-8 0,-6-9 0,5-8 0,-5-9 0,6-14 0,-8-4 0,2-7 0,2-8 0,-2-3 0,0-5 0,-6-1 0,0-1 0,0 1 0,1 0 0,-1-1 0,-2 1 0,-1 1 0,-3 5 0,-7 3 0,11 8 0,-11 9 0,5 10 0,-1 13 0,0 16 0,-2 9 0,-3 8 0,7-2 0,-2 3 0,5 3 0,-4 5 0,9 1 0,-7-1 0,1-6 0,-1 1 0,-1-2 0,-5-5 0,-3-2 0,-2-11 0,0-3 0,-4-6 0,-5-12 0,-8-5 0,-20-4 0,1-2 0</inkml:trace>
  <inkml:trace contextRef="#ctx0" brushRef="#br0" timeOffset="80">30322 7737 8912,'-29'15'0,"2"-3"0,2-7 0,12-10 0,13-7 0,15-3 0,37-12 0,26-7 0,-28 12 0,4 0 0,5-3 0,4 0 0,8-1 0,3 1-2126,3-1 0,1 0 2126,3 1 0,1-2 0,3-2 0,2-1 0,-1 0 0,0-1 0</inkml:trace>
  <inkml:trace contextRef="#ctx0" brushRef="#br0" timeOffset="81">8260 10677 8912,'0'-12'0,"0"1"0,0-2 0,0-3 0,0-1 0,0 6 0,0-1 0,0-1 0,0 3 0,0-1 0,0 7 0,8-4 0,-6 8 0,5 0 0,-7 8 0,0-6 0,0 6 0,0-1 0,0-5 0,0 13 0,0-11 0,0 8 0,0-8 0,0 11 0,0-13 0,0 7 0,0-3 0,6-2 0,0 7 0,0-7 0,1 4 0,5-8 0,-5 7 0,9-5 0,-5 4 0,4-2 0,3 2 0,-1-5 0,0 7 0,0 0 0,6-4 0,0 7 0,8-7 0,-10 4 0,7-8 0,1 5 0,6 1 0,-1-2 0,0-2 0,1-2 0,-1 0 0,1 0 0,-9 0 0,5-6 0,-6 0 0,2 2 0,1-5 0,-1 5 0,-4-5 0,-4 1 0,-2 2 0,2 4 0,4-4 0,-3 5 0,2-5 0,-2 4 0,-3 2 0,0 0 0,6-6 0,0 0 0,0 3 0,2 1 0,-6 2 0,8 0 0,-6 0 0,2 0 0,0-8 0,-1 6 0,1-4 0,2 5 0,-4 1 0,2 0 0,0-6 0,-6 0 0,3 0 0,1 6 0,1-2 0,0-3 0,-3 3 0,-2-6 0,0 8 0,0 0 0,0-2 0,1-2 0,-1-1 0,0-1 0,0 6 0,2 0 0,4 0 0,-3 0 0,4 0 0,-6 0 0,1-2 0,2-2 0,4-1 0,-1 1 0,1 2 0,-2 2 0,0 0 0,2 0 0,2 0 0,-6 0 0,6 0 0,-6 0 0,2 0 0,5 0 0,-5 0 0,0 0 0,-6 0 0,1 0 0,-1 0 0,6 0 0,0 0 0,0 0 0,-6-2 0,0-2 0,0-2 0,0 1 0,1 5 0,-1 0 0,0 0 0,0 0 0,0-6 0,1 0 0,-1 2 0,0 2 0,0 2 0,1 0 0,-1 0 0,8 0 0,-6-5 0,6-1 0,-1 2 0,-3 2 0,8 2 0,0 0 0,-2 0 0,5-7 0,-11 5 0,8-6 0,1 0 0,-5 6 0,6-7 0,-8 5 0,-2-2 0,0-1 0,2 1 0,-4 4 0,0-11 0,-7 5 0,1-1 0,-4 5 0,3-2 0,-6-2 0,3 1 0,-1-3 0,-2 6 0,-4-9 0,1 5 0,3-1 0,0-3 0,-4-5 0,3-2 0,7-4 0,-4-4 0,7-7 0,-4 0 0,5-1 0,1-1 0,0-4 0,0 3 0,-1-5 0,-5 8 0,4-2 0,-5-2 0,1-5 0,1 0 0,-6 4 0,3-1 0,-1 4 0,-2-6 0,-1 6 0,1-5 0,-2 5 0,-2 4 0,-2 3 0,0-3 0,0 3 0,0 4 0,0 0 0,0 8 0,0 0 0,-2 0 0,-2-1 0,-2 1 0,-5 6 0,5-1 0,-5-1 0,5-10 0,-8 4 0,3-4 0,1 4 0,-1 2 0,-2 0 0,5-8 0,-7 6 0,3-4 0,-3-2 0,-2 2 0,-6 0 0,-2 4 0,-2-4 0,6 4 0,-2-4 0,4 4 0,-4 2 0,0-1 0,-6 3 0,6 2 0,2 1 0,-5 9 0,5-11 0,-8 7 0,-2-3 0,7 6 0,-9-3 0,4 5 0,-3-4 0,-3 4 0,1-6 0,0 3 0,-1-1 0,1 0 0,-3 4 0,-1-2 0,-2-1 0,-8-1 0,10 6 0,-8 0 0,-2 0 0,-1 0 0,3 0 0,0 0 0,8 2 0,-3 2 0,3 1 0,-2-1 0,9 4 0,-3-2 0,1 5 0,-7-5 0,4 1 0,-4-1 0,-2-2 0,0 6 0,-2-3 0,4 7 0,-6-3 0,-8-3 0,-1 7 0,-8-4 0,7-1 0,-1-1 0,3-1 0,5 4 0,3-5 0,6 1 0,3 0 0,3-3 0,7-3 0,4 2 0,4 2 0,9-1 0,-5-5 0,4 0 0,-5 8 0,-1-4 0,0 7 0,0 3 0,-8-7 0,4 11 0,-6-3 0,2 6 0,2 2 0,6-4 0,0 2 0,0 2 0,-1 7 0,1-9 0,0 8 0,0-2 0,0 1 0,1 5 0,5-4 0,-5 3 0,5 2 0,1 1 0,1 1 0,1 4 0,-5-3 0,5 12 0,-5-3 0,1 4 0,3 1 0,-5 3 0,3 1 0,-2 3 0,5-1 0,-5-6 0,7-1 0,2-4 0,2 4 0,2-14 0,0 4 0,2-6 0,4-5 0,-2 4 0,5-7 0,-1 1 0,5-2 0,-9-8 0,7 0 0,1 0 0,-1 1 0,-1-1 0,-2 0 0,-3 2 0,-5 4 0,-4 8 0,-7 7 0,-16 6 0,-17 7 0</inkml:trace>
  <inkml:trace contextRef="#ctx0" brushRef="#br0" timeOffset="82">8553 8476 8912,'-27'-23'0,"4"2"0,6 4 0,3 4 0,3-1 0,7 5 0,-2-3 0,6 9 0,6-3 0,-4 4 0,8 2 0,-5 0 0,-1 6 0,6 1 0,-1 1 0,1 0 0,1 5 0,8-9 0,4 7 0,6 3 0,4 1 0,-3 2 0,3 0 0,3 0 0,2 3 0,-1 1 0,3 3 0,6 3 0,-4 2 0,7 5 0,-3 1 0,6 7 0,5 3 0,-3-1 0,3 2 0,-3 2 0,-10-6 0,3 6 0,-8-8 0,-7-2 0,3-9 0,-22-4 0,4-8 0,-3 0 0,-5 0 0,6 0 0,-13-5 0,4-1 0,-4-7 0,-2 6 0,0-5 0,0 5 0,0-1 0,8 7 0,-6-12 0,5 5 0,1-1 0,-6 5 0,5-9 0,-7 7 0,0 3 0,-1 3 0,-5 2 0,-6-2 0,-11 4 0,-3-11 0</inkml:trace>
  <inkml:trace contextRef="#ctx0" brushRef="#br0" timeOffset="83">9189 9319 8912,'0'-23'0,"0"0"0,0 0 0,2 8 0,4 3 0,4 3 0,7 3 0,-4 4 0,3-4 0,3 4 0,0 2 0,0 0 0,6 6 0,2 2 0,-1 1 0,7-5 0,-6 9 0,7-7 0,-2 2 0,-3-2 0,2-5 0,-8 5 0,-2-4 0,-2-2 0,-2 0 0,0 0 0</inkml:trace>
  <inkml:trace contextRef="#ctx0" brushRef="#br0" timeOffset="84">9740 9078 8912,'-9'-8'0,"3"8"0,4 4 0,2 13 0,-6-1 0,0 12 0,-1 3 0,1 9 0,-4 6 0,-7 13 0,-2 8 0,-4 5 0,4 3 0,-13-6 0,5 0 0</inkml:trace>
  <inkml:trace contextRef="#ctx0" brushRef="#br0" timeOffset="85">3579 8511 8912,'2'9'0,"4"-3"0,-4-4 0,11-4 0,-7-4 0,6-3 0,-7-9 0,-1 1 0,-2 0 0,-2 0 0,-8 0 0,-3-1 0,-4 7 0,-3 1 0,-1 3 0,-4 3 0,2 4 0,-7 6 0,-1-1 0,-4 11 0,3 5 0,3 4 0,2 5 0,2 3 0,2 1 0,4 0 0,4 1 0,13-1 0,0-1 0,0-3 0,0-1 0,7-16 0,9 3 0,8-16 0,3 0 0,-6 0 0,12-8 0,-5-4 0,3-5 0,-2-4 0,-6-2 0,-4 0 0,-2-1 0,-2-1 0,-3-4 0,3 4 0,-13 8 0,4 0 0,-4 0 0,-2-1 0,0 9 0,0 1 0,0 8 0,0 8 0,0-4 0,2 7 0,3 3 0,-1-1 0,8 0 0,1-1 0,2-1 0,1 1 0,-3-3 0,-2-1 0,1-2 0,5-5 0,0 3 0,0 2 0,1 0 0,-1-8 0,0-4 0,0 2 0,1-7 0,-7-1 0,0-5 0,3 0 0,1 0 0,-5 0 0,5-1 0,-13 9 0,6 3 0,-8 12 0,0 3 0,0 9 0,0-1 0,0 0 0,0 0 0,0 0 0,0 1 0,0-1 0,0 0 0,0-7 0,0 5 0,0-15 0,0 0 0,0-4 0,0-11 0,1-6 0,5-4 0,4 4 0,5-10 0,-2 8 0,-1 2 0,-1 2 0,-1 2 0,5 0 0,-5 2 0,7 3 0,0 4 0,0 10 0,1 4 0,-1 0 0,0 11 0,0-4 0,-1 14 0,-5-4 0,6-2 0,0 8 0,1-8 0,5 2 0,1-12 0,-1-5 0,8 3 0,-4 1 0</inkml:trace>
  <inkml:trace contextRef="#ctx0" brushRef="#br0" timeOffset="86">4698 8373 8912,'-17'0'0,"0"0"0,-1 0 0,9 0 0,1 0 0,22-8 0,3-3 0,4-4 0,4-3 0,-6 1 0,6 0 0,-8 0 0,-2-2 0,-3-4 0,-5 10 0,-7-5 0,0 5 0,0-4 0,-7 7 0,-5 4 0,-9 5 0,-4 1 0,-2 0 0,6 7 0,-2 5 0,-1 11 0,3 5 0,3 7 0,5 5 0,9-2 0,-2 6 0,5-2 0,1-2 0,1-6 0,5-1 0,6-4 0,11-1 0,5-11 0,-1 2 0,2-13 0,5-2 0,6-10 0,-1-5 0,-3-12 0,-2-6 0,1-5 0,-1-6 0,-7 3 0,-2-12 0,-10 3 0,-4-4 0,-3-1 0,-2-1 0,-2 1 0,-6-1 0,-6 8 0,-9-4 0,0 8 0,1 4 0,5 5 0,-2 6 0,7 8 0,-8 8 0,13 3 0,-5 12 0,6 7 0,6 8 0,-3 0 0,9 10 0,1 5 0,-3-2 0,1 6 0,-1-3 0,3-1 0,-1 4 0,-3-4 0,3 5 0,3-5 0,-5-9 0,7-4 0,-6 1 0,1-3 0,1-5 0,2-9 0,3-5 0,-1-4 0,2-5 0,4-10 0,-4-8 0,0-10 0,-7 1 0,1 0 0,-5-1 0,-3 1 0,-3-1 0,-2 7 0,0-1 0,-2 8 0,-3-2 0,-5 12 0,-7 5 0,0 4 0,1 4 0,5 4 0,-4 3 0,7 16 0,-4 4 0,7 3 0,-3 8 0,2 0 0,3-1 0,1-3 0,2-9 0,7 3 0,5-7 0,3 0 0,2-6 0,8-7 0,4-4 0,3-5 0,10-8 0,-5-5 0,3-11 0,-4-3 0,-1-9 0</inkml:trace>
  <inkml:trace contextRef="#ctx0" brushRef="#br0" timeOffset="87">5713 8012 8912,'-7'17'0,"3"-5"0,-8-1 0,9-5 0,-3 5 0,-2-5 0,2 6 0,3 1 0,1-4 0,2 3 0,0-1 0,0 7 0,0-1 0,2 0 0,3 0 0,-3 0 0,6 1 0,-8-1 0,6 0 0,-1 0 0,-1 0 0,-2-7 0,0 3 0,4-7 0,-4 0 0,5-6 0,-7-2 0,0-4 0,0-4 0,0-9 0,0-4 0,0-5 0,0-5 0,0-1 0,2 0 0,2 1 0,2 4 0,1-1 0,-1 7 0,-4 0 0,6 6 0,-3 0 0,1-1 0,2 9 0,-2 3 0,-5-3 0,15 7 0,-5-4 0,-1 12 0,-1 5 0,-1 4 0,3 3 0,-3 1 0,0 2 0,-1 2 0,-1 0 0,-6-12 0,2 1 0,4 1 0,-4 2 0,5-3 0,-7-1 0,0-7 0,2 4 0,2-10 0,2-4 0,0-4 0,-5-7 0,5 0 0,-2-6 0,8 0 0,-7 0 0,7 6 0,-8 0 0,9 5 0,-5 3 0,1 1 0,5 4 0,1 2 0,2 2 0,0 2 0,0 2 0,3 2 0,3-2 0,3-2 0,9-2 0,-1 0 0,-1 0 0,-5 0 0,5-2 0,-5-4 0,5-5 0,-6-5 0,-8 5 0,-8-1 0,-7 1 0,2-6 0,-4 5 0,-2 1 0,-8 1 0,-3-1 0,-10-3 0,-4 7 0,-2-3 0,6 6 0,-2-1 0,2 3 0,-2 2 0,4 7 0,-4 3 0,12 7 0,-5 6 0,5 0 0,3 6 0,2-6 0,4 5 0,2-5 0,2 6 0,4-6 0,6 0 0,11-6 0,5 0 0,-3-7 0,8-3 0,-3-7 0,8 0 0,-1-7 0,1-5 0,-7-3 0,-8-2 0,-4-8 0,-2 6 0,0-6 0,-2 2 0,-3 0 0,-4 0 0,-8 6 0,0 0 0,0-1 0,-2 9 0,-4 3 0,4 6 0,-4 6 0,4 3 0,2 9 0,0-1 0,0 6 0,0 0 0,0 0 0,0-6 0,0 0 0,0 0 0,0 0 0,0 1 0,0-1 0,0 0 0,0-6 0,0 1 0,0-8 0,0 1 0,0-10 0,8-5 0,-6-7 0,4 0 0,-3-6 0,3 0 0,-4 0 0,4 6 0,3 0 0,1 1 0,7 5 0,0 3 0,1 8 0,-1 0 0,0 8 0,0-4 0,0 7 0,1 1 0,-1 5 0,0-6 0,0 1 0,0-8 0,1 1 0,-1-3 0,0-2 0,0 0 0,0 0 0,-5-7 0,-1-5 0,3-3 0,-1-10 0,-1-4 0,3-3 0,-5-4 0,-1-5 0,-1-3 0,-8-7 0,0-6 0,0-1 0,0 3 0,0 3 0,0 6 0,0 12 0,0 11 0,0 12 0,0 7 0,0 17 0,0 16 0,0 13 0,0 8 0,2 3 0,3 4 0,-1-3 0,6 3 0,-3-3 0,5-8 0,-6-1 0,5-1 0,-5 2 0,5-6 0,-5-11 0,6 2 0,-7-9 0,7 7 0,-7-6 0,1-8 0,2-7 0,1-8 0</inkml:trace>
  <inkml:trace contextRef="#ctx0" brushRef="#br0" timeOffset="88">6815 7874 8912,'0'12'0,"0"-1"0,0-7 0,2 4 0,3-8 0,12-2 0,12-4 0,11-3 0,6-9 0,12 1 0,5 0 0,-4-8 0,8-2 0,-6-7 0</inkml:trace>
  <inkml:trace contextRef="#ctx0" brushRef="#br0" timeOffset="89">7589 7737 8912,'-11'29'0,"-1"-1"0,-1 3 0,-5-1 0,-4-1 0,10 3 0,-15-5 0,14 8 0,0-1 0,7 0 0,0 1 0,4-8 0,2-5 0,0-2 0,8-11 0,3-3 0,5-4 0,1-2 0,2-4 0,4-8 0,-4-1 0,4-14 0,-4 3 0,-9-7 0,3 4 0,-5-7 0,1-1 0,-5 7 0,2-1 0,-6 2 0,-6-1 0,-4-3 0,-7 8 0,0 0 0,0 6 0,0 0 0,5 7 0,1 5 0,-1 3 0,-5 2 0,0 0 0,7 7 0,3 3 0</inkml:trace>
  <inkml:trace contextRef="#ctx0" brushRef="#br0" timeOffset="90">8088 7445 8912,'-19'-23'0,"-4"0"0,-2-6 0,-4 6 0,7 2 0,2 10 0,3 5 0,0 4 0,6 6 0,1 7 0,2 12 0,4 8 0,3 19 0,1-5 0,0 13 0,5 1 0,1-2 0,2 8 0,-4-4 0,1 0 0,1-3 0,-6-12 0,6 1 0,-1-7 0,1 1 0,-4-13 0,4 1 0,-4-8 0,5-2 0,-5-9 0,4-3 0,4-1 0,-1-6 0,6-15 0,-5-4 0</inkml:trace>
  <inkml:trace contextRef="#ctx0" brushRef="#br0" timeOffset="91">7761 7840 8912,'-34'12'0,"1"-3"0,5-1 0,3 5 0,15-11 0,6 11 0,16-7 0,11 0 0,23-8 0,11-6 0,8-9 0,4-2 0,0-10 0,-2 1-128,-4-7 1,4 7 127,-4-1 0,-10 14 0,-1-2 0,-20 3 0,1-3 0</inkml:trace>
  <inkml:trace contextRef="#ctx0" brushRef="#br0" timeOffset="92">2667 11519 8912,'-11'6'0,"-1"0"0,-1-2 0,-2 0 0,-2-1 0,-1 3 0,1-2 0,0-2 0,0-2 0,-1 7 0,9-3 0,3 8 0,4-8 0,2 3 0,0-7 0,0 0 0,8 0 0,-4 0 0,7 0 0,1 0 0,5 0 0,0 0 0,0 0 0,2 0 0,4 0 0,4 0 0,0 0 0,5 0 0,-5 2 0,8 4 0,-3-4 0,-1 3 0,-3-3 0,1-2 0,4 0 0,-3 0 0,-1 0 0,-2 0 0,1 0 0,5 0 0,-12 0 0,8 0 0,1 0 0,-5 0 0,-2 0 0,2 0 0,-2 0 0,7 0 0,-5 0 0,4 0 0,3 0 0,-3 0 0,4 0 0,1 0 0,0 0 0,-5-2 0,0-3 0,-1 3 0,7-4 0,5 4 0,0 2 0,-2-6 0,-9 1 0,4-1 0,-5 6 0,5-2 0,1-4 0,-1 4 0,-5-3 0,5 3 0,-4 2 0,9 0 0,2 0 0,6 0 0,-6 0 0,6 0 0,-6 0 0,6 0 0,-6 0 0,0 0 0,-5 0 0,-1 0 0,0 0 0,5-6 0,-5 0 0,4 1 0,-11 5 0,2 0 0,-1 0 0,1 0 0,4 0 0,-3 0 0,-1 0 0,0 0 0,5 0 0,0 0 0,1 0 0,-6 0 0,-1 0 0,1 0 0,5 0 0,1 0 0,-1 0 0,-5 0 0,0 0 0,-7 0 0,7 0 0,-6 0 0,4 0 0,-2-2 0,-4-4 0,0 4 0,2-4 0,-4 4 0,4 2 0,2 0 0,-2 0 0,0 0 0,-6 0 0,6 0 0,0 0 0,2-2 0,-3-3 0,-2 3 0,3-4 0,1 4 0,1 2 0,0 0 0,0 0 0,6 0 0,-12 0 0,6-2 0,-1-3 0,-4 3 0,2-4 0,-2 4 0,-3 2 0,0-8 0,-6 6 0,1-3 0,1 3 0,-3-4 0,1 0 0,-5 1 0,6 5 0,-9 0 0,13-8 0,-12 6 0,7-4 0,-7 4 0,11 2 0,-11 0 0,7 0 0,-7 0 0,4 0 0,0 0 0,-7 0 0,7 0 0,-8 0 0,0 0 0,-8 0 0,7 0 0,-15-7 0,7-3 0</inkml:trace>
  <inkml:trace contextRef="#ctx0" brushRef="#br0" timeOffset="93">13526 11588 8912,'-17'0'0,"0"0"0,-1 0 0,3-2 0,2-2 0,1-1 0,8-1 0,-3 4 0,7-4 0,0 3 0,0-9 0,0 8 0,0-5 0,0 3 0,2 4 0,3-4 0,-3 4 0,6 2 0,-6 0 0,4 0 0,3 0 0,8 0 0,1 0 0,-1 6 0,0 0 0,0-2 0,2 0 0,4-1 0,4 3 0,0-2 0,5 5 0,-5-7 0,8 6 0,-1 0 0,8-6 0,-6 7 0,4-5 0,-3 2 0,-3-1 0,6-5 0,1 0 0,-3 0 0,0 0 0,2 0 0,-3 2 0,3 4 0,-4-4 0,0 6 0,3-8 0,1 0 0,0 0 0,-4 0 0,2 0 0,3 0 0,-1 0 0,0 0 0,0 0 0,0 0 0,2 0 0,-3 0 0,4 0 0,0 0 0,4 0 0,-1 0 0,10 0 0,1 0 0,0 0 0,-5 0 0,0-2 0,-1-4 0,1 4 0,-2-6 0,-3 3 0,-1-1 0,-7 0 0,8 4 0,-5-2 0,2-1 0,-5-1 0,10 6 0,-3 0 0,4 0 0,2 0 0,-1-6 0,-1 1 0,-4 1 0,-6 2 0,2 2 0,-2 0 0,-2 0 0,-3 0 0,-6 0 0,1 0 0,-7 0 0,8 0 0,-3 0 0,5 0 0,-4 0 0,-1 0 0,7 0 0,5 0 0,-2 0 0,-2 0 0,-1 0 0,-1 0 0,1 0 0,-1 0 0,0 0 0,1 0 0,-1 0 0,1-8 0,-3 6 0,-1-3 0,-3 3 0,-5 2 0,4 0 0,0 0 0,0 0 0,-6 0 0,11 0 0,-5 0 0,0 0 0,5 0 0,-5 0 0,8-2 0,-1-4 0,0 4 0,-1-4 0,-1 4 0,3 2 0,-12 0 0,17-2 0,-13-1 0,-1-3 0,7 0 0,-8 6 0,3 0 0,-5 0 0,4 0 0,-8-6 0,6 1 0,-2 1 0,0 2 0,0 2 0,-6 0 0,0 0 0,1 0 0,-1 0 0,0 0 0,0 0 0,-5 0 0,-1 0 0,-7 0 0,4 0 0,-8 0 0,0 0 0,-8 0 0,6 0 0,-15 0 0,-2 0 0,-14 0 0,-24 15 0,-29-3 0,33 0 0,1 1 0</inkml:trace>
  <inkml:trace contextRef="#ctx0" brushRef="#br0" timeOffset="94">20323 11640 8912,'-17'-8'0,"2"-3"0,2-5 0,3-1 0,2 0 0,-3 6 0,5-1 0,2 8 0,10-1 0,-2 3 0,7 2 0,3 0 0,1 0 0,-5 0 0,5 0 0,-4 0 0,5 0 0,1 0 0,0 0 0,0 0 0,-5 0 0,-1 0 0,3 0 0,1 0 0,2 0 0,0 0 0,1 0 0,6 0 0,-3 0 0,8-2 0,2-4 0,3 4 0,4-6 0,6 3 0,6-1 0,-2 0 0,13 0 0,-4 1 0,-1-7 0,7 7 0,-6-1 0,3 4 0,-7-4 0,3 4 0,-14-5 0,4 7 0,3 0 0,-3 0 0,-4 5 0,0 1 0,0 0 0,4 1 0,4 1 0,2 4 0,-1-7 0,1 5 0,5-8 0,2 3 0,3-3 0,-7-2 0,6 0 0,-3 0 0,3-7 0,8-5 0,-2 3 0,-2-1 0,-2 3 0,-8-7 0,4 12 0,-7-5 0,0-1 0,-8 6 0,-2-4 0,-2 4 0,0 2 0,0-7 0,0 5 0,0-4 0,8 4 0,-2 2 0,6 0 0,5 0 0,-3 0 0,5 0 0,0 0 0,-5 0 0,3 0 0,-3 0 0,-5 0 0,-1 0 0,-2 0 0,0 0 0,0 0 0,0 0 0,2 0 0,-6 0 0,0 0 0,-10 0 0,-3 0 0,1-2 0,-7-1 0,-2-3 0,-1 0 0,-9 6 0,1 0 0,-9 0 0,5 0 0,-8 0 0,0 0 0,-8 0 0,6 0 0,-7 0 0,1 0 0,-9 0 0,-16 15 0,-22 6 0,-20 19 0,30-18 0,-3 0 0,-9 4 0,1 0 0</inkml:trace>
  <inkml:trace contextRef="#ctx0" brushRef="#br0" timeOffset="95">826 9044 8912,'-8'-18'0,"5"7"0,-9-1 0,-1-1 0,-3 0 0,1-1 0,4 3 0,1 5 0,4-3 0,-5 1 0,-4 4 0,-3 2 0,1 0 0,0-1 0,0-3 0,-2 0 0,-2 8 0,-4 4 0,-2 5 0,-2 4 0,-5 3 0,-1 6 0,1 7 0,0 5 0,-1 6 0,1 2 0,-1-6 0,9 12 0,3-4 0,4 4 0,1 1 0,3 8 0,2 5 0,1 2 0,8 9 0,-1 3 0,3 6 0,2 10 0,0-45 0,0 1 0,0 5 0,0 1-268,0 1 1,0 1-1,0 5 1,0 2 267,0 3 0,0 1 0,0 2 0,2 1 0,0 3 0,1-1 0,1-1 0,2 0 0,2-4 0,1-1 0,-3 0 0,0 0 0,-1-2 0,1 0 0,0-3 0,1 0 0,1-6 0,0-2 0,0-2 0,1 0 0,-1-4 0,1-1-659,8 46 659,1-3 0,4-7 0,1-3 0,0-7 0,-5-11 0,6-4 0,3-9 0,0-4 0,5-12 0,-3-11 0,4-11 0,1-5 0,2-9 0,3-3 496,1-7 1,6-11-497,-6-5 0,8-5 0,-2-1 0,3-1 0,-5 9 0,6 1 368,-4 8 0,-4 1-368,-2 5 0,-6-3 0,-5 9 0,-6 1 0,-11-13 0,-5-2 0</inkml:trace>
  <inkml:trace contextRef="#ctx0" brushRef="#br0" timeOffset="96">740 9336 8912,'-17'-2'0,"0"-4"0,1 2 0,5-7 0,5 7 0,12-2 0,7 4 0,8 2 0,0 0 0,8 0 0,2 0 0,1 0 0,1 2 0,-3 2 0,-3 4 0,-2 1 0,-2-3 0,-6 6 0,-2 1 0,-3 2 0,-5 10 0,-9 0 0,-3 5 0,-7 1 0,-3 5 0,-10-1 0,-4 5 0,-3-4 0,5-1 0,-4-3 0,9-3 0,1-6 0,9-12 0,4-11 0,8-25 0,0-11 0</inkml:trace>
  <inkml:trace contextRef="#ctx0" brushRef="#br0" timeOffset="97">1239 9164 8912,'-15'-17'0,"3"5"0,-11 1 0,4 7 0,2-2 0,0 4 0,0 10 0,1 9 0,3 12 0,1 3 0,9 3 0,-5 5 0,8 0 0,2 0 0,4-6 0,5 7 0,10-3 0,2-6 0,8 1 0,-5-10 0,3-2 0,0-2 0,-1-10 0,5-1 0,-4-8 0,3 0 0,-13-15 0,6-4 0</inkml:trace>
  <inkml:trace contextRef="#ctx0" brushRef="#br0" timeOffset="98">1514 9336 8912,'0'-17'0,"-2"5"0,-3 1 0,3 9 0,-4 4 0,4 11 0,2 8 0,0 8 0,0-4 0,0 1 0,0 5 0,2-4 0,2-1 0,4 1 0,1 0 0,1 2 0,3 5 0,-1 0 0,-9 1 0,13-1 0,-7 1 0</inkml:trace>
  <inkml:trace contextRef="#ctx0" brushRef="#br0" timeOffset="99">1170 10092 8912,'10'2'0,"-5"4"0,-3-4 0,-2 6 0,-2-8 0,-3 0 0,3 1 0,-4 5 0,4 4 0,2 7 0</inkml:trace>
  <inkml:trace contextRef="#ctx0" brushRef="#br0" timeOffset="100">1291 10350 8912,'-18'16'0,"1"-5"0,0-5 0,7-4 0,-5-2 0,11 0 0,-7 0 0,7-8 0,-4 6 0,16-13 0,2 5 0</inkml:trace>
  <inkml:trace contextRef="#ctx0" brushRef="#br0" timeOffset="101">1308 10625 8912,'-17'0'0,"-1"0"0,3-2 0,4-3 0,3 3 0,0-6 0,6 8 0,-3 0 0,10 0 0,5 0 0,7 0 0</inkml:trace>
  <inkml:trace contextRef="#ctx0" brushRef="#br0" timeOffset="102">1359 10832 8912,'-32'0'0,"3"0"0,6 0 0,4 0 0,2 0 0,0 0 0,7 0 0,3 0 0,9 0 0,3 0 0,-3-8 0,13 6 0,-5-6 0</inkml:trace>
  <inkml:trace contextRef="#ctx0" brushRef="#br0" timeOffset="103">792 11709 8912,'-27'-8'0,"4"-2"0,4-1 0,2-1 0,7 7 0,4-7 0,6 1 0,6-6 0,4 7 0,9 4 0,2 2 0,2-1 0,7 3 0,-5-6 0,6 8 0,-3 0 0,-7 0 0,10 6 0,-6 2 0,2 1 0,-12-3 0,2 5 0,-3 3 0,-5 1 0,-1 10 0,-8-4 0,0 7 0,-8-5 0,-3 6 0,-10-2 0,-2 3 0,2-1 0,-6-8 0,8 4 0,-4-8 0,4 0 0,1 0 0,1-7 0,0-4 0,7-20 0,3-5 0</inkml:trace>
  <inkml:trace contextRef="#ctx0" brushRef="#br0" timeOffset="104">1153 11468 8912,'-11'6'0,"-1"1"0,-1 3 0,-10 1 0,4 6 0,-4 1 0,4-1 0,1 0 0,1 8 0,2 2 0,3-1 0,5 7 0,7-6 0,0 5 0,0-3 0,7-5 0,7-6 0,7-1 0,6-2 0,7-3 0,-5-5 0,-1-7 0,9-7 0,7-3 0</inkml:trace>
  <inkml:trace contextRef="#ctx0" brushRef="#br0" timeOffset="105">1428 11743 8912,'-28'8'0,"-1"3"0,8 4 0,-2 2 0,4 8 0,2 4 0,5-2 0,3 1 0,1 3 0,2-4 0,6 1 0,0-7 0,8 4 0,3-8 0,5 1 0,1-9 0,-6-1 0,1-8 0,-3-8 0,3-3 0,3-7 0,-3-4 0,-3 1 0,3-8 0,-7-2 0,7-9 0,-8 2 0,1-8 0,-3 0 0,-2-5 0,0-1 0,0 1 0,0 1 0,0 4 0,0 6 0,0 4 0,-2 7 0,-3 0 0,3 16 0,-6 0 0,8 18 0,0 18 0,2 15 0,2 10 0,2 11 0,7 6 0,-2 4 0,-1 2 0,1 3 0,7-11 0,5 0 0,1-7 0,-1-7 0,6-3 0,4-11 0,-7-10 0,7-16 0,-6-1 0</inkml:trace>
  <inkml:trace contextRef="#ctx0" brushRef="#br0" timeOffset="106">1256 8803 8912,'-34'0'0,"-3"0"0,1-2 0,0-4 0,5-3 0,4-3 0,6 3 0,2 1 0,2-5 0,8 9 0,5-6 0,8 3 0,13 1 0,11 4 0,5-2 0,1-2 0,1-1 0,-1 1 0,1 2 0,-1-5 0,0 1 0,1 4 0,5-3 0,0 1 0,-2 0 0,-7 6 0,-2 0 0,-1 0 0,5 2 0,-4 4 0,-3 5 0,-3 12 0,-2 6 0,6 11 0,-2 6 0,-2 13 0,-6 8 0,0 5 0,2 13 0,4 0 0,-2 1-306,8 6 0,-2-2 306,2 2 0,5-3 0,-17-40 0,0 0 0,12 39 0,5-2 0,-5-8 0,0-9 0,1 1-161,-7 5 1,0-4 160,-5 3 0,-7-1 0,0 1 0,-5-1 0,6 7 0,-9-7 0,3 1 0,-4-3 0,-2-2 0,0-1 0,0 9 0,0-6 0,0 3 0,0-3 0,0-3 0,0-4-58,0-1 0,-2-2 58,-4 2 0,3-2 0,-7-6 0,1 4 0,-1 3 0,-1-7 0,-9 0 0,-3-7 194,4 2 1,-11-14 0,5 4-195,-2-3 0,0-9 0,-3-1 168,1-2 1,0-2-169,-5-6 0,5-6 64,1 1 0,1-8-64,-2 1 0,-3-3 0,5-2 0,0 0 0,2-7 0,8-3 0,0-7 0,0 0 0,7 0 0,-3-8 0,7-4 0,0-5 0,6-6 0,8-4 0,1-16 0,9-1 0</inkml:trace>
  <inkml:trace contextRef="#ctx0" brushRef="#br0" timeOffset="107">1704 7874 8912,'9'-1'0,"-3"-5"0,-4-6 0,-2-3 0,0-2 0,0 7 0,0 7 0,0 12 0,0 10 0,0 6 0,0 6 0,0 9 0,0-2 0,2 8 0,2 1 0,1 3 0,-1 2 0,-2-1 0,-2-5 0,0-2 0,0-2 0,0-2 0,0-7 0,0-5 0,0-3 0,0-8 0,0 1 0,-2-9 0,-4-3 0,3-12 0,-9-5 0,-7-12 0,-8-4 0</inkml:trace>
  <inkml:trace contextRef="#ctx0" brushRef="#br0" timeOffset="108">1428 8081 8912,'-23'0'0,"0"0"0,-3-8 0,8-3 0,-3 3 0,12 0 0,-1 1 0,3 3 0,9-8 0,3-1 0,13-2 0,10-2 0,12-1 0,4-4 0,8-1 0,7-2 0,4 4 0,4-2-103,10-8 1,-7 6 0,5-3 102,-4 5 0,-10 4 0,-9 3 0,-12 5 0,-19 1 0,-10 5 0,-7 3 0,-10-4 0,1 12 0,-9-4 0,3 3 0,3-3 0,0 0 307,8 4-307,0-4 0,0 13 0,0-3 0,0-5 0,0 9 0,0-5 0,0 4 0,0 2 0</inkml:trace>
  <inkml:trace contextRef="#ctx0" brushRef="#br0" timeOffset="109">654 13290 8912,'-12'-2'0,"1"-3"0,7 3 0,-5-6 0,3 8 0,6 0 0,0 0 0,8-2 0,9-2 0,0-3 0,0-3 0,2 4 0,2-3 0,2-1 0,-2 1 0,4 3 0,-2-5 0,0 5 0,-6-6 0,8 1 0,2-6 0</inkml:trace>
  <inkml:trace contextRef="#ctx0" brushRef="#br0" timeOffset="110">774 13514 8912,'-17'0'0,"0"0"0,0 0 0,0 0 0,7 0 0,2-2 0,10-4 0,4-5 0,4-5 0,14-3 0,5-2 0,4-2 0,9-7 0,2 3 0,7-7 0</inkml:trace>
  <inkml:trace contextRef="#ctx0" brushRef="#br0" timeOffset="111">1686 12723 8912,'0'-12'0,"-1"3"0,-5 1 0,-4 3 0,-7 5 0,0 0 0,0 0 0,-3 0 0,-2 0 0,1 0 0,-6 1 0,0 3 0,2 4 0,0 1 0,2-3 0,6 6 0,0-3 0,0 3 0,-1 3 0,3-11 0,2 7 0,1 3 0,7 7 0,-7 3 0,1 3 0,1 4 0,2 1 0,8 10 0,0 4 0,0 11 0,0 6 0,0 10 0,2 3 0,4 1 0,6-1 0,3-3 0,2-10 0,0-6 0,8-3 0,-4-18 0,8-7 0,-8-10 0,2-8 0,4 3 0,-1-11 0,1-4 0,6-7 0,-5-11 0,5-4 0,-1-4 0,-3-7 0,-4-1 0,-8 1 0</inkml:trace>
  <inkml:trace contextRef="#ctx0" brushRef="#br0" timeOffset="112">1600 13032 8912,'-9'-7'0,"-5"3"0,9-8 0,-1 7 0,6-7 0,0-1 0,13 5 0,6 3 0,6 3 0,12-6 0,-1 6 0,6-4 0,0 4 0,-6 4 0,5 4 0,-13-4 0,-1 13 0,-8-3 0,-2 3 0,3 2 0,-15 0 0,1 1 0,-8 1 0,-4 4 0,-5 3 0,-4 1 0,-3 0 0,1-4 0,-2-4 0,-4 4 0,10-6 0,-4-6 0,1-5 0,9-4 0,-16-2 0,3 0 0</inkml:trace>
  <inkml:trace contextRef="#ctx0" brushRef="#br0" timeOffset="113">2031 12860 8912,'-27'0'0,"2"0"0,8 0 0,0 0 0,-1 0 0,7 0 0,-1 0 0,9 8 0,-3 4 0,4 3 0,2 2 0,2 2 0,4 4 0,5 6 0,4-3 0,3 3 0,5-2 0,-1 3 0,0-3 0,-3-2 0,5-2 0,-4-6 0,3 0 0,-4-7 0,-2-4 0,8-4 0,2-2 0</inkml:trace>
  <inkml:trace contextRef="#ctx0" brushRef="#br0" timeOffset="114">2254 12912 8912,'0'17'0,"0"0"0,0 1 0,0 1 0,2 2 0,2 4 0,4 1 0,1 5 0,3 1 0,5 3 0,2-3 0,4-3 0,-6 1 0,0-7 0,1 0 0,-9-6 0</inkml:trace>
  <inkml:trace contextRef="#ctx0" brushRef="#br0" timeOffset="115">2753 12929 8912,'-11'10'0,"-1"-3"0,-1 1 0,3 2 0,1 7 0,1 0 0,3 6 0,3 2 0,-2 2 0,-2 1 0,2-1 0,2 5 0,2-3 0,0 2 0,0-3 0,0 3 0,0-8 0,8 0 0,2-6 0</inkml:trace>
  <inkml:trace contextRef="#ctx0" brushRef="#br0" timeOffset="116">2977 12998 8912,'-17'0'0,"0"0"0,-1 0 0,1 0 0,6 0 0,-1 0 0,8 0 0,-1 0 0,10 0 0,7 0 0,3 0 0,2-2 0,1-4 0,-1 4 0,0-13 0,0 6 0</inkml:trace>
  <inkml:trace contextRef="#ctx0" brushRef="#br0" timeOffset="117">3235 12964 8912,'-17'0'0,"0"0"0,0 0 0,5 0 0,1 0 0,7-8 0,-4 6 0,16-7 0,5 5 0,8-2 0,6-15 0,7 2 0</inkml:trace>
  <inkml:trace contextRef="#ctx0" brushRef="#br0" timeOffset="118">3648 12895 8912,'-27'0'0,"-3"0"0,7 0 0,0 0 0,6 0 0,7-8 0,3 6 0,10-11 0,7 5 0,7-1 0,12-10 0,-2-8 0</inkml:trace>
  <inkml:trace contextRef="#ctx0" brushRef="#br0" timeOffset="119">3700 12585 8912,'-17'-17'0,"7"8"0,2 1 0,16 8 0,4 0 0,3 0 0,2 0 0,0 6 0,0-1 0,6 9 0,0-3 0,-2 5 0,-1 1 0,-5 0 0,-2 2 0,-1 4 0,-8-4 0,3 12 0,-7-7 0,0 3 0,-2 2 0,-3 5 0,1-1 0,-8-5 0,1 3 0,-6-8 0,-1 0 0,1-14 0,0-1 0</inkml:trace>
  <inkml:trace contextRef="#ctx0" brushRef="#br0" timeOffset="120">4113 12568 8912,'-23'0'0,"-2"2"0,-2 4 0,6-4 0,-4 13 0,8-4 0,0 5 0,0 1 0,1 6 0,5 0 0,3 5 0,8-5 0,0 8 0,4-4 0,8-1 0,-1-1 0,24-8 0,-3-1 0,6-5 0,10 4 0,-4-5 0</inkml:trace>
  <inkml:trace contextRef="#ctx0" brushRef="#br0" timeOffset="121">4268 12757 8912,'-25'18'0,"0"-7"0,-4 0 0,3 1 0,3 5 0,4 2 0,-4 4 0,9-2 0,3 8 0,7-6 0,-2 5 0,4-7 0,2 2 0,8-6 0,3-5 0,5 1 0,1-7 0,0-2 0,0-2 0,0-2 0,1-8 0,-5-1 0,4-9 0,-9-5 0,9 1 0,-9-7 0,3 6 0,-5-8 0,5 3 0,-1-7 0,2-3 0,-7-2 0,5 0 0,-6 0 0,5 0 0,-1 1 0,-4 3 0,-2 4 0,-2 3 0,0 4 0,0 8 0,0 7 0,0 7 0,0 14 0,0 12 0,0 15 0,0 8 0,0 4 0,0 1 0,0 1 0,0 0 0,0-1 0,0-1 0,0-4 0,1-8 0,5-8 0,-4 3 0,21-14 0,-4-2 0,8-17 0,-2-9 0</inkml:trace>
  <inkml:trace contextRef="#ctx0" brushRef="#br0" timeOffset="122">4268 12087 8912,'-23'9'0,"0"-3"0,0-4 0,13-2 0,12-8 0,15-3 0,10-4 0,6-3 0,1 1 0,1 2 0,-1 3 0,0 5 0,1 1 0,-1 0 0,-5 3 0,0 8 0,-6 7 0,5 11 0,-1 3 0,2 11 0,-6 3 0,-4 4 0,-2 9 0,0 5 0,-5 5 0,-1 11 0,-7-1-189,2 7 1,1-6 188,-1 7 0,0-9 0,-6 3 0,0-12 0,-2-6-38,-4-3 38,-3-3 0,-16-1 0,-4-4 0,-5-4 0,-7 0 0,3-8 0,-8 1 0,-3-3 0,-3-9 0,-5-2 0,9-6 0,-2 2 0,2 4 0</inkml:trace>
  <inkml:trace contextRef="#ctx0" brushRef="#br0" timeOffset="123">3562 12964 8912,'-17'0'0,"0"0"0,0 0 0,7 0 0,2 2 0,10 5 0,4 10 0,2 4 0,5 12 0,-1 3 0,-1 10 0,4 0 0,-1 4 0,-3 1 0,1 8 0,5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0.93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21821 2373 8912,'11'0'0,"1"0"0,-1 2 0,-1 3 0,5-3 0,-4 4 0,5-4 0,1-2 0,-6 0 0,1 0 0,-1 0 0,6 0 0</inkml:trace>
  <inkml:trace contextRef="#ctx0" brushRef="#br0" timeOffset="1">22251 2338 8912,'-17'0'0,"-1"0"0</inkml:trace>
  <inkml:trace contextRef="#ctx0" brushRef="#br0" timeOffset="2">22062 2441 8912,'-18'0'0,"1"0"0,8 0 0,-1 0 0,4 0 0,4 0 0,-11-7 0,7-5 0,0 3 0,6-3 0,0 7 0,0-7 0,0 8 0,0-1 0,0 10 0,0 12 0,0 12 0,0 6 0,0 5 0,0 5 0,2 7 0,2 3 0,2 3 0,0-1 0,1-13 0,5-4 0,-3-4 0,3-1 0,-1-8 0,7-6 0,-1-8 0,0-5 0,0-8 0,0-4 0,1-8 0,-1-7 0,0-15 0</inkml:trace>
  <inkml:trace contextRef="#ctx0" brushRef="#br0" timeOffset="3">22148 1805 8912,'-18'-26'0,"-1"3"0,-4 4 0,2 3 0,-6 5 0,3 5 0,3 4 0,1 10 0,3 1 0,0 9 0,8 4 0,3 1 0,4 6 0,2-4 0,0 2 0,8-14 0,1 10 0,10-14 0,4 1 0,-4 3 0,4-7 0,-4-2 0,-1-2 0,-1-10 0,-2-1 0,-4-9 0,3-1 0,-8-2 0,-3-2 0,-3-5 0,-5 5 0,-1-6 0,-11 6 0,3 2 0,-9 10 0,-1-3 0,1 9 0,-8 1 0,4 10 0,1 5 0,3 4 0,11 3 0,-1-1 0,7 0 0,2 6 0,10 0 0,5-2 0,12-10 0,4 3 0,7-9 0,1 9 0,-1-5 0</inkml:trace>
  <inkml:trace contextRef="#ctx0" brushRef="#br0" timeOffset="4">22113 1822 8912,'-9'-11'0,"3"0"0,2 7 0,-2-2 0,4 4 0,-5 2 0,7 0 0,0 8 0,0-6 0,0 5 0,0-7 0,5-2 0,1-3 0,0 3 0,-6-8 0,0 4 0,-8 5 0,4-7 0,-7 8 0,0 0 0,-1 0 0,1 0 0,7 8 0,-4-5 0,8 9 0,0-8 0,0 3 0,8 1 0,1 1 0</inkml:trace>
  <inkml:trace contextRef="#ctx0" brushRef="#br0" timeOffset="5">22664 2579 8912,'-17'10'0,"-1"-3"0,1-1 0,0 0 0,0 1 0,0-1 0,7-4 0,2 7 0,8-3 0,8-4 0,3 4 0,7-4 0,5-2 0,5 0 0,11-2 0,3-4 0,2-5 0,1 1 0,7-1 0,0-3 0,-1-1 0,1-2 0,-2 1 0,-4 5 0,-4-4 0,-16 11 0,-3-6 0,-4 3 0,-9 1 0,-19 8 0,-20 4 0,-8-3 0,-12 9 0,-5 1 0,-1 10 0,3-4 0,1 4 0,-1-4 0,6-3 0,2-3 0,2-2 0,4 3 0,7-5 0,2 3 0,16-8 0,-2 3 0,17-7 0,3 0 0,5 0 0,17 0 0,5 0 0,7 0 0,8-7 0,-1-5 0,4 3 0,2-3 0,-1 1 0,-1-6 0,0-1 0,1 1 0,-11 8 0,10-7 0,-17 7 0,-5-1 0,-3-5 0,-8 13 0,-15-6 0,-9 8 0,-14 0 0,-14 0 0,1 8 0,-8-4 0,7 7 0,1-5 0,-1 4 0,1-3 0,7 5 0,4-7 0,4-1 0,8-2 0,1 0 0,2 4 0,3-4 0,5 5 0,7-9 0,5-3 0,3-5 0,2-7 0</inkml:trace>
  <inkml:trace contextRef="#ctx0" brushRef="#br0" timeOffset="6">24402 2235 8912,'0'-23'0,"0"0"0,-2 2 0,-4 2 0,4 12 0,-3 7 0,1 11 0,-2 10 0,4 13 0,-4 12 0,4 6 0,2 3 0,0 3 0,0-1 0,2-8 0,4-3 0,4 2 0,7-10 0,2-5 0,4-8 0,-2-8 0,8-6 0,-8 3 0,2-9 0,-4-14 0,-2-10 0</inkml:trace>
  <inkml:trace contextRef="#ctx0" brushRef="#br0" timeOffset="7">24505 1840 8912,'-17'5'0,"-2"3"0,-4 2 0,-6 3 0,2 4 0,-1 6 0,1-2 0,-2 8 0,8-1 0,8-1 0,5-2 0,10-8 0,6-2 0,9-3 0,8-4 0,9-10 0,1-4 0,-1-6 0,1-10 0,-3-7 0,-3-4 0,-6-1 0,-12 0 0,-3-1 0,-10 1 0,-4-1 0,-3 9 0,-11 1 0,-4 10 0,-11 3 0,1 5 0,-8 8 0,9 7 0,5 9 0,3 8 0,9 9 0,5 1 0,5-1 0,4 1 0,18-1 0,3 0 0</inkml:trace>
  <inkml:trace contextRef="#ctx0" brushRef="#br0" timeOffset="8">24935 2269 8912,'-7'27'0,"-5"-4"0,-3-4 0,-2-2 0,-8 1 0,12 5 0,-5 0 0,7 1 0,-3-3 0,3 2 0,7 6 0,-2-6 0,4-2 0,2-2 0,0-2 0,0 0 0,0 1 0,0-1 0,0 0 0,0-8 0,0-1 0,0-23 0,0 1 0,0-14 0,0-3 0,0-9 0,2 2 0,4-8 0,4-2 0,7-9 0,0 11 0,0-2 0,1 4 0,-1 10 0,2-2 0,2 7 0,2 4 0,0 10 0,-4 9 0,4 12 0,-8 11 0,8 12 0,-13 17 0,5 7 0,-5 6 0,3-3 0,-9 9 0,7-8 0,3-2 0,1-9 0,8-4 0,2-9 0,1-6 0,5-10 0,-4-8 0,1-9 0,9-7 0,7-3 0</inkml:trace>
  <inkml:trace contextRef="#ctx0" brushRef="#br0" timeOffset="9">25641 2235 8912,'-15'-17'0,"3"0"0,-11 0 0,4-1 0,-4 9 0,0 3 0,-9 8 0,-3 9 0,1 1 0,-8 22 0,7 1 0,7 7 0,-1 9 0,10 1 0,0-1 0,5 1 0,11-8 0,-3-4 0,12-9 0,5-7 0,4-4 0,8-1 0,0-14 0,2 1 0,-2-6 0,2-8 0,5-5 0,-1-8 0,-6-6 0,4-7 0,0-2 0,-1-4 0,-5 3 0,4-12 0,-7 3 0,-7-4 0,0-2 0,-1-12 0,1-5 0,3-4 0,-8 4 0,-1 1 0,-5 1 0,0 4 0,0 13 0,0 16 0,0 15 0,0 13 0,0 13 0,0 11 0,0 8 0,-7 15 0,3 2 0,-6 11 0,3 3 0,-5-5 0,6 1 0,3-5 0,1 0 0,2-6 0,0 6 0,0-8 0,2 0 0,3-6 0,5-1 0,7-5 0,0-5 0,2-5 0,2-7 0,4-5 0,2-4 0,2-2 0,3-10 0,-1-5 0,-2-6 0,-8-10 0,5 10 0,-3-7 0,-5-1 0,1-4 0,-8 3 0,-3 3 0,-4 2 0,-2 2 0,-2 6 0,0 0 0,-10 7 0,-7 5 0,0 3 0,-8 6 0,0 7 0,0 8 0,-4 17 0,6 5 0,4 4 0,2 5 0,2 7 0,3 1 0,7-3 0,3-1 0,4-3 0,5-1 0,10-4 0,8-12 0,10-11 0,-1-6 0,0-5 0,9-5 0,-7-7 0,4-4 0,-4-7 0,-1 0 0,-1-16 0,-1 4 0,-5-4 0,-5 0 0,-4-7 0,-1 0 0,-1-8 0,0-10 0</inkml:trace>
  <inkml:trace contextRef="#ctx0" brushRef="#br0" timeOffset="10">26312 2046 8912,'-17'0'0,"0"0"0,7 0 0,2 8 0,12-5 0,6 9 0,9 1 0,6 3 0,3 3 0,7 2 0,-1 2 0,1 0 0,-7-1 0,1 1 0,-2 8 0,2-2 0,-3-5 0,-5 1 0,2 0 0,-7-6 0,-1 8 0,-4-4 0,5-6 0,1 0 0,0-7 0,0-14 0,0-7 0,-5-3 0,-1-14 0,1-9 0,5-7 0</inkml:trace>
  <inkml:trace contextRef="#ctx0" brushRef="#br0" timeOffset="11">26794 2029 8912,'-17'-6'0,"-1"0"0,1 1 0,0 5 0,0 0 0,0 9 0,-1 8 0,-6 10 0,-3 13 0,0 6 0,-11 6 0,3 5 0,-3 8 0,-4 7 0,13-1 0,-9-2 0,15-14 0,2-7 0,10-6 0,3-15 0,8-4 0,2-6 0,4-6 0,11-3 0,10-16 0,7-1 0</inkml:trace>
  <inkml:trace contextRef="#ctx0" brushRef="#br0" timeOffset="12">28153 2184 8912,'-2'-12'0,"-3"3"0,-7 1 0,-3 4 0,-2 2 0,0 4 0,-1 6 0,1 7 0,0 6 0,0 10 0,1-1 0,3 6 0,2 5 0,5 4 0,-4-4 0,3-3 0,3-2 0,4-7 0,6-1 0,5-14 0,10-3 0,4-7 0,0-6 0,0-4 0,3-11 0,-5-12 0,8-3 0,-18-4 0,3-2 0,-7-3 0,-5 3 0,-2 2 0,-10 1 0,-3 3 0,-12 1 0,-6 3 0,-3 7 0,3 2 0,2 9 0,2 2 0,2 3 0,14 12 0,9 3 0,9 7 0</inkml:trace>
  <inkml:trace contextRef="#ctx0" brushRef="#br0" timeOffset="13">28463 2098 8912,'-8'-10'0,"5"-3"0,-9 7 0,8 0 0,-9 8 0,7 6 0,2 9 0,3 8 0,2 9 0,5 1 0,6-1 0,-5 8 0,14-6 0,-3 4 0,3-3 0,-4-3 0,0-7 0,-2-4 0,-1-4 0,-3-2 0,-5-7 0,5-5 0,-7-3 0,4-17 0,-6-8 0,3-8 0,-3-3 0,6-2 0,-8-4 0,0 1 0,0-6 0,6 8 0,1 1 0,3 5 0,1 10 0,7-9 0,1 9 0,4 6 0,-4-3 0,6 9 0</inkml:trace>
  <inkml:trace contextRef="#ctx0" brushRef="#br0" timeOffset="14">28945 2201 8912,'-17'0'0,"0"7"0,7-5 0,2 8 0,8-4 0,0-5 0,4 7 0,6-8 0,7 0 0,12 0 0,3-2 0,8-4 0,-1-5 0,-11-4 0,3-2 0,-8-1 0,-2 1 0,-4 0 0,-6 0 0,-5 0 0,-4-1 0,-10 1 0,-9 8 0,-13 3 0,-9 4 0,3 2 0,-12 8 0,8 5 0,2 8 0,9 6 0,-1 7 0,7 2 0,2 5 0,9-5 0,6 6 0,5 0 0,2-6 0,5 4 0,11-11 0,12-6 0,11-6 0,6-5 0,4-5 0,1-7 0,1 0 0,0-7 0,-1-5 0,1-11 0,0-4 0,-1-7 0</inkml:trace>
  <inkml:trace contextRef="#ctx0" brushRef="#br0" timeOffset="15">29530 2080 8912,'-9'0'0,"1"0"0,8 0 0,0 0 0,8 2 0,1 4 0,1 5 0,5 5 0,-4 1 0,5 0 0,-7 8 0,5-4 0,-9 8 0,3-6 0,-4 3 0,2 1 0,-3-2 0,-1 0 0,-2-2 0,-7-6 0,5 0 0,-6-7 0,8-7 0,2-14 0,4-12 0,3-9 0,9-9 0,6 3 0,5-6 0,4 2 0,9-4 0,4 6 0,3-6 0,3 8 0,0 4 0,-1 3 0,1 18 0,-1-18 0,1 12 0</inkml:trace>
  <inkml:trace contextRef="#ctx0" brushRef="#br0" timeOffset="16">26622 3370 8912,'-6'-12'0,"0"1"0,3 9 0,8 2 0,5 10 0,9 12 0,4 7 0,-4 4 0,2 1 0,-6 0 0,-3 1 0,-3 5 0,3 0 0,-6-2 0,-5-1 0,-1-3 0,0-2 0,-1-3 0,-5-6 0,2-6 0,-7-3 0,-3-3 0,5-7 0,-1-2 0,2-10 0,5-9 0,1-17 0,2-1 0,0-11 0,2 2 0,3-7 0,5-1 0,7 1 0,2 1 0,4 4 0,4 8 0,2 5 0,-1 5 0,1 7 0,5-4 0</inkml:trace>
  <inkml:trace contextRef="#ctx0" brushRef="#br0" timeOffset="17">27207 3542 8912,'-15'11'0,"1"-1"0,3-3 0,-3-3 0,5 4 0,-3-2 0,9-1 0,-5-5 0,10 0 0,4 0 0,5 0 0,4 0 0,10-7 0,-4-3 0,8-7 0,1 0 0,-5 0 0,-2-1 0,-4 1 0,-1 0 0,-9 0 0,5 0 0,-9-1 0,1 1 0,-14 8 0,-5 5 0,-8 8 0,-8 7 0,-3 12 0,-3 6 0,3 3 0,3 3 0,-1 1 0,7 4 0,5-4 0,7 4 0,7-3 0,0-5 0,8-3 0,13 3 0,10-20 0,7-1 0,3-7 0,3-4 0,-2-8 0,6-5 0,-2-8 0,4 0 0,-6-8 0,8-7 0,-4-8 0</inkml:trace>
  <inkml:trace contextRef="#ctx0" brushRef="#br0" timeOffset="18">27689 3473 8912,'9'-17'0,"-1"0"0,-8-1 0,0 1 0,-8 0 0,4 2 0,-7 3 0,-2 7 0,-3 3 0,5 11 0,-1 8 0,1 4 0,-6 12 0,1 5 0,3 2 0,2 2 0,7 6 0,-4-12 0,8 4 0,2-3 0,4-3 0,5-1 0,10-5 0,2-5 0,0-4 0,2-9 0,2-6 0,0-8 0,5-2 0,-5-9 0,1-6 0,1-4 0,-8-4 0,4-11 0,-8 0 0,-1 2 0,-5 9 0,-3-1 0,-8 7 0,5 0 0,1 6 0,-2 7 0,-10 4 0,-5 4 0,1 16 0,-1 5 0,-1 6 0,3 5 0,-7 3 0,14-5 0,-3 1 0,3 2 0,2 1 0,7-5 0,5-4 0,3-6 0,2-6 0,3-3 0,1-8 0,2 0 0,0-8 0,-6-7 0,0-10 0,0-1 0,-2 3 0,-3-6 0,-6 0 0,-4 3 0,-2-7 0,-6 8 0,0-3 0,-13 3 0,2 8 0,-4 1 0,4 3 0,-1 1 0,1 9 0,0-5 0,2 10 0,3 4 0,4 3 0,8 8 0</inkml:trace>
  <inkml:trace contextRef="#ctx0" brushRef="#br0" timeOffset="19">28239 3576 8912,'0'-17'0,"0"0"0,0 0 0,0-1 0,2 9 0,4 3 0,7 4 0,8 2 0,1 0 0,4 2 0,-1 4 0,4 3 0,-6 9 0,0 6 0,-8-3 0,-4 8 0,-3-8 0,-8 2 0,0-4 0,0-2 0,0 1 0,0-1 0,0 0 0,0-8 0,-8-1 0,7-8 0,-7-8 0,8-3 0,0-4 0,0-10 0,2 0 0,4-4 0,5-3 0,10 3 0,4-3 0,2-1 0,3 5 0,3 3 0,1 8 0,1-8 0,-1-2 0</inkml:trace>
  <inkml:trace contextRef="#ctx0" brushRef="#br0" timeOffset="20">29169 3439 8912,'-23'-16'0,"-4"3"0,-4 3 0,-5 3 0,-2 1 0,1 6 0,-3 0 0,2 10 0,-4 5 0,6 6 0,-1 9 0,14-1 0,6 4 0,8 1 0,1-2 0,4-3 0,2 4 0,4-14 0,4 4 0,3-4 0,11-10 0,1-3 0,2-4 0,7-10 0,-3-1 0,5-10 0,-3-4 0,4-4 0,-7-7 0,9-1 0,-1 1 0,-5-3 0,-2-1 0,-2-4 0,-4-2 0,5-2 0,-12-5 0,1-1 0,-5 1 0,3 7 0,-11 9 0,4 12 0,-4 4 0,-10 10 0,-2 5 0,-5 17 0,4 16 0,-5 11 0,5 14 0,-3 3 0,3 6 0,-4-4 0,13 6 0,-4-8 0,4 1 0,2-7 0,0-7 0,0-4 0,10-9 0,7-2 0,4-14 0,13 2 0,-3-13 0,11-4 0,-2-10 0,2-7 0,2-6 0,-6-3 0,4-11 0,-7-3 0,-3 4 0,-3-4 0,0-2 0,-10 2 0,-4 1 0,-1 3 0,-5 4 0,-3 3 0,-6 6 0,-6 12 0,-3 11 0,-1 17 0,4 11 0,4 5 0,2 1 0,2 3 0,4 3 0,4-4 0,7 4 0,-2-4 0,-3-1 0,3-3 0,-6-1 0,3-4 0,-1-3 0,-14-1 0,-1-7 0,-19-5 0,-10 2 0,-7-7 0,-8 2 0,2-2 0,-3-5 0,-3 5 0,2-10 0,4-1 0,4-16 0,8 1 0</inkml:trace>
  <inkml:trace contextRef="#ctx0" brushRef="#br0" timeOffset="21">24712 5106 8912,'0'12'0,"-2"-3"0,-4-1 0,-5-4 0,-5-2 0,5-2 0,-1 0 0,7 0 0,-7 0 0,8-2 0,-1-4 0,3 6 0,2 0 0,2 13 0,1 12 0,5 4 0,2 7 0,1 6 0,4 10 0,-1-1 0,-3 1 0,1 7 0,-3-3 0,-3 5 0,-4-2 0,-2-7 0,0-8 0,-4-2 0,-7-4 0,-1-2 0,-20-9 0,3-4 0,-4-6 0,-1-6 0,0-3 0,-1-8 0,-5-2 0,0-4 0,5-5 0,7-12 0,5 2 0,-6-8 0,10-1 0,0-8 0,5-3 0,11-1 0,-3 2 0,4-6 0,2 3 0,0-3 0,8 0 0,1-6 0</inkml:trace>
  <inkml:trace contextRef="#ctx0" brushRef="#br0" timeOffset="22">24488 4539 8912,'-2'-23'0,"-2"0"0,-3 2 0,-3 2 0,-1 9 0,-7 3 0,1 7 0,6 2 0,1 5 0,2 9 0,5 5 0,1 0 0,2 5 0,0-6 0,0 2 0,2-2 0,3-3 0,-1-2 0,8-3 0,-1-5 0,6-7 0,-7-7 0,-4-5 0,-4-11 0,-2-6 0,0-3 0,0-2 0,0 5 0,0 2 0,0 2 0,-2 2 0,-2 6 0,-2 0 0,-7 8 0,11 3 0,-4 12 0,4 5 0,2 12 0,0 2 0,0 3 0,10 5 0,7-4 0,0 1 0,6-1 0,4-4 0,0-8 0</inkml:trace>
  <inkml:trace contextRef="#ctx0" brushRef="#br0" timeOffset="23">25228 5450 8912,'-17'0'0,"-1"0"0,1 0 0,0 0 0,2-2 0,3-3 0,8 3 0,14-4 0,11 4 0,10 0 0,11-4 0,6 4 0,5-5 0,4-1 0,-3 4 0,3-5 0,-3 1 0,-8 1 0,-2 3 0,-2-2 0,-8-2 0,-5 3 0,-8 3 0,-2-6 0,-7 8 0,-11 0 0,-1 0 0,0 0 0,-7 0 0,7 0 0,2 2 0,3 4 0,7 5 0,-4-3 0,7 7 0,-6-5 0</inkml:trace>
  <inkml:trace contextRef="#ctx0" brushRef="#br0" timeOffset="24">26364 5313 8912,'-6'-27'0,"0"4"0,0 4 0,6 9 0,2 3 0,2 11 0,2 7 0,-2 12 0,5 7 0,-5 11 0,6 1 0,-3 2 0,7-6 0,-10 10 0,5-8 0,1-2 0,-1-2 0,-5-1 0,2-1 0,1-2 0,-1-3 0,0-12 0,2-9 0,1-8 0</inkml:trace>
  <inkml:trace contextRef="#ctx0" brushRef="#br0" timeOffset="25">26398 4934 8912,'-42'0'0,"-2"2"0,0 4 0,2 2 0,8 7 0,-1 2 0,10-3 0,8 8 0,9-2 0,7-3 0,1 0 0,15-2 0,6-3 0,4-7 0,7-3 0,-5-2 0,6 0 0,-5 0 0,5-7 0,-14-5 0,4-11 0,-10 10 0,-3-4 0,-3 1 0,-3 1 0,-10-2 0,3 7 0,-9 5 0,1 3 0,-7 2 0,3 7 0,4 5 0,3 3 0,8 2 0,8 8 0,1 2 0</inkml:trace>
  <inkml:trace contextRef="#ctx0" brushRef="#br0" timeOffset="26">26794 5330 8912,'-17'-10'0,"5"3"0,1 7 0,5 0 0,-5 0 0,5 7 0,-4 7 0,3 5 0,3 4 0,2 7 0,-4-5 0,0 6 0,3-3 0,1 1 0,2 0 0,0-3 0,0-1 0,0-2 0,0-6 0,0 1 0,0-1 0,0-8 0,-2-1 0,-4-8 0,4 0 0,-7-13 0,3-5 0,4-10 0,-4-1 0,4-3 0,2-3 0,2-5 0,4 0 0,2 0 0,7 5 0,2 1 0,-4 2 0,10 5 0,-4 8 0,-1 5 0,7 11 0,-1-5 0,5 8 0,-4 9 0,-8 9 0,2 6 0,2 11 0,2-1 0,0 1 0,-6-1 0,1-1 0,-1-5 0,8 5 0,1-20 0,9 4 0,-1-2 0,1-7 0,-9 0 0,15-16 0,-5-1 0</inkml:trace>
  <inkml:trace contextRef="#ctx0" brushRef="#br0" timeOffset="27">27396 5399 8912,'-17'-10'0,"0"4"0,-6-1 0,0 1 0,0 0 0,0 14 0,0 3 0,0 7 0,6 4 0,5-1 0,1 8 0,1-6 0,-1 6 0,3-8 0,8 2 0,0-4 0,0 6 0,0-6 0,6 0 0,2-10 0,3-1 0,6-6 0,4-6 0,10 2 0,-10-19 0,8 4 0,-6-6 0,5 0 0,-5-2 0,6-3 0,-8-7 0,2 1 0,-2-2 0,0-10 0,2-2 0,-6-7 0,-5-3 0,-1-7 0,1-2 0,-1-7 0,-7 1 0,2 10 0,-4 14 0,-2 14 0,0 1 0,0 24 0,-2 6 0,-4 18 0,-6 13 0,3 13 0,-3 6 0,3 9 0,-3 2 0,3 6 0,3-5 0,4 5 0,-4-6 0,4 0 0,2-5 0,0-1 0,0 1 0,2-8 0,4-4 0,-2-11 0,7-6 0,9-6 0,8-6 0,5-7 0,1-8 0,1-5 0,-1-8 0,0-8 0,1-4 0,-1-1 0,1 1 0,-9-4 0,-3 5 0,-4-5 0,-9-9 0,-2 6 0,-8-2 0,0 7 0,-8-1 0,-3 18 0,-12-3 0,2 11 0,-8 1 0,6 12 0,-4 12 0,2 14 0,-5 9 0,11 9 0,-4 1 0,9 0 0,5-1 0,1-1 0,4-2 0,2-2 0,10-8 0,9-4 0,12-11 0,9-6 0,2-5 0,8-5 0,-4-9 0,0-3 0,-2-5 0,-7-13 0,-1 0 0,-2-5 0,-3 5 0,-12 0 0,-1-2 0,-7-2 0</inkml:trace>
  <inkml:trace contextRef="#ctx0" brushRef="#br0" timeOffset="28">28257 5055 8912,'-10'0'0,"2"0"0,8 7 0,0 7 0,0 7 0,8 6 0,7 7 0,10 0 0,0 3 0,0 3 0,6-2 0,-3 8 0,3-8 0,-1 0 0,-1-5 0,2-5 0,-5-9 0,3-1 0,-6-3 0,6-9 0,-8-1 0,2-5 0,4-15 0,-1-4 0</inkml:trace>
  <inkml:trace contextRef="#ctx0" brushRef="#br0" timeOffset="29">28738 5089 8912,'-7'17'0,"-3"-7"0,-7-2 0,0-1 0,0 3 0,-2 15 0,-4 3 0,-6 5 0,-4 9 0,-3 4 0,-2 9 0,-2 2 0,7 1 0,1-7 0,3 1 0,10-6 0,2-1 0,11-14 0,0-2 0,6-10 0,8-8 0,11-5 0,13-4 0,11-2 0,8-15 0,1-4 0</inkml:trace>
  <inkml:trace contextRef="#ctx0" brushRef="#br0" timeOffset="30">29978 5106 8912,'-35'0'0,"1"0"0,1 0 0,4 0 0,-7 0 0,6 0 0,1 2 0,0 4 0,2 5 0,6 12 0,-3 4 0,8 9 0,5 5 0,3-3 0,8 6 0,0-2 0,10-4 0,7-9 0,0-1 0,8-9 0,0-5 0,4-5 0,3-5 0,-3-4 0,-1-6 0,-7-3 0,10-8 0,-8-1 0,0-5 0,-6-1 0,0-3 0,-7-2 0,-2-5 0,-8-1 0,0 1 0,-8 2 0,-6 1 0,-7 4 0,-7 2 0,-5 3 0,-1 1 0,-1 3 0,9 5 0,3 13 0,4 0 0,9 2 0,4 4 0,20 3 0,5 8 0</inkml:trace>
  <inkml:trace contextRef="#ctx0" brushRef="#br0" timeOffset="31">30167 5072 8912,'2'-32'0,"3"3"0,5 12 0,1 3 0,1 9 0,-1-1 0,5 15 0,-3 10 0,-1 14 0,-9 9 0,11 10 0,-8-1 0,-3 1 0,-1-1 0,4 1 0,0-1 0,1-7 0,-1-3 0,-4-7 0,4-5 0,-4-7 0,-2-10 0,0-12 0,0-13 0,0-8 0,0-8 0,0-4 0,0-1 0,7-8 0,5-4 0,3 2 0,2-2 0,6 8 0,2-2 0,2 4 0,7 3 0,6 5 0,1 3 0,1 0 0,2-2 0</inkml:trace>
  <inkml:trace contextRef="#ctx0" brushRef="#br0" timeOffset="32">30666 5192 8912,'-8'18'0,"6"-7"0,-5-1 0,-1-3 0,6 7 0,-6-13 0,18 7 0,7-8 0,2 0 0,10 0 0,0-6 0,5 1 0,1-7 0,-3 5 0,-3-3 0,-3 0 0,-3-1 0,-3-4 0,2 3 0,-8-3 0,-3-2 0,-7 0 0,4-1 0,-8 1 0,-2 0 0,-4 0 0,-3 5 0,-9 1 0,1 7 0,0-2 0,-6 4 0,0 2 0,-6 2 0,6 4 0,2 6 0,2 9 0,2 3 0,0 3 0,0 4 0,7 1 0,-3 8 0,7 0 0,0 0 0,8-5 0,4-1 0,5-1 0,10-5 0,4-7 0,2-7 0,2-7 0,3-7 0,1-1 0,1-5 0,-3-4 0,17-15 0,-6-3 0,0-5 0,2-1 0,0-1 0,-6-7 0,4 6 0,-8-4 0,-5 6 0,0 5 0,-14 4 0,2 8 0,-11 7 0,2 5 0,-8 10 0,-6 7 0,0 11 0,-2 4 0,5 7 0,-3 2 0,2 4 0,4-3 0,6 3 0,5-10 0,12-1 0,4-10 0,7 0 0,1-7 0,-1-5 0,8-1 0,-5-6 0,5 0 0</inkml:trace>
  <inkml:trace contextRef="#ctx0" brushRef="#br0" timeOffset="33">27069 6568 8912,'0'-25'0,"0"-2"0,0-1 0,-2-1 0,-1-2 0,-3-1 0,-8-3 0,1 1 0,-6 2 0,-4 3 0,-8 6 0,3 12 0,-5 3 0,1 12 0,3 7 0,-4 10 0,7 19 0,-3 8 0,0 7 0,8 7 0,-2 6 0,10 1 0,3 2 0,3 1 0,3 3 0,2-2 0,2-10 0,0 0 0,0-12 0,8 3 0,3-14 0,4 0 0,1-13 0,-5-4 0,5-12 0,-7-3 0</inkml:trace>
  <inkml:trace contextRef="#ctx0" brushRef="#br0" timeOffset="34">26467 6929 8912,'-17'-15'0,"0"1"0,-1 3 0,11-1 0,9-5 0,13 0 0,12 0 0,13-1 0,6-1 0,3-4 0,11-3 0,1-9 0</inkml:trace>
  <inkml:trace contextRef="#ctx0" brushRef="#br0" timeOffset="35">27121 6894 8912,'-17'2'0,"-1"2"0,1 4 0,0 1 0,7-5 0,10 4 0,12-8 0,11-8 0,6-3 0,3-6 0,2-4 0,1-2 0,-6-6 0,-1 4 0,1-2 0,-2-3 0,-2-3 0,-16 5 0,-1-1 0,-1-2 0,-7 1 0,0 1 0,-11 6 0,-10 4 0,-6 10 0,-7 1 0,-1 8 0,1 10 0,1 7 0,5 9 0,-3 15 0,8 4 0,0 7 0,6 5 0,7-3 0,5 3 0,7-3 0,9-3 0,1 1 0,26-16 0,-4-7 0,12-10 0,0-8 0,4-3 0,1-10 0,1-4 0,0-11 0,-1-12 0,1-3 0,0-2 0,-14-1 0,-4 1 0,-11 5 0,0 1 0,-11-1 0,-7-6 0,-3 1 0,-4 7 0,-3 6 0,-7 8 0,-3 5 0,-4 8 0,-4 0 0,4 8 0,-4 3 0,4 5 0,1 9 0,1 1 0,2 3 0,3 0 0,-3-8 0,11 5 0,-7-3 0,7-4 0,-2 4 0,4-4 0,2-1 0,0-7 0,0 1 0,8-9 0,1 5 0,9-8 0,-1-6 0,0 1 0,6-9 0,0 3 0,0 1 0,-6-1 0,0 1 0,2-3 0,4 1 0,-11 8 0,11-5 0,-12 5 0,5-2 0,1 4 0,0 6 0,0 6 0,-5 7 0,-1 0 0,1 0 0,5 1 0,-6 5 0,1-1 0,-1-1 0,6-9 0,1 3 0,-1-5 0,0-1 0,0-1 0,-7-8 0,5-8 0,-5-1 0</inkml:trace>
  <inkml:trace contextRef="#ctx0" brushRef="#br0" timeOffset="36">28171 6413 8912,'-12'-6'0,"1"1"0,1 1 0,-1 9 0,-3 13 0,8 10 0,1 5 0,5 9 0,0 4 0,0 3 0,0 9 0,2-1 0,3-2 0,3-1 0,4-3 0,3-7 0,-4-3 0,3-11 0,-3-1 0,-3-14 0,-8 2 0,0-11 0,0 2 0</inkml:trace>
  <inkml:trace contextRef="#ctx0" brushRef="#br0" timeOffset="37">27947 6808 8912,'-15'2'0,"1"2"0,3 2 0,7 0 0,-2-1 0,14 1 0,9-2 0,10-2 0,13-2 0,6 0 0,11 0 0,-1-2 0,5-4 0,-2-5 0,4-5 0,-5-1 0,-3-2 0,-9-4 0,0 4 0,-12-4 0,1-2 0,-18 2 0,-4 1 0,-15 12 0,-3 4 0,-5 4 0,-7 2 0,0 8 0,1 5 0,5 8 0,-4 0 0,3 8 0,4 0 0,-5-1 0,7 1 0,2 0 0,3-3 0,1-1 0,0-8 0,0 1 0,0-1 0,7-2 0,5-3 0,5-5 0,6-7 0,-4-7 0,4-5 0,-2-3 0,2-2 0,-4-8 0,4-4 0,-4-3 0,-2-3 0,0 1 0,-1 1 0,-5 5 0,3 3 0,-9 8 0,-1 0 0,-2 7 0,-2 2 0,0 29 0,0 6 0,0 2 0,0 5 0,0-7 0,0 7 0,2-1 0,4-5 0,1-3 0,5-8 0,3 1 0,-3-1 0,3-8 0,2-1 0,0 0 0,1-6 0,-1 1 0,0-6 0,0-15 0,0-8 0</inkml:trace>
  <inkml:trace contextRef="#ctx0" brushRef="#br0" timeOffset="38">29083 6619 8912,'-8'10'0,"6"-2"0,-6-7 0,8 5 0,8 4 0,4 7 0,11 0 0,-2 0 0,7 1 0,-5-1 0,4 2 0,-2 2 0,-4 2 0,-2-2 0,-2-2 0,-5-8 0,-1 1 0,-7-8 0,4 11 0,-8-13 0,-2 4 0,-2-12 0,-2-6 0,0-3 0,6-8 0,0-2 0,0-1 0,0-3 0,8-5 0,3 1 0,5 4 0,9 5 0,-6 6 0,4 1 0,-4 2 0,-2 3 0,0 3 0,0 3 0,-5 4 0,-1-4 0,1 5 0,5 8 0,0 5 0,-7-5 0,5 3 0,-3-4 0,-3-4 0,3 3 0,-1-3 0,6-2 0,1 0 0,-1 0 0,6-6 0,0 1 0,0-9 0,-6 3 0,0-4 0,0 3 0,0 1 0,-1-3 0,-5-1 0,4-2 0,-13-6 0,4 0 0,-4 0 0,-10 8 0,-3 3 0,-10 5 0,-2 7 0,-6 2 0,4 3 0,-1 7 0,-5 5 0,-1 6 0,-3 4 0,8 7 0,4 0 0,4 1 0,2-1 0,0 2 0,0 5 0,7-7 0,4 0 0,12 1 0,6-7 0,11-9 0,5-1 0,7-13 0,5 1 0,6-8 0,11-9 0,6-12 0,4-8 0,-4-9 0,-2-2 0,-1 0 0,-5 0 0,-9 0 0,-6 2 0,-5 9 0,-7-3 0,-5 5 0,-11 1 0,1 1 0,-7 6 0,-2-2 0,-3 8 0,-1-1 0,0 16 0,0 0 0,0 10 0,6 5 0,0 2 0,7 6 0,-1 0 0,1 8 0,-1-2 0,1 9 0,-7 4 0,-2 2 0,-2-6 0,-12 10 0,-7-8 0,-8 6 0,-10-6 0,-7 6 0,-3-6 0,-5-2 0,-2-9 0,-5-5 0,-2-6 0,-3-1 0,-3 0 0,-2-7 0,-1-10 0,-1-10 0</inkml:trace>
  <inkml:trace contextRef="#ctx0" brushRef="#br0" timeOffset="39">2960 9336 8912,'-17'0'0,"1"-2"0,3-2 0,2-2 0,5 1 0,-4 3 0,3-4 0,1 2 0,8-7 0,5-5 0,11-5 0,6 2 0,15-15 0,7 0 0,7-10 0,20-14 0,-35 27 0,0-1 0,3-1 0,1-1 0,-1 0 0,0 0 0,-1 3 0,0 1-91,1 1 1,-2 0-1,28-22 91,-15 5 0,-16 11 0,-19 18 0,-9 10 0,-16 7 0,-1 5 0,-8 1 0,-1 0 0,1-6 0,0 0 0,0 0 0</inkml:trace>
  <inkml:trace contextRef="#ctx0" brushRef="#br0" timeOffset="40">3631 8356 8912,'-8'-17'0,"6"5"0,-3 1 0,3-3 0,2 5 0,0-3 0,2 9 0,3-3 0,7 4 0,11 2 0,-2 8 0,8 3 0,-8 12 0,2 6 0,-4 5 0,-2 6 0,0 4 0,-2 2 0,-3 0 0,-3 0 0,-3 5 0,-4-5 0,4 0 0,-4-8 0,-2 2 0,-16-4 0,-3-1 0</inkml:trace>
  <inkml:trace contextRef="#ctx0" brushRef="#br0" timeOffset="41">2013 9852 8912,'-9'-8'0,"1"-2"0,2-1 0,-1 1 0,-3 3 0,6-1 0,-1 2 0,-5-3 0,8-1 0,-5 1 0,7 3 0,0-3 0,0-9 0,0 7 0,0-1 0,7 9 0,3-3 0,7 12 0,0 3 0,0 8 0,3 6 0,1 2 0,2 2 0,-1 1 0,-4 7 0,-1-1 0,-2 1 0,-1 1 0,-3 4 0,-7-2 0,2 8 0,-20 0 0,-5 6 0,-15 1 0,-1 4 0,-7-11 0,4 4 0,-8-16 0,6-7 0,-4-6 0,2-8 0,6-7 0,5-4 0,6-10 0,10-9 0,3-11 0,7-5 0,3-1 0,4-6 0,3-1 0,7-1 0,11 2 0,-2 6 0,7-2 0,3 5 0,2 18 0,1-8 0,0 15 0,1 2 0,-1 2 0,1 12 0,-1 7 0,0 10 0,1 5 0,-3 3 0,-3-1 0,-6 0 0,4-7 0,-8 4 0,4-8 0,2-1 0,-2-4 0,5-9 0,-5-3 0,0-4 0,-6-10 0,1-1 0</inkml:trace>
  <inkml:trace contextRef="#ctx0" brushRef="#br0" timeOffset="42">2822 9869 8912,'-9'-17'0,"-7"-1"0,13 1 0,-9 0 0,8 0 0,-3 7 0,7 7 0,2 12 0,3 12 0,7 10 0,3 1 0,4 12 0,4-2 0,-4 6 0,6-12 0,-8 4 0,6-3 0,0-3 0,0-2 0,-6-3 0,1-4 0,-1-8 0,0-7 0,2-5 0,4-3 0,-4-17 0,6-4 0,-8-17 0,0-4 0,-1 1 0,-3-7 0,-3-1 0,-3-3 0,-1-2 0,-6 9 0,0 2 0,0 5 0,0 9 0,0 3 0,0 14 0,0 2 0,0 8 0,0 0 0</inkml:trace>
  <inkml:trace contextRef="#ctx0" brushRef="#br0" timeOffset="43">3597 9869 8912,'-18'17'0,"1"-7"0,6 5 0,-1-6 0,-1 1 0,5 5 0,2-3 0,-3-5 0,7 9 0,-6-14 0,18 5 0,7-7 0,0-7 0,6-5 0,4-9 0,0-2 0,0 2 0,5-6 0,-15 3 0,2-5 0,-5 6 0,-10 2 0,3 0 0,1-2 0,-8 0 0,0 6 0,-8 2 0,-9 3 0,-6 5 0,0 7 0,-7 1 0,3 5 0,0 6 0,2 11 0,2 3 0,2 11 0,6 3 0,5-4 0,10 4 0,2-4 0,4-1 0,11-1 0,12-7 0,11-6 0,6-8 0,-4-5 0,15-8 0,-3 0 0</inkml:trace>
  <inkml:trace contextRef="#ctx0" brushRef="#br0" timeOffset="44">4130 9663 8912,'-34'9'0,"5"6"0,0-3 0,1 3 0,-7 2 0,8 2 0,4 4 0,4 4 0,10 7 0,3 3 0,6 1 0,6 2 0,11-6 0,12-5 0,3-8 0,3 2 0,7 0 0,2-6 0,0-7 0,5-6 0,-12-4 0,3 0 0,-4 0 0,-1-8 0,-9-7 0,-3-8 0,-4-15 0,6 9 0,2-13 0</inkml:trace>
  <inkml:trace contextRef="#ctx0" brushRef="#br0" timeOffset="45">4457 9370 8912,'-2'17'0,"-4"1"0,4-1 0,-11 2 0,5 2 0,-1 2 0,5 7 0,-9 3 0,7 7 0,0 8 0,6-2 0,0 3 0,2-1 0,4 4 0,3-12 0,9 8 0,-1-18 0,0-1 0,0-8 0,0 0 0,1-8 0,-1-5 0,0-8 0</inkml:trace>
  <inkml:trace contextRef="#ctx0" brushRef="#br0" timeOffset="46">4319 9800 8912,'-11'-2'0,"-1"-4"0,7 5 0,-7-5 0,8 4 0,4-6 0,12 6 0,11-3 0,4 3 0,7 2 0,6 0 0,2 0 0,2 0 0,2-8 0,6 4 0,-3-7 0,-3-3 0,2 5 0,-8-1 0,-3 3 0,-7 3 0,-13 2 0,-9 2 0,-18 2 0,-7 4 0,-2 3 0,-8 8 0,3 1 0,-7-1 0,12 6 0,-4 0 0,9-1 0,3-4 0,7-1 0,-2 0 0,5 0 0,1 0 0,7-7 0,5-4 0,3-4 0,2-2 0,8 0 0,4 0 0,-4-10 0,-2-7 0,1 0 0,-1-8 0,-2 0 0,-9 6 0,1-6 0,-7 8 0,0 0 0,-6 0 0,-2 1 0,-4 5 0,-4 3 0,-7 8 0,0 0 0,0 8 0,7-6 0,3 13 0,7-5 0</inkml:trace>
  <inkml:trace contextRef="#ctx0" brushRef="#br0" timeOffset="47">5128 9577 8912,'-9'-8'0,"1"-2"0,8-1 0,0-1 0,0 9 0,2-5 0,4 8 0,3 0 0,10 8 0,2 3 0,2 4 0,0 10 0,0 2 0,0 7 0,-2 1 0,-4-1 0,-3 2 0,-5 3 0,-1 1 0,-2 0 0,-8-6 0,-4 1 0,-5-1 0,-5-7 0,-1-8 0,0-8 0,2-9 0,3-2 0,4-17 0,8-17 0,0-8 0,0-10 0,8-7 0,4-6 0,3-8 0,2 10 0,0 0 0,0 8 0,1 3 0,-9 16 0,7-4 0,-7 13 0,8-7 0</inkml:trace>
  <inkml:trace contextRef="#ctx0" brushRef="#br0" timeOffset="48">21081 9508 8912,'-18'0'0,"1"0"0,0 0 0,0 0 0,0 0 0,-1 0 0,1 0 0,0 0 0,0 0 0,0 0 0,-1 0 0,1 0 0,0 0 0,0 0 0,-1 0 0,7 0 0,0 2 0,-3 2 0,-1 1 0,-2 3 0,-1-2 0,-4-4 0,-1 3 0,-8 3 0,0 0 0,-7 1 0,-8 4 0,-3-5 0,-16 6 0,-6-7 0,-6 3-105,-11 1 1,-5 4-1,43-8 1,0 0 104,1-1 0,1-1-99,-1 1 0,0 0 1,-6 2-1,-1 1 1,-2 0-1,0 1 99,-4 1 0,-1 1 0,3-2 0,0 1 0,-1 2 0,1 1 0,5-2 0,1 1 0,4-3 0,1 1 0,-45 15 0,6-7 0,8 4 0,13-4 0,17-1 0,16-7 0,11 1 0,12-9 0,3 5 0,10-8 393,4 0-393,-4 0 0,7 0 617,-3 0-617,-4-8 0,5 6 0,-7-20 0,0 2 0</inkml:trace>
  <inkml:trace contextRef="#ctx0" brushRef="#br0" timeOffset="49">18998 9439 8912,'-11'-2'0,"-1"-2"0,-1-1 0,-2-9 0,-8 12 0,-2-3 0,-4 3 0,-7 2 0,-8 9 0,-11 10 0,-3 14 0,-7 9 0,17 11-187,-3 5 1,11 5 186,-1 11 0,15-3 0,8 3 0,9-9 0,9-2 0,4-7 0,7-1 0,12-7 0,10-14 0,9-13 0,9-7 0,5-1 0,13-7 0,-4-2 0,9-10 0,-3-6 0,-2-3 0,5-4 0,1-4 0,-2-6 0,-3-3 0</inkml:trace>
  <inkml:trace contextRef="#ctx0" brushRef="#br0" timeOffset="50">21821 9216 8912,'0'-23'0,"0"0"0,0 2 0,0 2 0,-2 3 0,-2 3 0,-2 1 0,0 9 0,6 5 0,0 15 0,0 11 0,0 11 0,0-1 0,0 8 0,0 1 0,0 3 0,0 2 0,-2-3 0,-3-3 0,3-2 0,-6-6 0,1 2 0,-1 1 0,-4-7 0,-3-7 0,4-4 0,-5-12 0,5-5 0,1-14 0,3-9 0,1-10 0,6-13 0,2-8 0,4-7 0,-5 1 0,15-5 0,-5 8 0,5-1 0,1 8 0,0 2 0,0 8 0,0 7 0,1 4 0,-1 12 0,0 5 0,6 4 0,0 2 0,6 15 0,-6 8 0,-1 10 0,-4 7 0,-1 6 0,-2 1 0,-3-1 0,-5 4 0,-5-14 0,2 6 0,2 0 0,0-5 0,-6-3 0,0-11 0,0-4 0,0-10 0,0-1 0,0-23 0,0-8 0,0-8 0,0-3 0,0-6 0,0 0 0,0 2 0,7-6 0,-3 7 0,7-3 0,-5 12 0,6 7 0,1 7 0,2 6 0,1 16 0,-3 6 0,-1 7 0,-9 5 0,11 9 0,-9-1 0,-1 0 0,6 1 0,-6-3 0,5-3 0,-1-6 0,5 2 0,-1-4 0,3-6 0,2-5 0,0-10 0,1-2 0,-1-4 0,0-4 0,-2-13 0,1-1 0,1-3 0,-9-2 0,9-5 0,-4-1 0,-1 3 0,-3 1 0,-1 5 0,-4 1 0,5 2 0,-7 13 0,6 5 0,-8 10 0,0 7 0,0 11 0,0 2 0,0 5 0,0-1 0,0 1 0,0 1 0,0-2 0,5-5 0,3-6 0,2-1 0,1 0 0,6-7 0,1-5 0,-1-3 0,0-2 0,-6-7 0,1-5 0,1-5 0,3-6 0,-5-2 0,1-4 0,-7-3 0,7 3 0,-8 3 0,1-3 0,-3 8 0,-2-2 0,8 4 0,-6 11 0,4 8 0,-5 10 0,-1 13 0,0 3 0,0 9 0,2 5 0,4 0 0,-4 0 0,6-5 0,-1-1 0,3-7 0,1-2 0,1-8 0,1-2 0,2-4 0,3-3 0,-1-23 0,0-4 0</inkml:trace>
  <inkml:trace contextRef="#ctx0" brushRef="#br0" timeOffset="51">23025 8803 8912,'-17'-25'0,"0"6"0,0-4 0,7 10 0,2 3 0,1 2 0,5 10 0,-4 14 0,4 10 0,2 11 0,0 22 0,0 4 0,0 4 0,2 2 0,2 1 0,4 3 0,1 1 0,-5 1 0,11-14 0,-5-4 0,-1-3 0,7-3 0,-7-9 0,8-7 0,1-10 0,-1-14 0,0-5 0,0-4 0,0-6 0,1-8 0,1-10 0,4-9 0,-4-11 0,4-4 0,-2-5 0,-2-5 0,-2-1 0,4-8 0,-13 2 0,5-8 0,-1 2 0,-8-1 0,1 12 0,5 1 0,-8 13 0,3 4 0,-3 19 0,-2 23 0,-2 27 0,-3 13 0,3 13 0,-4 2 0,4 6 0,2-5 0,0 1 0,0-2 0,0-9 0,0 2 0,0-6 0,0-4 0,8-6 0,1-1 0,1-5 0,3-3 0,-7-8 0,7-7 0,-9-3 0,8-7 0,1 0 0,2-7 0,3-5 0,-1-5 0,0-6 0,0-5 0,0 1 0,1-2 0,-1 8 0,0-2 0,-5 4 0,-1 2 0,-7 0 0,5 7 0,-3 4 0,-4 6 0,4 6 0,-4 9 0,-2 8 0,0 8 0,0-4 0,0-1 0,5 7 0,1-6 0,-2-1 0,6 5 0,1-8 0,-1-2 0,1-10 0,-5-3 0,5-8 0,-7-4 0,2-7 0,-4-8 0,-2-16 0</inkml:trace>
  <inkml:trace contextRef="#ctx0" brushRef="#br0" timeOffset="52">23748 9044 8912,'-8'-10'0,"4"-3"0,-7 7 0,7 0 0,-9 8 0,7 4 0,2 5 0,2 5 0,-5 1 0,-3 8 0,-7 1 0</inkml:trace>
  <inkml:trace contextRef="#ctx0" brushRef="#br0" timeOffset="53">23180 9370 8912,'-17'10'0,"7"-3"0,-5-7 0,13 0 0,4-1 0,15-5 0,12-4 0,17-7 0,2 0 0,13-2 0,-2-4 0,6 4-118,-11-6 1,13 0 0,-6-2 0</inkml:trace>
  <inkml:trace contextRef="#ctx0" brushRef="#br0" timeOffset="54">24144 9147 8912,'-10'-8'0,"3"6"0,5-5 0,-4 7 0,4 7 0,-6 10 0,8 12 0,0 4 0,0 1 0,0 6 0,0 2 0,0 2 0,-5 8 0,-3 7 0,-2 0 0,-3 0 0,-2-1 0,-2-9 0,-1-3 0,1-6 0,0-11 0,0-12 0,-1-9 0</inkml:trace>
  <inkml:trace contextRef="#ctx0" brushRef="#br0" timeOffset="55">24058 9147 8912,'-10'-2'0,"4"-4"0,5 4 0,4-5 0,9 7 0,1 7 0,16 5 0,1 3 0,3 2 0,1 0 0,1 6 0,-3 0 0,-3-2 0,4-2 0,-20 4 0,4 0 0,-11 2 0,0-2 0,-8-2 0,-8 6 0,-7-3 0,-19 7 0,5-12 0,-13 4 0,2-4 0,-6-2 0,14-7 0,-1-4 0,10-4 0,6-10 0,10-9 0,1-10 0</inkml:trace>
  <inkml:trace contextRef="#ctx0" brushRef="#br0" timeOffset="56">24540 8786 8912,'-10'-10'0,"0"-3"0,5 7 0,3 0 0,-6 6 0,8 16 0,0 8 0,0 13 0,0 9 0,0 11 0,0 6 0,0 4 0,0 2 0,0-3 0,0-3 0,0-3 0,6-11 0,2-1 0,1-2 0,3-15 0,5-1 0,0-18 0,0-7 0,0-3 0,3-2 0,1-4 0,2-7 0,7-1 0,-9-20 0,6 3 0,-2-3 0,-4-3 0,-2 1 0,-2 0 0,0-1 0,-7 1 0,3-4 0,-7 3 0,0 5 0,-6 13 0,0-1 0,0 9 0,-2 11 0,-2 15 0,-2 10 0,-7 5 0,9 4 0,-6 3 0,3 1 0,-7 0 0,13 0 0,-5 0 0,4-2 0,4-1 0,4-5 0,7-3 0,8-6 0,-2-4 0,12-10 0,-8-3 0,5-4 0,-5-2 0,6-8 0,-4-3 0,2-4 0,-6-10 0,3 6 0,-6-4 0,-3-4 0,-4-2 0,3-3 0,-7-1 0,3 5 0,-6-3 0,2 8 0,-3 0 0,3-2 0,-4 14 0,6-6 0,-8 11 0,0 4 0,0 8 0,0 13 0,0 6 0,0-4 0,0 2 0,0 2 0,0-2 0,7-1 0,5-4 0,3-1 0,-1 0 0,1 0 0,4 0 0,2-7 0,-4 3 0,-2-5 0,-3 2 0,3-7 0,-11 13 0,8-5 0,-9 4 0,5-5 0,-8 5 0,0-11 0,0 8 0,0-11 0,0-1 0,0 0 0,0-15 0,-2 4 0,-4-5 0,-3-8 0,-8-3 0</inkml:trace>
  <inkml:trace contextRef="#ctx0" brushRef="#br0" timeOffset="57">25107 9594 8912,'-17'-17'0,"0"-1"0,7 7 0,5-1 0,3 7 0,4-5 0,3 3 0,5-1 0,9 4 0,4-4 0,6-1 0,-2 3 0,1-5 0,1-1 0,5-5 0,1 2 0,-3 1 0,-3 3 0,-4-8 0,-8 0 0,0-4 0,0 4 0,-7 1 0,-2 1 0,-8 0 0,-8 0 0,-3 0 0,-5 5 0,-1 3 0,0 1 0,-2 2 0,-2 8 0,-2 6 0,2 9 0,2 0 0,1 18 0,1-1 0,0 2 0,0 10 0,5-6 0,1 6 0,7-8 0,-2 2 0,6-3 0,6-5 0,5-3 0,12-12 0,4-4 0,9-7 0,5-2 0,-3-12 0,8-9 0,0-10 0,-2-5 0,5-2 0,-12-7 0,1 1 0,-8 2 0,-5 2 0,-7-4 0,-1 0 0,-8-1 0,-3 7 0,-4 2 0,-2 3 0,0 6 0,0 4 0,0 9 0,0 7 0,0 14 0,0 2 0,0 16 0,0 2 0,0-7 0,0 9 0,0-4 0,0 3 0,0 2 0,0-1 0,0-3 0,0-1 0,0-8 0,0 6 0,0-6 0,0 2 0,0 0 0,-8-6 0,-3 0 0,-4 0 0,-10 1 0,-4-7 0,-11 0 0,2-7 0,-8 2 0,-2-6 0,-9-6 0,-5-19 0,-6-11 0</inkml:trace>
  <inkml:trace contextRef="#ctx0" brushRef="#br0" timeOffset="58">25056 8665 8912,'-29'12'0,"0"-3"0,-1-1 0,3 5 0,0-3 0,2 3 0,4 4 0,10-11 0,3 23 0,8-12 0,0 2 0,16-7 0,-3 1 0,16-7 0,1-2 0,3-3 0,-1-1 0,-3 0 0,-4-7 0,-8-5 0,-2-3 0,-3-2 0,-6-6 0,-12 0 0,-6 2 0,-5 4 0,-6 5 0,-4 5 0,-7 1 0,1 0 0,5 2 0,-5 10 0,14 4 0,-6 7 0,8 0 0</inkml:trace>
  <inkml:trace contextRef="#ctx0" brushRef="#br0" timeOffset="59">26742 9078 8912,'0'-11'0,"0"-1"0,0-1 0,0-3 0,0-1 0,0 0 0,8 2 0,3 1 0,5 3 0,3 7 0,2-2 0,4 4 0,1 6 0,5 8 0,-6 7 0,0 19 0,0 8 0,-14 2 0,1 15 0,-9 0 0,-3 5 0,-9 1 0,-8 0 0,-10-2 0,-6-4 0,-1-6 0,0-9 0,-1-6 0,1-6 0,-1-7 0,1-18 0,5-3 0,2-8 0,3 0 0,3-13 0,9-8 0,6-8 0,4-7 0,2-10 0,2 4 0,4-6 0,6 4 0,5 2 0,6 4 0,-4 9 0,13-1 0,-3 9 0,3 5 0,5 9 0,3 13 0,-2 5 0,8 12 0,-6 6 0,6 11 0,-8-4 0,10 12 0,-8-8 0,2 4 0,-3-8 0,1-5 0,-2-5 0,-7-5 0,-3-9 0,-7-4 0,12-16 0,-6-2 0</inkml:trace>
  <inkml:trace contextRef="#ctx0" brushRef="#br0" timeOffset="60">27740 9267 8912,'8'-9'0,"-4"3"0,7 12 0,-1 11 0,1 11 0,5 11 0,-5 3 0,6 0 0,6 0 0,-4-2 0,6-6 0,-8 1 0,3-9 0,3-3 0,-4-11 0,6-8 0,-10-16 0,-4-11 0,3-9 0,-9-8 0,1 3 0,-6-11 0,0 8 0,0-5 0,0 4 0,0 1 0,0 8 0,0 3 0,-6 4 0,1 8 0,7 8 0,1 1 0,9 8 0,-1 8 0,7 1 0</inkml:trace>
  <inkml:trace contextRef="#ctx0" brushRef="#br0" timeOffset="61">28325 9370 8912,'0'17'0,"0"-5"0,0-1 0,0-5 0,2 4 0,4-3 0,-4-1 0,6 2 0,-6-6 0,3 3 0,5-5 0,7-5 0,0-7 0,1-11 0,6 2 0,5-7 0,-4-1 0,-2-6 0,-4 1 0,-4 0 0,-1 1 0,-3 5 0,-7 3 0,2 8 0,-14 7 0,-9 4 0,-4 8 0,-14 10 0,5 7 0,-10 17 0,3 4 0,3 4 0,7 10 0,4 3 0,6-9 0,6 3 0,12-5 0,17-2 0,8-10 0,15-7 0,10-17 0,10-6 0,1-8 0,4-13 0,-4-18 0,6-9 0</inkml:trace>
  <inkml:trace contextRef="#ctx0" brushRef="#br0" timeOffset="62">28945 9250 8912,'-34'0'0,"-1"0"0,3 2 0,3 4 0,-2 5 0,8 10 0,2 2 0,4 8 0,6-3 0,5 5 0,4 1 0,10-1 0,5-3 0,8-1 0,6-8 0,9-4 0,4-11 0,6-4 0,-2-2 0,2-2 0,0-4 0,-2-6 0,-2-10 0,-8-5 0,1-8 0,-1 1 0</inkml:trace>
  <inkml:trace contextRef="#ctx0" brushRef="#br0" timeOffset="63">29496 8820 8912,'-10'-8'0,"2"7"0,1-5 0,-3 12 0,1 5 0,-5 14 0,9 9 0,-1 8 0,0 6 0,0 4 0,1-5 0,5 11 0,0-5 0,2-1 0,3-1 0,-3-5 0,4 0 0,-4-14 0,-2 1 0,0-6 0,0-6 0,-2-10 0,-4-5 0,-3-12 0,-9-3 0</inkml:trace>
  <inkml:trace contextRef="#ctx0" brushRef="#br0" timeOffset="64">29324 9233 8912,'1'-16'0,"5"5"0,-4-4 0,8 11 0,-5-6 0,7 1 0,3-1 0,2 6 0,1-1 0,5 1 0,1 0 0,3-2 0,2 2 0,-2 3 0,5 1 0,-13 0 0,4 0 0,-9 1 0,-3 5 0,-7 4 0,2 7 0,-4 2 0,-2 2 0,0 2 0,-2 8 0,-2-5 0,-2 1 0,2-4 0,2 4 0,2-8 0,0 4 0,8-6 0,3-6 0,5-3 0,1-8 0,6-8 0,0-3 0,0-4 0,-6-3 0,0-6 0,0-5 0,-7-2 0,-4 1 0,-4 1 0,-2-1 0,0 5 0,-14-6 0,-3 10 0,-2 6 0,0 5 0,-4 10 0,0 0 0,2 0 0,9 8 0,-1-4 0,7 7 0,-7 1 0,3 5 0</inkml:trace>
  <inkml:trace contextRef="#ctx0" brushRef="#br0" timeOffset="65">29978 9181 8912,'0'-11'0,"-2"1"0,-4 2 0,4-5 0,-6 11 0,16 2 0,2 17 0,7 2 0,0 4 0,-2 2 0,-1-2 0,-3-2 0,-1 4 0,1-2 0,-1 0 0,-5-6 0,-3-5 0,4-1 0,-4-5 0,-2 5 0,0-7 0,0 2 0,0-12 0,0-4 0,0-7 0,8 0 0,3 0 0,4-8 0,3 6 0,-1-6 0,2 2 0,2 0 0,2 2 0,7 2 0,5-6 0,9-1 0</inkml:trace>
  <inkml:trace contextRef="#ctx0" brushRef="#br0" timeOffset="66">30700 9009 8912,'6'-28'0,"0"1"0,-2 2 0,-3 2 0,-1 6 0,-1 7 0,-5 5 0,-6 3 0,-3 4 0,-2 3 0,-8 5 0,-4 15 0,-9 3 0,-2 5 0,0 7 0,5 0 0,9 6 0,3-6 0,5 0 0,7-5 0,3-1 0,8 0 0,2-5 0,4 0 0,5-8 0,12 2 0,-2-6 0,6-4 0,0-1 0,0 1 0,-6-5 0,-4 7 0,-9-6 0,-8 9 0,-8-1 0,-9-6 0,-12-1 0,-3-3 0,-11 7 0,-2-5 0,-5 1 0,-9-2 0,-3-8 0</inkml:trace>
  <inkml:trace contextRef="#ctx0" brushRef="#br0" timeOffset="67">20719 10608 8912,'0'-23'0,"-2"0"0,-1 2 0,-5 2 0,-2 2 0,-3 0 0,3 7 0,1 6 0,1 8 0,-3 15 0,3 14 0,-2 5 0,7 12 0,-3-1 0,4 5 0,2-3 0,0-3 0,0-4 0,0 4 0,2-6 0,4-6 0,-3 1 0,9-15 0,5-6 0,8-11 0,2-3 0,-4-4 0,5-3 0,1-11 0,5-6 0,1-11 0,-3 1 0,-3-7 0,-4-3 0,-10 4 0,-3-2 0,1-2 0,-7 6 0,-2 1 0,-2-3 0,-2 19 0,-8 2 0,-4 15 0,-3 11 0,4 18 0,-1 19 0,1 4 0,1 9 0,4 4 0,5 2 0,2-2 0,5-6 0,11-5 0,12-6 0,5-14 0,7-15 0,3-11 0,7-17 0,1-10 0,-2-19 0,-6-6 0,-10-4 0,-7-2 0,-12 3 0,-3 3 0,-5-2 0,-11 8 0,-7 2 0,-10 9 0,-19 6 0,1 4 0,-6 2 0,-1 7 0,-6 5 0,2 3 0,4 2 0,-1 7 0,6 5 0,9 3 0,9 2 0,6 6 0,5 0 0,7 0 0,12-6 0,12 0 0,14 1 0,9-9 0,17-1 0,2-16 0,8-1 0</inkml:trace>
  <inkml:trace contextRef="#ctx0" brushRef="#br0" timeOffset="68">21545 10729 8912,'-7'-18'0,"-3"1"0,-1 6 0,-1-1 0,6 10 0,-3 4 0,1 13 0,4 12 0,2 6 0,2 3 0,0 4 0,0-2 0,0 6 0,0-2 0,8-2 0,2-7 0,7-4 0,0-7 0,0-4 0,0-7 0,6-3 0,0-8 0,6-14 0,-6-3 0,6-17 0,-6-1 0,-6-5 0,-6 0 0,-7 2 0,2-6 0,-6 2 0,-6 4 0,-3 2 0,-11 3 0,-3 4 0,-5 6 0,-3 12 0,3 5 0,-5 4 0,14 4 0,-2 6 0,7 9 0,1 0 0,7 6 0,1-4 0,12 6 0,3 2 0</inkml:trace>
  <inkml:trace contextRef="#ctx0" brushRef="#br0" timeOffset="69">21924 10763 8912,'-10'-8'0,"-5"-1"0,5-8 0,1 7 0,11 2 0,15 8 0,0 8 0,10 7 0,-4 8 0,-4 6 0,4-6 0,-4 7 0,-2-3 0,1 0 0,-3 3 0,-4-7 0,3 6 0,-9-6 0,1 0 0,-6-6 0,0-7 0,-6-7 0,1-14 0,-1-2 0,6-16 0,0 0 0,2-5 0,4-1 0,5 1 0,4 7 0,4-3 0,4 7 0,-2 0 0,8 6 0,-6 1 0,6 5 0,7-4 0,8 5 0</inkml:trace>
  <inkml:trace contextRef="#ctx0" brushRef="#br0" timeOffset="70">22595 10763 8912,'-17'0'0,"0"8"0,-8-7 0,-4 5 0,2-4 0,-1-2 0,-3 0 0,-2 2 0,-1 4 0,7 1 0,4 5 0,4 9 0,4-4 0,3 2 0,7 0 0,3 6 0,2-6 0,0 4 0,0-4 0,7-2 0,-3-1 0,8-5 0,1-5 0,4-4 0,6-2 0,2-4 0,4-7 0,3-3 0,-3-15 0,4 7 0,-1-7 0,-1-4 0,-3-5 0,-7 2 0,2-4 0,-4-4 0,-1 0 0,-3-6 0,-4 4 0,-3-3 0,-2 12 0,0-1 0,-3 8 0,-3 7 0,-5 11 0,1 7 0,-8 10 0,8 12 0,-9 18 0,7 11 0,3 3 0,-1 3 0,0 0 0,-2-1 0,2 1 0,2-8 0,2-2 0,0-8 0,8 4 0,4-3 0,-3-7 0,3-16 0,1-6 0,8-5 0,2-1 0,2-3 0,-4-7 0,2-7 0,5-10 0,-5 2 0,-2-1 0,-1-3 0,-5-4 0,-4 5 0,-5 5 0,2 4 0,-3 2 0,1-1 0,-6 9 0,0 9 0,0 9 0,0 10 0,0 4 0,0-2 0,0 8 0,0-8 0,0 10 0,0-8 0,0-2 0,6-2 0,2-4 0,1-4 0,3-3 0,-3-8 0,6-15 0,-5-4 0</inkml:trace>
  <inkml:trace contextRef="#ctx0" brushRef="#br0" timeOffset="71">22888 10505 8912,'-10'-17'0,"2"7"0,1-5 0,5 13 0,-6-6 0,23 16 0,5 2 0</inkml:trace>
  <inkml:trace contextRef="#ctx0" brushRef="#br0" timeOffset="72">23369 10849 8912,'-23'8'0,"0"3"0,-1-1 0,1 1 0,4 0 0,-6 7 0,7-1 0,7-8 0,0-3 0,7-2 0,-2 2 0,4-4 0,2 3 0,0-10 0,2 1 0,4-8 0,-4 1 0,5-6 0,-7-1 0,0 1 0,0 0 0,0 0 0,0 0 0,2-1 0,4 1 0,-2 2 0,7 4 0,1-3 0,5 8 0,0-1 0,2 3 0,4-2 0,4 1 0,2 6 0,-1 5 0,1 2 0,5 7 0,1 2 0,-6-3 0,-1 9 0,3-4 0,1 4 0,1-2 0,-5-6 0,5 2 0,-12-15 0,6 4 0,-2-4 0,-2-2 0,-8-2 0,-4-4 0,-3-4 0,-8-12 0,-2-1 0,-4 2 0,3 0 0,-9-2 0,1 4 0,-7-4 0,1 4 0,0 3 0,0 5 0,0-3 0,-1 9 0,1 1 0,0 10 0,0 3 0,1 8 0,3 1 0,2-1 0,-1 0 0,3 0 0,3 0 0,4 6 0,2 0 0,0 0 0,0-13 0,8-3 0,3-7 0,4 0 0,3 0 0,-1-2 0,0-1 0,2-5 0,4-2 0,-6 5 0,2-5 0,-5 2 0,-3 3 0,6 5 0,1 0 0,-1 0 0,-6 7 0,1 5 0,-8 3 0,11 2 0,-4 0 0,5 1 0,1-9 0,0-3 0,0-4 0,-7-2 0,5 0 0,-5-8 0,7-1 0</inkml:trace>
  <inkml:trace contextRef="#ctx0" brushRef="#br0" timeOffset="73">24195 10110 8912,'-11'-10'0,"-1"4"0,7 4 0,-7 2 0,7 8 0,-7 3 0,6 12 0,-5 6 0,7 11 0,-2 6 0,4 6 0,2 5 0,0 4 0,2 6 0,2-2 0,2-2 0,7-8 0,-3 3 0,7-13 0,0-4 0,0-13 0,-1-3 0,-3-10 0,-1-3 0,-1-5 0,0-7 0,1-1 0,1-5 0,3-4 0,-5-7 0,1 0 0,1 0 0,2-8 0,2 4 0,-1-8 0,-5-1 0,-5-3 0,-4 4 0,-2 1 0,0 5 0,0-6 0,-2 8 0,-4-2 0,-3 12 0,-9 5 0,1 12 0,0 11 0,0 12 0,-4 11 0,2 4 0,3 0 0,3 5 0,3-7 0,5 6 0,3-2 0,9-10 0,7-1 0,7-10 0,8-6 0,11-10 0,2-7 0,6-11 0,-3-7 0,-6 3 0,1-20 0,-11 5 0,-7 1 0,-10-2 0,-6 1 0,-12-7 0,-19 1 0,-11 0 0</inkml:trace>
  <inkml:trace contextRef="#ctx0" brushRef="#br0" timeOffset="74">23937 10608 8912,'-27'0'0,"5"0"0,2 0 0,11 0 0,3 0 0,12 0 0,11 0 0,16-2 0,9-2 0,2-1 0,9-1 0,-1 0 0,1 1 0,-5 1 0,-2-6 0,-2 8 0,6-13 0,-6 5 0</inkml:trace>
  <inkml:trace contextRef="#ctx0" brushRef="#br0" timeOffset="75">24901 10539 8912,'-17'0'0,"0"0"0,-1 0 0,1 0 0,0 8 0,0 0 0,1 7 0,5 2 0,3-3 0,8 16 0,0-7 0,0 8 0,0-3 0,2-1 0,2 0 0,4-2 0,1-4 0,3-2 0,5-4 0,0-4 0,0-3 0,1-8 0,-1 0 0,-8-8 0,7-1 0,-5-8 0,-1-1 0,1 1 0,-5-2 0,5-4 0,-5 4 0,4-4 0,-3 4 0,-1 10 0,-6-7 0,8 14 0,-6 2 0,3 12 0,-3 3 0,-2 2 0,0 1 0,6-1 0,2 0 0,1 0 0,-3-2 0,5-3 0,1-5 0,5-7 0,0 0 0,0-7 0,-1-3 0,-5-7 0,3-6 0,-9 0 0,3-7 0,-4 3 0,2 0 0,-1-5 0,1 11 0,2-6 0,1 2 0,-5 8 0,2 5 0,3 1 0,1-6 0</inkml:trace>
  <inkml:trace contextRef="#ctx0" brushRef="#br0" timeOffset="76">25589 10625 8912,'-17'-17'0,"8"8"0,-7 1 0,14 8 0,-5 0 0,7 8 0,0 3 0,0 12 0,0 4 0,2 1 0,1-1 0,3-2 0,2 4 0,-2-6 0,-5 7 0,13-11 0,-8 4 0,7-9 0,-2-3 0,-1-7 0,1 2 0,7-6 0,5-6 0,0-6 0,-6-11 0,6 0 0,0-9 0,-2-4 0,-2-2 0,-2 1 0,0-1 0,0-2 0,1 0 0,-9 13 0,-3 4 0,-4 4 0,-2 9 0,0 5 0,0 10 0,0 7 0,0 11 0,6 4 0,-1 7 0,1 0 0,-6 1 0,2-3 0,4-3 0,-4 3 0,3-5 0,-3 0 0,-2-2 0,-2-8 0,-3 0 0,1-5 0,-8-1 0,1-7 0,-6 2 0,-1-5 0,1-1 0,0-1 0,0-5 0,2-4 0,1-7 0,3-2 0,-3-4 0,-1-11 0,-2-10 0</inkml:trace>
  <inkml:trace contextRef="#ctx0" brushRef="#br0" timeOffset="77">25589 10299 8912,'-17'-8'0,"0"-3"0,5-3 0,1 3 0,7-5 0,-4 7 0,10-1 0,4 5 0,11 3 0,4 2 0,10 0 0,5 0 0,-1 0 0,9 5 0,-6 3 0,2 2 0,0 1 0,-5 6 0</inkml:trace>
  <inkml:trace contextRef="#ctx0" brushRef="#br0" timeOffset="78">26174 10574 8912,'14'0'0,"3"0"0,-4 0 0,14 0 0,-6-2 0,2-4 0,6 2 0,-6-7 0,-2-3 0,-2-1 0,-2-2 0,-7 0 0,-5 0 0,-3-1 0,-2 9 0,-15-4 0,-8 7 0,-8 2 0,-11 10 0,4 3 0,-6 10 0,2 4 0,2 12 0,7 1 0,3 6 0,1 0 0,16 2 0,-2 2 0,18-2 0,11-2 0,14-4 0,13-4 0,12-5 0,4-6 0,-3-4 0,13-9 0,-4-5 0,4-3 0,-14-17 0,12-12 0,-11-17 0</inkml:trace>
  <inkml:trace contextRef="#ctx0" brushRef="#br0" timeOffset="79">28222 10625 8912,'-6'-24'0,"-1"-3"0,-3 0 0,-3 4 0,-4 6 0,-6 5 0,-2-1 0,-6 7 0,3 3 0,-3 1 0,-1 15 0,-1 6 0,2 6 0,3 5 0,7 3 0,-2 3 0,6 2 0,5 3 0,4-1 0,8-8 0,0-3 0,0-4 0,2-8 0,6 0 0,9 0 0,0-7 0,16-3 0,-4-8 0,3-5 0,3-11 0,-1-2 0,0-6 0,1 0 0,-8-2 0,3-2 0,-7 3 0,-2 1 0,-2-4 0,-3 6 0,-5 2 0,4 2 0,-13 2 0,6 7 0,-8 5 0,0 10 0,0 7 0,0 3 0,0 2 0,0 6 0,0 0 0,8 0 0,3-6 0,10 4 0,4-2 0,2-3 0,-6-11 0,9 3 0,-5-8 0,2 0 0,-6-2 0,2-4 0,-4-5 0,-2-4 0,-7 5 0,3-5 0,-7 3 0,0 5 0,-6-1 0,-8 8 0,-2 0 0,-7 0 0,0 0 0,0 2 0,0 2 0,-1 2 0,9 7 0,-1-11 0,4 4 0,5-4 0,-7-4 0,10-4 0,4-6 0,3-1 0,8 0 0,1 1 0,-1-1 0,8 5 0,-6-5 0,4 7 0,2 0 0,-3 6 0,3 0 0,-4 0 0,2 0 0,0 0 0,-6 2 0,3 2 0,3 2 0,-4 5 0,6-5 0,-3 0 0,1 1 0,0-5 0,0 6 0,0-8 0,8-2 0,-2-4 0,-5 2 0,-3-7 0,-7-2 0,-1-3 0,-7-1 0,-2 0 0,-10 0 0,-5 5 0,-12 3 0,-6 1 0,-4 2 0,1 8 0,1 4 0,3 6 0,5-1 0,-4 4 0,0 4 0,0 0 0,6 1 0,2 2 0,8 1 0,-3-2 0,7 4 0,1-2 0,4 0 0,2-6 0,2-5 0,4-3 0,5-1 0,4-4 0,10-10 0,2-5 0,8-12 0,-1-6 0,0-3 0,-1-5 0,-3-3 0,-1-6 0,-8-11 0,4 0 0,-8-10 0,0-4 0,-7-2 0,-2 7 0,-8 5 0,0 9 0,-2 10 0,-4 13 0,-4 12 0,1 13 0,1 16 0,1 11 0,5 7 0,-12 14 0,9 8 0,-3 1 0,2 10 0,4-5 0,-3 3 0,3-2 0,2-4 0,7-7 0,5-4 0,3-2 0,10-2 0,9-13 0,12-4 0,4-12 0,2-3 0</inkml:trace>
  <inkml:trace contextRef="#ctx0" brushRef="#br0" timeOffset="80">30218 10178 8912,'-34'-7'0,"0"-1"0,-1-3 0,-1 3 0,-2 8 0,-3 0 0,1 6 0,6-1 0,5 15 0,2-1 0,3 5 0,1-1 0,7 6 0,5 2 0,5 1 0,4 2 0,10 1 0,3-1 0,7 1 0,4-1 0,0-7 0,6-4 0,1-4 0,5-2 0,-5-6 0,-2-1 0,-2-2 0,-2 5 0,-6-3 0,0 7 0,0 0 0,-7-6 0,-5 1 0,-3 1 0,-9 1 0,-5-1 0,-5-2 0,-6 3 0,-4 1 0,-7-3 0,0-1 0,1-7 0,4 2 0,-1 1 0,7-1 0,-6-2 0,6-10 0,8 0 0,9-11 0,4 4 0,10-20 0,1 7 0</inkml:trace>
  <inkml:trace contextRef="#ctx0" brushRef="#br0" timeOffset="81">30270 10385 8912,'10'-18'0,"-3"1"0,-7 0 0,0 6 0,0-1 0,0 8 0,0-3 0,0 9 0,0 3 0,-5 13 0,-1 10 0,2 5 0,2 1 0,2 0 0,2-1 0,4-4 0,-2 3 0,7-5 0,2 0 0,3-3 0,1-6 0,0-7 0,0 0 0,1-7 0,-1 2 0,0-12 0,0-5 0,0-6 0,1-6 0,-3-4 0,-4-7 0,-3-1 0,-8 1 0,2-1 0,2 3 0,1 3 0,1 4 0,-6 8 0,0 8 0,0 3 0,0 12 0,0 11 0,0 12 0,0 3 0,0 2 0,0 1 0,8-1 0,1-5 0,9-2 0,-1-3 0,6-1 0,0-7 0,0-3 0,2-2 0,1-7 0,3 2 0,0-12 0,-8-5 0,2-12 0,-4 2 0,-2-8 0,-6 1 0,-1-7 0,-2 1 0,-5-1 0,-1 1 0,-2 7 0,0-5 0,0 3 0,0 4 0,-2 2 0,-3 12 0,3 5 0,-4 12 0,4 7 0,2 8 0,0-2 0,0 14 0,0-4 0,0 3 0,0 2 0,0 1 0,0-1 0,0-5 0,0 0 0,0-8 0,0 1 0,0-2 0,0-3 0,0-6 0,0 1 0,0-10 0,0-2 0,0-8 0,0-9 0,0-8 0,0-4 0,0-3 0,0-3 0,6 1 0,2 0 0,1-1 0,-5 3 0,2 3 0,-3 6 0,3 4 0,-4 2 0,13 7 0,-3 5 0,3 3 0,2 11 0,1 8 0,-7 3 0,1 8 0,-3 1 0,5 3 0,-3-3 0,-7 3 0,3-12 0,-5 2 0,2-2 0,2-3 0,0 0 0,-6 0 0,0-7 0,0-10 0,0-10 0,0-7 0,0 0 0,0-8 0,0-4 0,2-3 0,3-3 0,-1 3 0,8 3 0,-3-1 0,3 7 0,3-6 0,-4 6 0,5 8 0,1 7 0,0 8 0,0 10 0,1 7 0,-7 8 0,0 9 0,1 1 0,-1-1 0,1 0 0,-8-7 0,11 4 0,-4-8 0,-1 0 0,2-6 0,-7 0 0,7 0 0,-7-7 0,7-5 0,-1-3 0,-1-9 0,-2-3 0</inkml:trace>
  <inkml:trace contextRef="#ctx0" brushRef="#br0" timeOffset="82">31922 10230 8912,'27'-12'0,"-4"1"0,-4-2 0,-10-3 0,-5-1 0,-8 0 0,-7 0 0,-4 0 0,-10 7 0,4-3 0,-8 7 0,0 2 0,3 2 0,-5 2 0,8 0 0,-6 2 0,7 4 0,-7 3 0,6 9 0,6 1 0,5 2 0,1 4 0,1-1 0,4 1 0,5 6 0,1-6 0,0 3 0,1 5 0,5-5 0,4-1 0,7 2 0,0 1 0,0-5 0,2 6 0,4-8 0,-9 0 0,3-6 0,-5 0 0,1-2 0,-2-3 0,-9 3 0,-2-5 0,-9-1 0,-7-1 0,-8-3 0,-5 1 0,-4 0 0,-1-6 0,-8 0 0,6 0 0,-7 0 0</inkml:trace>
  <inkml:trace contextRef="#ctx0" brushRef="#br0" timeOffset="83">24385 12276 8912,'0'-34'0,"0"-1"0,0 1 0,0-3 0,0 1 0,0 2 0,0 7 0,2 16 0,3 11 0,-1 15 0,6 15 0,-1 9 0,1 6 0,-1 5 0,5 2 0,-5-1 0,-1 1 0,3 1 0,-3 3 0,0-1 0,-1-5 0,-1-6 0,-6-10 0,0 1 0,-7-1 0,-3 0 0</inkml:trace>
  <inkml:trace contextRef="#ctx0" brushRef="#br0" timeOffset="84">24178 12345 8912,'-9'9'0,"1"-1"0,8 0 0,15-7 0,8 5 0,8-4 0,11-10 0,2-1 0,7-8 0,7-8 0,1-4 0,2-3 0,4-3 0,-3-5 0,1 0 0,-18-6 0,-4 6 0,-15-6 0,-14 6 0,-4 0 0,-8 6 0,0 5 0,0 0 0,-8 16 0,-2-2 0,-7 15 0,8 9 0,1 10 0,0 14 0,6 11 0,-3 13 0,3 6 0,2 4 0,-8-6 0,6 4 0,-4-8 0,4 3 0,2-3 0,0-6 0,0 1 0,0-10 0,0-13 0,0-4 0,0-16 0,0-9 0,2-11 0,4-14 0,6-10 0,1-5 0,0-7 0,-1 1 0,-1 8 0,5-3 0,-3 7 0,-2 5 0,-7 5 0,12 6 0,-7 9 0,8 3 0,-5 6 0,-1 6 0,3 5 0,1 12 0,8-4 0,0 4 0,7-4 0,-1-2 0,4-1 0,3-5 0,4-5 0,-4-4 0,5-4 0,-5-4 0,-4-3 0,-3-9 0,-4 1 0,-8 0 0,-7-2 0,-4-4 0,-6 4 0,-6-4 0,-6 6 0,-11 5 0,-2-1 0,-3 7 0,-5 1 0,7 8 0,-3 7 0,0 7 0,14 12 0,-2-1 0,11 5 0,0 1 0,4 6 0,2 1 0,10-1 0,9-6 0,13 0 0,11-14 0,22 1 0,3-16 0,11-1-203,-5-10 0,7-13 203,-7-15 0,-5-1 0,-6-5 0,0 4 0</inkml:trace>
  <inkml:trace contextRef="#ctx0" brushRef="#br0" timeOffset="85">26794 12018 8912,'-35'0'0,"-3"0"0,4 0 0,7 0 0,6 0 0,6 2 0,3 4 0,5-4 0,9 5 0,3-7 0,7 0 0,-5 8 0,1-6 0,-8 13 0,-8-5 0,-1 7 0</inkml:trace>
  <inkml:trace contextRef="#ctx0" brushRef="#br0" timeOffset="86">26570 12052 8912,'0'-17'0,"-2"0"0,-3 0 0,1 0 0,-8-1 0,8 1 0,-11 0 0,13 0 0,-5 0 0,7-1 0,13 9 0,6 3 0,6 4 0,-4 10 0,11 1 0,-3 9 0,4-1 0,1 8 0,0 0 0,1 3 0,-8 5 0,-4-5 0,-6 3 0,-6-1 0,-5-1 0,-4-8 0,-2 10 0,0-8 0,-2-6 0,-4-6 0,-3-7 0,-8 2 0,5-4 0,1-2 0,-1-16 0,-5-6 0,5-9 0,1-3 0,7-8 0,-2-4 0,6-4 0,6-2 0,6 1 0,3 1 0,2 4 0,8 4 0,2 16 0,7 3 0,2 5 0,5 7 0,-5 5 0,4 12 0,0 9 0,-5 8 0,3 0 0,-11 10 0,7 3 0</inkml:trace>
  <inkml:trace contextRef="#ctx0" brushRef="#br0" timeOffset="87">27259 11984 8912,'0'17'0,"-8"0"0,0 0 0,-3 0 0,3-7 0,0 5 0,7-13 0,1 6 0,9-10 0,10-4 0,4-5 0,-2-7 0,8-4 0,-6 1 0,6-8 0,-8 6 0,3-6 0,1-1 0,-8 3 0,1-2 0,-9 1 0,-1 1 0,-6 2 0,4 2 0,-12 0 0,-6 8 0,-11 9 0,2 4 0,-7 2 0,5 14 0,-6 3 0,8 13 0,0 3 0,8 5 0,-3 2 0,14 0 0,-3 1 0,3-3 0,6-8 0,5-3 0,10-2 0,6-4 0,4-10 0,7-3 0,4-8 0,2-8 0,4-3 0,8-12 0,-8-8 0,-4-7 0,-4 2 0,-11-6 0,-4 6 0,-4-5 0,-10 5 0,5-6 0,-9 8 0,-1-1 0,-8 7 0,-3 3 0,-1 4 0,1 6 0,-7 9 0,12-2 0,-11 10 0,7 4 0,0 5 0,6 12 0,2-2 0,4 8 0,4-2 0,7 1 0,0 5 0,0-5 0,0-1 0,1 2 0,-1-2 0,0 1 0,-2 3 0,-3-8 0,-6-2 0,-5-2 0,-1 4 0,-1-2 0,-5-6 0,-4 2 0,-13-9 0,0 3 0,-5 3 0,5-9 0,-6 1 0,6-6 0,2 0 0,2-2 0,2-3 0,0-5 0,-1-7 0</inkml:trace>
  <inkml:trace contextRef="#ctx0" brushRef="#br0" timeOffset="88">28274 11657 8912,'-17'0'0,"5"0"0,1 0 0,-1 0 0,-3 2 0,3 4 0,7 7 0,3 8 0,2 0 0,0 8 0,2-6 0,3 5 0,5-7 0,7 2 0,0-4 0,8-2 0,-4 1 0,6-3 0,-2-4 0,-4-5 0,-2-4 0,-2-2 0,1-8 0,-1-3 0,0-4 0,0-3 0,-5-6 0,-1-5 0,-7-4 0,2-1 0,-4 0 0,-2-1 0,0 9 0,0 3 0,0 4 0,0 1 0,0 9 0,0 3 0,0 12 0,0 13 0,0 13 0,0 9 0,0 2 0,1-2 0,5 4 0,4-6 0,7 1 0,0-6 0,0-5 0,8-4 0,4-8 0,-2-8 0,1-5 0,1-8 0,-2-7 0,0-12 0,-4-6 0,-4-5 0,4-6 0,-4-2 0,-2-4 0,-6-4 0,-1 6 0,0-3 0,-3-3 0,1-4 0,-2-1 0,-6 2 0,0-5 0,1-1 0,5-4 0,-4 8 0,4 14 0,-4 9 0,-2 15 0,7 7 0,-5 18 0,4 15 0,-6 15 0,-4 10 0,-1 7 0,-9 6 0,10 2 0,-5-2 0,1-1 0,2 5 0,1-10 0,-1 8 0,2 2 0,2-8 0,4-3 0,4-8 0,5-4 0,5-10 0,3-7 0,4-8 0,3-7 0,9-5 0,5-10 0,0-7 0,-2-5 0,-9-6 0,-4-4 0,0-7 0,2 0 0</inkml:trace>
  <inkml:trace contextRef="#ctx0" brushRef="#br0" timeOffset="89">28756 11502 8912,'0'17'0,"-6"1"0,0-1 0,0 0 0,6 0 0,2 0 0,6-1 0,9-5 0,12-3 0,17-8 0,7-2 0,16-4 0,0-3 0,0-9 0,0-5 0,0 1 0,-10-1 0,-8 5 0,1-6 0,-8-3 0</inkml:trace>
  <inkml:trace contextRef="#ctx0" brushRef="#br0" timeOffset="90">28756 11399 8912,'5'-11'0,"1"-1"0,-2-1 0,-2-3 0,-2-1 0,0 0 0,0 6 0,0-1 0,0 12 0,0 8 0,0 19 0,0 15 0,0 21 0,0 7 0,0 7 0,0 5 0,0 4 0,0 6 0,0-5 0,0 3 0,2-8 0,4-7-87,3-4 1,8-18 0,1-3 0</inkml:trace>
  <inkml:trace contextRef="#ctx0" brushRef="#br0" timeOffset="91">5128 11141 8912,'0'-27'0,"0"4"0,0 4 0,0 2 0,0 0 0,0 6 0,0-1 0,-2 8 0,-3-1 0,3 3 0,-14 2 0,5 0 0,-4-2 0,-3-4 0,-7 4 0,-9-4 0,-12 12 0,-13 0 0,-10 11 0,-2-4 0,-7 12 0,1 0 0,5-4 0,7 8 0,6-1 0,5-1 0,6-2 0,16-2 0,3 0 0,6-2 0,-4-2 0,16-2 0,-1 0 0,8 0 0,-3 1 0,5 1 0,-4 2 0,4 2 0,2 0 0,0-4 0,0 4 0,0 5 0,-7 5 0,5 9 0,-6 7 0,0 13 0,7 1 0,-7 28 0,8 1-513,0-42 1,0-1 512,0 47 0,0-2 0,0-10 0,0-4 0,8-8 0,5-14 0,6-14 0,4-12 0,8-15 0,-5-9 0,9-8 0,5-2 0,0-4 0,8-5 0,-2-12 0,3-6 0,3-3 0,-2-3 0,-2 1 0,-3 0 0,-8 7 0,-3 4 0,-9 4 1025,-13 9-1025,-5 3 0,-7 7 0,-2 7 0,-2 5 0,-1 3 0,1 2 0,2-5 0,2-1 0,8-7 0,1 4 0</inkml:trace>
  <inkml:trace contextRef="#ctx0" brushRef="#br0" timeOffset="92">5145 11502 8912,'-11'-2'0,"-1"-3"0,9 3 0,-5-14 0,10 7 0,4-1 0,-3-5 0,9 5 0,1 1 0,3 3 0,3-1 0,2 1 0,2 2 0,-2 2 0,4 4 0,-2 4 0,-2 5 0,2 12 0,-4 6 0,-6 3 0,-3 3 0,-5 7 0,-12 3 0,-5 13 0,-11-5 0,-5 5 0,-5-7 0,-1-5 0,-1 2 0,1-8 0,5-2 0,2-9 0,3-8 0,2-8 0,9-5 0,2-8 0,7-2 0,-2-4 0,4-5 0,2-12 0,0-6 0,0-3 0,0-3 0,2 1 0,4-1 0,-4 1 0,13 2 0,-5 3 0,-1 6 0,6 4 0,-11 9 0,8 5 0,3 5 0,6 5 0,-2 5 0,6 9 0,0 4 0,-6-4 0,14 12 0,-5-8 0,7 5 0,5-5 0,0-2 0,10-7 0,3-3 0,10-7 0,0 2 0,4-5 0,2-1 0</inkml:trace>
  <inkml:trace contextRef="#ctx0" brushRef="#br0" timeOffset="93">6488 11313 8912,'-8'-15'0,"-2"1"0,-1 5 0,0 1 0,5 3 0,-4 6 0,1 7 0,-1 9 0,1 10 0,-5 11 0,5 4 0,1 2 0,2 0 0,6 4 0,0-2 0,0-6 0,2 4 0,4-2 0,5-4 0,5 6 0,1-8 0,0 4 0,-2-5 0,-3-7 0,3-3 0,-5-8 0</inkml:trace>
  <inkml:trace contextRef="#ctx0" brushRef="#br0" timeOffset="94">6436 10900 8912,'-17'0'0,"0"0"0,1-1 0,5-5 0,3-4 0,10-5 0,4 4 0,11 1 0,12 6 0,3-4 0,3-1 0,7-1 0,4-3 0,5 2 0,7-3 0,-3 5 0,8-3 0,-2 3 0,2-3 0,-5 6 0,-5 5 0,-11 1 0,-7 0 0,-5 7 0,-12 5 0,1 11 0,-14 7 0,-1 8 0,-2 8 0,4 10 0,0 1 0,-1 10 0,-5 2 0,0 5-214,0 6 1,6 8 213,0-8 0,7 1 0,-1-13 0,-5 1 0,1 0-42,0 0 1,-6-8 41,3-4 0,-3-5 0,-4-8 0,-3-8 0,-7-5 0,-3-10 0,-4 3 0,-2-6 0,-2-1 0,-8-8 0,4 5 0,-9-9 423,-4-1-423,4-2 0,-14-2 0,4 0 29,-4 0 0,6-2 0,4-2-29,4-1 0,3-7 0,5 6 0,3-7 0,15 4 0,3-9 0,22 1 0,4 0 0</inkml:trace>
  <inkml:trace contextRef="#ctx0" brushRef="#br0" timeOffset="95">8673 10780 8912,'-11'-2'0,"-1"-4"0,1-5 0,1-4 0,3-2 0,5 1 0,-2 3 0,-2 1 0,-7 9 0,1-3 0,-5 4 0,-6 2 0,-4 0 0,-9 2 0,-4 2 0,-6 1 0,-2 9 0,0-3 0,2 5 0,2 1 0,-1 0 0,4 0 0,5 0 0,2 0 0,5 1 0,2-1 0,2 0 0,2 0 0,6 6 0,2 0 0,3-2 0,5 6 0,5 0 0,-2 1 0,-2 1 0,1-8 0,5 13 0,0 1 0,0-1 0,0 6 0,1 2 0,3 0 0,2 2 0,0 10 0,-6-1 0,0 6 0,0 1 0,0 1 0,0 15 0,0 4 0,-2 6 0,-2 4 0,-4 2 0,-1-2 0,5-1-734,-2 3 0,4-10 734,2 4 0,2-13 0,4-4 0,4-6 0,7-6 0,6-11 0,0 0 0,2-10 0,-4-7 0,2-6 0,7-4 0,-9-4 0,8-4 0,-1-3 0,7-8 0,1 0 0,4 0 0,-1 0 734,7 0 0,-2-2-734,1-4 0,-1 3 0,-3-9 0,-11 8 0,3-3 0,-7-1 0,-3 6 0,-11-6 0,-1 8 0,-7 0 0,4 0 0,-10 0 0,-4 0 0,-3 0 0,-9 0 0,1 0 0,0 0 0,0-7 0,0-3 0</inkml:trace>
  <inkml:trace contextRef="#ctx0" brushRef="#br0" timeOffset="96">8880 10780 8912,'11'0'0,"-1"-2"0,-1-2 0,1-3 0,1-3 0,-1-3 0,5 3 0,-3 1 0,3-1 0,2 1 0,0 5 0,1-4 0,-1 2 0,0 1 0,-2 1 0,-3 10 0,-5 3 0,-1 3 0,0 1 0,-2 6 0,-2-2 0,-4 6 0,-4-4 0,-6-2 0,5 1 0,-8 5 0,3 0 0,-3-1 0,-2-4 0,5-1 0,1 0 0,1-6 0,-1 1 0,5 1 0,-4-5 0,8 0 0,-3-3 0,10 1 0,-1 2 0,8-4 0,1 1 0,2 9 0,3-5 0,-1 8 0,2 2 0,2 3 0,2 0 0,0 3 0,-6-2 0,-2-2 0,-3 6 0,-6 0 0,-5-1 0,-1-5 0,-7 10 0,-5-6 0,-3 2 0,-8-6 0,0 2 0,-7-4 0,8-2 0,-6 0 0,7 0 0,-2 0 0,-4 1 0,0-1 0</inkml:trace>
  <inkml:trace contextRef="#ctx0" brushRef="#br0" timeOffset="97">8742 12001 8912,'0'-17'0,"0"-1"0,0 1 0,2 2 0,4 3 0,-3-1 0,9 7 0,1 3 0,3 1 0,1 2 0,-6 5 0,-1 3 0,-1 2 0,1 3 0,1 2 0,-1 2 0,-4 1 0,-4-1 0,-2 0 0,0 6 0,0 2 0,0 2 0,0 1 0,0 1 0,0-1 0,0-1 0,0 2 0,-6 1 0,0-5 0,2 0 0,2 0 0,4-2 0,4-6 0,4-7 0,7-5 0,2-3 0,4-4 0,6-3 0,3-7 0,3-11 0,-1-5 0,2 1 0,1 0 0,-3 2 0,4-5 0,-11 3 0</inkml:trace>
  <inkml:trace contextRef="#ctx0" brushRef="#br0" timeOffset="98">8622 10402 8912,'-10'-17'0,"4"-1"0,6 1 0,6 0 0,5-2 0,14-2 0,10-2 0,9 2 0,5 2 0,11 2 0,3 0 0,9 1 0,5 3 0,1 1 0,-11 9 0,-2-1 0,-9 8 0,-3 11 0,-15 10 0,-5 1 0,-8 11 0,-14 9 0,5 5 0,-5 6 0,4-1 0,1 9 0,-1 4 0,0 5 0,4 4 0,2 8 0,-3 6 0,-1-2 0,6 4-133,0-3 0,-9-42 0,0 0 0,11 40 133,2-5 0,-12-3 0,3-9-76,-3 3 1,-7 1 0,-3-3 75,-3 1 0,-2-7 0,-2-8 0,-3-7 0,-5 0 0,0-1 0,-7-1 0,0-4 0,0-4 0,-8-6 0,0 4 0,0-4 0,-5 5 0,1-5 0,0-2 103,-5 1 1,-3-7 0,-1-1 0,-4-2 0,-2-6-104,-4-6 79,6-5 1,-7-8 0,5 0-80,0 0 0,2 0 0,7 0 0,1 2 0,-1 4 0,9-5 0,1 7 0,17 0 0,8 3 0,8-3 0,9 0 0,0-8 0</inkml:trace>
  <inkml:trace contextRef="#ctx0" brushRef="#br0" timeOffset="99">10394 11588 8912,'-17'-15'0,"2"2"0,1 3 0,3 2 0,-3 5 0,-1 1 0,-2 2 0,0 0 0,5 0 0,1 0 0,7 2 0,-2 3 0,4 7 0,2-5 0,2 3 0,4-6 0,7 1 0,8-1 0,8-2 0,9-2 0,4 0 0,2 0 0,8-6 0,5 1 0,1-3 0,-9 4 0,-3-1 0,-2-7 0,-4 6 0,-11 1 0,0 5 0,-8 0 0,-12 7 0,-9 3 0,-25 7 0,-11 0 0</inkml:trace>
  <inkml:trace contextRef="#ctx0" brushRef="#br0" timeOffset="100">10394 12035 8912,'0'-9'0,"2"-1"0,4 4 0,5 3 0,12-9 0,10 3 0,7-3 0,8-3 0,-3 3 0,11 5 0,1 1 0,1-2 0,-7 3 0,-7-1 0,-2-2 0,-7-1 0</inkml:trace>
  <inkml:trace contextRef="#ctx0" brushRef="#br0" timeOffset="101">11874 11279 8912,'0'-12'0,"0"1"0,0-3 0,0-1 0,0-2 0,0 7 0,-2 3 0,-4 9 0,-3 5 0,-1 10 0,-13 16 0,12 7 0,-12 12 0,4 7 0,2 6 0,5 6 0,2 3 0,3 6 0,1-3 0,6 3 0,2-11 0,4-10 0,5-9 0,6-16 0,6-11 0,2-12 0,4-5 0,2-8 0,-9-9 0,7-3 0,-6-14 0,0 5 0,-6-6 0,-7 8 0,-4-2 0,-6-2 0,-6 0 0,-8 1 0,-7-1 0,-5 2 0,-9 6 0,1-1 0,-1 1 0,1 6 0,0 1 0,-1 3 0,8 1 0,-3 6 0,7 0 0,2 8 0,9 5 0,7 6 0,3 4 0,2-2 0,15-2 0,-4-2 0,30-7 0,-5-3 0</inkml:trace>
  <inkml:trace contextRef="#ctx0" brushRef="#br0" timeOffset="102">12373 11777 8912,'-17'-7'0,"7"-3"0,3-7 0,9 7 0,3 5 0,7-3 0,11 2 0,7 2 0,9 3 0,-3 1 0,14 0 0,-5 0 0,5 0 0,8 0 0,1 0 0,0 0 0,0 0 0,-9-8 0,-8 6 0,-7-4 0,-9 4 0,-8-5 0,-18 5 0,-10-6 0,-7 8 0,0 0 0,-1 0 0,1 0 0,8 0 0,-7 6 0,5 0 0,-4-1 0,-3-5 0,1 0 0</inkml:trace>
  <inkml:trace contextRef="#ctx0" brushRef="#br0" timeOffset="103">12700 11313 8912,'-8'-9'0,"5"3"0,-9 12 0,6 13 0,-5 15 0,-3 10 0,5 11 0,-3 3 0,3 12 0,-5-1 0,3 2 0,7 5 0,-2-3 0,5-6 0,1-6 0,0-12 0,0-3 0,0-6 0,0-11 0,1-6 0,3-10 0,2-1 0,7-8 0,-9 3 0,8-7 0,-16 0 0,2 0 0</inkml:trace>
  <inkml:trace contextRef="#ctx0" brushRef="#br0" timeOffset="104">13320 11605 8912,'0'-11'0,"1"1"0,3 1 0,4 1 0,1 1 0,3-1 0,5 4 0,0-2 0,1 3 0,5 1 0,1 4 0,1 3 0,0 7 0,0 3 0,-4 4 0,2 4 0,-2 6 0,-4 3 0,-5 4 0,-7 5 0,-10 2 0,-9 9 0,-5 0 0,-4-1 0,-7-7 0,3 4 0,-8-8 0,1 0 0,0-5 0,1-3 0,4-5 0,6-10 0,4 0 0,2-15 0,0 4 0,0-4 0,7-10 0,2-3 0,3-7 0,-1-5 0,0 4 0,8-13 0,2 3 0,2-3 0,7-3 0,-3 1 0,7 2 0,0 3 0,0 4 0,1 8 0,-1 2 0,0 3 0,8 4 0,-4 8 0,8 0 0,-3 4 0,3 8 0,3 1 0,-5 16 0,0 1 0,6 3 0,-12 7 0,7 0 0,-1 0 0,2-5 0,3-7 0,-3-1 0,3-2 0,3-10 0,-1 0 0,1-13 0,-1 6 0</inkml:trace>
  <inkml:trace contextRef="#ctx0" brushRef="#br0" timeOffset="105">14214 11915 8912,'-11'-15'0,"-1"3"0,9 4 0,-5 7 0,8-5 0,2 4 0,6-4 0,11 4 0,13 0 0,12-3 0,6 3 0,1-6 0,1 8 0,0 0 0,-1-8 0,1-1 0,0-8 0</inkml:trace>
  <inkml:trace contextRef="#ctx0" brushRef="#br0" timeOffset="106">14369 12276 8912,'-17'0'0,"0"0"0,7 0 0,3 0 0,10-2 0,9-2 0,13-3 0,11-1 0,10 0 0,4-5 0,1 1 0,1-1 0,0 0 0,-1 1 0,1-7 0,-1-8 0</inkml:trace>
  <inkml:trace contextRef="#ctx0" brushRef="#br0" timeOffset="107">15608 11743 8912,'-17'-25'0,"-8"6"0,4-6 0,-8 8 0,1 7 0,-7 5 0,1 3 0,7 2 0,-3 2 0,7 3 0,0 11 0,6 7 0,7 9 0,4 1 0,4 5 0,2 10 0,0-6 0,2 5 0,4-3 0,5-2 0,5 0 0,1-3 0,0 1 0,0-8 0,2-1 0,2-8 0,2-2 0,0-2 0,-5-2 0,-1 0 0,-2-5 0,-3-1 0,-5 0 0,-7 7 0,-2-1 0,-3 0 0,-7 0 0,-13 0 0,-9 1 0,-1-1 0,-9-6 0,6-1 0,-2-3 0,8-1 0,1-10 0,10-5 0,6-8 0,5-12 0,12-3 0,6-11 0,9 0 0,13-3 0,12-6 0,2 2 0,4 5 0,2-5 0,2 6 0,-1-6 0,1 4-388,-1-3 0,1-3 0,0-9 1</inkml:trace>
  <inkml:trace contextRef="#ctx0" brushRef="#br0" timeOffset="108">15987 12224 8912,'-17'0'0,"-1"-2"0,1-1 0,0-3 0,9-2 0,10 4 0,14-1 0,5-7 0,11 5 0,4-3 0,3-3 0,3-3 0,-4 1 0,8 2 0,2 3 0,1 3 0,-5-5 0,-3 6 0,-5 1 0,-2 5 0,1 0 0</inkml:trace>
  <inkml:trace contextRef="#ctx0" brushRef="#br0" timeOffset="109">16176 12551 8912,'-15'-2'0,"3"-4"0,-1 3 0,7-9 0,1 8 0,5-11 0,0 4 0,0-5 0,7-1 0,5 0 0,11 0 0,3-1 0,9 1 0,7 0 0,2 0 0,0 0 0,6-1 0,-5 1 0,13-8 0,3-1 0</inkml:trace>
  <inkml:trace contextRef="#ctx0" brushRef="#br0" timeOffset="110">16899 11932 8912,'-10'-8'0,"-3"5"0,7-9 0,-7 8 0,9 4 0,-6 14 0,3 7 0,1 5 0,6 9 0,0-1 0,0 1 0,0-1 0,0 0 0,0-1 0,2-5 0,4-5 0,5-3 0,5-3 0,1-2 0,0-4 0,6-3 0,0-8 0,5-8 0,-5-3 0,6-4 0,-4-4 0,2-4 0,-6-4 0,2-7 0,2-8 0,-4-2 0,-4 0 0,-4 4 0,-1 3 0,-1 3 0,-1 1 0,-3 5 0,-1 11 0,-6 11 0,0 12 0,0 3 0,-2 16 0,-2 5 0,-1 9 0,-1 3 0,6 4 0,0-6 0,0-4 0,0-2 0,2 1 0,4-1 0,3-7 0,8-4 0,6-6 0,0-6 0,8-3 0,-3-8 0,13-15 0,3-4 0</inkml:trace>
  <inkml:trace contextRef="#ctx0" brushRef="#br0" timeOffset="111">17828 11468 8912,'-11'0'0,"-1"0"0,7 2 0,-7 3 0,1 13 0,-1 3 0,3 9 0,-1 5 0,0 3 0,7 15 0,-3-1 0,4 1 0,2 1 0,0-8 0,2-2 0,4-2 0,-5-2 0,7-6 0,-8-7 0,0-2 0</inkml:trace>
  <inkml:trace contextRef="#ctx0" brushRef="#br0" timeOffset="112">17415 11554 8912,'-9'0'0,"-5"-8"0,8-3 0,1-5 0,5-1 0,2 2 0,3 3 0,13-3 0,10 6 0,5-1 0,9-3 0,4 7 0,3 0 0,3 6 0,0 0 0,-1 0 0,1 8 0,-2 1 0,-4 9 0,3-1 0,-5 0 0</inkml:trace>
  <inkml:trace contextRef="#ctx0" brushRef="#br0" timeOffset="113">18276 11898 8912,'-10'2'0,"4"3"0,4-1 0,2 8 0,0 7 0,6 7 0,2 9 0,1-1 0,5 1 0,1 5 0,2 0 0,0-2 0,1-7 0,-1-3 0,0-7 0,0 2 0,0-11 0,3-10 0,3-12 0,-4-1 0,7-30 0,-3 1 0,2-7 0,4-5 0,2-7 0,-9-4 0,1 2 0,-5-2 0,-1 7 0,-2-1 0,-3 3 0,-5 3 0,-7 7 0,0 2 0</inkml:trace>
  <inkml:trace contextRef="#ctx0" brushRef="#br0" timeOffset="114">20478 15233 8912,'10'0'0,"-2"0"0,-8-8 0,-2 7 0,-4-5 0,2 2 0,-7-2 0,7 4 0,-4-5 0,0 7 0,7 0 0,-7 0 0,8 0 0,0 0 0,8 0 0,1 0 0,8 0 0,2 0 0,4 0 0,-2 0 0,8 0 0,2 0 0,9 0 0,4 0 0,7 0 0,1 0 0,0 0 0,-1 0 0,7 0 0,-1 0 0,-1 0 0,-3 0 0,-3 0 0,-4 0 0,-4 0 0,-8 0 0,1 0 0,-3 0 0,-3 0 0,-4 0 0,-8 0 0,0 0 0,0 0 0,0 0 0,1 0 0,-7 0 0,1 0 0,-9-2 0,3-4 0,-4 4 0,-2-5 0,0 7 0,0 0 0,-8 0 0,-1 0 0,-8 0 0,-1 0 0,1 0 0,0 0 0,0 0 0,0 0 0,-1 1 0,-1 3 0,-4 2 0,-5-2 0,-5-2 0,3 3 0,-5 1 0,-7-2 0,-8 4 0,-7-3 0,-4 9 0,-10-7 0,-2 7 0,-1-3 0,-8-1-114,1 1 1,12 3 113,6-9 0,8 7 0,3-6 0,8-1 0,6-5 0,7 0 0,14 0 0,10 0 0,7 0 0,0 0 0,7 0 0,5 0 0,3 0 0,4 6 113,4 0 1,2-1-114,4-5 0,5 0 0,-1 0 0,5 0 0,0 0 0,-2 0 0,-1 0 0,5 0 0,0 0 0,8 0 0,-4-5 0,7-1 0,1 2 0,7 2 0,1 0 0,5-1 0,-2-3 0,-8 0 0,6 6 0,-5 0 0,1 0 0,1 0 0,-5-6 0,3 1 0,1 1 0,-4 0 0,-1-2 0,-12 4 0,6-3 0,-13-3 0,-5 2 0,-12 1 0,1 5 0,-11 0 0,1 0 0,-20-2 0,-4-2 0,-2-2 0,-3 0 0,0 6 0,-5 0 0,-8 0 0,1 0 0,0 0 0,-9 0 0,7 0 0,-6 0 0,0 0 0,6 8 0,-12-4 0,6 5 0,-2-1 0,0 5 0,-2-1 0,-2-3 0,8 3 0,-8-3 0,2 3 0,-3 3 0,-1-5 0,2 1 0,2 1 0,8-3 0,-2 3 0,-4 3 0,13-13 0,-1 5 0,5 1 0,4-6 0,6 11 0,0-7 0,7 0 0,2-6 0,8 0 0,8 0 0,3 0 0,5 0 0,9 0 0,3 0 0,5 6 0,1-1 0,1-1 0,-1-2 0,2-2 0,5 0 0,3 8 0,7-6 0,1 3 0,-1-3 0,1-2 0,2 0 0,1 0 0,2 0 0,3 0 0,-3 0 0,-3-6 0,3 1 0,2-9 0,-3 5 0,-5-3 0,-3 1 0,-10 7 0,2-9 0,-11 5 0,-6-1 0,-11 5 0,-5-4 0,-7 8 0,-7 0 0,-5 0 0,-5 0 0,-6 0 0,-4 0 0,-7 0 0,-1 0 0,-1 6 0,-2 0 0,-2-3 0,-8-1 0,2-2 0,2 6 0,-2 0 0,0-1 0,-7 1 0,-5 0 0,3 2 0,-8-5 0,-2 3 0,-4 0 0,-6 1 0,5-5 0,-5 12 0,10-7 0,2 3 0,7-6 0,1 9 0,3-7 0,14 7 0,-2-1 0,6-3 0,11 3 0,7-8 0,9 3 0,16-7 0,8 0 0,1 0 0,16 6 0,0 0 0,9-1 0,8-5 0,1 0 0,7-7 0,-3 3 0,9-6 0,5 3 0,-1-7 0,6 3 0,1 1 0,1-1 0,1-3 0,4-1 0,-5-2 0,-1 0 0,-7 2 0,0 3 0,-2-3 0,-4 5 0,-6-1 0,-3-1 0,-10 9 0,-4-5 0,-9 6 0,-3-4 0,-7 4 0,-4-5 0,-9-1 0,-8 6 0,-2-6 0,-4 8 0,3 0 0,-11 0 0,-5 0 0,-8 0 0,-7 0 0,-6 0 0,-6 0 0,-4 0 0,-9 6 0,-2 2 0,0 1 0,-1-5 0,5 2 0,3 4 0,-3-1 0,4 3 0,1-1 0,0-1 0,1 1 0,-9 4 0,7-5 0,-5 7 0,7 0 0,3 0 0,2 1 0,8-3 0,-2-4 0,11 5 0,6-5 0,12-3 0,13-1 0,15-7 0,10 0 0,13 0 0,6 0 0,11 0 0,4-7 0,6-1 0,-2-5 0,-2 1 0,-7 1 0,9-1 0,-8 3 0,-2 1 0,-7-3 0,-4 3 0,-2 0 0,-3 1 0,-11-7 0,-3 12 0,-15-5 0,-3 7 0,-9 0 0,-3 0 0,-5 0 0,-7 0 0,0 0 0,-1 0 0,1 0 0,0 0 0,6 0 0,-1 0 0,1 0 0,-1 0 0,1 0 0,7 0 0,-4 0 0,1 0 0,5 0 0,-6 0 0,8 0 0,0 0 0,0-8 0,0 6 0,0-5 0,-2 7 0,-4 0 0,4 0 0,-5 0 0,7 0 0,0 0 0,-8 0 0,6 0 0,-13 0 0,11 0 0,-7 0 0,-3 0 0,5 0 0,-3 0 0,-1 0 0,-10 0 0,4 0 0,-8 0 0,4 0 0,-6 0 0,3 0 0,-3 0 0,0 0 0,2 0 0,1 0 0,3 0 0,4 0 0,-4 0 0,11 0 0,-1 2 0,7 3 0,2-1 0,12 8 0,9-1 0,10-1 0,13-3 0,6-7 0,11 0 0,6 0 0,4 0 0,2 0 0,0 0 0,0-6 0,0-1 0,0-3 0,-3-1 0,-2 1 0,-3-5 0,-4 4 0,-13 3 0,-4 2 0,-3-3 0,-26 7 0,8-6 0,-19 8 0,-4 0 0,-13 0 0,0 0 0,0 0 0,-14 0 0,-3 0 0,-12 0 0,-6 2 0,-11 4 0,-10-2 0,-1 7 0,-1 2 0,-1 3 0,-1-5 0,-5 1 0,2 1 0,7 8-121,-1 2 1,9 0 120,1-6 0,24-2 0,6-3 0,15 1 0,13-7 0,10 0 0,19-6 0,4 0 0,7 0 0,2 0 0,4 0 0,4 0 0,10-6 0,3 0 0,-1-7 0,7 1 0,0-9 0,6-2 0,2 2 0,3 2 0,5-4 0,7-2 0,0-1 80,-8 5 0,-5-2 1,-16 11-81,-11 7 0,-21-3 0,-8 2 0,-19 8 0,-4 10 0,-15-3 0,-7 3 0,-5-1 0,-3 6 0,-4 0 0,-6 1 0,-6-1 0,-3 0 0,-5 0 0,-1 0 0,-2 1 0,-6-1 0,0 0-873,1 0 873,-1 0 0,8-1 0,5-3 0,8-2 0,14-7 0,11 2 0,13-4 0,10-2 0,18 0 0,16 0 0,0 0 0,18-6 0,-2-1 0,5-3 0,14 0 0,-4-3 0,0 2 0,2-3 0,-8 7 0,8-9 0,-4 5 0,-3-2 0,-5-1 0,-7 5 0,-10-1 873,-7 0-873,-6 7 0,-16-5 0,-1 8 0,-16 0 0,-3 0 0,-5 0 0,-9 0 0,-1 0 0,-3 2 0,0 4 0,8-4 0,-9 11 0,7-7 0,2-3 0,2 7 0,1-8 0,1 4 0,6-2 0,-1 1 0,7-3 0,-5 6 0,2-1 0,3-5 0,6 12 0,5-9 0,4 9 0,15-5 0,1 9 0</inkml:trace>
  <inkml:trace contextRef="#ctx0" brushRef="#br0" timeOffset="115">12012 16798 8912,'-18'-2'0,"1"-4"0,0-3 0,0-3 0,0 2 0,1 1 0,5-1 0,3 7 0,1-5 0,5 8 0,-4 0 0,12 0 0,-3 0 0,9 0 0,-1 0 0,1 0 0,-1 2 0,3 4 0,3-5 0,6 5 0,-2-2 0,10 0 0,5 2 0,0-1 0,10-5 0,2 0 0,2 0 0,9 0 0,4-2 0,4-3 0,2 3 0,0-12 0,1 7 0,5-3 0,-2 4-156,7-5 1,-8 5 155,3-5 0,-4 7 0,-2-4 0,-1 8 0,1 0 0,-6 0 0,-1 0 0,-1 0 0,0 0 0,10 0 0,5 2 0,4 2 0,-5 2 0,-4 0 0,-2-6 0,1 1 0,5 5 0,3-4 0,3 6 0,-3-8 0,-1 0 0,3 0 0,-6 0 0,-1 0 0,-10 0 0,-2 0 0,-3 0 0,-1 0 0,12 0 0,-4-6 0,10 0 0,-5-1 0,-1 1 0,4-2 0,-4-5 0,-8 3-4,-6 3 1,3-7 3,-1 3 0,0 1 0,-5-1 0,-2 1 0,-4-1 0,-2-4 0,-4 3 0,-4 4 0,6-7 0,-8 6 0,1-1 0,1 1 0,4 3 0,-3 4 155,3-4 1,-4 4-156,-1 2 0,5-6 1,0 1 1,0-3 0,-6 4 0,1-3-2,-1-3 0,-7 4 0,-4-5 0,2 1 0,-2-1 0,-6-2 0,-5 7 0,-7-2 0,7 2 0,-8 5 0,3-7 0,-7 8 0,0 0 0,0-8 0,0 6 0,0-13 0,0 5 0,0-7 0,0 8 0,0-7 0,0 5 0,0-6 0,0-6 0,0-6 0,0-3 0,0-3 0,0-7 0,6 0 0,0-5 0,-2 1 0,-3-6 0,-1-5 0,6-6 0,0 5 0,0 1 0,-1 6 0,1-1 0,-2 0 0,-2 3 0,-2 3 0,0 6 0,0 3 0,0 3 0,0 0 0,-2 1 0,-4 5 0,-3 3 0,-3 2 0,1 0 0,-3 2 0,-1 4 0,-2 5 0,0-3 0,-1 5 0,1-5 0,0 2 0,0 1 0,0 8 0,-1-9 0,1 7 0,0-5 0,0 5 0,-6-7 0,-2 3 0,-2 1 0,-2-7 0,-13 7 0,-4-8 0,-3-1 0,-3 7 0,1 0 0,-3 1 0,-3-1 0,-3-5 0,-5 7 0,4-3 0,2 1 0,-6 7 0,6-6 0,-5 7 0,7-3 0,4 0 0,-5 6 0,1 0 0,-8 0 0,2 0 0,-6 0 0,-6 0 0,-3 0 0,0 0 0,-5 6 0,9 1 0,1 3 0,2-6 0,3 11 0,-3-3 0,-4 3 0,4-6 0,-5 7 0,5-5 0,-3 4 0,3 3 0,-11-3 0,5-2 0,-1-1 0,-2-1 0,-8 6 0,-4 1 0,43-10 0,0 1 0,-44 8 0,7-2 0,11-1 0,4-3 0,2-7 0,-5 9 0,-1-5 0,3 2 0,1-7 0,10 5 0,1-8 0,1 0 0,11 0 0,-3 0 0,9 6 0,-4-1 0,6 1 0,-6-6 0,-2 0 0,4 6 0,-2 0 0,6 5 0,-6-3 0,-2 1 0,6-5 0,0 11 0,2-11 0,0 8 0,1 1 0,5 2 0,5 1 0,6-3 0,4-2 0,2 1 0,0 5 0,7-7 0,3 5 0,7-4 0,0-3 0,0 7 0,0 1 0,0 7 0,0 7 0,0 1 0,0 7 0,0 6 0,0 7 0,0 3 0,0 3 0,0 4 0,0 8 0,0 0 0,0 0 0,0 5 0,0 1 0,5 5 0,1-6 0,8-1 0,-5-10 0,3-8 0,-1-7 0,1 2 0,3-20 0,-2 3 0,-1-6 0,-7-4 0,7-6 0,-3-6 0,3 1 0,-4-9 0,-1 5 0,-5-6 0,4 4 0,-2-4 0,1 3 0,-3-3 0,6-2 0,-6 0 0,4 0 0,-4 0 0,13 6 0,-4 0 0,-3 7 0,7-9 0,-3 7 0,3 3 0,2-7 0,-5 7 0,-1-8 0,3-3 0,1 5 0,2-2 0,-2 1 0,-3-1 0,3-4 0,-3 4 0,3-4 0,2-2 0,6-2 0,0-4 0,2 2 0,-2-5 0,5 1 0,3-5 0,-2 1 0,3 5 0,-5-9 0,7 5 0,1 1 0,-1-1 0,-5 5 0,-2-4 0,0 1 0,-1-1 0,-5 7 0,2-3 0,-4 4 0,6-6 0,-9 6 0,6-3 0,-6 3 0,1 2 0,-2 0 0,-13 0 0,6 0 0,-8 7 0,0 5 0,0 3 0,0 10 0,0 2 0</inkml:trace>
  <inkml:trace contextRef="#ctx0" brushRef="#br0" timeOffset="116">6591 7221 8912,'-12'0'0,"1"0"0,-2 0 0,-1-2 0,3-4 0,-3 3 0,9-9 0,1-1 0,2 5 0,4-5 0,4 7 0,-3 0 0,9 6 0,-1 0 0,1 0 0,-1 0 0,3 0 0,1 0 0,2 0 0,0 0 0,1 0 0,1 0 0,4 0 0,-2 0 0,7 0 0,-5 6 0,6 0 0,2-2 0,1-2 0,4-2 0,5 0 0,3 0 0,1 0 0,1 0 0,-2 0 0,2 0 0,-2 5 0,-6 1 0,3 0 0,-3-1 0,-2 1 0,-1 0 0,1-6 0,2 0 0,2 2 0,-2 4 0,-1-5 0,-3 5 0,8-4 0,4-2 0,-2 0 0,2 0 0,-6 0 0,6 0 0,-6 0 0,6 0 0,-8 0 0,3 0 0,-7 0 0,-3 0 0,-3 0 0,1 0 0,0 0 0,-3 0 0,1 0 0,0 0 0,2 0 0,5 0 0,0-2 0,1-4 0,5 5 0,0-5 0,-2 4 0,6 2 0,-2-6 0,4 0 0,-4 1 0,-7 5 0,-1 0 0,1 0 0,-9 0 0,-3 0 0,2 0 0,-2 0 0,0 0 0,2 0 0,-6 0 0,4 0 0,-2 0 0,0 0 0,2 0 0,2 0 0,-2 0 0,-4 0 0,4 0 0,4 0 0,-8 0 0,4 0 0,-4 0 0,-2 0 0,0 0 0,0 0 0,1 0 0,-1 0 0,6 0 0,0 0 0,-2 0 0,0 0 0,2 0 0,-4 0 0,4 0 0,4 7 0,-6-5 0,5 4 0,-1-4 0,-2-2 0,-6 0 0,1 0 0,-1 0 0,0 8 0,0-7 0,0 5 0,-5-4 0,-1-2 0,1 0 0,5 0 0,0 0 0,1 0 0,-1 0 0,0 0 0,0 0 0,0-2 0,1-2 0,-1-1 0,2-1 0,2 4 0,2-2 0,-2-2 0,-2 1 0,-2 5 0,0-2 0,1-4 0,-1 4 0,0-5 0,0 7 0,-5-2 0,-1-4 0,-7 4 0,4-6 0,-6 8 0,1-2 0,3-3 0,0 3 0,-4-12 0,2 7 0,1-3 0,3-1 0,-4-8 0,2-2 0,-3-2 0,-1-2 0,-2 2 0,8-4 0,-6-9 0,4-4 0,-4-4 0,-2-8 0,0 1 0,0-1 0,0 1 0,1 5 0,5 0 0,-4 6 0,6-4 0,-3 2 0,1 4 0,6 1 0,-7 3 0,1-1 0,-6 1 0,0 0 0,0-1 0,0 1 0,0 0 0,0-1 0,0 1 0,0 1 0,0 5 0,-2-3 0,-2 8 0,-3 2 0,-3 2 0,6 2 0,-5 0 0,3-1 0,-3 1 0,-3 2 0,1 4 0,7-5 0,-12 12 0,5-7 0,-4 0 0,-3-1 0,1 1 0,0 7 0,-2-12 0,-2 5 0,-4-2 0,0-1 0,0 3 0,-13-1 0,8-5 0,-16 0 0,-2 0 0,-2 0 0,-9 1 0,-4 5 0,-4-4 0,-2 3 0,0 4 0,0 1 0,0 1 0,1 0 0,-1 3 0,0 1 0,8 2 0,3 0 0,5 0 0,3 0 0,4 0 0,-9 0 0,3 0 0,-3 0 0,1 0 0,-5 0 0,-10 0 0,-7 0 0,3 5 0,4 1 0,12 2 0,1-4 0,7 3 0,3 3 0,7-1 0,-1 5 0,4-5 0,2-1 0,-1-4 0,-5 3 0,-2-1 0,-2-2 0,-2 0 0,-6 0 0,-1 3 0,-4 3 0,3-6 0,-3 1 0,5 3 0,6 0 0,6-1 0,6 1 0,5-4 0,4 5 0,8-7 0,0 4 0,-1-4 0,1-2 0,0 2 0,0 1 0,0 3 0,-8 0 0,4-6 0,-8 0 0,8 6 0,-4 1 0,2 1 0,0 0 0,2-5 0,2 7 0,8-8 0,1 6 0,2-1 0,-5-5 0,9 8 0,-7-5 0,7-3 0,-11 14 0,3-5 0,3 4 0,-3 2 0,3-5 0,-5-1 0,3 3 0,-3 1 0,-1 2 0,3-5 0,3-1 0,-1 1 0,3-1 0,-1 1 0,0-3 0,3 3 0,3 3 0,-6-6 0,8 9 0,-2-1 0,-2 0 0,-1 0 0,-1 6 0,6 0 0,-6 8 0,0-3 0,1 5 0,5 1 0,0 0 0,-2 1 0,-2-1 0,-2 1 0,1-1 0,5-5 0,0-1 0,0 3 0,-6-4 0,0-1 0,2 1 0,2 0 0,-5-6 0,5 4 0,-4-6 0,4 2 0,2 2 0,0-2 0,0 0 0,0 2 0,0-4 0,0 4 0,0 4 0,0-6 0,-2 5 0,-4-1 0,5 6 0,-7-5 0,8 9 0,0-1 0,0-1 0,0-5 0,0 5 0,0-6 0,0-1 0,0-3 0,0-4 0,-6-1 0,0-1 0,3 0 0,1 0 0,2 0 0,0-7 0,0-3 0,0-7 0,0 0 0,0-7 0,0 5 0,0-6 0,0 8 0,0-2 0,0-3 0,0 3 0,0-6 0,0 8 0,0 0 0,7 0 0,-5 0 0,14 0 0,-7 2 0,8 4 0,2 3 0,2 8 0,2 1 0,8 6 0,-4 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1.051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16907 3060 8912,'0'-17'0,"0"0"0,0 0 0,-1 4 0,-1 5 0,0 3 0,-4 5 0,4 0 0,-2 1 0,4 2 0,0 3 0,4 1 0,1 2 0,1 0 0,-1 3 0,-3-3 0,6 8 0,-2-2 0,1 3 0,1 3 0,-2 1 0,1 1 0,-1 3 0,-2 3 0,2 6 0,-3 7 0,-1 6 0,-1-20 0,-2 2 0,0 5 0,-1 2 0,0 4 0,-1 1-383,-1 4 1,0 1 0,0-14 0,0-1 0,1 2 382,-1 0 0,0 0 0,0 1 0,1-1 0,0 0 0,0 1 0,1-1 0,0 1 0,1-1 0,0 1 0,0-1 0,1 0 0,-2 12 0,0-2 0,2-3 0,0-2 0,0-4 0,0-1 0,1-5 0,1-1-103,-1-2 0,1 0 1,1 20 102,-3-9 0,0-4 0,-1-8 0,-2-2 0,-2 1 0,-4-4 0,2-4 0,1-4 0,3-3 0,-2-4 1840,4-1-1840,-2-4 379,3 0-379,0-4 0,0 3 0,-1-9 0,-1 0 0,-1-2 0,-4-3 0,1-3 0,-5-2 0,-2-6 0,-5-4 0</inkml:trace>
  <inkml:trace contextRef="#ctx0" brushRef="#br0" timeOffset="1">16821 3069 8912,'0'-20'0,"0"1"0,0 3 0,1 4 0,2 4 0,3 3 0,2 3 0,0-1 0,1 2 0,-1 1 0,5 0 0,1 0 0,2 0 0,3-1 0,1-2 0,2 1 0,4-2 0,3-1 0,3 0 0,2-1 0,3-2 0,2-1 0,2 0 0,-1 1 0,1-1 0,1 1 0,3-1 0,-2 0 0,2 1 0,-5-1 0,2 0 0,1-2 0,0 0 0,-4-1-148,-1 4 1,-3 2 147,-1 0 0,1 0 0,-1 2 0,1 1 0,-1 2 0,-2-2 0,-1 0 0,1 0 0,2 3 0,4 0 0,2 0 0,4 0 0,1 0 0,0 0 0,4 0 0,-5 0 0,-1 0 0,1 4 0,-2 2 0,5 1 0,-22-2 0,1-1 0,20 5 0,-21-5 0,0 0 0,18 4 0,0-2 0,2 0 0,-20-4 0,-1-1 0,0 1 0,1-1-167,2-1 0,0 0 0,0 0 1,0 0 166,0 0 0,0 0 0,1 0 0,0 0 0,0 0 0,1 0 0,1 0 0,-1 0 0,0 0 0,0 0 0,-1 0 0,-1 0 0,0 0 0,1 0 0,-1-1 0,0-1 0,-1 1 0,0-1 0,1 1 0,-1-1 0,23 2 0,-24 0 0,1 0 0,0 0 0,-1 0 0,1 0 0,-1 0-175,24 0 0,-5 0 175,-4 0 0,4 1 0,-20 1 0,1-1 0,1 1 0,0 0 0,0 1 0,0 0 0,-1 0 0,0 1 0,18-1 0,0 1 0,0 0 0,0 0 0,0-1 0,0-2 0,0 2 0,-1-3 0,-2 0 0,0 3 0,-5 0 0,-3 0 0,-5-2 0,1 1 0,0 1 0,1 0 0,-7-3 0,-2 0 0,-3 1 0,-1 1 0,-2 0 0,-4 1 133,2-3 0,-5 0-133,-2 0 661,-3 0-661,2 0 0,-1 1 192,0 2 1,2 2-193,-2 3 0,3 1 0,-3 0 0,4-1 0,-5 5 0,2 1 0,0 2 0,3 1 0,-1 1 0,-2 0 0,2 2 0,-1-1 0,1 4 0,1 0 0,-5 3 0,3-1 0,-1 1 0,-1 6 0,-3-1 0,3 5 0,-1-1 0,0 3 0,-1 1 0,-1 2 0,0-3 0,0-1 0,0-3 0,0 0 0,0-3 0,0 4 0,0-2 0,0-1 0,0 2 0,0-5 0,0 2 0,0-3 0,0 0 0,0 0 0,0-5 0,0-1 0,0-2 0,0-2 0,0 2 0,0-2 0,0 0 0,0-1 0,-1 3 0,-2 0 0,2-1 0,-5-4 0,-1 0 0,2-2 0,0 1 0,-1 0 0,-3-3 0,1-1 0,-4 1 0,0-4 0,-2-1 0,3-1 0,-3 4 0,-1-3 0,-2-1 0,-4-2 0,-2 2 0,-3 0 0,-2 0 0,-3 0 0,-2 1 0,0 0 0,-2 0 0,-3 1 0,1-1 0,-3 1-242,-6-1 1,22-2 0,-1-1 241,-2 0 0,0 0 0,-21 3 0,2-3 0,4 3-144,8-3 0,-4 3 144,4 0 0,-1-2 0,-4 4 0,2-4 0,-3 1 0,-2 2 0,-1-4 0,-1 3 0,-2-4 0,21 2 0,0-1 0,-3 0 0,-1-1 0,-3 1 0,0 0 0,-3-1 0,0 1 0,2 0 0,0 0-734,0 1 1,0 1 733,3-1 0,2 0 0,3-1 0,1 0 0,-19 3 0,3 2 0,1 4-90,4-2 0,1-3 90,2-1 0,-2-2 0,-4 3 0,-2-2 0,-2-1 0,-5 2 0,0-5 0,20 1 0,1 0-3,-1 0 1,-1 0 0,2-1 0,-1 0 2,-2 2 0,1 0 0,-1-2 0,0 1 0,0 0 0,-1 1 0,1 0 0,0 0 0,0-1 0,0 1 0,-18 3 0,2-3 0,0 3 0,-1-3 0,21 0 0,0 1 0,-22-3 0,23 0 0,-1 1 0,-20 2 0,1-2 0,1 4 0,18-5 0,1 1 0,-3 1 0,-1-1 0,2-1 0,0 0 0,-4 3 0,0-1 0,4-1 0,1 0 0,-1 0 0,0 1 0,0-3 0,1 2 0,-1 1 0,1 1 0,0-1 0,1-1 0,-22 3 0,3 2 59,3-1 0,2-1 1,4 0-1,3-2-59,2-1 0,6-1 0,-2-1 0,3 0 738,0 0 0,4 0-738,4 0 0,0 0 220,0 0-220,-2 0 0,9 0 735,-1 0-735,5 0 0,-1 0 0,4 0 0,-4 0 0,-1 3 0,-3 0 0,-2 0 0,-1 1 0,-3-2 0,-3 2 0,0 1 0,0 0 0,-1-2 0,1 3 0,1-4 0,2 4 0,-2-4 0,4 1 0,-1-2 0,1-1 0,1 4 0,2-3 0,4 3 0,1-4 0,4 0 0,4 7 0,-4 4 0,0 9 0,-8 5 0,-5 6 0</inkml:trace>
  <inkml:trace contextRef="#ctx0" brushRef="#br0" timeOffset="2">12442 1633 8912,'-3'-8'0,"0"-1"0,-1 1 0,2-1 0,-1 0 0,1 1 0,1-1 0,-2 1 0,2-1 0,-2 0 0,2 1 0,1 2 0,1 0 0,2 0 0,2 1 0,3 0 0,2 1 0,1 2 0,0 1 0,3 1 0,1 0 0,1 4 0,0 2 0,-1 3 0,0 2 0,4-1 0,-9 6 0,4-2 0,-2 2 0,-3 4 0,-5 0 0,0 0 0,-2-2 0,-5-1 0,-2 0 0,-3 0 0,-1 1 0,-3-1 0,-1-4 0,-1-1 0,3-3 0,-3-4 0,7-1 0,-1-4 0,1-8 0,2-5 0,2-9 0</inkml:trace>
  <inkml:trace contextRef="#ctx0" brushRef="#br0" timeOffset="3">12708 1539 8912,'-14'0'0,"0"0"0,-1 4 0,1 1 0,2 7 0,2 2 0,0 2 0,9 2 0,-2 0 0,2 2 0,1-2 0,4 2 0,2-5 0,5-1 0,3-2 0,2 2 0,2-3 0,-1-3 0,0-4 0,0-4 0,1-4 0,-1 0 0</inkml:trace>
  <inkml:trace contextRef="#ctx0" brushRef="#br0" timeOffset="4">12863 1728 8912,'0'9'0,"0"0"0,0 3 0,0-2 0,0 4 0,0 2 0,-1-1 0,-1 0 0,0 0 0,0 0 0,1 1 0,1 1 0,0-1 0,0-1 0,0-7 0,0-4 0,0-4 0,0 0 0</inkml:trace>
  <inkml:trace contextRef="#ctx0" brushRef="#br0" timeOffset="5">12881 1633 8912,'0'-5'0,"0"-1"0,0-1 0,-3 2 0,0 0 0,2 3 0,7-1 0,-1 2 0,12 1 0,-4 0 0</inkml:trace>
  <inkml:trace contextRef="#ctx0" brushRef="#br0" timeOffset="6">13294 1556 8912,'-9'0'0,"0"-4"0,3 3 0,-2-1 0,-2 4 0,0 3 0,-2 8 0,-2 5 0,0 4 0,-1 2 0,5 6 0,-2 1 0,3 3 0,4-4 0,0 4 0,3-4 0,0 1 0,0-5 0,5-6 0,2-3 0,3-3 0,1-1 0,2-8 0,0-3 0,2-2 0,-2-2 0,0-3 0,3-4 0,2 1 0,-8-5 0,4 4 0,-8-11 0,5 1 0</inkml:trace>
  <inkml:trace contextRef="#ctx0" brushRef="#br0" timeOffset="7">13165 1797 8912,'-9'0'0,"4"0"0,3-1 0,8-2 0,4-2 0,7-4 0,4 1 0,3-1 0,2 1 0,3-1 0,4 1 0,-2-1 0,-1 0 0,3 1 0,-2-1 0</inkml:trace>
  <inkml:trace contextRef="#ctx0" brushRef="#br0" timeOffset="8">13578 1582 8912,'0'-9'0,"0"1"0,0 3 0,0 1 0,0 6 0,0 5 0,0 6 0,0 6 0,0 3 0,0 3 0,0 1 0,0 1 0,0-4 0,0 2 0,0 1 0,2-1 0,1-2 0,3-3 0,-3-6 0,1 0 0,-2-4 0,0-2 0,5-9 0,-2 0 0</inkml:trace>
  <inkml:trace contextRef="#ctx0" brushRef="#br0" timeOffset="9">13724 1590 8912,'-3'14'0,"0"3"0,0 4 0,0 6 0,0 1 0,1 3 0,2 3 0,0 1 0,0-1 0,0-3 0,0-3 0,0-2 0,0-3 0,0-3 0,0-6 0,0-5 0,0-5 0,0-4 0</inkml:trace>
  <inkml:trace contextRef="#ctx0" brushRef="#br0" timeOffset="10">13595 1590 8912,'5'-14'0,"-3"0"0,0 3 0,1 0 0,2 2 0,4 2 0,3 2 0,2 3 0,6-2 0,3 1 0,2 0 0,1 0 0,-4 6 0,-3 1 0,-4 1 0,-6 4 0,-5 2 0,-4 3 0,0 2 0,-4 0 0,-2 1 0,-4 0 0,-2 0 0,-3 1 0,5-1 0,-1 0 0,1-1 0,2-1 0,-1 0 0,4-5 0,2 3 0,4-6 0,1-1 0,4-3 0,6-2 0,2-2 0,6-2 0,3-3 0,2-5 0,1 0 0,-1-3 0,-3 4 0,7-7 0,-2 4 0</inkml:trace>
  <inkml:trace contextRef="#ctx0" brushRef="#br0" timeOffset="11">13982 1530 8912,'0'-6'0,"0"1"0,-1-1 0,-2-3 0,1 5 0,-4 1 0,2 7 0,-2 4 0,-2 6 0,4 6 0,-1 3 0,1 1 0,4-1 0,0 0 0,0-4 0,0 1 0,0-1 0,0-6 0,1-2 0,2-5 0,2-3 0,1-3 0,1-4 0,1-4 0,-2-6 0,1-6 0,2-3 0,-1-5 0,0 0 0,-2-4 0,0 1 0,-2-5-218,1-1 218,-3-2 0,2 1 0,-4 3 0,0 6 0,0 6 0,0 2 0,0 19 0,0 23 0,-1 12 0,-1-9 0,1 1 0,0 0 0,0 0 0,-1 0 0,-1 0 0,1 2 0,0 0 0,1 1 0,-1-1 0,2 0 0,0 0 0,0 0 0,0 0 0,2 21 0,3-7 0,4-5 0,5-3 0,3-11 0,4 0 0,4-6 0,1-3 0,2 0 0</inkml:trace>
  <inkml:trace contextRef="#ctx0" brushRef="#br0" timeOffset="12">14610 1436 8912,'-9'-4'0,"1"-3"0,-1-2 0,1-3 0,-1 1 0,0-1 0,1 1 0,-2 0 0,0 5 0,-2 0 0,-2 4 0,1-1 0,1 3 0,-1 4 0,-1 4 0,4 9 0,-2 7 0,3 3 0,1 5 0,2 5 0,0 5 0,3 5 0,1 1 0,1-23 0,1-1 0,0 22 0,1-3-232,2-5 232,2-6 0,4-3 0,3-5 0,3-4 0,4-5 0,3-9 0,4-6 0,0-4 0</inkml:trace>
  <inkml:trace contextRef="#ctx0" brushRef="#br0" timeOffset="13">15057 1539 8912,'0'-21'0,"-3"-1"0,-4-1 0,-4 0 0,2 4 0,-4-1 0,4 5 0,-3 4 0,-1 1 0,-1 6 0,-1 1 0,1 2 0,1 1 0,-1 5 0,3 3 0,1 6 0,-1 6 0,2 2 0,3 3 0,0 5 0,3 2 0,-3 4 0,3 1 0,1-1 0,1-1 0,1-4 0,0 3 0,0-8 0,0 2 0,0-4 0,4-4 0,2-6 0,-1 0 0,0-3 0,1-5 0,3-2 0,-1-9 0</inkml:trace>
  <inkml:trace contextRef="#ctx0" brushRef="#br0" timeOffset="14">14731 1737 8912,'-6'-14'0,"0"3"0,4 1 0,-2 2 0,5 0 0,2 2 0,6-1 0,5 2 0,2 0 0,6-2 0,4 4 0,0-3 0,6 4 0,-3-4 0,0 4 0,0-9 0,2 1 0</inkml:trace>
  <inkml:trace contextRef="#ctx0" brushRef="#br0" timeOffset="15">15040 1694 8912,'-8'8'0,"2"1"0,0-1 0,4-2 0,-1 0 0,3-1 0,3 0 0,2-1 0,7-4 0,-1 0 0,3-1 0,-2-2 0,3-1 0,-2-5 0,1 0 0,-2 1 0,-3-1 0,-1 1 0,-3-1 0,-1-3 0,-4 2 0,-1-2 0,-2 3 0,-1 4 0,-8-2 0,1 1 0,-5 2 0,3 1 0,0 2 0,-3 5 0,5 2 0,-1 1 0,4 2 0,0 3 0,2 3 0,2 1 0,4 4 0,0 0 0,5-1 0,4-5 0,4 2 0,8-6 0,5-2 0,0 1 0,4-9 0,-1 3 0,-2-6 0,6-5 0,-2-6 0</inkml:trace>
  <inkml:trace contextRef="#ctx0" brushRef="#br0" timeOffset="16">15316 1702 8912,'-9'-8'0,"0"-1"0,1 1 0,-1 3 0,1-2 0,-1 4 0,-3 0 0,1 4 0,1 3 0,0 4 0,1 2 0,1 5 0,0-1 0,2 3 0,3 0 0,3 0 0,0 0 0,0-2 0,0-1 0,3-4 0,3-2 0,3 0 0,1-5 0,2-1 0,-2-1 0,0-2 0,-2-2 0,1-6 0,0 0 0,-1-3 0,1 3 0,-3-3 0,-1 1 0,-3-1 0,2 4 0,-4-1 0,3 1 0,0-1 0,0 3 0,-3 0 0,1 5 0,1-2 0,-1 6 0,2 2 0,-1 3 0,1 1 0,-2 3 0,4-3 0,-2 3 0,0-2 0,4 0 0,-1-1 0,0 1 0,2-8 0,1 3 0,-1-1 0,1-5 0,0-4 0</inkml:trace>
  <inkml:trace contextRef="#ctx0" brushRef="#br0" timeOffset="17">15565 1487 8912,'-1'8'0,"-2"-2"0,2-2 0,-2-1 0,3-1 0,0 4 0,-3 1 0,0 4 0,0 0 0,3 6 0,0 1 0,0 5 0,0 0 0,0 2 0,0 0 0,0 0 0,0-2 0,0 1 0,0-4 0,0 0 0,0-4 0,0-1 0,-4-3 0,-5-3 0,-4-1 0</inkml:trace>
  <inkml:trace contextRef="#ctx0" brushRef="#br0" timeOffset="18">15419 1737 8912,'0'-9'0,"0"3"0,0 0 0,0 4 0,2-3 0,3 1 0,5 1 0,8 2 0,2-2 0,6 1 0,6-3 0,1-2 0,2-1 0,-1 0 0,0-1 0,-7 1 0,-2-1 0,-8 0 0,-6 4 0,-3-1 0,-5 4 0,-3 5 0,-6 5 0,3 7 0,-4-3 0,4 3 0,1 0 0,-2-1 0,1 3 0,1 0 0,2-3 0,0-2 0,0 0 0,0-1 0,2 1 0,1-4 0,1-3 0,-1-2 0,-1-3 0,4-4 0,0-4 0,-2-1 0,3-6 0,-4 3 0,2-3 0,-2 1 0,3 1 0,-2 2 0,0 1 0,0 2 0,-2 2 0,-2 0 0,4 4 0,-2-2 0,3 5 0,-1 2 0,2-1 0,0 4 0,2 0 0,0 2 0,1 1 0,0-1 0,-1-2 0,1 0 0,-1 0 0,1 2 0,-4-3 0,3 3 0,-4-4 0</inkml:trace>
  <inkml:trace contextRef="#ctx0" brushRef="#br0" timeOffset="19">15892 1694 8912,'9'0'0,"-4"-3"0,1 0 0,0 0 0,0 0 0,-1 0 0,1 4 0,0 1 0,0 4 0,0 0 0,-2 2 0,4 2 0,-3 0 0,-1 2 0,0-1 0,-1-1 0,0 0 0,-1 2 0,-1-1 0,-1-2 0,0-1 0,0 1 0,0-4 0,3-2 0,-1-6 0,5-2 0,-1-4 0,2 1 0,0-1 0,1 0 0,-4 4 0,1-1 0,-1 3 0,1-3 0,1 5 0,-1-2 0,2 2 0,0 1 0,-2 0 0,0 0 0,0 0 0,2 1 0,1 2 0,-1-3 0,1 3 0,0-2 0,-1-1 0,1-1 0,-1-2 0,0-2 0,-2-7 0,1 3 0,-1-3 0,-2 0 0,-1-1 0,-2 1 0,-1 0 0,0 0 0,-4 4 0,-2 3 0,-2 1 0,-4 4 0,2 4 0,-5 1 0,2 7 0,-1 2 0,1 3 0,5 0 0,0 3 0,1 1 0,2 1 0,3-3 0,0 1 0,4-2 0,6-2 0,7-1 0,1-4 0,1-2 0,0-4 0,0-1 0,4-8 0,1 0 0</inkml:trace>
  <inkml:trace contextRef="#ctx0" brushRef="#br0" timeOffset="20">16925 1608 8912,'0'-18'0,"0"1"0,0 1 0,0 2 0,0 2 0,0 7 0,0 5 0,1 5 0,1 7 0,3 1 0,4 4 0,-3 3 0,-1 0 0,1 1 0,3-2 0,-1 1 0,1 0 0,-1-2 0,1-5 0,0-1 0,-1-3 0,-2 0 0,0-2 0,0-1 0,-1-7 0,0-7 0,-1-6 0,2-6 0,0-3 0,2-5 0,0 0 0,1-1 0,0 3 0,-1 4 0,1 1 0,0 4 0,0 4 0,3 1 0,0 7 0,3 3 0,0 4 0,-5 2 0,3 5 0,-1 3 0,1 2 0</inkml:trace>
  <inkml:trace contextRef="#ctx0" brushRef="#br0" timeOffset="21">17286 1676 8912,'-5'0'0,"0"0"0,3 0 0,-3 4 0,-3-2 0,2 4 0,3-4 0,3 5 0,0-6 0,0 3 0,6-5 0,4-2 0,2-2 0,3-4 0,2-2 0,0-4 0,-1 2 0,-1-2 0,-3 2 0,-3-1 0,-5-2 0,-2 7 0,-7 0 0,-5 5 0,-7 5 0,0 2 0,-1 6 0,1 0 0,3 8 0,0 0 0,4 0 0,1 3 0,5-2 0,4 0 0,1-2 0,6-2 0,8-2 0,6-4 0,7-2 0,3-2 0,7-8 0,1-1 0</inkml:trace>
  <inkml:trace contextRef="#ctx0" brushRef="#br0" timeOffset="22">17579 1625 8912,'-15'-3'0,"1"0"0,3 0 0,-5 4 0,2 2 0,0 2 0,0 3 0,4 5 0,-1 1 0,4 2 0,3 2 0,4-1 0,0 0 0,5 0 0,4 0 0,4 0 0,3-3 0,3-5 0,0-4 0,1-1 0,3-1 0,-3-4 0,-1-3 0,-1-4 0,-1-5 0,1-4 0</inkml:trace>
  <inkml:trace contextRef="#ctx0" brushRef="#br0" timeOffset="23">17768 1453 8912,'-9'-5'0,"1"0"0,-1 2 0,1 6 0,3 0 0,1 9 0,4 5 0,0 4 0,0 6 0,0 1 0,0 3 0,1 3 0,2 1 0,-1-2 0,3-2 0,0-5 0,1-6 0,1-2 0,-6-4 0,2-3 0,-6-5 0,-1-2 0</inkml:trace>
  <inkml:trace contextRef="#ctx0" brushRef="#br0" timeOffset="24">17656 1685 8912,'0'-9'0,"3"4"0,1-1 0,0-1 0,5 0 0,3 2 0,3 1 0,2 1 0,6 0 0,2 0 0,1 3 0,-1 0 0,-3 0 0,-1 0 0,-3 0 0,-1 0 0,-4 0 0,-1 0 0,-7 0 0,-2 1 0,-6 2 0,-2 3 0,-3 2 0,0 0 0,-1 1 0,1 3 0,3 2 0,-3-1 0,7 2 0,-2-3 0,2-1 0,1-2 0,0-1 0,4 1 0,1-4 0,3-2 0,1-3 0,3 0 0,-3-1 0,0-4 0,-2-4 0,-1-5 0,2 0 0,-3-3 0,-2 0 0,2 4 0,-4-3 0,2 5 0,-5-3 0,-1 2 0,-4 2 0,2 4 0,0 1 0,-1 2 0,4 3 0,-1 0 0,2 0 0,1 8 0,0-3 0</inkml:trace>
  <inkml:trace contextRef="#ctx0" brushRef="#br0" timeOffset="25">18052 1668 8912,'-9'-1'0,"1"-1"0,-1-1 0,0 1 0,4-2 0,-1 1 0,4 1 0,-1 2 0,6 0 0,3 0 0,2 0 0,4 3 0,-3 2 0,7 5 0,-5 0 0,0 2 0,-2 3 0,-3-2 0,0 5 0,-4-2 0,0-2 0,-1 2 0,-1-2 0,0-1 0,0-1 0,0-3 0,-1-1 0,-1-3 0,1-1 0,-4-5 0,3-3 0,-1-4 0,0-5 0,3-5 0,1-2 0,2-3 0,2-1 0,6-1 0,2 1 0,0 1 0,-2 4 0,5-2 0,-2 4 0,2 3 0,2 3 0,-4 1 0,0 2 0,1-5 0,2 0 0</inkml:trace>
  <inkml:trace contextRef="#ctx0" brushRef="#br0" timeOffset="26">18232 1315 8912,'-2'-8'0,"-2"-1"0,-1 0 0,7 5 0,1 1 0,3 2 0,10 5 0,1 3 0,1 7 0,0 6 0,0 5 0,-1 3 0,0 7-132,0 5 0,-4 7 0,-8-22 0,-1 0 132,0 2 0,-1 0 0,-2 2 0,0 0 0,-1-3 0,0 0 0,-3 1 0,-1 0 0,-1-2 0,0 0 0,-9 18 0,-6-5 0,0-4 0,-1-3 0,1-3 0,-1-2 0,-2-1 0,3 1 0,2 2 0</inkml:trace>
  <inkml:trace contextRef="#ctx0" brushRef="#br0" timeOffset="27">7950 1599 8912,'-11'-3'0,"-2"-1"0,1 0 0,0 1 0,1 0 0,1 0 0,2 0 0,-1 0 0,1 3 0,-1 0 0,0 0 0,1 5 0,-1 4 0,1 4 0,-1 4 0,1 4 0,2 4 0,1 4 0,1 1 0,1 6 0,6-2 0,2 1 0,2-3 0,2-3 0,5-1 0,1-6 0,1-5 0,1-3 0,3-10 0,0-1 0,1-7 0,0-5 0,1-7 0,0-5 0,1-5 0,-3 0 0,1-3 0,-5 0 0,-2-2 0,-5 4 0,-6-3 0,-2 1 0,-1 1 0,-4-1 0,-9 3 0,-7 1 0,-4 2 0,-1 2 0,0 8 0,2 3 0,3 3 0,1 7 0,3 7 0,2 3 0,2 4 0,7 6 0,1 0 0,4 2 0,4-2 0,1 0 0,7-2 0,1-1 0</inkml:trace>
  <inkml:trace contextRef="#ctx0" brushRef="#br0" timeOffset="28">7795 1814 8912,'0'8'0,"0"-3"0,8-1 0,4-4 0,3 0 0,9 0 0,2-1 0,3-2 0,1-2 0,2-3 0,-1-1 0,0 1 0,-6-1 0,-4 0 0,-4 1 0,-3 0 0,-3 3 0,-5 1 0,-10 0 0,-5-1 0</inkml:trace>
  <inkml:trace contextRef="#ctx0" brushRef="#br0" timeOffset="29">8424 1616 8912,'-3'-6'0,"-1"1"0,-1-2 0,-2 0 0,0 2 0,-2 1 0,1 4 0,-1 2 0,0 3 0,1 2 0,-1 8 0,0 4 0,4 2 0,-1 4 0,-1 1 0,0 0 0,2 3 0,2-1 0,2 1 0,1-3 0,0-1 0,1 0 0,2-3 0,4-4 0,3-2 0,0-6 0,5 2 0,-3-7 0,2-2 0,-3-4 0,4-4 0,-1-1 0,-1-10 0,0 2 0,-5-3 0</inkml:trace>
  <inkml:trace contextRef="#ctx0" brushRef="#br0" timeOffset="30">8277 1822 8912,'-8'3'0,"-1"0"0,3 0 0,1-3 0,3 0 0,8 0 0,9 0 0,6-1 0,0-2 0,1-2 0,-3-3 0,6-1 0,-3 1 0,0-1 0,-1 0 0,-4-3 0,0-1 0</inkml:trace>
  <inkml:trace contextRef="#ctx0" brushRef="#br0" timeOffset="31">8596 1599 8912,'0'-9'0,"-1"2"0,-2 1 0,2 6 0,-3 8 0,4 3 0,0 7 0,0 0 0,-1 3 0,-1 3 0,-1 1 0,0-3 0,3 2 0,0-4 0,0-1 0,0 3 0,0-5 0,0 0 0,4 0 0,2-6 0,-1-3 0,0-5 0,2-2 0,1-1 0,4-8 0,2-2 0</inkml:trace>
  <inkml:trace contextRef="#ctx0" brushRef="#br0" timeOffset="32">8733 1573 8912,'-3'-8'0,"1"-1"0,-5 0 0,2 5 0,-1 5 0,1 7 0,3 6 0,-1 9 0,2 4 0,1 7 0,0-2 0,0 0 0,0 0 0,4-2 0,0 2 0,5-3 0,0-1 0,3-6 0,-2-2 0,1-5 0,-1-4 0,-2-1 0,1-2 0</inkml:trace>
  <inkml:trace contextRef="#ctx0" brushRef="#br0" timeOffset="33">8630 1599 8912,'0'-6'0,"1"1"0,1 1 0,1-1 0,0 2 0,-3-3 0,3 3 0,3-2 0,2-1 0,1-2 0,3 2 0,2 0 0,-1 4 0,2-2 0,-4 4 0,4 0 0,-4 0 0,1 1 0,-4 2 0,-3 3 0,-2 5 0,-2 3 0,-1 3 0,0 0 0,0 0 0,-4 0 0,-2 0 0,-1-3 0,-2 2 0,0-2 0,1 2 0,-1-2 0,1-1 0,3-5 0,2 1 0,2-1 0,1-3 0,1 2 0,2-4 0,3-1 0,5-2 0,5-3 0,5-3 0,1-2 0,0 0 0,2-1 0,-1 1 0,1-1 0,1 0 0,-3 1 0,-1-1 0,-4 1 0</inkml:trace>
  <inkml:trace contextRef="#ctx0" brushRef="#br0" timeOffset="34">9052 1470 8912,'-9'-3'0,"0"0"0,1 1 0,-1 1 0,-2 1 0,-1 0 0,-3 8 0,1 4 0,-2 4 0,2 4 0,2-2 0,3 7 0,1-2 0,3 2 0,1 0 0,4-4 0,1-2 0,2-4 0,2-6 0,7 0 0,1-5 0,1-3 0,2-1 0,-3-7 0,4-2 0,1-5 0,-1 0 0,-3-5 0,1-1 0,-5-3 0,1 3 0,-4-5 0,-2 0 0,-1-3 0,-1-4 0,-4 4 0,-3-3 0,-4-3 0,-2-2 0,-2 4 0,4 1 0,-1 11 0,0 5 0,5 10 0,1 5 0,2 7 0,1 11 0,1 9 0,2 7 0,1 4 0,1 2 0,-1 0-582,0 1 582,-3-3 0,6 4 0,-2-3 0,0-3 0,3-1 0,-3-8 0,3-3 0,1-2 0,-1-2 0,0-5 0,-2-3 0,-3-5 0</inkml:trace>
  <inkml:trace contextRef="#ctx0" brushRef="#br0" timeOffset="35">9387 1496 8912,'-1'-10'0,"-1"0"0,-1-3 0,1 1 0,-1-1 0,0-1 0,-3 4 0,2-1 0,0 4 0,-3 1 0,1 4 0,-2 0 0,-1 4 0,-1 4 0,-3 6 0,-1 6 0,-2 8 0,2 7 0,-1 7 0,2 5 0,6-20 0,1-1 0,2 1 0,0 0 0,0 0 0,1-1-148,0 1 1,1-1 0,-1 22 147,3 3 0,0-5 0,0-1 0,5-8 0,2-8 0,5-6 0,1-6 0,2-2 0,2-7 0,0 2 0,0-8 0,0-4 0,-3-5 0,-2-4 0</inkml:trace>
  <inkml:trace contextRef="#ctx0" brushRef="#br0" timeOffset="36">9456 1659 8912,'-6'0'0,"1"0"0,3 0 0,-5 1 0,4 3 0,1 5 0,1 3 0,1 5 0,0 0 0,0 1 0,4 3 0,-2 0 0,3 2 0,-1 0 0,2 0 0,-4-1 0,4-2 0,1-2 0,-4 0 0,0-1 0,2-4 0,0 0 0</inkml:trace>
  <inkml:trace contextRef="#ctx0" brushRef="#br0" timeOffset="37">9404 1668 8912,'0'-9'0,"0"1"0,0-1 0,0 3 0,0 0 0,0 5 0,7 0 0,2 3 0,2 5 0,0-1 0,0 2 0,4 0 0,-4 1 0,2-1 0,0 1 0,-2 0 0,-2 2 0,-1 1 0,-3 2 0,-1-3 0,-4 3 0,-1-2 0,-2-1 0,-2 2 0,-3-3 0,-1 3 0,1-4 0,-1 2 0,4-10 0,-2 6 0,2-2 0</inkml:trace>
  <inkml:trace contextRef="#ctx0" brushRef="#br0" timeOffset="38">9654 1711 8912,'-4'-5'0,"2"-2"0,-4 4 0,4 1 0,-4 2 0,0 0 0,-2 0 0,-1 3 0,0 4 0,2 3 0,1 1 0,-2 4 0,7-4 0,-2 3 0,3-3 0,0 0 0,0-1 0,3-2 0,3 1 0,2-1 0,0-3 0,1-2 0,2-2 0,1-1 0,-1-1 0,1-2 0,-1-2 0,1-3 0,-5-1 0,0 0 0,-1-3 0,-4 2 0,1-5 0,-2 4 0,-1-3 0,0 3 0,0-1 0,0 3 0,-3 1 0,0-1 0,-3 3 0,3 0 0,0 5 0,7-3 0,1 7 0,4-1 0,-1 0 0,1 3 0,2-3 0,2 3 0,0-1 0,1 2 0,0-4 0,-3 4 0,2-1 0,-2 1 0,0 0 0,-3 1 0,-2 1 0,2 0 0,-7 1 0,1 0 0,-1 3 0,-1-3 0,0 4 0,0-5 0,0 1 0,0-1 0,0-4 0,0-5 0,0-6 0,4-2 0,-2-6 0,4 2 0,1 0 0,0-1 0,2-3 0,-1-1 0,1 4 0,0 0 0,-1 3 0,1 1 0,-1 3 0,1 0 0,0 4 0,-1 1 0,5 2 0,0 0 0</inkml:trace>
  <inkml:trace contextRef="#ctx0" brushRef="#br0" timeOffset="39">10050 1694 8912,'0'-5'0,"-4"1"0,-2 4 0,1 0 0,0 0 0,2 4 0,-3 1 0,1 3 0,-1 1 0,0-1 0,3 1 0,-3 0 0,4-1 0,-1 1 0,3-1 0,0 1 0,3-4 0,2-2 0,4-3 0,2-3 0,1-3 0,-1-2 0,-1 0 0,1-1 0,-1 1 0,1 0 0,-1 2 0,-2-1 0,1 5 0,0-1 0,-1 3 0,1 0 0,-3 0 0,-1 0 0,1 4 0,-1-4 0,2 8 0,-2-3 0</inkml:trace>
  <inkml:trace contextRef="#ctx0" brushRef="#br0" timeOffset="40">10230 1659 8912,'-7'-8'0,"0"0"0,1 2 0,4-1 0,-2 6 0,1-2 0,2 2 0,-3 2 0,4 2 0,1 2 0,1 4 0,1 2 0,3-1 0,0 1 0,-1 2 0,1-2 0,-3 1 0,2-4 0,-3 1 0,1 0 0,-2-1 0,2 1 0,-1-4 0</inkml:trace>
  <inkml:trace contextRef="#ctx0" brushRef="#br0" timeOffset="41">10248 1759 8912,'0'-1'0,"0"-8"0,0-7 0,0 1 0,0-1 0,0-1 0,0 0 0,0 0 0,0 3 0,3-2 0,-1 6 0,3-1 0,-1 1 0,3 2 0,-3 3 0,5 1 0,0 5 0,-1 2 0,1 3 0,-1 1 0,0 2 0,-2 0 0,1-1 0,-5 1 0,0-6 0</inkml:trace>
  <inkml:trace contextRef="#ctx0" brushRef="#br0" timeOffset="42">11065 1608 8912,'0'-9'0,"0"0"0,0 1 0,0 4 0,0 4 0,1 6 0,2 4 0,-1 4 0,4 3 0,0 0 0,-1 3 0,1-1 0,-1-2 0,0-1 0,3-6 0,-2 2 0,-2-1 0,2-2 0,0 0 0,2-6 0,1-3 0,0-5 0,-5 0 0,4-12 0,-3 3 0,0-2 0,2-1 0,-5 0 0,3 2 0,-1 1 0,3 3 0,-3-4 0,5 3 0,0 2 0,-1 4 0,5-1 0,0 2 0</inkml:trace>
  <inkml:trace contextRef="#ctx0" brushRef="#br0" timeOffset="43">11297 1651 8912,'-8'0'0,"-1"0"0,1 3 0,3-2 0,1 3 0,4-4 0,0 1 0,0 2 0,4-2 0,2 2 0,-2-2 0,2-1 0,1 0 0,0 0 0,2 0 0,0 0 0,-1 0 0,1 0 0,-1-3 0,1 0 0,-3-3 0,-1 3 0,-3-3 0,5 1 0,-4-4 0,-4 1 0,-1 3 0,-4 2 0,1 2 0,-4 1 0,-1 4 0,0 2 0,-2 1 0,5 6 0,0-3 0,4 4 0,1-2 0,1 3 0,3-5 0,3 1 0,4-1 0,9-1 0,0-1 0</inkml:trace>
  <inkml:trace contextRef="#ctx0" brushRef="#br0" timeOffset="44">11719 1461 8912,'-4'-8'0,"3"-1"0,-2 1 0,2 2 0,1 0 0,0 5 0,0 2 0,0 7 0,0 4 0,0 9 0,0 3 0,0 4 0,0-22 0</inkml:trace>
  <inkml:trace contextRef="#ctx0" brushRef="#br0" timeOffset="45">11900 1608 8912,'0'4'0,"0"4"0,0-2 0,0-2 0,1 3 0,1 0 0,0 3 0,5 0 0,-6 2 0,3-3 0,0 0 0,-3-1 0,3-2 0,-2 0 0,1 0 0,0-2 0,-3 0 0,0-5 0,1-2 0,2-3 0,-2-1 0,2-2 0,-2 0 0,-1-3 0,1 2 0,2-5 0,-2 4 0,5-4 0,0 1 0,3-3 0</inkml:trace>
  <inkml:trace contextRef="#ctx0" brushRef="#br0" timeOffset="46">11874 1298 8912,'6'-3'0,"-1"0"0,-3 0 0,7 3 0,-1 0 0,2 6 0,5 6 0,3 8 0,1 6 0,5 12 0,-13-15 0,0 2 0,0 2 0,0 1-368,-1 6 1,0 1-1,-3-2 1,-1 1 367,-1 1 0,-1 1 0,-2-4 0,0-1 0,-1-1 0,-2-1 0,2 0 0,-2-1-16,0-3 1,-1 0 0,-2 22-1,-4-5 16,-1-2 0,3 6 0,-7-9 0,5 3 0,-2-4 0,1-2 0,0 1 0,2-1 0</inkml:trace>
  <inkml:trace contextRef="#ctx0" brushRef="#br0" timeOffset="47">12166 1779 8912,'9'3'0,"-1"1"0,-2 0 0,-1 1 0,-1 0 0,-1 1 0,0 2 0,0 0 0,0 2 0,-1 1 0,1 4 0,-1 1 0,2 4 0,-1 1 0,-1 1 0,2 4 0,-1 3 0,3-1 0,4 2 0,-2-3 0,8 2 0,-2-3 0</inkml:trace>
  <inkml:trace contextRef="#ctx0" brushRef="#br0" timeOffset="48">8036 5543 8912,'12'-8'0</inkml:trace>
  <inkml:trace contextRef="#ctx0" brushRef="#br0" timeOffset="49">7925 5703 8912,'-5'4'0,"-23"20"0,5-1 0,14-12 0</inkml:trace>
  <inkml:trace contextRef="#ctx0" brushRef="#br0" timeOffset="50">7856 5770 8912,'-3'4'0</inkml:trace>
  <inkml:trace contextRef="#ctx0" brushRef="#br0" timeOffset="51">7840 5787 8912,'-6'6'0,"-7"14"0,2-4 0,-1-3 0,4-2 0,3-1 0,2 0 0,0 0 0,-1 0 0,4-4 0,5 2 0,1-5 0,3-1 0,6 0 0,2-2 0,-10 0 0</inkml:trace>
  <inkml:trace contextRef="#ctx0" brushRef="#br0" timeOffset="52">8733 5652 8912,'-4'4'0,"-7"14"0,1 5 0,10-22 0</inkml:trace>
  <inkml:trace contextRef="#ctx0" brushRef="#br0" timeOffset="53">9091 6005 8912,'2'9'0,"1"11"0,0-1 0,-4-1 0,-1-3 0,-1 0 0,-3-7 0</inkml:trace>
  <inkml:trace contextRef="#ctx0" brushRef="#br0" timeOffset="54">9290 5736 8912,'-5'27'0,"0"-8"0</inkml:trace>
  <inkml:trace contextRef="#ctx0" brushRef="#br0" timeOffset="55">9272 5870 8912,'1'13'0,"5"16"0,3-2 0,-1-3 0,5-8 0,3-1 0,-1-10 0,4-1 0,-2-3 0,2-3 0,-2-5 0,2-4 0,1-9 0,-1-4 0,-2 0 0,0-2 0,-5-1 0,2-3 0,-3-3 0,-1 0 0,-5-1 0,-1 5 0,-3 2 0,-6 3 0,-1 5 0,-6 3 0,-2 6 0,-5 5 0,-1 5 0,3 8 0,-3 2 0,3 6 0,6-6 0</inkml:trace>
  <inkml:trace contextRef="#ctx0" brushRef="#br0" timeOffset="56">9300 5853 8912,'-10'0'0,"3"0"0,4 0 0</inkml:trace>
  <inkml:trace contextRef="#ctx0" brushRef="#br0" timeOffset="57">9280 5831 8912,'11'-2'0,"11"1"0,2-3 0,4 0 0,-1 1 0,1 0 0,3 2 0,-5 1 0,1 0 0,0-4 0,3-2 0</inkml:trace>
  <inkml:trace contextRef="#ctx0" brushRef="#br0" timeOffset="58">9872 5833 8912,'-6'0'0,"-3"0"0,8 0 0,-3 5 0,4 1 0,3 7 0,2 1 0,-1 2 0,1 2 0,1 1 0,-2 1 0,-1 0 0,-3 1 0,0 2 0,0-2 0,0 3 0,-4-3 0,-2-6 0,-4-1 0,-3-1 0,-1-3 0,-3 1 0,4-7 0,-5-1 0,1-3 0,2-4 0,-2-3 0,5-3 0,-1-3 0,5-8 0,1-5 0,5-8 0,-3-1 0</inkml:trace>
  <inkml:trace contextRef="#ctx0" brushRef="#br0" timeOffset="59">9892 5673 8912,'-6'0'0,"2"0"0,4-4 0,0 2 0,-4-7 0,-2 4 0</inkml:trace>
  <inkml:trace contextRef="#ctx0" brushRef="#br0" timeOffset="60">5438 5924 8912,'-10'3'0,"0"0"0,0-1 0,4 0 0,2-4 0,4-1 0,2-4 0,5-1 0,0-2 0,10-1 0,3 5 0,4 0 0,-1 1 0,2-1 0,-4 4 0,2-1 0,-6 1 0,-3 4 0,1 1 0,-7 6 0,1 5 0,-4 2 0,-2 5 0,-3 6 0,-4-2 0,-3 2 0,-2-1 0,-1 0 0,0-1 0,-1-5 0,-2 0 0,2 0 0,-5-4 0,4-3 0,-2-3 0,2-3 0,-3 1 0,-2-5 0,1 0 0,-1-3 0,5-4 0,-2-2 0</inkml:trace>
  <inkml:trace contextRef="#ctx0" brushRef="#br0" timeOffset="61">5679 5904 8912,'-10'0'0,"0"0"0,3-4 0,0 1 0,0-1 0,1 4 0,0-1 0,2-2 0,-1 2 0,2-2 0,2 6 0,-3 4 0,3 3 0,1 3 0,0 3 0,0 4 0,0 0 0,5 0 0,-3 0 0,5 0 0,1 0 0,-2 0 0,3-1 0,2-4 0,0-5 0,5-4 0,0-6 0,4 0 0,-1-4 0,-3-3 0,3-11 0,-3-3 0</inkml:trace>
  <inkml:trace contextRef="#ctx0" brushRef="#br0" timeOffset="62">5939 5703 8912,'6'-6'0,"-2"3"0,-4 6 0,0 3 0,0 4 0,2 1 0,0 3 0,1 2 0,0 4 0,-3 4 0,0-2 0,0 5 0,0-5 0,0 1 0,0-1 0,0-2 0,-8 0 0,-4 0 0</inkml:trace>
  <inkml:trace contextRef="#ctx0" brushRef="#br0" timeOffset="63">5709 5753 8912,'6'-4'0,"0"-3"0,-1-2 0,1-1 0,1 0 0,4 0 0,2 0 0,4 0 0,6-1 0,5-1 0,5-2 0,2 4 0,5 5 0,1 0 0,-6-3 0,0 7 0,-5-3 0</inkml:trace>
  <inkml:trace contextRef="#ctx0" brushRef="#br0" timeOffset="64">6260 5803 8912,'-10'10'0,"-1"0"0,-2 0 0,1 5 0,-4 2 0,2 1 0,-3 4 0,3 1 0,2 4 0,1-3 0,5 5 0,3-2 0,2 2 0,1 1 0,4-1 0,3-3 0,2-6 0,1-5 0,1-5 0,3 0 0,1-4 0,5-3 0,0-3 0,0-4 0,0-6 0,1 0 0,1-6 0,-2 3 0,1-2 0,-8-2 0,1-1 0,-4 1 0,-5-2 0,-1-1 0,-3 0 0,-1 0 0,0 0 0,-1 0 0,-3 1 0,-2 2 0,-3 4 0,-1 2 0,-1 4 0,-3 0 0,2 5 0,-5-1 0,5 1 0,-1 2 0,5 0 0,1 0 0,0 0 0,-3 0 0,0 5 0,0 1 0</inkml:trace>
  <inkml:trace contextRef="#ctx0" brushRef="#br0" timeOffset="65">6120 6074 8912,'-6'0'0,"2"0"0,4 0 0,4-1 0,4-3 0,4-2 0,4 0 0,4 0 0,1-2 0,3-1 0,2-1 0,8 0 0,-3 0 0,3-1 0,-3-3 0,-1 3 0,0-3 0</inkml:trace>
  <inkml:trace contextRef="#ctx0" brushRef="#br0" timeOffset="66">6602 5944 8912,'0'5'0,"0"0"0,0-5 0,4 0 0,3-4 0,6 0 0,4-2 0,-2 1 0,2-2 0,1-1 0,4 4 0,0-1 0,-3 1 0,2-8 0,-6 0 0</inkml:trace>
  <inkml:trace contextRef="#ctx0" brushRef="#br0" timeOffset="67">6732 6064 8912,'-10'10'0,"4"0"0,-1-3 0,3-1 0,0-3 0,0 0 0,3-2 0,-2-1 0,6 0 0,4 0 0,3-1 0,3-2 0,3-3 0,4-4 0,1 3 0,1 1 0,2-1 0,-2 1 0,-1-3 0,-1 4 0,0-5 0</inkml:trace>
  <inkml:trace contextRef="#ctx0" brushRef="#br0" timeOffset="68">4645 5944 8912,'-1'-6'0,"-1"2"0,-1-1 0,-5 3 0,1-4 0,-2 2 0,-1 2 0,0 1 0,0 1 0,0 0 0,0 0 0,0 0 0,0 0 0,0 1 0,0 2 0,0 3 0,-1 5 0,0 1 0,-1 4 0,3 2 0,2 1 0,-3 8 0,1 1 0,2 5 0,3 2 0,4 2 0,0-4 0,1-6 0,3-4 0,5-3 0,3-3 0,6-3 0,-2-8 0,4-3 0,1-2 0,2-1 0,0-5 0,2-5 0,0-6 0,3-3 0,-7-4 0,2 0 0,-1 0 0,-7 1 0,-1 0 0,-4-2 0,-4 2 0,-1 1 0,-5 0 0,0-2 0,0 0 0,0-5 0,-5 3 0,-1-5 0,-4-1 0,-3 1 0,-1-1 0,-2-1 0,-2-1 0,-1-5 0,-1 6 0,0-1 0,1 3 0,3 3 0,2 4 0,0 3 0,0 3 0,5 7 0,4 6 0,1 4 0,3 1 0,-2 2 0,2 4 0,1 2 0,0 1 0,0 0 0,0 1 0,0 2 0,0-2 0,0 3 0,0-3 0,0-1 0,0 0 0</inkml:trace>
  <inkml:trace contextRef="#ctx0" brushRef="#br0" timeOffset="69">4274 6605 8912,'-7'0'0,"1"-1"0,-2-2 0,3 2 0,2-4 0,6 5 0,5 0 0,5 0 0,-1-1 0,6-1 0,3-2 0,4 2 0,4 1 0,6-2 0,3-2 0,5 0 0,7-3 0,-21 4 0,0-1 0,4 0 0,-1-1 0,1-1 0,0 0-205,2 2 0,1-1 1,-2-2-1,0-1 205,2 2 0,-2 0 0,-4 0 0,0 1 0,25-3 0,-6 1 0,-7 3-162,-8 0 162,-5 2 0,-17 3 0,-2 0 0,-6 0 0,0 0 0,-13 0 805,7 0-805,-7 0 88,9 0 0,-1 0-88,-2 0 0,-3 1 0,-4 2 0,0-2 0,0 4 0</inkml:trace>
  <inkml:trace contextRef="#ctx0" brushRef="#br0" timeOffset="70">4535 6896 8912,'-5'9'0,"-1"-2"0,-3-1 0,-1-2 0,0-1 0,0 1 0,0 0 0,0 3 0,0 0 0,0 2 0,0 1 0,3 1 0,1 2 0,1 4 0,-1 2 0,4 4 0,-1 1 0,2-2 0,1 3 0,1-3 0,1-2 0,1-2 0,5-2 0,-1-1 0,5-4 0,1-3 0,1-6 0,-3 6 0,1-5 0,1-1 0,1 0 0,-1-7 0,2-2 0,-1-1 0,1-2 0,1-2 0,-2-1 0,-2-4 0,-1-2 0,-1-1 0,-4 0 0,2-1 0,-5-2 0,-4-3 0,-6-4 0,-2 0 0,-5-3 0,-4-2 0,-4-1 0,-5-1 0,2 2 0,-1 0 0,6 5 0,-2 8 0,9 2 0,0 7 0,3 3 0,5 6 0,5 8 0,6 2 0,7 7 0,4-1 0,2-3 0,1 1 0,0-5 0</inkml:trace>
  <inkml:trace contextRef="#ctx0" brushRef="#br0" timeOffset="71">7334 5813 8912,'-7'-3'0,"0"0"0,0 0 0,-2 2 0,-1 1 0,0 0 0,0 0 0,0 0 0,-2 1 0,-1 3 0,2 1 0,-2 6 0,1 3 0,2 1 0,0 5 0,0 0 0,1 4 0,3 0 0,2 2 0,3 2 0,2 0 0,3-2 0,2-4 0,8-6 0,-3-5 0,3 1 0,1-6 0,2-1 0,-3-2 0,4-4 0,-5-2 0,2-4 0,-2-6 0,-2 0 0,3-3 0,-3-2 0,-6-1 0,3-2 0,-4-3 0,-1 2 0,-3-4 0,0 1 0,0-1 0,0-2 0,0-1 0,-5-4 0,-1 0 0,-3 0 0,-1 6 0,0 1 0,0 6 0,1 2 0,1 9 0,1 2 0,5 3 0,-3 4 0,1 0 0,3 1 0,-2 3 0,2 6 0,5 0 0,3 4 0,6 1 0,3 1 0</inkml:trace>
  <inkml:trace contextRef="#ctx0" brushRef="#br0" timeOffset="72">7123 6264 8912,'-10'6'0,"0"-3"0,0-2 0,2-1 0,5 0 0,10 0 0,13 0 0,5-1 0,4-2 0,6 2 0,1-5 0,4 4 0,0-2 0,0-2 0,-1 0 0,-2 0 0,-1-3 0,-5 3 0,-7 1 0,-5 0 0,-6 1 0,-6 3 0,-2-4 0,-5 5 0,-5 0 0,-3 1 0,-4 3 0,1-3 0,-8 8 0,3-4 0</inkml:trace>
  <inkml:trace contextRef="#ctx0" brushRef="#br0" timeOffset="73">7153 6665 8912,'-6'0'0,"-1"0"0,0-1 0,2-2 0,-4 2 0,3-4 0,1 1 0,-4 3 0,2-3 0,-2 3 0,2 1 0,1 0 0,-2 1 0,-1 3 0,-1 2 0,0 8 0,-3 1 0,-1 5 0,2 1 0,1 3 0,1 5 0,1 4 0,2 0 0,4-2 0,2-2 0,1-3 0,0-2 0,1-7 0,3-5 0,5-4 0,3-5 0,6-6 0,-2-4 0,4-6 0,0-4 0,0-7 0,0-1 0,-1-5 0,-10 14 0</inkml:trace>
  <inkml:trace contextRef="#ctx0" brushRef="#br0" timeOffset="74">7169 6679 8912,'0'-5'0,"-1"-34"0,-8-1 0,-7 4 0,-4 3 0,0 3 0,0 4 0,1 6 0,2 6 0,3 7 0,8 4 0,3 6 0,2 4 0,1 5 0,1 3 0,2 0 0,7 2 0,6 3 0</inkml:trace>
  <inkml:trace contextRef="#ctx0" brushRef="#br0" timeOffset="75">10715 5924 8912,'-7'10'0,"0"-2"0,-1-1 0,4-2 0,4-9 0,7 1 0,2 1 0,1-1 0,0 0 0,1 1 0,2-5 0,-1 5 0,4-2 0,0 0 0,-1 1 0,-2 0 0,0 3 0,-2-5 0,4 0 0,0-6 0</inkml:trace>
  <inkml:trace contextRef="#ctx0" brushRef="#br0" timeOffset="76">10745 6154 8912,'-6'0'0,"-3"0"0,8 0 0,-2 0 0,6 0 0,4 0 0,6 0 0,7 0 0,7-4 0,6-2 0,4 0 0,7-7 0,1 2 0</inkml:trace>
  <inkml:trace contextRef="#ctx0" brushRef="#br0" timeOffset="77">12189 5663 8912,'-5'4'0,"-5"-1"0,1 3 0,-6 2 0,-3 2 0,-4 2 0,-2 2 0,-4 4 0,-6-2 0,-2 3 0,-3 1 0,2 0 0,1-1 0,2-2 0,0 2 0,5-7 0,3 4 0,5-2 0,3-2 0,5 3 0,-1-1 0,2 2 0,5-4 0,7 2 0,0-3 0,0-1 0,0-5 0,4 3 0,3-5 0,3 0 0,3-2 0,3-1 0,4 0 0,3-5 0,1-1 0,4 0 0,-2-1 0,0 4 0,1-4 0,-5 5 0,1-2 0,-1-1 0,-7 4 0,-1-2 0,-8 6 0,-2 6 0,-9 6 0,-5 0 0,-4 6 0,-10 0 0,1 3 0,-4-2 0,4 0 0,-1 2 0,0-2 0,6-1 0,-2-1 0,8-4 0,2-3 0,1-2 0,5-1 0,2-1 0,5-2 0,7-3 0,7-4 0,2 0 0,2 0 0,2-1 0,0-2 0,5-3 0,-1-4 0,3 0 0,3 0 0,-5-3 0,1 0 0,-3 0 0,1-2 0,-5 4 0,1-2 0,-2 6 0,-5-1 0,-3 4 0,-2 2 0,-1-3 0,0-1 0</inkml:trace>
  <inkml:trace contextRef="#ctx0" brushRef="#br0" timeOffset="78">11999 6495 8912,'-9'-1'0,"1"-1"0,2-3 0,1 1 0,0-2 0,0 2 0,-1-1 0,4 1 0,-1 0 0,2 3 0,2-2 0,2 6 0,1 3 0,3 4 0,1 1 0,-5 2 0,5 3 0,-2 3 0,-1-1 0,-1-2 0,0 2 0,-1 4 0,0 2 0,-2-1 0,-1-3 0,0 0 0,0-17 0</inkml:trace>
  <inkml:trace contextRef="#ctx0" brushRef="#br0" timeOffset="79">11911 6763 8912,'-3'-4'0,"-7"-13"0,4 0 0,-1-3 0,4 1 0,-4 3 0,0-8 0,-3 3 0</inkml:trace>
  <inkml:trace contextRef="#ctx0" brushRef="#br0" timeOffset="80">11979 6395 8912,'-10'1'0,"0"2"0,3-2 0,0 3 0,5-2 0,-2 0 0,-1 1 0,4 1 0,-4-4 0,5 0 0,5 0 0,-4 0 0,4-5 0,-5 4 0,0-8 0,0 8 0,0-3 0,0 4 0,8 0 0,4 0 0</inkml:trace>
  <inkml:trace contextRef="#ctx0" brushRef="#br0" timeOffset="81">12918 5720 8912,'-13'-34'0,"-5"1"0,2 4 0,0 2 0,0 5 0,2 4 0,0 4 0,4 8 0,0 3 0,1 7 0,3 6 0,1 6 0,5 7 0,1-2 0,3 3 0,6 0 0,6 0 0,3-2 0,6-5 0,-23-16 0</inkml:trace>
  <inkml:trace contextRef="#ctx0" brushRef="#br0" timeOffset="82">13598 5984 8912,'7'2'0,"16"2"0,-1 0 0,7-4 0,-4 0 0</inkml:trace>
  <inkml:trace contextRef="#ctx0" brushRef="#br0" timeOffset="83">13835 5853 8912,'0'10'0,"0"-4"0,0 3 0,3-7 0,0 5 0,-1 1 0,3-3 0,-2 2 0,0 1 0,1 4 0,-1 1 0,2 4 0,-3-3 0,1 2 0,1 1 0,-4 3 0,0 0 0,0 0 0,-5 0 0,0-4 0,-5-2 0,0 0 0,3-4 0,0 2 0,-1-6 0,-1-1 0,-1-2 0,4-3 0,-1 0 0,5-9 0,-7-2 0,3-9 0</inkml:trace>
  <inkml:trace contextRef="#ctx0" brushRef="#br0" timeOffset="84">13794 5723 8912,'0'-14'0,"-3"2"0,0-1 0,-1 2 0,4 1 0,1 6 0</inkml:trace>
  <inkml:trace contextRef="#ctx0" brushRef="#br0" timeOffset="85">13839 5644 8912,'2'0'0,"15"3"0,0-2 0,3 4 0</inkml:trace>
  <inkml:trace contextRef="#ctx0" brushRef="#br0" timeOffset="86">14186 5753 8912,'-10'-4'0,"0"3"0,0-4 0,0 7 0,-2 5 0,-1 6 0,2 5 0,-1 3 0,3 3 0,2 3 0,5 6 0,-3 1 0,5 3 0,0-3 0,5-3 0,0-6 0,5-1 0,5-4 0,0-5 0,2-5 0,0-5 0,-4-5 0,4-3 0,-1-4 0,1-5 0,0-2 0,-5-4 0,6 0 0,-3-6 0,0 2 0,-2-4 0,-2 4 0,-5-5 0,-3 4 0,0-4 0,-3 0 0,-3 2 0,-4 1 0,-6 3 0,0 1 0,-3 0 0,3 6 0,0 4 0,2 4 0,1 6 0,1 5 0,2 1 0,3 3 0,4 1 0,-5 0 0,0 0 0</inkml:trace>
  <inkml:trace contextRef="#ctx0" brushRef="#br0" timeOffset="87">14075 5914 8912,'-19'5'0,"3"-2"0,2-1 0,3-2 0,6 0 0,0 0 0,10-4 0,2 0 0,6-2 0,2 0 0,10-1 0,0 1 0,1 2 0,3-1 0,-2 3 0,2-1 0,1 1 0,-5-4 0,4 0 0,-3-4 0</inkml:trace>
  <inkml:trace contextRef="#ctx0" brushRef="#br0" timeOffset="88">14667 5914 8912,'-10'-5'0,"0"0"0,3-4 0,1 2 0,4-2 0,-3 8 0,5 1 0,0 8 0,0 4 0,5 4 0,-4 4 0,3 1 0,1 2 0,-4-1 0,3 5 0,-1 0 0,1-2 0,-1 0 0,1-2 0,-1 0 0,-1-4 0,-1 1 0,0-6 0,3 3 0,-3-6 0,2-4 0,-3-4 0,-3 3 0,-4-2 0,-2-1 0,-1-4 0,-1-2 0,-2-4 0,1-2 0,-2-1 0,0 0 0,-3 0 0,2 0 0,1-1 0,4-1 0,0-2 0,0-8 0,0 1 0</inkml:trace>
  <inkml:trace contextRef="#ctx0" brushRef="#br0" timeOffset="89">14758 5673 8912,'-7'0'0,"0"0"0,-1 0 0,3 1 0,-2 2 0,-1 4 0,-1 2 0,4 1 0,1 0 0,2-4 0,-1-3 0,2-1 0,-3 2 0,3-3 0,1 2 0,0-6 0,0 0 0,0-3 0,0-2 0,0 2 0,0 0 0,0-1 0,0 0 0,0 1 0,0 3 0,5-5 0,0 2 0</inkml:trace>
  <inkml:trace contextRef="#ctx0" brushRef="#br0" timeOffset="90">15771 5893 8912,'-6'-4'0,"1"-2"0,2-4 0,0 0 0,5 5 0,7 2 0,3 1 0,10 2 0,-1 0 0,3 0 0,4 0 0,2 0 0,3 0 0,0 0 0,-1 0 0,0-1 0,-2-2 0,-5 2 0,-2-3 0,-6 3 0,-3 1 0,-8 0 0,-1 0 0,-14 5 0,-2 0 0</inkml:trace>
  <inkml:trace contextRef="#ctx0" brushRef="#br0" timeOffset="91">15831 6104 8912,'-7'0'0,"1"0"0,-1 0 0,1 0 0,3 0 0,6 0 0,7 0 0,8 0 0,4 0 0,9 0 0,5 0 0,3 0 0,1-4 0,1 2 0,-2-1 0,-3 2 0,-2 1 0,-9 0 0,-4 0 0,-7 0 0,-7 0 0,-3 0 0,-4 0 0,-9 3 0,-4 2 0,-5 0 0,-2-2 0,0 1 0</inkml:trace>
  <inkml:trace contextRef="#ctx0" brushRef="#br0" timeOffset="92">4789 6851 8912,'-10'10'0,"-1"0"0,-1 2 0,0 2 0,0 2 0,3 1 0,1 2 0,1 3 0,0 3 0,2 0 0,5 7 0,0-1 0,0 0 0,1-5 0,4-2 0,6-2 0,3-3 0,1-2 0,1-3 0,-1-3 0,6-4 0,2-7 0,-1 0 0,0 0 0,-1 0 0,2-7 0,1-4 0,0-3 0,5-8 0,-11 3 0,4-5 0,1 1 0,-13-4 0,9 3 0,-14-6 0,-1 4 0,-4-3 0,-6 3 0,-4-1 0,-4 1 0,-8 3 0,-2 3 0,-8-1 0,1 2 0,0 2 0,7 6 0,3 3 0,4 1 0,2 1 0,-1 6 0,7 0 0,-3 7 0,7 4 0,0 3 0,5 3 0,0 4 0,0-4 0,7 5 0,1-6 0</inkml:trace>
  <inkml:trace contextRef="#ctx0" brushRef="#br0" timeOffset="93">4804 7130 8912,'6'11'0,"-1"-1"0,0-7 0,-5 4 0,2-7 0,3 0 0,5 0 0,4-7 0,3-1 0,4-8 0,-2 1 0,7-1 0,0 1 0,5-1 0</inkml:trace>
  <inkml:trace contextRef="#ctx0" brushRef="#br0" timeOffset="94">5286 7130 8912,'16'0'0,"0"0"0,-1 7 0,-5-3 0,-1 6 0,-2 2 0,-4 2 0,-1 1 0,-2 8 0,0 1 0,0 0 0,0 7 0,-2-1 0,-3 4 0,4-3 0,-5-7 0,5-1 0,1-4 0,0 5 0,0-12 0,0 4 0,8-11 0,6-2 0,7-6 0,3-8 0,2-2 0,5-10 0,0-3 0,0 4 0,0 1 0,-7 4 0,-3 1 0,-4 1 0,-1-1 0</inkml:trace>
  <inkml:trace contextRef="#ctx0" brushRef="#br0" timeOffset="95">7074 6711 8912,'2'8'0,"2"-1"0,1 0 0,5-3 0,-5 6 0,1-5 0,-5 4 0,3-1 0,1 1 0,0-4 0,-5 6 0,0 1 0,0 2 0,0 1 0,0-5 0,0 1 0,-2 3 0,-3 5 0,3-2 0,-11 4 0,2-11 0,3 4 0,-3-6 0,1 3 0,0-3 0,-1-1 0,1-2 0,-6-5 0,1-6 0,-1-3 0</inkml:trace>
  <inkml:trace contextRef="#ctx0" brushRef="#br0" timeOffset="96">7405 6608 8912,'-4'-1'0,"-12"-4"0,1 5 0,6 2 0,4 3 0,3 5 0,2 0 0</inkml:trace>
  <inkml:trace contextRef="#ctx0" brushRef="#br0" timeOffset="97">8006 6826 8912,'0'11'0,"-6"10"0,-2 3 0,-2-5 0</inkml:trace>
  <inkml:trace contextRef="#ctx0" brushRef="#br0" timeOffset="98">7882 7074 8912,'-2'3'0,"-21"28"0,5-5 0</inkml:trace>
  <inkml:trace contextRef="#ctx0" brushRef="#br0" timeOffset="99">7810 7182 8912,'-3'10'0,"1"6"0,2-1 0,4-6 0,6-4 0,0-3 0,20-9 0,-4-3 0,3-4 0,2-2 0,0 1 0,0-1 0,0 1 0,-6-1 0,-5 1 0,-2 1 0,-3 4 0,-6 3 0,5 0 0,-13 5 0,5-5 0,-12 7 0,-4 0 0,-4 0 0,-8 0 0,-2 0 0</inkml:trace>
  <inkml:trace contextRef="#ctx0" brushRef="#br0" timeOffset="100">8241 6470 8912,'0'3'0,"1"7"0,3 2 0,1 2 0,-2-6 0,-8-2 0,4 2 0,-5-6 0,12 3 0,-5 4 0,13-7 0,-5 4 0,1 0 0,-1 1 0,-2 1 0,5 1 0,-2 1 0,-1 4 0,-1-4 0,1 4 0,0 2 0,-6-1 0,11 1 0,-12-1 0,3 1 0,-3-1 0,-2 1 0,0-1 0,-7 1 0,-4-2 0,-3-4 0,-1 4 0,-1-11 0,-1 6 0,-4-2 0,2-2 0,-5-5 0,2 0 0,3 0 0,1-7 0,3-3 0,1-11 0,4-5 0,-4-10 0,10 19 0</inkml:trace>
  <inkml:trace contextRef="#ctx0" brushRef="#br0" timeOffset="101">8272 6447 8912,'0'-11'0,"0"1"0,0 5 0,0-6 0,0 8 0,-2-4 0,-1 5 0,1 0 0</inkml:trace>
  <inkml:trace contextRef="#ctx0" brushRef="#br0" timeOffset="102">8648 5757 8912,'12'8'0,"2"1"0,-3 1 0,-6 2 0,-3 2 0,-2 8 0,-2-3 0,-3 5 0,-6 1 0,-4-3 0,-6 0 0,-3 6 0,11-16 0</inkml:trace>
  <inkml:trace contextRef="#ctx0" brushRef="#br0" timeOffset="103">8574 6008 8912,'-12'12'0,"-16"9"0,6 3 0,-2-12 0,14-3 0</inkml:trace>
  <inkml:trace contextRef="#ctx0" brushRef="#br0" timeOffset="104">8677 5757 8912,'1'11'0,"2"26"0,4-3 0,2-1 0,1-2 0,6-2 0,-1-3 0,6-5 0,0-11 0,-1-3 0,3-14 0,1-1 0</inkml:trace>
  <inkml:trace contextRef="#ctx0" brushRef="#br0" timeOffset="105">9080 5919 8912,'-2'10'0,"-3"-1"0,-5-3 0,3 1 0,2-1 0,3-5 0,2 6 0,0 0 0,2 3 0,1 4 0,2 2 0,6 1 0,-6 4 0,5-2 0,-4 7 0,-1 0 0,-5 5 0,0 0 0,0-5 0,0-1 0,0 3 0,0-6 0,-2 1 0,-1-8 0,-4 1 0,-2 0 0,-3-1 0,-2-6 0,-1-2 0,-1-7 0,0 0 0,1 0 0,-1 0 0,1-9 0,-1-7 0,6 1 0,0-6 0,4-1 0,-4 1 0,7 0 0,-4 1 0,7-1 0,0 2 0,1 2 0,5 1 0,-5 1 0,20-1 0,-4 1 0</inkml:trace>
  <inkml:trace contextRef="#ctx0" brushRef="#br0" timeOffset="106">9127 5887 8912,'-21'-1'0,"0"-4"0,2-6 0,7 3 0,2-3 0,0 8 0,1-4 0,-5 7 0,12 7 0,-3 3 0,3-1 0,2 1 0,0-6 0,2 8 0,3-7 0,4 0 0,7-5 0,-8 0 0,6 0 0,-5 0 0,6 0 0</inkml:trace>
  <inkml:trace contextRef="#ctx0" brushRef="#br0" timeOffset="107">9484 5701 8912,'-10'2'0,"0"1"0,-2 4 0,-2 2 0,-2 3 0,1 2 0,-1 3 0,1 4 0,1-4 0,2 5 0,3-1 0,2 2 0,4 1 0,1-5 0,2 3 0,0-6 0</inkml:trace>
  <inkml:trace contextRef="#ctx0" brushRef="#br0" timeOffset="108">12877 6599 8912,'-8'22'0,"-4"13"0,5-3 0,-5 12 0,7-8 0,1-2 0,2-1 0,2-2 0,0-2 0,0-3 0,0-3 0,7-9 0,4-4 0,2-5 0,3-3 0,6-2 0,4 0 0,-1-12 0,0-4 0,0-4 0,2-1 0,-3-5 0,-1-3 0,-4 3 0,-9 0 0,2 0 0,-6-5 0,-1 0 0,-5 0 0,0 0 0,0 0 0,-7-6 0,-4 1 0,-2 2 0,-8 6 0,0 4 0,2 1 0,2 4 0,8 9 0,1-2 0,2 7 0,5 0 0,-6 5 0,7 6 0,0 5 0,0 3 0,5 3 0,2 2 0,2 2 0,3-2 0,-5-2 0,6-2 0,-4 1 0</inkml:trace>
  <inkml:trace contextRef="#ctx0" brushRef="#br0" timeOffset="109">12812 6742 8912,'-11'2'0,"1"1"0,-2 2 0,5 7 0,-5-8 0,7 6 0,1 2 0,3-5 0,13 0 0,3-7 0,11-2 0,0-3 0,3 2 0,3-8 0,-1 1 0,0-6 0,0 3 0,0 1 0,0 1 0,-7 1 0,4-1 0,-7 1 0,6 0 0,-3-6 0</inkml:trace>
  <inkml:trace contextRef="#ctx0" brushRef="#br0" timeOffset="110">13372 6757 8912,'-2'9'0,"-3"-4"0,3-3 0,-5-4 0,7-3 0,0-5 0,0 1 0,2 0 0,3 3 0,4-5 0,6 6 0,1 2 0,-1 1 0,1 2 0,-1 0 0,-4 7 0,-1 3 0,2 4 0,2 1 0,-5 8 0,-4 3 0,2-2 0,-2 2 0,0 0 0,-7 5 0,-3 0 0,-4-2 0,-6-3 0,-1 2 0,1-8 0,-1-1 0,1-1 0,-1-3 0,1 1 0,-1-1 0,1-6 0,-1-6 0,0-6 0,3-6 0,2-6 0,4-3 0,7-2 0,-5 2 0,0-2 0,0 2 0,5 3 0,0-1 0,7 1 0,1 6 0,10 4 0,1 3 0,1 2 0,6 2 0,-5 3 0,7 2 0,-2 4 0,5 1 0,5-7 0,2 5 0,3-5 0,4 6 0,-3-6 0,3 0 0,1-5 0</inkml:trace>
  <inkml:trace contextRef="#ctx0" brushRef="#br0" timeOffset="111">16808 5717 8912,'0'-16'0,"0"1"0,0 6 0,7-3 0,5 7 0,7-1 0,7 1 0,3 0 0,7 0 0,2 3 0,2-1 0,3-2 0,-3-1 0,0 8 0,-4 3 0,-7 6 0,-4 2 0,-17 10 0,-3 3 0,-3 3 0,-2 2 0,-7 0 0,-5 2 0,-7 2 0,-7 1 0,-3-2 0,5-1 0,-6-7 0,6-2 0,0-1 0,1-4 0,8-7 0,-1-2 0,1-6 0,6-6 0,4-14 0,3-13 0,2-11 0</inkml:trace>
  <inkml:trace contextRef="#ctx0" brushRef="#br0" timeOffset="112">17336 5639 8912,'-26'0'0,"1"0"0,4 7 0,-3 5 0,1 7 0,2 5 0,6 7 0,6 0 0,4 2 0,3 3 0,2-3 0,2 3 0,2-3 0,4-4 0,6-3 0,-2-2 0,9-6 0,-2-1 0,2-3 0,-4-9 0,7 2 0,-3-7 0,-4-7 0,5-2 0</inkml:trace>
  <inkml:trace contextRef="#ctx0" brushRef="#br0" timeOffset="113">17710 5981 8912,'0'-16'0,"0"1"0,0 6 0,6-3 0,5 7 0,3 1 0,1 3 0,1 2 0,-1 4 0,1 6 0,-1 3 0,1 1 0,-2 8 0,-4 2 0,4 5 0,-12 1 0,3 2 0,-3 3 0,-2-3 0,0 3 0,-6-3 0,1-2 0,-2-2 0,4-1 0,-4-4 0,-2-2 0,6 6 0,-4-11 0,7 1 0,2-10 0,3-1 0,5-2 0,11-5 0,3-1 0,7-5 0,0-2 0,0-3 0,0 1 0,1-2 0,4 3 0,0-1 0,0 6 0,-4-9 0,-1 4 0</inkml:trace>
  <inkml:trace contextRef="#ctx0" brushRef="#br0" timeOffset="114">19529 5515 8912,'24'-31'0,"-2"0"0,-6-1 0,-1 3 0,1 3 0,0 6 0,-8 2 0,-3 3 0,-10 6 0,-5 4 0,-4 3 0,-2 2 0,-4 0 0,-1 0 0,0 0 0,-1 0 0,3 0 0,-7 0 0,7 5 0,-4 1 0,3-3 0,-1-1 0,-7-2 0,2 0 0,-3 5 0,-2 0 0,0 7 0,0-1 0,-7 2 0,-4 3 0,3 5 0,-3-1 0,7 10 0,-1 1 0,2 8 0,-1 13 0,-1 5 0,1 4 0,8 16 0,13-33 0,2 0-246,-1 4 0,0 3 1,-3 11-1,1 2 246,-1 0 0,1 1 0,1 4 0,2 0 0,-1-3 0,2-1-300,-1 2 1,1-1 0,0 1 0,1 1 299,2 2 0,1 0 0,2-7 0,1-2 0,1-3 0,1-2-54,0-7 0,2-1 0,9 29 0,6-9 54,10-5 0,9-7 0,4-6 0,2-7 0,3-7 0,2-3 0,12-9 0,0-3 0,5-11 0,-10-5 0,5 2 0,-5-2 0,-2-1 0,-9-2 0,-4-2 0,-11 1 833,-6 4-833,-9 4 0,1 1 0,-7 1 1289,-2 1-1289,-1-5 0,5 7 0,2-6 0</inkml:trace>
  <inkml:trace contextRef="#ctx0" brushRef="#br0" timeOffset="115">20415 5670 8912,'-2'-9'0,"-1"2"0,-2 1 0,-1 2 0,6-6 0,-7 6 0,-1-9 0,-8 11 0,1-3 0,-1 5 0,1 5 0,-1 7 0,1 7 0,-8 5 0,4 11 0,-7 6 0,7 0 0,-2 11 0,6-2 0,5 0 0,4 2 0,5 0 0,2-14 0,5-7 0,4-7 0,11-10 0,5-4 0,3-5 0,2-10 0,0-10 0,2-13 0,1-6 0,3-8 0,-1-3 0,-7-7 0,-3 1 0,-3-10-72,-8-1 1,-6-2-1,-6-8 72,-6-2 0,-7 5 0,-11 3 0,-5 7 0,-3 7 0,-3 18 0,3 6 0,3 18 0,5 5 0,4 10 0,3 5 0,4 13 0,5 8 0,3 7 0,6 8 0,6 1 0,11 0 0,13-8 0,4 10 0,4-8 0,-4 0 0</inkml:trace>
  <inkml:trace contextRef="#ctx0" brushRef="#br0" timeOffset="116">21006 5639 8912,'-16'0'0,"1"0"0,-1 0 0,1 0 0,-1 0 0,7 0 0,11 0 0,12 0 0,7 2 0,3 3 0,2-2 0,5 8 0,-2 1 0,-3 2 0,-2 1 0,-5 2 0,2 2 0,-2 2 0,-9 1 0,-4-3 0,-5 2 0,-1 7 0,-3-4 0,-7 5 0,-11-1 0,-5-2 0,0 1 0,-3-2 0,3 0 0,3-6 0,1-3 0,6-11 0,8-3 0,8-16 0,8-3 0</inkml:trace>
  <inkml:trace contextRef="#ctx0" brushRef="#br0" timeOffset="117">21270 5686 8912,'-22'15'0,"-3"1"0,1-1 0,-3 2 0,6 4 0,5-4 0,6 4 0,7-2 0,-3 0 0,5 2 0,1-1 0,1-4 0,6-2 0,9-4 0,-1 4 0,8-5 0,-2 1 0,-1 0 0,1-6 0,0 3 0,-1-7 0,-1 0 0,-1 0 0,-3-7 0,1-9 0,-1-8 0</inkml:trace>
  <inkml:trace contextRef="#ctx0" brushRef="#br0" timeOffset="118">21597 5499 8912,'-2'16'0,"-3"-1"0,1 2 0,-6 4 0,0 3 0,-6 7 0,0 7 0,6-5 0,1 3 0,2-3 0,4-2 0,-4-7 0,2-3 0,-7-4 0,3-1 0</inkml:trace>
  <inkml:trace contextRef="#ctx0" brushRef="#br0" timeOffset="119">21363 5577 8912,'0'-16'0,"0"1"0,0-1 0,6 6 0,0-1 0,5-1 0,6-1 0,-1 4 0,15-3 0,-2 7 0,6 1 0,1 3 0,0 1 0,1 1 0,-3 4 0,6 4 0,-7 7 0,5-1 0</inkml:trace>
  <inkml:trace contextRef="#ctx0" brushRef="#br0" timeOffset="120">21954 5670 8912,'-24'0'0,"2"0"0,6 2 0,0 3 0,-6 4 0,5 13 0,-4 4 0,4 3 0,3 4 0,2 2 0,3 3 0,2 1 0,2-4 0,7 8 0,3-7 0,5-1 0,4-3 0,7-7 0,0-5 0,-1-9 0,-4-6 0,1-3 0,0-4 0,-1-3 0,10-11 0,-17-6 0,8-6 0,-5 2 0,-2 0 0,4-5 0,-2 0 0,-3 0 0,-2 2 0,-4 3 0,-1-3 0,-2 11 0,0-2 0,0 2 0,-7 10 0,-3 2 0,-1 5 0,-3 2 0,-3 3 0,0 1 0,0 7 0,1-3 0,1 6 0</inkml:trace>
  <inkml:trace contextRef="#ctx0" brushRef="#br0" timeOffset="121">21783 5965 8912,'-15'9'0,"4"3"0,1-7 0,6 0 0,-1-5 0,10 0 0,11-1 0,10-5 0,8 3 0,3-7 0,6 4 0,-2-4 0,4 7 0,0-3 0,-3 5 0,1-5 0,-7 1 0,-6 0 0,-8 5 0</inkml:trace>
  <inkml:trace contextRef="#ctx0" brushRef="#br0" timeOffset="122">19824 6540 8912,'-15'0'0,"15"0"0,12 0 0,15 0 0,18 0 0,16 0 0,9 0 0,13 0 0,-38-2 0,0-1 0,2 0 0,0-1 0,-1-1 0,1 1 0,39 1 0,-6-2 0,-15 3 0,-18 2 0,-18 0 0,-17 0 0,-6 2 0,-12 3 0,-4 5 0,-11 4 0,-3 1 0,0 1 0,-5 0 0,4-1 0,-6 1 0</inkml:trace>
  <inkml:trace contextRef="#ctx0" brushRef="#br0" timeOffset="123">19886 7130 8912,'-26'14'0,"0"-2"0,-1-2 0,-3 3 0,6-3 0,2 4 0,-1 3 0,6 4 0,-2 1 0,5 7 0,6 8 0,1 2 0,2-4 0,5 8 0,1-7 0,4-1 0,6-2 0,8-9 0,2-3 0,4-6 0,-4-5 0,7-3 0,-2-7 0,-2-8 0,2-8 0,-5-6 0,4-11 0,3-3 0,-5 1 0,-4-6 0,-6-4 0,-2-5 0,-8 1 0,9-11 0,-7 3 0,-1-2 0,-9 2 0,-4-1 0,-6 6 0,-1 2 0,-5 10 0,1 11 0,1 12 0,1 10 0,10 5 0,-4 9 0,6 3 0,1 13 0,5 8 0,2 0 0,3 7 0,5 0 0,4-12 0,9 10 0,1-12 0</inkml:trace>
  <inkml:trace contextRef="#ctx0" brushRef="#br0" timeOffset="124">20399 7208 8912,'-10'0'0,"0"-2"0,-2-3 0,-2 3 0,-2-3 0,1 3 0,-1 2 0,1 0 0,-1 2 0,0 3 0,1 6 0,1 9 0,4 6 0,-2 5 0,5 6 0,-2 4 0,6-1 0,-3 1 0,12-6 0,4 1 0,6-3 0,4-2 0,4-9 0,8-6 0,-1-8 0,0-8 0,0 0 0,-2-8 0,-1-6 0,-2-5 0,-7-10 0,1-3 0,-4 0 0,-6-10 0,-3 3 0,-7-3 0,0-1 0,-3 7 0,-6 0 0,-6-2 0,-10 10 0,5-3 0,-8 15 0,2 1 0,4 10 0,1-1 0,4 5 0,1 2 0,2 5 0,4 4 0,-2 4 0,7 1 0,-7 1 0,3-1 0</inkml:trace>
  <inkml:trace contextRef="#ctx0" brushRef="#br0" timeOffset="125">20073 7565 8912,'-9'0'0,"1"5"0,2 1 0,5-1 0,-4-5 0,10 0 0,5-7 0,11-4 0,8-2 0,7-3 0,8-1 0,-3-2 0,4-2 0,2 2 0,-1 2 0,1 1 0,-6 1 0,1-1 0,-1 1 0,6-1 0</inkml:trace>
  <inkml:trace contextRef="#ctx0" brushRef="#br0" timeOffset="126">20741 7394 8912,'7'16'0,"-5"-1"0,5 1 0,-7-1 0,0 1 0,0 0 0,0-1 0,5 2 0,0 4 0,2-2 0,-2 7 0,-1-5 0,6 5 0,-6-2 0,1 3 0,-3-1 0,-2 2 0,0-4 0,0 2 0,-2-7 0,-3 2 0,-4-4 0,-6-2 0,-1-6 0,0-4 0,-1-3 0,-2-2 0,-2 0 0,2 0 0,-3-9 0,1-6 0,1-3 0,4-7 0,0-15 0,1-8 0</inkml:trace>
  <inkml:trace contextRef="#ctx0" brushRef="#br0" timeOffset="127">20741 7161 8912,'9'0'0,"-2"0"0,-7 0 0,0-1 0,0-5 0,0 5 0,0-8 0,0 4 0,0 3 0,0-6 0,0 2 0,0 5 0,0-13 0,0 5 0,0-6 0</inkml:trace>
  <inkml:trace contextRef="#ctx0" brushRef="#br0" timeOffset="128">22685 6214 8912,'-19'-5'0,"3"-1"0,3 1 0,-1-2 0,7 6 0,7-5 0,9-1 0,13 2 0,9 2 0,0 1 0,7 0 0,-2-1 0,1-2 0,-1-2 0,-5 2 0,-2 3 0,-1-3 0,-4 3 0,-1 2 0,-2 0 0,-6-7 0,1-1 0</inkml:trace>
  <inkml:trace contextRef="#ctx0" brushRef="#br0" timeOffset="129">22732 6462 8912,'-11'9'0,"1"-4"0,6-3 0,-1-2 0,10 0 0,11-7 0,10-3 0,5-3 0,5 3 0,-1-4 0,6 4 0,1-4 0,-3-1 0,13-8 0,-3-1 0</inkml:trace>
  <inkml:trace contextRef="#ctx0" brushRef="#br0" timeOffset="130">24115 5779 8912,'-1'-9'0,"-4"4"0,3 3 0,2 4 0,10 1 0,6 4 0,4 2 0,3 6 0,5 8 0,-3-1 0,3 1 0,0 3 0,-2-4 0,-4 2 0,1 4 0,-13-6 0,4 6 0,-14-6 0,-2 1 0,-3-1 0,-12-1 0,-15-5 0,-6-1 0,-8 1 0,1-1 0,3 1 0,-1-3 0,7-2 0,5-4 0,7-7 0,1 0 0,9-7 0,7-2 0</inkml:trace>
  <inkml:trace contextRef="#ctx0" brushRef="#br0" timeOffset="131">24551 5779 8912,'-2'-14'0,"-3"4"0,1-2 0,-6 6 0,-2 3 0,-4 3 0,-4 5 0,-3 11 0,-4 9 0,2 5 0,3 1 0,1 7 0,6 3 0,1 4 0,3 0 0,8-2 0,6-1 0,8-8 0,8 1 0,2-8 0,8-4 0,2-8 0,0-6 0,5-4 0,-3-5 0,-2-5 0,0-4 0,1-6 0</inkml:trace>
  <inkml:trace contextRef="#ctx0" brushRef="#br0" timeOffset="132">24737 5996 8912,'0'16'0,"0"-1"0,7 1 0,-5-1 0,3 1 0,2-1 0,-2 1 0,7 1 0,-1 4 0,-3 1 0,3 4 0,-1 9 0,4-4 0,-2 2 0,-2-1 0,-6 0 0,1-1 0,-3 0 0,-2-2 0,0-3 0,-2-5 0,-3-4 0,-4-2 0,-6 1 0,-6-2 0,0-4 0,-5-3 0,4-7 0,-2 0 0,-2 0 0,-5 0 0,6-7 0,5-3 0,2-6 0,3-5 0,-1-10 0,1-8 0</inkml:trace>
  <inkml:trace contextRef="#ctx0" brushRef="#br0" timeOffset="133">24784 5577 8912,'-10'-9'0,"-1"4"0,-1 3 0,-2-5 0,-1 6 0,-1-3 0,1 8 0,-1 6 0,8-1 0,2 1 0,-1-5 0,2 6 0,0-8 0,12 4 0,-4-7 0,8 0 0,1 0 0,2-7 0,1-2 0,-6-6 0,-2 4 0,-7 1 0,0 7 0,0-4 0,0 7 0,0 0 0</inkml:trace>
  <inkml:trace contextRef="#ctx0" brushRef="#br0" timeOffset="134">24893 5049 8369,'-30'8'0,"5"-3"134,4-3 0,4-2-134,1 0 0,11 0 22,10 0 1,12-2 0,21-1 0,9-2-23,8 1 0,6-3 0,1 2 0,2 0-100,3 5 0,-3 0 100,3 0 0,-8 0 0,-2 0 0,-7 9 0,2 5 0,-7 6 67,-9 4 1,-1 9-68,-14 9 0,-6 9 0,-4 6 0,-6 12-322,5 9 1,-5 8 321,0-37 0,1 1 0,-1 2 0,0 1-213,2 1 1,2 1-1,-2 2 1,1 0 212,0-3 0,0 0 0,-1 1 0,-1 1 0,1 4 0,-1 1 0,-1 0 0,0 0 0,1 0 0,0 1 0,1 2 0,0 0 0,1-5 0,-1 1 0,-1 0 0,-1 0 0,0 0 0,0 0 0,-3-4 0,0-2 0,1-6 0,-1-3 0,-9 36 52,-9-24 1,-6-3 0,-11-8 0,-3-1-53,-6-3 0,-10-4 0,-5-7 0,-10 0-230,-5 0 0,-8-5 230,2 0 0,34-14 0,-2 0 0,3 1 0,-2 0 0,-6 2 0,-3-1 0,-5-1 0,-1 0 0,-1 1 0,1 1 0,0 1 0,1-1 0,6-2 0,2-1 0,4-2 0,1 0 0,1 2 0,2 0 0,-2 1 0,1 0 0,0 2 0,0 0 0,-33 16 0,2 0 0,18 0 0,0 0 0,0 0 0</inkml:trace>
  <inkml:trace contextRef="#ctx0" brushRef="#br0" timeOffset="135">10366 8108 8912,'5'-1'0,"40"-13"0,-4 1 0,-5 2 0,-3-3 0,-3 13 0,-5-5 0,-4 5 0,-9 1 0,-1 0 0,-1 7 0,4 1 0,-2 10 0,-2 2 0,-6 11 0,4 4 0,-2 6 0,-5 1 0,5 6 0,-5-16 0</inkml:trace>
  <inkml:trace contextRef="#ctx0" brushRef="#br0" timeOffset="136">10434 8655 8912,'-1'-2'0</inkml:trace>
  <inkml:trace contextRef="#ctx0" brushRef="#br0" timeOffset="137">10043 8371 8912,'8'18'0,"11"33"0,7 1 0,-5 5 0,5-3 0,1 1 0,3-5 0,-4 2 0,-2-11 0,0-5 0,0-3 0,-5-4 0,2-4 0,-4-10 0,-8-6 0,-2-9 0</inkml:trace>
  <inkml:trace contextRef="#ctx0" brushRef="#br0" timeOffset="138">10977 9025 8912,'0'-10'0,"0"0"0,-2-1 0,-1 1 0,-2 0 0,-2 4 0,2-4 0,1 7 0,-6-3 0,-2 5 0,7 1 0</inkml:trace>
  <inkml:trace contextRef="#ctx0" brushRef="#br0" timeOffset="139">10774 9208 8912,'-6'42'0,"4"11"0,-3 4 0,5-2 0,5-3 0,9-9 0,9 2 0,1-5 0,-2-7 0,8-11 0,2-6 0,8-11 0,-4 0 0,6-5 0,-4-7 0,2-8 0,-6-8 0,8-13 0,-11 0 0,2-2 0,-13 2 0,-4-4 0,-7-7 0,-3 1 0,-2-1 0,-2 0 0,-4 3 0,-3 2 0,-4-3 0,-8 7 0,-2-1 0,-2 8 0,-7 6 0,9 12 0,-5 0 0,2 3 0,1 7 0,5-3 0,1 5 0,-1 1 0,8 7 0,3 3 0,3 4 0,2-4 0,2 1 0,3 1 0,3-5 0,8 1 0,-1-3 0,8-3 0,1 5 0</inkml:trace>
  <inkml:trace contextRef="#ctx0" brushRef="#br0" timeOffset="140">10853 9383 8912,'-18'0'0,"-1"1"0,-1 5 0,-1-3 0,5 7 0,6-4 0,0 4 0,6 0 0,-1-1 0,12-4 0,9-3 0,15-2 0,15 0 0,8-7 0,13-2 0,1-6 0,-1-6 0,-5-1 0,0-1 0,1 1 0,-8-4 0,-3 5 0,-11 2 0,-5 9 0,-15-2 0,-7 5 0,-5-2 0,-6 6 0,-8-2 0,-6 3 0,-2 2 0,-3 5 0,1 2 0,-1 2 0,7 1 0,-4 0 0,2 1 0,4-1 0,-7-1 0,13-3 0,-6-6 0</inkml:trace>
  <inkml:trace contextRef="#ctx0" brushRef="#br0" timeOffset="141">11257 9103 8912,'-10'9'0,"-1"-4"0,6-3 0,-5-2 0,6-7 0,-1-4 0,3-2 0,2-3 0,0 0 0,0 6 0,-1 0 0,-5-2 0,3 3 0,-7 0 0,-2 3 0,-2 2 0,-4 2 0,-1 2 0,-1 0 0,-8 6 0,4 0 0,-2 3 0,0 3 0,7 2 0,-3 0 0,8-2 0,3-2 0,4 1 0,7-3 0,7-1 0,2-7 0</inkml:trace>
  <inkml:trace contextRef="#ctx0" brushRef="#br0" timeOffset="142">11957 8295 8912,'8'-1'0,"-3"-5"0,-3 5 0,-2-8 0,0 4 0,0-4 0,0-6 0,0 4 0,0 1 0,0 7 0,-7-3 0,-3 12 0,-2-3 0,0 7 0,1 4 0,-1 5 0,5-2 0,-6 6 0,4-6 0,0 4 0,-3-2 0,7 7 0,-7-7 0,10 3 0,-3-6 0,2-1 0,-3 1 0,5-1 0,-5 1 0,5-6 0,1 0 0,0-6 0,1 3 0,5-7 0,-5 0 0,6-2 0,-7-3 0,0 3 0,0-12 0,0 13 0,0-8 0,0 4 0,0 1 0,0-6 0,0 7 0,0-6 0,0 4 0,0 3 0,0-12 0,0 11 0,0-8 0,0 6 0,0-5 0,0 6 0,0-9 0,0 4 0,0-6 0,0-1 0,0 0 0,7 1 0,-3-1 0,6 1 0,0-1 0,-1 1 0,5 6 0,-11 1 0,8 4 0,1-1 0,2 1 0,1 10 0,1 2 0,-1 8 0,1 4 0,-1 1 0,-6 7 0,5-6 0,-4 4 0,-1 3 0,-1-4 0,-1-1 0,-2 5 0,-5-5 0,0 7 0,-1 0 0,-4 1 0,-11-1 0,-10 0 0,-3 0 0,-4 0 0,-2-2 0,-1-3 0,0-2 0,5-3 0,1-11 0,4 1 0,9-8 0,7-3 0,8-9 0,2-6 0,7-8 0,15-15 0,3-1 0</inkml:trace>
  <inkml:trace contextRef="#ctx0" brushRef="#br0" timeOffset="143">12190 8389 8912,'-7'-14'0,"-3"3"0,-4 4 0,-2 2 0,1 0 0,-1 2 0,-5 8 0,1 7 0,1 7 0,1 5 0,3 7 0,-1 0 0,6 7 0,1 4 0,2 2 0,4 3 0,1 0 0,4-8 0,3-2 0,9-6 0,7-5 0,6-4 0,1-8 0,6-4 0,6-10 0,7-8 0,0-8 0,-1-6 0,-6-10 0,-2-7 0</inkml:trace>
  <inkml:trace contextRef="#ctx0" brushRef="#br0" timeOffset="144">12547 7969 8912,'-10'0'0,"0"0"0,6 0 0,-4 7 0,2 3 0,5 6 0,-4 5 0,-2 4 0,1 12 0,1 4 0,-2 4 0,6 2 0,-6 1 0,7 4 0,0-9 0,0 3 0,-5-8 0,-1 4 0,-1-14 0,2-3 0,-3-6 0,-8-3 0</inkml:trace>
  <inkml:trace contextRef="#ctx0" brushRef="#br0" timeOffset="145">12205 8047 8912,'11'-2'0,"-1"-3"0,-5-4 0,6-6 0,6-1 0,9-1 0,5-2 0,5-2 0,9-5 0,7 6 0,5-6 0,-5 5 0,0 2 0,-6 9 0,-2 4 0,-8 5 0,0 1 0,-19 0 0,6 0 0,-8 0 0</inkml:trace>
  <inkml:trace contextRef="#ctx0" brushRef="#br0" timeOffset="146">13138 8249 8912,'-15'0'0,"-1"0"0,1-5 0,-1-1 0,1 3 0,-1 1 0,-1 2 0,-2 2 0,-2 3 0,0 7 0,-1 7 0,5 5 0,-4 13 0,9 1 0,1 1 0,1 10 0,1 1 0,4 7 0,3 1 0,2-3 0,0 2 0,2-13 0,3-3 0,6-8 0,8-9 0,1-8 0,10-3 0,1-8 0,2-1 0,8-9 0,1-9 0,4-7 0,1-8 0,0-2 0,-6-2 0,1-8 0,-8-1 0,2-4 0,-3-1 0,-9 0 0,-8 6 0,-11 0 0,-3-3 0,-11 0 0,-6-3 0,-8 2 0,-8 4 0,-5 4 0,0 11 0,-1 6 0,-1 2 0,12 10 0,-8 1 0,13 7 0,0 0 0,6 2 0,-1 3 0,2 5 0,4 11 0,3-4 0,7 6 0,0-8 0,7 1 0,2-1 0</inkml:trace>
  <inkml:trace contextRef="#ctx0" brushRef="#br0" timeOffset="147">12874 8606 8912,'-16'0'0,"1"0"0,-1 0 0,1 0 0,6 7 0,2-5 0,21 5 0,5-7 0,17 0 0,6 0 0,10 0 0,-4-2 0,6-2 0,-1-1 0,-4-7 0,2 3 0,-2 1 0,-10-6 0,-2 4 0,-10 1 0,-1-1 0,-14 6 0,2-4 0,-14 2 0,0 5 0,-2-6 0,-3 7 0,-5 0 0,-2 2 0,1 3 0,5-4 0,6 8 0,0-4 0,0-3 0,0 5 0,0-7 0</inkml:trace>
  <inkml:trace contextRef="#ctx0" brushRef="#br0" timeOffset="148">14149 8435 8912,'-7'9'0,"-3"-4"0,1-3 0,-1-2 0,4 0 0,-4 0 0,7 0 0,-3 0 0,13 0 0,9 0 0,1-6 0,11 0 0,3-1 0,4 0 0,8-5 0,-5 10 0,3-3 0,2-2 0,-6 2 0,4 0 0,-6 3 0,-4-2 0,-4-1 0,-8 0 0,2 5 0,-4 0 0,-8 0 0,-2 0 0,-7 0 0,0 0 0,0 0 0</inkml:trace>
  <inkml:trace contextRef="#ctx0" brushRef="#br0" timeOffset="149">14304 8622 8912,'-15'24'0,"-1"-9"0,1-10 0,6-3 0,2-2 0,7 0 0,4-2 0,4-1 0,8-2 0,15-7 0,2 1 0,5-2 0,3-3 0,4 0 0,-3 1 0,-4 5 0,-7 1 0,-2 0 0,-3 1 0,-3 2 0,-8-4 0,-5 7 0,1-2 0,-8 3 0,2 2 0,-10 0 0,-3 7 0,-8 1 0,1 1 0,6 5 0,-5-7 0,4 3 0,3 4 0,0-6 0</inkml:trace>
  <inkml:trace contextRef="#ctx0" brushRef="#br0" timeOffset="150">15284 8233 8912,'-16'-7'0,"3"4"0,1-6 0,3 1 0,2-1 0,2 5 0,7-8 0,3 7 0,3 0 0,8 5 0,1 2 0,2 3 0,4 4 0,1-1 0,3 6 0,10-4 0,-6 4 0,2 2 0,-6-1 0,-1 1 0,-2-1 0,6 8 0,-18-4 0,2 5 0,-6-2 0,-4 4 0,-11-3 0,-9 1 0,-8 2 0,-12 5 0,1-2 0,-6-1 0,-2-2 0,-2 0 0,3-2 0,4-4 0,5-2 0,1-5 0,11-2 0,2-6 0,9-3 0,4-6 0,13-6 0,9-11 0,6-6 0,9-11 0,0-2 0</inkml:trace>
  <inkml:trace contextRef="#ctx0" brushRef="#br0" timeOffset="151">15859 8124 8912,'-15'-1'0,"-1"-3"0,1-1 0,-1 0 0,-1 5 0,-4 0 0,-8 7 0,-9 5 0,-2 9 0,-1 8 0,1 5 0,2 17 0,15-10 0,8 12 0,8 1 0,5-13 0,11 9 0,6-13 0,15-3 0,11-8 0,9-5 0,4-11 0,1-5 0,4-3 0,0-4 0,-2-3 0,0-3 0,-11-8 0,-3-13 0,-11-4 0</inkml:trace>
  <inkml:trace contextRef="#ctx0" brushRef="#br0" timeOffset="152">7572 8342 8912,'9'-31'0,"-2"0"0,-2 0 0,0-2 0,-2 0 0,-1 2 0,-2 7 0,-7 7 0,-3 6 0,-6 4 0,-3 2 0,-1 0 0,-8 0 0,4 12 0,-7 5 0,-2 7 0,-3 7 0,4 3 0,0 2 0,4 0 0,0 0 0,6 2 0,1 2 0,4 1 0,1-7 0,6 0 0,1-3 0,2 4 0,4 1 0,3-2 0,5-1 0,5-2 0,11 0 0,0 5 0,10 0 0,-2-2 0,13-3 0,1-4 0,9-6 0,5-1 0,3 1 0,1-6 0,-4 1 0,-10-8 0,-11 2 0,-15 2 0,-8 0 0,-4 2 0,-11 1 0,-15 6 0,-14-1 0,-12 6 0,-9 0 0,-5 4 0,7-4 0,3-2 0,4-2 0,8-3 0,-1-3 0,10-5 0,5-6 0,11 0 0,3-6 0,9-5 0,3-9 0,4-1 0,6-10 0,8-4 0,1-11 0</inkml:trace>
  <inkml:trace contextRef="#ctx0" brushRef="#br0" timeOffset="153">7836 8559 8912,'31'-8'0,"-6"-6"0,-5 5 0,-2 1 0,-10-6 0,-1 12 0,-7-6 0,0 2 0,0 5 0,0 8 0,0 12 0,0 5 0,0 2 0,0-1 0,0 7 0,2-1 0,3 0 0,4-7 0,6 3 0,1-6 0,1-2 0,4-9 0,3 3 0,7-8 0,0-2 0,0-10 0,0-8 0,1-9 0,-1-6 0,-7-8 0,-7 5 0,-8-3 0,-2 3 0,-9 2 0,-14-3 0,-10 3 0,-8-2 0,-2 12 0,-6 2 0,6 7 0,1 2 0,2 6 0,9-1 0,4 9 0,2 4 0,3 6 0,6 0 0,4 12 0,3 0 0,2 5 0,14-7 0,3-2 0</inkml:trace>
  <inkml:trace contextRef="#ctx0" brushRef="#br0" timeOffset="154">8692 8761 8912,'8'7'0,"-3"4"0,-1 4 0,1 6 0,-3 17 0,5 10 0,-7 14 0,-7 16 0,2-34 0,-1 2 0,0 7 0,-1 2 0,-1 9 0,0 0-314,-3 2 1,-1 1 0,1 6 0,-2 1 0,-2-4 0,-1 0-1</inkml:trace>
  <inkml:trace contextRef="#ctx0" brushRef="#br0" timeOffset="155">19425 8145 8912,'0'-13'0,"0"5"0,0-1 0,0 5 0,0-4 0,1 5 0,2-3 0,1 1 0,2 3 0,-2-2 0,-1 3 0,5 1 0,-5 0 0,2 0 0,-5 0 0,0 0 0,0-6 0,0 5 0,-4-6 0,0 3 0,0 2 0,4-3 0,0 5 0,0-6 0,0 5 0,0-5 0,0 6 0,0 2 0,0 2 0,5-3 0,-2 15 0,6-4 0,-5 3 0,4-1 0,2 3 0,1-1 0,2 3 0,-1-1 0,1-2 0,-1 3 0,2-5 0,2 1 0,1-5 0,-1 1 0,1-9 0,1 2 0,2-3 0,-5-1 0,9 0 0,-3-1 0,3-3 0,0-3 0,-2-6 0,-1 1 0,1-1 0,2 1 0,5-1 0,-1 2 0,-4 2 0,1-2 0,-7 6 0,3-4 0,2 4 0,-6 5 0,5 0 0,-3 0 0,1 0 0,4 0 0,0 4 0,5 2 0,-1-1 0,-2 1 0,4 2 0,1-2 0,1 1 0,1-5 0,5 8 0,-2-6 0,-2-1 0,2 4 0,-5-5 0,3 2 0,-4 1 0,-6 0 0,-3-3 0,1 4 0,-5-2 0,1 0 0,-2-4 0,0 0 0,0 0 0,3 0 0,0-1 0,3-2 0,-1-1 0,0-6 0,4 7 0,0-5 0,0-2 0,1 5 0,3-2 0,0 4 0,-1-1 0,0-5 0,-1 5 0,-1 1 0,-2 2 0,-7 1 0,5 0 0,-5 0 0,4 5 0,-4 4 0,1-2 0,-3 1 0,2 2 0,5-4 0,-3 5 0,3-4 0,-1 0 0,0 4 0,5-8 0,2 4 0,2-2 0,-2-2 0,2-2 0,1-1 0,1 0 0,2 0 0,-1 0 0,1 0 0,-6 0 0,1 0 0,2-5 0,-2-2 0,-2-2 0,-5 1 0,1 0 0,-7-5 0,0 1 0,3 5 0,-6-5 0,0 4 0,-1-2 0,-3 2 0,2-2 0,0 5 0,-3-2 0,-2 4 0,-6-3 0,0 6 0,0 0 0,-6 0 0,5 0 0,-5 0 0,6 0 0,0 0 0,0 6 0,0-5 0,0 5 0,0-6 0,0 0 0,0 5 0,0-3 0,0 3 0,-5-5 0,-2 0 0</inkml:trace>
  <inkml:trace contextRef="#ctx0" brushRef="#br0" timeOffset="156">19324 9389 8912,'7'-5'0,"-1"-2"0,-2-2 0,0 1 0,0 4 0,-4-5 0,0 6 0,0-4 0,0 3 0,-1 3 0,-3-3 0,1 2 0,-6 2 0,1 0 0,-6 0 0,-3 0 0,3 0 0,-9 0 0,2 0 0,-3 0 0,-7 0 0,-3 0 0,-2 0 0,-2 0 0,-1 0 0,-3 0 0,-4 0 0,-3 0 0,-1 0 0,4 2 0,0 0 0,-2 3 0,-1 4 0,-1-2 0,0 6 0,1 4 0,3 0 0,-2 3 0,7-3 0,6-1 0,9-2 0,6-2 0,8 1 0,5-1 0,3 1 0,2-1 0,4 0 0,2-4 0,-1 3 0,5-3 0,-5-1 0,1 2 0,-3 1 0,-1 1 0,0 1 0,0 7 0,0-4 0,0 6 0,0 1 0,-5-4 0,2 10 0,-5-3 0,-2 2 0,-1-1 0,2 7 0,1 4 0,-1 8 0,2 4 0,-4 3 0,3 2 0,1-1 0,-1 6 0,-1 2 0,-3 2 0,-1-6 0,5 2-210,-1 0 1,2-2 209,-1 2 0,-2-8 0,6 0 0,1-8-140,2-4 140,1-7 0,0 2 0,0-9 0,0 3 0,0-7 0,0-2 0,0 2 0,4-6 0,0 2 0,0-3 137,-4-1 1,4-5 0,2-1-138,1-1 73,-4-2 0,4-4-73,-3 0 0,3 5 0,6-2 0,-1 4 0,1-1 0,1 2 0,2-4 0,5 1 0,3 0 0,7-3 0,3 5 0,7-5 0,6 3 0,7 3 0,5-4 0,4 0-1377,4-4 1377,-30 3 0,1 0 0,1-2 0,-1-1 0,1 2 0,0 0 0,-2-1 0,-1 0-10,1-1 1,0 0 0,29 0 0,2 0 0,-2 0 9,-4 0 0,-1-2 0,6-2 0,-31 2 0,0-1-43,3-1 1,1-1-1,-4 0 1,0-1-1,-1 2 1,1 1 42,30-4 0,-4-4 0,1 3-236,6 2 0,-5-4 236,3 6 0,-9-4 0,-7 3 0,-5 3 607,-2 0 1,-2 1-608,-5-3 0,1 2 16,0-2 1,4 3-1,0 1-16,-2 0 0,-1 0 0,-2 0 139,-4 0 1,-1-2-140,-2-2 0,-9 1 0,1-4 140,-2 2 1,-6-1-1,4 3 1,-1-2-141,-1-2 22,-4 4 1,-1-7-23,-3 6 0,5-6 0,4 2 0,-8-2 0,4 0 0,-2 2 0,0-5 0,2-3 0,-1 0 0,1 2 0,-6 2 0,3-5 0,-5 0 0,2 2 0,-4-5 0,4 5 0,-4-6 0,1-1 0,0-2 0,-4-3 0,0-2 0,0-4 0,0-4 0,2-2 0,2-3 0,4-4 0,-2-3 0,4 3 0,-5 1 0,2 2 0,-4 1 0,3 5 0,-2 0 0,0 4 0,0 2 0,-8 6 0,0 0 0,-6-2 0,2-2 0,-3 4 0,-2-2 0,0 5 0,1 1 0,-1-3 0,1 3 0,3 2 0,1 2 0,1 3 0,-3-4 0,2 2 0,-2 4 0,3-4 0,-1 8 0,-2-3 0,-1 4 0,-2-4 0,0 2 0,-5-2 0,-3-1 0,-3-1 0,-1 1 0,0-1 0,0 0 0,0-1 0,-2-1 0,-2-2 0,2 1 0,-3 3 0,4 0 0,1-3 0,0-1 0,-1-1 0,-4 1 0,-1 3 0,-4-4 0,3 1 0,0 0 0,0 2 0,-7 1 0,-2 3 0,-5 2 0,-1 5 0,-8 3 0,-8 1 0,-8 0-52,34 0 1,0 0 0,0 0 0,0 0 0,-34 1 51,3 3 0,8-1 0,2 6 0,4-2 0,0 1 0,6 2 0,2-6 0,6 4 0,-2-2 0,3 1 0,7-3 0,2 3 0,5 0 0,4 0 0,-3-4 0,10 2 0,-2-5 0,2 0 0,7 0 0,-5 0 64,11 0 0,-3 0 0,7-1 0,4-5-64,4-6 0,-1-1 0,13-16 0,-3 2 0</inkml:trace>
  <inkml:trace contextRef="#ctx0" brushRef="#br0" timeOffset="157">14707 9917 8912,'-9'-1'0,"1"-4"0,-2-3 0,3-2 0,0 1 0,2 0 0,-1 5 0,2-4 0,2 3 0,-2-3 0,3 5 0,1-4 0,-2 4 0,-2-1 0,3-6 0,-3 2 0,2-3 0,2 3 0,2-1 0,0-2 0,3-4 0,4 1 0,-6-6 0,6 3 0</inkml:trace>
  <inkml:trace contextRef="#ctx0" brushRef="#br0" timeOffset="158">15522 9183 8684,'34'-13'-128</inkml:trace>
  <inkml:trace contextRef="#ctx0" brushRef="#br1" timeOffset="159">15300 9689 8912,'-7'-5'0,"0"-1"0,0-4 0,1 3 0,2 1 0,-1 2 0,3-3 0,-4 2 0,1-1 0,1 4 0,0-1 0,2-2 0,-5 2 0,4-6 0,-1 8 0,4-3 0,0 4 0,-1 4 0,-3 3 0,3-2 0,-4 4 0,5-2 0,0 2 0,-3 2 0,-1-1 0,-3 2 0,4 2 0,-5-3 0,3 9 0,-3-1 0,1 4 0,0 4 0,-3 4 0,-1 0 0,1 1 0,-1 3 0,2-2 0,2 2 0,-2-3 0,2 0 0,1-5 0,-1 1 0,1-8 0,-1 1 0,4-1 0,-2-4 0,2 1 0,-1-4 0,1 2 0,-1-5 0,2 1 0,1 3 0,1 0 0,0-1 0,0-2 0,0 1 0,0 2 0,0-2 0,0 6 0,0-5 0,0 5 0,0-4 0,0-1 0,0-2 0,0 3 0,0 0 0,0-3 0,0-4 0,0-5 0,0 7 0,1-8 0,2 3 0,-1-3 0,2-1 0,0 1 0,-1 3 0,1-3 0,0 4 0,2-4 0,5 2 0,-5-2 0,1 3 0,2-3 0,0 2 0,1 2 0,1 0 0,-1-1 0,5 4 0,-2-5 0,5 3 0,0-2 0,2 4 0,1-5 0,0 4 0,0 1 0,3-4 0,0 0 0,5 2 0,-5-4 0,3 4 0,2-2 0,2 0 0,0-4 0,2 0 0,1 0 0,-5 0 0,3 0 0,-2 0 0,-3 0 0,0 0 0,0 0 0,1 0 0,-4 0 0,0 1 0,0 3 0,-1-2 0,5 5 0,-5-5 0,8 3 0,-4-5 0,4 0 0,0 0 0,0 0 0,1 0 0,-1 0 0,-3 0 0,0 0 0,-4 0 0,4 0 0,-5 0 0,2 0 0,-3-5 0,-1 4 0,1-2 0,2 1 0,-1-1 0,5-1 0,1 2 0,1 1 0,-1 0 0,3-3 0,-8 3 0,10-4 0,-10 5 0,-1 0 0,-5 0 0,0 4 0,-4-1 0,1 1 0,-2-3 0,1 3 0,0-3 0,-3 2 0,4-2 0,-3-1 0,5 0 0,-2 0 0,4 0 0,1 0 0,3 0 0,6 0 0,-1 0 0,-1-1 0,1-1 0,1-2 0,-4 1 0,0 3 0,-3 0 0,-1 0 0,-1 0 0,-3 0 0,-2 0 0,-4 0 0,-1 0 0,0 0 0,4 0 0,0 0 0,0 0 0,-3 0 0,-1 0 0,4 0 0,1 0 0,1 0 0,2 0 0,3 0 0,-2 0 0,-1 0 0,2-4 0,-4 1 0,0 1 0,-2 0 0,-7 2 0,2 0 0,-2 0 0,-1 0 0,1 0 0,-3 0 0,3 0 0,-1 0 0,0 0 0,4-1 0,-3-2 0,2 2 0,1-3 0,1 3 0,0-2 0,3-1 0,-2 1 0,2 1 0,-3 0 0,0-1 0,-1-1 0,1 4 0,-1 0 0,1 0 0,-6 0 0,0-4 0,0 1 0,2-4 0,-3 5 0,6-4 0,-3 4 0,2-2 0,-2-3 0,0 4 0,-5-1 0,7 0 0,-4-2 0,3-3 0,-2 1 0,-1 1 0,-1 0 0,-1-5 0,0-2 0,2 1 0,-2-4 0,-2 0 0,3-4 0,1-1 0,-2-3 0,1-4 0,0-4 0,-3-1 0,3-4 0,2-1 0,-5-2 0,2-1 0,-2 4 0,-1 0 0,-1 3 0,-1 1 0,-2 1 0,-5 0 0,0 0 0,-4 4 0,0 3 0,-3 1 0,3 1 0,-3-1 0,1 3 0,2 4 0,2 4 0,0 1 0,1-1 0,0 3 0,3-3 0,-2 2 0,7 3 0,-4 1 0,1 1 0,2 0 0,-2-4 0,-2 1 0,-1 0 0,0-1 0,1 1 0,-1-1 0,-1 4 0,-2 0 0,1 0 0,-1 0 0,1 2 0,-1 0 0,1-2 0,-1 3 0,1-3 0,0 4 0,-1-4 0,1 4 0,-1-1 0,-4 3 0,-2-3 0,-7 3 0,0-2 0,-8 2 0,-1 1 0,-3 0 0,-6 0 0,-4 0 0,-1 0 0,1 0 0,-4 0 0,7 0 0,-2 0 0,-2 0 0,3 0 0,4 0 0,-1 0 0,6 0 0,-1 0 0,1 0 0,-2 4 0,-2-3 0,-3 3 0,1 1 0,-8-1 0,-1 2 0,4 1 0,0-1 0,5-2 0,3 1 0,0-3 0,5 4 0,-2-1 0,1-3 0,2-1 0,0 3 0,1-1 0,0 0 0,-1 2 0,1 0 0,0 3 0,-1-1 0,1 1 0,-4 2 0,0 0 0,2 0 0,-5 1 0,5-2 0,-4-1 0,1-1 0,2 0 0,6 2 0,4 0 0,2-2 0,1-5 0,0 4 0,0-3 0,4-1 0,-1 5 0,1-4 0,-4 0 0,0 3 0,0 1 0,0-1 0,0 1 0,1-4 0,2 3 0,0-1 0,6 2 0,-2-4 0,2-1 0,5 3 0,0-1 0,0 0 0,-3-2 0,-1 2 0,1-1 0,-1-3 0,6 5 0,-1-4 0,2 3 0,3-2 0,-2 2 0,2-2 0,1 5 0,0 0 0,0 3 0,0 4 0,0 0 0,4 0 0,2-4 0</inkml:trace>
  <inkml:trace contextRef="#ctx0" brushRef="#br0" timeOffset="160">9960 8311 8912,'-7'0'0,"1"-1"0,1-3 0,3-3 0,1-2 0,7 0 0,5-1 0,9 1 0,7-2 0,12-7 0,8 1 0,6-4 0,-24 9 0,1 0 0,2 0 0,-1 0 0,1-1 0,0 0 0,-1 0 0,1 1 0,-3 2 0,0 1 0,15-8 0,-9 8 0,-9 2 0,-4 4 0,-10 1 0,-3 4 0,-9 1 0,0-1 0,0 5 0,0-3 0,0 3 0,0 1 0,0 5 0,0 3 0,0 4 0,0 5 0,-4 4 0,-2 4 0,-5 1 0,1 5 0,-1 6 0,0 6 0,-2 6 0,6-28 0,0 0 0,-7 27 0,4 2 0,-1-2 0,1-1 0,4-11 0,-2-8 0,4-12 0,1-3 0,2-3 0,-3-4 0,3-3 0,-3-5 0,4-3 0,0-6 0,0 2 0,0-8 0,0 2 0,0-6 0,0-2 0,0-2 0,0 0 0,-5-8 0,-1-2 0</inkml:trace>
  <inkml:trace contextRef="#ctx0" brushRef="#br0" timeOffset="161">10022 8353 8912,'-4'-12'0,"-2"-1"0,0-1 0,-2 0 0,5 4 0,-1 4 0,4 2 0,5 5 0,2 5 0,2 7 0,1 6 0,2 12 0,2 6 0,3 6 0,3 6 0,1 2 0,0 1 0,-10-23 0,1-1-471,2 2 1,0-1 470,-1 0 0,2-1 0,4-1 0,1-2 0,16 21 0,2-3 0,-5-11 0,7 1 0,-7-14-136,-2-6 136,0-1 0,-9-11 0,4-1 0,-6-6 0</inkml:trace>
  <inkml:trace contextRef="#ctx0" brushRef="#br0" timeOffset="162">11026 9021 8912,'-4'-7'0,"0"1"0,-2 1 0,2-1 0,-1 1 0,-1 0 0,0 1 0,4 0 0,-8 4 0,3 0 0,-2 0 0,-1 0 0,-2 9 0,-2 6 0,-3 8 0,-4 6 0,-3 4 0,0 7 0,1 4 0,5 3 0,3 5-99,5 1 0,1 1 1,3-3 98,6-7 0,9-10 0,7-8 0,5-6 0</inkml:trace>
  <inkml:trace contextRef="#ctx0" brushRef="#br0" timeOffset="163">9970 8300 8912,'-1'-12'0,"-1"1"0,-2 2 0,2 0 0,1-3 0,1-1 0,0-1 0,3 4 0,1 3 0,-1-1 0,2-1 0,-4 3 0,4 1 0,-2 7 0,1 5 0,-2 10 0,-1 8 0,-1 10 0,0 9 0,-5 11 0,2-23 0,0 2 0,-2 3 0,1 2-225,1 3 1,-1 1 0,-2 4-1,0 1 1,1 4 0,0 2 224,1 2 0,0 1 0,1-17 0,-1 0 0,1 0 0,0 16 0,1-2 0,-1-2 0,-1-2 0,2-2 0,1-2 0,0-5 0,1-1 0,-1 4 0,2-2 0,-1-4 0,0-2 0,-1-1 0,2-1 0,0-3 0,1-1 0,3 20 0,0-2-598,4-2 598,0 4 0,-2-12 0,0 0-40,1-8 40,1-5 0,5-5 0,0-3 0,-1-3 0,3-7 0,4-2 0,7-5 312,3 0 1,5-6-1,10-4 1,4-7-313,2-2 0,-23 6 0,1 0 0,-2 1 0,1 0 0,3-3 0,0 1-328,0-1 0,2 1 328,3-3 0,2 1 0,-1 5 0,0 0 0,4-1 0,1 1 0,-2 2 0,0-1 0,4 0 0,-1 1 0,-5 3 0,1 0 0,2-1 0,1-1 0,0 0 0,-1 1 0,-1 3 0,1 0 0,0-1 0,0-1 0,1 2 0,-1-1 0,1 0 0,1 1 0,0 1 0,0 0 0,1-1 0,0-1 0,1 1 0,0 1 0,5-3 0,0-1 0,4 0 0,0 0 0,1-2 0,-1 0 0,4 0 0,1 0 0,-3-1 0,0 0 0,2 2 0,0 0 0,-19 2 0,0-1 0,1 1 0,-1 0 0,1 0 0,0 0 0,0 0 0,-1 0 0,1 0 0,-1 0 0,0 0 0,0 0 0,17-4 0,1 0 0,1 2 0,0 0 0,-2 0 0,0 0-369,3 0 0,-2 1 0,-3 1 0,-1 1 369,0 0 0,-1 0 0,-5 0 0,0 0 0,-2-1 0,0 1 0,1 1 0,-1 1 0,1 0 0,0-1 0,-2 0 0,0-1-125,-2-1 0,0-1 0,0 1 0,1-1 0,3-1 0,-1-1 125,1 0 0,1-1 0,0 0 0,0 1 0,0 0 0,0 0 0,0 1 0,0 0 0,0 1 0,0-1 0,-2-1 0,0-1 0,-1 3 0,0-1 0,-2-1 0,-1 0 0,1 0 0,-1 2 0,-1-1 0,0 0 0,-3 1 0,-1 1 0,-3 0 0,0 0 0,0-1 0,-2 0 0,23 0 0,-25 0 0,1 0 0,22 0 0,1-2 0,-4-2 0,-4 1 0,-6 0 0,-4-1 0,-6 1 0,-3-2 0,1-1 0,0-1 0,-4 0 0,4 1 502,-3-1 0,-2-4-502,3 4 0,-1-1 0,-2 2 392,-2 0 1,-5-6-1,0 2 1,-1-3-393,-1-1 347,-9 0 0,9-4 1,-8-4-348,1-5 0,-4-3 0,2-10 0,-5-3 0,-2-4-118,-8-4 1,2 28 0,-1 1 0,-3-1 0,0-1 117,0-1 0,-1 1 0,1 2 0,0 1 0,-2-1 0,1 1 0,-13-22 0,1 4 0,2 5 0,4 6 0,2 9 0,0 5 0,6 4 0,-8 8 0,2 2 0,-3-1 0,-3 5 0,-5-1 0,-10 4 0,-10 0 0,-7 0 0,20 1 0,-2-1 0,-1 2 0,-1 0 0,-2 0 0,0 2 0,-3-1 0,-2 1-1059,-1-1 0,-2 1 1059,-3-3 0,0 0 0,-5 2 0,-1 0 0,1-1 0,1-1 0,0 0 0,1-1 0,5 2 0,0 0-486,2-1 0,0-1 486,5 0 0,0 0 0,5 0 0,2 0-14,1 0 1,2 0 0,2-2 0,0 0-1,-26-2 1,0-2 0,0-1 13,28 4 0,0 0 0,-2-1 0,0-1 0,-3 1 0,0 1-172,-2-2 0,0 1 1,-7-1-1,-1 0 172,1 2 0,-2-1 0,-4 0 0,-1-1 118,-1 1 1,-1 1-1,0 0 1,-1 0-119,2 0 0,0-1 0,-2 2 0,-1-1 0,-1-1 0,0 0 0,1 0 0,0 1 0,2-1 0,2 1 0,3 0 0,1 0 0,4-1 0,-1 0 0,3 2 0,-1 0 0,0 0 0,0 1 0,1 1 0,0 0 142,1-1 0,0 2 0,0 1 1,0 0-143,0 2 0,-1-1 0,-2 2 0,-2 0 0,-3 0 0,0 0 0,1 0 0,1 0 0,-2 1 0,1-1 0,0 0 0,0 0 0,-3 1 0,0 0 0,-2 1 0,0 0 0,-1-1 0,0 0 0,0 0 0,1 1 0,-3 0 0,1-1-595,3 1 1,1 0 594,1-1 0,2 0 0,2 1 0,1 1 0,3-3 0,0-1 0,0 0 0,2-1 0,2 1 0,2 0 0,3-1 0,1-1 0,-27 4 4,1 2-4,-1 1 0,25-4 0,-1 0 0,-1 1 0,0 0 0,-1 0 0,0 2 0,-3 2 0,0 1 0,-1 2 0,0 2 0,-3 1 0,-1 1 0,-1 1 0,-1-1 0,3 1 0,-1-1 0,3-2 0,1 0 0,4-1 0,2 1 0,5-1 0,1 0 519,-20 5 1,16 4-520,8-9 777,7 0-777,11-4 340,1-4 1,6 3-1,3-2 1,5 2-1,7 3-340,9 2 0,4-3 0,2 5 0,0-6 0</inkml:trace>
  <inkml:trace contextRef="#ctx0" brushRef="#br0" timeOffset="164">10587 9950 8912,'-11'0'0,"1"-1"0,-1-1 0,1-2 0,0 2 0,-1 2 0,1 2 0,0 3 0,3 1 0,-2 2 0,2 5 0,-2 2 0,-2 1 0,4-2 0,0 3 0,1 2 0,0 0 0,-4 2 0,8 4 0,-4 0 0,2 3 0,1 5 0,-1-1 0,0 6 0,2 2 0,-4 0 0,1 7 0,-3 1 0,1 4 0,5 0 0,-1 1 0,1 3 0,2 3-75,0-28 0,0-1 0,5 25 0,2-5 75,2-6 0,2 0 0,-1-10 0,1 4 0,3-4 0,-1 2 0,1-2-1,2 1 1,0 3-1,5-3 1,0-1 0,3-3 0,0-3 0,9 1 0,-2-5 0,6 4-562,-2-3 562,5-6 0,-8 0 0,3-5-319,-2-1 319,-2-2 0,-1 0 0,-2-2 0,-4-2 137,-2-4 0,4-1-137,2-2 0,2 0 0,1 0 1,0 0-1,-2 0 0,-2 0 0,6 0 0,-4 0 0,1 0 0,-2 0 0,-1-2 280,2-1 0,1-2-280,1-2 0,5-2 0,1 3 0,6-4 0,3-1 0,-3 1 0,2-1 0,-6 1 0,0 0 116,-6-1 0,7 1 0,-5-1-116,-2 1 0,0-1 0,-2 2 0,1 1 0,-1 1 0,0-1 0,-4 0 0,-3 0 0,-2 1 0,-1 0 0,0-3 0,0 3 0,0-2 0,0 2 0,1-2 0,4-2 0,5 1 0,1 0 0,6-1 0,-1 0 0,0-3 0,1 2 0,6-4 0,-2 2 0,-2 2 0,-9-2 0,-4 6 0,-3 1 0,-2-1 0,-6 4 0,1-2 0,-3 3 0,3 0 0,4-4 0,2 2 0,3 0 0,0-4 0,2 5 0,4-6 0,0 4 0,3-4 0,-3 4 0,4-3 0,-3 3 0,2 1 0,-3-5 0,4 8 0,-4-4 0,0 0 0,3 1 0,-2 2 0,1 0 0,-1-2 0,-2 2 0,-3-2 0,0 1 0,-1 3 0,1-2 0,2-3 0,-2-1 0,2 1 0,1-1 0,2 4 0,2-3 0,3 1 0,-1-2 0,0 3 0,0-1 0,0 1 0,-3 0 0,4 4 0,-5-1 0,-3-3 0,3 3 0,1-2 0,7 2 0,1 1 0,0 0 0,3 0 0,-5 0 0,-2 0 0,0 0 0,-1 3 0,-2 1 0,-2-2 0,-1-1 0,3-1 0,2 1 0,0 3 0,-1-3 0,-3 7 0,0-5 0,2 0 0,5 3 0,-8-2 0,3 3 0,-2 2 0,-2-2 0,0 3 0,1 0 0,-1 1 0,0-1 0,0 2 0,-4 0 0,-2 2 0,-1 4 0,-3-4 0,1 3 0,-8-3 0,0 5 0,0-3 0,0 3 0,-1-1 0,-2 2 0,0-8 0,-1 5 0,1-2 0,-2 3 0,-1 0 0,-1 0 0,1 0 0,-3 1 0,4-2 0,-2 3 0,-2 0 0,-2-2 0,2 0 0,0-3 0,0 1 0,-2-3 0,1 1 0,0-2 0,-1-2 0,1 1 0,-1-4 0,1 0 0,-1-4 0,-3 4 0,1-5 0,3 2 0,-3-3 0,4-1 0,-5 0 0,0-5 0,0 4 0,0-3 0,0 4 0,-5-5 0,3 3 0,-5-5 0,0 0 0,-4-4 0</inkml:trace>
  <inkml:trace contextRef="#ctx0" brushRef="#br0" timeOffset="165">15310 11433 8912,'0'-11'0,"0"6"0,5 5 0,-3 5 0,5 6 0,1-1 0,2 5 0,0 3 0,1 1 0,-1 1 0,1-2 0,3 1 0,1-2 0,0-1 0,0-2 0,-1-3 0,-4 0 0,1-1 0,-1 1 0,-4-6 0,-3 0 0,-6-5 0,2-5 0,-9 0 0,5-10 0,-6-2 0</inkml:trace>
  <inkml:trace contextRef="#ctx0" brushRef="#br0" timeOffset="166">15634 11328 8912,'0'-10'0,"5"4"0,1 1 0,4 5 0,-3 3 0,0 4 0,-4 1 0,-1 9 0,-4 2 0,-5 5 0,-9 4 0,-4 2 0,-6 6 0,-6 1-319,-3 5 1,1 3 318,15-22 0,0 0-169,-2 2 0,-1-1 0,0-2 1,1-1-1,-2 3 0,-1-1 1</inkml:trace>
  <inkml:trace contextRef="#ctx0" brushRef="#br0" timeOffset="167">21752 3490 8912,'-27'-17'0,"4"2"0,4 3 0,2 7 0,0 3 0,-1 2 0,3 2 0,2 3 0,1 5 0,1 1 0,1 1 0,2-7 0,8 7 0,0-1 0,0-1 0,0-2 0,0-8 0,2 0 0,4 0 0,-4-2 0,4-4 0,3 2 0,5-7 0,5-3 0,4-1 0,7-2 0,5-2 0,11-4 0,11 2 0,6-8 0,6 0 0,6-5 0,11-2-121,-38 16 1,1 0 0,1 1 0,1 1 0,2-2 0,0 0 120,1 1 0,1 2 0,-7 3 0,1 1 0,5-2 0,-1 0 0,37-8 0,-6 2 0,0 2 0,-7 1 0,1 3 0,4 4 0,3-5 0,-1 13 0,-4-9 0,2 3 0,-3-5 0,5 3 0,6 7 0,-42-3 0,1-1 0,0 2 0,0 0 0,-1 1 0,1-1 0,3-1 0,-1 0-29,1 1 0,0-1 1,1-5-1,1 1 1,-1 4-1,1 1 1,-1-1-1,1 0 29,2-1 0,1 1 0,-3 3 0,1 0 0,-2 0 0,-1 1 0,42 3 0,-7 0 0,3 0 0,-17 2 0,7 1 0,3 3 0,1 8 0,-4-5 0,-2 8 0,-1 0 0,5 1 0,6 7 0,-38-12 0,1 2 0,3 2 0,-1 1 0,1 1 0,0 2 0,-2-3 0,-1 2 0,-2 2 0,-1 2 0,3-1 0,0 1-171,-2 5 0,-1 0 0,0-2 0,0-1 171,1 3 0,-1 0 0,-3 0 0,0 1 0,1-2 0,0 1 0,-2 3 0,0-1 0,-2-2 0,0-1 0,-2 1 0,0-2 0,37 19 0,-8 3 0,1-3-23,5 4 1,1 9 0,-35-29 0,-1 1-1,32 32 23,-7 0 0,-5 0 0,-9 2 107,1 4 0,-8-8-107,-4 14 0,-4-6 0,-1 11 0,1 10 0,-17-41 0,-2 3 0,2 2 0,-1 1 0,-2 1 0,-2 0 0,0 2 0,-1 1 0,0 0 0,-3 0 0,-3 3 0,-2 1 0,0 0 0,-1 2-509,0 1 0,0-1 509,-1-2 0,0-1 0,-1-6 0,1-2 0,0-2 0,0-1 0,-1 1 0,0 0 67,3 3 0,-1 0 1,-2 43-1,1-49 1,0-1-68,-1 42 0,-4-4 0,-4 2 0,-5 2 0,-4 1 0,-3 1 0,-7-6-184,-3 0 1,-5 6 183,16-46 0,0-1 0,0 1 0,-1 0 0,-16 40 0,17-40 0,0 2 0,0 0 0,-1 1 0,-1 2 0,0-1 0,0 1 0,2 0 0,0-3 0,1 1 0,1 2 0,0-1 0,-20 40 0,17-41 0,0 1 0,-2 3 0,0-1 0,-1 0 0,0 0 0,-3 1 0,0 1 0,0-3 0,0-1 0,-2-1 0,-2-1 0,-1 1 0,-1 0 0,-3 2 0,-1 1 0,1-1 0,1 1 0,1 0 0,-1-1 0,1 1 0,-1-1 0,-2 0 0,-1 0 0,0-1 0,-1-1 0,-1 0 0,0-1 0,2-3 0,-1 0 0,-8 5 0,-2 0 0,2-3 0,0-1 0,-2 2 0,-1 0 0,-2-3 0,0-1 0,-1 3 0,1-2 0,2-4 0,2 0 0,4-1 0,2 0 0,2-2 0,1-1 0,1 2 0,1 0 0,-1 1 0,-1-1 0,-1 0 0,0 0 0,2-3 0,-1 1 0,-5 1 0,0 0 0,3-4 0,1-1 0,-35 30 0,1 4 0,-4-8 0,36-27 0,0 1 0,-3-1 0,0-1 0,-2 0 0,-2 1 0,-9 6 0,-1 0 0,-2 2 0,-1 1-487,-3 0 1,0 2 486,5 0 0,-1 0 0,-8-1 0,-2 0 0,5-1 0,-2 0 0,-4-1 0,-1 0 0,2 1 0,2 0 0,-1 3 0,2 0 0,3 0 0,2 0 0,3-1 0,1-2 0,1-3 0,-1-1 0,-6 1 0,0 0 0,0-3 0,1-1-31,1 0 1,2 1 30,3 2 0,1 2 0,-3 0 0,1 0 0,0 5 0,1 0 0,-4 1 0,-1 0-71,-2 1 1,0 0 0,0 0 0,2-1 0,4-2 0,1 0 70,3 0 0,1 0 0,-3 4 0,1 0 0,-3 0 0,-1-1 0,-2 3 0,-1 0 0,2-3 0,1 0 0,9-6 0,1 0 0,3-3 0,2 0 0,-31 28 0,36-33 0,0-1 0,-4-3 0,-1 0 0,1 2 0,-2-1 0,-2-2 0,0-1 0,3 3 0,0 0 0,0-2 0,0 1 0,-31 35 0,5 4 0,3 6 0,2-3 0,28-34 0,-1-1 0,-37 28 0,36-31 0,0 1 0,-5 1 0,1-1 0,-28 28 0,1-4 0,14-5 127,14-6 0,4 1 1,3-8-128,4-7 443,5-5 1,12-12-1,1-1-443,-3-3 1354,7-7-1354,-1 3 0,8-5 484,0 4 1,0-2-485,0 7 0,0-5 0,0 6 0,-2-7 0,-4 7 0,12-8 0,-10-12 0,16-15 0,-1-23 0,6-7 0</inkml:trace>
  <inkml:trace contextRef="#ctx0" brushRef="#br0" timeOffset="168">20633 13583 8912,'-17'0'0,"0"0"0,0 0 0,7 1 0,2 3 0,3 4 0,-1 2 0,0 1 0,6 6 0,0 0 0,0 6 0,-2 2 0,-2 4 0,-1 7 0,-7 6 0,5 13 0,-3 7 0,-3 6 0,-3 20 0,-1 4 0,8-43 0,1 1 0,-1 2 0,1-1 0,-1 1 0,0 0-123,1-1 1,-1 1 0,1-2 0,1-1 122,-4 43 0,3-23 0,8-24 0,9-8 0,9-11 0,8-8 0,7-11 0,1-5 0,8-9 0,-1-3 0,10-7 0,-1 0 0,13-1 0,0 1 0,6 0 0,0 0 0,0 7 0,-2-3 0,-4 7 0,-6 2 0,-3 2 0,-11 4 0,-2 4 244,-5 6 1,-9 1-245,-4-2 0,-4 5 0,-2-7 0</inkml:trace>
  <inkml:trace contextRef="#ctx0" brushRef="#br0" timeOffset="169">28825 7101 8912,'-18'-10'0,"1"3"0,0 1 0,0 0 0,-1 2 0,1 2 0,0 2 0,9 6 0,8 0 0,8 0 0,9-6 0,0 0 0,6 0 0,2 0 0,2 0 0,-4 0 0,6 0 0,1 0 0,-5 0 0,8 0 0,-5 0 0,5-6 0,-1 0 0,-1 2 0,-2 2 0,1 2 0,-5 8 0,2 3 0,-6 12 0,2 6 0,-8 11 0,-2 12 0,-7 15 0,-2 11 0,-10 2 0,2-31 0,-1 2 0,-12 42 0,-1 3 0,-5-8 0,-1-3 0,-3-10 0,-4-10 0,6-6 0,-5-9 0,7-4 0,0-6 0,6-12 0,-1-8 0,1-9 0,6-7 0,-1 2 0,8-14 0,-3-11 0,-1-14 0,-1-9 0,-9-9 0</inkml:trace>
  <inkml:trace contextRef="#ctx0" brushRef="#br0" timeOffset="170">28704 7170 8912,'-9'0'0,"-7"-6"0,5 0 0,3 0 0,0-1 0,10 14 0,4 5 0,6 15 0,3 11 0,10 13 0,-6 10 0,6 10 0,0 4 0,-6-5 0,11 14 0,-7-5 0,-2-1 0,-2-9 0,-3-12 0,-3-5 0,-1-6 0,-9-4 0,13-23 0,-22-12 0,4-16 0</inkml:trace>
  <inkml:trace contextRef="#ctx0" brushRef="#br0" timeOffset="171">30029 7118 8912,'-11'-6'0,"-1"0"0,-1 3 0,3 1 0,-1 2 0,1 2 0,-1 3 0,5 7 0,-2 9 0,3 6 0,1 3 0,2 6 0,2 12 0,0 4 0,0 9 0,0 6 0,-8 2 0,6-1 0,-5 1 0,1 0 0,0 0 0,-5-14 0,3-5 0,-1-6 0,5-12 0,-6-1 0,4-8 0,4-8 0,-5-9 0,7-12 0,0 2 0,2-7 0,3-3 0,-3-1 0,18-2 0,-9 0 0,14-1 0,-8 1 0,4 2 0,-2 2 0,4 1 0,-4 8 0,8-3 0,-4 7 0,-2 0 0,8 2 0,1 1 0,3 5 0,1 2 0,1 1 0,1 1 0,2-3 0,2-1 0,8-3 0,-6-5 0,4 0 0,-2-5 0,-4-1 0,-11-7 0,0 1 0,-16-3 0,-13-2 0,-10-1 0</inkml:trace>
  <inkml:trace contextRef="#ctx0" brushRef="#br0" timeOffset="172">29547 8459 8912,'0'-11'0,"0"-1"0,-2 1 0,-3 1 0,3 1 0,-4 3 0,4 6 0,2 0 0,0 9 0,0 7 0,0 3 0,0 6 0,0 7 0,0 6 0,0 10 0,0-4 0,0 2 0,0 0 0,0 0 0,0-1 0,0-1 0,0-2 0,0-3 0,0-5 0,0-5 0,0-7 0,0-2 0,0-11 0,0-1 0,-8-16 0,-1-1 0</inkml:trace>
  <inkml:trace contextRef="#ctx0" brushRef="#br0" timeOffset="173">29427 8493 8912,'-15'-7'0,"1"-3"0,5-1 0,1-1 0,2 7 0,6-7 0,0 6 0,2-3 0,4-1 0,5 1 0,12 5 0,4-4 0,7 8 0,1 0 0,7 0 0,-4 10 0,8 7 0,-8 2 0,2 10 0,-5-2 0,-6 3 0,-6-1 0,-6 5 0,-6 6 0,-5 0 0,-4 2 0,-10-5 0,-9 5 0,-12-6 0,-3 4 0,-3-4 0,1 6 0,0-7 0,-1-1 0,1-7 0,1 4 0,5-10 0,5-6 0,3-6 0,5-11 0,4-3 0,3-5 0,8-15 0,15-9 0,4-10 0</inkml:trace>
  <inkml:trace contextRef="#ctx0" brushRef="#br0" timeOffset="174">29547 8562 8912,'10'-2'0,"-4"-3"0,-6 1 0,-6-8 0,4 7 0,-6-5 0,3 0 0,-1 1 0,-8 3 0,3-5 0,1 7 0,-1-2 0,-2 4 0,-3 2 0,7 0 0,-7 2 0,5 6 0,-4 9 0,-3 10 0,1 5 0,-2 16 0,-4 4 0,4 18 0,-4-7 0,12 12 0,-3-5 0,8-3 0,3-4 0,8-11 0,5-20 0,7-14 0,8-9 0,4-9 0,11-15 0,4-8 0,2-10 0,0-7 0,-8-11 0,4-10 0</inkml:trace>
  <inkml:trace contextRef="#ctx0" brushRef="#br0" timeOffset="175">29306 8906 8912,'-9'-8'0,"-6"5"0,5-9 0,0-1 0,5 5 0,10 2 0,5 4 0,9 1 0,4-3 0,6-2 0,5-7 0,6 3 0,6-3 0,4-4 0,2 3 0,-1-9 0,1 4 0,-1 2 0,-7 0 0,-3 0 0,-13-1 0,-5 1 0,-13 8 0,-10 3 0,-10 4 0,-19 2 0,-7 0 0,-6 2 0,-6 4 0,-1 3 0,3 8 0,0 2 0,-2 4 0,6-4 0,-6 8 0,6-6 0,-2 2 0,8 6 0,1-6 0,9-2 0,1-2 0,13-2 0,-1-7 0,19-5 0,11-3 0,11-2 0,5-7 0,1-5 0,8-11 0,-3 2 0,5-6 0,-2 1 0,-4-1 0,-2 6 0,-1-2 0,-1 4 0,-1 2 0,-3 1 0,-1 5 0,-10 1 0,-2 5 0,0 3 0,-17-6 0,0 8 0,0 0 0,-15-7 0,6-3 0</inkml:trace>
  <inkml:trace contextRef="#ctx0" brushRef="#br0" timeOffset="176">31303 7582 8912,'-2'-17'0,"-2"0"0,-4 2 0,1 1 0,-1 3 0,-5 11 0,1 3 0,-3 13 0,3 14 0,3 5 0,-1 9 0,1 5 0,3 3 0,-4-1 0,3 1 0,3 0 0,2-6 0,2-3 0,0-1 0,0-3 0,0-5 0,0-5 0,0-4 0,0-8 0,-2-2 0,-4-4 0,-3-18 0,-9-12 0</inkml:trace>
  <inkml:trace contextRef="#ctx0" brushRef="#br0" timeOffset="177">31062 7531 8912,'0'-18'0,"0"1"0,0 0 0,0 6 0,0-1 0,7 8 0,9-3 0,8 9 0,5 3 0,7 7 0,3 3 0,12 2 0,-9 8 0,10 4 0,-6-3 0,0 3 0,-4 2 0,-8 9 0,-7-4 0,-4 4 0,-12-2 0,-5 1 0,-8 3 0,-9 2 0,-10 0 0,-19 1 0,1 3 0,-6-8 0,-1 6 0,-6-6 0,2 0 0,4-7 0,4-3 0,0-1 0,8-16 0,-1-1 0,1-16 0,7-6 0</inkml:trace>
  <inkml:trace contextRef="#ctx0" brushRef="#br0" timeOffset="178">32077 6344 8912,'-23'0'0,"-2"0"0,0 0 0,-1 0 0,1 2 0,-2 4 0,0 7 0,-3 8 0,3 16 0,0 14 0,2 10 0,2 16 0,6 9 0,2 7 0,3 3 0,6-4 0,5-7 0,1-4 0,1-11 0,5-10 0,0-13 0,9-18 0,4-6 0,1-4 0,4-4 0,-1-3 0,8-6 0,-4-12 0,-1-6 0,7-11 0,1-11 0,10-10 0</inkml:trace>
  <inkml:trace contextRef="#ctx0" brushRef="#br0" timeOffset="179">32370 6774 8912,'-20'12'0,"-3"-1"0,4-3 0,-4 9 0,4-2 0,2 14 0,0 7 0,2 4 0,3 10 0,6 3 0,4 1 0,2-8 0,0 3 0,14-9 0,3 1 0,6-3 0,0-17 0,6-6 0,-3-5 0,3-10 0,-2 0 0,1 0 0,3-10 0,-8-7 0,8-2 0,-3-10 0,-3-1 0,-2-9 0,-4-3 0,-2-2 0,-7 6 0,3-11 0,-7 3 0,-8-2 0,-9 0 0,-5 2 0,-7 8 0,1-2 0,-9 11 0,2 6 0,-3 12 0,-3 5 0,1 4 0,5 16 0,1 3 0,12 6 0,-1 0 0,4 3 0,-5 9 0</inkml:trace>
  <inkml:trace contextRef="#ctx0" brushRef="#br0" timeOffset="180">32232 7135 8912,'-12'0'0,"1"0"0,7 0 0,-4 0 0,10 0 0,6 0 0,9 0 0,12 0 0,9 0 0,-2 0 0,14-7 0,-4-5 0,4-3 0,1-2 0,-1-1 0,-4 1 0,-6 0 0,-11 0 0,-4-8 0,-8-2 0</inkml:trace>
  <inkml:trace contextRef="#ctx0" brushRef="#br0" timeOffset="181">32645 6258 8912,'-10'0'0,"5"10"0,10 7 0,13 2 0,10 10 0,14 9 0,10 14 0,1 9 0,-21-25 0,0 2 0,-5 4 0,-1 2 0,1 4 0,-2 2 0,-4 1 0,-2 1-870,-2 2 1,-4 1 869,-3-3 0,-2 1 0,-3 2 0,-3 1 0,-2-6 0,-2-1 0,-3 43 0,-14-5-453,-16-18 453,1 4 0,-8-20 0,5 3 0,-3-9 0,4 1 0,-8-11 0,-4-11 0,-6-9 0</inkml:trace>
  <inkml:trace contextRef="#ctx0" brushRef="#br0" timeOffset="182">27895 9714 8912,'-2'-9'0,"-1"1"0,-5 2 0,-2 0 0,5 1 0,-7 5 0,-1 0 0,-3 13 0,-3 8 0,-4 8 0,-5 7 0,-11 16 0,-3-1 0,-4 5 0,-5 3 0,-5 4 0,-1 2 0,5-2 0,3-4 0,3-9 0,6-4 0,9 1 0,2-6 0,8-3 0,-2-10 0,4-5 0,8-6 0,-1-5 0,9 3 0,-5-13 0,8 6 0,0-8 0,8-8 0,3-3 0,4-7 0,2-4 0,8-5 0,2-8 0</inkml:trace>
  <inkml:trace contextRef="#ctx0" brushRef="#br0" timeOffset="183">28153 10144 8912,'0'-17'0,"0"7"0,0 3 0,-3 8 0,-7 7 0,-7 9 0,-12 10 0,0 13 0,-11 12 0,-4 11 0,-9 11-249,24-34 0,0 1 0,0 0 1,-1 2 248,-1 0 0,-1 0 0,2-4 0,1 0 0,-23 32 0,1-8 0,8-6 0,9 2 0,11-5 0,10-10 239,7-6-239,4-11 0,2-3 0,0-29 0,0-7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1.235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6797 6791 8912,'-9'-2'0,"3"-3"0,-2 1 0,1-8 0,-3-1 0,5 3 0,-5-1 0,2-2 0,-3 3 0,5-1 0,2 1 0,10-1 0,6 5 0,3 4 0,10 2 0,5 0 0,7 2 0,3 4 0,8 3 0,-3 8 0,-1 6 0,0 2 0,-2 4 0,-3 7 0,-11 0 0,-5 10 0,-4-2 0,-1 2 0,-9 4 0,-1-6 0,-10 7 0,-4 1 0,-9-8 0,-10-2 0,-4-2 0,-7 0 0,0 6 0,-10-6 0,8-6 0,-3-5 0,5-8 0,2 2 0,7-6 0,4-5 0,4-5 0,9-16 0,5-9 0,-5 1 0,8-17 0,-4 1 0,4-5 0,2-10 0,0 4 0</inkml:trace>
  <inkml:trace contextRef="#ctx0" brushRef="#br0" timeOffset="1">6677 7152 8912,'-2'10'0,"-2"-2"0,-2-1 0,1-5 0,7 8 0,3-5 0,5-3 0,15 6 0,4-8 0,3 0 0,2 0 0,8-6 0,4-1 0,4-3 0,2-9 0,-1-8 0</inkml:trace>
  <inkml:trace contextRef="#ctx0" brushRef="#br0" timeOffset="2">4302 6912 8912,'-15'-18'0,"1"1"0,5 0 0,1 0 0,4 0 0,3 11 0,1 12 0,5 11 0,3 19 0,1 6 0,5 8 0,1 5 0,2 10 0,-1-9 0,-3 7 0,-3 2 0,-1 3 0,1 7 0,-6-4 0,5 3 0,-5-11 0,2-6 0,-2-3 0,-3-12 0,-1-8 0,0-7 0,0-17 0,8-18 0,2-11 0</inkml:trace>
  <inkml:trace contextRef="#ctx0" brushRef="#br0" timeOffset="3">4664 6740 8912,'-2'-10'0,"-4"4"0,4 14 0,-4 9 0,4 8 0,2 11 0,0 6 0,0 8 0,0 5 0,2 10 0,4-2 0,4 10 0,7 0 0,0-5 0,0-3 0,0 0 0,-7 2 0,3-6 0,-7-3 0,-2-5 0,-2-17 0,-2 3 0,0-16 0,-14-2 0,-3-10 0,-11-11 0,1-10 0</inkml:trace>
  <inkml:trace contextRef="#ctx0" brushRef="#br0" timeOffset="4">4164 6912 8912,'-7'-18'0,"5"-6"0,-4 3 0,12-6 0,5 2 0,5-6 0,10 5 0,9-9 0,9 3 0,6 3 0,-5 1 0,1 10 0,-2-1 0,2 14 0,-8 1 0,-5 4 0,-4 5 0,-16 13 0,8 8 0,-15 9 0,-2-1 0,-2 8 0,-2 4 0,-8-2 0,-4 2 0,-3 0 0,-2-1 0,2-1 0,3-2 0,-3-1 0,13-13 0,-4 1 0,4-8 0,2 2 0,0-4 0,0-2 0,10-7 0,7-5 0,2-3 0,10-2 0,1 0 0,5 0 0,5 0 0,4-2 0,8-1 0,-1-3 0,1-8 0,0 3 0,-7 0 0,1-7 0,0 5 0,6-12 0</inkml:trace>
  <inkml:trace contextRef="#ctx0" brushRef="#br0" timeOffset="5">5490 6361 8912,'0'-17'0,"-2"0"0,-2 0 0,-2 0 0,-7 1 0,1 3 0,-3 2 0,-2-3 0,0 5 0,-3-1 0,-3 2 0,4 3 0,-6 5 0,3 0 0,-3 2 0,-2 3 0,6 5 0,-2 9 0,10 4 0,3 6 0,2 3 0,-3 6 0,5-1 0,2-5 0,2-1 0,8 1 0,2-1 0,1-5 0,5-3 0,1-7 0,2 1 0,0-15 0,1 3 0,5-6 0,1-9 0,1-9 0,0-6 0,0-4 0,-2-5 0,-4-8 0,4-4 0,0-4 0,-6-1 0,2-3 0,-13-3 0,0-4 0,-6-6 0,0 4 0,-8 4 0,4 13 0,-7 2 0,-3 4 0,-1 7 0,-2 7 0,5 16 0,3 6 0,1 8 0,3 6 0,5 7 0,0 10 0,0 7 0,1 8 0,5 10 0,-2 5 0,6 2 0,-3 2 0,7 0 0,-3 2 0,4-3 0,4-9 0,3 1 0,0-1 0,9-1 0,-2-4 0,-2-4 0,1-8 0,7 5 0,5-5 0,8 4 0,-4-11 0</inkml:trace>
  <inkml:trace contextRef="#ctx0" brushRef="#br0" timeOffset="6">14765 8614 8912,'-6'-12'0,"1"1"0,-7 5 0,4-3 0,-1 1 0,3 2 0,-5 6 0,-3 0 0,7 8 0,1 3 0,4 6 0,2 6 0,0-3 0,2 2 0,2-2 0,1-3 0,9 0 0,-3 0 0,5-2 0,1-1 0,0-3 0,0 3 0,2-7 0,4-1 0,6-4 0,5-2 0,7-2 0,4-4 0,13-3 0,5-8 0,6-6 0,5 0 0,-5 0 0,0 6 0,-8-1 0,-9 1 0,-8 2 0,-4 3 0,-4 5 0,-1 7 0,-7 0 0,1 0 0,-6 7 0,6 5 0,-1-4 0,7 5 0,-1-5 0,1 1 0,3-5 0,8 2 0,-8-4 0,17-2 0,-14 0 0,4-2 0,-4-4 0,5-4 0,-6-7 0,-2 0 0,4 0 0,-2 0 0,2-1 0,-2 1 0,-3 8 0,-3-5 0,-11 9 0,-4 1 0,-2 2 0,1 2 0,-1 0 0,0 2 0,0 3 0,2-1 0,4 8 0,-4-8 0,12 9 0,-6-5 0,2 1 0,1-5 0,7 2 0,-1-4 0,2-2 0,3-2 0,1-4 0,2-4 0,-2-7 0,-4 8 0,1-7 0,-11 7 0,-1-1 0,-2-5 0,-13 5 0,-2-1 0,-8-1 0,0 9 0,0-13 0,0 14 0,-8-5 0,6-1 0,-6 6 0,8-5 0,0 7 0,0 0 0,16 0 0,3 0 0</inkml:trace>
  <inkml:trace contextRef="#ctx0" brushRef="#br0" timeOffset="7">18362 8958 8912,'-10'-27'0,"4"4"0,4 4 0,2 2 0,0-1 0,0 11 0,0 7 0,0 7 0,8 13 0,2 2 0,-1 7 0,8 4 0,1 1 0,-1-5 0,6-3 0,-4 1 0,-2 0 0,2-6 0,4 2 0,-2-6 0,8-6 0,0-3 0,5-8 0,4 0 0,8 0 0,2-13 0,15-4 0,0-18 0,6 1 0,0-12 0,-2 0 0,-4-4 0,-4 8 0,-7 8 0,-8 2 0,-4 9 0,-6 2 0,-5 9 0,2 5 0,-9 7 0,3 1 0,-2 5 0,2-2 0,4 7 0,3-5 0,-1 6 0,7-1 0,8-1 0,4-5 0,1-3 0,1-2 0,2-2 0,3-3 0,2-5 0,4-7 0,4 0 0,-4 0 0,-3-1 0,-1-1 0,-9-2 0,-5-2 0,-4 2 0,-13 10 0,5-4 0,-5 3 0,3-1 0,-2 1 0,3 5 0,-5 7 0,7 0 0,1 0 0,7 0 0,4 0 0,4 0 0,1 0 0,1 0 0,-1 5 0,1 1 0,0-2 0,-8-2 0,-4-2 0,-4-2 0,-1-4 0,-9 2 0,-3-7 0,-9 5 0,-3-5 0,-7 7 0,4-11 0,-8 5 0,0-1 0,-2 1 0,-4 2 0,-6 5 0,-5 3 0,-6 5 0,-3 5 0,-9 7 0</inkml:trace>
  <inkml:trace contextRef="#ctx0" brushRef="#br0" timeOffset="8">10170 13840 8912,'-17'0'0,"0"0"0,0 0 0,-1 16 0,1 9 0,0 11 0,0 10 0,2 11 0,3 6 0,-1 4 0,7 2 0,-5 0 0,5-5 0,2-6 0,2-3 0,2-15 0,0-2 0,0-1 0,0-3 0,0-7 0,0-4 0,0-12 0,-8-3 0,6-8 0,-5-13 0,7-7 0,0-4 0,0-5 0,2-11 0,3 2 0,7 5 0,5 1 0,2 9 0,2 2 0,0 2 0,-5 9 0,8 2 0,-6 8 0,-1 2 0,0 4 0,6 4 0,0 9 0,-2 4 0,6 3 0,-8 9 0,4-1 0,-4 1 0,4-7 0,0 1 0,7-8 0,-1 2 0,4-12 0,1-3 0,1-10 0,-1-4 0,8-11 0,2-10 0,8-7 0</inkml:trace>
  <inkml:trace contextRef="#ctx0" brushRef="#br0" timeOffset="9">10893 14339 8912,'-19'0'0,"-4"0"0,-2 0 0,-4 0 0,3 2 0,3 4 0,2-2 0,-8 7 0,0 0 0,3 7 0,3-3 0,4-4 0,1 5 0,9-7 0,3 8 0,4 1 0,2-7 0,0 1 0,0 1 0,8-5 0,-4-1 0,7-7 0,1 0 0,5 0 0,-6 0 0,1 0 0,1 0 0,2 0 0,3 0 0,-1 0 0,0 0 0,0 0 0,0 0 0,1 0 0,-1 6 0,0 0 0,0-1 0,0-5 0,1 0 0,-3 2 0,-2 2 0,-1 2 0,1-2 0,3-2 0,1 3 0,0 1 0,6 0 0,0-6 0,0 0 0,-6 0 0</inkml:trace>
  <inkml:trace contextRef="#ctx0" brushRef="#br0" timeOffset="10">11117 14356 8912,'11'6'0,"1"0"0,-8-1 0,5 1 0,-3 0 0,-4 7 0,5-3 0,-5 7 0,4 0 0,-4 0 0,8 3 0,-5 1 0,7 1 0,3 1 0,2-5 0,0-1 0,1-2 0,-1-3 0,6 1 0,0-7 0,0-1 0,-6-5 0,0-7 0,0-5 0,1-3 0,-1-10 0,-6 4 0,1-8 0,-8 3 0,1-5 0,-1 4 0,0 3 0,2 3 0,-1 1 0,1 3 0,0 0 0,15 0 0,-2 0 0</inkml:trace>
  <inkml:trace contextRef="#ctx0" brushRef="#br0" timeOffset="11">11702 14442 8912,'9'17'0,"-1"1"0,-6-1 0,4 0 0,-4 0 0,13-7 0,-4-5 0,-3-3 0,13-2 0,-2 0 0,6 0 0,-4-7 0,12-9 0,-5-6 0,5-7 0,1 4 0,-1-2 0,-5-1 0,-5 1 0,-11-6 0,1 12 0,-7-7 0,0 7 0,-6-2 0,-8 6 0,-3 5 0,-10 5 0,-4 7 0,-2 1 0,-4 5 0,-1 6 0,5 11 0,2 3 0,8 9 0,0-1 0,0 0 0,7 1 0,4-1 0,4-5 0,4 0 0,6-1 0,11-3 0,14-8 0,16-7 0,14-10 0,12 0 0,5 0 0,4-15 0,-5-12 0,-3-17 0</inkml:trace>
  <inkml:trace contextRef="#ctx0" brushRef="#br0" timeOffset="12">13337 13737 8912,'-8'18'0,"6"1"0,-4 4 0,5 7 0,1 8 0,0 14 0,0 11 0,0 2 0,1 0 0,5-2 0,-2-8 0,7 3 0,1-5 0,5-3 0,0-4 0,-5-12 0,-1-11 0,-15-4 0,3-2 0</inkml:trace>
  <inkml:trace contextRef="#ctx0" brushRef="#br0" timeOffset="13">13113 14236 8912,'0'-10'0,"0"3"0,2 1 0,6 0 0,9 2 0,8 3 0,9 1 0,14-6 0,5-2 0,7-1 0,3-1 0,6-3 0,-1 1-444,1 1 1,0-14 0,0-2 0</inkml:trace>
  <inkml:trace contextRef="#ctx0" brushRef="#br0" timeOffset="14">13870 14133 8912,'-17'23'0,"0"0"0,-8 7 0,6-11 0,-4 6 0,4 0 0,9 2 0,-3 1 0,7-1 0,2-2 0,2-2 0,12-12 0,7-1 0,10-2 0,5-3 0,3-7 0,-1-3 0,1-7 0,-7-3 0,-1-2 0,-4-2 0,-8-4 0,3 4 0,-17-12 0,5 6 0,-4-2 0,-4 6 0,-4-2 0,-11 4 0,-4 2 0,-8 0 0,1 7 0,-7 5 0,-7 3 0,-2 2 0</inkml:trace>
  <inkml:trace contextRef="#ctx0" brushRef="#br0" timeOffset="15">15299 14391 8912,'-18'-27'0,"-1"4"0,-2 2 0,-2 0 0,0 0 0,-2 6 0,6-1 0,-6 11 0,2 1 0,-1 2 0,-3 2 0,6 8 0,-2 5 0,6 8 0,5 8 0,-1 3 0,7 2 0,2 1 0,2-1 0,2-5 0,0 0 0,0-8 0,2 0 0,4-8 0,4-5 0,7-8 0,0 0 0,0 0 0,6-10 0,0-7 0,2-2 0,-4-10 0,4-1 0,0-3 0,0-1 0,-3 7 0,-4-6 0,-1 14 0,0-2 0,0 8 0,-5 7 0,-1 12 0,-7 19 0,6 7 0,-7 20 0,3 7 0,-2 6 0,-2 6 0,-2 3 0,0 6 0,-8-3 0,4-1 0,-7-9 0,-2-4 0,-10-11 0,2-10 0,-8-8 0,6-7 0,-6-4 0,6-12 0,-3-7 0,-1-8 0,0-7 0,6-12 0,0-6 0,8-3 0,-3-10 0,14-2 0,-1-8 0,6 1 0,7 7 0,13 2 0,0 7 0,7 1 0,-1 1 0,4 5 0,1 5 0,0 4 0,9 2 0,-5 1 0,8 5 0,-8-4 0,4 5 0,0 0 0,-13-5 0,15 6 0,-16-9 0,1 7 0,-12-1 0,0-1 0,-7 4 0,-4-3 0,-4-1 0,-10-3 0,4 5 0,-7 1 0,-3 3 0,-1 1 0,-2 6 0,0 4 0,-1 7 0,1 1 0,2 20 0,3-3 0,7 3 0,-3 10 0,2 2 0,3 0 0,3 4 0,5-8 0,5 0 0,7-5 0,8-9 0,4-3 0,5-5 0,6-9 0,6-9 0,4-8 0,1-18 0,1-9 0,0-9 0,-8-11 0,-6-4 0,-8-2 0,-5 3 0,-8-5 0,-1 2 0,-5-2 0,-3-4 0,-8 4 0,-2-4 0,-2 0 0,-2 4 0,-7 4 0,9 23 0,-7 7 0,5 18 0,-5 11 0,5 17 0,-6 17 0,9 10 0,-3 14 0,4 3 0,2 8 0,0-1 0,0-5 0,0 0 0,2-5 0,4 5 0,3-8 0,10 1 0,2-9 0,2-7 0,6-9 0,-6-2 0,7-16 0,-9 2 0,8-15 0,-8-7 0,2-5 0,-4-11 0,-2-11 0,1-10 0</inkml:trace>
  <inkml:trace contextRef="#ctx0" brushRef="#br0" timeOffset="16">16038 14270 8912,'-17'6'0,"0"0"0,6 1 0,-1-1 0,8-4 0,-3 8 0,9-7 0,3 3 0,5 0 0,15-6 0,5 0 0,9 0 0,5-2 0,5-4 0,-1-5 0,-2-4 0,0-3 0,13 1 0,2 0 0</inkml:trace>
  <inkml:trace contextRef="#ctx0" brushRef="#br0" timeOffset="17">16985 14270 8912,'17'0'0,"0"8"0,-1-4 0,-3 7 0,-1 3 0,-1 1 0,6 2 0,0 0 0,-1 2 0,-5 4 0,3-4 0,-9 6 0,-1 0 0,6-6 0,-8 6 0,3-8 0,-1-2 0,2-3 0,3-12 0,9-12 0,1-9 0,4-1 0,4-9 0,3 4 0,1-7 0,-1-1 0,7 7 0,-9-1 0,5 8 0,-5 2 0,-1 9 0,-2 3 0,-4 3 0,-2 2 0,-2 10 0,-5 3 0,-2 10 0,-3 2 0,-1 8 0,0-6 0,-1 5 0,-1-1 0,-2-8 0,-2 4 0,0-8 0,0 0 0,2-2 0,4-3 0,-4-5 0,5-22 0,-14-4 0,-3-15 0</inkml:trace>
  <inkml:trace contextRef="#ctx0" brushRef="#br0" timeOffset="18">17570 14098 8912,'-10'-26'0,"-3"-5"0,7 8 0,1 0 0,5 6 0,0 0 0,0 7 0,13 3 0,6 7 0,6 0 0,4 0 0,5 0 0,1 0 0,7-8 0,2-2 0</inkml:trace>
  <inkml:trace contextRef="#ctx0" brushRef="#br0" timeOffset="19">18241 14167 8912,'-59'17'0,"5"1"0,-3-1 0,11 0 0,4 6 0,8 2 0,1 0 0,4-1 0,12-1 0,12-6 0,3 1 0,2-1 0,2-6 0,3 1 0,11-8 0,6 1 0,1-3 0,2-2 0,4 0 0,-4-7 0,5-5 0,-5-9 0,2-2 0,-6-7 0,4-3 0,-8-9 0,0-2 0,1-2 0,-7-7 0,-1-4 0,-3-6 0,1-4 0,-4-2 0,1 0 0,1 10 0,-6 7 0,0 5 0,-2 14 0,-3 12 0,3 10 0,-12 12 0,9 9 0,1 13 0,-6 11 0,8 26 0,-4 3 0,5 3 0,1 11 0,0-6 0,0 3 0,7-5 0,5-6 0,3-6 0,10 1 0,4-7 0,11-5 0,6-17 0,3-5 0,3-6 0</inkml:trace>
  <inkml:trace contextRef="#ctx0" brushRef="#br0" timeOffset="20">19532 14150 8912,'-40'11'0,"0"1"0,3 1 0,7 3 0,-3 1 0,14 2 0,-2 2 0,8 2 0,7-2 0,4-2 0,2-2 0,0 0 0,13 0 0,6-1 0,6-5 0,-2-3 0,6-8 0,-2 0 0,3-2 0,-1-4 0,-8 0 0,2-11 0,-6 4 0,-5-10 0,3-4 0,-13 6 0,2-6 0,-8 3 0,-6-5 0,-9 4 0,-4 0 0,-5 0 0,-5 3 0,-1 6 0,-1 5 0,1 5 0,-1 4 0,3 6 0,3 6 0,6 7 0,4 11 0,10-1 0,3 8 0,4-1 0,17 0 0,4 1 0</inkml:trace>
  <inkml:trace contextRef="#ctx0" brushRef="#br0" timeOffset="21">20409 13772 8912,'-15'-35'0,"2"3"0,3 3 0,3 6 0,-7 12 0,10 5 0,-7 12 0,-2 5 0,-3 12 0,1 8 0,3 7 0,-3 6 0,13 15 0,-3 4 0,3 4 0,2-4 0,0-2 0,0 0 0,0 0 0,7-5 0,-3 3 0,6-9 0,-3-4 0,7-4 0,-12-8 0,3-2 0,-3-3 0,-9-4 0,-3-15 0,-15-10 0,-2-10 0</inkml:trace>
  <inkml:trace contextRef="#ctx0" brushRef="#br0" timeOffset="22">19979 14219 8912,'-15'-12'0,"4"1"0,3-1 0,0 3 0,6 1 0,-3 8 0,12 0 0,10 0 0,12 0 0,17 0 0,11 0 0,8 0 0,6-2 0,4-3 0,3 1-894,8-8 894,-7 1 0,-3-14 0,-7-2 0</inkml:trace>
  <inkml:trace contextRef="#ctx0" brushRef="#br0" timeOffset="23">21425 13720 8912,'6'-17'0,"-1"0"0,-1 0 0,-2-1 0,-2 9 0,2 5 0,2 15 0,1 12 0,9 8 0,-12 11 0,4 4 0,-5 3 0,7 11 0,-6-7 0,4 5 0,-4-5 0,-2 4 0,0 1 0,0-3 0,0-1 0,-8-3 0,6-7 0,-21 6 0,4-6 0</inkml:trace>
  <inkml:trace contextRef="#ctx0" brushRef="#br0" timeOffset="24">21201 14288 8912,'-17'-18'0,"5"1"0,1 0 0,7 0 0,-2 0 0,14-1 0,9 1 0,8 8 0,11-7 0,5 7 0,4-1 0,5-5 0,9 5 0,5-7 0,4 0-163,7 0 1,-4-8 162,3-4 0,-3-11 0,-2-4 0</inkml:trace>
  <inkml:trace contextRef="#ctx0" brushRef="#br0" timeOffset="25">21924 13686 8912,'-15'-2'0,"3"-4"0,3 4 0,3-4 0,4 5 0,-6 1 0,8 7 0,0 12 0,0 16 0,6 1 0,0 10 0,5 5 0,-5 9 0,-2 1 0,-2 4 0,-2-6 0,0-2 0,-2-3 0,-4-3 0,2-7 0,-7-4 0,5-7 0,-6-10 0,9-4 0,-3-19 0,4-6 0,2-17 0,10-5 0,7-13 0,2-1 0,8-5 0,-2 3 0,-4 2 0,3 3 0,-1 11 0,-2 5 0,-1 4 0,-3 9 0,0 5 0,0 3 0,0 5 0,1 9 0,-7 7 0,1 15 0,-1-5 0,8 0 0,4 1 0,6 3 0,3-7 0,3-6 0,1-11 0,4-1 0,4-2 0,8-8 0,-1-6 0,1-9 0,-8-8 0,-4-9 0,-11-1 0,-1-5 0,-10 2 0,-9 3 0,-7 9 0,-8 7 0,-5 5 0,-12 14 0,-11 0 0,-5 17 0,-7 12 0,2 11 0,-3 12 0,1-1 0,15 1 0,3 0 0,8-1 0,9 1 0,11-8 0,19-2 0,17-12 0,16-5 0,15-8 0,4-13 0,9-4 0,2-10 0,-5-28 0,-1-8 0</inkml:trace>
  <inkml:trace contextRef="#ctx0" brushRef="#br0" timeOffset="26">24436 13617 8912,'6'-23'0,"0"0"0,-2 2 0,-2 2 0,-4 4 0,-4 1 0,-6 3 0,-9 7 0,-5-2 0,-5 6 0,-7 8 0,-4 9 0,-4 8 0,-6 11 0,1 3 0,-1 1 0,2 5 0,4-3 0,8 1 0,7-1 0,14-2 0,12-4 0,5 0 0,5-1 0,12 3 0,12-13 0,11 3 0,-1-5 0,6-9 0,3-3 0,0 2 0,-2 3 0,-4 1 0,-8-6 0,1 1 0,-8-3 0,-4 3 0,-12 3 0,-5-3 0,-4 3 0,-18 8 0,-7 0 0,-7 0 0,-6-4 0,-5 2 0,-5 4 0,-3 1 0,-3-5 0,8 4 0,4-8 0,4-1 0,1-5 0,8-3 0,10-16 0,10-1 0</inkml:trace>
  <inkml:trace contextRef="#ctx0" brushRef="#br0" timeOffset="27">24660 13995 8912,'0'-17'0,"0"0"0,-6 0 0,-1-1 0,-3 1 0,4 8 0,-5 5 0,-3 8 0,1 5 0,2 8 0,-5 8 0,14 2 0,-3 7 0,3 1 0,2-5 0,2 1 0,3 1 0,7-1 0,11-8 0,4 2 0,7-8 0,0 0 0,1 0 0,-6-7 0,-1-4 0,3-4 0,1-10 0,3-4 0,-8-3 0,-5-4 0,-10-4 0,1-2 0,-7-3 0,-2 5 0,-2-2 0,-2 2 0,0 6 0,0 5 0,-8 8 0,4 4 0,-7 12 0,7 5 0,-2 4 0,4 2 0,2 0 0,2-8 0,4-3 0,11 1 0,12-7 0,3 0 0,3-6 0,1 0 0,4 0 0,6-2 0,12-4 0,-7-4 0,1-7 0,-8-2 0,-10-2 0,1-2 0,-9 0 0,-5 6 0,-7 0 0,-8 0 0,-5 7 0,-2-3 0,-5 7 0,-6 2 0,-3-5 0,-2 7 0,0-4 0,-1 12 0,3 5 0,2 6 0,1 6 0,8-4 0,-9 14 0,7-6 0,2-1 0,3 7 0,-5-12 0,0 6 0,2-3 0,2 5 0,2-6 0,0-6 0,0-5 0,0-9 0,0 13 0,2-24 0,2-3 0,4-14 0,1-8 0,3-9 0,5-4 0,0-9 0,0-2 0,1-1 0,-1 7 0,0 1 0,0 4 0,0 4 0,1 10 0,-1 3 0,0 16 0,0 19 0,1 15 0,-7 11 0,0 8 0,-5-2 0,6 8 0,-1-8 0,1 4 0,-3-9 0,-1-4 0,3 1 0,-5-7 0,7 0 0,-9-13 0,8-5 0,1-5 0,2-5 0,-3-13 0,-1-10 0,1-7 0,5-5 0,-6 2 0,1-8 0,-2 10 0,1 1 0,-3 1 0,-3 15 0,1-4 0,0 12 0,-6 3 0,0 10 0,2 5 0,3 11 0,5 8 0,2 9 0,-1 5 0,6-6 0,6 1 0,10-3 0,1-9 0,0 0 0,16-13 0,-4-5 0,4-10 0,0-9 0,-5-7 0,-3-7 0,-9-11 0,-4-3 0,-6-2 0,-12-2 0,-3-3 0,-8 3 0,0 8 0,0 5 0,0 5 0,-6 12 0,0-1 0,-7 11 0,11 6 0,-4 12 0,4 7 0,2 10 0,2 1 0,4 16 0,5 2 0,5 1 0,-7 11 0,5-5 0,-9 8 0,-1 2 0,-4-4 0,-6 2 0,-7-7 0,-16 1 0,-9-5 0,-19-7 0,-12-1-260,-11-4-1,34-18 1,-2 0 260,-3 4 0,-1 0 0,0 0 0,0 0 0,-3 0 0,0 1 0,1 0 0,1 0 0,-4-1 0,-1-1 0,-3-1 0,-1 0 0</inkml:trace>
  <inkml:trace contextRef="#ctx0" brushRef="#br0" timeOffset="28">10790 10196 8912,'0'-41'0,"0"1"0,0 4 0,0 5 0,0 9 0,0 2 0,0 3 0,0 0 0,0 7 0,0 3 0,7 20 0,3 6 0,0 6 0,5 4 0,-4 5 0,-1 16 0,1 7 0,-7 21 0,2 10 0,-4 8 0,-2-44 0,0 1 0,-1 7 0,0 2-377,-1 9 0,-2 1 1,0 8-1,-1 3 377,-3 8 0,-2 1 0,2 2 0,-1 1-284,3-30 0,1 0 0,-1 0 0,1 1 0,-1 0 0,2 1 284,-1 1 0,2 2 0,-1-2 0,1 0 0,0-2 0,2 1 0,0 28 0,2-1 0,-1-4 0,0-2-221,0-10 0,0-2 1,0-2-1,0-1 221,-1-1 0,2 0 0,1 0 0,1-1 0,0-2 0,0 0 0,0-2 0,0-1 0,-3-6 0,0-1 0,0-2 0,0-2-83,0-3 0,0 0 0,0-1 1,0-1 82,0 42 0,0-14 482,0-9 1,7-14-483,5-3 0,3-10 821,2-14 1,6-5-822,0-11 242,0 3 0,-4-13 0,2 4 0,4-4 0,0-2-242,0 0 274,6 0 1,1 0-275,8 0 0,10-8 0,2-4 0,9-3 0,13-4 0,7-4 0,3 2-283,2-8 1,6 6 282,-1-5 0,-40 16 0,0 1 0,0-2 0,1-1 0,3 1 0,1 1 0,0 1 0,1 1 0,2 1 0,0-1 0,-6 2 0,-1-1 0,2 0 0,1 1 0,5-1 0,1 1 0,1-1 0,0 0 0,2 1 0,0-1 0,3 1 0,0-1 0,-4 1 0,0-1 0,2 0 0,0-1-278,1-2 0,0 1 0,1 1 0,0 1 278,8-3 0,-1 1 0,-5 0 0,0 1 0,1-1 0,1 1 0,2-2 0,0-1 0,2-1 0,1 1 0,-4 3 0,-1-1 0,2-1 0,0-1 0,-10 5 0,0-1 0,-1 0 0,0-1 0,2 0 0,0-1 0,5 0 0,0-1 0,-4 0 0,0 1 0,1 3 0,0-1 0,-2-2 0,0-1 0,1 1 0,2-1 0,2-3 0,1 0 0,12 1 0,1 1 0,-2-3 0,-2-1 0,-3 3 0,-1 0 0,1-3 0,0 1 0,-2 2 0,1 0 0,1-2 0,1 1 0,-2 0 0,-1 1 0,-4 2 0,-1 1 0,-5 2 0,-1-1 0,-4 1 0,0 1 0,1 2 0,1 1 0,-2 0 0,0 0 0,-1 1 0,-1 0 0,38-1 0,-9-3 0,-11-1 0,5-1 0,6-5-197,6 3 0,-12-3 197,1-2 0,-5 0 0,-5-1 0,-4-1 0,0-4 0,0 12 0,-4-12 0,0 10 0,2-8 0,-6 1 0,1-4 0,-9 6 0,-7 7 0,-4 0-31,-3-3 31,-3-9 0,0 4 262,1-4 0,-3 2-262,-3-2 0,4-3 0,-5-11 0,5-1 0,-1-4 0,-3-2 0,3-2 0,-11-7 0,8-5 0,-6-3 0,6-7 0,-8-9 0,2-5 0,-4-8 45,-10 36 1,-1-3 0,1 2 0,-1 0-46,1-8 0,0-1 0,-2 1 0,1-2 0,-1-6 0,-1-3 0,1-2 0,-2-2 0,-3-5 0,-1-1 0,2-1 0,0-2 0,-1-1 0,-2 1 0,0 4 0,0 1 0,0-2 0,0 0 0,1 4 0,-2 0 0,-2 1 0,-2 3 0,0 9 0,-3 2 0,-2 5 0,-3 2 0,-3 2 0,-2 3 0,-24-35 0,15 45 0,-2 4 0,-32-22 0,-8 9 0,-5 10 22,-1 14 1,2 3-23,-7 7 0,-8 1 0,40 8 0,-1 1 0,-5 3 0,-1 1 0,-5-3 0,-1 0 0,-3 4 0,-2 0 0,2 1 0,-2 1 0,-5-1 0,-1 2 0,0 0 0,0 0 0,-2 0 0,-1 0 0,1 0 0,-1 0 0,1 0 0,1 0-880,1-1 1,0 2 879,-1 2 0,-1 1 0,3 0 0,1 0 0,0 1 0,2 1 0,5 2 0,2 0 0,-1-3 0,1 1-587,3 1 1,0 1 586,-7 5 0,0-1 0,3-4 0,-1 0 0,-3 2 0,-1 1 0,1-1 0,2 1 0,3-1 0,-1 1 0,-10-2 0,-1-1 0,0 0 0,1-1 0,-5 0 0,1-1 0,0 0 0,1 0-32,1 1 1,0-1 0,2-1-1,1 0 32,2 1 0,0-1 0,0-3 0,1 0 0,10 5 0,3 0 0,4-4 0,2-1 0,-37 2 29,14 6 0,-14-7 0,0 7-29,-10-2 0,0-3 0,-1-5 0,5 0 0,43 1 0,-1-2 0,-3 1 0,0-2 0,-3 0 0,0-1 0,-3 2 0,1 0 0,0-2 0,1 0 0,2 2 0,1 0 765,-43 1-765,3-7 0,23 5 0,6-4 0,4 4 439,8 2 0,-14 0 1,5 0-440,1 0 0,0 2 0,6 4 0,-3 5 0,3 4 0,-6 3 0,-2-1 0,-12 2 272,-5 4 0,-6 2-272,-6 3 0,6 3 0,0-8 0,15 0 0,17-6 0,10 0 117,2 0 1,2 0-118,6 1 0,-1-1 474,1 0 1,-10 0-475,-8 0 0,1 6 0,-8 2 0,-1 2 0,-1 2 0,-8 5 0,0 6 0,2 0 0,4-2 0,-2-7 0,10-4 0,5-2 0,2 1 0,14-7 0,7-3 568,14-11-568,-2 11 0,13-14 0,-4 5 0,12-7 0,-3 10 0,7 7 0,-2 10 0,5 13 0,-3 4 0</inkml:trace>
  <inkml:trace contextRef="#ctx0" brushRef="#br0" timeOffset="29">19790 11004 8912,'-27'9'0,"4"-3"0,4-4 0,25-8 0,13-2 0,17-1 0,16-4 0,9-9 0,14-2 0,5-3 0,6 4 0,4-4 0,4 0 0,-3 3 0,-3-1 0,-13 8 0,-20 7 0,-9 2 0,-11 5 0,-1-7 0,-24 10 0,-5 0 0,-3 0 0,-17 8 0,4-8 0,-5-8 0,-1-1 0</inkml:trace>
  <inkml:trace contextRef="#ctx0" brushRef="#br0" timeOffset="30">20857 10299 8912,'0'-18'0,"0"1"0,0 6 0,0-1 0,0 9 0,2-5 0,4 8 0,5 0 0,12 2 0,6 4 0,5 11 0,6 11 0,6 5 0,4 1 0,1 1 0,-5 7 0,0 4 0,-9 1 0,-3-1 0,-9 2 0,-14-8 0,-3 2 0,-10-4 0,-4 2 0,-3-7 0,-16-3 0,-4-7 0,-3 0 0,-3-7 0,1-5 0,7-3 0,6-10 0,8-4 0,-3-19 0,7-11 0</inkml:trace>
  <inkml:trace contextRef="#ctx0" brushRef="#br0" timeOffset="31">21511 10333 8912,'0'-17'0,"0"0"0,0-1 0,0 1 0,7 6 0,7 1 0,5 3 0,4 3 0,15 2 0,-9 10 0,11 5 0,-4 8 0,-1 6 0,-3 13 0,-3 0 0,-4 6 0,-8-6 0,0-2 0,-7-9 0,-4-4 0,-5-2 0,-1-1 0,0-6 0,-1-9 0,-5-7 0,-4-9 0,-7-8 0,0-8 0,7-10 0,5 1 0,3 0 0,2-8 0,0 3 0,3-5 0,9 2 0,7 2 0,15 6 0,1 0 0,1 1 0,4 4 0,-3 5 0,3 8 0,-4 5 0,-3 7 0,-5 8 0,-3 13 0,-10 10 0,-3 7 0,-4 2 0,-8 1 0,0-3 0,0 4 0,0-9 0,-2-4 0,-4-2 0,4-4 0,-4-10 0,12-3 0,4-19 0,7-10 0,6-6 0,0 1 0,7-5 0,-5 6 0,4-7 0,-6 0 0,-12-1 0,3 8 0,-9 4 0,-1 4 0,-10 2 0,-7 2 0,-6 3 0,-4 7 0,-8 10 0,5 5 0,-7 9 0,4 4 0,5 6 0,6 11 0,1-2 0,0 8 0,7-6 0,5 6 0,3-8 0,2 2 0,9-5 0,9-7 0,14-3 0,6-10 0,10-3 0,6-7 0,-1-5 0,12-7 0,2-8 0,0-6 0,-2-18 0,-15 9 0,-4-16 0,-4 0 0,-8-6 0</inkml:trace>
  <inkml:trace contextRef="#ctx0" brushRef="#br0" timeOffset="32">22801 10127 8912,'-17'-8'0,"0"-1"0,0-1 0,7-5 0,3 13 0,7-2 0,0 15 0,2 1 0,3 13 0,7 0 0,-5 1 0,9 3 0,-5 0 0,4 1 0,3-5 0,-3 0 0,-2-2 0,-1 0 0,-1-2 0,7-10 0,-1-3 0,-6-2 0,1-1 0,1-1 0,-3-10 0,1-5 0,-5-10 0,5-2 0,-7-8 0,10 5 0,-7-9 0,1 3 0,-1 3 0,-3 6 0,-2 4 0,4 8 0,0-1 0,-1 8 0,-5 4 0,2 12 0,4 3 0,4 10 0,1-6 0,1 4 0,-1-4 0,6-2 0,0 0 0,1-5 0,-1-1 0,0-7 0,0 2 0,-7-12 0,-4-5 0,-4-5 0,-2-1 0,0-6 0,0 0 0,0-5 0,-2 3 0,-4-2 0,4 6 0,-11-4 0,7 8 0,2 0 0,-6 0 0,1 0 0</inkml:trace>
  <inkml:trace contextRef="#ctx0" brushRef="#br0" timeOffset="33">23559 10144 8912,'-10'0'0,"2"0"0,8 0 0,2 0 0,4 0 0,4 0 0,7 0 0,0 2 0,0 4 0,1 5 0,-3-1 0,-4 1 0,3 1 0,-9 5 0,1 0 0,0 0 0,0 0 0,-3 0 0,-1 1 0,-2-1 0,-2-8 0,-3-3 0,3-6 0,-4-6 0,6-3 0,6-10 0,5-2 0,5-2 0,1-8 0,8 6 0,3-5 0,5 1 0,7 8 0,0-2 0,6 4 0,-6 2 0,6 2 0,-6 3 0,-7 5 0,-3 7 0,-7 0 0,0 0 0,-6 2 0,1 3 0,-9-1 0,-3 8 0,-4 1 0,-2 2 0,0 2 0,0 1 0,0-1 0,0 0 0,0 0 0,0 0 0,0 1 0,-2-3 0,-4-4 0,4 5 0,-3-5 0,1 2 0,-2-1 0,4-6 0,-4-12 0,4-4 0,10-15 0,2-1 0</inkml:trace>
  <inkml:trace contextRef="#ctx0" brushRef="#br0" timeOffset="34">24195 9697 8912,'-7'-27'0,"-3"4"0,1 4 0,1 2 0,8 0 0,0 7 0,2-3 0,4 5 0,5-1 0,6 5 0,6-2 0,4-3 0,7-3 0,-7 4 0,13-14 0,-3 2 0</inkml:trace>
  <inkml:trace contextRef="#ctx0" brushRef="#br0" timeOffset="35">24832 9301 8912,'-17'-17'0,"5"2"0,1 4 0,7 3 0,-4 8 0,7 15 0,-5 8 0,4 21 0,-4 11 0,2 10 0,1 14 0,-3 9 0,0 7 0,6-44 0,0 1 0,0 0 0,0-1-359,0 2 0,0-2 359,8 36 0,3-4 0,10-22 0,2-10 0,8-14 0,-3-14 0,-1-14 0,2-9 0,-8-8 0,11-22 0,-3-6 0,2-6 0,-3-6 0,3-2 0,-8-1 0,0 1 0,-6 4 0,0-7 359,0 7 0,-7-6-359,-4 12 0,-4 2 0,-2 9 0,0 6 0,-8 12 0,-3 5 0,-10 19 0,-2 12 0,0 12 0,-2 8 0,6 7 0,-4 5 0,11-3 0,5 5 0,7-7 0,0-1 0,9-7 0,8-4 0,8-11 0,17-6 0,6-12 0,6-5 0,3-8 0,-2-9 0,-9-1 0,-5-20 0,-13 3 0,-5-3 0,-11-3 0,-20 1 0,-11-1 0</inkml:trace>
  <inkml:trace contextRef="#ctx0" brushRef="#br0" timeOffset="36">24815 9834 8912,'-33'0'0,"5"0"0,5 0 0,11 0 0,12 0 0,25 0 0,15 0 0,10 0 0,7 0 0,10-7 0,8-5 0,-2-3 0,5-10 0,0-1 0</inkml:trace>
  <inkml:trace contextRef="#ctx0" brushRef="#br0" timeOffset="37">26123 9663 8912,'-25'0'0,"6"-2"0,-4-4 0,11 4 0,-3-6 0,13 10 0,-4 4 0,5 7 0,1 8 0,1 0 0,5 8 0,4 0 0,7 5 0,0-7 0,0 3 0,2-5 0,4 2 0,-3-12 0,2 2 0,3-11 0,-2 0 0,0-4 0,-6-2 0,1-8 0,5-3 0,0-12 0,-1-6 0,1-3 0,0-3 0,0-7 0,-5 8 0,-1-1 0,0 3 0,0 9 0,-7 0 0,-5 6 0,-3 7 0,-2 3 0,0 20 0,0 4 0,0 10 0,-2-2 0,-3 2 0,3-4 0,-4 3 0,4-1 0,-6-2 0,7-6 0,-7-7 0,8-3 0,8-14 0,3-7 0,4-7 0,3-5 0,6-7 0,5 5 0,0-3 0,1 8 0,1 2 0,5 2 0,-7 4 0,3 3 0,3 6 0,-3 6 0,-3 6 0,2 10 0,-8 6 0,0 9 0,-8-6 0,-4 3 0,3 3 0,-9-8 0,-1 0 0,-11-6 0,-11 0 0,-3-1 0,-11-3 0,-8-4 0,-8-1 0,0-2 0,-11-6 0</inkml:trace>
  <inkml:trace contextRef="#ctx0" brushRef="#br0" timeOffset="38">25985 9181 8912,'-27'-17'0,"6"0"0,8 0 0,7-1 0,4 7 0,2-1 0,17 7 0,12-7 0,19 8 0,15-9 0,14 7 0,9 3 0,0 1-214,5 2 1,-3 7-1,-2 3 1</inkml:trace>
  <inkml:trace contextRef="#ctx0" brushRef="#br0" timeOffset="39">27689 9577 8912,'2'-10'0,"3"4"0,-3 4 0,6 2 0,-8 10 0,-4 7 0,-5 10 0,-9 5 0,-1 3 0,-8-1 0,-1 1 0,1-1 0,-2 0 0,8 1 0,2-9 0,10-3 0,1-4 0,-5-1 0,18-16 0,-8-6 0,14-19 0,2-6 0,3-9 0,1-2 0,-2-6 0,-3 6 0,9-8 0,-4 2 0,4 4 0,-8 0 0,5 8 0,-11 5 0,10 0 0,-3 14 0,3-2 0,0 13 0,0 4 0,1 10 0,-1 5 0,-6 4 0,1 4 0,-7-2 0,7 8 0,-8-8 0,2 2 0,-5-4 0,-1-2 0,0 0 0,0 0 0,0 1 0,0-1 0,2-8 0,4-3 0,4-4 0,7-2 0,0-8 0,0-1 0,0-8 0,1-1 0,-1 1 0,0 6 0,0 1 0,1 3 0,-1-1 0,2 4 0,2-2 0,2 2 0,2 3 0,-2 1 0,3 7 0,11-3 0,1 8 0,2 1 0,8-4 0,-2 3 0,-4-8 0,-2 1 0,4-3 0,-10-2 0,1 0 0,-10-2 0,-14-5 0,-5-8 0,-6-8 0,-6-4 0,-5 6 0,-12-2 0,2 4 0,-8 2 0,2-1 0,-1 1 0,-5 8 0,4 3 0,5 4 0,-7 10 0,8 3 0,0 4 0,6 5 0,2 2 0,1 5 0,3 0 0,7 4 0,-2-9 0,4 7 0,2-6 0,8 0 0,3-6 0,5-7 0,1 3 0,0-7 0,0-2 0,2-4 0,2-6 0,2-4 0,-2 1 0,-1-7 0,-3 5 0,8-4 0,1-2 0,1 7 0,-4 4 0,-4 4 0,-2 2 0,1 0 0,-7 6 0,-1 2 0,-3 1 0,7-3 0,-3 4 0,4-3 0,-5-1 0,5-6 0,-3 0 0,11-15 0,3-4 0</inkml:trace>
  <inkml:trace contextRef="#ctx0" brushRef="#br0" timeOffset="40">28997 8854 8912,'-10'2'0,"4"4"0,4 6 0,2 10 0,0 5 0,0 21 0,0 4 0,0 16 0,2 3 0,4 4 0,4 1 0,-1-3 0,5 3 0,-9-2 0,9 1 0,-12-14 0,3-4 0,-3-5 0,-2-6 0,0-6 0,-7-19 0,-3-6 0,-7-15 0</inkml:trace>
  <inkml:trace contextRef="#ctx0" brushRef="#br0" timeOffset="41">28825 9405 8912,'-8'-18'0,"6"1"0,-6 0 0,10 0 0,4 0 0,5 7 0,12 4 0,4 4 0,11-3 0,8-1 0,12 2 0,7 2 0,3 2 0,1 0 0,0 0 0,-8 0 0,-3 0 0,-12 0 0,-6 0 0,-12 0 0,-3 0 0,-8 0 0,-7 8 0,3-4 0,-5 7 0,2 3 0,1 1 0,6 2 0,-5 2 0,-1 4 0,-7-4 0,6 6 0,-7-8 0,3 0 0,0 1 0,-6-1 0,0-8 0,0-1 0,0-31 0,2 8 0,4-20 0,5 11 0,12-5 0,-4 0 0,12 3 0,-8 3 0,7 3 0,-3 5 0,0 4 0,3-3 0,-7 9 0,0 1 0,-5 10 0,-1-1 0,0 11 0,0 5 0,0 3 0,-7-3 0,-1 6 0,-3-4 0,-4-2 0,6 6 0,-1-2 0,-5-8 0,4-6 0,-4 1 0,-2-3 0,0-1 0,0-8 0</inkml:trace>
  <inkml:trace contextRef="#ctx0" brushRef="#br0" timeOffset="42">29823 8889 8912,'-6'-12'0,"0"1"0,2-2 0,10 5 0,6 2 0,10 6 0,7 6 0,11-2 0,6 7 0,-4 1 0,8 11 0,-4 1 0,4 3 0,-1 0 0,-3 2 0,-4 1 0,-7-7 0,-1 8 0,1-5 0</inkml:trace>
  <inkml:trace contextRef="#ctx0" brushRef="#br0" timeOffset="43">30735 9078 8912,'9'-2'0,"-1"-2"0,0-1 0,1-1 0,6 13 0,-1 5 0,-3 3 0,-1 10 0,3 2 0,-1-1 0,-8 7 0,3-6 0,-7 7 0,0 0 0,0-7 0,0 4 0,0-8 0,-2 0 0,-2-6 0,-1 0 0,-1 0 0,-2-7 0,6 5 0,-5-13 0,14 4 0,5-10 0,3-4 0,2-1 0,-5 3 0,-1-6 0,-7 1 0,10-6 0,-9 0 0,-1-1 0,-2 1 0,-2 0 0,0-8 0,-6 6 0,1-4 0,-7 2 0,6 0 0,2-2 0,3-5 0,1 5 0,0-8 0,0 2 0,0 5 0,0 1 0,0 4 0,0 9 0,0 4 0,0 12 0,-16 17 0,-7 11 0,-11 18 0,-12 0 0,-4 11 0,-19 0 0,4 3-634,28-32 1,0 1 633,1 3 0,1 1 0,-32 29 0,4 1 0,17-8 0,16-13 0,9-8 0,7-2 0,16-17 0,4-5 0,0-7 0,11-9 0,4 0 0</inkml:trace>
  <inkml:trace contextRef="#ctx0" brushRef="#br0" timeOffset="44">26570 11158 8912,'0'-23'0,"0"-1"0,2-1 0,4-2 0,5 2 0,7-2 0,4 1 0,-1-3 0,6-5 0,0-1 0,-2 3 0,2 1 0,-4 3 0,-4-3 0,0 6 0,-13 2 0,-3 4 0,-8 2 0,-9 0 0,-5 1 0,-6 5 0,-1 5 0,5 4 0,-6 2 0,6 2 0,-2 6 0,2 9 0,2 10 0,3 13 0,5 6 0,-3 3 0,9 3 0,-7 7 0,7 2 0,1 2 0,2 1 0,2-1 0,0-2 0,0-4 0,0-4 0,0-7 0,0 0 0,0-8 0,0 2 0,-2-11 0,-4-6 0,-3-4 0,-9-2 0</inkml:trace>
  <inkml:trace contextRef="#ctx0" brushRef="#br0" timeOffset="45">26467 11279 8912,'17'-27'0,"0"-4"0,1 8 0,5 2 0,-1 10 0,1-4 0,2 7 0,4-3 0,-2 3 0,1 8 0,-5 0 0,4 0 0,-2 0 0,-10 0 0,1 0 0,-15 8 0,5 3 0,-6 4 0,-4 4 0,-1 4 0,-9 4 0,7 9 0,-5 3 0,6 1 0,4 0 0,2-8 0,0-1 0,0-2 0,8-8 0,4 1 0,5-4 0,6-7 0,-2-3 0,7-8 0,-5-8 0,6-3 0,-8-12 0,2-6 0,-6-3 0,-5-3 0,-5-1 0,-7-4 0,0 4 0,-7-6 0,-5 9 0,-3 4 0,-2 3 0,0 7 0,-1-1 0,1 5 0,8 9 0,1 6 0,16 10 0,9 15 0,10 2 0</inkml:trace>
  <inkml:trace contextRef="#ctx0" brushRef="#br0" timeOffset="46">27259 11227 8912,'9'-17'0,"6"2"0,-3 3 0,3 5 0,2 7 0,1 3 0,-1 9 0,-8 1 0,-3 16 0,-4 0 0,-2 5 0,0-2 0,0-3 0,-6 4 0,1-5 0,-7-3 0,6-2 0,-5-4 0,5-2 0,-5-5 0,3-3 0,-2-1 0,7-10 0,-3-10 0,12-10 0,3-7 0,8-11 0,10-4 0,6-8 0,5 1 0,10-1 0,-4 8 0,7 4 0,1 4 0,7 9 0,-7 2 0,-1 8 0,1 7 0,-8 3 0</inkml:trace>
  <inkml:trace contextRef="#ctx0" brushRef="#br0" timeOffset="47">27844 11193 8912,'-18'0'0,"1"0"0,8 0 0,1 7 0,8 5 0,0 3 0,0 2 0,8 8 0,-6-4 0,5 8 0,1 1 0,-6 3 0,5-6 0,-7-4 0,0 1 0,0-1 0,-5 0 0,-1-6 0,0-7 0,6-2 0,2-22 0,4-3 0,5-12 0,12 1 0,-2-5 0,8-1 0,-8-6 0,2 0 0,2 0 0,-2 5 0,-2 3 0,-2 3 0,-2 4 0,0 8 0,1 7 0,-1 3 0,-2 16 0,-3 9 0,-5 1 0,-7 9 0,2-5 0,4 6 0,-4-8 0,5 4 0,-7-8 0,0 0 0,0-5 0,0-1 0,2-7 0,4 2 0,-2-5 0,7-1 0,3-1 0,1-5 0,4-4 0,4-7 0,4-2 0,7-4 0,1 2 0,-1-8 0,1 8 0,-1-2 0,-5 6 0,-1 6 0,-5-3 0,6 9 0,-16 7 0,10 9 0,-13 10 0,-1 2 0,5 6 0,-9-6 0,3 5 0,-2-5 0,-2 0 0,7-6 0,3-1 0,1-5 0,10-3 0,1-8 0</inkml:trace>
  <inkml:trace contextRef="#ctx0" brushRef="#br0" timeOffset="48">13560 10763 8912,'-5'0'0,"1"0"0,-4 0 0,8 0 0,0-8 0,0 4 0,2-5 0,2-1 0,2 1 0,1 3 0,-1-5 0,-4 5 0,4-6 0,-4 7 0,-2-7 0,0 8 0,0-5 0,0 3 0,0-3 0,0-1 0,0 0 0,0 5 0,0 3 0,0-6 0,0 8 0,0 0 0,0 8 0,-8-6 0,6 15 0,-4 0 0,-1 2 0,-1 8 0,0 0 0,1-1 0,3 5 0,-6 1 0,9-15 0</inkml:trace>
  <inkml:trace contextRef="#ctx0" brushRef="#br0" timeOffset="49">14111 11605 8912,'23'6'0,"0"0"0,-2-2 0,-2-2 0,0-2 0,4 0 0,-2 0 0,6 0 0,-2 0 0,5 0 0,-5 0 0,6 0 0,-2 0 0,-1 0 0,1-6 0,0 0 0,-3-2 0,3 3 0,2 1 0,-8-6 0,-2 3 0,5-7 0,-6 12 0,4-11 0,-6 7 0,-7-1 0,1 1 0,1-6 0,2-3 0,1-2 0,-5 0 0,4 0 0,-3-1 0,3 1 0,2 0 0,-1 0 0,-3 0 0,-2-1 0,-7 1 0,10 0 0,-7 0 0,3 0 0,-6 7 0,3-5 0,-7 3 0,0-3 0,0-2 0,0 0 0,0 0 0,0-6 0,0 0 0,0-8 0,0 4 0</inkml:trace>
  <inkml:trace contextRef="#ctx0" brushRef="#br0" timeOffset="50">13973 10385 8912,'-7'0'0,"-12"0"0,-8 0 0,4 0 0,-6 0 0,4 0 0,-7 0 0,3 2 0,-1 1 0,1 3 0,-2 2 0,8-3 0,-5-3 0,5 4 0,0 2 0,6-2 0,5-1 0,3-3 0,1 4 0,-5-4 0,11 5 0,-6-7 0,8 0 0,0 0 0,0 8 0,-8 2 0,-1 7 0</inkml:trace>
  <inkml:trace contextRef="#ctx0" brushRef="#br0" timeOffset="51">12683 10918 8912,'-2'-12'0,"-2"1"0,-2-3 0,1 5 0,5-3 0,0 7 0,0-7 0,1 8 0,5-1 0,-4 10 0,4 7 0,-4 3 0,-2 2 0,0 2 0,2 4 0,3 6 0,-3 3 0,6 5 0,-8 3 0,0-2 0,0 8 0,0-6 0,0 4 0,0-2 0,0-2 0,0-6 0,2-1 0,4-4 0,-4 1 0,5-7 0,-1-2 0,0-2 0,-1-2 0,1-5 0,2-3 0,1-1 0,3 5 0,-1-11 0,1 4 0,-1-4 0,6-2 0,1 0 0,1 2 0,4 4 0,-2-4 0,6 3 0,-1-3 0,1-2 0,2 0 0,5 0 0,1 0 0,-1 6 0</inkml:trace>
  <inkml:trace contextRef="#ctx0" brushRef="#br0" timeOffset="52">13456 10934 8912,'-6'-22'0,"2"-5"0,-8-1 0,8-3 0,-1 8 0,-3-6 0,2 6 0,-1 1 0,1 4 0,4 1 0,-8 2 0,7 1 0,-3 3 0,0 7 0,4-3 0,-4 7 0,3 0 0,-9 0 0,-1 0 0,5 0 0,-7 0 0,3 0 0,-1 1 0,2 5 0,-10-4 0,3 4 0,-5 3 0,0 1 0,-5 1 0,-5 1 0,-1 1 0,-8 3 0,-2-1 0,-8-4 0,2 8 0,5-7 0,-3 7 0,8-8 0,-1 5 0,9 1 0,1-2 0,6-1 0,6-3 0,-2-7 0,19 3 0,-5-7 0,9 0 0,3 0 0,-1 0 0,8 0 0,-8 0 0,3 0 0,1 0 0,-6 0 0,5 0 0,-7 0 0,0 0 0,0-7 0,0-3 0</inkml:trace>
  <inkml:trace contextRef="#ctx0" brushRef="#br0" timeOffset="53">17759 11593 8912,'25'-5'0,"-6"5"0,6 0 0,-2 0 0,0 0 0,-2 0 0,-9 0 0,3 0 0,-4 0 0,-3 0 0,0 0 0,-1 0 0,-5 0 0,14-7 0,-13 3 0,9-6 0,-1 1 0,-1-1 0,-1 4 0,-5-5 0,2-3 0,0 7 0,-6-8 0,0 3 0,0-3 0,0-2 0,0-2 0,0-4 0,0-6 0,0-2 0,0 3 0,0-5 0,0 23 0</inkml:trace>
  <inkml:trace contextRef="#ctx0" brushRef="#br1" timeOffset="54">25727 3920 8912,'-6'-11'0,"0"-1"0,1-1 0,-3-3 0,6 5 0,-5 1 0,-1 3 0,-4 3 0,3 6 0,-3 7 0,-1 11 0,-2 4 0,-2 11 0,-1 7 0,1 2 0,0 3 0,0 3 0,-1 2 0,1 1 0,0 5 0,0 5 0,0 3 0,7 5 0,4 2 0,4 1 0,2 1-414,0-6 414,8-8 0,-2-10 0,9-13 0,4-7 0,4-8 0,0-12 0,-2-3 0,8-8 0,1-2 0,3-4 0,1-11 0,6-4 0,1-7 0,5-1 0,-4-4 0,2 5 0,1-3 0,7 8 0,-8 0 0,-2 6 138,-7 0 0,-3 5 0,-1 3-138,-3 1 0,-7 3 0,4 5 0,-8-6 0,1-2 0,-1-1 0,-2 3 0,-3-6 0,3 1 0,-6-8 0,11-4 0,1-4 0,2 0 0,-2-5 0,-10 3 0,4-3 0,-3-3 0,-4 1 0,-3 0 0,-3-1 0,-2 1 0,-2-8 0,-4-4 0,-5-2 0,-10 1 0,-2 1 0,-6 2 0,6-2 0,-7-4 0,1 4 0,-3 4 0,-10 2 0,-4 12 0,-4 5 0,-2 4 0,-5 3 0,-2 7 0,-2 9 0,-3 9 0,-4 14 0,-3 10 0,0 7 0,2-2 0,4-2 0,16-1 0,3-1 0,5-1 0,13-5 0,11-3 0,11-8 0,8 0 0,9 1 0,16-9 0,19 5 0,11-9 0,4 1 0,8-6 0,0-8 0,0-1 0</inkml:trace>
  <inkml:trace contextRef="#ctx0" brushRef="#br1" timeOffset="55">26880 4212 8912,'-8'-9'0,"4"-1"0,-7 4 0,7 5 0,-2-9 0,12 4 0,4 4 0,9-5 0,4-1 0,5-3 0,5 1 0,1-1 0,1-3 0,7-1 0,-6 4 0,4-1 0,-3-1 0,-5 3 0,-3-1 0,3-1 0,-5-5 0</inkml:trace>
  <inkml:trace contextRef="#ctx0" brushRef="#br1" timeOffset="56">28016 3645 8912,'9'-8'0,"1"4"0,-4-7 0,-5 0 0,5-7 0,-4 1 0,-10 8 0,-3 3 0,-4 4 0,-2 2 0,-6 10 0,0 7 0,-6 0 0,6 8 0,2 0 0,2 1 0,7 3 0,1 0 0,7-1 0,-2 7 0,4-7 0,4-1 0,4-2 0,11 5 0,2-10 0,6 3 0,0-4 0,4-2 0,3 0 0,-5 0 0,6 0 0,-5 1 0,-1-1 0,2 0 0,-8-2 0,0-1 0,-8-3 0,2 1 0,-13-1 0,4 0 0,-4 3 0,-10-7 0,-3 9 0,-12-5 0,-2 5 0,-4 1 0,-3-2 0,5-2 0,0-1 0,-3-8 0,7 1 0,2-3 0,2-2 0,1 0 0,1-15 0,0-4 0</inkml:trace>
  <inkml:trace contextRef="#ctx0" brushRef="#br1" timeOffset="57">28635 3628 8912,'-2'-12'0,"-3"1"0,1 5 0,-8-5 0,1 7 0,-6-10 0,-1 9 0,1 1 0,0 10 0,-6 5 0,0 12 0,2 8 0,2 7 0,2 6 0,0 7 0,7 3 0,4 3 0,4-3 0,4 3 0,4-4 0,11-9 0,12-4 0,3-5 0,3-8 0,-1-10 0,6-10 0,0-12 0,6-13 0,-5-10 0,6-12 0,-3-4 0</inkml:trace>
  <inkml:trace contextRef="#ctx0" brushRef="#br1" timeOffset="58">29117 3662 8912,'-27'-8'0,"-3"7"0,7-5 0,-6 4 0,6 2 0,-7 0 0,10 8 0,-3 5 0,4 8 0,2 6 0,2 7 0,3 0 0,5 1 0,7-1 0,0 1 0,0-1 0,0 0 0,0-7 0,5-2 0,3-10 0,2-3 0,1 3 0,6-15 0,1 0 0,-1-8 0,6-11 0,0-4 0,0-3 0,-6-9 0,0-5 0,0 0 0,0 2 0,1 3 0,-1 5 0,-2 3 0,-3 2 0,3 2 0,-11 6 0,7 0 0,-7 7 0,4 5 0,-8 10 0,0 7 0,0 11 0,5 4 0,1 7 0,6 0 0,-7 1 0,9-1 0,-5-1 0,1-5 0,5 3 0,-3-10 0,3-4 0,2-4 0,0-1 0,1-3 0,-1-5 0,0-8 0,0-5 0,0-22 0,-1-5 0,-5-6 0,12-12 0,-4-7 0</inkml:trace>
  <inkml:trace contextRef="#ctx0" brushRef="#br1" timeOffset="59">29478 3215 8912,'-5'-17'0,"-1"0"0,0 7 0,6 3 0,0 7 0,0 17 0,0 11 0,0 14 0,0 8 0,0 4 0,0 1 0,0 2 0,8 8 0,-6-11 0,5 5 0,1 0 0,2-5 0,1 5 0,1-9 0,1-5 0,2-10 0,3-18 0,-1-9 0</inkml:trace>
  <inkml:trace contextRef="#ctx0" brushRef="#br1" timeOffset="60">29823 3490 8912,'-27'0'0,"-6"0"0,14 8 0,-6 3 0,1 5 0,6 1 0,1 0 0,2 2 0,9 4 0,0-2 0,6 6 0,0-2 0,0-4 0,0-10 0,2 2 0,4-7 0,4 8 0,9-13 0,2 3 0,2-8 0,0-5 0,0-8 0,-1 0 0,0-1 0,4 9 0,-12-7 0,3 7 0,-2-1 0,0-3 0,3 7 0,-1 1 0,0 5 0,-2 7 0,-3 5 0,-6 3 0,1 2 0,-1 0 0,7 1 0,-9-1 0,8 0 0,-9-8 0,13 7 0,-7-22 0,9 4 0</inkml:trace>
  <inkml:trace contextRef="#ctx0" brushRef="#br1" timeOffset="61">30081 3439 8912,'9'17'0,"12"0"0,-3 0 0,3 2 0,-4 4 0,0 4 0,0 0 0,0 5 0,1-3 0,-7 1 0,1-1 0,-9-4 0,3-8 0,-2-2 0,2-3 0,-4-5 0,5-8 0,-7-5 0,0-11 0,0-12 0,6-3 0,0-3 0,7 1 0,-1-1 0,3 1 0,2 0 0,0-1 0,1 1 0,6-1 0,3 1 0</inkml:trace>
  <inkml:trace contextRef="#ctx0" brushRef="#br1" timeOffset="62">31130 2734 8912,'-1'-10'0,"-5"4"0,-8 5 0,-5 4 0,-4 9 0,-1 9 0,3 21 0,-4 9 0,-2 14 0,-4 14 0,6 5 0,13-34 0,1 1 0,2 1 0,-1 1 0,0 3 0,-1 1 0,2-4 0,1-1 0,-1 43 0,7-14 0,7-15 0,5-14 0,15-14 0,3-15 0,3-11 0,0-10 0,-3-8 0,1-19 0,5-11 0</inkml:trace>
  <inkml:trace contextRef="#ctx0" brushRef="#br1" timeOffset="63">31475 2906 8912,'-8'-18'0,"6"7"0,-4 0 0,4 9 0,2 2 0,2 11 0,2 18 0,2 11 0,0 8 0,-6 9 0,0 0 0,2 1 0,1-1 0,3 0 0,0 0 0,-6-1 0,0-5 0,6-5 0,-1-15 0,-1-2 0,-2-16 0,6 2 0,1-30 0,8-4 0</inkml:trace>
  <inkml:trace contextRef="#ctx0" brushRef="#br1" timeOffset="64">31698 2854 8912,'0'17'0,"0"10"0,0 7 0,0 10 0,0 12 0,0 3 0,0 2 0,0 2 0,0 6 0,2-8 0,4-4 0,-2-5 0,7-6 0,-7 0 0,2-12 0,-4-3 0,-4-22 0,-4-3 0,-11-20 0,-10-5 0</inkml:trace>
  <inkml:trace contextRef="#ctx0" brushRef="#br1" timeOffset="65">31543 2871 8912,'2'-26'0,"4"4"0,6 7 0,3 4 0,4-1 0,4-5 0,-4 8 0,4 3 0,2 4 0,-2 2 0,-2 0 0,-2 0 0,-2 8 0,-1-5 0,-5 9 0,2-1 0,-7 6 0,-2 1 0,-2 5 0,-2 0 0,0 5 0,0-5 0,0 8 0,-8-10 0,-3 7 0,-6 1 0,-3 3 0,3-3 0,-4 4 0,12-7 0,-3 1 0,1-4 0,7 2 0,-2-2 0,6-2 0,6-10 0,11 3 0,12-9 0,11 1 0,6-6 0,5-8 0,5-3 0,1-4 0,-1-2 0,-5-6 0,-5 0 0,4-8 0,-23 10 0,-4-8 0,-4-7 0,-10-8 0</inkml:trace>
  <inkml:trace contextRef="#ctx0" brushRef="#br1" timeOffset="66">31974 2235 8912,'30'13'0,"3"5"0,3 7 0,10 15 0,2 13 0,7 14 0,-3 11 0,-25-33 0,-2 2 0,-4 1 0,-2 1 0,-3 2 0,-2 0 0,-1 1 0,-3 1 0,-3-1 0,-2 1 0,-2-1 0,-1 1 0,0-2 0,-2-1-119,-7 42 1,-11 1 0,-10-7 118,-5 0 0,-9-9 0,-4-8 0,-3-10 0,-11-6 0,-1-1 0</inkml:trace>
  <inkml:trace contextRef="#ctx0" brushRef="#br1" timeOffset="67">13492 10746 8912,'5'-17'0,"3"-1"0,0 1 0,1 2 0,1 1 0,3 3 0,2 0 0,3-7 0,-1 1 0,0 0 0,0 2 0,-1 1 0,-5 3 0,4-1 0,-3-5 0,-6 6 0,-6 1 0,-10 3 0,2 1 0,-1 6 0,3 0 0,2 0 0,-7 0 0,7 0 0,-4 0 0,8 7 0,0-3 0,0 8 0,0-7 0,0 7 0,0-1 0,0 7 0,0-1 0,0 0 0,-2 2 0,-1 2 0,-3 2 0,0 0 0,4 0 0,-4 0 0,3 7 0,-7-1 0,2 3 0,1 3 0,1-1 0,4 8 0,-4 2 0,3 0 0,-3-4 0,4 4 0,-6-7 0,8 3 0,0-4 0,0-4 0,0-3 0,0-6 0,0-4 0,0 4 0,0 0 0,0-2 0,0-2 0,0-2 0,0 0 0,0-5 0,0-1 0,0 3 0,0-5 0,0 3 0,0-8 0,0 5 0,0-3 0,0-4 0,0 5 0,0-7 0,0 8 0,0-6 0,0 6 0,0-1 0,2-5 0,4 6 0,5-1 0,-3-5 0,2 6 0,-5-8 0,-1 2 0,8 4 0,-1-4 0,6 3 0,-5-3 0,-1 0 0,3 2 0,1 2 0,-6-1 0,7-5 0,-5 0 0,5 0 0,1 0 0,0 0 0,2 2 0,4 4 0,-4-4 0,6 6 0,-8-7 0,0 5 0,1-4 0,-1 6 0,0-3 0,0 1 0,-1 2 0,-3-4 0,-2 1 0,3-1 0,1 4 0,2-2 0,0-3 0,-5-1 0,-1-2 0,3 0 0,1 0 0,2 0 0,1 0 0,-7 0 0,0 0 0,3 0 0,1 0 0,2 0 0,1 0 0,-1-2 0,0-3 0,0 3 0,0-4 0,1 4 0,-1 2 0,0 0 0,0 0 0,6 0 0,0 0 0,0-2 0,-6-3 0,2 3 0,4-4 0,-4 4 0,4 2 0,-2 0 0,2 0 0,-3-2 0,2-2 0,-2-2 0,-3 3 0,0 1 0,0 0 0,0-4 0,-5 4 0,-1-4 0,-1 3 0,1-3 0,5 4 0,-12-8 0,7 5 0,-7 3 0,9-13 0,-7 3 0,5 3 0,-3-1 0,2 2 0,-7-5 0,3 1 0,2 3 0,-2-3 0,1 7 0,-1-7 0,-4 1 0,11-6 0,-7-1 0,0 9 0,-4-6 0,3 3 0,-3-3 0,4-2 0,-4-1 0,-2 1 0,0 0 0,8-8 0,-7 0 0,7-5 0,-2 1 0,0-1 0,-3-3 0,5-3 0,-2-4 0,5 3 0,-5-3 0,7 12 0,-11-3 0,6 6 0,0-1 0,-6 5 0,5-4 0,-7 7 0,0 1 0,0 8 0,0-7 0,0 5 0,0-4 0,0 3 0,0 1 0,0-1 0,0-5 0,0 0 0,0 0 0,0 0 0,-2-1 0,-3 1 0,3 8 0,-6-7 0,6 13 0,-4-9 0,4 8 0,-5-3 0,5 7 0,-4 0 0,2 0 0,-7 0 0,-1 0 0,-5 0 0,0 0 0,-8 0 0,6 0 0,-6-2 0,0-4 0,4 4 0,-7-4 0,6-3 0,-10 1 0,5-5 0,0 1 0,-5 3 0,3-3 0,2-1 0,-1 5 0,-1 1 0,2-1 0,2-5 0,3 11 0,-1-4 0,-2 4 0,2 2 0,2-6 0,-8 1 0,-2 1 0,7 2 0,1 2 0,-2 0 0,2 0 0,2 0 0,2 0 0,2 0 0,-1 0 0,1 2 0,0 3 0,5-3 0,1 4 0,7-4 0,-11-2 0,3 0 0,3 0 0,-3 0 0,1 6 0,-6 0 0,-8 7 0,-2-2 0,0 5 0,-5 1 0,3 0 0,-3 0 0,3 0 0,0 1 0,-1-1 0,-1 0 0,2 0 0,4-7 0,6 3 0,-4-7 0,10 5 0,-4-5 0,3 0 0,-3-6 0,0 0 0,7 0 0,3 0 0,7 0 0,0 0 0,0-8 0,0 6 0,0-4 0,0 12 0,0 4 0,0 7 0,0 0 0,0 8 0,0 4 0,0 3 0,-8 2 0,-1 1 0</inkml:trace>
  <inkml:trace contextRef="#ctx0" brushRef="#br1" timeOffset="68">17088 10763 8912,'0'-17'0,"0"0"0,0-1 0,0 1 0,0 0 0,0 0 0,0 0 0,0-1 0,0 7 0,0-1 0,6 7 0,0-7 0,-1 8 0,-5-3 0,6 14 0,0 5 0,-2 3 0,-2 2 0,-2 8 0,0-4 0,0 8 0,0 1 0,0 9 0,0 1 0,-6 8 0,0-3 0,0 11 0,6 3 0,0 2 0,0 4 0,0-6 0,-5 8 0,-1-6 0,2 0 0,2-1 0,0-16 0,-3-4 0,3-12 0,-4-5 0,4-9 0,2-3 0,0-7 0,0 2 0,0-12 0,0-6 0,0 5 0,0-8 0,0 13 0,0-6 0,0 6 0,0-4 0,0 4 0,0-5 0,0 7 0,0 0 0,8 0 0,-5-2 0,9-4 0,-1 4 0,7-5 0,-1 7 0,0 0 0,0 0 0,2-6 0,2 0 0,2 2 0,8 0 0,-2 1 0,1-3 0,-1 2 0,3 2 0,-12 2 0,2 0 0,-2 0 0,-3-7 0,8 5 0,-6-6 0,4 8 0,-10 0 0,-1 0 0,-1 0 0,6 0 0,0 6 0,1-1 0,-9 1 0,7-6 0,-5 0 0,-1 0 0,1 0 0,2 0 0,-3 0 0,1 0 0,3 0 0,-7 8 0,9-6 0,-12 5 0,7-7 0,-7 0 0,11 0 0,-11 2 0,8 4 0,-9-4 0,7 6 0,-4-8 0,5 0 0,-3 0 0,7 0 0,-5 0 0,7 0 0,-8 0 0,7 0 0,-7 0 0,3 0 0,-1 0 0,-5 0 0,5 0 0,-7 0 0,4 0 0,-8 0 0,0 0 0,8 0 0,-7 0 0,9 0 0,-4 0 0,-4 0 0,5-8 0,-7 6 0,0-8 0,0 5 0,0-5 0,2-7 0,2 0 0,2 0 0,-1-1 0,-5-1 0,2-2 0,4-2 0,-4-7 0,6 3 0,-8-7 0,0-1 0,0 1 0,2 0 0,1-1 0,3 1 0,0-1 0,-6 1 0,0 0 0,0-1 0,0 7 0,0-1 0,0 0 0,0 3 0,-8-7 0,6 14 0,-3-4 0,-5 4 0,8 2 0,-6 7 0,7-3 0,-5 7 0,4 0 0,-6 6 0,8 2 0,0 4 0,0-4 0,0 6 0,0-8 0,0 0 0,-7 7 0,5-5 0,-14 6 0,15-8 0,-15 0 0,7 0 0,-9 0 0,1 0 0,0 0 0,0 0 0,0 0 0,-6 0 0,-2 0 0,-2 0 0,-2 0 0,3 0 0,-7 0 0,4 0 0,-3 0 0,-8 0 0,0 0 0,1 0 0,3 0 0,-4 0 0,-2 0 0,-2 0 0,6 0 0,-8 0 0,9 0 0,5 0 0,1 0 0,-1 0 0,3 0 0,4 0 0,16 0 0,1 0 0,8 0 0,0 0 0,8 0 0,-6 0 0,7 0 0,-3 0 0,-4 0 0,5 0 0,-7 0 0,0 0 0,0 7 0,0-5 0,0 6 0,0 0 0,0 1 0</inkml:trace>
  <inkml:trace contextRef="#ctx0" brushRef="#br0" timeOffset="69">25366 5553 8912,'0'-17'0,"-6"0"0,-2 0 0,1 0 0,-3 1 0,0 5 0,7 3 0,-5 8 0,8 10 0,0 7 0,0 10 0,-2 7 0,-2 6 0,-2 6 0,3 4 0,-5 3 0,0 3 0,-1 1 0,5 6 0,-4-4 0,3 0 0,-1 1 0,0-11 0,6-1 0,0-8 0,0-7 0,2-16 0,4-11 0,5-5 0,12-2 0,6-5 0,5-8 0,6-7 0,12-5 0,2-9 0,3 1 0,2 5 0,-1 1 0,-1 7 0,-5-2 0,-1 4 0,-7 1 0,-4 3 0,-9 4 0,-2 5 0,-8 4 0,2 2 0,-4 0 0,-10 0 0,5-2 0,-7-4 0,3-5 0,-6 3 0,11-9 0,-4 2 0,5-6 0,1-10 0,-6 10 0,1-7 0,-8-1 0,1-7 0,-3-3 0,-2-3 0,0-2 0,-7 6 0,-3-2 0,-7 11 0,-2-1 0,-4 7 0,4 0 0,-4 6 0,4 0 0,2 7 0,-1 2 0,1 8 0,-6 0 0,-2 0 0,0 0 0,1 0 0,-7 8 0,2 4 0,-5-3 0,-6 3 0,1-1 0,-8 6 0,-7 0 0,3 1 0,-14-7 0,7 1 0,-5-3 0,6 3 0,5-3 0,8-5 0,4 2 0,7-3 0,7-1 0,16-2 0,2 0 0,24 6 0,7 0 0,9 0 0,8-6 0,4 0 0,8 0 0,7 0 0,2 0 0</inkml:trace>
  <inkml:trace contextRef="#ctx0" brushRef="#br0" timeOffset="70">26759 5777 8912,'10'-2'0,"-4"-4"0,3 4 0,-7-13 0,4 4 0,4 1 0,1-1 0,4-3 0,3 7 0,-1-7 0,2 7 0,4-3 0,4 6 0,7-9 0,0 5 0,3 1 0,3-1 0,4 0 0,6 4 0,-5-1 0,5-1 0,-13-2 0,5-1 0,-8-8 0</inkml:trace>
  <inkml:trace contextRef="#ctx0" brushRef="#br0" timeOffset="71">27826 5381 8912,'-5'-17'0,"-1"0"0,-7 0 0,11 7 0,-6 1 0,8 3 0,0 4 0,0-4 0,0 14 0,0 7 0,0 8 0,0 4 0,0 4 0,8 1 0,1 8 0,10 0 0,4-2 0,-4-3 0,4-6 0,-4 3 0,-1-13 0,1 4 0,2-6 0,2-5 0,-2-7 0,-2-3 0,-2-4 0,2-3 0,4-7 0,-11-11 0,11-3 0,-12-9 0,-1-5 0,1 0 0,-7-6 0,2 8 0,-4 5 0,-2-1 0,0 7 0,0-1 0,0-1 0,7 8 0,3 4 0,7 9 0,0 0 0,8 7 0,9-15 0,10 7 0</inkml:trace>
  <inkml:trace contextRef="#ctx0" brushRef="#br0" timeOffset="72">28515 5467 8912,'-17'0'0,"-1"0"0,1 0 0,0 6 0,0 0 0,7 0 0,3-6 0,8 0 0,5-2 0,8-2 0,7-2 0,5-7 0,9 3 0,-3-9 0,-3-4 0,3 4 0,-7-6 0,4 6 0,-6-4 0,-4 4 0,-9-6 0,-5 8 0,-3 0 0,-4 5 0,-5 3 0,-10 1 0,-10 4 0,-13 10 0,1 4 0,-7 9 0,-1 4 0,5 3 0,0 11 0,7 3 0,3-2 0,3 8 0,12-8 0,11 2 0,4-3 0,12-5 0,9-3 0,15-6 0,16-4 0,9-10 0,12-5-1563,3-15 1563,-3-1 0,0-20 0,-8 3 0,0-3 0</inkml:trace>
  <inkml:trace contextRef="#ctx0" brushRef="#br0" timeOffset="73">29410 5278 8912,'-44'0'0,"2"0"0,7 0 0,-7 0 0,4 6 0,-6 4 0,2 5 0,2 0 0,7 14 0,4 1 0,7 3 0,2 9 0,5-4 0,4 8 0,5-8 0,12 2 0,11-3 0,12-5 0,3-3 0,10-4 0,-4-10 0,8-4 0,2-5 0,2-4 0,1-2 0,1-2 0,0-4 0,-1-11-68,-7-10 0,6-7 1,-6 0-1</inkml:trace>
  <inkml:trace contextRef="#ctx0" brushRef="#br0" timeOffset="74">29874 5003 8912,'-17'-7'0,"7"5"0,-5-6 0,13 12 0,-3 5 0,3 9 0,2 18 0,0 0 0,0 16 0,0-1 0,0 9 0,0 1 0,0 2 0,0 0 0,0-8 0,5 10 0,1-8 0,7-1 0,-1-10 0,-2-6 0,1-12 0,-7-10 0,3-11 0</inkml:trace>
  <inkml:trace contextRef="#ctx0" brushRef="#br0" timeOffset="75">29565 5553 8912,'-6'-17'0,"0"0"0,2 0 0,2 5 0,2 1 0,4 5 0,8-5 0,3 5 0,21-4 0,12 3 0,13-7 0,18 5 0,7-3 0,2 1 0,-8-1 0,0-3 0,-11 4 0,-6-5 0,-17 5 0,-12 3 0,-16 1 0,-18 9 0,-12 3 0,-9 7 0,-4 9 0,-1 2 0,4 7 0,0-1 0,2-2 0,3 1 0,2 3 0,3 1 0,5 3 0,7-3 0,0-3 0,0-6 0,4-4 0,7-2 0,1-7 0,18 3 0,-7-7 0,8-2 0,-3-12 0,5-9 0,-6-2 0,-4-10 0,-4 0 0,-2-5 0,-8 0 0,-1-1 0,-8 1 0,0-1 0,0 9 0,-8-5 0,-3 6 0,-4-1 0,-2 6 0,-1 1 0,1 6 0,8 9 0,1-4 0,8 1 0,0-3 0</inkml:trace>
  <inkml:trace contextRef="#ctx0" brushRef="#br0" timeOffset="76">30717 5210 8912,'-9'0'0,"1"0"0,10 1 0,4 5 0,5 6 0,10 11 0,2 5 0,8 5 0,-6 1 0,4 0 0,-5 7 0,-8 1 0,-5 2 0,3-6 0,-9 2 0,-1-4 0,-4-3 0,-6-5 0,-3-5 0,-8-11 0,-1-5 0,1-7 0,2-2 0,1-5 0,3-10 0,7-8 0,-3-15 0,7 0 0,1-8 0,7 2 0,9-4 0,10-1 0,7-7 0,7 1 0,5 0-205,11 5 1,6 8 204,12 4 0,-5 4 0,18 1 0,-4 1 0,4 0 0,-42 16 0,0 1 0</inkml:trace>
  <inkml:trace contextRef="#ctx0" brushRef="#br0" timeOffset="77">18224 10694 8912,'-10'-17'0,"3"0"0,1 0 0,0-1 0,-7 9 0,11-6 0,-6 15 0,8 0 0,0 0 0,0 15 0,0-4 0,0 5 0,0 3 0,0 4 0,0-2 0,0 7 0,0 1 0,-2 13 0,-1 4 0,-3 3 0,-7 3 0,1 0 0,-3 7 0,-2 4 0,-1 4 0,1-6 0,0-4 0,2-9 0,3-2 0,3-8 0,5 0 0,-2-7 0,0-6 0,6-8 0,0 0 0,8-7 0,-6-3 0,13-7 0,-13 0 0,6 0 0,-8 0 0,0 0 0,0-7 0,0 5 0,2-6 0,3 8 0,-3 0 0,8 0 0,-4 0 0,3 0 0,8 0 0,2 0 0,4 0 0,-3 0 0,12 0 0,-3 0 0,9 0 0,4 0 0,2 2 0,4 2 0,1 1 0,3 1 0,0 0 0,-3 0 0,-3-3 0,-4 7 0,-9-8 0,-4 4 0,-6-4 0,-4-2 0,-10 0 0,-1 0 0,-8 0 0,0-2 0,0-4 0,0-6 0,0 5 0,0-8 0,0 3 0,0-3 0,0-4 0,0-4 0,6 2 0,-1-8 0,3 6 0,-4-5 0,2-3 0,-3-2 0,-1-1 0,-2 0 0,0-1 0,0 1 0,0-8 0,0 0 0,0-4 0,0 6 0,0 4 0,0-5 0,0 1 0,0 2 0,0 10 0,-5-3 0,-1 8 0,2 2 0,2 2 0,2 2 0,-8 0 0,7 7 0,-7 2 0,8 8 0,0 0 0,0 8 0,0-6 0,0 6 0,0-8 0,0 0 0,0 7 0,0-5 0,0 6 0,-8-8 0,-3 0 0,-5 0 0,-1 0 0,-10 0 0,-5 0 0,-6 0 0,-18 0 0,1 0 0,-20 0 0,-3 2 0,-10 1 0,0 3 0,0 0 0,4 2 0,9-7 0,14 13 0,17-8 0,12-3 0,14 7 0,11-8 0,7 5 0,7-1 0,5 2 0,3 1 0,4 3 0,4 5 0,6-2 0,3-3 0,11-5 0,0-7 0</inkml:trace>
  <inkml:trace contextRef="#ctx0" brushRef="#br0" timeOffset="78">12700 10969 8912,'0'-17'0,"0"0"0,-2 0 0,-2-1 0,-1 1 0,1 0 0,2 6 0,0 1 0,-2 0 0,-2 1 0,1-3 0,5-5 0,0 8 0,0 3 0,0 12 0,1 9 0,5 8 0,-4 0 0,6 4 0,-8 5 0,0 6 0,-2 2 0,-4 2 0,4 2 0,-5 8 0,7-2 0,0-3 0,0-3 0,0-2 0,0 6 0,0-12 0,0 5 0,0-5 0,1-9 0,5-5 0,-4-2 0,8-5 0,-6-2 0,1-1 0,9-8 0,-11 9 0,9-7 0,-8-1 0,5 1 0,-3 0 0,-4 0 0,6-6 0,-1 0 0,-5 0 0,8 0 0,-5 0 0,-1 0 0,8 0 0,-1 0 0,6 0 0,1-2 0,-1-2 0,0-2 0,0 2 0,1 2 0,4 2 0,3 0 0,0 0 0,2 0 0,0 0 0,-1-5 0,3-1 0,4 0 0,-8 6 0,5 0 0,-1 0 0,-8-7 0,9 3 0,-7-6 0,-2 3 0,-1-5 0,-3 6 0,8-7 0,-6 5 0,4-3 0,-10-3 0,-1 9 0,-7-7 0,7 7 0,-8-9 0,3 10 0,-7-7 0,0 7 0,-7-4 0,3 3 0,-8-1 0,8-2 0,-1 3 0,3-5 0,2-7 0,0 0 0,0-1 0,7 1 0,-3 0 0,8 0 0,-3 0 0,5-2 0,-3-4 0,-7 4 0,9-6 0,-5 8 0,0-1 0,-1-1 0,-3-4 0,-2 4 0,0-4 0,4 4 0,-4 2 0,3 0 0,-3 0 0,-2-1 0,0 1 0,0-2 0,0-2 0,0-2 0,0 0 0,0 6 0,-2 2 0,-2 1 0,-1 3 0,-1 7 0,6-5 0,-2 5 0,-4-2 0,4 0 0,-5 6 0,5 0 0,-4 0 0,4 0 0,-5 0 0,-1 0 0,6 0 0,-13 2 0,3 4 0,3-4 0,-3 4 0,1-5 0,-6-1 0,-1 0 0,-1 0 0,-4 0 0,-5 0 0,-7 0 0,-5 0 0,-4 0 0,-9 2 0,-5 4 0,-9-4 0,-5 4 0,5-4 0,0 3 0,11 1 0,7-2 0,5-2 0,9-2 0,8 0 0,10 8 0,10-7 0,7 15 0,0-5 0,1 6 0,5 6 0,-2-4 0,7 4 0,-5 4 0,6 2 0,-1 3 0,6-5 0,1-2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1.31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13526 6447 8912,'10'-32'0,"-5"3"0,-3 4 0,-2 8 0,0 0 0,8 0 0,-6 7 0,5 5 0,-7 10 0,0 7 0,0 3 0,-5 2 0,-3 2 0,-2 4 0,5 4 0,-5 7 0,1 1 0,-1-1 0,-1 16 0,-5-2 0,3 15 0,1 2 0,3 3 0,-4 7 0,1 5 0,-1 4 0,5 2 0,-5 0 0,7-2-158,2-4 1,-4 1 157,3-13 0,-1-10 0,6-16 0,0-10 0,0-3 0,0-12 0,0-9 0,0-8 0,0-2 0,0-4 0,6 2 0,-1-7 157,9 7 1,-5-4-158,9 8 0,-1 0 0,2 0 0,4 0 0,4-5 0,7-1 0,2 0 0,5 6 0,2 0 0,9 0 0,0 0 0,-1 0 0,7 0 0,-1 0 0,2 6 0,-1 0 0,-3 1 0,6-3 0,2 2 0,4-2 0,-2 5 0,23-7 0,-7 4 0,-5-4 0,-3-2 0,-4 0 0,-6-6 0,0 0 0,0 1 0,-2-1 0,-4 0 0,-3-5 0,-2 5 0,3-2 0,-1 4 0,-5-1 0,-16-1 0,7 6 0,-11 0 0,3 0 0,-3 0 0,0 0 0,-7 2 0,7 4 0,7-3 0,10 7 0,4-2 0,2-5 0,-1-1 0,7-2 0,-1 0 0,12 0 0,-4 0 0,0 0 0,-8-2 0,1-3 0,-5 1 0,-1-8 0,-8 9 0,-2-11 0,-8 8 0,-1-1 0,-3 3 0,-1-2 0,-8 1 0,2 5 0,-4-2 0,-2-4 0,-7 4 0,-1-6 0,-3 8 0,-4 0 0,13 0 0,-3 0 0,3 0 0,4 0 0,4 0 0,6 0 0,3 0 0,9-5 0,-1-1 0,6-2 0,-6 3 0,10 1 0,-1-6 0,7 1 0,-1-1 0,1 4 0,1-5 0,4 1 0,6-1 0,-4 5 0,-7 4 0,-9 2 0,3 0 0,-14 0 0,3 0 0,-9 0 0,3 0 0,-14 2 0,6 2 0,-2 2 0,0-1 0,-2 3 0,5-6 0,-5 6 0,8-8 0,4 0 0,5 0 0,8 0 0,-4 0 0,8-2 0,-5-4 0,-1 2 0,2-7 0,-7 5 0,-1-4 0,-8 3 0,-5-5 0,-8 7 0,-7-1 0,5-2 0,-13 6 0,6-13 0,-8 11 0,0-7 0,0-3 0,0-1 0,0-2 0,6-2 0,-1-4 0,9 0 0,-5-10 0,3-3 0,-1 0 0,8-8 0,-5 8 0,3-6 0,-2 0 0,1-2 0,-5-4 0,1-4 0,-9 5 0,3-11 0,-2 3 0,0-1 0,1-1 0,1-8 0,-6 12 0,0-5 0,0 5 0,-2-4 0,-2 1 0,-3 6 0,-3 8 0,5 8 0,-7 5 0,1 5 0,-3 6 0,-3 1 0,4 8 0,-10 3 0,4 4 0,1 2 0,1-6 0,0 1 0,-6-1 0,0 6 0,-8 0 0,3 0 0,-5 0 0,-7 0 0,-4 0 0,-6 0 0,-9 0 0,-8 0 0,-7 0-260,-12 0 1,-2 2 259,-4 3 0,-2-1 0,2 6 0,3-3 0,8 7 0,-1-10 0,7 5 0,3-1 0,1-2-105,2-6 1,0 5 104,1 1 0,-11 0 0,-7-6 0,37 0 0,-1 0 0,-7-1 0,1 2 0,3 2 0,-1 1 0,-8 0 0,-1 0-99,9 1 1,-1 2 0,-2 0 0,0 1 0,1-3 0,1-1 98,-2 1 0,1 0 0,7 2 0,1 1 0,-44 4 0,11-5 0,20 3 0,4-6-131,3 1 131,3 1 0,5-6 156,0 0 1,-2 0-1,-9 0-156,-6 0 0,-4 6 0,-2 0 0,0-1 0,0-5 0,-1 2 0,-5 4 0,4-4 0,-3 7 0,11-3 0,-2-4 0,7 4 0,-3-4 0,9-2 204,8 0-204,-2 0 0,10 5 312,-4 1 1,4 2-313,1-2 0,8-3 0,3 7 75,-1-2 0,6-1-75,-4-1 0,5-2 0,7 7 0,-4-7 0,3 2 0,3-2 0,-3 1 0,1-3 0,-6 4 0,-1 3 0,1-7 0,0 14 0,5-14 0,3 5 0,1 1 0,-5-4 0,1 7 0,5 1 0,-1-1 0,8 1 0,0-1 0,0 8 0,0 4 0,0-2 0,0 8 0,0-4 0,0 7 0,2 6 0,4 4 0,1 6 0,7 9 0,-1 8 0,6 8 0,14-2 0,11 5 0,7-7 0</inkml:trace>
  <inkml:trace contextRef="#ctx0" brushRef="#br0" timeOffset="1">18465 6430 8912,'-12'-5'0,"1"-1"0,-1 0 0,1 0 0,0 1 0,7-1 0,-2 0 0,12 0 0,7 1 0,8-3 0,15-2 0,18-9 0,13-4 0,13-5 0,10-5 0,2 3 0,-43 14 0,1 1 0,0 0 0,0 0 0,43-10 0,-12 4 0,-12 4 0,-8 1 0,-10 5 0,-14 1 0,-9 5 0,-7 3 0,-11 2 0,-10 2 0,-2 5 0,-6-5 0,8 4 0,0-4 0,0 3 0,0-10 0,0-5 0,8-22 0,2-5 0</inkml:trace>
  <inkml:trace contextRef="#ctx0" brushRef="#br0" timeOffset="2">19756 5657 8912,'-8'-18'0,"0"1"0,-3 0 0,3 7 0,10 3 0,4 9 0,5 3 0,10 11 0,2 7 0,14 7 0,-3-1 0,4 3 0,-3 3 0,-1 5 0,0 2 0,1 2 0,-3 2 0,-3 5 0,-4 1 0,-8-1 0,-7-7 0,-5 6 0,-14-6 0,-14 0 0,-4 6 0,-23-16 0,6 2 0,1-5 0,0-10 0,9-2 0,2-10 0,3-1 0,4-10 0,15-15 0,3-10 0</inkml:trace>
  <inkml:trace contextRef="#ctx0" brushRef="#br0" timeOffset="3">20788 6104 8912,'-8'-18'0,"-1"1"0,-1 0 0,3 0 0,1 0 0,0-1 0,-7 9 0,11 3 0,-4 14 0,4 9 0,8 8 0,2 9 0,1 2 0,3 3 0,-3 1 0,7 0 0,-7-6 0,6 1 0,-3-1 0,-5-1 0,1-5 0,-6-3 0,11-2 0,-7 0 0,0 0 0,-6-6 0,0 0 0,0 0 0,0-7 0,0-10 0,-8-17 0,-1-10 0</inkml:trace>
  <inkml:trace contextRef="#ctx0" brushRef="#br0" timeOffset="4">21322 6138 8912,'-8'-10'0,"6"3"0,-6-1 0,8 6 0,2-5 0,4 7 0,5 0 0,-3 0 0,7 0 0,-3 0 0,3 0 0,2 0 0,1 0 0,-3 1 0,-4 5 0,5-2 0,-5 7 0,4 3 0,1 7 0,-5 2 0,4 2 0,-3-2 0,-2-2 0,-1 5 0,1-1 0,-1-4 0,-5-2 0,4-2 0,-8 1 0,0-1 0,0-8 0,0-1 0,0-29 0,0-8 0,0-7 0,2-4 0,3 0 0,-1-8 0,8 4 0,1 0 0,2 2 0,1 8 0,-3 1 0,-2 5 0,3 5 0,1 4 0,-5 9 0,5 4 0,-4 12 0,11 4 0,0 7 0,-1 0 0,-9 8 0,11-6 0,-4 6 0</inkml:trace>
  <inkml:trace contextRef="#ctx0" brushRef="#br0" timeOffset="5">22096 6155 8912,'0'-23'0,"-2"0"0,-4 2 0,4 8 0,-3 1 0,3 9 0,-6-3 0,-3 12 0,-3 11 0,3 11 0,-3 7 0,9 5 0,-1-4 0,6 4 0,0 2 0,0-1 0,0-7 0,2-5 0,2-1 0,1-1 0,9-2 0,-5-16 0,9-3 0,-1-4 0,0-2 0,0-2 0,0-4 0,1-11 0,-1-11 0,0-5 0,-7-1 0,3-6 0,-7-1 0,-3 3 0,-1-4 0,-2 2 0,-7 0 0,-3 13 0,-9 4 0,-4 4 0,4 10 0,-14 1 0,7 10 0,-1 4 0,6 7 0,8 8 0,-3 6 0,14 1 0,-3 1 0,5-8 0,5 2 0,7-4 0,11-2 0,4 0 0</inkml:trace>
  <inkml:trace contextRef="#ctx0" brushRef="#br0" timeOffset="6">22509 6172 8912,'10'-7'0,"-3"-3"0,-7-7 0,0 7 0,0 1 0,0 3 0,0 4 0,0-5 0,0 8 0,0 5 0,0 6 0,0 3 0,0 2 0,0 2 0,2 2 0,4 2 0,-2 6 0,7-6 0,-5 0 0,5-6 0,1 0 0,5-2 0,0-3 0,-7 3 0,5-13 0,-3 4 0,3-4 0,2-2 0,0-4 0,0-8 0,1 1 0,-1-12 0,-6-4 0,1-1 0,1-5 0,-5 4 0,-2 3 0,-3 1 0,3 4 0,-4 2 0,6 7 0,-8 1 0,0 9 0,0 2 0,0 9 0,0 14 0,0 4 0,0 6 0,0-5 0,7 5 0,5-5 0,5-3 0,4-2 0,2-4 0,8-2 0,-10-7 0,7-4 0,3-6 0,1-6 0,-3-9 0,0-8 0,-2-13 0,1 1 0,-3-5 0,-8 0 0,-7 2 0,-4-8 0,-4-4 0,-2-1 0,0 7 0,-8 5 0,-2 13 0,-7 3 0,6 6 0,-1 5 0,6 4 0,-5 8 0,5 8 0,-3 4 0,1 5 0,4 6 0,2-4 0,2 4 0,8-4 0,1-2 0</inkml:trace>
  <inkml:trace contextRef="#ctx0" brushRef="#br0" timeOffset="7">22010 6207 8912,'-6'-12'0,"-1"3"0,-1-1 0,-2 3 0,1-1 0,-1 4 0,-3 10 0,1 5 0,9 20 0,-3 9 0,6 10 0,6 7 0,3 4 0,8 10 0,2 1 0,2 7 0,2 5 0,8-10 0,-4 5 0,7-16 0,-5-16 0,1-1 0,5-10 0,5-9 0,4-10 0,-6-15 0,12-11 0,-14-24 0,6-3 0</inkml:trace>
  <inkml:trace contextRef="#ctx0" brushRef="#br0" timeOffset="8">22767 6155 8912,'-19'-6'0,"-2"1"0,-2 1 0,0 2 0,0 2 0,-2 2 0,0 4 0,1 5 0,1 12 0,7 6 0,5 3 0,-3 10 0,9 4 0,3 4 0,6 1 0,1 1 0,11-3 0,5-3 0,4-6 0,5-3 0,3-11 0,9-3 0,4-11 0,3-8 0,3-8 0,0-8 0,-1-11 0,1-5 0,-1-12 0,-7 3 0,-3-3 0,3-4 0,0 0 0</inkml:trace>
  <inkml:trace contextRef="#ctx0" brushRef="#br0" timeOffset="9">23249 6224 8912,'-17'-6'0,"-1"0"0,1 1 0,0 5 0,6-6 0,-1 0 0,-1 2 0,-1 10 0,3 6 0,3 11 0,3 3 0,-1 11 0,2 3 0,2-4 0,4 12 0,4-8 0,7 0 0,8 2 0,0-11 0,8 1 0,1-5 0,3-12 0,1-7 0,1-8 0,-1-10 0,1-7 0,-7-8 0,-1-11 0,-2-4 0,-10-4 0,-9-10 0,-6-1 0,-6-2 0,-3-1 0,-16 9 0,-4 3 0,-11 6 0,-6 11 0,-4 6 0,-1 12 0,-1 5 0,8 19 0,4 6 0,11 18 0,6 3 0,6 4 0,8 5 0,9-3 0,9-6 0,14-3 0,4-11 0,15 7 0,2-6 0</inkml:trace>
  <inkml:trace contextRef="#ctx0" brushRef="#br0" timeOffset="10">23541 6207 8912,'-5'-17'0,"-1"-1"0,2 1 0,2 0 0,6 7 0,6 5 0,9 3 0,6 2 0,11 7 0,2 5 0,8 11 0,-2-2 0,2 7 0,2 1 0,-8 5 0,-2 1 0,-9-6 0,-8-3 0,-6 1 0,-3 0 0,-9-6 0,-3 4 0,-13-10 0,-8-4 0,2-3 0,-12-8 0,6-4 0,-1-7 0,5-1 0,-2-20 0,9 3 0,3-3 0,7-3 0,-4-5 0,8 0 0,8 0 0,4 6 0,5-1 0,8 1 0,9 1 0,10 5 0,6 3 0,1 8 0,3 5 0,3 1-70,-11-1 1,19-5 0,-11 0 0</inkml:trace>
  <inkml:trace contextRef="#ctx0" brushRef="#br0" timeOffset="11">24471 5966 8912,'-10'-8'0,"-5"6"0,3-5 0,-9 7 0,-2 0 0,0 0 0,1 13 0,-3 8 0,-2 10 0,-2 7 0,2 8 0,5-2 0,2-2 0,11 4 0,3-6 0,4 4 0,2-10 0,8 0 0,3-14 0,5-7 0,1-3 0,8-5 0,-4-12 0,5-7 0,-1-7 0,6-13 0,-6-4 0,5-10 0,-1-6 0,-8 3 0,2-8 0,-6 1 0,-5 1 0,3-16 0,-13 12 0,2-9 0,-8 5 0,-6 17 0,-1-8 0,-1 20 0,-1 9 0,3 4 0,1 20 0,1 6 0,4 13 0,3 9 0,1 17 0,1 3 0,5 5 0,4 9 0,7-3 0,0 7 0,0 2 0,1-6 0,5 2 0,-1-4 0,9-9 0,-2 4 0,1-6 0,1-6 0,-2-6 0,-8-11 0,5 0 0,-3-12 0,-4-3 0,4-8 0,4 0 0,-8-23 0,6-6 0</inkml:trace>
  <inkml:trace contextRef="#ctx0" brushRef="#br0" timeOffset="12">25211 5141 8912,'0'-17'0,"-2"7"0,-4 4 0,4 6 0,-4 6 0,3 15 0,-3 19 0,-6 16 0,3 22 0,-3 10 0,-1 5-197,5-41 0,1 1 1,0 6-1,2 1 0,0 4 1,1 2 196,0 2 0,0-1 0,1-3 0,0-2 0,3 3 0,0-2 0,1-9 0,0-2 0,5 41 0,5-9 0,10-19 0,2-9 281,-2-16-281,-2-12 0,-1-12 0,-1-5 0,0-3 0,0-8 0,1-17 0,-1-12 0,0-11 0,0-12 0</inkml:trace>
  <inkml:trace contextRef="#ctx0" brushRef="#br0" timeOffset="13">26209 5639 8912,'-12'0'0,"1"0"0,-1-2 0,3-3 0,-1 3 0,6-6 0,-1 1 0,-1 3 0,4-6 0,-4 3 0,4-7 0,-3 3 0,-5-5 0,1 1 0,-9 4 0,1 3 0,6 8 0,-1 0 0,-1 0 0,-4 2 0,-4 4 0,-4 7 0,-2 8 0,-2-2 0,2 14 0,5-5 0,-3-1 0,2 2 0,2-3 0,9 5 0,7-2 0,-5-8 0,8 3 0,-2-6 0,8-1 0,8 0 0,9 0 0,1 0 0,11 1 0,1-1 0,3 0 0,9 0 0,-6-5 0,6-1 0,-8 1 0,2 5 0,-6 0 0,-3 0 0,-6 0 0,-6 1 0,-9-1 0,-7 0 0,-6-6 0,-9 1 0,-7-1 0,-15 7 0,-8-1 0,-4 0 0,2-8 0,-2-3 0,8-4 0,-3-2 0,7 0 0,5 0 0,6 0 0,6-2 0,6-4 0,3-3 0,8-8 0,0 0 0,8-1 0,3 1 0,4 0 0,3 0 0,6-8 0,3-2 0</inkml:trace>
  <inkml:trace contextRef="#ctx0" brushRef="#br0" timeOffset="14">26157 5932 8912,'0'-19'0,"0"-2"0,0-4 0,0 0 0,-2 0 0,-2 4 0,-3 2 0,-3 2 0,-1 0 0,-6-1 0,-1 1 0,-5 8 0,0 3 0,1 4 0,-3 2 0,4 4 0,-6 7 0,2 12 0,4 8 0,2 5 0,2 6 0,1 8 0,5 5 0,3 4 0,8-3 0,0 1 0,0 0 0,0-7 0,2-6 0,4-10 0,5-7 0,12-10 0,4 0 0,2-9 0,1-8 0,7-9 0,-3-14 0,6-6 0,2-11 0,-2-6 0,-3-6 0,-7-5 0,-5 4 0,-9-16 0,-5 4 0,-5-2-130,-4-6 1,-4 7 129,-4-9 0,-4 1 0,-7 5 0,-4 10 0,4 7 0,-4 18 0,9 16 0,3 18 0,-3 18 0,9 8 0,-3 14 0,4 6 0,2 12 0,6-3 0,1 6 0,3-2 0,-6-1 0,11-1 0,-3 2 0,3 2 0,2-11 0,0 2 0,0-5 0,1-3 0,-1-2 0,2-15 0,2-4 0,2-4 86,0-9 0,0-3 1,2-9-87,1-3 0,-4-20 0,2-11 0</inkml:trace>
  <inkml:trace contextRef="#ctx0" brushRef="#br0" timeOffset="15">27069 5932 8912,'-27'0'0,"5"0"0,2 0 0,3 0 0,0-2 0,0-4 0,0-5 0,-1-5 0,1-1 0,0 0 0,0 0 0,0-1 0,-1 3 0,1 4 0,0 5 0,0 4 0,-1 15 0,-1 8 0,-4 10 0,4 2 0,-4 12 0,4 3 0,4 2 0,3 1 0,5-7 0,7-4 0,0-5 0,2-7 0,3-5 0,5-11 0,7-6 0,6-18 0,0-5 0,12-14 0,-5-3 0,1-10 0,-3 0 0,1 0 0,-6 0 0,-4 0 0,-2 6 0,-1-2 0,-5 11 0,-1 4 0,-5 8 0,-3 8 0,6 16 0,-2 12 0,-1 16 0,9 1 0,-3 4 0,7-3 0,3 3 0,2-4 0,-2-2 0,5-3 0,1-6 0,0-8 0,5-11 0,-11-1 0,8-10 0,-8-7 0,2-11 0,-11-19 0,-5-11 0</inkml:trace>
  <inkml:trace contextRef="#ctx0" brushRef="#br0" timeOffset="16">27345 5502 8912,'11'0'0,"-1"2"0,-3 3 0,-1-3 0,0 16 0,-1-1 0,3 4 0,-2 13 0,-4 2 0,5 12 0,1-2 0,-4 0 0,5 5 0,-1 1 0,-4 0 0,5-1 0,-7-9 0,4-7 0,-12-1 0,-3-15 0,-8 6 0</inkml:trace>
  <inkml:trace contextRef="#ctx0" brushRef="#br0" timeOffset="17">27224 5863 8912,'0'-17'0,"0"-1"0,0 1 0,8 6 0,3-1 0,5-1 0,3 3 0,4-1 0,7 0 0,8 1 0,6-5 0,10 5 0,3-7 0,-3 0 0,3 0 0,-11 1 0,-6 3 0,-3 1 0,-11 9 0,-8-5 0,-11 10 0,-7 4 0,-7 3 0,-7 10 0,-7 4 0,0 4 0,-6 7 0,2 1 0,-3-1 0,5 0 0,0-5 0,6-2 0,0-2 0,7-2 0,2-6 0,8 0 0,4-7 0,6-7 0,7-6 0,12-7 0,-3-7 0,11-2 0,3-4 0,-4 2 0,4-8 0,2 8 0,-1-2 0,-3 4 0,-4 8 0,-5-1 0,1 8 0,-7-1 0,6 3 0,-6 2 0,-2 0 0,-2 0 0,0 2 0,4 1 0,6 3 0,-4 8 0,5-13 0,-5 5 0,2-4 0,9-2 0,8 0 0</inkml:trace>
  <inkml:trace contextRef="#ctx0" brushRef="#br0" timeOffset="18">28807 5519 8912,'0'-17'0,"0"0"0,0-1 0,0 9 0,0 5 0,0 16 0,0 7 0,0 17 0,0 4 0,0 4 0,0 8 0,0-1 0,0 1 0,8-1 0,-6 1 0,4-1 0,3 1 0,3 0 0,-5-3 0,-1-1 0,-4-2 0,-2-8 0,0 2 0,0-11 0,-8-4 0,-1-8 0</inkml:trace>
  <inkml:trace contextRef="#ctx0" brushRef="#br0" timeOffset="19">28721 5571 8912,'16'-18'0,"-3"3"0,-3 2 0,-3 1 0,7 8 0,-5-9 0,8 7 0,1 3 0,1 1 0,2 2 0,4 0 0,1 0 0,3 0 0,3 0 0,-3 0 0,2 7 0,-8 5 0,-6 3 0,-8 2 0,-1 0 0,-2 1 0,-8 5 0,-4-1 0,-11 9 0,-12-2 0,3 1 0,-3 1 0,0-4 0,2-3 0,1-1 0,5-6 0,-2 1 0,0-9 0,6 7 0,-1-7 0</inkml:trace>
  <inkml:trace contextRef="#ctx0" brushRef="#br0" timeOffset="20">29220 5639 8912,'-25'8'0,"14"-6"0,-12 15 0,12-2 0,-5 6 0,7 10 0,1-6 0,8 5 0,0-1 0,8-8 0,3 2 0,12-4 0,2-4 0,4-3 0,3-5 0,-5-7 0,2-3 0,-1-9 0,-1 1 0,0-14 0,-10 0 0,0-2 0,-13-7 0,6 0 0,-3-1 0,-3 6 0,-10 1 0,-5-1 0,-4 2 0,-3 3 0,-5 8 0,1 5 0,0 5 0,3 4 0,2 2 0,2 2 0,3 4 0,5 3 0,7 9 0,4-3 0,7-4 0,8 5 0,16-7 0</inkml:trace>
  <inkml:trace contextRef="#ctx0" brushRef="#br0" timeOffset="21">29668 5605 8912,'17'10'0,"-7"-3"0,3-5 0,-7 4 0,-1 3 0,-5 9 0,0-1 0,0 0 0,-5 2 0,-1 2 0,2 2 0,2 0 0,2-6 0,0 0 0,0 0 0,0 1 0,0-1 0,-2-2 0,-3-3 0,3-5 0,-14-7 0,5 0 0,-4 0 0,-3-7 0,7-9 0,-1-9 0,-1-1 0,5-3 0,-7-5 0,5-3 0,1-1 0,3-2 0,4 0 0,2 6 0,0 1 0,0 4 0,8 3 0,3 7 0,7 1 0,5 9 0,-4 5 0,13-4 0,-5-1 0</inkml:trace>
  <inkml:trace contextRef="#ctx0" brushRef="#br0" timeOffset="22">30064 5657 8912,'0'9'0,"0"6"0,0-3 0,0 3 0,0 2 0,0 1 0,0-1 0,0 0 0,1-2 0,5-3 0,-4-5 0,6-14 0,-6-5 0,1-7 0,3-10 0,6-1 0,-5-14 0,3 2 0,-1-4 0,3 6 0,3 2 0,-3 9 0,3 4 0,-4 10 0,1 3 0,1 7 0,1 5 0,-3 5 0,4 13 0,-3 10 0,3 11 0,2 1 0,1 0 0,-1-6 0,0 1 0,0-9 0,2-3 0,2-4 0,2-1 0,8-9 0,-2-5 0,3-8 0,3-13 0,-1-12 0,0-11 0,1-6 0,1-5 0,1-7 0,-3-5 0,-7-4 0,-1-9 0,-3-4 0,-5 0-809,-7-6 809,-7 19 0,9-12 0,-7 30 0,-2 11 0,-2 17 0,-2 15 0,0 12 0,0 11 0,-2 17 0,-4 12 0,2 11 0,-7 6 0,5 6 0,-3 4 0,1 1 0,2 3 0,6-5 0,0 1 0,0-6 0,0 1 0,10-20 0,5 2 404,6-6 1,10-12-405,-3-9 0,5-6 0,1-5 0,1-5 0,-1-7 0,-1-1 0,-5-5 0,-3-4 0,-15-11 0,-5-5 0,-3-9 0,-9-18 0,-3-1 0</inkml:trace>
  <inkml:trace contextRef="#ctx0" brushRef="#br0" timeOffset="23">30752 5278 8912,'-25'17'0,"0"1"0,-3-1 0,8 6 0,9 0 0,7-8 0,0 0 0,16-5 0,11-1 0,15-1 0,10-10 0,15-4 0,8-11 0,15-11 0,5-5 0,-44 15 0,0 0 0,1-2 0,0 0-282,2-2 1,-1-2 0,-2-4 0,0-2 0,0 0 0,-1-1 0</inkml:trace>
  <inkml:trace contextRef="#ctx0" brushRef="#br0" timeOffset="24">12631 6929 8912,'-17'0'0,"2"2"0,3 3 0,6 7 0,5 3 0,1 10 0,0 4 0,0 3 0,0 3 0,0-1 0,1 0 0,5 1 0,4-1 0,1 1 0,1-3 0,1-3 0,-5-5 0,-3-6 0,5-1 0,0 0 0</inkml:trace>
  <inkml:trace contextRef="#ctx0" brushRef="#br0" timeOffset="25">12717 7290 8912,'12'2'0,"-1"4"0,-5-5 0,5 5 0,-5-4 0,6-2 0,-7 2 0,7 4 0,-1-4 0,1 7 0,-1-3 0,-7 3 0,2 9 0,-2-1 0,1 0 0,-3 2 0,4 4 0,-4-4 0,-2 4 0,-6 2 0,0-2 0,3-2 0,1-2 0,-6-2 0,6 0 0,-6-7 0,8-2 0,8-8 0,4-2 0,3-4 0,2 4 0,0-13 0,1 3 0,-1-3 0,0-2 0</inkml:trace>
  <inkml:trace contextRef="#ctx0" brushRef="#br0" timeOffset="26">12975 7754 8912,'10'0'0,"5"0"0,-5 0 0</inkml:trace>
  <inkml:trace contextRef="#ctx0" brushRef="#br0" timeOffset="27">13061 8253 8912,'-11'0'0,"-1"0"0,-1 0 0,-2 0 0,-2 7 0,-1 3 0</inkml:trace>
  <inkml:trace contextRef="#ctx0" brushRef="#br0" timeOffset="28">13079 8425 8912,'-12'0'0,"3"-2"0,1-4 0,2 4 0,4-6 0,-3 8 0,3 8 0,-6 2 0</inkml:trace>
  <inkml:trace contextRef="#ctx0" brushRef="#br0" timeOffset="29">12648 8958 8912,'0'11'0,"2"1"0,4 1 0,-4-4 0,4 3 0,-4 1 0,-2 5 0,0 3 0,0 1 0,0 3 0,0-4 0,-2 2 0,-2-2 0,-2-2 0,-5 4 0,3 0 0,-2-2 0,7-7 0,-3-3 0,4-7 0,-4 2 0,0-14 0,3-7 0,1-6 0,4-10 0,3 2 0,7-3 0,3-2 0,2-1 0,1 1 0,-1 7 0,2 4 0,4 4 0,-4 9 0,12-3 0,-8 7 0,7 3 0,-1 8 0,-2 5 0,-1 9 0,1 2 0,-2 4 0,0 2 0,-2-6 0,-6 11 0,-2-5 0,-3-1 0,3-1 0,-13-7 0,6-1 0</inkml:trace>
  <inkml:trace contextRef="#ctx0" brushRef="#br0" timeOffset="30">10945 9284 8912,'-10'-7'0,"6"5"0,14-4 0,7 4 0,19 0 0,5-2 0,8-3 0,12-3 0,14-3 0,19-2 0,-38 5 0,2 0 0,2-1 0,-1-1 0,-3 1 0,-1-2 0,-4-2 0,-1 1 0,38-11 0,-13 4 0,-10 4 0,-21-2 0,-16 13 0,-14 0 0,-8 6 0,-12 0 0,-6 0 0,-3 0 0,-2 0 0,-8 8 0,6-6 0,-6 4 0,0-4 0,6-2 0,-6-8 0,8-2 0</inkml:trace>
  <inkml:trace contextRef="#ctx0" brushRef="#br0" timeOffset="31">12098 8700 8912,'0'-17'0,"2"7"0,3 4 0,7 4 0,5-3 0,6-1 0,-2 0 0,8 6 0,-8 8 0,9 1 0,-7 9 0,6 6 0,-8 7 0,-6 7 0,-5 6 0,-4 10 0,-3 3 0,-5 6 0,-11 2 0,-14-2 0,-5 2 0,-20-8-495,-3 0 1,-14-13 0,0-2 0</inkml:trace>
  <inkml:trace contextRef="#ctx0" brushRef="#br0" timeOffset="32">7572 8390 8912,'-17'-21'0,"1"2"0,5 4 0,3 17 0,8 3 0,0 9 0,0 13 0,0 7 0,0 0 0,0 7 0,0-3 0,0 0 0,0 2 0,0-6 0,0-5 0,0 0 0,0-3 0,0-1 0,0-7 0,0-1 0,0-8 0,0-1 0,0-29 0,0-8 0,6-13 0,2 0 0,-1 0 0,1 0 0,5-6 0,-3 12 0,5-4 0,-3 4 0,3 1 0,-6 7 0,9 1 0,-1 2 0,2 10 0,2 9 0,2 8 0,-2 9 0,6 8 0,-2 18 0,3 3 0,5-2 0,-5 8 0,-1-2 0,4 4 0,5-3 0,-1-8 0,5-1 0,-4-7 0,-2-4 0,1-10 0,-1-9 0,1-12 0,-1-19 0,1-11 0</inkml:trace>
  <inkml:trace contextRef="#ctx0" brushRef="#br0" timeOffset="33">8398 8339 8912,'-35'-16'0,"1"5"0,5 3 0,1 8 0,7 0 0,-6 8 0,4 3 0,10 12 0,-5 6 0,7 3 0,-1 3 0,5 1 0,7 2 0,0 2 0,0-1 0,0-11 0,7 5 0,1-14 0,5 2 0,-1-8 0,1-7 0,3-4 0,-5-4 0,0-4 0,-1-11 0,2-12 0,3-5 0,-4-6 0,5-6 0,1-4 0,0-1 0,-2-3 0,-3-3 0,3-4 0,-11-4 0,7-4 0,-7 12 0,2-6 0,-4 15 0,-2 8 0,0 11 0,0 27 0,0 16 0,0 26 0,0 0 0,2 10 0,3 3 0,-3 10 0,14-7 0,-5 7 0,4-8 0,3 0 0,-1-7 0,0 0 0,2-8 0,4-4 0,6-5 0,3-14 0,3-11 0,-1-4 0,1-6 0,-1-8 0,0-9 0,1-17 0,-3-4 0,-3-2 0,-10 4 0,-7-6 0,-9 8 0,3-2 0,-4 6 0,-2 5 0,-8 6 0,-3 12 0,-6 3 0,-6 8 0,4 2 0,-6 4 0,2 7 0,0 6 0,2 4 0,2 8 0,4-5 0,1 7 0,3-5 0,-1 5 0,3-12 0,3 6 0,4-3 0,2-1 0,0-5 0,2-3 0,4-4 0,3-3 0,8-8 0,3-8 0,1-5 0,1-8 0,1-4 0,-5-4 0,-1-3 0,0 7 0,0-3 0,-5-3 0,-1 8 0,-5 6 0,4 5 0,-3-1 0,-1 5 0,-6 8 0,6 10 0,-1 7 0,1 2 0,-6 4 0,6 2 0,1 6 0,1-3 0,0 3 0,3-6 0,-5-2 0,7-4 0,-1-2 0,3-2 0,2-3 0,2-5 0,4-7 0,4-9 0,8-10 0,-1-14 0,-5-9 0,-3-11 0,-1-5 0,6-11 0,-4-9 0</inkml:trace>
  <inkml:trace contextRef="#ctx0" brushRef="#br0" timeOffset="34">9241 7892 8912,'-6'-18'0,"1"1"0,-7 6 0,6-1 0,1 9 0,5-13 0,0 14 0,0-3 0,0 10 0,0 7 0,2 11 0,3 5 0,7 7 0,3 3 0,2 2 0,0 8 0,1-4 0,-1 5 0,0-3 0,0 4 0,-1-6 0,-5 7 0,-3-1 0,-8-4 0,-4 0 0,-8-12 0,-14 4 0,-18-11 0</inkml:trace>
  <inkml:trace contextRef="#ctx0" brushRef="#br0" timeOffset="35">9069 8407 8912,'27'-15'0,"-4"4"0,3-5 0,3 3 0,4-8 0,1 2 0,2-8 0,5 4 0,-3 2 0,8-7 0,-10 7 0,0-2 0,-5 4 0,-10 1 0,2 1 0,-4 2 0,-2 3 0,-7 5 0,-3 7 0,-8 0 0,-5 0 0,4 7 0,-12-3 0,9 8 0,-3-1 0,2 6 0,4 1 0,-3-1 0,3 0 0,2 0 0,0 2 0,0 4 0,0-9 0,0 3 0,0-4 0,0 4 0,0-5 0,0-1 0,2-7 0,3 2 0,-3-4 0,14-2 0,-14-2 0,5-4 0,-1-5 0,0-5 0,1 1 0,-1 4 0,-4-5 0,4 5 0,-2 3 0,1 2 0,-3 3 0,4-3 0,-2 4 0,2-4 0,-5 4 0,13 4 0,-7 2 0,3 2 0,-4 5 0,5-5 0,3-2 0,-7-2 0,9-2 0,-7 0 0</inkml:trace>
  <inkml:trace contextRef="#ctx0" brushRef="#br0" timeOffset="36">9792 7788 8912,'-10'-9'0,"-3"3"0,7 12 0,0 3 0,6 9 0,0 7 0,8 1 0,3 9 0,-1-1 0,1 0 0,1 1 0,5-1 0,0 1 0,-1-1 0,-3 0 0,-1 1 0,-9-9 0,3-3 0,2-3 0,-3-3 0,1-8 0,-6-1 0,0-8 0,0-8 0,-2-3 0,-3-4 0,3-3 0,-4 1 0,4 8 0,2-1 0,-2 6 0,-4-2 0,4 1 0,-5 3 0,7-4 0,0 4 0,0-7 0,0 3 0,2-4 0,3-7 0,-1 0 0,8 0 0,-1 0 0,6-1 0,1 1 0,-1 0 0,-6 0 0,1 0 0,-3 5 0,3 1 0,3 7 0,-13-2 0,4 12 0,-12 9 0,-5 8 0,-5 2 0,-1-4 0,0 2 0,0 7 0,-1-9 0,1 8 0,-6-8 0,0 0 0,2-8 0,-13 3 0,-2-7 0</inkml:trace>
  <inkml:trace contextRef="#ctx0" brushRef="#br0" timeOffset="37">10291 7806 8912,'-17'0'0,"7"0"0,-5 0 0,13 2 0,-4 3 0,2 5 0,0 7 0,-1 0 0,1 0 0,2 1 0,2 5 0,0 1 0,0 3 0,0-6 0,0 2 0,0-4 0,0-2 0,0-7 0,0 5 0,8-13 0,1 4 0,8-12 0,-5-9 0,-1-8 0,1-6 0,3 4 0,-2-1 0,-1-5 0,-8 6 0,3 2 0,1 4 0,-6 2 0,4 0 0,-4 7 0,-2-5 0,-2 13 0,-4-4 0,2 4 0,-7 2 0,-3 0 0,7 8 0,-1-4 0,8 7 0,0-7 0,8 12 0,1-7 0</inkml:trace>
  <inkml:trace contextRef="#ctx0" brushRef="#br0" timeOffset="38">10514 7737 8912,'18'0'0,"-9"-2"0,-3-4 0,4-3 0,-9-3 0,5 1 0,-4 7 0,-2-4 0,6 12 0,2 6 0,1 7 0,3 12 0,-1-8 0,0 7 0,-5 1 0,6 5 0,-7-5 0,5-2 0,-2-2 0,-3 3 0,-5-5 0,0-2 0,-2-9 0,-3-7 0,-12-3 0,-10-2 0</inkml:trace>
  <inkml:trace contextRef="#ctx0" brushRef="#br0" timeOffset="39">10463 7496 8912,'-6'-17'0,"0"0"0,1 0 0,5-1 0,0 9 0,0 1 0,13 8 0,4 0 0,12 2 0,0 4 0,3-2 0,3 7 0,-1 3 0,0 1 0,-1 8 0,-4 0 0,3 2 0,-3-3 0,-4-1 0,-2 8 0,-10-2 0,-2 2 0,-1 1 0,1-7 0,-3 6 0,-8-6 0,0-1 0,0-4 0,0-1 0,0 0 0,0 0 0,0 0 0,0 1 0,0-1 0,0-8 0,0-1 0,0-8 0,0-8 0,0-3 0,0-4 0,0-3 0,0-6 0,0-5 0,0-4 0,0-1 0,0-6 0,2-2 0,2 0 0,2 0 0,5-4 0,-5 6 0,5-4 0,-5 10 0,5-3 0,-5 14 0,2 8 0,-2 9 0,-5 12 0,9 6 0,-4 10 0,-4 0 0,5 6 0,-1 1 0,2-1 0,1 1 0,3-8 0,-1 4 0,1-8 0,-1-2 0,6-3 0,1-4 0,-1-8 0,0 0 0,0-2 0,2-4 0,2-7 0,2-8 0,0 1 0,-6-12 0,1 3 0,5-1 0,0 1 0,-6-1 0,-6 7 0,1 2 0,-1 1 0,1 3 0,-9 8 0,5 1 0,-8 8 0,0 8 0,0 5 0,0 8 0,0 8 0,0 5 0,0 6 0,6-3 0,2 5 0,1 0 0,1-4 0,1 8 0,4-10 0,-3-2 0,3-1 0,2-10 0,1-2 0,-1-2 0,0-10 0,0-1 0,0-10 0,1-4 0,-9-3 0,7-8 0,-5-1 0,4 1 0,2 0 0,-5 6 0,-1 1 0,3 2 0,-7 3 0,3 7 0,-4 3 0,-4 11 0,3 8 0,-3 3 0,-4 2 0,-1 5 0,-3 1 0,-8-1 0,3 0 0,0-1 0,-5-3 0,-3-1 0,-2-8 0,-11 4 0,-5-8 0</inkml:trace>
  <inkml:trace contextRef="#ctx0" brushRef="#br0" timeOffset="40">11151 7754 8912,'-27'-9'0,"3"-5"0,6 8 0,9 1 0,3-1 0,14-2 0,9-1 0,17-3 0,22-7 0,15-4 0,13-5 0,-36 11 0,1 1-113,-1 3 0,0-1 1,3-5-1,1-2 0,0 3 1,-1 0-1</inkml:trace>
  <inkml:trace contextRef="#ctx0" brushRef="#br0" timeOffset="41">18276 8820 8912,'-8'-11'0,"-4"-1"0,-3 3 0,0-5 0,2 5 0,1 1 0,1 2 0,-7 6 0,1 2 0,0 2 0,0 4 0,0 1 0,-1 5 0,1 7 0,0 3 0,0 3 0,-1 4 0,1 7 0,2 6 0,4 6 0,-3-1 0,6 14 0,1 2 0,-1 2 0,1 4 0,3 1 0,-2 3 0,2-8 0,8-10 0,6-5 0,5-7 0,-2-2 0,20-24 0,-3-8 0,9-7 0,5-12 0,7-11 0,1-13 0,-1-7 0,1-8 0,-6 3 0,-2-10 0,-2 1 0,-4 1 0,-11-7 0,-10 13 0,-7-9 0,-10 3 0,-2-1 0,-6-8 0,-9 1 0,-8-5 0,-17 6-130,-4-4 1,-4 6 129,-1 11 0,7 12 0,4 13 0,3 7 0,3 8 0,0 5 0,14 2 0,9 5 0,7 4 0,4 9 0,2 2 0,4 2 0,11 0 0,17 0 0,12 0 0,4-6 0,2-8 0,-1-1 0,-7-2 0,-2-6 0</inkml:trace>
  <inkml:trace contextRef="#ctx0" brushRef="#br0" timeOffset="42">18585 9130 8912,'-9'0'0,"-6"0"0,15 0 0,0 0 0,15 0 0,21-10 0,18-5 0,13-8 0,11-4 0,-29 10 0,1-2 0,6-4 0,1 0 0,6-2 0,2 0-458,4-1 1,2 1 0,6-1 0,1 0 457,0 0 0,-1 1 0,-6 3 0,-1 1 0,-7 3 0,-3 2 0,33-7 0,-26 10 0,-17 7 424,-16-3-424,-9 7 0,-15-6 0,-5 8 0,-10 0 0,-5 0 0,-1 0 0,1 2 0,2 4 1405,3-4-1405,5 5 0,0-7 0,0-15 0,0-4 0</inkml:trace>
  <inkml:trace contextRef="#ctx0" brushRef="#br0" timeOffset="43">20237 8373 8912,'0'-11'0,"0"-1"0,0 8 0,10-3 0,5 9 0,6 3 0,18 5 0,-11 7 0,10 2 0,-5 6 0,-4 9 0,-3 3 0,3 9 0,-6-6 0,-11 5 0,-5 1 0,-11 8 0,-7 3 0,-8 4 0,-18 0 0,-3-5 0,-6-8 0,-3-6 0,-5-8 0,1-3 0,1-9 0,-3-6 0,11-16 0</inkml:trace>
  <inkml:trace contextRef="#ctx0" brushRef="#br0" timeOffset="44">21081 8493 8912,'0'-17'0,"0"0"0,0 0 0,0 0 0,9 5 0,8 3 0,10 1 0,8 0 0,5 5 0,6-5 0,3-2 0,11 5 0,5-7 0,3 1 0,3 1 0,-4 4 0,-10 4 0,-13 2 0,-15 0 0,-15 0 0,-7 0 0</inkml:trace>
  <inkml:trace contextRef="#ctx0" brushRef="#br0" timeOffset="45">20943 8872 8912,'-33'0'0,"5"0"0,5 0 0,11 0 0,14-2 0,17-4 0,14-5 0,11-7 0,13-3 0,6-2 0,4-7 0,0 9 0,-4-6 0,-5 2 0,-7 2 0,-7 6 0,-9 2 0,-10 3 0,-6-3 0,-10 6 0,-3-9 0,-19-6 0,-7-3 0</inkml:trace>
  <inkml:trace contextRef="#ctx0" brushRef="#br0" timeOffset="46">21339 8081 8912,'-17'0'0,"-1"0"0,7 4 0,-1 7 0,7 8 0,-7 16 0,8 14 0,-1 9 0,1 8 0,0 7 0,-2 1 0,1 9 0,6-15 0,3 1 0,2-10 0,7-5 0,-3-10 0,7-4 0,-5-8 0,-1-9 0,-5-2 0,5-15 0,1-8 0,5-7 0</inkml:trace>
  <inkml:trace contextRef="#ctx0" brushRef="#br0" timeOffset="47">21373 8132 8912,'-7'-9'0,"5"1"0,-6 12 0,8 7 0,0 12 0,0 16 0,0 12 0,0 12 0,6 4 0,1 2 0,1 2 0,2 3 0,-1 6 0,3-11 0,7 6 0,4-12 0,3-6 0,9-6 0,1-5 0,4-17 0,-3-8 0,5-21 0</inkml:trace>
  <inkml:trace contextRef="#ctx0" brushRef="#br0" timeOffset="48">22612 7960 8912,'-28'-24'0,"1"-3"0,0 0 0,0 4 0,2 10 0,-9 1 0,3 9 0,-9-3 0,4 4 0,1 10 0,1 3 0,2 10 0,3 6 0,6 5 0,11-1 0,5 13 0,7-2 0,0 9 0,0 3 0,2 7 0,3-2 0,7-3 0,-4 5 0,5-8 0,-5 6 0,1 1 0,-5-15 0,9 11 0,-5-16 0,2-2 0,-5 0 0,5-1 0,-3-3 0,-3-7 0,-2-14 0,-2-5 0</inkml:trace>
  <inkml:trace contextRef="#ctx0" brushRef="#br0" timeOffset="49">22113 8614 8912,'-6'-17'0,"1"-1"0,1 1 0,2 6 0,2-1 0,9 8 0,11-3 0,12-1 0,12 4 0,13-7 0,7 7 0,10-2 0,5-1-1736,7 1 1736,-8-7 0,6 3 0,-6-7 0</inkml:trace>
  <inkml:trace contextRef="#ctx0" brushRef="#br0" timeOffset="50">22888 8493 8912,'-16'-17'0,"5"0"0,3 7 0,8-5 0,0 4 0,0-5 0,2 5 0,4 1 0,5 3 0,5-7 0,1 5 0,0-1 0,-7-5 0,-3 11 0,-7-7 0,0 7 0,-9-4 0,-9 8 0,-1 8 0,-9 3 0,-3 7 0,-7 5 0,-4 5 0,-2 5 0,5 1 0,-1 0 0,4 1 0,9-1 0,4-1 0,12-5 0,7-3 0,15-8 0,14-1 0,12-5 0,9-5 0,11-4 0,-2-6 0,8-6 0,2-7 0,2-4 0,-5 2 0,-5-4 0,-4 2 0,-3-6 0,-4 1 0,-8 1 0,-7 0 0,-14-6 0,-9 12 0,-10-2 0,-4 8 0,-3-2 0,-9 13 0,1-4 0,-6 4 0,0 2 0,0 0 0,6 2 0,0 4 0,5-4 0,3 5 0,-1 1 0,1 3 0,5-3 0,-4 7 0,8-3 0,0 3 0,0 2 0,0 0 0,0 1 0,0-1 0,8-8 0,0 7 0,5-7 0,-2 1 0,1 5 0,11-11 0,2 5 0,1-1 0,-5-2 0,10-1 0,-6 3 0,0 0 0,0-1 0,3-1 0,-3-6 0,2 0 0,-6 0 0,11-7 0,-5-3 0</inkml:trace>
  <inkml:trace contextRef="#ctx0" brushRef="#br0" timeOffset="51">23817 7978 8912,'-6'-12'0,"0"1"0,3-3 0,-7 7 0,8 7 0,-8 17 0,7 13 0,-3 9 0,0 5 0,6 7 0,0 3 0,0 3 0,0-4 0,8 14 0,3-4 0,5-3 0,1-3 0,-2-6 0,-3-5 0,3-4 0,-13-7 0,5-1 0</inkml:trace>
  <inkml:trace contextRef="#ctx0" brushRef="#br0" timeOffset="52">23576 8511 8912,'0'-18'0,"0"1"0,0 0 0,0 0 0,2 5 0,4 1 0,13 5 0,13-3 0,10 1 0,6 4 0,6 2 0,9 2 0,-2 0 0,8 0 0,-4 0 0,-8 0 0,-7 0 0,-18-2 0,-3-3 0,-4 3 0,-16-6 0,-3 8 0,-10 2 0,-1 4 0,-1-4 0,6 13 0,0-4 0,0 5 0,0 1 0,0-6 0,0 1 0,0 1 0,0 2 0,0-3 0,0-1 0,7-1 0,5 1 0,3-5 0,2-4 0,1-10 0,1-3 0,4-4 0,-4-3 0,6-5 0,-8-1 0,0-3 0,0 6 0,-1-4 0,-3 8 0,-2 0 0,-5-1 0,6 1 0,-8 6 0,1-1 0,-3 9 0,-2 3 0,2 9 0,4 8 0,5 0 0,5-7 0,1 5 0,2-5 0,4-1 0,-2 5 0,8-8 0,1-3 0,3-1 0,1-2 0,0 0 0,1 0 0,-6-2 0,-1-3 0,-7 3 0,2-6 0,-4 0 0,-9-1 0,5-1 0,-3 3 0,3-1 0,-4 4 0,1-5 0,1 1 0,3 4 0,1-5 0,-6 1 0,1-3 0,1 5 0,-5-4 0,1 3 0,-3-5 0,-4 3 0,4 3 0,-4 4 0,-10-6 0,-3 8 0,-5 0 0,-1 0 0,0 0 0,-8 8 0,6 2 0,-4 7 0,4 2 0,2 4 0,1-4 0,3 6 0,1 0 0,9-6 0,-3 4 0,4-4 0,2-2 0,0 0 0,10-2 0,7-3 0,2-5 0,10-7 0,5 0 0,8-1 0,2-5 0,10-11 0,1-10 0,6-8 0,-2 1 0,5-8 0,-7-4 0,-2-3 0,-1-3 0,-10 0 0,-4 3 0,-11 3 0,-1-2 0,-10 8 0,-5 7 0,-13 11 0,0 10 0,0 4 0,-6 12 0,-1 10 0,-3 12 0,-1 15 0,1 8 0,-3 7 0,7 12 0,-6-5 0,5 0 0,-3 2 0,-1-3 0,-6 1 0,-1-8 0,-7 2 0,-3-11 0,-7-4 0,-5-7 0,-6-3 0,-9-3 0,-3-8 0,3-8 0,-6-21 0,0-11 0</inkml:trace>
  <inkml:trace contextRef="#ctx0" brushRef="#br0" timeOffset="53">3820 9594 8912,'-15'-23'0,"2"0"0,3 2 0,2 2 0,3 9 0,7-3 0,3 7 0,-1 0 0,8 6 0,-10 0 0,-2 0 0,-8 10 0,-11 9 0,-4 14 0,-4 9 0,-7 9 0,-1 3 0,1 3 0,-1 6 0,1-4 0,1 6 0,5-8 0,5-5 0,11-8 0,7 0 0,5-2 0,5 0 0,13-10 0,10-1 0,14-6 0,10 2 0,0-6 0,13 9 0,-6-5 0,2 2 0,-5 9 0,10 10 0,-2 13-281,2 10 0,-37-27 1,-4 4 280,-1 7 0,-2 3 0,-1 0 0,-2 2 0,-2 9 0,-1 2 0,-2 3 0,-2 1 0,1 4 0</inkml:trace>
  <inkml:trace contextRef="#ctx0" brushRef="#br0" timeOffset="54">21390 9370 8912,'0'-17'0,"0"0"0,0 0 0,0-1 0,2 9 0,4 3 0,-2 4 0,7 2 0,-7 0 0,6 0 0,-5 0 0,-3 8 0,8 0 0,-6 7 0,1 2 0,17-4 0,-9 20 0,17-3 0,7 9 0,7 8 0,11 15 0,3 6 0,-3 3 0,-1 7 0,-12 6 0,-25-37 0,-2 0-1025,4 49 1025,-9-7 0,-19-41 0,-7 0 0,-3-2 0,-4 0 0,-7 3 0,-3-1 0,-7 1 0,-2-1 0,-3-1 0,-2-2 0,0-2 0,0-4 0,1-6 0,0-3 0,3 0 0,-2-1 0,0-2 0,-1-2 0,1 1 0,2 0 0,-1-1 0,2 1 0,-2 3 0,2 1 0,-1 1 0,1 1 0,2 5 0,0 1 0,0-1 0,0 0 0,0 6 0,0 0 0,-4 2 0,0 0 0</inkml:trace>
  <inkml:trace contextRef="#ctx0" brushRef="#br0" timeOffset="55">8518 10729 8912,'0'-35'0,"0"3"0,0 3 0,0 6 0,2 6 0,4 5 0,4 5 0,-1-1 0,6 6 0,-3-3 0,3 3 0,2 9 0,2 7 0,4 5 0,6 4 0,2 9 0,-1 1 0,-3 7 0,-2 4 0,-2 1 0,-2 19 0,-2 8 0,-6 14 0,-3 8 0,-7-45 0,-2 1 0,-2 7 0,-4 3 0,-5 2 0,-5 2 0,-4 8 0,-4 1-384,-2 1 1,-3 1 0,-8 3 0,-5-1 383,-4-5 0,-2-1 0,0 1 0,-3-1 0,-3-1 0,-3-2 0</inkml:trace>
  <inkml:trace contextRef="#ctx0" brushRef="#br0" timeOffset="56">21408 10247 8912,'17'-19'0,"2"-2"0,4-2 0,6 4 0,5 2 0,6 1 0,6-3 0,4-2 0,1 4 0,-1 0 0,-4 0 0,-6 0 0,-11-1 0,-6 1 0,-12 8 0,-11-5 0,-11 9 0,-5 1 0,-3 2 0,-4 2 0,-3 0 0,-9 0 0,-5 7 0,0 5 0,2 3 0,1 2 0,3 1 0,1-1 0,5 2 0,5 2 0,4 2 0,1-2 0,9-2 0,3-2 0,6-5 0,6-1 0,13-7 0,15 2 0,10-4 0,14-2 0,3-2 0,8-4 0,-8-9 0,-4-8 0,-7 0 0,-10 6 0,0-1 0,-28 1 0,-3 2 0,-14 3 0,-18 7 0,-23 12 0,-29 11 0,-11 18 0,35-9 0,-1 3-1002,3-1 0,2 3 1002,-1 9 0,3 2 0,3 0 0,1 0 0,-1 5 0,-2 2 0,-1 0 0,1 1 0</inkml:trace>
  <inkml:trace contextRef="#ctx0" brushRef="#br0" timeOffset="57">21396 12082 8912,'0'-24'0,"0"0"0,0 2 0,0 2 0,-8 9 0,-4 3 0,-3 4 0,-3 2 0,6 2 0,1 4 0,6-2 0,0 8 0,2-8 0,3 7 0,0-5 0,-1 5 0,1-4 0,0 7 0,0 5 0,0 3 0,0 10 0,0-2 0,0 4 0,0 10 0,0 3 0,-2 6 0,-4 6 0,4 5 0,-6 11 0,3 5 0,0 4 0,-7 9 0,10-9 0,-4 2 0,4-6 0,2-5 0,-1-1 0,1 1 0,0-1 0,0-5 0,5-6 0,1-11 0,-2-4 0,-1-6 0,2-4 0,-4-10 0,7-9 0,-8-9 0,0-10 0,0-4 0,0-5 0,0 3 0,0 1 0,0 5 0,0-4 0,0 4 0,0-6 0,0 8 0,0 0 0,8 0 0,1 0 0,3-2 0,-1-1 0,3-3 0,1 0 0,8 4 0,0-3 0,7 1 0,-3-6 0,2 3 0,0 1 0,1-2 0,10 6 0,-3-5 0,3 7 0,-2-6 0,2 0 0,2-5 0,6 3 0,-2-2 0,-6 5 0,6-7 0,2-1 0,2-2 0,1 5 0,1-5 0,1 3 0,5-3 0,3 6 0,8-5 0,-2 7 0,-4-3 0,2 6 0,-8-2 0,-3 3 0,-7-3 0,-5 4 0,-7-6 0,-1 8 0,1 0 0,-1-2 0,1-3 0,-1 3 0,0-8 0,1 6 0,-1-3 0,3-3 0,3-3 0,-4 5 0,0-5 0,-9 5 0,-2-1 0,-2 5 0,-6-4 0,0 6 0,1-4 0,-1 5 0,0-5 0,0 4 0,-7 2 0,5 0 0,-13-8 0,13 6 0,-5-11 0,7 5 0,2 1 0,2-3 0,2 1 0,0-3 0,0 1 0,0-1 0,8 3 0,-3-3 0,-1-3 0,2 3 0,-8 3 0,4-3 0,-2 1 0,-1 0 0,0-1 0,-3 8 0,-2-9 0,0 7 0,0-5 0,0 5 0,-5-5 0,-1 5 0,-5-6 0,4 5 0,-3-3 0,-1-1 0,2 1 0,-6-5 0,3 3 0,-1-9 0,2-2 0,4-7 0,1 1 0,0-9 0,3-2 0,9 0 0,-4-2 0,6-4 0,0-4 0,-6 1 0,2 1 0,-6 4 0,-3 2 0,-1-6 0,-1 12 0,-5-4 0,-3 3 0,-2 11 0,-6-9 0,-1 3 0,-3-6 0,5-3 0,-5 7 0,0 0 0,1-1 0,5-7 0,-4 4 0,8-8 0,-5 8 0,-1-2 0,0 9 0,6 3 0,-2 7 0,-3-2 0,3 4 0,-8 9 0,4 4 0,4 4 0,-5 2 0,5 0 0,-4 0 0,-5 0 0,3 0 0,-7 0 0,3 0 0,-3 0 0,-10 0 0,2 0 0,-11 0 0,1 0 0,-13 0 0,-1 0 0,-5 0 0,-5 0 0,-5 0 0,-1 0 0,0 0 0,-2 0 0,-9 0 0,1 0 0,-7 0 0,-3 0 0,7 0 0,-1 0 0,9 0 0,-1 0 0,0 0 0,13 0 0,5 0 0,3 0 0,-6 0 0,-1 0 0,-4 0 0,-2 0 0,5 0 0,-9 0 0,8 0 0,-6 6 0,7 2 0,6 1 0,7 1 0,8 1 0,1 5 0,-1-14 0,3 5 0,3 1 0,-2-6 0,7 3 0,-3-1 0,-4 2 0,6-4 0,-5 6 0,5-8 0,-2 0 0,6 0 0,-9 5 0,7 1 0,0 0 0,5-6 0,-4 2 0,-1 1 0,2 3 0,-4 0 0,2-4 0,2 2 0,2 1 0,1 9 0,1-10 0,0 7 0,2-5 0,3 5 0,3-5 0,3 5 0,4 1 0,-6-1 0,8 3 0,0 5 0,0 0 0,0 10 0,0 1 0,0 3 0,0 9 0,0 2 0,0 9 0,0 4 0,0 5 0,0 1 0,2 0 0,4 2 0,-4 9 0,6 4 0,-8 8 0,0 0 0,0 2 0,0 4 0,0-4 0,0 5 0,0-7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1.372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17708 11382 8912,'-12'6'0,"1"-1"0,7 1 0,-4-6 0,8-2 0,0-4 0,0-3 0,0-8 0,0 7 0,0 1 0,0 3 0,0 4 0,0-6 0,0 1 0,0 5 0,0-6 0,0 8 0,0 0 0,8 0 0,-6 0 0,13 2 0,-3 4 0,3 5 0,2 4 0,2 5 0,4 3 0,6 5 0,11 7 0,6 5 0,11 4 0,4 15 0,8 4-341,0 4 1,0 1 340,0 1 0,-8-8 0,-4-3 0,-5-7-285,-6-5 285,-4-4 0,-15-15 0,-4-4 0,-4-4 0,-2-2 0,-7-7 0,-3-3 330,-7-7 0,-2-2-330,-3-3 306,3 3-306,-6-6 0,6 6 0,-4-4 0,3 3 0,-9-9 0,1-1 0,1-2 0,-5 5 0,11-5 0,-8 3 0,7-3 0,-7-2 0,1 0 0,-6-1 0</inkml:trace>
  <inkml:trace contextRef="#ctx0" brushRef="#br0" timeOffset="1">18482 11313 8912,'6'-17'0,"0"0"0,-3 0 0,-1 7 0,-2-5 0,-2 13 0,-3-4 0,3 4 0,-14 15 0,5 7 0,-4 4 0,-4 7 0,-4 9 0,-10 10 0,-11 11 0,-6 6 0,-1 7 0,17-28 0,-1 2 0,-3 3 0,-1 1 0,3-1 0,0-1-183,1 2 1,1-1 0,1-2-1,1-2 183,5-3 0,2-2 0,-17 29 0,14-8 0,14-17 0,3-12 0,7-15 0,6-6 0,4-7 0,-3 0 0,9-6 0,-6-2 0,5-4 0,-5-3 0,5-9 0,1 1 0,3 0 0,-2-2 365,-1-4 0,1 2-365,10-8 0,-4 8 0,6-11 0,-8 5 0</inkml:trace>
  <inkml:trace contextRef="#ctx0" brushRef="#br0" timeOffset="2">19016 10694 8912,'5'-11'0,"1"-1"0,-2-1 0,-2 3 0,-2-1 0,0 7 0,0-4 0,0 8 0,0 2 0,0 4 0,0 4 0,0 7 0,0 2 0,0 4 0,0 4 0,2 7 0,2 0 0,1 1 0,1-1 0,-6 0 0,0 3 0,0 3 0,0-11 0,0 14 0,0-14 0,0-4 0,0-4 0,0-4 0,0 0 0,0-7 0,0-2 0,0-10 0,0-4 0,-2-4 0,-4-7 0,-3-15 0,-8-5 0</inkml:trace>
  <inkml:trace contextRef="#ctx0" brushRef="#br0" timeOffset="3">18568 10780 8912,'-17'0'0,"5"0"0,1 0 0,7 0 0,-3 0 0,22-2 0,10-4 0,11-5 0,18-6 0,14-6 0,11-6 0,-34 13 0,2-2 0,1-2 0,1 0 0,5-2 0,1 0 0,1-3 0,1 0-420,-1 1 1,1 2 419,-5 4 0,-1 2 0,33-13 0,-17 12 0,-15 7 0,-16 7 0,-19 3 0,-17 0 0,-7 0 0,-11 0 0,1 0 0,8 0 0,-1 5 0,4 1 839,4 0-839,-5-6 0,7 0 0,0 0 0,0 7 0,0-5 0,7 14 0,3-7 0</inkml:trace>
  <inkml:trace contextRef="#ctx0" brushRef="#br0" timeOffset="4">19773 11416 8912,'0'-17'0,"0"0"0,0 5 0,0 1 0,0 7 0,0-2 0,0 12 0,0 7 0,0 9 0,2-1 0,2 7 0,3 5 0,3 5 0,-1-2 0,7 4 0,-1-3 0,4-3 0,4-2 0,-2-3 0,2-6 0,8-12 0,-3-5 0,5-6 0,1-6 0,1-3 0,-7-16 0,1-4 0,-8-3 0,2-2 0,-4-1 0,-9 1 0,-5-1 0,-3 1 0,-2 0 0,-2 5 0,-2 2 0,-3 4 0,-3 8 0,-1 5 0,1 10 0,3 2 0,7 4 0,0 4 0,0 15 0,0 3 0,0 5 0,0 1 0,7 6 0,3 2 0,-1 2 0,7 10 0,-7 5 0,10 8 0,0 0 0,1 3 0,-5 1 0,-4 3 0,1-5 0,-5 4 0,-7-20 0,-1 5 0,-5-5 0,-11 2 0,-12-3 0,-4-4 0,1-16 0,3-3 0,-3 3 0,3-7 0,-3-4 0,5 2 0,-4-21 0,8 4 0,2-4 0,2-4 0,2-4 0,7-3 0,-3-16 0,7-6 0,2-7 0,2-6 0,2-8 0,0 1 0,0 5 0,0 0 0,2 0 0,4-5 0,-2 7 0,9 4 0,6 3 0,-1 3 0,16 0 0,0-1 0,10 1 0,8 1 0,5 5 0,3-3 0,3 8 0,2-7 0,-8 1 0,-7 4 0,-8 0 0,-8 8 0,-7 2 0,-4 3 0,-4 7 0,-9-5 0,-5 10 0,-10 0 0,1 2 0,-8 9 0,9 9 0,-11-1 0,9 4 0,-9-4 0,5-2 0</inkml:trace>
  <inkml:trace contextRef="#ctx0" brushRef="#br0" timeOffset="5">18448 15422 8912,'-6'-17'0,"-2"0"0,-1 0 0,3 1 0,-4 3 0,3 2 0,-7 7 0,13-4 0,-7 8 0,8 0 0,0 2 0,0 4 0,0-4 0,8 13 0,3-4 0,4 5 0,4 1 0,2 2 0,2 4 0,16-4 0,-3 13 0,16-3 0,-1 4 0,8 7 0,5 2 0,2 2 0,3 3 0,-7-5 0,-3 6 0,-9-10 0,-5-5 0,-3 1 0,-9-9 0,-4 4 0,-4-4 0,-16-16 0,-1-1 0,-8-8 0,0 0 0,-8 0 0,6-8 0,-5-1 0,-1-1 0,6-5 0,-8 5 0,5-7 0,3 0 0,-14 0 0,7-8 0,-8-2 0</inkml:trace>
  <inkml:trace contextRef="#ctx0" brushRef="#br0" timeOffset="6">19153 15199 8912,'-17'-6'0,"0"0"0,0 2 0,-1 3 0,7 1 0,-1 0 0,-1 0 0,0 15 0,-3 8 0,-1 7 0,4 12 0,-20 10 0,5 11 0,-5 6 0,-1 5 0,-14 3 0,-4 3 0,-1-6 0,-1-3-172,3-2 0,7-8 172,3-4 0,7-11 0,5-6 0,8-5 0,8-7 0,-2 5 0,13-22 0,-6 5 0,10-16 0,4 0 0,3 0 0,3-8 0,1-4 344,6-3-344,-2-2 0,1-8 0,-3-2 0,-5-7 0</inkml:trace>
  <inkml:trace contextRef="#ctx0" brushRef="#br0" timeOffset="7">19583 15422 8912,'0'-26'0,"-1"3"0,-3 3 0,-2 3 0,2 0 0,-5 0 0,7 5 0,-4 1 0,10 9 0,3 2 0,5 12 0,7 9 0,0 0 0,10 7 0,-6 3 0,5 7 0,3 2 0,2 0 0,1 2 0,0-5 0,1 5 0,-1-8 0,1 0 0,5 1 0,0-3 0,-4-3 0,-5-6 0,1-4 0,-7-4 0,4-3 0,-4 3 0,-8-13 0,-7 5 0,-3-8 0,-7-5 0,-2 2 0,-3-7 0,-7-3 0,-3 7 0,-10-16 0,-2 3 0</inkml:trace>
  <inkml:trace contextRef="#ctx0" brushRef="#br0" timeOffset="8">20134 15147 8912,'-4'0'0,"-22"2"0,-1 4 0,-2 11 0,-5 12 0,5 11 0,2 8 0,0 9 0,1 12 0,-3-1 0,2 15 0,2-11 0,2-3 0,1-4 0,-3-12 0,6-1 0,1-10 0,-3-6 0,14-9 0,-5-4 0,3-4 0,3-2 0,4-7 0,-6-3 0,10-9 0,2-5 0,2-10 0,7-16 0,-3-11 0</inkml:trace>
  <inkml:trace contextRef="#ctx0" brushRef="#br0" timeOffset="9">21666 15250 8912,'-17'-17'0,"-1"2"0,3 1 0,2 5 0,1-1 0,-1 3 0,-3-1 0,-1 4 0,0-3 0,0 1 0,0 2 0,-1 10 0,1 5 0,0 5 0,0 3 0,0 4 0,-3 7 0,-1 8 0,-2 8 0,1 4 0,4 1 0,3 7 0,2 1 0,1 2 0,8 0 0,-1 2 0,3-5 0,6-5 0,7-1 0,2-8 0,16-4 0,0-10 0,5-5 0,3-4 0,3-6 0,4-9 0,2 2 0,-1-8 0,-4-2 0,3-6 0,-2-9 0,4-8 0,-6-9 0,-2-1 0,-9 1 0,3-2 0,-3-4 0,-4 3 0,-1-10 0,-6 5 0,-1-2 0,-6-2 0,-1-6 0,-2 1 0,-5-1 0,-6 0 0,-3 1 0,-8 5 0,3 0 0,-10 10 0,-2 1 0,-8 11 0,3 12 0,-5 5 0,-3 7 0,-4 0 0,-6 0 0,2 1 0,-2 5 0,8 4 0,-2 7 0,3 0 0,10 0 0,5 1 0,2-1 0,11 0 0,3 0 0,4 0 0,2 0 0,2-1 0,4-5 0,3-3 0,9-8 0,-1 0 0</inkml:trace>
  <inkml:trace contextRef="#ctx0" brushRef="#br0" timeOffset="10">21167 15818 8912,'-18'0'0,"1"0"0,0 0 0,0 0 0,9 0 0,8 0 0,10-2 0,13-4 0,11 4 0,12-6 0,6 1 0,5-5 0,6-3 0,6-4 0,4-2 0,3-4 0,2-2 0,-5 6 0,2-3 0,-14 6 0,-11 1 0,-14 2 0,-11 3 0,-14 5 0,-5 7 0,-12 0 0,4 0 0,-13 7 0,4 5 0,-5 3 0,-7 4 0,0 4 0,0-4 0,-1 14 0,-3-6 0</inkml:trace>
  <inkml:trace contextRef="#ctx0" brushRef="#br0" timeOffset="11">23180 4419 8912,'-17'0'0,"0"-2"0,-1-2 0,3-4 0,4 3 0,5 3 0,12 9 0,7 22 0,8 13 0,8 11 0,9 9 0,2 6 0,0 3 0,2 4 0,0-5 0,6 3 0,-2-8 0,-8-6 0,3-7 0,-1-3 0,-4-5 0,-5-8 0,-5-5 0,-5-16 0,-7 1 0,-3-7 0,-7-3 0,4-14 0,-16-1 0,-1-24 0,-9-3 0</inkml:trace>
  <inkml:trace contextRef="#ctx0" brushRef="#br0" timeOffset="12">23851 4487 8912,'16'-11'0,"-5"-1"0,-3 1 0,-8-6 0,-2 7 0,-6 5 0,-9 3 0,0 2 0,-22 3 0,3 9 0,-6 11 0,0 15 0,-8 8 0,-5 5 0,-4 7 0,-5 11 0,30-32 0,0 2-118,-1 1 1,1 0 0,0-2-1,-1-1 118,-34 26 0,16 2 0,7-10 0,7-5 0,13-6 0,8-18 0,13-3 0,3-4 0,9-9 0,5-4 0,9-14 0,2-9 0,7-8 0,-8-13 0,6-8 0,1-7 0</inkml:trace>
  <inkml:trace contextRef="#ctx0" brushRef="#br0" timeOffset="13">24281 4608 8912,'-11'0'0,"-1"0"0,7 0 0,-7 0 0,8 7 0,-5-1 0,5 11 0,-2 8 0,3 6 0,-5 5 0,2 4 0,2 6 0,2 11 0,2 4 0,0 6 0,0-4 0,0-5 0,0-5 0,2-3 0,4-4 0,4-6 0,7-12 0,0-3 0,0-15 0,0-4 0,3-6 0,-1-8 0,-2-9 0,4-8 0,-12-17 0,9-2 0</inkml:trace>
  <inkml:trace contextRef="#ctx0" brushRef="#br0" timeOffset="14">24127 5089 8912,'-18'0'0,"1"0"0,8 0 0,5 0 0,15 0 0,8-2 0,18-5 0,3-11 0,4 1 0,6-6 0,-5 4 0,5 2 0,-12 0 0,8 0 0,0-8 0,6-2 0</inkml:trace>
  <inkml:trace contextRef="#ctx0" brushRef="#br0" timeOffset="15">25056 4728 8912,'0'-17'0,"0"0"0,0 0 0,0 7 0,0 12 0,0 15 0,0 16 0,0 12 0,0 5 0,0 2 0,0 1 0,0 4 0,0-3 0,0 13 0,0-4 0,2-4 0,3-2 0,-1-5 0,8-6 0,-6 2 0,5-8 0,-5-10 0,5-13 0,-7-7 0,11-18 0,-5-1 0</inkml:trace>
  <inkml:trace contextRef="#ctx0" brushRef="#br0" timeOffset="16">25503 4711 8912,'0'-10'0,"0"3"0,0 7 0,-7 7 0,3 11 0,-6 10 0,3 5 0,-7 9 0,12-4 0,-5 8 0,1 2 0,0 1 0,0 9 0,6-1 0,0-6 0,0-5 0,8-6 0,4 6 0,-3-9 0,1-1 0,-3-8 0,-3-3 0,-2-4 0,-2-2 0,-8-9 0,-3-4 0,-4-4 0,-3-2 0</inkml:trace>
  <inkml:trace contextRef="#ctx0" brushRef="#br0" timeOffset="17">25211 4780 8912,'9'-23'0,"-3"-2"0,-4 0 0,-2 0 0,8-5 0,1 9 0,8-8 0,4 2 0,6-3 0,11 3 0,8 0 0,8 0 0,9 6 0,-10 4 0,3 12 0,-8 3 0,-6 2 0,-14 2 0,-3 5 0,-6 10 0,-5 1 0,-14 14 0,0-1 0,0 7 0,-15 6 0,3 2 0,-13-2 0,0-2 0,4 3 0,-5-3 0,1 0 0,4 1 0,-6-3 0,10-6 0,-2 0 0,5 1 0,3-1 0,1-7 0,6-2 0,8 0 0,6-6 0,9 6 0,6-8 0,9 0 0,0 0 0,14 0 0,-6-1 0,2-5 0,0 4 0,2-5 0,-8 1 0,-7 1 0,2-8 0,-14 9 0,4-7 0,-12-1 0,-3-5 0,-8 0 0,0 0 0,-8-1 0,-3-5 0,-5-11 0,-1-10 0</inkml:trace>
  <inkml:trace contextRef="#ctx0" brushRef="#br0" timeOffset="18">26346 4195 8912,'-9'-8'0,"-6"7"0,5-7 0,-1 2 0,-1 0 0,8 3 0,-3 8 0,1 9 0,0 7 0,0 6 0,6 7 0,0 0 0,0 1 0,0 1 0,0 2 0,0 4 0,0 2 0,0-6 0,0 2 0,0-3 0,-1-5 0,-5-3 0,4-4 0,-6-16 0,2-3 0,1-14 0,1-11 0,2-13 0,2-12 0,0-6 0,8-1 0,3-1 0,-1 0 0,1 1 0,3 1 0,1 4 0,0 0 0,-3 12 0,3 0 0,-4 17 0,5-3 0,1 15 0,0 1 0,0 2 0,-1 17 0,-3 8 0,-2 8 0,1 11 0,5-6 0,0 6 0,1 0 0,-7-6 0,1 5 0,1-5 0,2-2 0,-5-7 0,3 4 0,-5-9 0,1-1 0,-5-1 0,11-11 0,-3-3 0,3-12 0,2-3 0</inkml:trace>
  <inkml:trace contextRef="#ctx0" brushRef="#br0" timeOffset="19">26846 4144 8912,'0'11'0,"0"0"0,-2-7 0,-2 4 0,-2 0 0,0-7 0,6 15 0,0-5 0,8 5 0,3 1 0,5 0 0,1 0 0,8 8 0,2-4 0,7 8 0,0 1 0,1-5 0,1 6 0,4-9 0,-3 3 0,1-6 0,-8-1 0,-5 3 0,-7-14 0,-1 5 0,-6-5 0,1-7 0,-8-2 0,1-5 0,-3-10 0,-2-8 0,0-10 0</inkml:trace>
  <inkml:trace contextRef="#ctx0" brushRef="#br0" timeOffset="20">27259 4230 8912,'-18'0'0,"1"0"0,0 0 0,0 0 0,-1 0 0,7 5 0,0 5 0,-3 3 0,-1 8 0,-2 4 0,-1 4 0,1 13 0,0 2 0,0 0 0,0 5 0,1-5 0,5 8 0,-3-8 0,9-4 0,-1-12 0,6-5 0,0-3 0,0-11 0,15-9 0,4-9 0</inkml:trace>
  <inkml:trace contextRef="#ctx0" brushRef="#br0" timeOffset="21">27930 4333 8912,'-8'9'0,"6"-1"0,-13-8 0,3 0 0,3-6 0,-3 0 0,-1 1 0,-8 5 0,-2 0 0,2 0 0,-4 2 0,2 3 0,-7 5 0,10 9 0,-3 4 0,4 6 0,2 9 0,0 2 0,2 0 0,3-6 0,6 1 0,5-1 0,1-7 0,5-2 0,1-8 0,13-8 0,-2-3 0,2-4 0,8-11 0,2-9 0,3 1 0,1-17 0,-3 1 0,-1-5 0,0-10 0,-2 10 0,-4-8 0,-4-1 0,-2-3 0,0-2 0,-7-7 0,-3 0 0,-7-6 0,0 2 0,0 2 0,-2 0 0,-3 9 0,1 16 0,-8 13 0,7 11 0,-7 7 0,8 18 0,-3 14 0,-1 15 0,6 11 0,-4 16 0,-1 6 0,1-1 0,0 8 0,6-4 0,0 3 0,2-3 0,4-2 0,3-1 0,11-14 0,3-4 0,-2-5 0,5-8 0,-1-10 0,-2-7 0,-6-10 0,1 0 0</inkml:trace>
  <inkml:trace contextRef="#ctx0" brushRef="#br0" timeOffset="22">22974 6671 8912,'-2'-12'0,"-2"1"0,-4-2 0,1-3 0,-3 1 0,0 4 0,7 1 0,-3 4 0,4 4 0,2 10 0,0 15 0,2 9 0,4 9 0,5 4 0,4 5 0,4 2 0,3-3 0,2-1 0,3-2 0,2-8 0,5 2 0,-5-11 0,-2-8 0,-2-8 0,-4-7 0,5-4 0,-7-12 0,3-7 0,-7-11 0,-6-11 0,-1-6 0,5-5 0,-11-2 0,4 1 0,-4 1 0,-2 4 0,0-2 0,0 8 0,0 2 0,0 9 0,0 10 0,0 8 0,0 9 0,0 2 0,8 9 0,3 16 0,4 12 0,3 12 0,6 11 0,-3 8 0,6 1 0,-2 0 0,-4 0 0,-2-1 0,-2 9 0,-7-12 0,-4 2 0,-4-6 0,-4-4 0,-4-5 0,-11-3 0,-12-3 0,-3-4 0,-3-15 0,1-4 0,-6-6 0,-1-5 0,-1-5 0,4-9 0,-2-3 0,0-7 0,5-9 0,1-4 0,0-2 0,7-9 0,4 0 0,11-4 0,-1 3 0,7 3 0,1 5 0,5 3 0,0 1 0,1 0 0,5 2 0,11-4 0,10-7 0</inkml:trace>
  <inkml:trace contextRef="#ctx0" brushRef="#br0" timeOffset="23">24454 6774 8912,'17'0'0,"0"0"0,-7 0 0,-5-8 0,-10-3 0,-5 3 0,-9 3 0,-4 3 0,2 6 0,-6 5 0,0 8 0,1 2 0,-3 10 0,-6 5 0,7 8 0,-1 12 0,-2 5 0,1 10 0,1 9 0,4 12 0,8 2 0,8-1 0,3-5 0,12-9 0,7-8 0,8-14 0,8-13 0,5-11 0,6-20 0,-2-3 0,8-8 0,-7-8 0,8-3 0,-6-12 0,-3-6 0,-2-3 0,-1-3 0,-9 1 0,-3 1 0,-11 5 0,-5-12 0,-7 3 0</inkml:trace>
  <inkml:trace contextRef="#ctx0" brushRef="#br0" timeOffset="24">24006 7410 8912,'-17'2'0,"0"2"0,-1 2 0,9 1 0,5-1 0,8 4 0,7-1 0,14-1 0,10-8 0,7 0 0,9-2 0,1-4 0,-4-3 0,0-10 0,-1-4 0,7 3 0,-8-2 0,-2-3 0,2 0 0,0 0 0,-2 0 0,-2-5 0,-8 3 0,0-7 0,1-1 0</inkml:trace>
  <inkml:trace contextRef="#ctx0" brushRef="#br0" timeOffset="25">25400 6860 8912,'-11'-9'0,"-1"3"0,8-4 0,-5 10 0,3 0 0,4 10 0,-4 15 0,4 9 0,2 8 0,0 10 0,0 1 0,0 4 0,0 6 0,0 4 0,0 2 0,0 0 0,0 0 0,0-8 0,0-4 0,6-11 0,0-6 0,0-9 0,-5-7 0,5-4 0,2-9 0,3-17 0,5-11 0,-7-10 0</inkml:trace>
  <inkml:trace contextRef="#ctx0" brushRef="#br0" timeOffset="26">25693 6929 8912,'-8'-17'0,"6"7"0,-6 6 0,8 16 0,0 7 0,0 17 0,0 4 0,0 4 0,0 10 0,2 3 0,2 6 0,2 4 0,0 2 0,-5-2 0,5-4 0,-4 2 0,4-8 0,-4-2 0,-2-15 0,0-7 0,0-6 0,0-6 0,-8-2 0,6-12 0,-4-7 0,-3-23 0,-1-13 0</inkml:trace>
  <inkml:trace contextRef="#ctx0" brushRef="#br0" timeOffset="27">25297 6980 8912,'0'-11'0,"0"-1"0,0-1 0,0-2 0,4-2 0,7-1 0,4 7 0,20 0 0,3-7 0,14-3 0,-1 6 0,9-2 0,3 5 0,-4 5 0,-2 1 0,-11 4 0,-6 2 0,-17 8 0,-7 5 0,-7 8 0,-5 0 0,-10 8 0,-11-1 0,-10 9 0,-7 3 0,5-4 0,0 4 0,-1-3 0,5 3 0,2 0 0,6 0 0,3-6 0,5-1 0,1-5 0,3 5 0,12-14 0,7 4 0,7-4 0,2 2 0,11-4 0,-2 2 0,14-13 0,0-2 0,-2-2 0,12-2 0,-5 0 0,-1-2 0,-4-4 0,-6 2 0,6-7 0,-15 1 0,-3-1 0,-7-4 0,-5 11 0,-5-8 0,-5-1 0,-4-2 0,-2-3 0,0 1 0,0-8 0,-8-1 0,-2-9 0</inkml:trace>
  <inkml:trace contextRef="#ctx0" brushRef="#br0" timeOffset="28">26415 6396 8912,'0'-29'0,"0"2"0,2 3 0,4 3 0,-4 7 0,4 3 0,-4 7 0,-1 6 0,3 15 0,2 10 0,-2 5 0,-2 10 0,-2 4 0,0 4 0,0-1 0,0-3 0,0 4 0,0-4 0,0 4 0,0-7 0,0-2 0,0-7 0,0-5 0,0-6 0,0-4 0,0-10 0,0 6 0,0-20 0,-2-3 0,-4-15 0,4-7 0,-4 1 0,5-5 0,1-7 0,0-2 0,0-9 0,0-2 0,0-3 0,1 2 0,5-8 0,4 7 0,7-1 0,0 11 0,0 8 0,2 5 0,4 5 0,-3 14 0,6-1 0,-3 15 0,4 10 0,7 7 0,1 10 0,-1 11 0,1 2 0,-7 8 0,1-2 0,-8 3 0,2 1 0,-4-4 0,-2 2 0,1-8 0,-9 2 0,-3-4 0,-4 2 0,-2-6 0,0-5 0,-2-10 0,-4-2 0,-3 1 0,-3-17 0,1 5 0,-1-4 0,-5-17 0,0-8 0,0-15 0,-1-6 0</inkml:trace>
  <inkml:trace contextRef="#ctx0" brushRef="#br0" timeOffset="29">28601 4350 8912,'-12'0'0,"1"0"0,5 0 0,-5 0 0,-3 0 0,-1 0 0,4-6 0,-1 0 0,8 1 0,-3 5 0,14 0 0,5 0 0,3 0 0,2 0 0,2 0 0,4 0 0,6 0 0,3 0 0,-3 0 0,0 0 0,1 0 0,3-6 0,1 0 0,-1 2 0,-4 2 0,-5 2 0,-14 0 0,-10 8 0,-10 2 0</inkml:trace>
  <inkml:trace contextRef="#ctx0" brushRef="#br0" timeOffset="30">28566 4763 8912,'-9'7'0,"1"-5"0,8 6 0,4-8 0,6-2 0,7-4 0,11-3 0,-3-9 0,6 1 0,-2 0 0,-1 0 0,7 0 0,-3-1 0,-3 1 0,-4-2 0,-8-4 0,0-4 0,0-7 0</inkml:trace>
  <inkml:trace contextRef="#ctx0" brushRef="#br0" timeOffset="31">28790 4092 8912,'0'-27'0,"8"2"0,-4 10 0,7 4 0,1 1 0,5 6 0,0-1 0,2 6 0,4 11 0,4 7 0,0 10 0,5-1 0,-5 22 0,5-4 0,-3 4 0,4-7 0,-14 7 0,4-4 0,-6 4 0,-6 1 0,-3-1 0,-8-2 0,0-3 0,-8-6 0,-3-3 0,-12-7 0,2-3 0,-8 3 0,0-10 0,-5-9 0,2-3 0,3-3 0,-11-10 0,3-3 0</inkml:trace>
  <inkml:trace contextRef="#ctx0" brushRef="#br0" timeOffset="32">29358 4040 8912,'0'-11'0,"0"-1"0,8 9 0,1-3 0,8 12 0,1 3 0,1 10 0,4 4 0,5 6 0,5 3 0,1 3 0,3-1 0,3 1 0,-2-3 0,6-1 0,-2-5 0,-4-1 0,-1-2 0,-5-2 0,-5-2 0,-10-4 0,-7-9 0,-10 2 0,-2-8 0,-4-2 0,-5-4 0,-12-11 0,-4-10 0</inkml:trace>
  <inkml:trace contextRef="#ctx0" brushRef="#br0" timeOffset="33">29840 3868 8912,'-15'4'0,"3"8"0,-11 7 0,10 19 0,-14 6 0,2 8 0,-5 11 0,1-2 0,-4 2 0,-1 0 0,7 0 0,-3-4 0,9-7 0,5-10 0,-1-6 0,15-9 0,-4-4 0,6-16 0,6-14 0,6-20 0,3-13 0,2-12 0</inkml:trace>
  <inkml:trace contextRef="#ctx0" brushRef="#br0" timeOffset="34">30029 3886 8912,'0'-10'0,"2"1"0,4 3 0,-2 4 0,7-4 0,1 4 0,7 6 0,4 6 0,3 9 0,1 6 0,6 3 0,-7 9 0,1 3 0,6-4 0,-7 12 0,7-8 0,-4-2 0,-3-2 0,-5-1 0,0-3 0,-5-3 0,1-4 0,-15-14 0,4 1 0,-4-9 0,-2 5 0,-16-23 0,-3-4 0</inkml:trace>
  <inkml:trace contextRef="#ctx0" brushRef="#br0" timeOffset="35">30494 3868 8912,'-10'18'0,"-5"1"0,3 4 0,-3 5 0,-10 5 0,4 9 0,-6 6 0,1 5 0,-1 4 0,6-5 0,-2-6 0,4 2 0,2-6 0,-1-2 0,1-12 0,8-9 0,3-11 0,4-6 0,2-6 0,8-28 0,1-5 0</inkml:trace>
  <inkml:trace contextRef="#ctx0" brushRef="#br0" timeOffset="36">19239 14614 8912,'10'0'0,"-2"8"0,-8 1 0,0 9 0,0 6 0,0 5 0,0 4 0,0 3 0,0 2 0,0 2 0,0 6 0,0-6 0,0-2 0,0-1 0,0-5 0,0-3 0,0 1 0,0-7 0,0-2 0,-8-9 0,-2 3 0,-7-5 0</inkml:trace>
  <inkml:trace contextRef="#ctx0" brushRef="#br0" timeOffset="37">18809 14820 8912,'0'-11'0,"2"1"0,4 3 0,5-7 0,14 3 0,9-6 0,12-4 0,10-2 0,5-8 0,15 6 0,5-5 0,3 3 0,2 2 0,-4 2 0,-7 6 0,-8 2 0,-20 3 0,-6 7 0,-9 3 0,-22 4 0,-5 3 0,-3 5 0,-4 5 0,-3-1 0,-7-3 0,5-7 0,-9 4 0,7-16 0,-8-2 0</inkml:trace>
  <inkml:trace contextRef="#ctx0" brushRef="#br1" timeOffset="38">29771 3387 8912,'-8'-17'0,"5"5"0,-9 1 0,3 5 0,-3-5 0,4 7 0,10-4 0,4 10 0,6 4 0,3 5 0,-4 10 0,1 4 0,1 2 0,1 4 0,-3 1 0,4 2 0,-7-5 0,3 0 0,-5 1 0,-4 3 0,-2 1 0,0-1 0,0-5 0,0 3 0,0-8 0,-2 0 0,-4-6 0,3-2 0,-9-1 0,-1-3 0,-3-15 0,-1 2 0,-8-30 0,-1-5 0</inkml:trace>
  <inkml:trace contextRef="#ctx0" brushRef="#br1" timeOffset="39">29582 3353 8912,'-17'0'0,"-1"0"0,1 0 0,6-6 0,-1 0 0,6 0 0,-5 6 0,7 0 0,0-1 0,16-5 0,7-4 0,19-7 0,8 0 0,8-8 0,14-2 0,1 1 0,-2-1 0,-4 4 0,2 4 0,-7-4 0,-3 6 0,-9 5 0,-6-1 0,-11 7 0,-6 2 0,-12 2 0,4 2 0,-13 0 0,-2-7 0,-9-3 0</inkml:trace>
  <inkml:trace contextRef="#ctx0" brushRef="#br1" timeOffset="40">30941 3765 8912,'0'-11'0,"0"-1"0,0-1 0,0-2 0,0-2 0,0 5 0,0 1 0,0 7 0,-2-2 0,-2 12 0,-3 7 0,-3 8 0,6 6 0,-11 15 0,4 6 0,-5 5 0,-1 6 0,0 3 0,0 1 0,0 3 0,1-1 0,5-2 0,-3-7 0,9 1 0,-1-19 0,6-5 0,2-18 0,4-3 0,5-5 0,12-7 0,4-2 0,7-5 0,2-11 0,5-8 0,-5-7 0,6-1 0,-11 1 0,-8 5 0,0-12 0,-14 3 0</inkml:trace>
  <inkml:trace contextRef="#ctx0" brushRef="#br1" timeOffset="41">30666 4298 8912,'-27'0'0,"2"0"0,8 0 0,6 0 0,-1 0 0,18-2 0,5-3 0,12-5 0,12-7 0,7 0 0,0 0 0,6-1 0,-3 1 0,-4 0 0,5 0 0,-8-8 0,4 6 0,-8-6 0</inkml:trace>
  <inkml:trace contextRef="#ctx0" brushRef="#br1" timeOffset="42">31457 3714 8912,'-15'-2'0,"2"-2"0,3-4 0,1 1 0,-1-1 0,4 2 0,-3 8 0,1 4 0,4 5 0,0 20 0,1 9 0,-3 8 0,0 5 0,6 5 0,0-3 0,0 8 0,0 2 0,0-6 0,0-1 0,0-7 0,0-5 0,6-4 0,0-8 0,7-7 0,-9-4 0,7-11 0,1-9 0,-3-6 0,7-15 0,-7-8 0,8-9 0</inkml:trace>
  <inkml:trace contextRef="#ctx0" brushRef="#br1" timeOffset="43">31630 3800 8912,'-12'11'0,"3"1"0,-1 3 0,0 6 0,5 0 0,-7 8 0,8 5 0,-1 6 0,-5 8 0,8-10 0,-4 6 0,4-2 0,2 4 0,0-6 0,0-2 0,0-3 0,0-7 0,0 3 0,0-8 0,0 0 0,0-6 0,8-15 0,2-4 0</inkml:trace>
  <inkml:trace contextRef="#ctx0" brushRef="#br1" timeOffset="44">31285 3697 8912,'-9'0'0,"3"0"0,12 0 0,5-2 0,5-4 0,14-9 0,8-8 0,8 0 0,8-2 0,1 6 0,3-6 0,-1 8 0,-5 7 0,-10 5 0,-6 5 0,-9 5 0,-14 12 0,-7 12 0,-12 11 0,-5 6 0,-6 9 0,-6 5 0,-4-1 0,0 0 0,-4 0 0,8-1 0,1-13 0,6 1 0,3-9 0,3-9 0,3-5 0,1-4 0,8-9 0,4-4 0,5-4 0,12-10 0,6-7 0,11-8 0,-2-8 0,8 2 0,-6-3 0,4-4 0,-2-4 0,-2-4 0,-5-8 0,-1 0 0</inkml:trace>
  <inkml:trace contextRef="#ctx0" brushRef="#br1" timeOffset="45">31922 3284 8912,'-17'0'0,"0"0"0,-1 0 0,1 0 0,6 2 0,1 4 0,3 5 0,-5 10 0,6 2 0,1 7 0,5-1 0,0 4 0,0 1 0,0 0 0,7-5 0,5 0 0,3-8 0,2 0 0,0-8 0,-5 0 0,-1-7 0,-7 0 0,12-16 0,-5-7 0,-1-4 0,1-13 0,-5 1 0,3-13 0,-1-1 0,-2-11 0,-6-5 0,0-3 0,0-3 0,0 0 0,0 0 0,0 0 0,0 3 0,0 3 0,0 17 0,0 11 0,0 20 0,0 2 0,0 18 0,0 14 0,0 16 0,0 13 0,0 9 0,0 8 0,0-2 0,2-2 0,3 0 0,5-2 0,1-3 0,1-3 0,-1-9 0,12-2 0,2-9 0,0-5 0,0-3 0,-4 0 0,6-13 0,-8 3 0,4-15 0,-4-8 0,-2-1 0</inkml:trace>
  <inkml:trace contextRef="#ctx0" brushRef="#br1" timeOffset="46">32197 2957 8912,'-11'16'0,"-1"-5"0,3-1 0,-3-5 0,7 3 0,10 5 0,7-1 0,3 1 0,4 2 0,4 3 0,6-1 0,3 0 0,-5 0 0,6 2 0,-5 2 0,5 2 0,-6-2 0,-4-9 0,-4 3 0,-2-5 0,0-1 0,-7-1 0,-10-24 0,-10-3 0</inkml:trace>
  <inkml:trace contextRef="#ctx0" brushRef="#br1" timeOffset="47">32542 2871 8912,'5'17'0,"1"1"0,-2-1 0,-4 2 0,-8 4 0,-7 7 0,-6 9 0,-4-1 0,2 8 0,-4 0 0,-7 5 0,7 5 0,4-5 0,4-3 0,2-14 0,7-1 0,5-5 0,3-10 0,17-11 0,4-7 0</inkml:trace>
  <inkml:trace contextRef="#ctx0" brushRef="#br1" timeOffset="48">33075 2854 8912,'-19'-8'0,"0"-3"0,2-4 0,-10 3 0,10 3 0,-2 1 0,-1 4 0,3 10 0,0 5 0,6 7 0,-1 5 0,8 3 0,-3 9 0,7-1 0,0 0 0,0 1 0,0-1 0,0 1 0,0-1 0,1-2 0,5-3 0,-2-4 0,8-8 0,-1-7 0,6-3 0,0-9 0,1-3 0,5-13 0,0-10 0,1-10 0,-1-3 0,-4-6 0,6 3 0,-8-8 0,1 1 0,-9-1 0,5-7 0,-9-4 0,-1-4 0,-2-8 0,-2 1 0,-6 5 0,1 6 0,-7 15 0,5 6 0,-3 16 0,6 10 0,-4 18 0,8 8 0,0 13 0,0 19 0,0 21 0,-5 11 0,-1 6 0,0 5-255,6 1 1,0-1 254,0 1 0,2 0 0,4 0 0,3-7 0,11 1 0,3-9 0,5-5 0,5-14 0,1 0 0,1-12 0,3-4 0,8-11 0,7-10 0</inkml:trace>
  <inkml:trace contextRef="#ctx0" brushRef="#br1" timeOffset="49">27637 7376 8912,'-8'17'0,"7"4"0,-7 6 0,2 9 0,-1 6 0,-3 6 0,4 2 0,-3 1 0,1-1 0,2-2 0,-1-3 0,5-1 0,-4 0 0,4-7 0,2-7 0,2-16 0,4-3 0,11-22 0,10-9 0</inkml:trace>
  <inkml:trace contextRef="#ctx0" brushRef="#br1" timeOffset="50">28222 7084 8912,'-17'-2'0,"0"-4"0,5 4 0,1-4 0,5 6 0,-5 6 0,7 5 0,-4 12 0,1 6 0,5 13 0,-4 10 0,4 9 0,2 6 0,2 1 0,4 1 0,3 4 0,8-4 0,1-6 0,-1-18 0,6-4 0,0-13 0,5-5 0,-3-11 0,2-7 0,-4-7 0,4-7 0,-1-12 0,1-10 0,-6 1 0,10-20 0,-10 4 0,-6-3 0,1-9 0,-11 1 0,1 0 0,-6 5 0,0 0 0,-10 1 0,-7-1 0,-10 3 0,-5 3 0,-2 6 0,1 11 0,4 6 0,-3 12 0,13 3 0,-4 8 0,6 4 0,3 5 0,3 9 0,-1 4 0,-5 1 0,0-3 0,0 12 0,-1-5 0</inkml:trace>
  <inkml:trace contextRef="#ctx0" brushRef="#br1" timeOffset="51">28016 7462 8912,'9'17'0,"-1"-7"0,-8-3 0,8-7 0,3 0 0,4-2 0,4-3 0,4-7 0,6-3 0,11-2 0,6-1 0,4-1 0,1-2 0,1-2 0,0-7 0,-1 3 0</inkml:trace>
  <inkml:trace contextRef="#ctx0" brushRef="#br1" timeOffset="52">29100 7066 8912,'-17'-5'0,"-1"-1"0,7 0 0,0 6 0,5-6 0,-6 1 0,7-1 0,-7 8 0,1 6 0,1 9 0,-5 8 0,5 11 0,-7 4 0,0 6 0,5 5 0,3 5 0,1 3 0,4 2 0,2 2 0,2-4 0,2-7 0,4-10 0,4-6 0,9-15 0,4-5 0,5-7 0,5-3 0,1-14 0,1-3 0,-1-6 0,0-6 0,-1 2 0,-4-8 0,-12 0 0,-2-5 0,-5 0 0</inkml:trace>
  <inkml:trace contextRef="#ctx0" brushRef="#br1" timeOffset="53">28979 7341 8912,'0'25'0,"-5"-6"0,-1 4 0,0-11 0,6 3 0,0-13 0,10 6 0,7-10 0,10-2 0,5-6 0,3-5 0,7 2 0,-6-12 0,4 8 0,-3-6 0,-3 0 0,0-2 0,1 2 0,-8-4 0,-3-7 0</inkml:trace>
  <inkml:trace contextRef="#ctx0" brushRef="#br1" timeOffset="54">29530 7032 8912,'10'-8'0,"5"6"0,-5-5 0,-1 7 0,-1 0 0,-8 9 0,0 9 0,0 1 0,0 9 0,-8 9 0,-2 8 0,1 5 0,-4 2 0,7-1 0,0 1 0,-2-1 0,7-7 0,-7-2 0,8-7 0,8-1 0,1-9 0,8-8 0,0-9 0,1-14 0,-1-11 0,0-10 0</inkml:trace>
  <inkml:trace contextRef="#ctx0" brushRef="#br1" timeOffset="55">29788 6980 8912,'0'18'0,"0"-1"0,0 8 0,0 3 0,0 14 0,0 10 0,0 1 0,0 10 0,0 2 0,0 2 0,0 2 0,0-2 0,0-6 0,0-9 0,0-8 0,0-18 0,0-3 0,0-4 0,-7-9 0,3-3 0,-6-8 0,3-5 0,-7-11 0,5-10 0</inkml:trace>
  <inkml:trace contextRef="#ctx0" brushRef="#br1" timeOffset="56">29547 7152 8912,'0'-17'0,"0"8"0,0-7 0,0 5 0,2-3 0,2 1 0,2 2 0,1-1 0,-1-5 0,4 2 0,7 3 0,0-3 0,6 5 0,2-5 0,2 4 0,-4-3 0,3 9 0,-1 1 0,-4 2 0,-2 2 0,-1 7 0,-3 5 0,-4 3 0,-3 4 0,-8 4 0,0 2 0,0 4 0,0 3 0,0-3 0,0 3 0,0 3 0,0-1 0,0-1 0,0-3 0,0-1 0,8-8 0,-4 0 0,7-8 0,2 1 0,3-3 0,1-11 0,0 0 0,0 0 0,6-8 0,2-5 0,2-8 0,2-6 0,5-7 0</inkml:trace>
  <inkml:trace contextRef="#ctx0" brushRef="#br1" timeOffset="57">30391 6585 8912,'-8'-27'0,"4"8"0,-7 8 0,-1 7 0,-5-2 0,0 4 0,-1 4 0,1 4 0,0 5 0,0 6 0,0 5 0,1 2 0,5 3 0,3 2 0,2 5 0,1 1 0,1-1 0,2-7 0,2 3 0,0-7 0,0-2 0,6-7 0,-1-3 0,9-7 0,-6 0 0,5-14 0,-2-7 0,1-12 0,-1 2 0,1-9 0,1-4 0,-3 2 0,-1-6 0,-1 2 0,-4 4 0,-2-6 0,-2 6 0,0-8 0,0-2 0,0 6 0,0 2 0,0 9 0,0 3 0,0 14 0,0-9 0,0 12 0,0 5 0,0 6 0,0 10 0,0 14 0,0 11 0,0 1 0,0 10 0,0 2 0,0 1 0,0 3 0,0-2 0,0-4 0,7 3 0,-3-13 0,6 7 0,-3-1 0,5-14 0,-6 1 0,7-8 0,-3-4 0</inkml:trace>
  <inkml:trace contextRef="#ctx0" brushRef="#br1" timeOffset="58">30614 6344 8912,'8'17'0,"1"6"0,9 2 0,1 2 0,4 4 0,5 1 0,5 2 0,-1 1 0,-1-3 0,-2-3 0,-3 1 0,3-9 0,-6-3 0,-4-5 0,-7-9 0,-3 0 0,-1-8 0,-2-8 0,-6-11 0,0-3 0,0-9 0</inkml:trace>
  <inkml:trace contextRef="#ctx0" brushRef="#br1" timeOffset="59">30976 6310 8912,'-18'0'0,"1"0"0,0 8 0,0 3 0,0 12 0,-1 6 0,1 11 0,-6 6 0,-2 11 0,-1 6 0,5 4 0,-4 2 0,4-5 0,3-6 0,-3-1 0,20-23 0,-5 1 0,4-10 0,10-6 0,1-10 0,16-16 0,2-12 0</inkml:trace>
  <inkml:trace contextRef="#ctx0" brushRef="#br1" timeOffset="60">31423 6155 8912,'-25'17'0,"6"8"0,-6 10 0,10 12 0,3 9 0,-3 5 0,7 13 0,-5 5 0,4 3 0,1 6 0,4-6 0,12-8 0,9-3 0,2-10 0,10-4 0,-8-5 0,2-6 0,3 4 0,1-6 0</inkml:trace>
  <inkml:trace contextRef="#ctx0" brushRef="#br1" timeOffset="61">28033 10024 8912,'-12'-2'0,"3"0"0,3 4 0,8 11 0,6 10 0,11 11 0,4 1 0,4 1 0,7 2 0,0 4 0,1 0 0,-1 0 0,3-2 0,1-5 0,2-3 0,-2-3 0,-3 2 0,-7-10 0,-5-6 0,-4-8 0,-7-5 0,-1-2 0,-7-2 0,2-3 0,-20-20 0,-5-11 0</inkml:trace>
  <inkml:trace contextRef="#ctx0" brushRef="#br1" timeOffset="62">28446 10092 8912,'-8'-9'0,"-1"1"0,-3 6 0,1-3 0,-1 5 0,-5 0 0,0 9 0,-8 14 0,-4 8 0,-3 7 0,-1 6 0,5 7 0,-5 1 0,6-1 0,-1 1 0,1 0 0,2-1 0,10-15 0,-1 5 0,15-22 0,-5-6 0,12-19 0,5-15 0,4-25 0,3-7 0</inkml:trace>
  <inkml:trace contextRef="#ctx0" brushRef="#br1" timeOffset="63">28756 9714 8912,'-2'-11'0,"-4"-1"0,4 8 0,-6-3 0,8 9 0,0 3 0,6 11 0,2 8 0,1 1 0,5 0 0,-5 6 0,3-3 0,-1-3 0,1 6 0,-1-6 0,3 1 0,-7-3 0,-1 6 0,4-8 0,-8 4 0,-2-8 0,-10 0 0</inkml:trace>
  <inkml:trace contextRef="#ctx0" brushRef="#br1" timeOffset="64">28670 9731 8912,'-10'-7'0,"2"-3"0,8-7 0,4 0 0,8 0 0,1-6 0,16 0 0,1 0 0,9 6 0,3-1 0,2 1 0,2 0 0,3 7 0,-3 5 0,2 3 0,-10 2 0,-5 0 0,1 15 0,-7 4 0</inkml:trace>
  <inkml:trace contextRef="#ctx0" brushRef="#br1" timeOffset="65">29134 9886 8912,'-11'0'0,"-1"0"0,9 0 0,-5 0 0,10 2 0,4 4 0,5 5 0,12 10 0,6 2 0,3 6 0,3-6 0,-1 7 0,0-3 0,1 7 0,-1-1 0,1-4 0,-7 1 0,1-7 0,-8 0 0,2-6 0,-4 0 0,-9-7 0,-3-10 0,-7-10 0</inkml:trace>
  <inkml:trace contextRef="#ctx0" brushRef="#br1" timeOffset="66">29599 9817 8912,'-27'17'0,"-3"1"0,7-1 0,0 8 0,5 3 0,1 5 0,-2 3 0,-4 4 0,2 2 0,-8 4 0,8 4 0,-2-6 0,2 2 0,2-2 0,2-2 0,-4-2 0,19-14 0,-4-3 0,5-13 0,1-10 0,7-23 0,3-13 0</inkml:trace>
  <inkml:trace contextRef="#ctx0" brushRef="#br1" timeOffset="67">29909 9800 8912,'-29'0'0,"2"0"0,2 0 0,2 2 0,6 4 0,0 5 0,6 6 0,1 6 0,2 8 0,5 7 0,1-2 0,2 4 0,7 3 0,5-3 0,3 0 0,2-6 0,2-1 0,4-5 0,-4 3 0,4-8 0,-4-8 0,4-2 0,0-7 0,-2-2 0,-1-4 0,-1-6 0,2-5 0,2-5 0,0-8 0,-6-5 0,0-3 0,0-5 0,0-3 0,-7 2 0,-4-8 0,-4 6 0,-2-4 0,-2 0 0,-4 2 0,-6 0 0,-5 4 0,-6 9 0,4 4 0,-4 8 0,-4 8 0,8 1 0,-4 8 0,4 0 0,-4 8 0,0 3 0,2 4 0,-5 3 0,-1-1 0</inkml:trace>
  <inkml:trace contextRef="#ctx0" brushRef="#br1" timeOffset="68">29737 10075 8912,'5'19'0,"1"4"0,0-9 0,-6 3 0,7-11 0,-3 1 0,10-7 0,5 0 0,6 0 0,9-4 0,2-5 0,5-8 0,3-4 0,-1-4 0,7 6 0,-13-6 0,1 8 0,-6 1 0,-3 5 0,-8-4 0,-4 13 0,-9-6 0,-8 8 0</inkml:trace>
  <inkml:trace contextRef="#ctx0" brushRef="#br1" timeOffset="69">31010 9508 8912,'0'-12'0,"2"1"0,2-2 0,2-3 0,-3-1 0,-1 6 0,-2-1 0,-2 8 0,-3-1 0,-5 5 0,-7 5 0,2 7 0,1 11 0,3 5 0,-1 12 0,-5 6 0,0 4 0,5 2 0,3-1 0,-1 3 0,3 1 0,-1 2 0,2 1 0,6-7 0,0-7 0,0-4 0,8-3 0,3-16 0,12-4 0,-2-11 0,8-1 0,2-12 0,7-9 0,2-5 0,-6-9 0,-9 3 0,-6 0 0,2-13 0,-11 4 0</inkml:trace>
  <inkml:trace contextRef="#ctx0" brushRef="#br1" timeOffset="70">30752 9938 8912,'-12'0'0,"1"0"0,9 0 0,2 0 0,2 0 0,9 0 0,9-6 0,8 0 0,5-7 0,1 1 0,6-3 0,0-2 0,8 0 0,-9-6 0,6 0 0,1-8 0,6 5 0</inkml:trace>
  <inkml:trace contextRef="#ctx0" brushRef="#br1" timeOffset="71">31337 9508 8912,'-17'-10'0,"7"-5"0,3 15 0,7 0 0,0 10 0,0 12 0,0 9 0,0 7 0,7 6 0,-5 6 0,6-1 0,-2-1 0,-1 0 0,7 4 0,-5-10 0,3 2 0,-1-12 0,3 2 0,3-11 0,-3 0 0,-3-11 0,3-7 0,-1-3 0,6-9 0,1-3 0</inkml:trace>
  <inkml:trace contextRef="#ctx0" brushRef="#br1" timeOffset="72">31578 9405 8912,'-17'0'0,"-1"0"0,1 0 0,8 0 0,1 7 0,8 5 0,0 11 0,0 7 0,0 14 0,0 8 0,2 13 0,2 0 0,3 3 0,3-1 0,0-9 0,1-1 0,4-4 0,-3-1 0,-3-10 0,3-8 0,-8-7 0,1-10 0,-1-1 0,2-5 0,-4-11 0,-2-17 0,-10-10 0</inkml:trace>
  <inkml:trace contextRef="#ctx0" brushRef="#br1" timeOffset="73">31406 9508 8912,'-17'-8'0,"-1"4"0,1-7 0,0-1 0,7-5 0,5 0 0,10 6 0,7-1 0,3 1 0,10-1 0,4 3 0,3-1 0,3 2 0,-1 1 0,0 1 0,-1 6 0,-4 0 0,-6 0 0,1 2 0,-1 4 0,-7 5 0,-11 12 0,-3 4 0,-2 7 0,0 1 0,-7 5 0,-5 2 0,-3 2 0,0 0 0,3 1 0,-1 3 0,7-8 0,-5-1 0,5-9 0,2-3 0,2-2 0,2-2 0,8-14 0,5-3 0,8-4 0,2-4 0,10-6 0,5-9 0,4-10 0,4-5 0,4-3 0,-5 1 0,-2 0 0,-1-8 0,2-2 0</inkml:trace>
  <inkml:trace contextRef="#ctx0" brushRef="#br1" timeOffset="74">31888 8854 8912,'-2'-9'0,"-2"1"0,-4 3 0,-1-1 0,-5 2 0,-1 2 0,0 4 0,-1 6 0,-1 9 0,4 8 0,-10 9 0,11 8 0,-3 0 0,6 6 0,-1-2 0,-3 0 0,7 3 0,2-3 0,2-6 0,4-5 0,4-7 0,-4-11 0,13-9 0,-4-10 0,5-5 0,1-11 0,0-7 0,0-11 0,1-4 0,-3-4 0,-2-7 0,-1-1 0,-8-5 0,1-1 0,-3-7 0,-2 6 0,0-4 0,-7-2 0,-5 8 0,-3 0 0,-2 7 0,-1 4 0,7 17 0,-1 12 0,9 11 0,-5 1 0,8 12 0,0 11 0,0 8 0,2 7 0,4 1 0,-3 8 0,9 4 0,-1 4 0,5-4 0,-3-2 0,-1-2 0,-1 3 0,6-4 0,0 2 0,1-8 0,1 3 0,2-11 0,2 0 0,0-5 0,-4-10 0,4-6 0,-4-4 0,-2-2 0,6-8 0,-4-2 0</inkml:trace>
  <inkml:trace contextRef="#ctx0" brushRef="#br1" timeOffset="75">32111 8683 8912,'0'11'0,"0"0"0,2-5 0,4 6 0,4-1 0,9 6 0,2 1 0,2-1 0,7 8 0,-3-4 0,7 7 0,-5-7 0,-2 0 0,-2-7 0,3 1 0,-5-4 0,0-3 0,-5-2 0,-1-4 0,0-2 0,-7 0 0,5-8 0,-6-9 0,9-10 0</inkml:trace>
  <inkml:trace contextRef="#ctx0" brushRef="#br1" timeOffset="76">32404 8614 8912,'-17'0'0,"1"2"0,5 3 0,-4-1 0,3 8 0,3 7 0,-3 9 0,3 13 0,-3 4 0,-3 7 0,3 5 0,3 3 0,-3 3 0,1-6 0,1-4 0,3-9 0,7-2 0,0-7 0,7-9 0,3-8 0,7-13 0,8-18 0,2-6 0</inkml:trace>
  <inkml:trace contextRef="#ctx0" brushRef="#br1" timeOffset="77">32955 8270 8912,'-10'0'0,"2"4"0,8 7 0,-7 8 0,-1 33 0,-5 13 0,1 19 0,6-34 0,-1 1 0,-1 5 0,1 1 0,-1 4 0,0 2 0,2 0 0,1 0 0,0-3 0,2-1-200,2-4 1,2-2 0,9 37 199,7-10 0,8-15 0,9-5 0</inkml:trace>
  <inkml:trace contextRef="#ctx0" brushRef="#br1" timeOffset="78">27448 11829 8912,'-12'-17'0,"3"-1"0,1 1 0,4 0 0,-3 6 0,1-1 0,2-1 0,2 1 0,2 7 0,10 14 0,5 20 0,6 3 0,4 8 0,-2 2 0,7 2 0,9 4 0,-3-6 0,6 6 0,-7-8 0,1 0 0,4 2 0,-4-7 0,5-1 0,-7-7 0,-5-10 0,-5-2 0,-6-3 0,-1-7 0,-8-3 0,-1-17 0,-8-4 0</inkml:trace>
  <inkml:trace contextRef="#ctx0" brushRef="#br1" timeOffset="79">27895 11812 8912,'-17'-18'0,"0"3"0,0 4 0,5-3 0,1 11 0,-3 4 0,-1 7 0,-12 23 0,-5 7 0,-7 10 0,-8-1 0,1 13 0,-4-1 0,0 0 0,4 4 0,6-6 0,12-11 0,5-4 0,11-7 0,5-9 0,8-8 0,5-13 0,6-7 0,9-9 0,2-12 0,7-15 0,-3-6 0</inkml:trace>
  <inkml:trace contextRef="#ctx0" brushRef="#br1" timeOffset="80">28050 11537 8912,'0'-18'0,"0"1"0,0 6 0,0-1 0,0 8 0,0-3 0,0 20 0,0 6 0,0 8 0,0 9 0,0-1 0,0 5 0,0 4 0,0 2 0,0-2 0,0 1 0,0-6 0,0 1 0,0-4 0,0-2 0,0-7 0,-8 6 0,-1-7 0</inkml:trace>
  <inkml:trace contextRef="#ctx0" brushRef="#br1" timeOffset="81">27826 11399 8912,'-32'-8'0,"3"-3"0,4 1 0,8-1 0,8-1 0,3 3 0,12 3 0,11-1 0,12-1 0,5-2 0,6-1 0,6 1 0,4-5 0,7 11 0,0-7 0,1 7 0,-7-2 0,1 4 0,0 2 0,-8 0 0,5 8 0,-5 2 0</inkml:trace>
  <inkml:trace contextRef="#ctx0" brushRef="#br1" timeOffset="82">28601 11794 8912,'0'-11'0,"-2"1"0,-4 3 0,2-5 0,-7 7 0,7 1 0,-2 10 0,4 7 0,2 8 0,0 0 0,0 8 0,2-3 0,2 3 0,4-4 0,1 0 0,3-6 0,7 2 0,4-8 0,-12 2 0,20-13 0,-8 4 0,0-14 0,0-9 0,-10-2 0,-1-9 0,-9-1 0,3-4 0,-4 5 0,-2-5 0,0 14 0,0-4 0,0 4 0,0 2 0,0 11 0,0 12 0,0 11 0,0 17 0,0 10 0,0 8 0,0 7 0,0 10 0,6 0 0,0 0 0,1-1 0,-1 1 0,-4-2 0,4-2 0,-4-4 0,-4-4 0,-4-7 0,-4-6 0,-13-15 0,0-1 0,-7-9 0,1-1 0,-1-9 0,1-9 0,-4-2 0,5-4 0,3-3 0,2-8 0,0-8 0,6-4 0,-4-5 0,11-4 0,1-2 0,1-1 0,8 5 0,2-2 0,5-2 0,11 2 0,7 1 0,9 3 0</inkml:trace>
  <inkml:trace contextRef="#ctx0" brushRef="#br1" timeOffset="83">29685 11657 8912,'6'-12'0,"-1"1"0,-1-2 0,-4 3 0,-5 1 0,-7 1 0,-3 2 0,-2 8 0,-1 4 0,1 5 0,-6 12 0,-2 8 0,-1 7 0,-3 10 0,2 7 0,-3 6 0,7 8 0,0 0 0,5 0 0,1-1 0,8-8 0,3-9 0,6-3 0,6-14 0,9 1 0,8-18 0,9-4 0,3-13 0,-1-2 0,6-3 0,2-5 0,-1-7 0,-9-2 0,-9-4 0,4-4 0,0-7 0</inkml:trace>
  <inkml:trace contextRef="#ctx0" brushRef="#br1" timeOffset="84">29392 12087 8912,'-32'9'0,"3"-3"0,-1-4 0,7-2 0,7 0 0,11 0 0,10 0 0,13 0 0,8-6 0,9 1 0,1-9 0,4 3 0,2-3 0,6 1 0,-4 1 0,-2-1 0,0-2 0,-2-2 0,-3-1 0,5 1 0</inkml:trace>
  <inkml:trace contextRef="#ctx0" brushRef="#br1" timeOffset="85">30064 11709 8912,'-10'-10'0,"-3"-5"0,7 3 0,-6 3 0,7 1 0,1 6 0,2 8 0,2 17 0,0 4 0,0 7 0,0 8 0,0 4 0,0 3 0,0 3 0,0 0 0,0-1 0,8 1 0,-7-6 0,5-1 0,2-6 0,-2 1 0,1-6 0,-1-5 0,-2-6 0,7-12 0,1-11 0,5-9 0</inkml:trace>
  <inkml:trace contextRef="#ctx0" brushRef="#br1" timeOffset="86">30253 11743 8912,'2'-12'0,"3"1"0,-3 5 0,4-5 0,-4 7 0,-2-4 0,0 10 0,0 6 0,0 9 0,0 16 0,0 12 0,0 5 0,0 2 0,-6-1 0,1 3 0,1 3 0,2-3 0,2 5 0,0-10 0,0-3 0,0-6 0,0-3 0,0-11 0,-6-1 0,0-8 0,-1-1 0,1-5 0,-4-18 0,-7-13 0</inkml:trace>
  <inkml:trace contextRef="#ctx0" brushRef="#br1" timeOffset="87">30064 11760 8912,'-18'-19'0,"1"-4"0,8 4 0,3-4 0,4 4 0,4 2 0,4 0 0,3 7 0,14-5 0,0 3 0,13 3 0,-1-3 0,3 7 0,-4-5 0,1 2 0,-1 3 0,1 5 0,-9 7 0,-5 5 0,-7 3 0,-8 2 0,-4 8 0,-6 2 0,-8 7 0,-7 6 0,-15 0 0,5 6 0,0-4 0,-1 2 0,5-4 0,0 4 0,4-2 0,4-4 0,-2-3 0,13-6 0,0 3 0,6-13 0,2 4 0,4-4 0,11-9 0,12-3 0,11-7 0,4 0 0,7 0 0,-5-7 0,0-3 0,2 1 0,0-7 0,-2 5 0,-6-4 0,-4-10 0,-1-2 0</inkml:trace>
  <inkml:trace contextRef="#ctx0" brushRef="#br1" timeOffset="88">30752 11347 8912,'-35'-11'0,"3"1"0,3 3 0,6 3 0,-2 2 0,3 2 0,-3 13 0,4 7 0,0 4 0,5 7 0,1 1 0,9 3 0,1-1 0,5 1 0,0-9 0,0-3 0,1-4 0,5-1 0,4-1 0,7 0 0,-6-7 0,1-5 0,1-3 0,3-4 0,1-3 0,0-5 0,0-9 0,0-4 0,1 2 0,-1-8 0,-2-1 0,-3-3 0,3-3 0,-4-4 0,-3 2 0,0-8 0,-3-2 0,1-2 0,-2-1 0,-2-1 0,-2-3 0,0 1 0,0 5 0,0 10 0,0 5 0,-2 9 0,-4 14 0,4 3 0,-5 10 0,7 4 0,0 11 0,0 12 0,0 11 0,0 6 0,2 3 0,3 3 0,-1 5 0,6 0 0,-1-1 0,1-3 0,1-3 0,7-4 0,-7 2 0,0-8 0,1-4 0,-2-5 0,5 1 0,-11-15 0,7 0 0,-7-7 0,11-10 0,-5 0 0</inkml:trace>
  <inkml:trace contextRef="#ctx0" brushRef="#br1" timeOffset="89">30958 11158 8912,'-2'-11'0,"-3"-1"0,3 9 0,-6-3 0,8 12 0,2 5 0,4 12 0,3-4 0,9 19 0,-1-3 0,0 1 0,2-2 0,2-3 0,4-2 0,2 1 0,1 3 0,5-7 0,-2-3 0,-3-4 0,-5-1 0,6-1 0,-8-8 0,2-3 0,-4-12 0,-2-3 0</inkml:trace>
  <inkml:trace contextRef="#ctx0" brushRef="#br1" timeOffset="90">31354 11176 8912,'-11'0'0,"-1"0"0,7 1 0,-7 5 0,1-2 0,-7 9 0,1 6 0,-8 6 0,-3 10 0,-5 7 0,-1 4 0,-1-2 0,1 1 0,1 1 0,5-2 0,-3 4 0,8-8 0,6-2 0,7-9 0,3-6 0,1-4 0,14-25 0,1-5 0</inkml:trace>
  <inkml:trace contextRef="#ctx0" brushRef="#br1" timeOffset="91">31698 10969 8912,'0'35'0,"0"3"0,0 8 0,-5 9 0,-3 20 0,0 5 0,1 4 0,-5 6 0,6-4 0,1 3-1222,5-8 1222,0 3 0,-8-6 0,-1-2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04:36:31.46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21528 2184 8912,'-8'-18'0,"-1"1"0,-8 0 0,1 9 0,5 8 0,3 8 0,10 11 0,4 4 0,9 4 0,10 9 0,2 2 0,3 4 0,3 2 0,7 2 0,2 6 0,2-1 0,4 1 0,-6-1 0,6 1 0,-6 0 0,0-1 0,0 1 0,-8-8 0,-5-4 0,-10-12 0,-2-5 0,-1-2 0,-11 2 0,1-11 0,-6 3 0,0-38 0,0-6 0</inkml:trace>
  <inkml:trace contextRef="#ctx0" brushRef="#br0" timeOffset="1">22148 2338 8912,'-10'-7'0,"-5"5"0,3-4 0,-3 6 0,-4 6 0,-4 7 0,-6 8 0,-3 6 0,-5 15 0,-3 4 0,-6 3 0,-3 11 0,-5 3 0,-1 7-729,-3-1 729,9 4 0,6-22 0,11 1 0,3-10 0,6-8 0,12-5 0,11-12 0,9-19 0,9-15 0,6-8 0,5-9 0,4-8 0,1-10 0,1-9 0</inkml:trace>
  <inkml:trace contextRef="#ctx0" brushRef="#br0" timeOffset="2">22388 1822 8912,'0'-11'0,"0"0"0,0-3 0,0-1 0,0 5 0,-1 5 0,-5 10 0,4 13 0,-6 8 0,8 11 0,0 3 0,8-4 0,-4 12 0,7-8 0,3-2 0,1-2 0,0 3 0,-1-3 0,-3-6 0,2-3 0,3 4 0,-7-12 0,-9-2 0,-9-9 0</inkml:trace>
  <inkml:trace contextRef="#ctx0" brushRef="#br0" timeOffset="3">22165 1685 8912,'9'0'0,"-1"-8"0,-6 4 0,4-7 0,3 0 0,10-5 0,4 3 0,6 1 0,5 7 0,7-5 0,4 3 0,11 1 0,1 6 0,1 7 0,-7 5 0,1 3 0,-1 2 0</inkml:trace>
  <inkml:trace contextRef="#ctx0" brushRef="#br0" timeOffset="4">22836 2098 8912,'0'17'0,"0"0"0,0 0 0,2 0 0,2 1 0,1-1 0,9 0 0,-3 0 0,10 6 0,2 0 0,8 8 0,-3-1 0,5 8 0,0-1 0,-3 5 0,-1-2 0,1 0 0,-5-8 0,2 1 0,-6-6 0,2-1 0,0-1 0,-12-15 0,1-5 0,-1-3 0,7-2 0</inkml:trace>
  <inkml:trace contextRef="#ctx0" brushRef="#br0" timeOffset="5">23404 2115 8912,'-25'9'0,"-2"7"0,-2-7 0,-1 10 0,-6 4 0,-1 6 0,-9 11 0,2 10 0,-2 9 0,6 2 0,6-6 0,7 3 0,8-5 0,6-1 0,9-10 0,-2-6 0,4-5 0,2-10 0,0 3 0,2-8 0,4-5 0,-4-3 0,13-16 0,-5-1 0</inkml:trace>
  <inkml:trace contextRef="#ctx0" brushRef="#br0" timeOffset="6">24316 2098 8912,'-12'-6'0,"1"-2"0,-2-1 0,3 3 0,-2-4 0,-1 3 0,-2 3 0,-4 2 0,-4 2 0,4 10 0,-6 7 0,0 11 0,-4 11 0,-3-3 0,-1 21 0,5 1 0,-3 1 0,6 4 0,2 2 0,2 2 0,6 1 0,9-7 0,0-9 0,12-12 0,6-11 0,10-6 0,7-4 0,9-10 0,3-3 0,-1-4 0,2-2 0,-4-2 0,8-4 0,-8-3 0,2-8 0,-11-1 0,-4 1 0,0-8 0,1-1 0</inkml:trace>
  <inkml:trace contextRef="#ctx0" brushRef="#br0" timeOffset="7">23782 2648 8912,'-17'7'0,"0"-5"0,5 6 0,1-8 0,7 0 0,4-2 0,15-4 0,12-5 0,12-4 0,18-3 0,4 1 0,0 0 0,6-6 0,-4 0 0,8-2 0,-2 2 0,-8-5 0,-6-5 0,-3-1 0</inkml:trace>
  <inkml:trace contextRef="#ctx0" brushRef="#br0" timeOffset="8">24660 2132 8912,'-17'0'0,"0"0"0,5 2 0,1 4 0,7 3 0,-4 10 0,8 6 0,2 9 0,2 12 0,2 10 0,-1 5 0,-5 2 0,0 0 0,0 2 0,6-6 0,0-2 0,0-11 0,-6-6 0,5-5 0,1-7 0,0-3 0,-6-8 0,7-7 0,-5-4 0,4-12 0,4-4 0,-1-7 0</inkml:trace>
  <inkml:trace contextRef="#ctx0" brushRef="#br0" timeOffset="9">24935 2115 8912,'-17'0'0,"0"0"0,0 0 0,0 7 0,-1 5 0,3 5 0,4 6 0,-3 8 0,8 14 0,1 3 0,5 15 0,0 0 0,0 6 0,0-2 0,0-4 0,0-6 0,0-3 0,5-10 0,1-4 0,0-12 0,-6-5 0,0-4 0,-2-9 0,-4-4 0,-3-12 0,-9-4 0</inkml:trace>
  <inkml:trace contextRef="#ctx0" brushRef="#br0" timeOffset="10">24540 2252 8912,'19'0'0,"2"0"0,4-2 0,1-3 0,9 1 0,5-8 0,0 7 0,-6-5 0,1 2 0,-1 5 0,-1 1 0,-4 4 0,-7 3 0,-10 5 0,-6 15 0,-12 3 0,-9 5 0,-10 1 0,-2 1 0,-2-1 0,3 0 0,-5 1 0,8-1 0,0 1 0,12-3 0,1-1 0,2-3 0,5-7 0,8 0 0,9-7 0,7-9 0,5-3 0,9-2 0,5-2 0,0-3 0,8-13 0,-10-3 0,8-7 0,-8-1 0,3-5 0,-5-1 0,-2 1 0,1 0 0</inkml:trace>
  <inkml:trace contextRef="#ctx0" brushRef="#br0" timeOffset="11">25452 1857 8912,'-33'-15'0,"3"3"0,1 6 0,6 4 0,-4 4 0,2 4 0,-5 4 0,16 15 0,-3 3 0,4 7 0,3 5 0,2-4 0,8 4 0,0-4 0,0-1 0,2-3 0,4-3 0,4-6 0,7-12 0,0-3 0,0-8 0,1 0 0,-1 0 0,0-10 0,0-7 0,0-10 0,1-5 0,-1-4 0,0-4 0,-2-4 0,-3-8 0,1-1 0,-5-5 0,1-5 0,-5-6 0,2-5 0,-4 3-392,-2-3 392,0 3 0,0 18 0,0 7 0,0 7 0,0 20 0,0 14 0,2 22 0,3 11 0,7 11 0,-2 12 0,1 12 0,2 4 0,3 2 0,1 7 0,2-11 0,4 4 0,-4-12 0,4 1 0,2-11 0,-2-4 0,-2-7 0,6-6 196,-8-12 0,6-9-196,-8-3 0,0-20 0,0-5 0</inkml:trace>
  <inkml:trace contextRef="#ctx0" brushRef="#br0" timeOffset="12">25968 1461 8912,'0'10'0,"0"0"0,0-5 0,2 5 0,4 9 0,5 2 0,4 2 0,10 7 0,2-1 0,4 4 0,3 1 0,-9-2 0,7-3 0,-3-6 0,-2-4 0,-8-2 0,-2 0 0,0-7 0,-13-4 0,8-12 0,-9-5 0,3-12 0,4-12 0,-1-9 0</inkml:trace>
  <inkml:trace contextRef="#ctx0" brushRef="#br0" timeOffset="13">26364 1496 8912,'-12'0'0,"1"0"0,-1 0 0,-5 13 0,0 4 0,-6 18 0,0-1 0,-8 12 0,3 0 0,-5 4 0,1-1 0,1-1 0,2-2 0,14-8 0,-2 2 0,11-11 0,6-12 0,17-9 0,10-8 0</inkml:trace>
  <inkml:trace contextRef="#ctx0" brushRef="#br0" timeOffset="14">26932 1599 8912,'-42'25'0,"-2"-6"0,-2-8 0,0-3 0,8 5 0,-5-1 0,1 3 0,14 4 0,-1 2 0,10 4 0,7 2 0,5-4 0,7 5 0,0-7 0,2 4 0,3-9 0,9-3 0,7-2 0,-2-7 0,12 2 0,-9-12 0,7-3 0,-4-10 0,2-4 0,-4-4 0,4-8 0,-3-1 0,-3-4 0,-1-4 0,-3-7 0,0-1 0,-2 6 0,-3 0 0,-7-1 0,3-3 0,-2-2 0,0 8 0,-6 4 0,-2 12 0,-4 5 0,2 11 0,-7 6 0,-1 12 0,1 13 0,-1 16 0,-1 9 0,-1 13 0,3 8 0,5 6 0,4 3 0,2 8 0,0-11 0,0 5 0,2-3 0,4-4 0,5-8 0,12-13 0,-2-3 0,8-10 0,7 3 0,8-11 0</inkml:trace>
  <inkml:trace contextRef="#ctx0" brushRef="#br0" timeOffset="15">28515 1943 8912,'-29'-19'0,"0"-2"0,1 0 0,-1 4 0,2 5 0,1 4 0,-3 5 0,-7 1 0,-1 9 0,-9 9 0,-2 10 0,3 13 0,-3 18 0,-2 8 0,4 9 0,2 12 0,23-40 0,2 2 0,1 4 0,2 1 0,-2 1 0,1 1 0,3-3 0,1-1 0,2 1 0,1-1 0,-3 43 0,7-8 0,4-6 0,6-7 0,8-16 0,7-15 0,23-19 0,4-12 0,3-7 0,3-8 0,-8-28 0,-2-14 0</inkml:trace>
  <inkml:trace contextRef="#ctx0" brushRef="#br0" timeOffset="16">28773 2252 8912,'0'-17'0,"0"0"0,0 0 0,-2 0 0,-4-1 0,2 9 0,-9 3 0,-6 4 0,2 4 0,-8 6 0,2 7 0,-2 8 0,-2 4 0,-1 1 0,-5 7 0,4-1 0,5 0 0,6 1 0,1-1 0,2-1 0,3-5 0,5-3 0,7-8 0,2 1 0,3-1 0,13-6 0,10-1 0,5-3 0,1-3 0,-7 6 0,5-6 0,-3 5 0,4-1 0,-7 5 0,-3-1 0,-4 3 0,-1 2 0,-3 0 0,-4 1 0,-5-1 0,-4 0 0,-2 0 0,-2 2 0,-4 4 0,-5-4 0,-12 4 0,2-4 0,-8-3 0,-1-5 0,-3 4 0,-1-3 0,1-3 0,5 1 0,5-3 0,4-1 0,1-21 0,1-4 0</inkml:trace>
  <inkml:trace contextRef="#ctx0" brushRef="#br0" timeOffset="17">29186 2390 8912,'-12'-17'0,"1"-1"0,-1 7 0,-5 0 0,0 7 0,0-2 0,0 6 0,-1 6 0,1 5 0,0 12 0,0 6 0,0 3 0,-1 3 0,3-1 0,2 2 0,1 4 0,8-11 0,-3 9 0,7-15 0,0-2 0,2-2 0,3-1 0,5-9 0,7-1 0,0-8 0,1-2 0,1-6 0,4-9 0,-4-6 0,4-8 0,-4 3 0,-4-1 0,-3-5 0,1-1 0,-7 1 0,5 2 0,-5 3 0,0 4 0,-6 8 0,0 0 0,0 7 0,0 6 0,0 16 0,0 9 0,0 19 0,0 6 0,0 3 0,0 9 0,0-1 0,0 8 0,7-12 0,3 3 0,-1-8 0,7-8 0,-5-12 0,5-3 0,-1-8 0,-2-1 0,-1-5 0,-7-7 0,7-15 0,-3-3 0,5-15 0,-3-3 0,3-6 0,-7 2 0,3-14 0,-6 4 0,1-4 0,1 6 0,0 0 0,0 8 0,-2 2 0,-1-4 0,3 9 0,-2 6 0,7 6 0,1 0 0,5 7 0,0-7 0</inkml:trace>
  <inkml:trace contextRef="#ctx0" brushRef="#br0" timeOffset="18">29702 2321 8912,'17'8'0,"-7"-6"0,-2 5 0,-1-7 0,-5 0 0,6 2 0,-8 4 0,0 7 0,0 8 0,0 8 0,0-4 0,0 7 0,0-3 0,0 3 0,0 1 0,0-4 0,0 3 0,0-13 0,0 4 0,7-12 0,-3-3 0,6-12 0,-3-7 0,7-1 0,-6-20 0,5 1 0,-2-7 0,1 2 0,5-4 0,-2 3 0,-1 5 0,-5 3 0,-1 6 0,5 4 0,-3 10 0,1 3 0,-1 12 0,-2 5 0,5 14 0,-2 9 0,5 1 0,1 5 0,0-4 0,2-3 0,2-5 0,4-5 0,2-4 0,4-1 0,-1-9 0,-1-3 0,3-12 0,-11-3 0,6-9 0,-2 1 0,-4-8 0,-10-3 0,5-5 0,-14 5 0,3-1 0,-3 2 0,-2-2 0,0 7 0,-7 2 0,-5 5 0,-3 4 0,-2 5 0,-1 4 0,1 4 0,0 4 0,0 9 0,0 10 0,-1 2 0,1-6 0,2 9 0,2-5 0,1 2 0,8-6 0,-1 2 0,3-4 0,2-2 0,0-6 0,0 1 0,7-8 0,5 1 0,3-10 0,2-5 0,0-7 0,1 2 0,-3 1 0,-4 3 0,5-1 0,-5-5 0,4 0 0,3 0 0,-1 0 0,-8 7 0,7-5 0,-7 5 0,9-5 0,-1 3 0,-8 5 0,1 7 0,-6 2 0,1 3 0,9 5 0,-12 7 0,13 0 0,-4 1 0,7-3 0,3-4 0,4-3 0,1 0 0,-5-6 0,10 5 0,-8-7 0,6 0 0,-6 0 0,5 0 0,-5 0 0,-2 0 0,-2 0 0,-1 0 0,-9-7 0,1 5 0,-5-4 0,-1 4 0,8 2 0,-5 0 0,11 0 0,-5 0 0,10 0 0,-2 0 0,2 0 0,-4 0 0,13-2 0,-3-4 0,-4-3 0,-2-8 0,-4-1 0,-4 1 0,-3 0 0,1 0 0,-7 0 0,-2-1 0,-10 1 0,-5 0 0,-7 2 0,-3 1 0,-2 3 0,-7 7 0,11-4 0,-4 8 0,-2 2 0,2 4 0,6 4 0,7 7 0,3 0 0,1 0 0,6 6 0,4 0 0,5-2 0,8-2 0,14-2 0,3 1 0,10-1 0,14 0 0,3-7 0,8-5 0,-6-3 0,0-2-85,-8 0 1,5-15-1,-9-4 1</inkml:trace>
  <inkml:trace contextRef="#ctx0" brushRef="#br0" timeOffset="19">29410 3559 8912,'9'-17'0,"-3"0"0,-4-1 0,0 9 0,3 3 0,-3 6 0,4 6 0,-4 5 0,-2 10 0,0 2 0,0 8 0,-2-3 0,-4 5 0,4 1 0,-5-1 0,-1-5 0,6 3 0,-3-8 0,3 0 0,0-8 0,-4-3 0,4 3 0,-6-13 0,8-4 0,0-13 0,0-8 0,0-4 0,0-9 0,0-3 0,0-6 0,6 6 0,0-1 0,7 4 0,-1 2 0,-3 1 0,3 4 0,-1 7 0,6 10 0,1 4 0,5 10 0,0 4 0,-2 6 0,-2 10 0,-4 7 0,-2 2 0,-1-3 0,-1 5 0,5-8 0,-3 3 0,-2-5 0,-7-4 0,6-3 0,-6-3 0,1-2 0,1-7 0,-6 2 0,0-12 0,0-5 0,0-4 0,2-5 0,2-1 0,2-2 0,5 1 0,-5 4 0,7 9 0,-3-5 0,7 9 0,0 1 0,0-6 0,1 8 0,1-3 0,2 5 0,4 4 0,1 1 0,-5 9 0,12-11 0,-4 9 0,1-3 0,-1 3 0,7-3 0,-7-3 0,7-4 0,-9 4 0,0-4 0,-2-2 0,-8-6 0,0-2 0,0-1 0,-7-3 0,-4-5 0,-5 0 0,-1-8 0,-7 6 0,-5-4 0,-3 4 0,-2 9 0,-6-3 0,0 7 0,-6 1 0,6 5 0,0 0 0,4 2 0,0 3 0,2 7 0,-2 3 0,13 2 0,2 0 0,2 1 0,2-1 0,0 0 0,0 0 0,0 0 0,8-7 0,2 3 0,7-7 0,0-2 0,0-2 0,0-2 0,1 0 0,-1-8 0,0-3 0,0-3 0,0 3 0,-7-4 0,3 11 0,-7-8 0,7 8 0,-9-9 0,8 7 0,-8 1 0,5 10 0,-3 3 0,5 2 0,-3-7 0,5 13 0,-5-5 0,2 4 0,1 3 0,4-1 0,-3 0 0,3-6 0,-3 1 0,3-1 0,2 1 0,0-1 0,1-7 0,-1 2 0,2-6 0,4-6 0,-4-5 0,4-12 0,-4 4 0,6-22 0,2 5 0</inkml:trace>
  <inkml:trace contextRef="#ctx0" brushRef="#br0" timeOffset="20">30717 3043 8912,'-9'0'0,"-1"0"0,5 0 0,3 8 0,-6 3 0,8 12 0,0 6 0,0 11 0,0 6 0,0 9 0,0 4 0,0 3 0,0-7 0,2 2 0,4-3 0,-4-3 0,11-9 0,-7-5 0,-2-7 0,-3-16 0,7 9 0,-6-22 0,13-1 0,-13-17 0,6-9 0</inkml:trace>
  <inkml:trace contextRef="#ctx0" brushRef="#br0" timeOffset="21">30459 3507 8912,'-26'0'0,"3"0"0,4 0 0,1 0 0,9 0 0,1 0 0,23 0 0,8 0 0,16 0 0,6 0 0,5 0 0,2-5 0,-1-3 0,1 0 0,0 1 0,-8-7 0,5 5 0,-5-8 0</inkml:trace>
  <inkml:trace contextRef="#ctx0" brushRef="#br0" timeOffset="22">31010 3421 8912,'17'0'0,"-7"0"0,5 0 0,-3 0 0,3 0 0,2 0 0,0 0 0,0 0 0,1 0 0,-1 8 0,0 2 0,0 9 0,1 4 0,-9-4 0,-1 13 0,-8-3 0,0 3 0,0 3 0,-2-1 0,-4-1 0,-5-5 0,3-3 0,-5-8 0,5-1 0,-2-5 0,7-3 0,-3-10 0,12-6 0,5-9 0,12-8 0,6-11 0,11-4 0,6-6 0,-4 4 0,6 0 0,-8 7 0,0 1 0,-8 2 0,-3 5 0,-6 10 0,-4 9 0,-9 6 0,-3 12 0,-7 7 0,0 10 0,0 5 0,0 2 0,0 1 0,0-1 0,0 8 0,0-6 0,0 5 0,0-5 0,0-2 0,0-7 0,0-2 0,0 0 0,6-12 0,2 2 0,1-5 0,3-4 0,-1-16 0,1-7 0,-1-8 0,6-9 0</inkml:trace>
  <inkml:trace contextRef="#ctx0" brushRef="#br0" timeOffset="23">31526 3284 8912,'-23'-12'0,"0"1"0,2-2 0,4 3 0,6-1 0,5-3 0,19-1 0,6 3 0,18 3 0,3 1 0,-4 3 0,14 5 0,-4 0 0,4 0 0,1 0 0,-7 0 0,-6 0 0,-7 0 0,9 0 0,-3 0 0</inkml:trace>
  <inkml:trace contextRef="#ctx0" brushRef="#br0" timeOffset="24">32077 3284 8912,'0'9'0,"0"7"0,0-7 0,2 10 0,4 4 0,3-4 0,16 14 0,4-4 0,3 3 0,3 2 0,-7 7 0,1-1 0,2-2 0,1-2 0,-5-1 0,-4-3 0,-4-3 0,-4-5 0,-1-6 0,-3-1 0,-7-8 0,4-9 0,-8-11 0,0-12 0,0-4 0</inkml:trace>
  <inkml:trace contextRef="#ctx0" brushRef="#br0" timeOffset="25">32421 3335 8912,'-17'2'0,"0"4"0,-2-2 0,-4 7 0,4 7 0,-4 5 0,-4 13 0,-2-2 0,-3 12 0,-3 0 0,1 5 0,-1 3 0,3 1 0,3-3 0,6-2 0,4-5 0,4-12 0,3-4 0,7-6 0,3-4 0,2-10 0,0-9 0,0-9 0</inkml:trace>
  <inkml:trace contextRef="#ctx0" brushRef="#br0" timeOffset="26">32628 2184 8912,'26'-25'0,"1"8"0,-2-3 0,9 9 0,10 3 0,8 10 0,5 10 0,-3 18 0,3 14 0,-3 17 0,-3 20 0,-27-33 0,-4 3 0,-1 8 0,-3 2 0,-4 5 0,-3 0-1117,-1 1 1,-3 2 1116,-3 3 0,-4 1 0,-5-2 0,-5-1 0,-4 4 0,-2-1 0,-3 0 0,-2 0 0,-2-5 0,-2-1 0,0-4 0,-3-2 0,-2-1 0,-3-1 0,-3-1 0,-3-2 0,2-2 0,-2-1 0,-5 5 0,-2-1 0,6-6 0,0-1-225,2-4 1,0-2 224,1 0 0,2 0 0,5-1 0,2 0 0,1-1 0,1 0 0,4 2 0,2 0 0,-18 40 0,4-4 0</inkml:trace>
  <inkml:trace contextRef="#ctx0" brushRef="#br0" timeOffset="27">18172 7170 8912,'-17'0'0,"0"0"0,0 0 0,0 0 0,7-2 0,8-2 0,12-2 0,13 2 0,13-5 0,6-3 0,2-1 0,4 1 0,1-3 0,1 6 0,-2-1 0,-4 4 0,-2 4 0,-8 2 0,-5 0 0,-8 0 0,2 0 0,-13 8 0,-10 3 0,-16 5 0,-10 1 0</inkml:trace>
  <inkml:trace contextRef="#ctx0" brushRef="#br0" timeOffset="28">18362 7427 8912,'0'18'0,"0"-1"0,0 0 0,0-7 0,3-3 0,9-7 0,1-7 0,16-5 0,-6-3 0,6-2 0,1-1 0,1-4 0,-1-1 0,-1 2 0,0 1 0,-2-4 0,-3-3 0,-6-7 0</inkml:trace>
  <inkml:trace contextRef="#ctx0" brushRef="#br0" timeOffset="29">18775 6980 8912,'17'0'0,"2"0"0,4 0 0,-4 0 0,8 0 0,-6 2 0,2 4 0,7 0 0,-1 11 0,-2-2 0,2 14 0,-10-4 0,-2 9 0,-2-1 0,-9 12 0,-2-4 0,-10 4 0,-4 1 0,-9 4 0,-4-4 0,-5-6 0,-5-6 0,-1-5 0,-1-4 0,-1-10 0,-4-3 0,-12-12 0,-9-10 0</inkml:trace>
  <inkml:trace contextRef="#ctx0" brushRef="#br0" timeOffset="30">18293 6723 8912,'-35'26'0,"9"7"0,-5-10 0,8 11 0,0-1 0,6 12 0,0 9 0,1 7 0,5 0 0,5-2 0,4 1 0,12-9 0,7 1 0,8 3 0,9-9 0,8 0 0,2-12 0,8-1 0,0-5 0,7 5 0,-6-20 0,5 2 0,-5-5 0,7-12 0,1-7 0</inkml:trace>
  <inkml:trace contextRef="#ctx0" brushRef="#br0" timeOffset="31">20547 6860 8912,'-11'-2'0,"1"-4"0,2-5 0,5 11 0,8 6 0,7 7 0,3 10 0,2 2 0,1 2 0,-1 3 0,0-3 0,0 2 0,0-1 0,1-1 0,-1-2 0,0-2 0,0 2 0,0-1 0,1-1 0,-1-7 0,-6 1 0,1-6 0,-8-1 0,1 1 0,5-7 0,-16-4 0,4-9 0</inkml:trace>
  <inkml:trace contextRef="#ctx0" brushRef="#br0" timeOffset="32">20736 6912 8912,'-17'11'0,"0"1"0,0-1 0,0 6 0,-1 2 0,1 4 0,0 4 0,0 7 0,0-1 0,-1-4 0,7 3 0,-1-3 0,9-5 0,-3-1 0,4-3 0,2-3 0,2-8 0,4-3 0,3-4 0,8-2 0,1-15 0,6-4 0,3-16 0</inkml:trace>
  <inkml:trace contextRef="#ctx0" brushRef="#br0" timeOffset="33">20977 6705 8912,'6'18'0,"0"-1"0,0-6 0,-6 1 0,1-7 0,5 7 0,-4-1 0,4 6 0,-4 1 0,-2-1 0,2 0 0,3 0 0,-3 0 0,8 1 0,-4-1 0,-4 0 0,3 0 0,-3 0 0,-2-7 0,-2 3 0,-3-7 0,-5 7 0,-7-3 0</inkml:trace>
  <inkml:trace contextRef="#ctx0" brushRef="#br0" timeOffset="34">20788 6637 8912,'17'0'0,"0"0"0,-5 0 0,-1 0 0,3 0 0,7 0 0,2 0 0,7 5 0,-1 1 0,4 0 0,9 1 0,2 3 0</inkml:trace>
  <inkml:trace contextRef="#ctx0" brushRef="#br0" timeOffset="35">21322 6860 8912,'-10'8'0,"2"-6"0,8 7 0,0-3 0,2 3 0,4 9 0,4 1 0,7 4 0,2 3 0,4 3 0,6 0 0,3-1 0,2 7 0,1-7 0,-1 1 0,1-8 0,-9 4 0,-3-8 0,-5-5 0,-7-1 0,-3-7 0,-8 4 0,-8-16 0,-1-2 0</inkml:trace>
  <inkml:trace contextRef="#ctx0" brushRef="#br0" timeOffset="36">21597 6963 8912,'-6'17'0,"-1"1"0,-3-1 0,-2 0 0,1 6 0,0 2 0,-3 1 0,-1 3 0,-2 6 0,-1-1 0,1 0 0,0 1 0,7-1 0,5 0 0,-3-5 0,2-2 0,2-2 0,3-2 0,1-14 0,0-1 0</inkml:trace>
  <inkml:trace contextRef="#ctx0" brushRef="#br0" timeOffset="37">21752 6808 8912,'9'2'0,"-3"4"0,4-2 0,1 7 0,6 1 0,6 5 0,-4 2 0,4 4 0,-2 6 0,2 3 0,-4 3 0,6 9 0,-8 7 0,1 3 0,-1 9 0,-8-8 0,-3 2 0,-6-3 0,-7-1 0,-11 5 0,-7-12 0,-9 3 0,-2-16 0,-4-5 0,-6-3 0,-12-8 0,-3 1 0,-8-1 0</inkml:trace>
  <inkml:trace contextRef="#ctx0" brushRef="#br0" timeOffset="38">20358 6533 8912,'-33'0'0,"3"0"0,3 0 0,2 0 0,4 10 0,8 7 0,3 12 0,3 9 0,1 15 0,8 14 0,3 6 0,5 9 0,7-4 0,2 3 0,4-1 0,-4-8 0,12-3 0,-8-11 0,8-13 0,-3-4 0,5-11 0,1-1 0,8-16 0,-5 2 0,5-15 0</inkml:trace>
  <inkml:trace contextRef="#ctx0" brushRef="#br0" timeOffset="39">22113 6654 8912,'0'-12'0,"0"1"0,8 7 0,1-4 0,9 8 0,1 0 0,4 0 0,5 0 0,-1 0 0,0 0 0,-2 0 0,3-2 0,-5-3 0,-2 1 0,-9-8 0,3 1 0,-5-6 0</inkml:trace>
  <inkml:trace contextRef="#ctx0" brushRef="#br0" timeOffset="40">22526 6361 8912,'0'18'0,"0"-1"0,0 2 0,0 4 0,0 9 0,0 8 0,0 8 0,0-2 0,2 4 0,4 1 0,-2 1 0,7-1 0,1-7 0,12 6 0,3-6 0</inkml:trace>
  <inkml:trace contextRef="#ctx0" brushRef="#br0" timeOffset="41">22819 6963 8912,'-10'-2'0,"4"-3"0,4 10 0,2-7 0,2 18 0,6 5 0,7 2 0,6 1 0,10 7 0,-2-2 0,1 3 0,-1 3 0,7-1 0,-7 0 0,5-5 0,-11-2 0,-2-2 0,-2-4 0,-1-10 0,-9 4 0,-1-13 0,-8 6 0,0-16 0,-8-9 0,-1-10 0</inkml:trace>
  <inkml:trace contextRef="#ctx0" brushRef="#br0" timeOffset="42">23111 6998 8912,'-17'17'0,"0"0"0,-2 2 0,-2 4 0,-2 6 0,0 3 0,6 3 0,-6 1 0,0 4 0,-8-4 0,14 6 0,0-7 0,-1-1 0,9-1 0,-1-5 0,3-3 0,7-15 0,7-10 0,11-18 0,8-8 0</inkml:trace>
  <inkml:trace contextRef="#ctx0" brushRef="#br0" timeOffset="43">23283 6568 8912,'2'19'0,"2"4"0,4 5 0,1 5 0,-5 3 0,2 2 0,-2 4 0,1 2 0,-3-3 0,4 4 0,-4-6 0,-8-3 0,-1-9 0,-3-4 0,-3-8 0,-3 2 0,-1-7 0</inkml:trace>
  <inkml:trace contextRef="#ctx0" brushRef="#br0" timeOffset="44">23146 6499 8912,'-6'-11'0,"0"-1"0,0 8 0,6-3 0,2 7 0,4 0 0,6 0 0,11 2 0,5 3 0,5 7 0,1 3 0,1-5 0,1 5 0,4-4 0,-4 5 0,6 1 0</inkml:trace>
  <inkml:trace contextRef="#ctx0" brushRef="#br0" timeOffset="45">23645 6998 8912,'9'7'0,"7"-5"0,-9 8 0,5-5 0,9 5 0,-4 7 0,2 0 0,8 1 0,-6 4 0,6 3 0,-1 0 0,1 0 0,-4 4 0,4-6 0,-2-2 0,-10-2 0,0-4 0,-5-2 0,-1-1 0,-1-8 0,-8 3 0,8-14 0,1-3 0</inkml:trace>
  <inkml:trace contextRef="#ctx0" brushRef="#br0" timeOffset="46">24023 7032 8912,'-17'2'0,"0"4"0,5 1 0,1 7 0,-2-3 0,-5 6 0,-5 6 0,4 8 0,-13-4 0,5 9 0,0 4 0,-5-4 0,11 6 0,-6-7 0,2-1 0,4-1 0,8-5 0,3-5 0,2-4 0,3-2 0,5-7 0,7-18 0,3-11 0</inkml:trace>
  <inkml:trace contextRef="#ctx0" brushRef="#br0" timeOffset="47">24350 6998 8912,'0'-23'0,"-2"2"0,-3 5 0,1 1 0,-8 9 0,9 1 0,-11 14 0,6 8 0,-1 12 0,-3 7 0,3 4 0,-6 8 0,13-4 0,-4 8 0,4-5 0,2 5 0,0-12 0,0 6 0,8-8 0,3-3 0,4-1 0,3-7 0,1-10 0,2-11 0,2-4 0,2-6 0,-4-8 0,2-9 0,-2-4 0,-2-15 0,-4 12 0,-2-14 0,-1 0 0,-8 5 0,3-10 0,-9 5 0,-3-2 0,-5 5 0,-13-3 0,-2 8 0,-1 0 0,3 9 0,-4 8 0,2 9 0,4 6 0,2 2 0,2 10 0,1 7 0,5 10 0,3 5 0,8 0 0,0-1 0,0-2 0,0-8 0,16 11 0,3-5 0</inkml:trace>
  <inkml:trace contextRef="#ctx0" brushRef="#br0" timeOffset="48">24264 7307 8912,'-17'0'0,"0"0"0,7 0 0,3 0 0,7 0 0,9 0 0,8 0 0,10 0 0,6 0 0,1 0 0,2 0 0,3 0 0,1 0 0,2 0 0,-2 0 0,-4 0 0,4 0 0,-9-6 0,-2 1 0,-8-16 0,4 2 0</inkml:trace>
  <inkml:trace contextRef="#ctx0" brushRef="#br0" timeOffset="49">25056 7152 8912,'-17'0'0,"-1"0"0,7-2 0,-1-3 0,9 3 0,-5-6 0,18 10 0,7 4 0,2-4 0,10 3 0,-8 5 0,11-8 0,-3 6 0,3-1 0,-3-5 0,-2 4 0,-2-4 0,-4-2 0,-2 7 0,-2 3 0</inkml:trace>
  <inkml:trace contextRef="#ctx0" brushRef="#br0" timeOffset="50">25090 7393 8912,'-9'8'0,"1"1"0,8 1 0,0 5 0,0-3 0,8 3 0,3-6 0,12-3 0,-2-4 0,8-2 0,1 0 0,3 0 0,1 0 0,1-8 0,-1-1 0</inkml:trace>
  <inkml:trace contextRef="#ctx0" brushRef="#br0" timeOffset="51">26243 6808 8912,'-11'-11'0,"-1"1"0,-1 3 0,-2 3 0,-3 2 0,9 10 0,3 5 0,4 8 0,10 6 0,5 7 0,6 3 0,4 3 0,8-2 0,-2 6 0,3 0 0,2-2 0,1 0 0,-6-4 0,-1-9 0,-7 1 0,2-7 0,-4 6 0,-1-6 0,-9-8 0,-1-11 0,-8-16 0,0-7 0,0-15 0</inkml:trace>
  <inkml:trace contextRef="#ctx0" brushRef="#br0" timeOffset="52">26467 6877 8912,'-10'12'0,"5"-1"0,-3-5 0,2 5 0,-7 1 0,9 11 0,-7 2 0,-3 1 0,-9 3 0,2 11 0,-7 0 0,-3-2 0,6 6 0,-6-7 0,9 1 0,1-8 0,1 1 0,5-8 0,4-2 0,3-10 0,12-5 0,7-12 0,3-11 0,14-11 0,1-13 0,5-2 0</inkml:trace>
  <inkml:trace contextRef="#ctx0" brushRef="#br0" timeOffset="53">26622 6637 8912,'0'-10'0,"2"0"0,3 5 0,-3 3 0,6-4 0,-8 12 0,6 9 0,-1 10 0,-1 2 0,-2 3 0,6-5 0,-6 8 0,4-5 0,-5 5 0,-1 1 0,0-5 0,0-1 0,-7-7 0,-5 2 0,-3-4 0,-2-1 0</inkml:trace>
  <inkml:trace contextRef="#ctx0" brushRef="#br0" timeOffset="54">26484 6482 8912,'-6'-17'0,"1"-1"0,-1 9 0,6 1 0,8 8 0,3 0 0,4 0 0,10 6 0,4 2 0,3-1 0,3 1 0,7-2 0,-4-1 0,8 1 0,-8 2 0,2-3 0,-3-3 0,-3 6 0</inkml:trace>
  <inkml:trace contextRef="#ctx0" brushRef="#br0" timeOffset="55">27018 6877 8912,'7'10'0,"-3"5"0,8-3 0,1 5 0,2 6 0,2-2 0,1 7 0,5 1 0,1 5 0,1 3 0,0 3 0,0-10 0,-2 5 0,-4-5 0,0-3 0,-7-4 0,1-4 0,-5-9 0,-1-10 0,-7-10 0</inkml:trace>
  <inkml:trace contextRef="#ctx0" brushRef="#br0" timeOffset="56">27259 6998 8912,'-18'7'0,"1"5"0,0 3 0,-2 10 0,-4 3 0,4 5 0,-6 1 0,2 1 0,0-1 0,6 1 0,5-1 0,8 0 0,-9-1 0,7-5 0,3-5 0,8-11 0,-1 1 0,8-7 0,1-2 0,2-12 0,2-9 0,1-8 0,-1-9 0</inkml:trace>
  <inkml:trace contextRef="#ctx0" brushRef="#br0" timeOffset="57">27379 6688 8912,'15'2'0,"-3"4"0,7-2 0,-8 7 0,14 2 0,-8 10 0,4 6 0,-3 11 0,3 4 0,-2 10 0,-4 1 0,0 2 0,-7 6 0,-2-5 0,-4-1 0,-6-5 0,-6-3 0,-7-3 0,-12-4 0,1-6 0,-12 4 0,3-11 0,-3 0 0,-2-8 0,2-4 0,-8-7 0,4-3 0</inkml:trace>
  <inkml:trace contextRef="#ctx0" brushRef="#br0" timeOffset="58">25847 6344 8912,'-57'8'0,"2"5"0,5 8 0,0 2 0,10 14 0,2 10 0,11 12 0,10 18 0,9 9 0,7-36 0,2 1 0,2 5 0,2 1 0,2 0 0,3 0-647,2 1 1,3-1 646,0-7 0,2-1 0,3 5 0,0-1 0,1-5 0,1-2 0,-1 3 0,1-2 86,17 27 1,5-1-1,-4-28-86,6-4 0,5-13 0,7-7 0,5-7 0,4-9 0,2-1 0,-1-6 0,1-5 0,0-3 0</inkml:trace>
  <inkml:trace contextRef="#ctx0" brushRef="#br0" timeOffset="59">27826 6619 8912,'20'0'0,"2"0"0,9 0 0,7 0 0,1 0 0,6 0 0,-6 0 0,1 0 0,-4 0 0,-3 0 0,-5 0 0,-3-15 0,-8-4 0</inkml:trace>
  <inkml:trace contextRef="#ctx0" brushRef="#br0" timeOffset="60">28377 6241 8912,'-11'8'0,"-1"3"0,6 12 0,-5 6 0,-1 5 0,-5 6 0,6 10 0,1 7 0,3-1 0,3-3 0,2 1 0,2 3 0,0-4 0,0 5 0,0-12 0,6-4 0,-1-8 0,-1 0 0,-2-7 0,-2-2 0,0-8 0</inkml:trace>
  <inkml:trace contextRef="#ctx0" brushRef="#br0" timeOffset="61">28687 6929 8912,'-12'-6'0,"1"0"0,7 1 0,-4 14 0,8 8 0,0 10 0,6 6 0,4 1 0,3 2 0,6 2 0,0 3 0,2 4 0,2-4 0,-4 4 0,4-4 0,-3-3 0,-3-2 0,8-2 0,-8-7 0,0-4 0,0-11 0,-5-7 0,-3-3 0,3-2 0,-1-7 0,6-3 0</inkml:trace>
  <inkml:trace contextRef="#ctx0" brushRef="#br0" timeOffset="62">29031 7066 8912,'-27'0'0,"-3"0"0,5 2 0,-2 4 0,4 0 0,-6 11 0,8-4 0,-11 20 0,5-3 0,-2 7 0,3 5 0,1 2 0,2-6 0,0 10 0,0-6 0,2 2 0,2-6 0,7-2 0,1-9 0,-3-2 0,7-10 0,-1 0 0,12-15 0,6-2 0,7-13 0,11-17 0,-1-12 0</inkml:trace>
  <inkml:trace contextRef="#ctx0" brushRef="#br0" timeOffset="63">29203 6671 8912,'0'-17'0,"0"7"0,0 3 0,0 29 0,0 1 0,2 21 0,4-2 0,-4 6 0,3-2 0,-1 2 0,0-1 0,2-1 0,0-7 0,-6 3 0,-2-8 0,-4-2 0,-6-3 0,-3-4 0,-2-8 0</inkml:trace>
  <inkml:trace contextRef="#ctx0" brushRef="#br0" timeOffset="64">28928 6654 8912,'0'-17'0,"0"-1"0,0 1 0,7 2 0,5 3 0,5-3 0,6 6 0,6-1 0,3 4 0,8 4 0,1 2 0,4 0 0,-4 0 0,6 0 0,-8 8 0,3 3 0,-6 5 0,10-7 0,-25 7 0,19-7 0,-13 8 0</inkml:trace>
  <inkml:trace contextRef="#ctx0" brushRef="#br0" timeOffset="65">29943 7084 8912,'-2'-10'0,"-4"4"0,-5 4 0,1 2 0,1 2 0,1 6 0,4 7 0,2 6 0,2 2 0,0 0 0,2 0 0,4-2 0,4 4 0,7-2 0,2-2 0,4-2 0,-4-10 0,12-1 0,-6-8 0,1 0 0,3-2 0,-2-4 0,-2-5 0,-8-12 0,0 2 0,0-8 0,-1 1 0,-5-7 0,-3-3 0,-8 4 0,0-4 0,0 11 0,0 0 0,0 2 0,0 18 0,0 7 0,-8 15 0,4 19 0,-5 12 0,1 4 0,2 11 0,6 8 0,0 9-300,0 14 1,0-3 299,0 9 0,0-3 0,-2 3 0,-3-8 0,-7-8 0,-3-13 0,-10-10 0,-4-10 0,-3-3 0,-5-6 0,-3-11 0,4-12 0,-14-9 0,4-8 0,4-10 0,2-7 0,10-8 0,3-11 0,2-6 0,4-6 0,2-1 0,9-7 0,-3 14 0,7-4 0,0-1 0,6 6 0,0 1 0</inkml:trace>
  <inkml:trace contextRef="#ctx0" brushRef="#br0" timeOffset="66">23094 6172 8912,'10'-11'0,"-5"-1"0,-3-1 0,-2-2 0,0 5 0,0 3 0,0 7 0,-2 0 0,-3 0 0,-5 0 0,-7 0 0,0 0 0,-1 0 0,7 1 0,-1 5 0,-5-4 0,-6 4 0,-7-4 0,1-2 0,-3 7 0,-3-5 0,-1 6 0,-4 0 0,3-6 0,-12 7 0,3-5 0,-2 2 0,0-1 0,2 3 0,0-6 0,-5 7 0,-1-3 0,0-4 0,1 4 0,5-4 0,0-2 0,-2 0 0,-1 0 0,5 0 0,1 0 0,1 0 0,-2 0 0,-7 0 0,-1 0 0,2 0 0,3 0 0,1 0 0,0 0 0,-6 0 0,8 0 0,2 0 0,8 0 0,-1 0 0,-7 0 0,12 0 0,-5 0 0,5 5 0,-5 1 0,1-2 0,-1 6 0,1-7 0,0 7 0,-1-1 0,1-1 0,-1 0 0,1 5 0,5-9 0,3 6 0,1-3 0,-6-1 0,10 0 0,-8-1 0,6 7 0,-5-5 0,-3 3 0,6 1 0,-7 1 0,5-1 0,-2 1 0,1-1 0,-3 1 0,4-1 0,-1 6 0,-1 1 0,0-1 0,1 0 0,5-6 0,-4 1 0,2 1 0,-13 3 0,15 1 0,-12 0 0,-1 6 0,-4 0 0,0 0 0,1 0 0,5 0 0,-2 5 0,13-5 0,0 0 0,6-4 0,-1 2 0,1 2 0,0 0 0,7-4 0,3 2 0,-1 2 0,6 8 0,-7-12 0,5 6 0,-2-1 0,0-3 0,6 8 0,0-2 0,0 3 0,0-3 0,0-2 0,0 0 0,0-2 0,0-2 0,0 7 0,2-7 0,4 2 0,-4 4 0,11-6 0,-5 6 0,2-2 0,-5 3 0,7-5 0,-7 2 0,7-2 0,-1-4 0,5 12 0,-3-8 0,-1-2 0,-1 3 0,6-1 0,0 2 0,1-4 0,-1 2 0,0-2 0,2 4 0,4-2 0,-4 8 0,14-12 0,-5 4 0,7-4 0,5-2 0,-2 0 0,8 0 0,-6-1 0,4-3 0,-2-4 0,-1-1 0,1-4 0,-6 4 0,4-3 0,-2 1 0,2-6 0,-1 6 0,7-1 0,-8 1 0,6-4 0,-4 4 0,-2-4 0,8 3 0,2-3 0,0-2 0,-2 0 0,3 0 0,-3 0 0,4 0 0,2 0 0,-3 0 0,-3 0 0,-4 0 0,-7 0 0,5 0 0,0 0 0,8 8 0,-10-6 0,8 4 0,-2-4 0,4-2 0,-2 0 0,-8 0 0,2 0 0,-4 0 0,-1 0 0,-1 0 0,1 0 0,-1 0 0,-5 0 0,-1 0 0,3 0 0,3 0 0,6 0 0,-3 0 0,3 0 0,-4 0 0,1 0 0,3 0 0,-4 0 0,4 0 0,-3 0 0,-3 0 0,0 0 0,1 0 0,-1 0 0,-7 0 0,-4 0 0,-4 0 0,-2 0 0,0 0 0,1 0 0,-1 0 0,2 0 0,4 0 0,-4 0 0,6 0 0,-8 0 0,0 0 0,1 0 0,5 0 0,1 0 0,3 0 0,-6 0 0,2 0 0,2 0 0,-2 0 0,0 0 0,-4 0 0,2 0 0,2 0 0,0 0 0,-6 0 0,2 0 0,4 0 0,-4 0 0,4 0 0,2 0 0,-2 0 0,0-2 0,-6-2 0,0-2 0,1 2 0,-1 0 0,0-1 0,0 3 0,0-4 0,1-3 0,-7 7 0,1-4 0,-3 2 0,5 0 0,-3-1 0,2 1 0,-3-6 0,1-1 0,1 1 0,5-1 0,0 5 0,1-5 0,4-1 0,1-5 0,0 5 0,-5 1 0,-1-1 0,0 1 0,0 0 0,0 1 0,1-3 0,-1 1 0,0 3 0,0-5 0,0 3 0,1-3 0,-7 5 0,1-3 0,-1 7 0,6-7 0,-7 1 0,5-1 0,-5 1 0,-1-3 0,7-1 0,-9-2 0,5 0 0,-3 0 0,-5-3 0,2-2 0,0 2 0,-6-2 0,1 2 0,5 3 0,-4-8 0,6 4 0,-8-7 0,0-3 0,6-1 0,-1-3 0,3 3 0,-2 3 0,-4-7 0,3 5 0,-3 1 0,-2-3 0,8 8 0,-6-5 0,3 7 0,-3-6 0,-2 6 0,0-1 0,0 2 0,0 0 0,-5-3 0,-1 2 0,-7 4 0,11-12 0,-6 6 0,0-1 0,6-3 0,-11-4 0,5 3 0,1 1 0,-3-1 0,1-3 0,3 1 0,-6 3 0,7-2 0,-7 9 0,1-1 0,-6 5 0,-1-6 0,7 6 0,-1-1 0,-1 6 0,-2 1 0,-3 1 0,1 0 0,0-3 0,0 7 0,-8-7 0,-4 7 0,-3-3 0,-3-3 0,1-3 0,-2 1 0,-5 4 0,1-5 0,-11 5 0,3-4 0,-9-3 0,-5 1 0,7 0 0,-10 0 0,-6 0 0,2-1 0,-5 9 0,9 3 0,2 4 0,0 2 0,-4 2 0,2 2 0,2 2 0,-1 7 0,-4-2 0,-1 10 0,0 2 0,6 0 0,0-5 0,15-1 0,2 0 0,8 0 0,5 0 0,5-1 0,5-5 0,11 4 0,5-13 0,7 6 0,0-8 0,0 0 0,7 0 0,-5 0 0,6 0 0,-8 0 0,2 0 0,3 0 0,-3 0 0,14 8 0,-7 1 0</inkml:trace>
  <inkml:trace contextRef="#ctx0" brushRef="#br0" timeOffset="67">24075 5983 8912,'-2'-11'0,"-4"-1"0,4 8 0,-7-3 0,3 7 0,2 2 0,-7 3 0,-1 5 0,-5 7 0,-2 0 0,-4 3 0,-6 2 0,-3-2 0,-3 10 0,-1-5 0,-4 2 0,-4 1 0,-8 7 0,1-1 0,-3 2 0,-3 5 0,1-5 0,-5 4 0,2-4 0,-8 4 0,-2 2 0,-7 0 0,-3 0 0,3 6 0,13-10 0,2 8-683,1 2 683,-5 2 0,12-1 0,-5-3 0,-3 2 0,-2-6 0,-4 2 0,-2 2 0,0-2 0,1 5 0,5-10 0,-1 6 0,-1 3 0,-9 9 0,1-1 0,33-25 0,-2 1 0,-2 1 0,0-1 0,1-1 0,0-1 0,-4 1 0,0 1 0,3-1 0,0 1 0,4-1 0,0-1 0,-33 29 0,22-7 0,-1 0 0,0-7 0,3-1 0,3-2 0,6-3 0,9-9 0,2-1 0,3-6 0,-5 5 0,2 3 0,8-6 0,-9 5 0,7-7 0,-2 2 227,2-2 1,4-2 0,-2 6-228,7-2 0,-1 3 0,4-5 0,-3-2 0,3-2 0,-4-1 0,13-1 0,-14 0 0,14-7 0,-5-3 0,7-7 0,0 0 0,7 0 0,3-7 0,7-3 0</inkml:trace>
  <inkml:trace contextRef="#ctx0" brushRef="#br0" timeOffset="68">2151 9198 8912,'-11'-17'0,"1"0"0,0 0 0,1 0 0,5-1 0,-4 9 0,10 7 0,4 8 0,-4 1 0,6-3 0,-1 2 0,-3 0 0,8-6 0,-7 0 0,7 0 0,-1 0 0,7 0 0,-1 0 0,0 0 0,0 0 0,0 0 0,2-6 0,4 0 0,-3 0 0,2 6 0,3-5 0,-2-1 0,-2 2 0,6-5 0,0 7 0,5-4 0,-3 4 0,5 0 0,-1-2 0,7-3 0,4-3 0,2 6 0,4-9 0,-3 5 0,-1-1 0,8-3 0,-6 1 0,3-1 0,-1-1 0,0 5 0,1-7 0,3 4 0,3-5 0,-3 5 0,3-1 0,-3 3 0,-3-3 0,9-3 0,-13 11 0,5-7 0,-2-3 0,-1 7 0,-1-7 0,0 7 0,2-1 0,-2 0 0,1-3 0,7 5 0,1 2 0,4-3 0,-9 1 0,3 0 0,-11 1 0,8-1 0,0 0 0,-1 6 0,1-6 0,0 1 0,-3-1 0,-1 6 0,-2 0 0,7-8 0,1 6 0,1-3 0,-7 3 0,2 2 0,-4 2 0,2 1 0,-2 3 0,3 0 0,-12 0 0,5-1 0,0-1 0,-6-2 0,12-2 0,-6 0 0,2 0 0,2 0 0,5 0 0,1 0 0,0 0 0,-1 0 0,1 0 0,-2 0 0,-4 0 0,3 0 0,-12 2 0,5 2 0,0 2 0,-6-1 0,14-3 0,-6 2 0,0 2 0,5 0 0,-3-6 0,4 1 0,2 5 0,-1-4 0,-1 6 0,-2-6 0,-2 3 0,-6-3 0,6 4 0,-8-2 0,2 2 0,-4-5 0,-1 7 0,-1-6 0,1 4 0,-1-4 0,2 3 0,3-1 0,1 2 0,8-4 0,-4 5 0,7-7 0,1 0 0,-1 0 0,-5 0 0,0 2 0,2 4 0,-6-4 0,0 6 0,-7-8 0,-1 2 0,0 3 0,5-3 0,-5 4 0,4-2 0,-9 1 0,4-3 0,1 4 0,6-4 0,0-2 0,0 6 0,-3 0 0,3-3 0,-4-1 0,12-2 0,-8 0 0,0 0 0,-5 0 0,-1 0 0,1 0 0,-1 0 0,0 6 0,1 0 0,-1 1 0,1-3 0,-1 2 0,6 0 0,0-6 0,-5 5 0,-7 1 0,1 0 0,8-4 0,3 3 0,-4-3 0,6 6 0,-8-8 0,1 0 0,-1 0 0,6 0 0,1 0 0,-7 6 0,-5-1 0,-1 3 0,5-4 0,-4 2 0,3-1 0,-13 1 0,6 0 0,-2-2 0,0-2 0,6 0 0,-6 3 0,7-3 0,-1 4 0,3-4 0,3-2 0,-1 0 0,1 0 0,-1 6 0,0-1 0,1 1 0,-1-6 0,1 0 0,-3 0 0,-3 0 0,3 0 0,-3 0 0,4 0 0,1 0 0,0 0 0,-5 0 0,0 0 0,-1 0 0,-1 0 0,4 0 0,-8 0 0,5 0 0,-5 0 0,8 0 0,-4 0 0,0 0 0,5 0 0,-13 0 0,4 0 0,-2 0 0,2 0 0,-4 0 0,6 0 0,0 0 0,-6 0 0,14 0 0,-5 0 0,5 0 0,1 0 0,-1 0 0,-5 0 0,5 0 0,-5 0 0,-1 0 0,2 0 0,-2 0 0,1 0 0,5 0 0,-4 0 0,-3 0 0,3 0 0,-8 0 0,2 0 0,-4 0 0,-2 0 0,1 0 0,-1 0 0,0 0 0,0 0 0,0 0 0,1 0 0,-9 0 0,6 0 0,-11 0 0,8 0 0,-8 0 0,3 0 0,-7 0 0,0 0 0,-7 0 0,5 0 0,-6 0 0,8 0 0,0 0 0,-8 0 0,-1 0 0</inkml:trace>
  <inkml:trace contextRef="#ctx0" brushRef="#br0" timeOffset="69">11495 10230 8912,'0'-19'0,"0"-4"0,0 4 0,2-4 0,4 4 0,-2-4 0,7 0 0,1 0 0,-1 0 0,1 0 0,1 2 0,-3 0 0,-1 0 0,1-2 0,-1 2 0,5 2 0,-7 2 0,1 9 0,-8 8 0,0 14 0,0 9 0,-2 15 0,-2 2 0,-1 8 0,-1 5 0,4 6 0,-4 10 0,4 0 0,-5 15 0,7-6 0,0 1 0,0 3 0,0-8 0,7 3 0,3-7 0,-1-1 0,5-10 0,-8-13 0,5-10 0,-5-1 0,1-8 0,-1-10 0,-4-8 0,6-3 0,-8-12 0,0 4 0,-2-11 0,-4 5 0,-5-1 0,1-3 0,0-7 0,1-2 0,-1-2 0,7-7 0,-13 3 0,5-7 0,3-1 0,2 1 0,-1 5 0,1-1 0,2-7 0,-5 3 0,7-16 0,-6 6 0</inkml:trace>
  <inkml:trace contextRef="#ctx0" brushRef="#br0" timeOffset="70">11650 9989 8912,'-17'0'0,"0"-6"0,0 1 0,7-3 0,2 4 0,1-1 0,5-1 0,-6-2 0,8 6 0,8-5 0,3 7 0,5 0 0,1 0 0,2 0 0,4 0 0,-4 0 0,8 2 0,-4 3 0,-2-3 0,7 4 0,1-4 0,7-2 0,5 0 0,-5 0 0,16 0 0,-3 0 0,9-2 0,3-4 0,8 2 0,5-5 0,-1 1-168,-2-5 0,5 9 168,4-7 0,-1 7 0,1-2 0,-3 4 0,7 2 0,4 0 0,7 0 0,-1 0 0,2 0 0,-47 1 0,1-2 0,0-2 0,1-2 0,4 1 0,1-1 0,1-3 0,-1-1 0,1 0 0,-1 0 0,-5 1 0,-1-1 0,38-8 0,-7 0 0,-5 0 0,14 0 0,-16-1 0,11 3 0,-7 4 0,2-5 0,-5 5 0,-8 3 0,-10 2 0,-3 5 0,-1 1 0,5 0 0,5 0 0,-4 0 0,6 1 0,-8 5 0,6-2 0,-5 7 0,-1-5 0,-7 4 0,-2-3 0,-2-3 0,-1 4 0,11-2 0,7-3 0,-8-1 0,20-2 0,-12 0 0,4-2 0,2-3 0,-8 3 0,-6-4 0,-7 4 0,-6-6 0,-9 7 0,-3-5 0,-3 4 0,-2 2 0,0 0 0,-4 0 0,2 0 112,0 0 0,-6 0 0,0 0-112,0 0 0,3 0 0,1 0 0,4 0 0,1 0 0,3 0 0,5 0 0,1 0 0,1 0 0,4 0 0,-1 0 0,4 0 0,0-2 0,-5-4 0,-2 4 0,0-3 0,5 3 0,-13 2 0,12 0 0,-11 0 0,4 5 0,1 1 0,6 0 0,0-6 0,8 2 0,-2 4 0,4-5 0,3 5 0,5-4 0,-3-2 0,8 0 0,2 0 0,2 0 0,2 0 0,6 0 0,-1 0 0,-5 0 0,-6 0 0,-7 0 0,1 0 0,-6 0 0,-5 0 0,-9 0 0,-11 0 0,-1 0 0,0 2 0,-4 2 0,2 2 0,-2-3 0,-2-1 0,-1-2 0,1 0 0,4 0 0,-4 0 0,6 0 0,-6 0 0,4 0 0,-4 8 0,6-4 0,-8 5 0,0-1 0,0 5 0,-5-9 0,-1 6 0,1-1 0,-3 1 0,7 1 0,-5 6 0,-3 1 0,5-7 0,-5 1 0,1 1 0,-5 2 0,6 2 0,-7 1 0,3-1 0,6 6 0,-7 0 0,-1 0 0,-2 1 0,-2 3 0,0 8 0,0-1 0,0 0 0,0 8 0,0-3 0,0 5 0,0-2 0,0 5 0,0-10 0,-2 5 0,-4 0 0,5 2 0,-7-6 0,8-4 0,0-1 0,0-3 0,0 1 0,-2-4 0,-4-3 0,4-8 0,-5-1 0,-1-6 0,4 1 0,-7-4 0,7-4 0,-6-2 0,5 0 0,-7 0 0,3 5 0,-3 1 0,-3-2 0,-6-2 0,2-2 0,-12 6 0,6-1 0,-2-1 0,-1 6 0,-7-6 0,-1 5 0,-4-1 0,2 3 0,-6-3 0,-2-1 0,-4 1 0,2 5 0,-19-9 0,6 6 0,0-3 0,-6 7 0,12-6 0,-9 3 0,9 4 0,-2-5 0,5 1 0,4-1 0,2-3 0,0 7 0,-5-12 0,-1 5 0,1 1 0,-9-6 0,-3 6 0,-9-8 0,-3 0 0,0 5 0,7 1 0,1-2 0,4-2 0,-12-2 0,20 2 0,-10 2 0,3 1 0,1 1 0,-2-6 0,2 0 0,2 0 0,1 0 0,7 2 0,-1 2 0,0 1 0,1 1 0,-7-6 0,1 0 0,-10 0 0,-2 0 0,-3 6 0,-3 0 0,0-1 0,14-5 0,2 0 0,5 0 0,7 0 0,8 0 0,-3 0 0,8 0 0,0 0 0,-9 2 0,-2 4 0,-5-4 0,-4 7 0,-5-5 0,-8 4 0,-6 0 0,1-1 0,9 7 0,5-13 0,12 5 0,-1 2 0,6-2 0,-4 5 0,4-5 0,-6 5 0,1-5 0,-4 2 0,-4-5 0,-1 5 0,-2 0 0,1-1 0,-5-1 0,-2-6 0,-4 0 0,-2 0 0,0 0 0,1 0 0,6 0 0,-1 0 0,12 0 0,-9 0 0,14 0 0,1-2 0,10-2 0,-1-3 0,-4-3 0,3 4 0,-3-3 0,4 1 0,-6-5 0,-4 11 0,-11-4 0,-7 4 0,-2 2 0,-1 0 0,3 0 0,5 2 0,8 4 0,7-2 0,3 5 0,7-1 0,5-4 0,4 0 0,8 1 0,-6-3 0,0 4 0,0-4 0,6-2 0,0 0 0,-8 0 0,0 0 0,-3 0 0,-5 0 0,4 0 0,-3 0 0,-4 0 0,-5 0 0,5 0 0,-4-6 0,9 0 0,3 3 0,-1 1 0,-3 2 0,3 0 0,4 0 0,8 0 0,0-6 0,-1 0 0,1 2 0,0 3 0,0 1 0,0 0 0,7 0 0,2 0 0,6 0 0,-3 0 0,3 0 0,-8 0 0,4 0 0,3 0 0,-9 0 0,8 0 0,-5-6 0,3 0 0,2 0 0,-7 6 0,5 0 0,-5 0 0,5 0 0,-6 0 0,-1 0 0,5 0 0,-7 0 0,5 0 0,-1 0 0,-1 0 0,9 0 0,-5 0 0,8 0 0,0 0 0,0-7 0,0 3 0,0-8 0,0-1 0,0-2 0,0-4 0,0-4 0,0-4 0,0-7 0,0-3 0,0-3 0,0-4 0,0-7 0,0-1 0,0 2 0,0 5 0,0-5 0,0 14 0,0-3 0,0 9 0,0 7 0,0 4 0,0 2 0,0 7 0,0 2 0,0 8 0,0 2 0,0 4 0,0-4 0,0 6 0,0-1 0,0 3 0,-8-1 0,-1-1 0</inkml:trace>
  <inkml:trace contextRef="#ctx0" brushRef="#br0" timeOffset="71">19084 13256 8912,'0'-27'0,"-1"4"0,-5 4 0,-8 4 0,-7 3 0,2 7 0,-6 12 0,1 9 0,-5 7 0,-6 3 0,-3 7 0,-2 5 0,0 0 0,5 8 0,1 2 0,0 1 0,-7 16 0,1 4 0,0 6 0,-2 7 0,6 6 0,14-33 0,0 2 0,3 1 0,1-1 0,1 1 0,0-1 0,3-3 0,1-1 0,-6 33 0,10-10 0,9-15 0,7-4 0,18-26 0,6 0 0,7-10 0,14-2 0,13-12 0,7 1 0,9 0 0,-3-3 0,2-5 0,8-7 0,8-3 0</inkml:trace>
  <inkml:trace contextRef="#ctx0" brushRef="#br0" timeOffset="72">19566 13445 8912,'-32'-27'0,"1"6"0,2 8 0,-1 7 0,-3 4 0,-1 6 0,0 8 0,-1 10 0,1 17 0,1 7 0,5 5 0,5 6 0,3 6 0,3 14 0,0 9 0,7-2 0,5 4 0,3-10 0,2-7 0,2-6 0,2-18 0,1-6 0,9-11 0,-3-18 0,4-7 0,3-3 0,-1-9 0,0-11 0,0-10 0,2-5 0,2-3 0,2-6 0,-2-8 0,-1-5 0,-11-2 0,4 5 0,-7 0 0,6 9 0,-7 2 0,7 7 0,-6 5 0,-3 6 0,-1 16 0,-2 13 0,0 15 0,0 17 0,0 4 0,0 6 0,0-3 0,8-1 0,4 2 0,3-4 0,2-7 0,8-9 0,-4 1 0,8-4 0,-3-10 0,3 5 0,4-13 0,-5 1 0,5-4 0,1-4 0,1-4 0,-1-5 0,-7-4 0,-2-3 0</inkml:trace>
  <inkml:trace contextRef="#ctx0" brushRef="#br0" timeOffset="73">19996 13944 8912,'6'-12'0,"0"1"0,0 5 0,-6-5 0,-8 7 0,-2-10 0,-7 9 0,-2-1 0,-4 6 0,2 6 0,-6 1 0,3 3 0,1 1 0,5 8 0,3 2 0,4 2 0,-3 0 0,9-6 0,-1 1 0,-2-1 0,6 0 0,-4-2 0,12-3 0,4-5 0,1-7 0,1 0 0,-1 0 0,6 0 0,-5-2 0,-1-3 0,1 3 0,5-4 0,-6-2 0,1 3 0,1 1 0,3 2 0,-5 2 0,1 0 0,1 0 0,2 0 0,-3 0 0,-3 2 0,-1 4 0,5-4 0,-3 7 0,7-3 0,0-4 0,1 5 0,-1-7 0,0 0 0,0-2 0,0-3 0,6-5 0,0-7 0,-2 0 0,-2 0 0,6-8 0,-11 6 0,3-4 0,-4 2 0,-3 0 0,-4-2 0,-5 0 0,-1 6 0,0-1 0,0 9 0,-7 1 0,5 16 0,-6 7 0,8 8 0,0 8 0,0-3 0,0 5 0,0 1 0,0 1 0,8-7 0,1-1 0,3-2 0,-1-4 0,1-2 0,5-2 0,0-7 0,0-3 0,1-7 0,-1 0 0,0-13 0,0-4 0,1-12 0,-1 0 0,-2-5 0,-3-6 0,-5 4 0,-1-6 0,2 7 0,1 1 0,-5 7 0,2 4 0,-4 10 0,-2 1 0,0 16 0,0 6 0,0 18 0,0 5 0,0 1 0,0 1 0,0-1 0,5-5 0,3-3 0,2-1 0,1 6 0,6-18 0,0 4 0,3-11 0,1 0 0,2-4 0,-1-6 0,3-8 0,-6 1 0,12-21 0,-8 3 0,0-5 0,-6-5 0,0-1 0,1 0 0,-1 6 0,-2 1 0,-3 5 0,3-5 0,-13 20 0,3-5 0,-3 13 0,-2-3 0,0 10 0,0 4 0,0 5 0,0 5 0,2-1 0,4-4 0,-4 5 0,6-13 0,-7 7 0,5-2 0,-4 5 0,6-4 0,-8 1 0,0-2 0,0-8 0,0 0 0,-6-2 0,0-4 0,1 4 0,5-6 0,1 8 0,5 0 0,4-5 0,7-1 0,0-7 0,8 9 0,2-6 0,0 3 0,3-5 0,-7 5 0,-2-3 0,-2 4 0,-1-5 0,-3 5 0,-4-5 0,-3 5 0,-8-6 0,-2 3 0,-4-3 0,2-3 0,-7 4 0,0 3 0,-7-5 0,1 7 0,0 2 0,0 2 0,-1 2 0,1 0 0,0 0 0,0 0 0,0 6 0,-1 2 0,1 1 0,0 3 0,2 5 0,1 0 0,3 0 0,7 0 0,-4 1 0,8 1 0,0 4 0,2-4 0,4 4 0,-2 1 0,7 1 0,3 2 0,1 4 0,2 1 0,0 2 0,-1 1 0,-5-1 0,4-5 0,-3-1 0,-2-1 0,1 2 0,-7 3 0,9-13 0,-7 4 0,0-3 0,-14-3 0,-3-2 0,-5-4 0,-3 3 0,-4-8 0,-4-1 0,-7-5 0,7 0 0,4 0 0,4-2 0,2-3 0,7-5 0,5-7 0,3 0 0,17-8 0,4-2 0</inkml:trace>
  <inkml:trace contextRef="#ctx0" brushRef="#br0" timeOffset="74">21700 13737 8912,'-17'-15'0,"-2"2"0,-4 1 0,4 6 0,-6-3 0,2 1 0,-2 4 0,-2 3 0,6 8 0,-2 5 0,-3 3 0,12 8 0,-1 2 0,5 1 0,5-3 0,5 6 0,0-6 0,0 4 0,1-2 0,5-4 0,4 5 0,7-7 0,0 6 0,0-2 0,1 0 0,-1-2 0,0-2 0,0-2 0,0 1 0,1-1 0,-9 0 0,5-6 0,-9 1 0,-1 1 0,-2 3 0,-2 1 0,0 0 0,-2 0 0,-4 0 0,-9-5 0,-8-1 0,-7 1 0,1 5 0,2-6 0,0-1 0,3-2 0,1-3 0,13-5 0,-5-7 0,5-3 0</inkml:trace>
  <inkml:trace contextRef="#ctx0" brushRef="#br0" timeOffset="75">22010 13875 8912,'-17'11'0,"-2"1"0,-4 1 0,3-3 0,-2 1 0,4 4 0,7 6 0,-4 0 0,3 8 0,4-6 0,3 6 0,3 1 0,4 1 0,2-1 0,3-1 0,3 2 0,1-7 0,6-1 0,1-3 0,-1-3 0,-6-2 0,1-4 0,-1-11 0,6-9 0</inkml:trace>
  <inkml:trace contextRef="#ctx0" brushRef="#br0" timeOffset="76">21941 13806 8912,'-17'-40'0,"0"0"0,-1 2 0,1 9 0,8 12 0,-7 9 0,14 8 0,2 8 0,12 3 0,5 5 0,8 3 0,9 4 0,1-4 0,15 4 0,-5-12 0,-3 4 0,1-5 0</inkml:trace>
  <inkml:trace contextRef="#ctx0" brushRef="#br0" timeOffset="77">22371 13823 8912,'-40'-5'0,"0"-1"0,2 2 0,1 4 0,3 6 0,0 5 0,-1 12 0,8 2 0,4 4 0,12 3 0,5-3 0,4 5 0,2 6 0,0-9 0,0 3 0,2-11 0,2 0 0,4-6 0,1-5 0,3-5 0,5-7 0,0 0 0,0-2 0,1-3 0,5-11 0,-1-8 0,-1-3 0,-1 0 0,-3-3 0,0 1 0,0-2 0,0-1 0,-5 5 0,-3 4 0,-1 4 0,4 2 0,-7 0 0,7 5 0,-6 1 0,-1 7 0,-3-4 0,4 8 0,2 8 0,3 3 0,4 5 0,1-1 0,8-2 0,3-1 0,0-6 0,4 3 0,-3-1 0,3-4 0,-1-3 0,-1-1 0,2-5 0,-8-1 0,-6-7 0,-6 3 0,3 1 0,-7-7 0,1 14 0,-8-5 0,0 14 0,0 5 0,0 3 0,0 2 0,0 0 0,0 1 0,0-1 0,0-8 0,0 7 0,0-5 0,0-3 0,0-1 0,0-8 0,0-5 0,6-11 0,0-12 0,7 2 0,-2-1 0,5 1 0,1-4 0,0 4 0,0 3 0,1 1 0,-1 6 0,6 1 0,0 5 0,0 3 0,-6 8 0,0 10 0,0 7 0,0 8 0,3 9 0,2 0 0,-2 1 0,3-1 0,-4 1 0,6-3 0,3-3 0,5-8 0,1-8 0,8-5 0,2-8 0</inkml:trace>
  <inkml:trace contextRef="#ctx0" brushRef="#br0" timeOffset="78">24247 13651 8912,'-6'-17'0,"1"0"0,-1 7 0,6 12 0,0 16 0,0 14 0,0 14 0,0 4 0,7 9 0,-3-4 0,8 6 0,1-2 0,2-5 0,3-6 0,-1-6 0,2-10 0,2-3 0,2-6 0,2-12 0,-2-5 0,-2-12 0,6-7 0,-3-8 0,-3 0 0,-7-8 0,-3-1 0,1-3 0,-3-1 0,-3-1 0,-4 1 0,-2 2 0,0 3 0,0-4 0,-8-1 0,-1-10 0</inkml:trace>
  <inkml:trace contextRef="#ctx0" brushRef="#br0" timeOffset="79">24350 13926 8912,'-17'8'0,"2"-4"0,3 7 0,-3-7 0,13 4 0,-4-8 0,14-2 0,9-4 0,8-5 0,9-12 0,7 4 0,-1-4 0,6 4 0,-6 1 0,-2 1 0,-2 0 0,-3 6 0,-4-1 0,-12 8 0,-10-19 0,-7 4 0</inkml:trace>
  <inkml:trace contextRef="#ctx0" brushRef="#br0" timeOffset="80">24230 13720 8912,'-12'-11'0,"1"-1"0,7 1 0,12-6 0,13 5 0,19 1 0,6-1 0,11-5 0,12 6 0,11-1 0,6 1 0,2-7-256,-2 1 1,4 0-1,-11 0 1</inkml:trace>
  <inkml:trace contextRef="#ctx0" brushRef="#br0" timeOffset="81">25176 13462 8912,'-26'-2'0,"1"-1"0,0-3 0,0 2 0,-4 10 0,-3 11 0,7 6 0,-4 11 0,6 8 0,4 6 0,8 5 0,1 5 0,2 5 0,5 2 0,8-2 0,7-4 0,9-7 0,2-1 0,7-9 0,-3-7 0,0-11 0,5-12 0,-3-6 0,2-6 0,-3-6 0,5-11 0,-8-10 0,5-7 0,-1-1 0,-8-1 0,2-4 0,-4-4 0,-7 0 0,-3 2 0,-1 0 0,-2 11 0,-6-3 0,0 17 0,0-1 0,0 13 0,0-3 0,-6 23 0,0 8 0,2 8 0,2 3 0,2 1 0,0 5 0,0 0 0,2-6 0,4-5 0,9-6 0,10 2 0,0-6 0,0-10 0,4-5 0,-6-4 0,7 0 0,-11-9 0,4-9 0,4-6 0,0-11 0</inkml:trace>
  <inkml:trace contextRef="#ctx0" brushRef="#br0" timeOffset="82">25486 13393 8912,'-52'2'0,"1"4"0,7 6 0,4 10 0,3 5 0,7 8 0,5-3 0,8-3 0,11-4 0,6-8 0,13-2 0,8-3 0,0-5 0,8-7 0,-2-2 0,2-3 0,-7-7 0,-2-3 0,-5-8 0,-4 0 0,-3-8 0,-8 7 0,0-7 0,0 2 0,0 8 0,0-4 0,-2 8 0,-4 0 0,4 8 0,-5 1 0,7 8 0,0 0 0</inkml:trace>
  <inkml:trace contextRef="#ctx0" brushRef="#br0" timeOffset="83">25761 13772 8912,'-23'0'0,"0"0"0,8 2 0,-8 3 0,4 5 0,2 7 0,7 0 0,-3 6 0,7 0 0,1 8 0,5-3 0,0 5 0,7-1 0,3-3 0,-1-6 0,1-4 0,-4-2 0,-5-7 0,15-3 0,-14-7 0,5-2 0,-7-5 0,0-10 0,0-2 0,0-12 0,0-5 0,0 1 0,0-5 0,6-2 0,2 4 0,1 4 0,5 3 0,-7 10 0,9-4 0,-5 8 0,4 2 0,3 3 0,-3 12 0,-4 12 0,3 12 0,-9 11 0,7 7 0,-6 8 0,-1-3 0,3-1 0,-4-4 0,7-2 0,1 0 0,3-15 0,-1 2 0,-3-10 0,0 0 0,7-17 0,-1 0 0,2-9 0,4-14 0,-2-4 0,6-7 0,-2-1 0,-2-7 0,-6 0 0,0-3 0,0 4 0,0 7 0,1 5 0,-9 5 0,-3 6 0,-4 9 0,4 5 0,-1 15 0,1 1 0,-6 20 0,0-3 0,0 3 0,2 3 0,4-1 0,-3-1 0,9-5 0,1-5 0,3-4 0,1-9 0,6-2 0,0-8 0,-2 0 0,0-14 0,2-3 0,-4-6 0,4 0 0,-4-4 0,-4-1 0,-3-1 0,1 8 0,-5-2 0,1 4 0,-5 2 0,4 7 0,-8 16 0,0 13 0,0 6 0,0 4 0,0 5 0,0 0 0,0 1 0,0-1 0,6-7 0,-1-4 0,9 4 0,-5-10 0,8 0 0,-1-15 0,-5-14 0,4-18 0,-5-6 0</inkml:trace>
  <inkml:trace contextRef="#ctx0" brushRef="#br0" timeOffset="84">26519 13393 8912,'-50'2'0,"4"4"0,-4 4 0,10 3 0,0 0 0,11 1 0,10 5 0,8-8 0,3-3 0,16 5 0,3-7 0,12 0 0,6-6 0,1 0 0,-1 0 0,-4 0 0,-8-2 0,0-4 0,-1-3 0,-3-7 0,-3 3 0,-3 1 0,-1 1 0,0 0 0,-1-1 0,1 8 0,-6-3 0,8 7 0,1 7 0,9 3 0</inkml:trace>
  <inkml:trace contextRef="#ctx0" brushRef="#br0" timeOffset="85">26914 13737 8912,'-24'0'0,"4"-7"0,-4 5 0,6-6 0,1 0 0,0 7 0,0-7 0,7 16 0,-3 3 0,7 10 0,2 2 0,2 6 0,2-6 0,0 1 0,0-3 0,2 2 0,4-2 0,-4-2 0,4-1 0,-5-9 0,1-1 0,4-8 0,-4 0 0,13-8 0,-5-5 0,-1-8 0,7 2 0,-5-14 0,10 6 0,2 1 0,0 1 0,-6 2 0,2 0 0,3 4 0,0 4 0,-1 3 0,4 8 0,-2-1 0,8 3 0,-10 4 0,6 3 0,-2 7 0,5 3 0,-9 8 0,8 0 0,-6 2 0,5-2 0,-1-10 0,4 2 0,-2-5 0,-8-4 0,3-6 0,-1 0 0,0 0 0,0-8 0,-6-7 0,1-8 0,-7-2 0,-1 4 0,-3-2 0,-1 0 0,-8 8 0,-4 3 0,-3-1 0,-10 7 0,-4 2 0,4 3 0,-12 2 0,8 5 0,2 6 0,2-3 0,2 3 0,0 1 0,-1 2 0,9 3 0,-1-1 0,6 0 0,-1 0 0,-1-7 0,6 5 0,8-13 0,3 4 0,10-5 0,4-2 0,2-5 0,-6 4 0,6-11 0,-6 7 0,2 2 0,-1-4 0,-2 3 0,3 1 0,3 2 0,1 4 0,-6 4 0,-8 5 0,10 4 0,-11-3 0,11-1 0,-2-1 0,2 1 0,-4 3 0,6-9 0,0-1 0,-6-4 0,4-6 0,-4-5 0,6-12 0,1-4 0</inkml:trace>
  <inkml:trace contextRef="#ctx0" brushRef="#br0" timeOffset="86">28102 13118 8912,'-8'-17'0,"6"0"0,-13 7 0,3 5 0,-3 3 0,4 6 0,-1 7 0,1 8 0,-5 25 0,5 6 0,5 5 0,-3 10 0,7-9 0,-4 7 0,4 2 0,2 1 0,2-6 0,2-7 0,2-5 0,7-10 0,-3-4 0,7-11 0,0-4 0,0-9 0,0-4 0,1-4 0,-1-10 0,0-3 0,0-7 0,0-5 0,1 4 0,1-13 0,2 3 0,2-3 0,0 5 0,-6-4 0,0 9 0,-5-5 0,-1 10 0,-5-3 0,5 15 0,-7 1 0,2 10 0,-4 7 0,-2 8 0,0-2 0,0 14 0,0-5 0,0 5 0,0 1 0,0-1 0,0-5 0,7 5 0,3-16 0,7 0 0,0-9 0,1-6 0,1-12 0,4-7 0,3-8 0,9-9 0</inkml:trace>
  <inkml:trace contextRef="#ctx0" brushRef="#br0" timeOffset="87">28566 13170 8912,'-23'0'0,"1"0"0,0 0 0,-4 0 0,7 0 0,-4 2 0,4 4 0,3-3 0,5 9 0,5 1 0,4 3 0,2-5 0,2-1 0,4-3 0,3-1 0,9-6 0,-1 0 0,0 0 0,0-8 0,-7 6 0,-3-13 0,-7 6 0</inkml:trace>
  <inkml:trace contextRef="#ctx0" brushRef="#br0" timeOffset="88">27758 13703 8912,'-20'-6'0,"1"-1"0,0-1 0,4 0 0,9-5 0,6 3 0,25-1 0,17-1 0,12-1 0,13 4 0,9-3 0,2 1 0,5 1 0,8-13 0,5 4 0</inkml:trace>
  <inkml:trace contextRef="#ctx0" brushRef="#br0" timeOffset="89">28962 13617 8912,'-34'-8'0,"-1"-1"0,1-8 0,5 7 0,1 4 0,7 4 0,-10 4 0,8 4 0,8 4 0,7 9 0,8 4 0,0 3 0,0 1 0,0 4 0,2-8 0,4-2 0,3-2 0,8 2 0,1-2 0,-1-4 0,0-9 0,0 0 0,-5-5 0,-1-1 0,1 0 0,-1-7 0,1-5 0,-8-3 0,3-2 0,-7 0 0,-2 0 0,-3-1 0,-7 1 0,-3 0 0,-2 7 0,5-3 0,1 7 0,5 1 0,-6 5 0,9-8 0,-5 8 0,10-2 0,4 6 0,3 2 0,14-6 0,2 0 0,2 0 0,1 0 0,7-2 0,-1-4 0,1 2 0,-1-7 0,-1 5 0,-3-6 0,-1-1 0,-8 5 0,0 1 0,-6 1 0,-3 0 0,-9 1 0,11 6 0,-8 5 0,7 4 0,-11 7 0,4 0 0,-4 0 0,-2 1 0,0-1 0,0 0 0,0 0 0,0 0 0,0 1 0,0-7 0,0 0 0,0-7 0,0 4 0,0-18 0,3-5 0,9-6 0,-1-10 0,20 5 0,-6-9 0,2 1 0,1 0 0,5-1 0,-3 3 0,-1 3 0,-8 4 0,10 10 0,-8 3 0,-2 7 0,-2 10 0,-2 7 0,-2 11 0,-3 6 0,3 3 0,-11 8 0,5 2 0,-1 2 0,0-4 0,-5 4 0,5-2 0,2-4 0,1-1 0,6-5 0,1-3 0,-7-6 0,1-12 0,-1-3 0,-1-16 0,-3-1 0</inkml:trace>
  <inkml:trace contextRef="#ctx0" brushRef="#br0" timeOffset="90">30064 12465 8912,'-8'-17'0,"-4"0"0,7 24 0,5 16 0,9 19 0,14 21 0,2 16 0,-10-31 0,1 3 0,-1 1 0,-2 3 0,-2 8 0,-1 2 0,2 7 0,-1 1-1356,0 5 0,-3 1 1356,-2 7 0,-2 0 0,0-7 0,0 0 0,-3-1 0,-2-1 0,-3-8 0,-2 0-7,-1-3 1,-3-1 0,-5-1 0,-5-2 0,-4 2 0,-3-1 6,-2-4 0,-3-2 0,-4-2 0,-3-3 0,3-9 0,-3-2 0,-3 0 0,-2-2 0,0 0 0,-1-1 0</inkml:trace>
  <inkml:trace contextRef="#ctx0" brushRef="#br0" timeOffset="91">10893 15766 8912,'-42'2'0,"-4"4"0,-2 5 0,1 6 0,3 6 0,1 6 0,-2 13 0,4 10 0,3 11 0,2 11 0,1 10 0,1 6 0,17-40 0,0 1 0,0 0 0,1 1 0,0 4 0,2 1 0,-1 2 0,1 1 0,0 2 0,1 0 0,-1-2 0,1 0 0,4-5 0,1-1-983,0 41 983,7-18 0,2-20 0,5-11 0,6-12 0,11-11 0,5-5 0,7-7 213,5-5-213,4-12 0,7-19 0,-1-2 0,-4-18 0,-4-5 0</inkml:trace>
  <inkml:trace contextRef="#ctx0" brushRef="#br0" timeOffset="92">11100 16041 8912,'-18'-38'0,"3"4"0,4 7 0,-5 13 0,9 9 0,-7 12 0,3 11 0,-6 8 0,-6 14 0,0 12 0,7 11 0,3 2 0,2-2 0,7 4 0,-2-4 0,4 4 0,4 2 0,6-1 0,9 1 0,8-8 0,9-3 0,2-7 0,5-5 0,-3-8 0,8-15 0,-8-11 0,2-24 0,-4-11 0,-1-7 0,-1-12 0,1-4 0,-1 4 0,-7-6 0,-4 8 0,-4 2 0,-2 9 0,-7 2 0,-5 6 0,-3-2 0,-9 0 0,-5 6 0,-5 8 0,-4 3 0,-4 4 0,-2 2 0,1 6 0,-3-1 0,4 9 0,8-5 0,0 9 0,5-1 0,1 0 0,7-6 0,-2 1 0,4 1 0,4-3 0,4-1 0,5-1 0,12-2 0,-2-8 0,8-4 0,-8 4 0,2-4 0,2-1 0,-2 1 0,0-5 0,-6 5 0,0 0 0,-2 8 0,-3 6 0,-6 7 0,-4 6 0,-2 10 0,7-5 0,5 9 0,-3-1 0,3 1 0,1-1 0,4 0 0,6 1 0,-4-3 0,6-5 0,-2-8 0,0-6 0,8-9 0,-6 2 0,3-12 0,-3-5 0,-10-14 0,-3-9 0,3-16 0,-5-11 0</inkml:trace>
  <inkml:trace contextRef="#ctx0" brushRef="#br0" timeOffset="93">11926 16162 8912,'-2'-10'0,"-4"4"0,2 4 0,-7 2 0,5 16 0,-6 7 0,1 15 0,0 0 0,1 10 0,2 5 0,3 1 0,5 9 0,0-2 0,1 4 0,5-4 0,6-2 0,3-9 0,10-2 0,4-10 0,3-6 0,-5-5 0,7-17 0,-1-5 0,5-3 0,2-9 0,-7-7 0,-3-5 0,-1-4 0,-8-7 0,4 3 0,-10-7 0,-3-1 0,-5 6 0,-7 1 0,0 7 0,0-2 0,0 4 0,-2 7 0,-3 1 0,1 9 0,-8 2 0,3 8 0,-3 9 0,-1 13 0,7 7 0,2 3 0,2 2 0,2 13 0,4-15 0,8 12 0,7-14 0,15-4 0,3-7 0,3-12 0,6-5 0,3-12 0,3-13 0,-6-10 0,0-9 0,-8-1 0,2 1 0,-13-1 0,-10 1 0,-7 0 0,-18-1 0,-2 1 0</inkml:trace>
  <inkml:trace contextRef="#ctx0" brushRef="#br0" timeOffset="94">11857 16763 8912,'0'-17'0,"0"0"0,0 0 0,7 0 0,13-1 0,14 1 0,10 0 0,8-2 0,5-4 0,12 4-357,2-14 1,13 7 0,-6-9 0</inkml:trace>
  <inkml:trace contextRef="#ctx0" brushRef="#br0" timeOffset="95">12734 16540 8912,'18'0'0,"-1"0"0,0 0 0,0 0 0,0 0 0,3 2 0,3 3 0,-4 13 0,7 3 0,-5 7 0,2 1 0,-3 0 0,-7-1 0,2 1 0,-13-2 0,4-4 0,-4-4 0,-2-10 0,0 7 0,0-16 0,0 0 0,0-16 0,0-12 0,0-7 0,0-5 0,0-4 0,2-7 0,3-1 0,7 0 0,9 1 0,2-1 0,0 8 0,0 2 0,0 8 0,7 0 0,-3-1 0</inkml:trace>
  <inkml:trace contextRef="#ctx0" brushRef="#br0" timeOffset="96">13681 15491 8912,'9'-8'0,"7"1"0,-5-5 0,12 7 0,8 14 0,7 14 0,-7 19 0,1 25 0,-5 11 0,3 10 0,-22-33 0,-4 3 0,2 2 0,-1 2-415,-1 5 1,-4 2 0,-3 3 0,-3 1 414,-2 4 0,-2 1 0,-1 1 0,-2 0 0,-4-1 0,-1-1 0,-2 3 0,-2-1 0,-1-5 0,-2-1 0,-2 1 0,-3-1 0,-3-1 0,-3-1 0,0-4 0,-2 0 0,-4-1 0,-1 0 0,1 0 0</inkml:trace>
  <inkml:trace contextRef="#ctx0" brushRef="#br0" timeOffset="97">14834 17056 8912,'-14'-25'0,"-3"-2"0,0 0 0,4 8 0,7 12 0,10 8 0,3 17 0,1-1 0,0 0 0,5 6 0,-1 2 0,1 0 0,-2-1 0,5-1 0,-7-5 0</inkml:trace>
  <inkml:trace contextRef="#ctx0" brushRef="#br0" timeOffset="98">15557 17090 8912,'13'-76'0,"8"11"0,10 19 0,11 21 0,4 21 0,-1 16 0,5 11 0,-6 3 0</inkml:trace>
  <inkml:trace contextRef="#ctx0" brushRef="#br0" timeOffset="99">16624 16935 8912,'0'-32'0,"1"-5"0,7 1 0,9 8 0,16 14 0,11 14 0,7 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8" name="Google Shape;968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sns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lmplot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"x"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y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"y"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ci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fit_reg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line_kws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"color"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"brown"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},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scatter_kws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80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"edgecolor"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'black'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"color"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'firebrick'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})\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set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'Points sampled from a polynomial $f(x)=−</a:t>
            </a:r>
            <a:r>
              <a:rPr lang="en-US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\\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dfrac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{𝑥^4}{16}+</a:t>
            </a:r>
            <a:r>
              <a:rPr lang="en-US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\\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dfrac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{𝑥^3}{16}+</a:t>
            </a:r>
            <a:r>
              <a:rPr lang="en-US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\\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dfrac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{𝑥^2}{2}+</a:t>
            </a:r>
            <a:r>
              <a:rPr lang="en-US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\\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dfrac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{𝑥}{4}+</a:t>
            </a:r>
            <a:r>
              <a:rPr lang="en-US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\\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dfrac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{1}{20} $'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xlabel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'$x$'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ylabel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'$y= f(x)+</a:t>
            </a:r>
            <a:r>
              <a:rPr lang="en-US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\\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mathcal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{N}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(0,1)$'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b="0" dirty="0">
                <a:solidFill>
                  <a:srgbClr val="F44747"/>
                </a:solidFill>
                <a:effectLst/>
                <a:latin typeface="Menlo" panose="020B060903080402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19" name="Google Shape;51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6" name="Google Shape;496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Theta1 slope, theta2 y-intercept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Distance from origin = (theta2/sqrt(theta1^2+1))</a:t>
            </a:r>
            <a:endParaRPr/>
          </a:p>
        </p:txBody>
      </p:sp>
      <p:sp>
        <p:nvSpPr>
          <p:cNvPr id="534" name="Google Shape;534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4ace25108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g24ace251085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Theta1 slope, theta2 y-intercept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Distance from origin = (theta2/sqrt(theta1^2+1))</a:t>
            </a:r>
            <a:endParaRPr/>
          </a:p>
        </p:txBody>
      </p:sp>
      <p:sp>
        <p:nvSpPr>
          <p:cNvPr id="558" name="Google Shape;558;g24ace251085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8" name="Google Shape;568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C9E62405-CF7F-4C13-1E7B-221363F68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2:notes">
            <a:extLst>
              <a:ext uri="{FF2B5EF4-FFF2-40B4-BE49-F238E27FC236}">
                <a16:creationId xmlns:a16="http://schemas.microsoft.com/office/drawing/2014/main" id="{81ED1992-DB15-F33F-2C0D-8101370D2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9" name="Google Shape;519;p42:notes">
            <a:extLst>
              <a:ext uri="{FF2B5EF4-FFF2-40B4-BE49-F238E27FC236}">
                <a16:creationId xmlns:a16="http://schemas.microsoft.com/office/drawing/2014/main" id="{3F2EBE90-6621-7733-9841-689D24CA8C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2462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9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customXml" Target="../ink/ink10.xml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customXml" Target="../ink/ink12.xml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customXml" Target="../ink/ink14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customXml" Target="../ink/ink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ctrTitle"/>
          </p:nvPr>
        </p:nvSpPr>
        <p:spPr>
          <a:xfrm>
            <a:off x="2783378" y="836478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MODELS AND ESTIMATION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C7839-4C3B-7C83-3EE1-F919BE431B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CA11BA-7E16-E7D0-E087-E91920F3BCB5}"/>
                  </a:ext>
                </a:extLst>
              </p14:cNvPr>
              <p14:cNvContentPartPr/>
              <p14:nvPr/>
            </p14:nvContentPartPr>
            <p14:xfrm>
              <a:off x="4008240" y="3494880"/>
              <a:ext cx="7911000" cy="2032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CA11BA-7E16-E7D0-E087-E91920F3BC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8880" y="3485520"/>
                <a:ext cx="7929720" cy="205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F7B1FF-3676-146A-482D-8B44AABD38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Back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𝐴𝑄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US" sz="3200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F7B1FF-3676-146A-482D-8B44AABD38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0D7BC-C134-5A6E-012F-A415CCC418A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992124"/>
                <a:ext cx="9956800" cy="55912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The most popular Linear Regression loss is the squared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loss i.e., 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Write down the gradient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using Chain rule as: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[2⋅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⋅−1]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br>
                  <a:rPr lang="en-US" b="0" dirty="0"/>
                </a:br>
                <a:r>
                  <a:rPr lang="en-US" dirty="0"/>
                  <a:t>	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0D7BC-C134-5A6E-012F-A415CCC41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992124"/>
                <a:ext cx="9956800" cy="5591238"/>
              </a:xfrm>
              <a:blipFill>
                <a:blip r:embed="rId3"/>
                <a:stretch>
                  <a:fillRect l="-383" t="-4082" b="-30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B3B0F7-7477-C0AD-8BBA-F78F0F840A46}"/>
                  </a:ext>
                </a:extLst>
              </p14:cNvPr>
              <p14:cNvContentPartPr/>
              <p14:nvPr/>
            </p14:nvContentPartPr>
            <p14:xfrm>
              <a:off x="111600" y="18720"/>
              <a:ext cx="11572920" cy="6474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B3B0F7-7477-C0AD-8BBA-F78F0F840A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240" y="9360"/>
                <a:ext cx="11591640" cy="649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965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7FE35E-662A-B771-0533-D59F9AB91CB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Continue gradient: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7FE35E-662A-B771-0533-D59F9AB91C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t="-12088" b="-97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18DC-9E80-A70A-4245-B8DD5C5586E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[2⋅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⋅−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be optimal, need: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Denote average using bars: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Need: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How many unknowns? How many equations? </a:t>
                </a:r>
              </a:p>
              <a:p>
                <a:r>
                  <a:rPr lang="en-US" dirty="0"/>
                  <a:t>From first, we get: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--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!</a:t>
                </a:r>
              </a:p>
              <a:p>
                <a:r>
                  <a:rPr lang="en-US" dirty="0"/>
                  <a:t>Substitute in to second to get,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18DC-9E80-A70A-4245-B8DD5C55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 t="-16927" b="-9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66A238-99D7-1CB7-D79F-AEB723875B35}"/>
                  </a:ext>
                </a:extLst>
              </p14:cNvPr>
              <p14:cNvContentPartPr/>
              <p14:nvPr/>
            </p14:nvContentPartPr>
            <p14:xfrm>
              <a:off x="1387800" y="118440"/>
              <a:ext cx="10737360" cy="6356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66A238-99D7-1CB7-D79F-AEB723875B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8440" y="109080"/>
                <a:ext cx="10756080" cy="637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357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21320BC-8F86-3E81-6179-B5CC61AF14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CAN SIMPLIFY EXPRESSIONS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with sample covariance and variance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21320BC-8F86-3E81-6179-B5CC61AF14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783BE-384B-D205-1416-124C0DAC6EC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417638"/>
                <a:ext cx="9956800" cy="5440362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Numerator: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Similarly Denominator: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So we get,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sz="3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SD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SD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That is, the RHS is a function of data alone!</a:t>
                </a:r>
              </a:p>
              <a:p>
                <a:r>
                  <a:rPr lang="en-US" dirty="0"/>
                  <a:t>And from previous slide: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783BE-384B-D205-1416-124C0DAC6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417638"/>
                <a:ext cx="9956800" cy="5440362"/>
              </a:xfrm>
              <a:blipFill>
                <a:blip r:embed="rId3"/>
                <a:stretch>
                  <a:fillRect l="-255" t="-12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CF07EF-274F-9BB1-0164-8199C38E7295}"/>
                  </a:ext>
                </a:extLst>
              </p14:cNvPr>
              <p14:cNvContentPartPr/>
              <p14:nvPr/>
            </p14:nvContentPartPr>
            <p14:xfrm>
              <a:off x="1046880" y="804600"/>
              <a:ext cx="11095920" cy="5978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CF07EF-274F-9BB1-0164-8199C38E72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7520" y="795240"/>
                <a:ext cx="11114640" cy="599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742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92"/>
          <p:cNvSpPr txBox="1">
            <a:spLocks noGrp="1"/>
          </p:cNvSpPr>
          <p:nvPr>
            <p:ph type="title"/>
          </p:nvPr>
        </p:nvSpPr>
        <p:spPr>
          <a:xfrm>
            <a:off x="552450" y="150554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SUMMARY OF MODEL ESTIMATION SO FAR</a:t>
            </a:r>
            <a:endParaRPr dirty="0"/>
          </a:p>
        </p:txBody>
      </p:sp>
      <p:sp>
        <p:nvSpPr>
          <p:cNvPr id="971" name="Google Shape;971;p92"/>
          <p:cNvSpPr txBox="1">
            <a:spLocks noGrp="1"/>
          </p:cNvSpPr>
          <p:nvPr>
            <p:ph type="body" idx="1"/>
          </p:nvPr>
        </p:nvSpPr>
        <p:spPr>
          <a:xfrm>
            <a:off x="838200" y="1476117"/>
            <a:ext cx="10515600" cy="5211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8637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Font typeface="Rockwell"/>
              <a:buAutoNum type="arabicPeriod"/>
            </a:pPr>
            <a:r>
              <a:rPr lang="en-US" sz="2400" b="1" dirty="0"/>
              <a:t>Define the Model: </a:t>
            </a:r>
            <a:r>
              <a:rPr lang="en-US" sz="2400" dirty="0"/>
              <a:t>simplified representation of the world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Use domain knowledge but … </a:t>
            </a:r>
            <a:r>
              <a:rPr lang="en-US" sz="2000" b="1" i="1" dirty="0"/>
              <a:t>keep it simple!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Introduce </a:t>
            </a:r>
            <a:r>
              <a:rPr lang="en-US" sz="2000" b="1" dirty="0"/>
              <a:t>parameters</a:t>
            </a:r>
            <a:r>
              <a:rPr lang="en-US" sz="2000" dirty="0"/>
              <a:t> for the unknown quantities</a:t>
            </a:r>
            <a:endParaRPr dirty="0"/>
          </a:p>
          <a:p>
            <a:pPr marL="528637" lvl="0" indent="-5143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Font typeface="Rockwell"/>
              <a:buAutoNum type="arabicPeriod"/>
            </a:pPr>
            <a:r>
              <a:rPr lang="en-US" sz="2400" b="1" dirty="0"/>
              <a:t>Define the Loss Function: </a:t>
            </a:r>
            <a:r>
              <a:rPr lang="en-US" sz="2400" dirty="0"/>
              <a:t>measures how well a particular instance of the model “fits” the data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We introduced L</a:t>
            </a:r>
            <a:r>
              <a:rPr lang="en-US" sz="2000" baseline="30000" dirty="0"/>
              <a:t>2</a:t>
            </a:r>
            <a:r>
              <a:rPr lang="en-US" sz="2000" dirty="0"/>
              <a:t>, L</a:t>
            </a:r>
            <a:r>
              <a:rPr lang="en-US" sz="2000" baseline="30000" dirty="0"/>
              <a:t>1</a:t>
            </a:r>
            <a:r>
              <a:rPr lang="en-US" sz="2000" dirty="0"/>
              <a:t>, and Huber losses for each record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Take the average loss over the entire dataset</a:t>
            </a:r>
            <a:endParaRPr dirty="0"/>
          </a:p>
          <a:p>
            <a:pPr marL="471487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Font typeface="Rockwell"/>
              <a:buAutoNum type="arabicPeriod"/>
            </a:pPr>
            <a:r>
              <a:rPr lang="en-US" sz="2400" b="1" dirty="0"/>
              <a:t>Minimize the Loss Function: </a:t>
            </a:r>
            <a:r>
              <a:rPr lang="en-US" sz="2400" dirty="0"/>
              <a:t>find the parameter values that minimize the loss on the data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Look at the graph of the function to understand its mathematical properties such as convexity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b="1" dirty="0">
                <a:solidFill>
                  <a:schemeClr val="accent5"/>
                </a:solidFill>
              </a:rPr>
              <a:t>For linear regression alone, we can minimize the loss analytically using calculus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b="1" dirty="0">
                <a:solidFill>
                  <a:schemeClr val="accent4"/>
                </a:solidFill>
              </a:rPr>
              <a:t>For everything else, have minimize the loss numerically (later)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9893D4-06E7-0099-177B-DB06AC024A14}"/>
                  </a:ext>
                </a:extLst>
              </p14:cNvPr>
              <p14:cNvContentPartPr/>
              <p14:nvPr/>
            </p14:nvContentPartPr>
            <p14:xfrm>
              <a:off x="582480" y="928440"/>
              <a:ext cx="10561320" cy="4623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9893D4-06E7-0099-177B-DB06AC024A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120" y="919080"/>
                <a:ext cx="10580040" cy="464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2"/>
          <p:cNvSpPr txBox="1">
            <a:spLocks noGrp="1"/>
          </p:cNvSpPr>
          <p:nvPr>
            <p:ph type="title"/>
          </p:nvPr>
        </p:nvSpPr>
        <p:spPr>
          <a:xfrm>
            <a:off x="1066799" y="-14777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IS THIS DATA LINEAR?</a:t>
            </a:r>
            <a:endParaRPr dirty="0"/>
          </a:p>
        </p:txBody>
      </p:sp>
      <p:sp>
        <p:nvSpPr>
          <p:cNvPr id="522" name="Google Shape;522;p42"/>
          <p:cNvSpPr txBox="1"/>
          <p:nvPr/>
        </p:nvSpPr>
        <p:spPr>
          <a:xfrm>
            <a:off x="6446905" y="918054"/>
            <a:ext cx="37561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What does it mean to be linear?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0C1DF-0750-B318-3E25-6F953BCFC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37880" y="1353067"/>
            <a:ext cx="6131502" cy="53854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FAE56D5-B19D-138D-B6BD-D74F84194A6B}"/>
                  </a:ext>
                </a:extLst>
              </p14:cNvPr>
              <p14:cNvContentPartPr/>
              <p14:nvPr/>
            </p14:nvContentPartPr>
            <p14:xfrm>
              <a:off x="2948760" y="2302560"/>
              <a:ext cx="3637080" cy="3689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FAE56D5-B19D-138D-B6BD-D74F84194A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2920" y="2239200"/>
                <a:ext cx="3668400" cy="38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009D63-6E0C-CC1B-5D88-3D58042470CB}"/>
                  </a:ext>
                </a:extLst>
              </p14:cNvPr>
              <p14:cNvContentPartPr/>
              <p14:nvPr/>
            </p14:nvContentPartPr>
            <p14:xfrm>
              <a:off x="347040" y="5397120"/>
              <a:ext cx="173880" cy="408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009D63-6E0C-CC1B-5D88-3D58042470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1200" y="5333760"/>
                <a:ext cx="205200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0E6562D-D4FD-7390-57E9-6EA87FDD1326}"/>
                  </a:ext>
                </a:extLst>
              </p14:cNvPr>
              <p14:cNvContentPartPr/>
              <p14:nvPr/>
            </p14:nvContentPartPr>
            <p14:xfrm>
              <a:off x="275400" y="5560920"/>
              <a:ext cx="270000" cy="133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0E6562D-D4FD-7390-57E9-6EA87FDD13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9560" y="5497560"/>
                <a:ext cx="3013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696C69-B3D4-3441-2CA8-1EC8C8D4847B}"/>
                  </a:ext>
                </a:extLst>
              </p14:cNvPr>
              <p14:cNvContentPartPr/>
              <p14:nvPr/>
            </p14:nvContentPartPr>
            <p14:xfrm>
              <a:off x="99000" y="-360"/>
              <a:ext cx="11653560" cy="6586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696C69-B3D4-3441-2CA8-1EC8C8D4847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640" y="-9720"/>
                <a:ext cx="11672280" cy="660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1"/>
          <p:cNvSpPr txBox="1">
            <a:spLocks noGrp="1"/>
          </p:cNvSpPr>
          <p:nvPr>
            <p:ph type="title"/>
          </p:nvPr>
        </p:nvSpPr>
        <p:spPr>
          <a:xfrm>
            <a:off x="365629" y="0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ckwell"/>
              <a:buNone/>
            </a:pPr>
            <a:r>
              <a:rPr lang="en-US" sz="4000"/>
              <a:t>LINEAR MODELS AND FEATURE FUNCTIONS</a:t>
            </a:r>
            <a:endParaRPr/>
          </a:p>
        </p:txBody>
      </p:sp>
      <p:sp>
        <p:nvSpPr>
          <p:cNvPr id="499" name="Google Shape;499;p41"/>
          <p:cNvSpPr txBox="1"/>
          <p:nvPr/>
        </p:nvSpPr>
        <p:spPr>
          <a:xfrm>
            <a:off x="552450" y="3068815"/>
            <a:ext cx="2100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For 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3877" y="1325563"/>
            <a:ext cx="4140200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1"/>
          <p:cNvSpPr/>
          <p:nvPr/>
        </p:nvSpPr>
        <p:spPr>
          <a:xfrm>
            <a:off x="7511563" y="952001"/>
            <a:ext cx="3030415" cy="410308"/>
          </a:xfrm>
          <a:prstGeom prst="wedgeRoundRectCallout">
            <a:avLst>
              <a:gd name="adj1" fmla="val -59711"/>
              <a:gd name="adj2" fmla="val 13107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Linear in the Parameters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1"/>
          <p:cNvSpPr/>
          <p:nvPr/>
        </p:nvSpPr>
        <p:spPr>
          <a:xfrm>
            <a:off x="7505213" y="2560312"/>
            <a:ext cx="2254250" cy="410308"/>
          </a:xfrm>
          <a:prstGeom prst="wedgeRoundRectCallout">
            <a:avLst>
              <a:gd name="adj1" fmla="val -44418"/>
              <a:gd name="adj2" fmla="val -13035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Feature Functions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1"/>
          <p:cNvSpPr txBox="1"/>
          <p:nvPr/>
        </p:nvSpPr>
        <p:spPr>
          <a:xfrm>
            <a:off x="-11149233" y="3564633"/>
            <a:ext cx="1066805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Designing the feature functions is a big part of machine learning and data science.</a:t>
            </a:r>
            <a:b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endParaRPr sz="2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Feature Functions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capture domain knowledge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substantial contribute to expressivity (and complexity)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" name="Google Shape;504;p41"/>
          <p:cNvGrpSpPr/>
          <p:nvPr/>
        </p:nvGrpSpPr>
        <p:grpSpPr>
          <a:xfrm>
            <a:off x="2789267" y="3106736"/>
            <a:ext cx="9831834" cy="825962"/>
            <a:chOff x="2789267" y="3106736"/>
            <a:chExt cx="9831834" cy="825962"/>
          </a:xfrm>
        </p:grpSpPr>
        <p:sp>
          <p:nvSpPr>
            <p:cNvPr id="505" name="Google Shape;505;p41"/>
            <p:cNvSpPr txBox="1"/>
            <p:nvPr/>
          </p:nvSpPr>
          <p:spPr>
            <a:xfrm>
              <a:off x="3457366" y="3462371"/>
              <a:ext cx="9163735" cy="46166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973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1"/>
            <p:cNvSpPr txBox="1"/>
            <p:nvPr/>
          </p:nvSpPr>
          <p:spPr>
            <a:xfrm>
              <a:off x="3659639" y="3106736"/>
              <a:ext cx="3475207" cy="46166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132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1"/>
            <p:cNvSpPr txBox="1"/>
            <p:nvPr/>
          </p:nvSpPr>
          <p:spPr>
            <a:xfrm>
              <a:off x="2954377" y="3563366"/>
              <a:ext cx="9669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Model: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1"/>
            <p:cNvSpPr txBox="1"/>
            <p:nvPr/>
          </p:nvSpPr>
          <p:spPr>
            <a:xfrm>
              <a:off x="2789267" y="3177380"/>
              <a:ext cx="11320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Domain: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p41"/>
          <p:cNvGrpSpPr/>
          <p:nvPr/>
        </p:nvGrpSpPr>
        <p:grpSpPr>
          <a:xfrm>
            <a:off x="772102" y="3868856"/>
            <a:ext cx="3772808" cy="1848467"/>
            <a:chOff x="772102" y="3868856"/>
            <a:chExt cx="3772808" cy="1848467"/>
          </a:xfrm>
        </p:grpSpPr>
        <p:sp>
          <p:nvSpPr>
            <p:cNvPr id="510" name="Google Shape;510;p41"/>
            <p:cNvSpPr txBox="1"/>
            <p:nvPr/>
          </p:nvSpPr>
          <p:spPr>
            <a:xfrm>
              <a:off x="788893" y="3868856"/>
              <a:ext cx="11977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sng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Features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1"/>
            <p:cNvSpPr txBox="1"/>
            <p:nvPr/>
          </p:nvSpPr>
          <p:spPr>
            <a:xfrm>
              <a:off x="772102" y="4285769"/>
              <a:ext cx="3558149" cy="46166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973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911287" y="4774360"/>
              <a:ext cx="3633623" cy="46166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973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944434" y="5255658"/>
              <a:ext cx="2410853" cy="46166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l="-249" r="-249" b="-1973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4" name="Google Shape;514;p41"/>
          <p:cNvGrpSpPr/>
          <p:nvPr/>
        </p:nvGrpSpPr>
        <p:grpSpPr>
          <a:xfrm>
            <a:off x="7185886" y="4121802"/>
            <a:ext cx="4632304" cy="2308324"/>
            <a:chOff x="7185886" y="4121802"/>
            <a:chExt cx="4632304" cy="2308324"/>
          </a:xfrm>
        </p:grpSpPr>
        <p:sp>
          <p:nvSpPr>
            <p:cNvPr id="515" name="Google Shape;515;p41"/>
            <p:cNvSpPr txBox="1"/>
            <p:nvPr/>
          </p:nvSpPr>
          <p:spPr>
            <a:xfrm>
              <a:off x="7185886" y="4121802"/>
              <a:ext cx="4632304" cy="23083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Indicator functions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are a common method to transform qualitative data into quantitative data.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1"/>
            <p:cNvSpPr txBox="1"/>
            <p:nvPr/>
          </p:nvSpPr>
          <p:spPr>
            <a:xfrm>
              <a:off x="7494232" y="4637660"/>
              <a:ext cx="3558149" cy="461665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841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6E87FE-2486-58D4-423B-5A1DECA59C5B}"/>
                  </a:ext>
                </a:extLst>
              </p14:cNvPr>
              <p14:cNvContentPartPr/>
              <p14:nvPr/>
            </p14:nvContentPartPr>
            <p14:xfrm>
              <a:off x="477000" y="878760"/>
              <a:ext cx="11554200" cy="5651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6E87FE-2486-58D4-423B-5A1DECA59C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7640" y="869400"/>
                <a:ext cx="11572920" cy="567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ckwell"/>
              <a:buNone/>
            </a:pPr>
            <a:r>
              <a:rPr lang="en-US" sz="4000" dirty="0"/>
              <a:t>WHAT DOES IT MEAN TO BE A LINEAR MODEL?</a:t>
            </a:r>
            <a:endParaRPr dirty="0"/>
          </a:p>
        </p:txBody>
      </p:sp>
      <p:sp>
        <p:nvSpPr>
          <p:cNvPr id="529" name="Google Shape;529;p43"/>
          <p:cNvSpPr txBox="1">
            <a:spLocks noGrp="1"/>
          </p:cNvSpPr>
          <p:nvPr>
            <p:ph type="body" idx="1"/>
          </p:nvPr>
        </p:nvSpPr>
        <p:spPr>
          <a:xfrm>
            <a:off x="838200" y="3536289"/>
            <a:ext cx="10515600" cy="287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4287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In what sense is the above </a:t>
            </a:r>
            <a:r>
              <a:rPr lang="en-US" b="1" dirty="0"/>
              <a:t>model linear</a:t>
            </a:r>
            <a:r>
              <a:rPr lang="en-US" dirty="0"/>
              <a:t>? </a:t>
            </a:r>
            <a:endParaRPr dirty="0"/>
          </a:p>
          <a:p>
            <a:pPr marL="14287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Are linear models linear in the </a:t>
            </a:r>
            <a:endParaRPr dirty="0"/>
          </a:p>
          <a:p>
            <a:pPr marL="528637" lvl="0" indent="-5143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Rockwell"/>
              <a:buAutoNum type="arabicPeriod"/>
            </a:pPr>
            <a:r>
              <a:rPr lang="en-US" dirty="0"/>
              <a:t>the features?</a:t>
            </a:r>
            <a:endParaRPr dirty="0"/>
          </a:p>
          <a:p>
            <a:pPr marL="528637" lvl="0" indent="-5143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Rockwell"/>
              <a:buAutoNum type="arabicPeriod"/>
            </a:pPr>
            <a:r>
              <a:rPr lang="en-US" dirty="0"/>
              <a:t>the parameters?</a:t>
            </a:r>
            <a:endParaRPr dirty="0"/>
          </a:p>
        </p:txBody>
      </p:sp>
      <p:pic>
        <p:nvPicPr>
          <p:cNvPr id="530" name="Google Shape;53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7351" y="1646238"/>
            <a:ext cx="7005198" cy="150550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DF2003-FEEF-11D9-4027-79B49F98BEC4}"/>
                  </a:ext>
                </a:extLst>
              </p14:cNvPr>
              <p14:cNvContentPartPr/>
              <p14:nvPr/>
            </p14:nvContentPartPr>
            <p14:xfrm>
              <a:off x="700200" y="1460880"/>
              <a:ext cx="11280960" cy="5050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DF2003-FEEF-11D9-4027-79B49F98BE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0840" y="1451520"/>
                <a:ext cx="11299680" cy="506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4"/>
          <p:cNvSpPr txBox="1">
            <a:spLocks noGrp="1"/>
          </p:cNvSpPr>
          <p:nvPr>
            <p:ph type="title"/>
          </p:nvPr>
        </p:nvSpPr>
        <p:spPr>
          <a:xfrm>
            <a:off x="365629" y="0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ckwell"/>
              <a:buNone/>
            </a:pPr>
            <a:r>
              <a:rPr lang="en-US" sz="4000"/>
              <a:t>LINEAR MODELS AND FEATURE FUNCTIONS</a:t>
            </a:r>
            <a:endParaRPr/>
          </a:p>
        </p:txBody>
      </p:sp>
      <p:sp>
        <p:nvSpPr>
          <p:cNvPr id="537" name="Google Shape;537;p44"/>
          <p:cNvSpPr txBox="1"/>
          <p:nvPr/>
        </p:nvSpPr>
        <p:spPr>
          <a:xfrm>
            <a:off x="552450" y="3068815"/>
            <a:ext cx="2100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For 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4"/>
          <p:cNvSpPr txBox="1"/>
          <p:nvPr/>
        </p:nvSpPr>
        <p:spPr>
          <a:xfrm>
            <a:off x="788893" y="3868856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Features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9" name="Google Shape;53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3877" y="1325563"/>
            <a:ext cx="4140200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4"/>
          <p:cNvSpPr/>
          <p:nvPr/>
        </p:nvSpPr>
        <p:spPr>
          <a:xfrm>
            <a:off x="7511563" y="952001"/>
            <a:ext cx="3030415" cy="410308"/>
          </a:xfrm>
          <a:prstGeom prst="wedgeRoundRectCallout">
            <a:avLst>
              <a:gd name="adj1" fmla="val -59711"/>
              <a:gd name="adj2" fmla="val 13107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Linear in the Parameters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4"/>
          <p:cNvSpPr/>
          <p:nvPr/>
        </p:nvSpPr>
        <p:spPr>
          <a:xfrm>
            <a:off x="7505213" y="2560312"/>
            <a:ext cx="2254250" cy="410308"/>
          </a:xfrm>
          <a:prstGeom prst="wedgeRoundRectCallout">
            <a:avLst>
              <a:gd name="adj1" fmla="val -44418"/>
              <a:gd name="adj2" fmla="val -13035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Feature Functions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2" name="Google Shape;542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5115" y="4422854"/>
            <a:ext cx="1701800" cy="1016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3" name="Google Shape;543;p44"/>
          <p:cNvGrpSpPr/>
          <p:nvPr/>
        </p:nvGrpSpPr>
        <p:grpSpPr>
          <a:xfrm>
            <a:off x="3160527" y="4099211"/>
            <a:ext cx="3870081" cy="2679287"/>
            <a:chOff x="4236426" y="4099211"/>
            <a:chExt cx="3870081" cy="2679287"/>
          </a:xfrm>
        </p:grpSpPr>
        <p:pic>
          <p:nvPicPr>
            <p:cNvPr id="544" name="Google Shape;544;p4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236426" y="4099211"/>
              <a:ext cx="3870081" cy="2679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4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5361" y="5438854"/>
              <a:ext cx="1274587" cy="7081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6" name="Google Shape;546;p44"/>
          <p:cNvSpPr txBox="1"/>
          <p:nvPr/>
        </p:nvSpPr>
        <p:spPr>
          <a:xfrm>
            <a:off x="-11149233" y="3564633"/>
            <a:ext cx="10668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Designing the feature functions is a big part of machine learning and data science.</a:t>
            </a:r>
            <a:b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endParaRPr sz="2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Feature Functions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ckwell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capture domain knowledge</a:t>
            </a:r>
            <a:endParaRPr/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ckwell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substantial contribute to expressivity (and complexity)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7" name="Google Shape;547;p44"/>
          <p:cNvGrpSpPr/>
          <p:nvPr/>
        </p:nvGrpSpPr>
        <p:grpSpPr>
          <a:xfrm>
            <a:off x="7185886" y="4121802"/>
            <a:ext cx="4632304" cy="2308324"/>
            <a:chOff x="7185886" y="4121802"/>
            <a:chExt cx="4632304" cy="2308324"/>
          </a:xfrm>
        </p:grpSpPr>
        <p:sp>
          <p:nvSpPr>
            <p:cNvPr id="548" name="Google Shape;548;p44"/>
            <p:cNvSpPr txBox="1"/>
            <p:nvPr/>
          </p:nvSpPr>
          <p:spPr>
            <a:xfrm>
              <a:off x="7185886" y="4121802"/>
              <a:ext cx="4632304" cy="23083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Adding a </a:t>
              </a:r>
              <a:r>
                <a:rPr lang="en-US" sz="2400" b="1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“constant” feature function</a:t>
              </a:r>
              <a:r>
                <a:rPr lang="en-US"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is a common method to introduce an </a:t>
              </a:r>
              <a:r>
                <a:rPr lang="en-US" sz="2400" b="1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offset</a:t>
              </a:r>
              <a:r>
                <a:rPr lang="en-US"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 (also sometimes called </a:t>
              </a:r>
              <a:r>
                <a:rPr lang="en-US" sz="2400" b="1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bias</a:t>
              </a:r>
              <a:r>
                <a:rPr lang="en-US"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) term.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9" name="Google Shape;549;p4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878278" y="4700261"/>
              <a:ext cx="1663700" cy="406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0" name="Google Shape;550;p44"/>
          <p:cNvGrpSpPr/>
          <p:nvPr/>
        </p:nvGrpSpPr>
        <p:grpSpPr>
          <a:xfrm>
            <a:off x="2789267" y="3167367"/>
            <a:ext cx="4014941" cy="802399"/>
            <a:chOff x="2789267" y="3167367"/>
            <a:chExt cx="4014941" cy="802399"/>
          </a:xfrm>
        </p:grpSpPr>
        <p:pic>
          <p:nvPicPr>
            <p:cNvPr id="551" name="Google Shape;551;p4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959245" y="3167367"/>
              <a:ext cx="10033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p4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921308" y="3563366"/>
              <a:ext cx="2882900" cy="40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44"/>
            <p:cNvSpPr txBox="1"/>
            <p:nvPr/>
          </p:nvSpPr>
          <p:spPr>
            <a:xfrm>
              <a:off x="2954377" y="3563366"/>
              <a:ext cx="9669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Model: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4"/>
            <p:cNvSpPr txBox="1"/>
            <p:nvPr/>
          </p:nvSpPr>
          <p:spPr>
            <a:xfrm>
              <a:off x="2789267" y="3177380"/>
              <a:ext cx="11320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Domain: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DC0D55-4150-61A0-B194-1CE8A39BD0ED}"/>
                  </a:ext>
                </a:extLst>
              </p14:cNvPr>
              <p14:cNvContentPartPr/>
              <p14:nvPr/>
            </p14:nvContentPartPr>
            <p14:xfrm>
              <a:off x="260280" y="3203280"/>
              <a:ext cx="9236520" cy="2986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DC0D55-4150-61A0-B194-1CE8A39BD0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920" y="3193920"/>
                <a:ext cx="9255240" cy="300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4ace251085_0_6"/>
          <p:cNvSpPr txBox="1">
            <a:spLocks noGrp="1"/>
          </p:cNvSpPr>
          <p:nvPr>
            <p:ph type="title"/>
          </p:nvPr>
        </p:nvSpPr>
        <p:spPr>
          <a:xfrm>
            <a:off x="365629" y="0"/>
            <a:ext cx="10801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ckwell"/>
              <a:buNone/>
            </a:pPr>
            <a:r>
              <a:rPr lang="en-US" sz="4000"/>
              <a:t>LINEAR MODELS AND FEATURE FUNCTIONS</a:t>
            </a:r>
            <a:endParaRPr/>
          </a:p>
        </p:txBody>
      </p:sp>
      <p:pic>
        <p:nvPicPr>
          <p:cNvPr id="561" name="Google Shape;561;g24ace251085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3877" y="1325563"/>
            <a:ext cx="4140202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g24ace251085_0_6"/>
          <p:cNvSpPr/>
          <p:nvPr/>
        </p:nvSpPr>
        <p:spPr>
          <a:xfrm>
            <a:off x="7511563" y="952001"/>
            <a:ext cx="3030300" cy="410400"/>
          </a:xfrm>
          <a:prstGeom prst="wedgeRoundRectCallout">
            <a:avLst>
              <a:gd name="adj1" fmla="val -59711"/>
              <a:gd name="adj2" fmla="val 13107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Linear in the Parameters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24ace251085_0_6"/>
          <p:cNvSpPr/>
          <p:nvPr/>
        </p:nvSpPr>
        <p:spPr>
          <a:xfrm>
            <a:off x="7505213" y="2560312"/>
            <a:ext cx="2254200" cy="410400"/>
          </a:xfrm>
          <a:prstGeom prst="wedgeRoundRectCallout">
            <a:avLst>
              <a:gd name="adj1" fmla="val -44418"/>
              <a:gd name="adj2" fmla="val -13035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Feature Functions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24ace251085_0_6"/>
          <p:cNvSpPr txBox="1"/>
          <p:nvPr/>
        </p:nvSpPr>
        <p:spPr>
          <a:xfrm>
            <a:off x="814167" y="3564633"/>
            <a:ext cx="10668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Designing the feature functions is a big part of machine learning and data science.</a:t>
            </a:r>
            <a:b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endParaRPr sz="2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Feature Functions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ckwell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capture domain knowledge</a:t>
            </a:r>
            <a:endParaRPr/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ckwell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substantial contribute to expressivity (and complexity)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3532E2-A08B-3132-F4D3-137849B47114}"/>
                  </a:ext>
                </a:extLst>
              </p14:cNvPr>
              <p14:cNvContentPartPr/>
              <p14:nvPr/>
            </p14:nvContentPartPr>
            <p14:xfrm>
              <a:off x="4658760" y="4655160"/>
              <a:ext cx="4794120" cy="606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3532E2-A08B-3132-F4D3-137849B471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9400" y="4645800"/>
                <a:ext cx="4812840" cy="62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5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134974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INTRODUCING NON-LINEAR FEATURE FUNCTIONS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1" name="Google Shape;571;p4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79704" y="1287624"/>
                <a:ext cx="10515600" cy="5476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dirty="0"/>
                  <a:t>One reasonable feature function might be: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700"/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700"/>
                  <a:buChar char="▪"/>
                </a:pPr>
                <a:endParaRPr lang="en-US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700"/>
                  <a:buNone/>
                </a:pPr>
                <a:endParaRPr lang="en-US" dirty="0"/>
              </a:p>
              <a:p>
                <a:pPr marL="182880" indent="-182880">
                  <a:lnSpc>
                    <a:spcPct val="90000"/>
                  </a:lnSpc>
                  <a:spcBef>
                    <a:spcPts val="0"/>
                  </a:spcBef>
                  <a:buSzPts val="1700"/>
                  <a:buFont typeface="Wingdings"/>
                  <a:buChar char="▪"/>
                </a:pPr>
                <a:r>
                  <a:rPr lang="en-US" dirty="0"/>
                  <a:t>This is </a:t>
                </a:r>
                <a:r>
                  <a:rPr lang="en-US" b="1" dirty="0"/>
                  <a:t>still a linear model</a:t>
                </a:r>
                <a:r>
                  <a:rPr lang="en-US" dirty="0"/>
                  <a:t>, in the parameters: 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ar-A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b="0" dirty="0"/>
                </a:br>
                <a:endParaRPr lang="en-US" b="0" dirty="0"/>
              </a:p>
              <a:p>
                <a:pPr marL="182880" indent="-182880">
                  <a:lnSpc>
                    <a:spcPct val="90000"/>
                  </a:lnSpc>
                  <a:spcBef>
                    <a:spcPts val="0"/>
                  </a:spcBef>
                  <a:buSzPts val="1700"/>
                  <a:buFont typeface="Wingdings"/>
                  <a:buChar char="▪"/>
                </a:pPr>
                <a:r>
                  <a:rPr lang="en-US" dirty="0"/>
                  <a:t>If we append a feature with constant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then the model can be even succinctly written as, </a:t>
                </a:r>
                <a:br>
                  <a:rPr lang="en-US" dirty="0"/>
                </a:br>
                <a:r>
                  <a:rPr lang="en-US" dirty="0"/>
                  <a:t>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 is now the constant bias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:endParaRPr lang="ar-AE" dirty="0"/>
              </a:p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700"/>
                  <a:buChar char="▪"/>
                </a:pPr>
                <a:endParaRPr lang="ar-AE" sz="2800" dirty="0"/>
              </a:p>
              <a:p>
                <a:pPr marL="182880" lvl="0" indent="-7492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1700"/>
                  <a:buNone/>
                </a:pPr>
                <a:endParaRPr lang="ar-AE" sz="2800" dirty="0"/>
              </a:p>
              <a:p>
                <a:pPr marL="182880" lvl="0" indent="-7492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1700"/>
                  <a:buNone/>
                </a:pPr>
                <a:endParaRPr lang="ar-AE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1700"/>
                  <a:buNone/>
                </a:pPr>
                <a:endParaRPr lang="ar-AE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153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71" name="Google Shape;571;p4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79704" y="1287624"/>
                <a:ext cx="10515600" cy="5476338"/>
              </a:xfrm>
              <a:prstGeom prst="rect">
                <a:avLst/>
              </a:prstGeom>
              <a:blipFill>
                <a:blip r:embed="rId3"/>
                <a:stretch>
                  <a:fillRect l="-844" t="-1620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5E62067-882E-5E07-FD51-DC4A1FD96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065" y="983456"/>
            <a:ext cx="2977239" cy="25549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B8F788-014C-9F7D-83CF-4FD7875345CB}"/>
                  </a:ext>
                </a:extLst>
              </p14:cNvPr>
              <p14:cNvContentPartPr/>
              <p14:nvPr/>
            </p14:nvContentPartPr>
            <p14:xfrm>
              <a:off x="1443600" y="1838160"/>
              <a:ext cx="6882840" cy="4214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B8F788-014C-9F7D-83CF-4FD7875345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34240" y="1828800"/>
                <a:ext cx="6901560" cy="423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5CD7C5F4-4B82-3E6E-C7C0-6E47A2A90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2">
            <a:extLst>
              <a:ext uri="{FF2B5EF4-FFF2-40B4-BE49-F238E27FC236}">
                <a16:creationId xmlns:a16="http://schemas.microsoft.com/office/drawing/2014/main" id="{94FA75D2-D37B-D217-8CEC-2F8318CAB8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799" y="-14777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With the columns added can obtain the true fit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6562E-F3A4-3FF3-2314-628D252439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65872" y="1353068"/>
            <a:ext cx="6055602" cy="53679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771AC0-EBED-EDA0-57D7-E0D9C0D74C9E}"/>
                  </a:ext>
                </a:extLst>
              </p14:cNvPr>
              <p14:cNvContentPartPr/>
              <p14:nvPr/>
            </p14:nvContentPartPr>
            <p14:xfrm>
              <a:off x="6647400" y="1801080"/>
              <a:ext cx="4968720" cy="1670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771AC0-EBED-EDA0-57D7-E0D9C0D74C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38040" y="1791720"/>
                <a:ext cx="4987440" cy="168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1073810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87E8-FB08-A37F-1166-10CED22F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TO ”MULTIPLE LINEAR REGRESSION”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3EC7DA-FB14-F3BF-0B10-F5E769E34B2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5257800"/>
              </a:xfrm>
            </p:spPr>
            <p:txBody>
              <a:bodyPr>
                <a:noAutofit/>
              </a:bodyPr>
              <a:lstStyle/>
              <a:p>
                <a:r>
                  <a:rPr lang="en-US" sz="2800" dirty="0"/>
                  <a:t>In this case, we are interested in the following model: </a:t>
                </a:r>
                <a:br>
                  <a:rPr lang="en-US" sz="2800" dirty="0"/>
                </a:br>
                <a:r>
                  <a:rPr lang="en-US" sz="2800" dirty="0"/>
                  <a:t>	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+⋯+</m:t>
                    </m:r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br>
                  <a:rPr lang="en-US" sz="2800" dirty="0"/>
                </a:br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dirty="0"/>
                  <a:t> is the total number of features/ covariates/ attributes/ factors. </a:t>
                </a:r>
              </a:p>
              <a:p>
                <a:r>
                  <a:rPr lang="en-US" sz="2800" dirty="0"/>
                  <a:t>Some of these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features/attributes may be deterministic function of others (as in the case of polynomial features)</a:t>
                </a:r>
              </a:p>
              <a:p>
                <a:r>
                  <a:rPr lang="en-US" sz="2800" dirty="0"/>
                  <a:t> In this model, we want to predict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factors instead of just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(or 2) in our example(s) so far. </a:t>
                </a:r>
              </a:p>
              <a:p>
                <a:r>
                  <a:rPr lang="en-US" sz="2800" dirty="0"/>
                  <a:t>We will rely on some linear algebra for this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3EC7DA-FB14-F3BF-0B10-F5E769E34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5257800"/>
              </a:xfrm>
              <a:blipFill>
                <a:blip r:embed="rId2"/>
                <a:stretch>
                  <a:fillRect l="-510" t="-1449" r="-1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2844D7-E340-6A39-562A-71D512D0E7D3}"/>
                  </a:ext>
                </a:extLst>
              </p14:cNvPr>
              <p14:cNvContentPartPr/>
              <p14:nvPr/>
            </p14:nvContentPartPr>
            <p14:xfrm>
              <a:off x="6716160" y="358920"/>
              <a:ext cx="4671000" cy="5342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2844D7-E340-6A39-562A-71D512D0E7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06800" y="349560"/>
                <a:ext cx="4689720" cy="536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867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7558-42FB-15DE-1C05-D071ABA7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GIVEN A DATASET, WHAT TO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0AC6C9-0230-066C-4583-07DAE1C9384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First, we can write the dataset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US" dirty="0"/>
                  <a:t> as, </a:t>
                </a:r>
                <a:b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=1,⋯,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this notation,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denotes a </a:t>
                </a:r>
                <a:r>
                  <a:rPr lang="en-US" b="1" i="1" u="sng" dirty="0"/>
                  <a:t>column</a:t>
                </a:r>
                <a:r>
                  <a:rPr lang="en-US" dirty="0"/>
                  <a:t> vector. This means that the transpose operator gives us the row vector, that is,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is a </a:t>
                </a:r>
                <a:r>
                  <a:rPr lang="en-US" b="1" i="1" u="sng" dirty="0"/>
                  <a:t>row</a:t>
                </a:r>
                <a:r>
                  <a:rPr lang="en-US" dirty="0"/>
                  <a:t> vector.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Technically,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is called the dual 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but in implementation both of them contain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elements, so it won’t matter (in almost all cases), so just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0AC6C9-0230-066C-4583-07DAE1C93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C939F82-E534-3833-5499-233F886812B7}"/>
                  </a:ext>
                </a:extLst>
              </p14:cNvPr>
              <p14:cNvContentPartPr/>
              <p14:nvPr/>
            </p14:nvContentPartPr>
            <p14:xfrm>
              <a:off x="49680" y="725040"/>
              <a:ext cx="11256840" cy="4242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C939F82-E534-3833-5499-233F886812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20" y="715680"/>
                <a:ext cx="11275560" cy="426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324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D5B5F-D294-63BE-634E-EF56BA87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CEE5C-88D3-117F-91F9-B1A8F14B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REFORMULATE/REWRITE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99F0C-F44B-4DBE-B45E-84EDEBE7766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Dataset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=1,⋯,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Model: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(for a single data point or record)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Recall definition of dot product between them:  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b="0" dirty="0"/>
              </a:p>
              <a:p>
                <a:r>
                  <a:rPr lang="en-US" dirty="0"/>
                  <a:t>Dot product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geometrically seen as the scalar projection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along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multiplied by the length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or vice-versa.</a:t>
                </a:r>
              </a:p>
              <a:p>
                <a:r>
                  <a:rPr lang="en-US" dirty="0"/>
                  <a:t>Then, in this notation, we can write the model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as, </a:t>
                </a:r>
                <a:br>
                  <a:rPr lang="en-US" dirty="0"/>
                </a:br>
                <a:r>
                  <a:rPr lang="en-US" sz="3200" dirty="0"/>
                  <a:t>				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99F0C-F44B-4DBE-B45E-84EDEBE776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2604" r="-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8ECBD7-D868-490A-ABFB-80EF7394FC2B}"/>
                  </a:ext>
                </a:extLst>
              </p14:cNvPr>
              <p14:cNvContentPartPr/>
              <p14:nvPr/>
            </p14:nvContentPartPr>
            <p14:xfrm>
              <a:off x="613440" y="607320"/>
              <a:ext cx="10908360" cy="5471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8ECBD7-D868-490A-ABFB-80EF7394FC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080" y="597960"/>
                <a:ext cx="10927080" cy="54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4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7EEA-173C-416E-40B4-BEC4114B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571500"/>
            <a:ext cx="9956800" cy="1143000"/>
          </a:xfrm>
        </p:spPr>
        <p:txBody>
          <a:bodyPr/>
          <a:lstStyle/>
          <a:p>
            <a:r>
              <a:rPr lang="en-US" dirty="0"/>
              <a:t>STEP 1: LOSS AND GRADIENT (TAKING DERIVATIVE)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C9325-52F2-878E-CDB0-FBA3692187C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785813"/>
                <a:ext cx="9956800" cy="5786437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Over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samples, we can minimize the empirical loss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dirty="0"/>
                  <a:t> given by,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or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Q: What is the partial derivative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coordinate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)?</a:t>
                </a:r>
              </a:p>
              <a:p>
                <a:r>
                  <a:rPr lang="en-US" dirty="0"/>
                  <a:t>Q: What is gradient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Gradient is: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br>
                  <a:rPr lang="en-US" dirty="0"/>
                </a:br>
                <a:r>
                  <a:rPr lang="en-US" dirty="0"/>
                  <a:t>					         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     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US" b="0" dirty="0"/>
                  <a:t>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2⋅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nary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  </a:t>
                </a:r>
              </a:p>
              <a:p>
                <a:pPr marL="0" indent="0" algn="r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=−2⋅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r">
                  <a:buNone/>
                </a:pPr>
                <a:endParaRPr lang="en-US" dirty="0"/>
              </a:p>
              <a:p>
                <a:pPr marL="0" indent="0" algn="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2⋅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C9325-52F2-878E-CDB0-FBA369218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785813"/>
                <a:ext cx="9956800" cy="5786437"/>
              </a:xfrm>
              <a:blipFill>
                <a:blip r:embed="rId2"/>
                <a:stretch>
                  <a:fillRect t="-12035" r="-255" b="-17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FAC3B1-7621-C52C-4BFA-BA879048D0E7}"/>
                  </a:ext>
                </a:extLst>
              </p14:cNvPr>
              <p14:cNvContentPartPr/>
              <p14:nvPr/>
            </p14:nvContentPartPr>
            <p14:xfrm>
              <a:off x="1528200" y="447480"/>
              <a:ext cx="10385280" cy="494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FAC3B1-7621-C52C-4BFA-BA879048D0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8840" y="438120"/>
                <a:ext cx="10404000" cy="496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300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FC5D9-F13A-B1E4-9754-B9D7A6D4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4625"/>
            <a:ext cx="9956800" cy="1143000"/>
          </a:xfrm>
        </p:spPr>
        <p:txBody>
          <a:bodyPr/>
          <a:lstStyle/>
          <a:p>
            <a:r>
              <a:rPr lang="en-US" dirty="0"/>
              <a:t>STEP 2: SET GRADIENT TO ZERO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516DF4-A7F1-8F25-08A1-A2ADF35AE12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From previous slide, we have,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nary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means, 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Observe anything?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516DF4-A7F1-8F25-08A1-A2ADF35AE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6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11A29D1-497F-B9C9-0F39-F8FDDEB7C435}"/>
                  </a:ext>
                </a:extLst>
              </p14:cNvPr>
              <p14:cNvContentPartPr/>
              <p14:nvPr/>
            </p14:nvContentPartPr>
            <p14:xfrm>
              <a:off x="1493640" y="804600"/>
              <a:ext cx="10184400" cy="4672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11A29D1-497F-B9C9-0F39-F8FDDEB7C4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4280" y="795240"/>
                <a:ext cx="10203120" cy="469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362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20F3-50A7-E3B1-98CD-96E1AFFA0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SOLVE FOR PARAMETERS, REWRITE IN MATRIX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BAC6-D0D7-C272-C053-7894935EE56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arrange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as a row in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. That is,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𝑛𝑑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or its transpose where columns are records/samples, and rows are features/attributes is called the </a:t>
                </a:r>
                <a:r>
                  <a:rPr lang="en-US" b="1" i="1" u="sng" dirty="0"/>
                  <a:t>Data Matrix</a:t>
                </a:r>
              </a:p>
              <a:p>
                <a:r>
                  <a:rPr lang="en-US" dirty="0"/>
                  <a:t>Similarly, arrange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as a coordinate of the vector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That is,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BAC6-D0D7-C272-C053-7894935EE5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1FD835-C6ED-5DAD-2AD5-7D7EBD01BE5E}"/>
                  </a:ext>
                </a:extLst>
              </p14:cNvPr>
              <p14:cNvContentPartPr/>
              <p14:nvPr/>
            </p14:nvContentPartPr>
            <p14:xfrm>
              <a:off x="1239840" y="1727640"/>
              <a:ext cx="10116000" cy="3174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1FD835-C6ED-5DAD-2AD5-7D7EBD01BE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0480" y="1718280"/>
                <a:ext cx="10134720" cy="319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298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AC60-2F3F-1F1D-654C-64B289D9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5B13F-7A5E-8DD2-86AB-2387842B1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SOLVE FOR PARAMETERS, REWRITE IN MATRIX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88DEE6-015F-0B33-EE32-B17B7AF1C0C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have,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𝑛𝑑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Now, let us rewrite each side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using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Start with,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How about, 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88DEE6-015F-0B33-EE32-B17B7AF1C0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302" r="-383" b="-3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BD3228-E07D-750B-F997-F9CAE07A5920}"/>
                  </a:ext>
                </a:extLst>
              </p14:cNvPr>
              <p14:cNvContentPartPr/>
              <p14:nvPr/>
            </p14:nvContentPartPr>
            <p14:xfrm>
              <a:off x="6362280" y="810720"/>
              <a:ext cx="5668920" cy="5038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BD3228-E07D-750B-F997-F9CAE07A59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52920" y="801360"/>
                <a:ext cx="5687640" cy="505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799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AFF99-72F1-5F43-8E9A-F18B0A15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B995-8AB7-9848-F9D3-60D6F20E0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SOLVE FOR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EEEB9F-120A-E429-343E-58FB2AF8A39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With data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, and dependent variable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the normal equation (gradient equal to zero) is the same as, 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invertible with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. Multiplying this inverse matrix both the sides of the normal equation, we get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as,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is a closed form solution because: 1. the parameters can be explicitly written as a function of dataset, and 2. we know how to compute the function. Question: how to compute inverse?</a:t>
                </a:r>
              </a:p>
              <a:p>
                <a:r>
                  <a:rPr lang="en-US" dirty="0"/>
                  <a:t>Q: When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invertible? (Or when does the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exist?)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EEEB9F-120A-E429-343E-58FB2AF8A3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D1FEE9D-5DCF-6564-E06A-DB5A7E001BB1}"/>
                  </a:ext>
                </a:extLst>
              </p14:cNvPr>
              <p14:cNvContentPartPr/>
              <p14:nvPr/>
            </p14:nvContentPartPr>
            <p14:xfrm>
              <a:off x="755640" y="433800"/>
              <a:ext cx="11205360" cy="5930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D1FEE9D-5DCF-6564-E06A-DB5A7E001B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6280" y="424440"/>
                <a:ext cx="11224080" cy="594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996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ACKNOWLEDGMENTS</a:t>
            </a:r>
            <a:endParaRPr/>
          </a:p>
        </p:txBody>
      </p:sp>
      <p:sp>
        <p:nvSpPr>
          <p:cNvPr id="471" name="Google Shape;471;p2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These slides use materials by Brian </a:t>
            </a:r>
            <a:r>
              <a:rPr lang="en-US"/>
              <a:t>Ziebart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13997</TotalTime>
  <Words>1616</Words>
  <Application>Microsoft Macintosh PowerPoint</Application>
  <PresentationFormat>宽屏</PresentationFormat>
  <Paragraphs>157</Paragraphs>
  <Slides>21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Noto Sans Symbols</vt:lpstr>
      <vt:lpstr>Arial</vt:lpstr>
      <vt:lpstr>Calibri</vt:lpstr>
      <vt:lpstr>Cambria Math</vt:lpstr>
      <vt:lpstr>Gill Sans MT</vt:lpstr>
      <vt:lpstr>Menlo</vt:lpstr>
      <vt:lpstr>Rockwell</vt:lpstr>
      <vt:lpstr>Wingdings</vt:lpstr>
      <vt:lpstr>Wingdings 2</vt:lpstr>
      <vt:lpstr>Oriel</vt:lpstr>
      <vt:lpstr>MODELS AND ESTIMATION</vt:lpstr>
      <vt:lpstr>Back to PA=θ_0^∗+θ_1^∗ AQ⟺ y=θ_0^∗+θ_1^∗ x </vt:lpstr>
      <vt:lpstr>Continue gradient: L_D (θ_0,θ_1 )=∑_(i=1)^n▒(y_i-θ_0-θ_1 x_i )^2 </vt:lpstr>
      <vt:lpstr>CAN SIMPLIFY EXPRESSIONS FOR θ_1with sample covariance and variance</vt:lpstr>
      <vt:lpstr>SUMMARY OF MODEL ESTIMATION SO FAR</vt:lpstr>
      <vt:lpstr>IS THIS DATA LINEAR?</vt:lpstr>
      <vt:lpstr>LINEAR MODELS AND FEATURE FUNCTIONS</vt:lpstr>
      <vt:lpstr>WHAT DOES IT MEAN TO BE A LINEAR MODEL?</vt:lpstr>
      <vt:lpstr>LINEAR MODELS AND FEATURE FUNCTIONS</vt:lpstr>
      <vt:lpstr>LINEAR MODELS AND FEATURE FUNCTIONS</vt:lpstr>
      <vt:lpstr>INTRODUCING NON-LINEAR FEATURE FUNCTIONS</vt:lpstr>
      <vt:lpstr>With the columns added can obtain the true fit</vt:lpstr>
      <vt:lpstr>NOW TO ”MULTIPLE LINEAR REGRESSION”</vt:lpstr>
      <vt:lpstr>GIVEN A DATASET, WHAT TO DO?</vt:lpstr>
      <vt:lpstr>REFORMULATE/REWRITE THE MODEL</vt:lpstr>
      <vt:lpstr>STEP 1: LOSS AND GRADIENT (TAKING DERIVATIVE)</vt:lpstr>
      <vt:lpstr>STEP 2: SET GRADIENT TO ZERO</vt:lpstr>
      <vt:lpstr>TO SOLVE FOR PARAMETERS, REWRITE IN MATRIX FORM</vt:lpstr>
      <vt:lpstr>TO SOLVE FOR PARAMETERS, REWRITE IN MATRIX FORM</vt:lpstr>
      <vt:lpstr>STEP 3: SOLVE FOR PARAMETERS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602</cp:revision>
  <dcterms:created xsi:type="dcterms:W3CDTF">2017-08-21T17:08:06Z</dcterms:created>
  <dcterms:modified xsi:type="dcterms:W3CDTF">2024-10-29T02:57:06Z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