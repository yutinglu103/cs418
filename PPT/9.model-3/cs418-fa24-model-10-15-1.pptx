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notesSlides/notesSlide7.xml" ContentType="application/vnd.openxmlformats-officedocument.presentationml.notesSlide+xml"/>
  <Override PartName="/ppt/ink/ink7.xml" ContentType="application/inkml+xml"/>
  <Override PartName="/ppt/notesSlides/notesSlide8.xml" ContentType="application/vnd.openxmlformats-officedocument.presentationml.notesSlide+xml"/>
  <Override PartName="/ppt/ink/ink8.xml" ContentType="application/inkml+xml"/>
  <Override PartName="/ppt/notesSlides/notesSlide9.xml" ContentType="application/vnd.openxmlformats-officedocument.presentationml.notesSlide+xml"/>
  <Override PartName="/ppt/ink/ink9.xml" ContentType="application/inkml+xml"/>
  <Override PartName="/ppt/notesSlides/notesSlide10.xml" ContentType="application/vnd.openxmlformats-officedocument.presentationml.notesSlide+xml"/>
  <Override PartName="/ppt/ink/ink10.xml" ContentType="application/inkml+xml"/>
  <Override PartName="/ppt/notesSlides/notesSlide11.xml" ContentType="application/vnd.openxmlformats-officedocument.presentationml.notesSlide+xml"/>
  <Override PartName="/ppt/ink/ink11.xml" ContentType="application/inkml+xml"/>
  <Override PartName="/ppt/notesSlides/notesSlide12.xml" ContentType="application/vnd.openxmlformats-officedocument.presentationml.notesSlide+xml"/>
  <Override PartName="/ppt/ink/ink12.xml" ContentType="application/inkml+xml"/>
  <Override PartName="/ppt/notesSlides/notesSlide13.xml" ContentType="application/vnd.openxmlformats-officedocument.presentationml.notesSlide+xml"/>
  <Override PartName="/ppt/ink/ink13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4.xml" ContentType="application/inkml+xml"/>
  <Override PartName="/ppt/notesSlides/notesSlide16.xml" ContentType="application/vnd.openxmlformats-officedocument.presentationml.notesSlide+xml"/>
  <Override PartName="/ppt/ink/ink15.xml" ContentType="application/inkml+xml"/>
  <Override PartName="/ppt/notesSlides/notesSlide17.xml" ContentType="application/vnd.openxmlformats-officedocument.presentationml.notesSlide+xml"/>
  <Override PartName="/ppt/ink/ink16.xml" ContentType="application/inkml+xml"/>
  <Override PartName="/ppt/notesSlides/notesSlide18.xml" ContentType="application/vnd.openxmlformats-officedocument.presentationml.notesSlide+xml"/>
  <Override PartName="/ppt/ink/ink17.xml" ContentType="application/inkml+xml"/>
  <Override PartName="/ppt/notesSlides/notesSlide19.xml" ContentType="application/vnd.openxmlformats-officedocument.presentationml.notesSlide+xml"/>
  <Override PartName="/ppt/ink/ink18.xml" ContentType="application/inkml+xml"/>
  <Override PartName="/ppt/notesSlides/notesSlide20.xml" ContentType="application/vnd.openxmlformats-officedocument.presentationml.notesSlide+xml"/>
  <Override PartName="/ppt/ink/ink19.xml" ContentType="application/inkml+xml"/>
  <Override PartName="/ppt/notesSlides/notesSlide21.xml" ContentType="application/vnd.openxmlformats-officedocument.presentationml.notesSlide+xml"/>
  <Override PartName="/ppt/ink/ink20.xml" ContentType="application/inkml+xml"/>
  <Override PartName="/ppt/notesSlides/notesSlide22.xml" ContentType="application/vnd.openxmlformats-officedocument.presentationml.notesSlide+xml"/>
  <Override PartName="/ppt/ink/ink21.xml" ContentType="application/inkml+xml"/>
  <Override PartName="/ppt/notesSlides/notesSlide23.xml" ContentType="application/vnd.openxmlformats-officedocument.presentationml.notesSlide+xml"/>
  <Override PartName="/ppt/ink/ink22.xml" ContentType="application/inkml+xml"/>
  <Override PartName="/ppt/notesSlides/notesSlide24.xml" ContentType="application/vnd.openxmlformats-officedocument.presentationml.notesSlide+xml"/>
  <Override PartName="/ppt/ink/ink23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ink/ink24.xml" ContentType="application/inkml+xml"/>
  <Override PartName="/ppt/notesSlides/notesSlide27.xml" ContentType="application/vnd.openxmlformats-officedocument.presentationml.notesSlide+xml"/>
  <Override PartName="/ppt/ink/ink25.xml" ContentType="application/inkml+xml"/>
  <Override PartName="/ppt/notesSlides/notesSlide28.xml" ContentType="application/vnd.openxmlformats-officedocument.presentationml.notesSlide+xml"/>
  <Override PartName="/ppt/ink/ink26.xml" ContentType="application/inkml+xml"/>
  <Override PartName="/ppt/notesSlides/notesSlide29.xml" ContentType="application/vnd.openxmlformats-officedocument.presentationml.notesSlide+xml"/>
  <Override PartName="/ppt/ink/ink27.xml" ContentType="application/inkml+xml"/>
  <Override PartName="/ppt/notesSlides/notesSlide30.xml" ContentType="application/vnd.openxmlformats-officedocument.presentationml.notesSlide+xml"/>
  <Override PartName="/ppt/ink/ink28.xml" ContentType="application/inkml+xml"/>
  <Override PartName="/ppt/notesSlides/notesSlide31.xml" ContentType="application/vnd.openxmlformats-officedocument.presentationml.notesSlide+xml"/>
  <Override PartName="/ppt/ink/ink29.xml" ContentType="application/inkml+xml"/>
  <Override PartName="/ppt/notesSlides/notesSlide32.xml" ContentType="application/vnd.openxmlformats-officedocument.presentationml.notesSlide+xml"/>
  <Override PartName="/ppt/ink/ink30.xml" ContentType="application/inkml+xml"/>
  <Override PartName="/ppt/notesSlides/notesSlide33.xml" ContentType="application/vnd.openxmlformats-officedocument.presentationml.notesSlide+xml"/>
  <Override PartName="/ppt/ink/ink31.xml" ContentType="application/inkml+xml"/>
  <Override PartName="/ppt/notesSlides/notesSlide34.xml" ContentType="application/vnd.openxmlformats-officedocument.presentationml.notesSlide+xml"/>
  <Override PartName="/ppt/ink/ink32.xml" ContentType="application/inkml+xml"/>
  <Override PartName="/ppt/notesSlides/notesSlide35.xml" ContentType="application/vnd.openxmlformats-officedocument.presentationml.notesSlide+xml"/>
  <Override PartName="/ppt/ink/ink33.xml" ContentType="application/inkml+xml"/>
  <Override PartName="/ppt/notesSlides/notesSlide3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38"/>
  </p:notesMasterIdLst>
  <p:sldIdLst>
    <p:sldId id="256" r:id="rId2"/>
    <p:sldId id="258" r:id="rId3"/>
    <p:sldId id="259" r:id="rId4"/>
    <p:sldId id="456" r:id="rId5"/>
    <p:sldId id="457" r:id="rId6"/>
    <p:sldId id="263" r:id="rId7"/>
    <p:sldId id="264" r:id="rId8"/>
    <p:sldId id="265" r:id="rId9"/>
    <p:sldId id="266" r:id="rId10"/>
    <p:sldId id="459" r:id="rId11"/>
    <p:sldId id="460" r:id="rId12"/>
    <p:sldId id="270" r:id="rId13"/>
    <p:sldId id="461" r:id="rId14"/>
    <p:sldId id="462" r:id="rId15"/>
    <p:sldId id="463" r:id="rId16"/>
    <p:sldId id="464" r:id="rId17"/>
    <p:sldId id="465" r:id="rId18"/>
    <p:sldId id="467" r:id="rId19"/>
    <p:sldId id="468" r:id="rId20"/>
    <p:sldId id="473" r:id="rId21"/>
    <p:sldId id="469" r:id="rId22"/>
    <p:sldId id="471" r:id="rId23"/>
    <p:sldId id="472" r:id="rId24"/>
    <p:sldId id="474" r:id="rId25"/>
    <p:sldId id="475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470" r:id="rId36"/>
    <p:sldId id="286" r:id="rId37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6" roundtripDataSignature="AMtx7mgjr6sOdHEeufIgXygRCCpSkdg5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43D9A-B9CC-D204-4563-8196A434CD32}" name="Ravi, Sathya" initials="" userId="S::sathya@uic.edu::617e2e82-06a6-4137-a700-b46076428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8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9F83C-5B16-4E0F-93E5-201A7CBD518D}">
  <a:tblStyle styleId="{CA29F83C-5B16-4E0F-93E5-201A7CBD518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 b="off" i="off"/>
      <a:tcStyle>
        <a:tcBdr/>
        <a:fill>
          <a:solidFill>
            <a:srgbClr val="EFCE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FCE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94"/>
    <p:restoredTop sz="75699"/>
  </p:normalViewPr>
  <p:slideViewPr>
    <p:cSldViewPr snapToGrid="0">
      <p:cViewPr varScale="1">
        <p:scale>
          <a:sx n="82" d="100"/>
          <a:sy n="82" d="100"/>
        </p:scale>
        <p:origin x="688" y="176"/>
      </p:cViewPr>
      <p:guideLst/>
    </p:cSldViewPr>
  </p:slideViewPr>
  <p:notesTextViewPr>
    <p:cViewPr>
      <p:scale>
        <a:sx n="1" d="1"/>
        <a:sy n="1" d="1"/>
      </p:scale>
      <p:origin x="0" y="-896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138" Type="http://schemas.openxmlformats.org/officeDocument/2006/relationships/viewProps" Target="viewProps.xml"/><Relationship Id="rId141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13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139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137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0.758"/>
    </inkml:context>
    <inkml:brush xml:id="br0">
      <inkml:brushProperty name="height" value="0.053" units="cm"/>
      <inkml:brushProperty name="color" value="#FF0000"/>
    </inkml:brush>
  </inkml:definitions>
  <inkml:trace contextRef="#ctx0" brushRef="#br0">11065 11932 8912,'8'-10'0,"-6"1"0,3 3 0,-3 4 0,-7-7 0,-1 3 0,-6 6 0,7 0 0,1 11 0,2 10 0,-4 14 0,0 13 0,3 7 0,1 8 0,2 12 0,0 3 0,0 8 0,0 0 0,0 0 0,0-8 0,0-3 0,0-14 0,0-12 0,0-12 0,0-12 0,-2-8 0,-4-6 0,4-3 0,-5-23 0,7-8 0,0-12 0,0-11 0,0-7 0,0-18 0,0-3 0,0-6 0,0-5 0,0-1 0,0-5 0,0-1-849,0 2 849,0 10 0,5-2 0,1 7 0,5 9 0,-3 12 0,2 14 0,3 17 0,10 12 0,-4 22 0,4 12 0,2 13 0,-2 22 0,7 5 0,1 11 0,7 6 0,-1 2 0,5-1 0,-2-7 0,0-3-202,0-2 1,-2 5 201,-3 1 0,1-8 0,-13-10 0,-2-6 162,-9-5 0,1 0 1,-7-11-1,-2-9 1,-3-5-163,-1-4 0,-7-7 0,-3-2 0,1-16 0,1-2 0</inkml:trace>
  <inkml:trace contextRef="#ctx0" brushRef="#br0" timeOffset="1">10996 12568 8912,'0'10'0,"0"-3"0,8-22 0,9-4 0,12-15 0,11-3 0,8-1 0,7-2 0,8-6 0,10 6 0,2 2 0,5 3 0,-7 7 0,-6 5-1050,-6 11 1050,-17-3 0,-2 13 0,-8-5 0</inkml:trace>
  <inkml:trace contextRef="#ctx0" brushRef="#br0" timeOffset="2">12046 12327 8912,'27'0'0,"-2"0"0,-16 0 0,-1-7 0,-16 5 0,4-6 0,-5 10 0,1 6 0,4 9 0,-5 2 0,-1 12 0,1 5 0,1-2 0,2 10 0,1-5 0,1 1 0,-6 7 0,8-12 0,-3 1 0,3-7 0,2-4 0,0-8 0,0-6 0,0-7 0,2 2 0,1-12 0,3-5 0,0-12 0,0-4 0,-1-7 0,7-10 0,-5-6 0,3-5 0,1-1 0,-1 3 0,5 9 0,-7 2 0,5 9 0,-1 5 0,-8 3 0,11 8 0,-7 11 0,5 10 0,-2 13 0,3 8 0,-6 11 0,7 6 0,-4 6 0,5-2 0,1-1 0,0-1 0,2-5 0,4-9 0,-4 1 0,6-8 0,-2-2 0,0-2 0,0-10 0,-4-1 0,2-8 0,2 0 0,0-8 0,-6-1 0,0-16 0,1-2 0</inkml:trace>
  <inkml:trace contextRef="#ctx0" brushRef="#br0" timeOffset="3">12597 12345 8912,'0'17'0,"0"-6"0,0 1 0,0-8 0,0 3 0,0-7 0,0 0 0,0 8 0,0 3 0,0 5 0,0 1 0,2 2 0,1 4 0,3 6 0,2-3 0,-4 3 0,1 1 0,-1 3 0,6-6 0,-8 3 0,3-7 0,-3-2 0,-2-2 0,0-1 0,0-9 0,0-9 0,0-13 0,0-8 0,0-8 0,0-11 0,0-6 0,2-4 0,4-1 0,-2-1 0,7 1 0,-1 7 0,1 4 0,5 9 0,-5 2 0,4 10 0,3 2 0,-1 9 0,-2 8 0,-3 6 0,3 4 0,-6 15 0,9 3 0,-1 5 0,0 1 0,-2 0 0,-1 1 0,-3-1 0,1-1 0,3-5 0,-2-5 0,-1-4 0,-8-1 0,11-1 0,-4 0 0,5-7 0,-5-3 0,1-7 0,-1 0 0,6 0 0,8-7 0,2-3 0</inkml:trace>
  <inkml:trace contextRef="#ctx0" brushRef="#br0" timeOffset="4">13285 12345 8912,'12'-10'0,"-1"4"0,-7 3 0,2-3 0,3 4 0,-7-6 0,6 8 0,-8 0 0,-8 0 0,6 2 0,-4 4 0,5 7 0,1 6 0,0 6 0,0 2 0,0-6 0,0 11 0,0-5 0,0 0 0,5 4 0,3-9 0,0-1 0,-1-1 0,7-3 0,-5-8 0,8-3 0,1-4 0,-1-10 0,2-3 0,2-12 0,2-6 0,-2-9 0,-8-2 0,-3 0 0,-3-2 0,-3 6 0,-9-5 0,-5 13 0,-15-3 0,-4 8 0,-3 6 0,-2 6 0,5 7 0,2-2 0,2 6 0,6 6 0,6 5 0,5 5 0,8 1 0,0 0 0,0 0 0,15 8 0,5 2 0</inkml:trace>
  <inkml:trace contextRef="#ctx0" brushRef="#br0" timeOffset="5">13991 12310 8912,'-18'0'0,"-5"-7"0,1-5 0,4-3 0,7-2 0,1 0 0,-3-1 0,1 1 0,9 0 0,-5 7 0,8 3 0,2 20 0,2 6 0,1 6 0,7 6 0,-4 7 0,1 4 0,5 2 0,-7-6 0,7 4 0,-7-8 0,3 1 0,1-8 0,5 3 0,-3-9 0,-2-4 0,3-3 0,1-10 0,2-1 0,0-6 0,1-7 0,-1-17 0,0-5 0,0-6 0,1-10 0,-9 6 0,-3-6 0,-4 2 0,5 8 0,-5-2 0,4 11 0,-4 6 0,-2 4 0,0 10 0,0 1 0,0 29 0,0 8 0,0 7 0,8-4 0,3-3 0,10 2 0,2-8 0,8 5 0,-3-5 0,5-4 0,1-5 0,-1-7 0,-3-7 0,-1 0 0,-8 0 0,4-7 0,-10-5 0,-3-3 0,-5-2 0,-7-1 0,0 1 0,0 0 0,0 0 0,-5 0 0,-1-1 0,-6 1 0,7 0 0,-1 8 0,6 1 0,0 8 0,8 8 0,-5 1 0,9 10 0,-1 2 0,-1 2 0,-1 2 0,-3-2 0,-4-4 0,4 4 0,-4-4 0,-2-2 0,0 8 0,0-6 0,0 4 0,0-11 0,0-20 0,2-5 0,3-16 0,7-2 0,3-9 0,2 2 0,1-8 0,-1 8 0,2-2 0,2 4 0,2 3 0,-2 4 0,-2 5 0,-2 6 0,0 9 0,1 3 0,-3 14 0,-4 11 0,-5 13 0,4 3 0,-8 12 0,3-5 0,-3 2 0,-2-5 0,0 10 0,0-5 0,0-2 0,0-7 0,2-3 0,2-9 0,2-2 0,7-9 0,-3-5 0,7-7 0</inkml:trace>
  <inkml:trace contextRef="#ctx0" brushRef="#br0" timeOffset="6">15453 12156 8912,'-34'0'0,"1"0"0,3 0 0,1 0 0,6 0 0,-5 0 0,-1 7 0,0 5 0,2 9 0,3 5 0,3 7 0,1 9 0,11 6 0,1 3 0,8 1 0,0-1 0,0 1 0,4 0 0,6-3 0,7-3 0,4-12 0,-2-9 0,2-9 0,6-5 0,5-5 0,-7-4 0,10-2 0,-5-16 0,5-7 0,-1-7 0,0-4 0,1-1 0,-8-7 0,-3 4 0,-6-8 0,-1-2 0,0-1 0,-7-3 0,-5 2 0,-3 5 0,-4 3 0,-3 9 0,-7 6 0,-3 10 0,-10 8 0,4 9 0,-8 0 0,8 15 0,-2 8 0,6 7 0,4 5 0,1-1 0,8 0 0,-1 1 0,10-1 0,7 1 0,3-1 0,10-7 0,4-4 0,11-10 0,6-1 0,11-9 0,6 1 0,4-8 0,-6-5 0,6-10 0,-6-4 0,1-6 0,-3-11 0,-7-4 0</inkml:trace>
  <inkml:trace contextRef="#ctx0" brushRef="#br0" timeOffset="7">16228 12173 8912,'-10'0'0,"3"0"0,7 7 0,0 3 0,0 9 0,0 4 0,0-2 0,0 8 0,0 1 0,0 8 0,0 3 0,0 1 0,0-4 0,0 2 0,0 0 0,0-8 0,0-3 0,0-6 0,0-4 0,0-2 0,0-15 0,0-9 0,0-12 0,0-10 0,0-11 0,5 2 0,1-8 0,0 7 0,-6-1 0,0-2 0,0 2 0,0 2 0,2 9 0,2 6 0,1 4 0,-1 2 0,6 0 0,-1 7 0,8 7 0,1 6 0,-1 7 0,6 7 0,0 2 0,-2 4 0,4-2 0,-2 8 0,-1-6 0,-4 5 0,-1-7 0,-8-1 0,-3-9 0,-2 0 0,2-1 0,-4 5 0,5-13 0,-7 4 0,0-12 0,0-3 0,0-10 0,0-2 0,0-2 0,8-8 0,3 4 0,5-1 0,1-1 0,0 8 0,0-4 0,1 8 0,-1 0 0,0 7 0,0 3 0,0 8 0,1 5 0,1 4 0,2 7 0,4 0 0,1 0 0,-5 1 0,12-1 0,-4 0 0,3 0 0,3-7 0,1 3 0,2-7 0,2-2 0,0-4 0,-7-4 0,-4-4 0,-6-1 0,-4-3 0,-10-5 0,-3 0 0,-6 0 0,-6-1 0,-3 1 0,-10 2 0,-4 3 0,2-3 0,-6 6 0,0-1 0,0 4 0,6 4 0,-11 10 0,5 3 0,0 5 0,-5 9 0,13 1 0,-2 9 0,7-1 0,1 6 0,7 0 0,4-1 0,6-3 0,13-2 0,18-1 0,10-5 0,7-5 0,5-11 0,12-7 0,12-10 0,3-7 0,2-11 0,-4-7 0,-6-7 0,-7-3 0,-19 0 0,-2 4 0,-21 0 0,-10 1 0,-8-3 0,-11 13 0,-3-3 0,-7 5 0,-3 4 0,-2 3 0,0 5 0,-1 5 0,7 4 0,-1 2 0,9 8 0,-11 9 0,8 12 0,3 3 0,-7 3 0,8-1 0,-6 0 0,3-1 0,-3-3 0,-1-1 0,5-2 0,-2 1 0,4 5 0,-6-14 0,6 6 0,-3-8 0,3-15 0,2-6 0,2-19 0,3-5 0,3-1 0,4-6 0,3 5 0,-6-14 0,9 6 0,-1-2 0,0 3 0,0 7 0,1-3 0,-3 14 0,-4-4 0,3 10 0,-9 1 0,9 11 0,-3 1 0,3 9 0,-1 12 0,-1 2 0,-1 6 0,6-6 0,6 0 0,2-4 0,2 4 0,-2-10 0,9 4 0,-3-11 0,9 0 0,-4-5 0,-1-2 0,-1-3 0,0-2 0,1-15 0,-5 10 0,-5-14 0,-8 0 0,-3-2 0,-5-7 0,-1-1 0,0 1 0,-6-8 0,5-2 0,-7-11 0,0-7 0,0-6 0,8-18 0,1 2 0,1 2 0,5 3 0,-13 18 0,4 4 0,-4 19 0,-2 13 0,0 19 0,0 16 0,0 12 0,-6 9 0,-2 21 0,1 9 0,-1 9 0,2 9 0,6 7 0,0 4-96,0-5 1,0 3 0,2-11 95,4 1 0,4-5 0,7 1 0,0-11 0,0-11 0,0-14 0,1-7 0,-1-10 0,0-8 0,0-5 0,1-8 0,-1 0 0,0 0 0</inkml:trace>
  <inkml:trace contextRef="#ctx0" brushRef="#br0" timeOffset="8">18293 12001 8912,'-71'15'0,"8"-3"0,17-5 0,12-7 0,16 0 0,18 0 0,8 0 0,13 0 0,8 0 0,11 0 0,8 0 0,9-7 0,2-5 0,3-3 0,1-2 0,6-1 0,-3 1 0,-2 0 0,2-8 0,-4 4-388,6-7 0,1-9 1,0-7-1</inkml:trace>
  <inkml:trace contextRef="#ctx0" brushRef="#br0" timeOffset="9">19652 11605 8912,'-32'0'0,"5"-2"0,10-3 0,7-5 0,16-7 0,0 0 0,7 5 0,-1 3 0,3 1 0,4 4 0,4 2 0,-4-5 0,12 5 0,-8-4 0,7 4 0,-1 2 0,3 8 0,3 1 0</inkml:trace>
  <inkml:trace contextRef="#ctx0" brushRef="#br0" timeOffset="10">19601 12327 8912,'-33'-1'0,"4"-3"0,7-2 0,10 0 0,4-1 0,16 3 0,4-8 0,5-1 0,6-2 0,11-2 0,10-16 0,8-3 0</inkml:trace>
  <inkml:trace contextRef="#ctx0" brushRef="#br0" timeOffset="11">21167 11554 8912,'-8'-10'0,"4"-5"0,-5 2 0,1-7 0,4-2 0,-3-3 0,-1 4 0,0-4 0,1-2 0,1 0 0,4-1 0,-2 5 0,-2 4 0,1 2 0,5 24 0,0 16 0,0 17 0,0 27 0,2 13 0,1 14 0,0-44 0,0 1 0,1 6 0,0 1 0,-1-1 0,-1 0 0,2 4 0,0-1-477,1-5 0,2-1 477,0-3 0,1-1 0,1 40 0,9-16 0,-1-11 0,-6-17 0,1-12 0,3-11 0,6-9 0,-2-7 0,6-7 0,-8 0 0</inkml:trace>
  <inkml:trace contextRef="#ctx0" brushRef="#br0" timeOffset="12">21597 11347 8912,'27'0'0,"-4"0"0,-4 0 0,-10 0 0,-1 16 0,-8 3 0,0 17 0,0 4 0,0 6 0,2 11 0,4 8 0,5 8 0,4-2 0,-3 7 0,-3-4 0,-1 7 0,5-5 0,-11 6 0,4-9 0,-4-6 0,-2-6 0,-4-17 0,-7-6 0,-12-7 0,-16-14 0,-4-10 0</inkml:trace>
  <inkml:trace contextRef="#ctx0" brushRef="#br0" timeOffset="13">21115 12224 8912,'-17'10'0,"7"-2"0,3-16 0,16-2 0,10-7 0,14 0 0,11-8 0,13-4 0,10-3 0,8-2 0,15-1 0,-45 18 0,1 0 0,4-1 0,2 1-691,2 0 0,1 0 691,-6 3 0,-1 1 0,46-12 0,-25 8 0,-10 0 0</inkml:trace>
  <inkml:trace contextRef="#ctx0" brushRef="#br0" timeOffset="14">22681 11915 8912,'-17'-2'0,"0"-2"0,-1-4 0,1 1 0,2-3 0,0 3 0,-3-1 0,5 2 0,-10 6 0,2 0 0,-2 0 0,2 10 0,-6 7 0,2 10 0,2 7 0,6 6 0,0 6 0,0 4 0,7 7 0,5 2 0,3 2 0,5-11 0,7 0 0,11-6 0,10-6 0,-1-17 0,18-6 0,-6-15 0,2 0 0,2-7 0,4-11 0,-4-12 0,-6-8 0,-6-1 0,-5-6 0,-6-3 0,-4-2 0,-10-1 0,-3 5 0,-12 0 0,-11 8 0,-11-2 0,-13 5 0,-4 6 0,-5 7 0,-2 10 0,2 4 0,5 10 0,4 4 0,9 4 0,9 9 0,12 4 0,7-2 0,4 7 0,15-5 0,8 6 0,23-8 0,7 4 0</inkml:trace>
  <inkml:trace contextRef="#ctx0" brushRef="#br0" timeOffset="15">23111 12052 8912,'10'-17'0,"-3"0"0,-7 6 0,0-1 0,0-1 0,0 5 0,-1-1 0,-5 3 0,4 4 0,-11-4 0,7 12 0,-2 9 0,4 10 0,-1 2 0,1 3 0,2 3 0,2 1 0,0 1 0,0-1 0,0-2 0,0-1 0,0-2 0,0-8 0,0 9 0,0-7 0,0 0 0,0-6 0,0-3 0,0-9 0,0-16 0,0-22 0,0-5 0,0-10 0,0 5 0,0-9 0,0 0 0,7 1 0,-3 7 0,8 4 0,-6 5 0,5 7 0,-5 3 0,5 8 0,3 7 0,7 6 0,2 10 0,-2 11 0,5 8 0,-7 9 0,4 1 0,-3-1 0,-3 1 0,-6-7 0,1 1 0,1 1 0,-5-5 0,1-2 0,-5-9 0,2-3 0,2-1 0,-3 1 0,5-11 0,1-11 0,1-12 0,-3-4 0,3-7 0,1 5 0,-5 0 0,1-1 0,-5-3 0,10 6 0,-9 5 0,-1 2 0,6 5 0,1 4 0,4 3 0,1 10 0,-3 4 0,-1 5 0,-1 12 0,6-4 0,2 2 0,4-7 0,-4 1 0,14-8 0,-6 5 0,0-6 0,3-4 0,-5-2 0,0 0 0,0 0 0,5-8 0,-16-2 0,3-7 0,-11-2 0,-1-4 0,-5 2 0,-5-6 0,-7 3 0,-11 1 0,2 5 0,-8 1 0,3 2 0,-5 4 0,4 5 0,2 4 0,4 2 0,-5 8 0,12 3 0,-3 12 0,11 2 0,1 3 0,3 5 0,2-3 0,0 9 0,7-11 0,11 12 0,10-13 0,5 0 0,9-2 0,4-10 0,3-4 0,3-3 0,0-8 0,-1-2 0,3-5 0,3-11 0,-3-6 0,5-11 0</inkml:trace>
  <inkml:trace contextRef="#ctx0" brushRef="#br0" timeOffset="16">24350 11691 8912,'-2'10'0,"-3"-4"0,3 3 0,-6-7 0,0 13 0,7-5 0,-5 7 0,2 6 0,0 0 0,-2 0 0,3 2 0,1-6 0,2 4 0,0 2 0,0-2 0,5-1 0,1-4 0,8-1 0,-5-2 0,8-3 0,0-7 0,1-3 0,-1-2 0,0-2 0,0-3 0,1-5 0,-3-13 0,-2 0 0,-1 2 0,-7-4 0,5 2 0,-2 2 0,-5 2 0,-1 2 0,-2 0 0,8 7 0,-6 3 0,6 9 0,-8 3 0,7 5 0,5 7 0,3 0 0,2-5 0,2-3 0,4-1 0,6-4 0,3-2 0,-3-2 0,-2-2 0,-2-4 0,-2-4 0,-8-9 0,-2-4 0,-1-5 0,-8 3 0,1-8 0,-10 5 0,-5-3 0,-7 3 0,0 3 0,-1 8 0,1-1 0,0 1 0,8 8 0,1-7 0,8 7 0</inkml:trace>
  <inkml:trace contextRef="#ctx0" brushRef="#br0" timeOffset="17">25245 11777 8912,'-40'17'0,"-2"1"0,2-1 0,3 0 0,7 0 0,7 0 0,0 1 0,6 5 0,7 1 0,3 1 0,5 0 0,5-4 0,7-2 0,7-2 0,0 1 0,3-9 0,2-3 0,-2-4 0,4-4 0,1-4 0,-6-3 0,6-9 0,-8 1 0,1 0 0,-7-8 0,-1-2 0,-3-1 0,-3-1 0,-2 0 0,-2-5 0,0 0 0,0-1 0,-8 9 0,5-5 0,-9 8 0,8 0 0,-1 6 0,-3 0 0,2 0 0,0 7 0,-1-5 0,-3 5 0</inkml:trace>
  <inkml:trace contextRef="#ctx0" brushRef="#br0" timeOffset="18">25383 11743 8912,'17'0'0,"0"0"0,0 0 0,1 0 0,-1 0 0,0 0 0,0 0 0,0 0 0,1 0 0,-1 0 0,6 8 0,0 3 0,-2 4 0,-10 10 0,3-4 0,-9 8 0,7-2 0,-6 1 0,-3 3 0,-6-8 0,-3-2 0,-8-10 0,11 3 0,-9-9 0,-1-1 0,5-10 0,2-7 0,5-8 0,1-8 0,0-3 0,1-4 0,5-5 0,6-1 0,11-3 0,-2-3 0,7 8 0,3 1 0,-6 3 0,7 4 0,-3 3 0,-2 6 0,-1 12 0,-1 5 0,-4 4 0,-2-6 0,-1-1 0</inkml:trace>
  <inkml:trace contextRef="#ctx0" brushRef="#br0" timeOffset="19">26260 11330 8912,'0'-17'0,"0"0"0,0 5 0,0 1 0,0 9 0,0 2 0,0 12 0,0 16 0,0 5 0,0 16 0,0 7 0,0 3 0,0-4 0,0 16 0,0-6 0,0 0 0,0-8 0,8 2 0,4-9 0,3-4 0,2-12 0,8-9 0,2-8 0</inkml:trace>
  <inkml:trace contextRef="#ctx0" brushRef="#br0" timeOffset="20">26656 11382 8912,'10'8'0,"-4"-5"0,-12 7 0,-6-2 0,-11 5 0,-3-2 0,-9 12 0,-5 4 0,-4 7 0,-4 1 0,-3-1 0,3 1 0,4 5 0,9 0 0,14 0 0,4-6 0,13-1 0,4-5 0,12-3 0,17-8 0,1-5 0,16-1 0,0-7 0,6 2 0,-1-12 0,7-3 0,-1-9 0,8-1 0,-2-4 0,4-5 0,2-5 0,0-1 0</inkml:trace>
  <inkml:trace contextRef="#ctx0" brushRef="#br0" timeOffset="21">28446 11090 8912,'-6'-18'0,"-1"1"0,-1 0 0,0 0 0,4 0 0,3-1 0,1 1 0,0 0 0,1 2 0,5 1 0,6 3 0,3 7 0,4-2 0,4 4 0,2 12 0,5 7 0,-3 12 0,-2 9 0,-2 8 0,-6 11 0,-1 4 0,-5 8 0,-5 2 0,-4 3 0,-10-3 0,-3 3 0,-12 3 0,-8-3 0,-7-1 0,1-10 0,-12-8 0,3-14 0,-4-3 0,-2-15 0,1-8 0,-1-9 0,1-14 0,1-9 0,4-10 0,4-13 0,15-4 0,6-8 0,6 1 0,5 1 0,3 4 0,9 4 0,1 10 0,9 3 0,5 4 0,8 10 0,2 4 0,1 3 0,7 8 0,1 2 0,4 4 0,4 9 0,8 8 0,-1 2 0,1-2 0,-6-2 0,0 7 0,0-7 0,5 12 0,-1-6 0,-4-1 0,4 1 0,-4-8 0,3-2 0,3 4 0,0-11 0</inkml:trace>
  <inkml:trace contextRef="#ctx0" brushRef="#br0" timeOffset="22">30253 11262 8912,'-36'-2'0,"-5"-4"0,-5-4 0,-5 1 0,-7 3 0,-3 4 0,-6 15 0,2 9 0,6 8 0,6 12 0,5 2 0,13 8 0,9-10 0,3 9 0,11-11 0,6 0 0,5-3 0,1-3 0,7-7 0,5-4 0,3-12 0,4-5 0,4-4 0,4-4 0,7-4 0,1-11 0,-1-10 0,0-7 0,1-2 0,-3-4 0,-3-6 0,4-4 0,-14-3 0,4-3 0,-4-1 0,-8-8 0,-1 4 0,-3-2 0,-3 0 0,-2 7 0,-4 7 0,-2 14 0,-1 10 0,-9 14 0,10 7 0,-7 16 0,7 9 0,-2 19 0,5 17 0,1 12 0,0 1 0,0 7 0,0-3 0,1-3 0,5-6 0,-4-6 0,13-7 0,-3-3 0,3-3 0,2-7 0,1-17 0,-1-1 0,0-15 0,8-8 0,-6-9 0,4-12 0,-4-6 0,-2-5 0,-1-4 0,-3-4 0,-2-2 0,-7 0 0,2-2 0,-4-4 0,-2 14 0,0-4 0,0 5 0,0 7 0,0 5 0,0 4 0,0 9 0,0 10 0,0 12 0,2 9 0,2 3 0,1 3 0,7 2 0,-5 5 0,3 1 0,3-1 0,-3-7 0,1-2 0,3-1 0,-5-10 0,3 3 0,-1-11 0,7 7 0,-1-7 0,0-2 0,-2-10 0,-1-6 0,-3-3 0,-5-2 0,5 0 0,-7-8 0,6 6 0,-6-4 0,1 4 0,1 2 0,-6 5 0,0 1 0,0 7 0,0-2 0,2 14 0,2 9 0,1 10 0,9 5 0,-3 3 0,5-1 0,7 0 0,1-1 0,3-4 0,2 1 0,5-9 0,1-6 0,-1 1 0,1-11 0,-1-1 0,0-9 0,1-13 0,-1-10 0,-1-5 0,-5-3 0,-5-4 0,-4 3 0,-1-12 0,-1 3 0,-8 2 0,-3 0 0,-4 2 0,-4 4 0,-4 9 0,-5 8 0,-4 8 0,-8 7 0,-2 14 0,0 9 0,0 10 0,-5 13 0,12-2 0,-1 8 0,6 2 0,9-4 0,-2-1 0,6-1 0,6-3 0,7-11 0,16-5 0,13-6 0,12-5 0,15-6 0,11-12-1791,12-11 1791,-4-10 0,-35 8 0,1-2 0,-3 1 0,1 0 0,1 0 0,1 0 0</inkml:trace>
  <inkml:trace contextRef="#ctx0" brushRef="#br0" timeOffset="23">21752 13892 8912,'15'-2'0,"-3"-4"0,-9-3 0,-6-1 0,-5 5 0,-5 10 0,1 7 0,2 11 0,-3 9 0,2 12 0,7 6 0,-2 17 0,4 5 0,2 5 0,0-5 0,0 12 0,0-3 0,0-13 0,2-5 0,2-11 0,4-10 0,1-8 0,4-13 0,10-3 0,-3-13 0,2-16 0,5-8 0,0-31 0,7-3 0</inkml:trace>
  <inkml:trace contextRef="#ctx0" brushRef="#br0" timeOffset="24">22113 14012 8912,'0'27'0,"0"-4"0,0-4 0,-8-2 0,-3 1 0,1 6 0,1 5 0,1 4 0,3 3 0,5 2 0,0 2 0,0-2 0,1 4 0,5-1 0,11-9 0,4-1 0,8-10 0,2-6 0,1-6 0,3-9 0,-7-9 0,-1-6 0,-2-8 0,-4-4 0,-10-9 0,-3-1 0,-8-5 0,-4 2 0,-7 0 0,-12 2 0,-8 3 0,-3 7 0,-6-3 0,0 8 0,-1 2 0,7 10 0,0 3 0,-1 8 0,8 4 0,4 7 0,12 9 0,3 8 0,10 1 0,4 1 0,11 3 0,10 1 0</inkml:trace>
  <inkml:trace contextRef="#ctx0" brushRef="#br0" timeOffset="25">22784 13737 8912,'0'-34'0,"0"0"0,0-1 0,-5 8 0,-1 4 0,0 12 0,6 15 0,0 19 0,-2 17 0,-4 13 0,5 16 0,-5 11 0,4 4-1025,2 2 1025,0 8 0,0-6 0,0 4 0,0-5 0,2-1-683,4 0 683,-5-7 0,15-5 0,-5-13 0,4-9 0,-5-16 0,-4-13 0,0-11 0,1-10 0,5-12 0,-1-9 0</inkml:trace>
  <inkml:trace contextRef="#ctx0" brushRef="#br0" timeOffset="26">23283 13823 8912,'-17'17'0,"0"1"0,0 1 0,-1 4 0,7 3 0,1 11 0,3 1 0,3 2 0,2 8 0,8-4 0,1 7 0,3-1 0,3-4 0,3-4 0,3-8 0,4 1 0,-4-1 0,8-15 0,-4-7 0,-4-9 0,6-3 0</inkml:trace>
  <inkml:trace contextRef="#ctx0" brushRef="#br0" timeOffset="27">23645 13823 8912,'17'0'0,"0"0"0,0-7 0,1-5 0,-1-3 0,0-2 0,0 0 0,8 1 0,4 3 0,3 1 0,1 9 0,-5-3 0,5 4 0,-4 2 0,-5 9 0,-1 9 0,-3 8 0,-3 15 0,0 4 0,-8 7 0,-3 5 0,-6 3 0,-4 4 0,-1-1 0,-9-3 0,3-3 0,-8-2 0,1-14 0,-3-1 0,12-6 0,-1-7 0,-5-18 0,5-11 0</inkml:trace>
  <inkml:trace contextRef="#ctx0" brushRef="#br0" timeOffset="28">23782 14184 8912,'-2'18'0,"-3"-3"0,-7-4 0,5-3 0,-1-8 0,23-4 0,8-7 0,17-3 0,12-14 0,9-3 0,6-1 0,2-3 0,4-3-141,-5 4 1,-3-5 140,-13 11 0,0-5 0,-1-1 0</inkml:trace>
  <inkml:trace contextRef="#ctx0" brushRef="#br0" timeOffset="29">24970 13307 8912,'-52'16'0,"2"-3"0,5 1 0,4 5 0,5 7 0,4 14 0,1 8 0,2 8 0,8 5 0,2 15-297,8 4 1,7 4 296,-2 2 0,4 4 0,2-4 0,4-9 0,6-11 72,7-8 1,17-14-73,1-10 0,3-15 0,-4-13 0,6-4 0,1-2 0,6-15 0,-10-5 0,5-14 0</inkml:trace>
  <inkml:trace contextRef="#ctx0" brushRef="#br0" timeOffset="30">25933 13634 8912,'10'-17'0,"-4"0"0,-4 0 0,-2-1 0,0 1 0,0 17 0,0 14 0,0 16 0,0 14 0,0 13 0,5 5 0,1 6 0,8 7 0,-5-1 0,1-1 0,3-2 0,-5-5 0,1-3 0,-5-5 0,2-12 0,-12-12 0,-3-9 0</inkml:trace>
  <inkml:trace contextRef="#ctx0" brushRef="#br0" timeOffset="31">25452 13840 8912,'-8'20'0,"4"-5"0,-7-15 0,7-2 0,-2-4 0,4-5 0,10-5 0,11-3 0,15-4 0,8-3 0,10-7 0,0 5 0,7-3 0,4 8 0,4-2-692,2 2 692,7 4 0,-5-13 0,6 5 0</inkml:trace>
  <inkml:trace contextRef="#ctx0" brushRef="#br0" timeOffset="32">26519 13445 8912,'-8'17'0,"4"0"0,-7 1 0,-1 6 0,-5 5 0,7 4 0,-11 9 0,4 5 0,-2 9 0,2 5 0,3 8 0,5-1 0,1 1 0,2-8 0,6 4 0,0-9 0,0-7 0,0-5 0,2-11 0,4-5 0,4-10 0,7-11 0,0-9 0,0-3 0,1-13 0,-1-10 0,6-12 0,0-6 0,-6-6 0,-6-5 0,-1 3 0,3-3 0,-3 4 0,-3 1 0,5 10 0,-6 8 0,7-1 0,-11 16 0,4-4 0,-4 12 0,0 13 0,1 15 0,3 10 0,6 5 0,-7 2 0,9 7 0,-5-1 0,3-2 0,-1-2 0,1-1 0,5-1 0,0-7 0,0-4 0,0-4 0,3-4 0,3-3 0,-4-5 0,4-7 0,-4 0 0,6-7 0,-6-3 0,4-7 0,-4-2 0,-2-2 0,0-2 0,-2-2 0,-3 2 0,-4 4 0,-8-6 0,0 8 0,0 0 0,0-1 0,0 1 0,0 8 0,0 1 0,0 23 0,0-3 0,0 11 0,7 2 0,5-3 0,-5 1 0,9-11 0,-5-1 0,4-1 0,5 1 0,3-5 0,-4-4 0,4-2 0,-4 0 0,-2 0 0,0-8 0,0-3 0,-7 3 0,5-7 0,-11 13 0,6-6 0,-3 1 0,-1 5 0,-6-4 0,2 12 0,4 5 0,-3 3 0,9-3 0,-8-3 0,3-8 0</inkml:trace>
  <inkml:trace contextRef="#ctx0" brushRef="#br0" timeOffset="33">27345 13875 8912,'-10'-8'0,"4"-3"0,4 3 0,0-1 0,-3 3 0,3 4 0,-6-6 0,8 16 0,0 5 0,0 6 0,0 4 0,0 10 0,0 1 0,2-1 0,4 3 0,3-5 0,1-1 0,9-5 0,-7-2 0,7-12 0,-2 5 0,10-7 0</inkml:trace>
  <inkml:trace contextRef="#ctx0" brushRef="#br0" timeOffset="34">27586 12826 8912,'9'-8'0,"-3"-3"0,-4-4 0,-2-2 0,0-1 0,2 3 0,3 2 0,7 1 0,11 8 0,7-1 0,9 5 0,7 5 0,11 14 0,4 18 0,0 12 0,-27-13 0,-3 5 0,-1 7 0,-2 3 0,1 6 0,-3 3-344,-5 6 0,-4 3 1,0 6-1,-3 1 344,-7 7 0,-3 0 0,0 2 0,-4 1 0,-4 3 0,-5-1 0,-4-6 0,-3-1 0,-3-7 0,-4-1 0,-1-8 0,-4-2 0,1-8 0,-3-1 0,0-6 0,-1-1 0,-3-3 0,-1-2 0,1-3 0,-1 0 0</inkml:trace>
  <inkml:trace contextRef="#ctx0" brushRef="#br0" timeOffset="35">25211 13187 8912,'9'2'0,"-5"2"0,-8 2 0,-11 5 0,-10-5 0,0 0 0,0 1 0,-5-3 0,3 7 0,-2 1 0,1-3 0,-1 12 0,-7-1 0,-4 4 0,3-1 0,-1 6 0,7 2 0,8 1 0,-3-5 0,7 5 0,-6-5 0,7 7 0</inkml:trace>
  <inkml:trace contextRef="#ctx0" brushRef="#br0" timeOffset="36">10945 16265 8912,'-10'7'0,"1"-5"0,3 4 0,-6-4 0,3-2 0,-3 0 0,10 0 0,2 0 0,8 0 0,9-2 0,2-2 0,4-2 0,6-9 0,9 0 0,2-6 0,3-2 0,-3 6 0,-4 0 0,4-1 0,-11 3 0,-6 4 0,-4-3 0,-2 9 0,-7 1 0,-5 9 0,-10-1 0,-7 8 0,-3 1 0,-2 2 0,-1 3 0,1-1 0</inkml:trace>
  <inkml:trace contextRef="#ctx0" brushRef="#br0" timeOffset="37">12201 15766 8912,'10'8'0,"-5"3"0,-3 4 0,-2 3 0,0 1 0,0 4 0,-6 11 0,1 14 0,1 7 0,2 8 0,2 4 0,0 2 0,2 5-873,4 1 873,3-1 0,3-14 0,-3-9 211,-1-9-211,5-5 0,-11-11 0,4-3 0,-2-6 0,1-5 0,-3-6 0,6-14 0,0-9 0,-6-8 0,5-17 0,-7-2 0</inkml:trace>
  <inkml:trace contextRef="#ctx0" brushRef="#br0" timeOffset="38">12184 16093 8912,'-14'-33'0,"-3"5"0,-10-3 0,4 8 0,-7 8 0,11 2 0,-4 7 0,4 0 0,9 6 0,6 0 0,16 0 0,9-8 0,19-5 0,8-6 0,7-4 0,6-8 0,8 3 0,0-5 0,-8-1 0,4 5 0,-7 3 0,-3 1 0,-11 9 0,-10 13 0,-9 6 0,-6 9 0,-9 11 0,-12 9 0,-15 8 0,-16 8 0,-11-4 0</inkml:trace>
  <inkml:trace contextRef="#ctx0" brushRef="#br0" timeOffset="39">12184 16437 8912,'-17'26'0,"5"-1"0,1-9 0,-3-5 0,7-3 0,-1-8 0,17-10 0,9-7 0,7-8 0,9-9 0,0-1 0,8 1 0,4-1 0,4 1 0,-4 0 0,-2-1 0,-2 3 0,-4 3 0,-1 4 0,5 1 0,2-3 0</inkml:trace>
  <inkml:trace contextRef="#ctx0" brushRef="#br0" timeOffset="40">12752 16196 8912,'0'27'0,"-2"-2"0,-4-8 0,2 6 0,-9 1 0,-6 3 0,1 2 0,-6 5 0,6 1 0,1-1 0,8 0 0,3-1 0,4-4 0,2-7 0,0-2 0,8-11 0,5-3 0,8-4 0,-2-4 0,4-4 0,2-5 0,-2-12 0,0-4 0,-6-2 0,0 1 0,-7-1 0,-4-5 0,-5 1 0,-1 3 0,-1 3 0,-5 2 0,-6 4 0,-3 2 0,0 7 0,3 1 0,-3 7 0,4-2 0,3 5 0,0 1 0,8 0 0</inkml:trace>
  <inkml:trace contextRef="#ctx0" brushRef="#br0" timeOffset="41">13096 16299 8912,'-17'0'0,"-3"0"0,-2 0 0,10 0 0,-3 0 0,19 0 0,5 0 0,8 0 0,6 2 0,-2 4 0,2 5 0,0 4 0,-6 3 0,1-1 0,-1 0 0,-2 0 0,-3 0 0,3 8 0,-13-6 0,4 4 0,-5-4 0,-1-9 0,0 5 0,0-3 0,0-7 0,0-5 0,0-9 0,0-14 0,0-6 0,0-11 0,0-6 0,8-3 0,2 1 0,7 0 0,0 0 0,6-3 0,0 11 0,8 0 0,-5 11 0,9 0 0,-1 8 0,1-4 0</inkml:trace>
  <inkml:trace contextRef="#ctx0" brushRef="#br0" timeOffset="42">14386 15818 8912,'-17'-8'0,"-6"6"0,-2-4 0,-1 4 0,-3 2 0,-5 0 0,-1 4 0,1 8 0,-1 11 0,1 7 0,7 12 0,4 10 0,12 11 0,5 6 0,4 5 0,2-3 0,2 1 0,4-7 0,5-5 0,12-9 0,-4-7 0,8-15 0,-6-14 0,2-5 0,0-12 0,2-10 0,3-11 0,5-5 0,1-12 0,-5-6 0,0-12 0,1-5 0,-5-3 0,-2-3 0,-6 0 0,-5 0 0,-5 0 0,-7 1 0,-15 8 0,-8 9 0,-15 15 0,0 13 0,-8 11 0,-2 6 0,6 6 0,2 6 0,4 4 0,1 7 0</inkml:trace>
  <inkml:trace contextRef="#ctx0" brushRef="#br0" timeOffset="43">14300 16093 8912,'-11'2'0,"-1"3"0,9 5 0,-5 13 0,8 0 0,8 2 0,3-4 0,6 4 0,6 1 0,4-5 0,2 6 0,-3-6 0,-1 2 0,6 0 0,-12-6 0,4 0 0,-2-1 0,2-5 0,-4 4 0,6-5 0</inkml:trace>
  <inkml:trace contextRef="#ctx0" brushRef="#br0" timeOffset="44">14782 15990 8912,'0'9'0,"0"-1"0,2-8 0,4 0 0,3 0 0,11 0 0,3 0 0,-4 2 0,6 2 0,-1 1 0,-5 11 0,4 1 0,-3 9 0,-5 3 0,-4 4 0,-5 3 0,-6 8 0,-6-2 0,-5 2 0,-4 2 0,-8 3 0,-2-3 0,-2-6 0,6-3 0,-10-5 0,8-3 0,0-4 0,6-16 0,8-11 0,3-13 0,4-6 0,2-10 0,8 7 0,3-5 0,3 2 0,-3 4 0,4 6 0,-3 0 0,3 2 0,2 9 0,1 2 0,-1 2 0,0 2 0,0 0 0,0 0 0,2 8 0,4 3 0,-2 3 0,6-1 0,-2-2 0,-2 1 0,2-1 0,4 1 0,-3-8 0,3 1 0,0-3 0,5-2 0</inkml:trace>
  <inkml:trace contextRef="#ctx0" brushRef="#br0" timeOffset="45">15625 15955 8912,'-17'10'0,"0"-1"0,0-3 0,0-4 0,7 6 0,4-10 0,12-2 0,7-4 0,8-1 0,6 3 0,8-4 0,-1 3 0,1-7 0,-1 5 0</inkml:trace>
  <inkml:trace contextRef="#ctx0" brushRef="#br0" timeOffset="46">15677 16419 8912,'-27'8'0,"-3"-4"0,7 7 0,0-7 0,6 2 0,9-6 0,8-6 0,15-3 0,4-16 0,14-2 0,-6-7 0</inkml:trace>
  <inkml:trace contextRef="#ctx0" brushRef="#br0" timeOffset="47">17794 16007 8912,'-2'9'0,"-4"-3"0,-5-4 0,-3-4 0,1-2 0,1-1 0,7-1 0,-7 6 0,8 0 0,-3 4 0,7 7 0,0 2 0,0 16 0,-2 2 0,-2 3 0,-2 6 0,1 4 0,5 8 0,-2-1 0,-4 1 0,4-8 0,-6-4 0,1-4 0,5-9 0,-6-2 0,8-18 0,0-7 0,6-17 0,1-17 0,3-10 0,2-13 0,7 3 0,2-5 0,2 0 0,0 13 0,-6-10 0,0 16 0,0 2 0,-7 9 0,5 5 0,-7 18 0,3 12 0,-3 13 0,-8 21 0,6 4 0,-1 7 0,7-5 0,-5-2 0,3-2 0,1-2 0,7-7 0,-1-5 0,0 3 0,0-8 0,0-8 0,1-9 0,-1-4 0,0-2 0,0 0 0,1 0 0,-7-8 0,0-3 0,-5-10 0,4-4 0,-3-2 0,-1-2 0,-6 1 0,0-1 0,0 6 0,0-5 0,0 7 0,-2-2 0,-3 11 0,3 5 0,-6 14 0,10 5 0,4 3 0,-4 10 0,13-4 0,-4 7 0,3-7 0,-3 2 0,6-4 0,-1-1 0,5-1 0,0 0 0,-2 0 0,-2-7 0,0-4 0,0-5 0,1-1 0,-1 0 0,-2-7 0,-1-5 0,-3-3 0,-5-2 0,5 0 0,-7 5 0,2 1 0,-4-3 0,-2-1 0,0-2 0,0 5 0,0 1 0,0 0 0,-2-5 0,-4 5 0,-4-3 0,-7 9 0,6-7 0,-1 6 0,1 1 0,-4 3 0,1-2 0,3-2 0,-1 1 0,1 5 0,-1 0 0,7 5 0,-7 1 0,8 7 0,-3-9 0,7 8 0,0-1 0,0 6 0,0 1 0,7-7 0,5 0 0,3 1 0,2 5 0</inkml:trace>
  <inkml:trace contextRef="#ctx0" brushRef="#br0" timeOffset="48">18740 16299 8912,'-9'-8'0,"-7"-1"0,7-6 0,-6 1 0,3 3 0,4 7 0,8-4 0,0 6 0,0-3 0,8 3 0,4-2 0,3 8 0,2 7 0,6 5 0,0 1 0,0 0 0,-6 0 0,-5 6 0,-1 0 0,-1 0 0,1-6 0,2 0 0,-7 0 0,0-1 0,0-3 0,-1-1 0,1-9 0,-6 5 0,0-10 0,0-4 0,-2-11 0,-4-11 0,5-5 0,-5-3 0,4-4 0,2-4 0,0-8 0,2 2 0,4 5 0,3 3 0,8 7 0,1 1 0,4 9 0,1 8 0,2 7 0,-2 10 0,-4 2 0,4 4 0,4 11 0,-8 10 0,6 7 0</inkml:trace>
  <inkml:trace contextRef="#ctx0" brushRef="#br0" timeOffset="49">17708 16351 8912,'-17'0'0,"5"-2"0,1-2 0,-1-4 0,3-1 0,-7 5 0,7-4 0,-1 8 0,-3 2 0,7 4 0,-2 5 0,5 10 0,-5 2 0,0 0 0,1 2 0,-7 2 0,10 1 0,-7 1 0,7-8 0,-4 2 0,1-4 0,5-2 0,-6-7 0,8-2 0,0-12 0,2-8 0,4-11 0,2-9 0,3-8 0,4-4 0,-3-8 0,3 3 0,2 3 0,0-2 0,-1 8 0,-5 2 0,5 9 0,-5 6 0,-3 12 0,7 3 0,-5 16 0,7 5 0,0 8 0,0 11 0,2 9 0,2-1 0,2 2 0,8-6 0,1 0 0,8-7 0,-7-8 0,7 4 0,-4-8 0</inkml:trace>
  <inkml:trace contextRef="#ctx0" brushRef="#br0" timeOffset="50">19446 16265 8912,'-17'0'0,"1"2"0,3 1 0,1 3 0,-1 0 0,-2 2 0,1-1 0,9 5 0,7 1 0,15-7 0,0-2 0,6-3 0,2-2 0,0-3 0,-1-4 0,-2-1 0,4-3 0,-7-5 0,4-2 0,-5-2 0,-5-2 0,-2 2 0,-7-4 0,2 2 0,-6 0 0,-6 6 0,-5 0 0,-12 0 0,-4 7 0,-13 2 0,-2 12 0,0 6 0,0 11 0,3 9 0,5 5 0,5 16 0,6-3 0,12 9 0,3-3 0,8-3 0,16-7 0,5-3 0,19-13 0,11-11 0,13-11 0,2-4 0,1-12 0,-4-7 0,12-8 0,-4-9 0</inkml:trace>
  <inkml:trace contextRef="#ctx0" brushRef="#br0" timeOffset="51">21081 16265 8912,'-2'-17'0,"-2"-1"0,-2 1 0,2 0 0,-3 0 0,1 0 0,2-1 0,2 9 0,2 3 0,2 12 0,4 5 0,5 12 0,10 6 0,2 1 0,0 1 0,2-2 0,-6-1 0,4 5 0,-4-3 0,-1-1 0,-9-8 0,4 4 0,-7-8 0,8 0 0,-7-9 0,7-10 0,-3-13 0,-7-12 0,2-13 0,1-4 0,-1-8 0,2 1 0,-3-1 0,-3 2 0,6 5 0,0 4 0,-5 13 0,9 5 0,-6 11 0,5 9 0,3 6 0,1 15 0,2 10 0,0 3 0,0-2 0,8 3 0,2-7 0,7 3 0,1-5 0,7-3 0,-6-9 0,4-1 0,-3-3 0,-10-1 0,-6-6 0,-16 0 0,1 0 0,-27-2 0,4-2 0,-2-2 0,-8 1 0,6 5 0,-8 0 0,8 5 0,-2 3 0,4 2 0,-4 1 0,0 6 0,8 0 0,0 1 0,3-1 0,3 6 0,-1 0 0,2-2 0,3-2 0,5-2 0,0 0 0,0-7 0,7-3 0,5-7 0,3 0 0,2 0 0,0-1 0,1-5 0,-1-6 0,0-1 0,-2 0 0,-1 1 0,-3-1 0,1 5 0,3-1 0,-4 3 0,5 4 0,-5-4 0,5 4 0,-5 2 0,1 0 0,-1 2 0,6 2 0,-2 4 0,-3 1 0,3 3 0,-5-3 0,7-3 0,-6 2 0,1-3 0,-1 1 0,7-6 0,-1 0 0,0 0 0,0 0 0</inkml:trace>
  <inkml:trace contextRef="#ctx0" brushRef="#br0" timeOffset="52">22044 16299 8912,'0'10'0,"0"-3"0,-2-5 0,-3 4 0,3-2 0,-4 7 0,4-5 0,2 5 0,0 1 0,6 7 0,0 4 0,1-4 0,-1 4 0,2-4 0,3 0 0,-5 4 0,1-10 0,-1 5 0,0-5 0,2-3 0,-7 5 0,9-13 0,-4 3 0,-4-12 0,3-10 0,-3-1 0,4-14 0,0 3 0,1-3 0,-3-1 0,2 5 0,7-3 0,-3 6 0,1 0 0,1 1 0,-1 8 0,1 1 0,-1 4 0,8 3 0,8 0 0</inkml:trace>
  <inkml:trace contextRef="#ctx0" brushRef="#br0" timeOffset="53">22578 16351 8912,'9'7'0,"-3"5"0,-2-3 0,2 3 0,-4-8 0,5 11 0,-7-4 0,0 5 0,0 1 0,-6 0 0,1 2 0,1 4 0,-4-4 0,3 4 0,-1-4 0,6-2 0,0 1 0,0-1 0,0 0 0,0 0 0,0-7 0,0-3 0,0-7 0,0-15 0,0-4 0</inkml:trace>
  <inkml:trace contextRef="#ctx0" brushRef="#br0" timeOffset="54">22561 16230 8912,'-23'-17'0,"0"0"0,-6 0 0,6 0 0,2 5 0,8 3 0,1 1 0,8-5 0,-1 11 0,10-4 0,5-4 0,7 8 0,2-3 0,4 3 0,6 2 0,3 0 0,3 0 0,-1 7 0,1 3 0,-1 7 0</inkml:trace>
  <inkml:trace contextRef="#ctx0" brushRef="#br0" timeOffset="55">22888 16437 8912,'0'17'0,"0"0"0,0 0 0,-2-1 0,-4-5 0,4 4 0,-6-13 0,8 6 0,0-16 0,2-3 0,4-5 0,-2-3 0,7-4 0,3-3 0,1-1 0,2-6 0,-2 12 0,-3-7 0,-4 7 0,-8-2 0,0 4 0,0 2 0,-2 7 0,-4 4 0,-4 4 0,-7 2 0,0 0 0,-6 10 0,0 7 0,2 10 0,2 5 0,4 3 0,3-1 0,4 0 0,8 1 0,0-1 0,0 1 0,0-1 0,8-7 0,4-4 0,11-6 0,5-4 0,5-1 0,1-8 0,6 1 0,2-10 0,2-7 0,-5-11 0,3-4 0,0-7 0,2 0 0</inkml:trace>
  <inkml:trace contextRef="#ctx0" brushRef="#br0" timeOffset="56">23490 15972 8912,'-27'0'0,"0"0"0,4 0 0,4 0 0,-4 0 0,4 8 0,2 4 0,7 3 0,-3 4 0,7 4 0,2 7 0,3 9 0,2-1 0,5 8 0,6 1 0,11 3 0,-4 2 0,6-1 0,-1 1 0,-4-8 0,4-4 0,-6-11 0,-1-7 0,0 5 0,-5-13 0,-1 3 0,0-13 0,5-4 0,-5-10 0,-3-5 0,-2-4 0,1-2 0,3-2 0,-6-8 0,5 12 0,-3-4 0,-4 2 0,4-2 0,1 4 0,-1-4 0,0 12 0,1 3 0,-3 10 0,8 4 0,-1 3 0,6 1 0,-1-3 0,-5 1 0,4-6 0,-3 6 0,9-8 0,2 0 0,0 0 0,-6 0 0,2-2 0,4-4 0,-4 2 0,4-7 0,-4 7 0,-2-2 0,-7 4 0,5 2 0,-5 2 0,-1 4 0,7 3 0,-14 14 0,3 2 0,-3 2 0,-2 4 0,6 7 0,0 2 0,-2-2 0,-2-2 0,-2-1 0,0-3 0,0-3 0,-8 3 0,4-14 0,-7-1 0,5-8 0,-6-9 0,1 0 0,-6 0 0</inkml:trace>
  <inkml:trace contextRef="#ctx0" brushRef="#br0" timeOffset="57">23352 16230 8912,'-59'18'0,"13"-1"0,-2-2 0,21-2 0,10-1 0,8-8 0,32 3 0,9-9 0,31-5 0,12-10 0,9-16 0,-39 12 0,0-2 0,1 0 0,0 0 0,-1 0 0,-1 0-998,0 1 0,0-1 998,3-3 0,0 0 0,1 0 0,0 0 0,3 1 0,1-1 0</inkml:trace>
  <inkml:trace contextRef="#ctx0" brushRef="#br0" timeOffset="58">25280 16093 8912,'7'0'0,"-7"0"0,-9 0 0,-7 0 0,-1 2 0,0 3 0,0 7 0,-1 11 0,3 7 0,4 7 0,5 3 0,4 6 0,2-6 0,2-2 0,4-2 0,11-3 0,12-7 0,3-8 0,3-9 0,-1-11 0,0-5 0,1-11 0,-3-3 0,-3-13 0,-10 4 0,-7-11 0,-9-3 0,1 8 0,-15-4 0,-12 4 0,-8 1 0,-5 9 0,-4 3 0,-4 5 0,0 7 0,0 3 0,7 10 0,3 4 0,3 4 0,14 14 0,2 5 0,3 4 0,5 1 0,16-7 0,9-4 0,14 3 0,12 1 0</inkml:trace>
  <inkml:trace contextRef="#ctx0" brushRef="#br0" timeOffset="59">26054 15904 8912,'-8'-18'0,"-3"1"0,-6-2 0,-6-4 0,4 10 0,-4-4 0,-2 5 0,2 1 0,2 5 0,2 4 0,1 10 0,3 9 0,2 14 0,1 7 0,8 13 0,-3 7 0,7 8 0,0 5 0,0 7 0,0-1 0,2-1 0,3 1 0,5-10 0,5-2 0,-1-10 0,-3-5 0,1-6 0,-3-10 0,-1-7 0,-8-2 0</inkml:trace>
  <inkml:trace contextRef="#ctx0" brushRef="#br0" timeOffset="60">25675 16523 8912,'-17'-8'0,"0"-2"0,0-7 0,7 8 0,3-1 0,7 4 0,0 3 0,0-9 0,9 6 0,8-3 0,10-1 0,6 1 0,3-3 0,4-3 0,6 4 0,4-5 0,7 7 0,0-9 0,14 1 0,-2 0-177,4 8 1,-5-14-1,1 4 1</inkml:trace>
  <inkml:trace contextRef="#ctx0" brushRef="#br0" timeOffset="61">27035 16041 8912,'-17'8'0,"-3"1"0,-2 9 0,2 1 0,-3 6 0,4 9 0,2 10 0,0 6 0,7 3 0,5 4 0,3 3 0,2 3 0,2 2 0,3-8 0,7-2 0,3-1 0,2-5 0,1-3 0,-1-6 0,-8-11 0,7-4 0,-7-8 0</inkml:trace>
  <inkml:trace contextRef="#ctx0" brushRef="#br0" timeOffset="62">26725 16179 8912,'6'-17'0,"0"-1"0,7 1 0,-9 6 0,7-1 0,3 8 0,9-1 0,3 3 0,3 2 0,0 0 0,-1 0 0,7 2 0,-1 3 0,1 7 0,-1 3 0,-7 4 0,-6 2 0,-8 4 0,-7 2 0,-4 0 0,-2 3 0,0-1 0,-15-1 0,1 5 0,-14-2 0,-3-3 0,-4-1 0,-5 2 0,4-5 0,-6-6 0</inkml:trace>
  <inkml:trace contextRef="#ctx0" brushRef="#br0" timeOffset="63">27362 15869 8912,'-8'-9'0,"4"1"0,-7 8 0,7 8 0,-2 3 0,2 14 0,1 11 0,-3 12 0,2 7 0,2 10 0,2-2 0,0 4 0,0 2 0,0 0 0,0-10 0,0-7 0,0-1 0,0-7 0</inkml:trace>
  <inkml:trace contextRef="#ctx0" brushRef="#br0" timeOffset="64">27568 16265 8912,'-7'17'0,"-5"0"0,-3-2 0,-2-3 0,1 3 0,5-3 0,-2 3 0,7 2 0,2 0 0,2 0 0,2 1 0,10-7 0,5-1 0,6-3 0,10-1 0,-3-6 0,5 0 0,-1-8 0,-1-3 0,-4-4 0,-4-3 0,-8 1 0,2-8 0,-15 6 0,4-4 0,-4 4 0,-10 2 0,-9 0 0,-12 2 0,-3 3 0,-1-1 0,2 7 0,3 2 0,-3 2 0,6 10 0,0-4 0,8 5 0,0-1 0,7 5 0,3-3 0,7 7 0</inkml:trace>
  <inkml:trace contextRef="#ctx0" brushRef="#br0" timeOffset="65">28050 15766 8912,'0'-34'0,"0"-1"0,-2 9 0,-2 3 0,-1 4 0,-1 9 0,6 4 0,0 12 0,0 11 0,0 12 0,0 3 0,0 10 0,0 6 0,0 8 0,0-3 0,0 12 0,0-8 0,0 1 0,0-7 0,0 1 0,0-1 0,6-7 0,-1-4 0,9-11 0,-3-8 0,5-8 0,1-7 0,0-4 0,-6-15 0,1-6 0,1-6 0,-5-4 0,5-7 0,-5-2 0,2-3 0,-7 1 0,7 6 0,-6 0 0,3 1 0,3 4 0,-6 5 0,2 6 0,-5 9 0,7 1 0,0 18 0,5 9 0,-1 13 0,-3 5 0,3 9 0,3-1 0,-6 7 0,3-2 0,-1-5 0,-7 5 0,6-14 0,-6 3 0,1-9 0,1-5 0,-6-8 0,-8 0 0,-1-1 0,-8-5 0,-2-5 0,-2-4 0,-2-2 0,-16-15 0,3-5 0</inkml:trace>
  <inkml:trace contextRef="#ctx0" brushRef="#br0" timeOffset="66">27895 16093 8912,'-32'15'0,"1"-2"0,4-3 0,3-2 0,8-3 0,9 3 0,7-6 0,3 6 0,11-10 0,14-4 0,15-11 0,14-12 0,6-3 0,6-3 0,3 1 0,3-1 0,0-7 0,-7-2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127"/>
    </inkml:context>
    <inkml:brush xml:id="br0">
      <inkml:brushProperty name="height" value="0.053" units="cm"/>
      <inkml:brushProperty name="color" value="#FF0000"/>
    </inkml:brush>
  </inkml:definitions>
  <inkml:trace contextRef="#ctx0" brushRef="#br0">757 6585 8912,'0'-17'0,"0"0"0,0-1 0,0 1 0,0 0 0,2 2 0,4 3 0,-2 7 0,5 10 0,-1 7 0,0 5 0,-5 8 0,3 7 0,0 8 0,1 4 0,-5 2 0,4 6 0,-4-1 0,-2 1 0,0-6 0,0 0 0,0 1 0,0-12 0,0-7 0,-6-7 0,1-3 0,-1-11 0,6-7 0,0-11 0,0-10 0,0-14 0,0-14 0,0-9 0,6-1 0,1 4 0,1-4 0,1-1 0,1 1 0,1 9 0,5 8 0,-3 10 0,-1 3 0,-1 6 0,6 12 0,0 5 0,1 14 0,-1 9 0,6 8 0,0 9 0,-2 1 0,-2-1 0,-2 2 0,0 2 0,1 3 0,-1-1 0,0-8 0,0-1 0,0-3 0,-5-7 0,-3 2 0,1-4 0,0-1 0,1-9 0,0-1 0,1-8 0,-8-8 0,3-1 0</inkml:trace>
  <inkml:trace contextRef="#ctx0" brushRef="#br0" timeOffset="1">1463 6533 8912,'-17'0'0,"5"0"0,1 0 0,-1 2 0,-5 4 0,2 4 0,1 7 0,3 0 0,7 0 0,-4 8 0,8 2 0,0 1 0,0 1 0,0-2 0,0 1 0,8-3 0,3-8 0,5-1 0,1-5 0,0-3 0,0-8 0,1-2 0,-1-4 0,-8-3 0,5-14 0,-9 0 0,3-2 0,-4 4 0,2-2 0,-1 0 0,-7 8 0,-1 1 0,-3 3 0,-7 0 0,3 1 0,-2-3 0,1 7 0,7 0 0,-3 6 0,7-7 0,7-3 0,3-7 0</inkml:trace>
  <inkml:trace contextRef="#ctx0" brushRef="#br0" timeOffset="2">1669 6499 8912,'17'0'0,"-7"0"0,-2 0 0,-22 0 0,-3 0 0,-4 0 0,4 2 0,0 4 0,-1 3 0,1 8 0,6 1 0,-1-1 0,7 0 0,-7 0 0,8 6 0,-2 2 0,5 2 0,-5-6 0,0 4 0,2-3 0,2 1 0,2 0 0,2-11 0,4-1 0,4-7 0,5 2 0,-4-12 0,7-9 0,-1-8 0,0-10 0,6 1 0,-4-6 0,-2-10 0,0 2 0,1-4 0,-1-1 0,0 7 0,-2-4 0,-1 8 0,-3 2 0,-7-6 0,6 15 0,-5 1 0,-3 14 0,6 7 0,-8 8 0,0 7 0,0 9 0,0 10 0,0 7 0,0 7 0,0-5 0,0 8 0,0-6 0,0 2 0,8 0 0,-1-7 0,5-5 0,3 3 0,-4-8 0,-1 0 0,1-6 0,3-2 0,1-3 0,2-5 0,1-7 0,-7 0 0,1 0 0,-1-7 0,6-5 0,-1-3 0,-5-2 0,-1-6 0,-5 0 0,-3 0 0,4 6 0,-6 0 0,-4-1 0,-2 1 0,-7 0 0,3 2 0,-7 3 0,0 7 0,0 3 0,0 2 0,-1 9 0,1 8 0,8 2 0,3 10 0,4 2 0,2 3 0,0 4 0,2 2 0,4-1 0,3-11 0,10 3 0,4-8 0,6-2 0,3-10 0,9-5 0,-1-12 0,-2-5 0,-9-12 0,11-4 0,-4-7 0</inkml:trace>
  <inkml:trace contextRef="#ctx0" brushRef="#br0" timeOffset="3">2702 6121 8912,'-2'9'0,"-4"-3"0,2 4 0,-7 3 0,-3 8 0,5 13 0,-3 12 0,9 4 0,-11 7 0,8 1 0,3-1 0,3 0 0,5 0 0,5-7 0,7 0 0,0-6 0</inkml:trace>
  <inkml:trace contextRef="#ctx0" brushRef="#br0" timeOffset="4">2444 8425 8912,'0'-18'0,"0"1"0,0 6 0,0-1 0,0-1 0,0-2 0,-6 3 0,0 1 0,0-1 0,8-3 0,4 4 0,4-5 0,7 14 0,0-3 0,0 3 0,0 2 0,-5 9 0,-3 7 0,-1 5 0,6 9 0,-13-1 0,5 9 0,-4 2 0,-4 6 0,-4-4 0,-5 2 0,-4 4 0,-3-6 0,1 0 0,0-8 0,6-7 0,-1-4 0,-1-4 0,-3-4 0,-1-3 0,0-5 0,0-14 0,2-7 0,3-7 0,-3 2 0,13-13 0,-4 3 0,4-2 0,2 3 0,0 3 0,0 8 0,0 0 0,8 7 0,3 4 0,7 6 0,4 6 0,7 5 0,4 5 0,1 1 0,8 0 0,2 6 0,10-2 0,3-6 0,4 3 0,8-9 0</inkml:trace>
  <inkml:trace contextRef="#ctx0" brushRef="#br0" timeOffset="5">2117 11021 8912,'-8'9'0,"-3"-3"0,-3-6 0,3-6 0,5-3 0,12-8 0,5-1 0,10 3 0,4 2 0,0 3 0,0 3 0,-2 1 0,-6 6 0,0 0 0,0 0 0,-1 4 0,-5 7 0,-3 4 0,-8 18 0,0 3 0,-8 8 0,-3-4 0,-5 8 0,-1-2 0,0 2 0,0-3 0,0-4 0,1-11 0,5-3 0,5-2 0,4-10 0,2-7 0,8-8 0,3 0 0,10 0 0,4-2 0,2-4 0,2 4 0,5-6 0,0 3 0,1-1 0,-1 0 0,-7 8 0,-4 4 0,-4 5 0,-2-3 0,-7 13 0,-6-2 0,-8 6 0,-6 11 0,-22 2 0,-8 10 0,-8 6 0,-6-3 0,-1 8 0,-3-1 0,3-1 0,1 0 0,-3-9-405,0-8 0,-1 0 1,7-13-1</inkml:trace>
  <inkml:trace contextRef="#ctx0" brushRef="#br0" timeOffset="6">2392 15972 8912,'-10'-1'0,"3"-3"0,-1-2 0,6-2 0,-3 3 0,3-5 0,2-7 0,0 5 0,0 1 0,0-2 0,0 5 0,0-7 0,7 5 0,-5 8 0,4 12 0,-12 20 0,-5 8 0,-10 8 0,-2 12 0,-8 3 0,-1 15 0,-10 4 0,-1 4 0,1 2 0,2-9 0,6-8 0,7-10 0,4-13 0,4-4 0,11-17 0,8-8 0,10-10 0,13-12 0,6-7 0,11-11 0,6-5 0,3-7 0,3-5 0,9 0 0,6-10 0,6-3 0,-33 25 0,2 0 0,36-21 0,1 3-198,-3 4 1,-9 4 197,-4 3 0,-13 7 0,-16 16 0,-7 5 0,-17 14 0,-18 5 0,-15 9 0,-8 2 0,-3-2 0,0 5 0,-1 1 0</inkml:trace>
  <inkml:trace contextRef="#ctx0" brushRef="#br0" timeOffset="7">2323 15904 8912,'0'-10'0,"0"2"0,-7 18 0,-3 11 0,0 17 0,-5 29 0,13-19 0,2 3 0,-2 11 0,0 3 0,4 5 0,2 3-713,3 5 1,3 0-1,2 1 1,3-1 712,4 3 0,2-1 0,0-3 0,2 0 0,2-2 0,2-1 0,-1 0 0,1-1 0,0-3 0,0 0 0,-1-1 0,0-1 0,-1 0 0,-3-2 0,-6-7 0,-3-1 0,1 2 0,1 0 0,-1 2 0,0 0 0</inkml:trace>
  <inkml:trace contextRef="#ctx0" brushRef="#br0" timeOffset="8">11547 9301 8912,'2'-11'0,"4"0"0,3 7 0,8-2 0,1 4 0,7 2 0,1 0 0,1 0 0,6 0 0,-7 0 0,1 0 0,6-6 0,-5 1 0,5 1 0,-5 2 0,-1 2 0,-2 0 0,-4 0 0,-2 0 0,-2 0 0,1 0 0,-1 2 0,0 4 0,-7-5 0,-3 7 0,-14 0 0,-3 1 0</inkml:trace>
  <inkml:trace contextRef="#ctx0" brushRef="#br0" timeOffset="9">11857 9233 8912,'11'-6'0,"1"0"0,-8-7 0,1 5 0,-10-3 0,1 3 0,-8 8 0,1 0 0,-5 2 0,3 4 0,2 5 0,7 5 0,-4 8 0,8 7 0,0 7 0,0 6 0,0 15 0,0 4 0,0 4 0,-2 10 0,-2 1 0,-1 2 0,1 0 0,2-7 0,2-2 0,0-12 0,0-6 0,0-5 0,0-21 0,0-4 0,-6-10 0,-1-3 0,-3-3 0,6-1 0,-3-6 0,-1-8 0,6 7 0,-6-7 0,8 8 0,6-2 0,2-2 0,1-2 0,-5-7 0,4 4 0,-1-16 0,3-2 0</inkml:trace>
  <inkml:trace contextRef="#ctx0" brushRef="#br0" timeOffset="10">11908 9542 8912,'0'-11'0,"0"-1"0,0-1 0,0-2 0,0-3 0,0 1 0,0 0 0,0 0 0,0 0 0,0 7 0,0 2 0,0 8 0,0 0 0,0 8 0,0 5 0,0 8 0,0 14 0,0 5 0,0 12 0,0 9 0,0 9 0,0 9 0,0 7 0,0 0-109,0 0 0,-2 0 1,-1-2 108,-3-4 0,0-4 0,6-22 0,0-10 0,0-12 0,2-9 0,4-11 0,-4-20 0,3-7 0,-10-20 0,-5 5 0,-7-12 0</inkml:trace>
  <inkml:trace contextRef="#ctx0" brushRef="#br0" timeOffset="11">11650 10092 8912,'-7'10'0,"-3"3"0,-7-7 0,0-2 0,5-2 0,1-2 0,5 0 0,-6 0 0,9 0 0,-5 0 0,8 0 0,8 5 0,1 3 0,1 2 0,5 7 0,-3 8 0,5 0 0,6-1 0,-4 7 0,8-10 0,-6 6 0,2-2 0,0 5 0,-1-11 0,1 2 0,-2-7 0,-1 1 0,-9-7 0,1 3 0,1-5 0,-4-4 0,3-2 0,-8 0 0,3 0 0,-7 0 0,0-8 0,0-2 0</inkml:trace>
  <inkml:trace contextRef="#ctx0" brushRef="#br0" timeOffset="12">12184 10264 8912,'-17'0'0,"5"0"0,1 0 0,-3 0 0,7 8 0,-7 3 0,8 10 0,1 4 0,-3 2 0,6 7 0,-4 7 0,4-3 0,-3-2 0,-1-2 0,0-1 0,6-4 0,0 3 0,-7-21 0,-3 5 0</inkml:trace>
  <inkml:trace contextRef="#ctx0" brushRef="#br0" timeOffset="13">11857 9439 8912,'9'-2'0,"-3"-4"0,4 4 0,-8-13 0,3 4 0,-5-3 0,-5 3 0,1 3 0,-8 10 0,-1 4 0,3 3 0,-1 11 0,-3 2 0,5 3 0,-3 8 0,-1-1 0,-2 5 0,-2 1 0,1-4 0,5 1 0,-3-1 0,7-2 0,-1-3 0,0-6 0,3-12 0,7-5 0,1-13 0,3-11 0,15-14 0,-2-12 0</inkml:trace>
  <inkml:trace contextRef="#ctx0" brushRef="#br0" timeOffset="14">11908 9387 8912,'10'0'0,"5"0"0,-11 0 0,8 0 0,-9 0 0,5 0 0,-8 0 0,8 2 0,3 4 0,4 2 0,3 7 0,-1 2 0,8-3 0,3 9 0,7-2 0,5 1 0,-2-2 0,8 2 0,0-2 0,6-3 0</inkml:trace>
  <inkml:trace contextRef="#ctx0" brushRef="#br0" timeOffset="15">12941 16523 8912,'-8'9'0,"-3"-3"0,3-6 0,2-6 0,3 4 0,-3-3 0,4-5 0,-8 8 0,5-4 0,3 4 0,-14 2 0,15 0 0,-7 0 0,6 0 0,-4 0 0,2 16 0,-7 7 0,-1 17 0,-7 13 0,-4 14 0,2 25 0,7-38 0,0 3 0,-2 3 0,1 2 0,1 2 0,1 2 0,0 2 0,0 1-234,0 1 0,1-2 0,0-6 0,3-2 234,3-2 0,0-1 0,-9 34 0,13-16 0,-4-23 0,4-10 0,4-16 0,4-9 0,-4-15 0,6-5 0,-8-9 0,0 1 0,0-7 0,7-8 0,5-9 0,3-14 0,2-16 0,0-6 0,1-5 0,-1-3 0,0-1 0,0-6 0,6-2 67,0-3 0,-8 43 0,-1 0-67,-3-3 0,1-1 0,3 0 0,0 1 0,0-1 0,-1 1 0,0 0 0,-1 2 0,12-43 0,-6 16-400,-10 15 400,-5 11 0,-4 24 0,0 3 0,0 11 0,-6 6 0,-1 10 0,-3 2 0,4 7 0,-5-1 0,-2 5 0,-3 6 234,-1 4 1,0 17 0,2 5-235,3 7 0,-3 9 0,5 1 0,-5 11 0,3 1 0,-3 6 0,6 4 0,-3-4 0,1 0 0,1-2 51,-1-1 1,1-1-52,4-11 0,4-12 0,-7-11 0,5-10 0,-2-3 0,1-11 0,5-4 0,0-11 0,0-14 0,0 3 0,0-8 328,0-1-328,0-10 0,0 0 0,0-11 0,0-4 0,0-14 0,0-1 0,0-5 0,0-5 0,0-11 0,0 1 0,0-9 0,0-6-68,-1 38 0,2-1 0,1 1 1,1 0-1,1 0 0,0-1 68,6-44 0,-5 11 0,5 13 0,-3 14 0,-3 17 0,-2 19 0,-2 17 0,-2 15 0,-3 12 0,-5 15 0,-13 16 0,0 15 0,2 7 0,10 10 0,-5 6 0,7-1 0,-1-1 0,4-2 0,5-2 0,1-2-1129,0-4 1129,0 12 0,0-12 0,0 12 0,0-4 0,0-10 0,0 6 35,0-4 0,0-3-35,0-3 0,-6-3 0,0-2 0,2 0 0,2-1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143"/>
    </inkml:context>
    <inkml:brush xml:id="br0">
      <inkml:brushProperty name="height" value="0.053" units="cm"/>
      <inkml:brushProperty name="color" value="#FF0000"/>
    </inkml:brush>
  </inkml:definitions>
  <inkml:trace contextRef="#ctx0" brushRef="#br0">6935 9267 8912,'-2'-15'0,"-4"3"0,-5 7 0,-6 3 0,-6 2 0,-4 15 0,-7 12 0,-3 15 0,-1 19 0,-2 15 0,20-30 0,2 2 0,-1 3 0,1 3 0,1 5 0,2 2 0,0 4 0,1 0 0,2 0 0,1 0 0,4-4 0,3-1 0,0-6 0,2-2 0,1-1 0,0-2 0,3 37 0,4-17 0,5-16 0,5-19 0,6-11 0,1-5 0,8-9 0,-2-3 0,3-14 0,3-11 0,1-13 0,4-12 0,4-21 0,8-6 0</inkml:trace>
  <inkml:trace contextRef="#ctx0" brushRef="#br0" timeOffset="1">7434 9491 8912,'0'-27'0,"0"2"0,0 8 0,0 0 0,0-1 0,0 9 0,0 1 0,0 10 0,-2 4 0,-2 9 0,-1 10 0,1 11 0,2 6 0,2 12 0,0-1 0,0 7 0,0-1 0,0-6 0,2 12 0,2-7 0,1-3 0,7 4 0,-6-2 0,-3-3 0,-1-6 0,-2-6 0,0-8 0,0 0 0</inkml:trace>
  <inkml:trace contextRef="#ctx0" brushRef="#br0" timeOffset="2">7314 9731 8912,'9'-17'0,"-1"0"0,0 0 0,-5 0 0,9-1 0,-1-1 0,7-2 0,1-2 0,4 2 0,3 2 0,9 10 0,-1 3 0,1 4 0,7 2 0,-12 2 0,3 6 0,-6 9 0,-12 8 0,-9 11 0,-5 2 0,-1 2 0,-7 8 0,-5-10 0,-9 6 0,-2-2 0,-7 6 0,5-12 0,-6 2 0,3-7 0,7-2 0,-2-12 0,-4 4 0,0-12 0</inkml:trace>
  <inkml:trace contextRef="#ctx0" brushRef="#br0" timeOffset="3">7985 9749 8912,'-29'1'0,"2"3"0,3 2 0,-5 2 0,6-3 0,-2-1 0,4 8 0,-2 1 0,0 4 0,8 4 0,1 4 0,3 2 0,7 1 0,-4 1 0,8 0 0,2-3 0,4 3 0,-2-4 0,7-8 0,3 0 0,1-7 0,2-4 0,1-4 0,-1-2 0,0-8 0,-6-2 0,1-7 0,-3 0 0,3 0 0,1-6 0,-7 0 0,2-2 0,-4 4 0,1-2 0,-1 2 0,-2 2 0,-2 8 0,0-1 0,8 8 0,-6-3 0,5 9 0,-5 3 0,2 7 0,2 5 0,-3 6 0,7 4 0,-6 5 0,7-1 0,3-3 0,-7-7 0,9 10 0,-7-8 0,1-2 0,5-10 0,-5 5 0,7-7 0</inkml:trace>
  <inkml:trace contextRef="#ctx0" brushRef="#br0" timeOffset="4">8174 9817 8912,'17'10'0,"-7"-3"0,5-7 0,-7 8 0,3 4 0,-3 3 0,-6 2 0,2 0 0,1 0 0,3 1 0,-4 1 0,2 4 0,5-2 0,-5 7 0,0-1 0,-6 2 0,5 1 0,1-7 0,0 2 0,-6-2 0,0-10 0,0 5 0,-2-13 0,-4 1 0,4-12 0,-4-5 0,5-12 0,1-6 0,0-3 0,0-3 0,0 1 0,7 0 0,1-1 0,3 1 0,5 1 0,-5 3 0,3 3 0,-3 2 0,4 4 0,-3 10 0,3-5 0,2 7 0,0-8 0</inkml:trace>
  <inkml:trace contextRef="#ctx0" brushRef="#br0" timeOffset="5">8742 9594 8912,'0'-17'0,"0"5"0,0 1 0,0-1 0,0 5 0,-2 8 0,-4 15 0,4 10 0,-3 17 0,3 8 0,-6 1 0,6 15 0,-3-6 0,3 0 0,2 4 0,0-8 0,2-3 0,3-7 0,5 3 0,1-16 0,1 1 0,-8-16 0,11-12 0,-6-7 0</inkml:trace>
  <inkml:trace contextRef="#ctx0" brushRef="#br0" timeOffset="6">8673 9972 8912,'-17'8'0,"0"3"0,1 4 0,5 3 0,5-1 0,4 0 0,10-7 0,7-5 0,12-3 0,4-2 0,13-4 0,0-5 0,0-8 0,-6-4 0,4 3 0</inkml:trace>
  <inkml:trace contextRef="#ctx0" brushRef="#br0" timeOffset="7">10067 9731 8912,'0'-17'0,"-2"0"0,-4 0 0,-5 1 0,-4 5 0,-3 5 0,1 4 0,0 4 0,0 6 0,0 9 0,-1 16 0,3 12 0,4 5 0,3 7 0,8-1 0,0-5 0,2-5 0,4-4 0,3-2 0,14-9 0,2-8 0,2-12 0,3-7 0,-3-6 0,2-3 0,-6-13 0,5-10 0,-8-5 0,-1-3 0,-6-4 0,-9-4 0,2-6 0,-6 4 0,-6 6 0,-4 4 0,-9 2 0,-4-1 0,2 8 0,-7 4 0,7 12 0,-2 5 0,3 4 0,-1 6 0,2 6 0,4 7 0,9 12 0,1-1 0,3 5 0,2 1 0,0 0 0</inkml:trace>
  <inkml:trace contextRef="#ctx0" brushRef="#br0" timeOffset="8">10841 9353 8912,'-26'-27'0,"1"2"0,2 8 0,-2 0 0,-2 0 0,6 0 0,-9 1 0,7 5 0,2 5 0,2 4 0,7 4 0,3 6 0,1 9 0,-6 8 0,13 11 0,-5 4 0,4 6 0,2 10 0,0 1 0,0 0 0,0 2 0,0-5 0,0 13 0,2-8 0,4-4 0,-5 3 0,9-16 0,-4 4 0,-4-4 0,3-10 0,-5-5 0,-5-10 0,-5 0 0,-7-7 0</inkml:trace>
  <inkml:trace contextRef="#ctx0" brushRef="#br0" timeOffset="9">10394 9834 8912,'0'-11'0,"0"0"0,0 7 0,0-12 0,8 7 0,3-3 0,12 1 0,8 0 0,7 1 0,6-5 0,8 5 0,-1 1 0,8-14 0,10 11 0,10-13 0</inkml:trace>
  <inkml:trace contextRef="#ctx0" brushRef="#br0" timeOffset="10">11633 9456 8912,'-17'6'0,"0"0"0,-1-2 0,1 5 0,6 1 0,1 7 0,3 0 0,3 0 0,2 8 0,2 2 0,0 7 0,0 1 0,0-1 0,0 0 0,0 1 0,0-1 0,0-7 0,0 3 0,0-7 0,0 0 0,0-6 0,0-7 0,-2-2 0,-2-10 0,-2-6 0,3-9 0,1-2 0,2-10 0,7 0 0,5-5 0,-5-8 0,9 6 0,-5-4 0,4 9 0,3 2 0,-3 8 0,-2-2 0,-1 4 0,-1 4 0,6 4 0,1 5 0,-1 4 0,-8 2 0,7 8 0,-5 3 0,3 6 0,-1 6 0,-2 6 0,-7-4 0,10 5 0,-9-7 0,7 0 0,-6-6 0,7 1 0,-3-1 0</inkml:trace>
  <inkml:trace contextRef="#ctx0" brushRef="#br0" timeOffset="11">12253 9508 8912,'-18'0'0,"-5"0"0,0 0 0,1 0 0,2 2 0,-1 3 0,-2 7 0,0 3 0,6 8 0,0 0 0,6 8 0,1-3 0,2 5 0,3 1 0,5 1 0,2-9 0,3-1 0,7 0 0,3-6 0,2-2 0,0-9 0,1-8 0,-7-8 0,1-3 0,-3-5 0,3-1 0,-3-8 0,-5-3 0,2-5 0,-2-1 0,3-6 0,-1-2 0,-2-2 0,-2-2 0,-2 0 0,0 0 0,2 0 0,1-3 0,3 1 0,-2 2 0,-2 16 0,-2 1 0,0 8 0,0 11 0,0 33 0,0 2 0,0 27 0,-2-5 0,-2 5 0,-2 0 0,3-1 0,1 1 0,2-1 0,0 5 0,0-5 0,0 3 0,2-14 0,3-2 0,5-2 0,7-1 0,0-16 0,1 2 0,-1-15 0,6-1 0,2-8 0,-1-7 0,1-7 0,4-10 0,-4 2 0,2-1 0,-6-3 0,3-11 0,-6 0 0,-1 1 0,-8-4 0,-1 6 0,-8-3 0,0 4 0,0 1 0,-2 11 0,-4 6 0,-3 9 0,-10 11 0,-2 5 0,-2 11 0,-2 8 0,4 14 0,-4 6 0,-2 4 0,6 2 0,2-7 0,8 1 0,7-8 0,-2 3 0,12-7 0,9-5 0,12-6 0,2-12 0,20-5 0,-1-12 0,8-5 0,3-7 0,4-5 0,-6-5 0,-3-5 0,-3-1 0,-1-2 0,-4-5 0,-4 5 0,-7-6 0</inkml:trace>
  <inkml:trace contextRef="#ctx0" brushRef="#br0" timeOffset="12">11840 9594 8912,'-12'7'0,"3"5"0,-1 3 0,0 4 0,-1 4 0,1 6 0,1 3 0,5 3 0,-2-3 0,2-3 0,3 3 0,1-5 0,0 0 0,1-4 0,5-12 0,6-5 0,3-4 0,10-2 0,-4-14 0,6-5 0,-1-7 0,1-11 0,-6 1 0,2-10 0,-4 8 0,-2-2 0,-7-2 0,-4 4 0,-4 5 0,-10-1 0,-7 15 0,-10-4 0,-2 6 0,-4 5 0,1 4 0,1 8 0,-1 8 0,7 4 0,0 9 0,7 3 0,5 3 0,3-6 0,1 12 0,-3-7 0</inkml:trace>
  <inkml:trace contextRef="#ctx0" brushRef="#br0" timeOffset="13">13320 9250 8912,'7'-17'0,"-5"0"0,4-1 0,-4 1 0,-2 0 0,0 5 0,0 1 0,0 7 0,-8 4 0,-1 12 0,-1 3 0,-5 10 0,5 2 0,-7 7 0,0 0 0,-1 1 0,3-1 0,2 0 0,1 1 0,1-1 0,-4 6 0,1 0 0,3-1 0,7-3 0,-4-7 0,8-1 0,0 1 0,2-4 0,4-8 0,5-7 0,12-10 0,6-2 0,3-6 0,3-9 0,-1 0 0,1-10 0,-1 4 0,-1 2 0,-5-8 0,-3 8 0,-8-2 0,-7-3 0,-2-1 0</inkml:trace>
  <inkml:trace contextRef="#ctx0" brushRef="#br0" timeOffset="14">13302 9284 8912,'-2'27'0,"-3"-4"0,1-8 0,-6 1 0,3 3 0,-1 4 0,2-1 0,4 7 0,-3 11 0,3 6 0,2 4 0,7 1 0,-3 1 0,8 1 0,1 5 0,2-5 0,1 3 0,-3-9 0,-2-7 0,-7-11 0,4 4 0,-8-7 0</inkml:trace>
  <inkml:trace contextRef="#ctx0" brushRef="#br0" timeOffset="15">13715 8390 8912,'0'-28'0,"2"1"0,4 4 0,5 8 0,7 5 0,5 10 0,5 0 0,7 10 0,5 9 0,6 13 0,11 18 0,-3 19 0,-26-28 0,-1 2-114,-2 3 0,-2 3 0,1 8 0,-2 3 0,-3 11 0,-2 5 0,-1 6 0,-3 2 114,-1 5 0,-3 2 0,-4-26 0,-2 1 0,-2-1-360,-4 30 1,-5 0 0,-6 0-1,-7 1 360,-5-5 0,-5 1-871,10-27 0,0 1 0,-2-2 871,-11 20 0,-1 0 0,12-23 0,-1 2 0,-1-2 0,-15 23 0,-1-2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159"/>
    </inkml:context>
    <inkml:brush xml:id="br0">
      <inkml:brushProperty name="height" value="0.053" units="cm"/>
      <inkml:brushProperty name="color" value="#FF0000"/>
    </inkml:brush>
  </inkml:definitions>
  <inkml:trace contextRef="#ctx0" brushRef="#br0">5214 13892 8912,'8'10'0,"-4"-3"0,7-7 0,-7 0 0,4-7 0,-8 3 0,0-8 0,0 9 0,0-13 0,0 14 0,0-3 0,0 10 0,0 9 0,0 7 0,0 13 0,0 12 0,0 11 0,0 6 0,5 12 0,1 3 0,-2 0 0,0 3 0,0-11 0,1-5 0,-1-4 0,-2-3 0,-4-16 0,-2-8 0,-1-9 0,-1-14 0,4-3 0,-4-8 0,4 0 0,-5-8 0,7-5 0,0-10 0,0-11 0,0-10 0,0-2 0,0-4 0,0-3 0,0-10 0,0 7 0,2-7 0,3-2 0,-3-1 0,4-1 0,-2 2 0,2 2 0,-5 7 0,9 7 0,-6 14 0,2 10 0,-1 14 0,-3 3 0,4 8 0,-2 14 0,7 3 0,3 13 0,7 3 0,2 5 0,7 10 0,-1-4 0,5 2 0,6-1 0,-3-6 0,5 10 0,-8-3 0,-5-2 0,0 2 0,-8-6 0,2 4 0,-4-2 0,-2-4 0,-8-7 0,-3-2 0,-4-8 0,-2 1 0,-2-2 0,-4-3 0,-1-10 0,-7-7 0,3-9 0,-1-14 0,-5-4 0</inkml:trace>
  <inkml:trace contextRef="#ctx0" brushRef="#br0" timeOffset="1">5283 14459 8912,'10'27'0,"3"-8"0,-7-7 0,-1-8 0,-3 3 0,4-7 0,0-7 0,9-5 0,6-3 0,4-4 0,6-4 0,1 4 0,10-8 0,4 4 0,4 2 0,1-8 0,-5 8 0,0-2 0,-8-3 0,5-1 0</inkml:trace>
  <inkml:trace contextRef="#ctx0" brushRef="#br0" timeOffset="2">6212 13875 8912,'16'-8'0,"-3"-1"0,-2-1 0,-7-5 0,2 3 0,-4 5 0,-2 1 0,0 12 0,-2 5 0,-2 14 0,-2 9 0,1 10 0,-3 6 0,6 9 0,-5-3 0,7 5 0,0-2 0,0 6 0,0-6 0,0 4 0,1-5 0,5-13 0,4 3 0,7-8 0,-2-2 0,-3-9 0,1-4 0,-7-8 0,7-7 0,-11-10 0,6-10 0</inkml:trace>
  <inkml:trace contextRef="#ctx0" brushRef="#br0" timeOffset="3">6075 14339 8912,'0'10'0,"0"-3"0,0-7 0,0 0 0,7 0 0,5 0 0,11-7 0,5-5 0,11-5 0,1-6 0,10 4 0,1-4 0,-5 0 0,6 6 0,-5-12 0,5 10 0</inkml:trace>
  <inkml:trace contextRef="#ctx0" brushRef="#br0" timeOffset="4">6694 14098 8912,'0'18'0,"-7"6"0,3-4 0,-8 4 0,-1 1 0,3 2 0,-1 7 0,-1 1 0,3 5 0,3 0 0,4-2 0,2-2 0,0-1 0,0-1 0,8-7 0,3-4 0,5-6 0,1-5 0,6-5 0,0-9 0,-2-3 0,-2-5 0,-2-15 0,0-2 0,0 1 0,-7-7 0,-2 6 0,-8-7 0,0 0 0,-2-1 0,-4 3 0,-5 1 0,-5 3 0,-1 7 0,0-4 0,0 8 0,-1 1 0,1 5 0,0 5 0,0 4 0,0 2 0,7 8 0,4 3 0,-3 12 0,-1 4 0</inkml:trace>
  <inkml:trace contextRef="#ctx0" brushRef="#br0" timeOffset="5">7176 14150 8912,'-15'-12'0,"3"1"0,-3 7 0,5-3 0,1 8 0,3 5 0,4 6 0,2 9 0,0 4 0,0 1 0,0 3 0,2 3 0,4-3 0,-4 4 0,11-7 0,-7 7 0,-2-5 0,3 3 0,-1-8 0,7 0 0,-11-6 0,4 0 0,-4-7 0,6-3 0,-6-9 0,5-3 0,1-7 0,-6-9 0,4-2 0,-3-9 0,1-1 0,2-5 0,2-2 0,-3 6 0,-1-1 0,8 1 0,-9 1 0,3 5 0,2-3 0,-1 8 0,3 2 0,-4 10 0,5 5 0,-7 4 0,11 2 0,-5 4 0,-1 7 0,7 3 0,-5 14 0,-3 1 0,5 4 0,-7-3 0,-2-1 0,3-2 0,-1 1 0,-2-3 0,-2 0 0,-2-6 0,0 4 0,0-12 0,0 5 0,0-14 0,0 5 0,0-7 0,0-7 0,0-7 0,0-7 0,2-2 0,4-9 0,5-4 0,-1-8 0,1 3 0,2 3 0,3-4 0,1 4 0,0 6 0,0-3 0,1 16 0,-1-4 0,0 12 0,0 7 0,0 8 0,-7 5 0,5 16 0,-3 4 0,-3 3 0,3 3 0,-1-1 0,6 0 0,-5-1 0,-1-3 0,1-3 0,-1-2 0,1-4 0,-8-10 0,11 5 0,-13-14 0,7 5 0,-3-7 0,-4 0 0,13-7 0,-5-3 0</inkml:trace>
  <inkml:trace contextRef="#ctx0" brushRef="#br0" timeOffset="6">14369 14339 8912,'10'-2'0,"-3"-4"0,1-5 0,-6-4 0,4-2 0,-4-1 0,-2 9 0,0-3 0,0 12 0,0 8 0,2 11 0,3 4 0,-1 15 0,6 2 0,-1 10 0,1 7 0,-6 4 0,5 8 0,-5 2 0,2 3 0,5-3-612,-5 4 612,0-5 0,-6-11 0,0-7 0,0-16 0,0-13 0,0-4 0,0-9 0,-8-18 0,-2-11 0</inkml:trace>
  <inkml:trace contextRef="#ctx0" brushRef="#br0" timeOffset="7">14300 14356 8912,'0'-11'0,"-2"1"0,-3 3 0,3-1 0,-4 2 0,12 4 0,5-5 0,12 7 0,6 0 0,3 0 0,9 0 0,3 0 0,5 0 0,-7 0 0,10 0 0,-12 7 0,0 5 0,-5 5 0,-7 4 0,-7 6 0,-7 5 0,-7-1 0,-16 18 0,-6-3 0,-6 4 0,-12 0 0,-1-5 0,-1 3 0,-5-8 0,11 0 0,-1-7 0,7-4 0,2-6 0,7-12 0,3-5 0,7-4 0,-4-2 0</inkml:trace>
  <inkml:trace contextRef="#ctx0" brushRef="#br0" timeOffset="8">14731 14735 8912,'17'-8'0,"-8"4"0,-3-7 0,2 5 0,-1-4 0,3 3 0,1-7 0,1 12 0,-1-3 0,3 3 0,1 2 0,8 7 0,0 7 0,-2 7 0,6 6 0,-8 7 0,4 0 0,-4 3 0,-2 3 0,-7-4 0,-5 4 0,-3-5 0,-2-7 0,0 3 0,-2-8 0,-3-2 0,-5-10 0,-1 3 0,-1-9 0,1-7 0,1-13 0,4-10 0,5-2 0,1-3 0,1-8 0,5-4 0,6-2 0,3 6 0,2-6 0,0 3 0,3 11 0,2-4 0,-8 11 0,3 0 0,-2 4 0,1 1 0,1 1 0</inkml:trace>
  <inkml:trace contextRef="#ctx0" brushRef="#br0" timeOffset="9">15316 14735 8912,'-17'0'0,"-1"5"0,1 1 0,6 0 0,-1-6 0,6 5 0,-5 1 0,7 8 0,-2-3 0,4-1 0,2 1 0,0 0 0,0 7 0,0-1 0,8 0 0,4-2 0,3-3 0,2-5 0,0-7 0,1 0 0,-1 0 0,-8 0 0,5-1 0,-9-5 0,7 2 0,-6-7 0,-3-3 0,-1-1 0,-2-2 0,0-1 0,-7 3 0,-5 4 0,5-5 0,-9 15 0,5-5 0,3 4 0,1 2 0</inkml:trace>
  <inkml:trace contextRef="#ctx0" brushRef="#br0" timeOffset="10">15539 14356 8912,'6'-25'0,"0"-1"0,-2-1 0,-2 4 0,-2 10 0,0 1 0,-6 6 0,0-5 0,-5 15 0,5 2 0,2 7 0,2 6 0,2 4 0,0 4 0,0 13 0,0 2 0,0 2 0,2 4 0,4 1 0,-4 3 0,11-1 0,-5 1 0,1 0 0,3-1 0,5-7 0,0-4 0,0-4 0,1-1 0,-1-8 0,0-6 0,0-8 0,1-5 0,3-10 0,-2-4 0,-4-7 0,0-8 0,-1 0 0,-1-8 0,-1-2 0,-9-1 0,5-8 0,-8 0 0,0 1 0,0 11 0,-2-3 0,-4 8 0,3 0 0,-9 8 0,-1 4 0,-3 7 0,-1 8 0,0 5 0,2 16 0,1 6 0,3 7 0,7-2 0,-4 12 0,8-8 0,2 6 0,4-6 0,5-2 0,12-9 0,6-6 0,5-6 0,7-6 0,-3-3 0,8-8 0,-8-2 0,2-4 0,-5-5 0,-7-4 0,-3-10 0,-8 6 0,1-4 0,-9 4 0,-1-6 0,-8-2 0</inkml:trace>
  <inkml:trace contextRef="#ctx0" brushRef="#br0" timeOffset="11">16176 14614 8912,'-7'17'0,"5"1"0,-4-1 0,2 8 0,0 3 0,-2 5 0,3 1 0,1 0 0,7 1 0,3-3 0,2-3 0,-1-4 0,5-8 0,-3 0 0,1-1 0,5-5 0,0-3 0,0-8 0,0 0 0,1-8 0,-3-9 0,-4-12 0,5-3 0,-5-3 0,4 1 0,1 1 0,-5 5 0,5-5 0,-13 16 0,7-2 0,-2 6 0,-5-1 0,-1 7 0,-2 7 0,0 9 0,-2 8 0,-3 1 0,3-1 0,-4 0 0,4 0 0,2 0 0,0 0 0,0-5 0,0-1 0,0 1 0,0 5 0,0-7 0,0-3 0,0-7 0,0-7 0,2-5 0,4-3 0,5-2 0,-3-8 0,7 6 0,-3-4 0,3 4 0,2 2 0,0 1 0,1 5 0,-1 5 0,0 4 0,0 2 0,0 0 0,1 2 0,-1 4 0,0 5 0,0 10 0,0 2 0,-1 0 0,-5-6 0,4 6 0,-3 0 0,-4 0 0,-1-8 0,-1-1 0,0-3 0,-1 1 0,-5 5 0,0 0 0</inkml:trace>
  <inkml:trace contextRef="#ctx0" brushRef="#br0" timeOffset="12">16365 14167 8912,'-17'17'0,"0"-5"0,-2-3 0,-4-1 0,4 5 0,-4-1 0,4 3 0,7-3 0,3-1 0,1 2 0,2 3 0,6 1 0,8-2 0,3-3 0,5-5 0,1-7 0,0 0 0,0 0 0,1 0 0,-1 0 0,-8-7 0,1 3 0,-6-8 0,2-1 0,-1 5 0,-5-7 0,-5 11 0,-1-7 0,-8 5 0,3-5 0,1 7 0,-1-2 0,-3 4 0,7 2 0,-8 0 0,3 0 0,-11 8 0,-4 1 0</inkml:trace>
  <inkml:trace contextRef="#ctx0" brushRef="#br0" timeOffset="13">15419 14700 8912,'-23'0'0,"0"0"0,2 0 0,2 0 0,2 0 0,9 0 0,8 0 0,15 0 0,14-9 0,11-7 0,6-5 0,19-9 0,6-3 0,15-7 0,-40 17 0,2 0 0,-1 2 0,1 0 0,1 0 0,0 0 0,-2 0 0,-1 0 0,42-17-405,-5 9 0,-22-3 0,-2 5 0</inkml:trace>
  <inkml:trace contextRef="#ctx0" brushRef="#br0" timeOffset="14">13991 15852 8912,'0'-11'0,"-2"-1"0,-4 1 0,-4-1 0,-1 3 0,-1 1 0,-1 4 0,-8-3 0,-4 1 0,-2 2 0,-1 12 0,-7 9 0,1 10 0,0 5 0,1 18 0,2 9 0,5 12 0,1 9 0,4 4 0,11-35 0,3 1 0,0 1 0,2 0 0,2-1 0,2 1 0,2-1 0,2-1 0,7 41 0,15-4 0,3-15 0,3-14 0,-3-17 0,7-19 0,-3-15 0,7-4 0,1-2 0,-6-16 0,-1-8 0,-5-13 0,5-14 0,-6-10 0</inkml:trace>
  <inkml:trace contextRef="#ctx0" brushRef="#br0" timeOffset="15">14042 16162 8912,'0'-10'0,"0"2"0,0 8 0,0 10 0,0 7 0,0 10 0,0 7 0,0 6 0,0 6 0,0 6 0,0 5 0,0-2 0,0 7 0,0-3 0,0-9 0,0-3 0,0-7 0,0-1 0,0-11 0,0-3 0,0-19 0,0-12 0,8-11 0,0-17 0,3-1 0,4 1 0,-3-1 0,3 1 0,-3 1 0,-3 5 0,1 5 0,-1 4 0,-5 9 0,11-3 0,-3 7 0,-4 0 0,7 14 0,-4 4 0,5 3 0,3 2 0,2 0 0,2 0 0,-2 1 0,5-9 0,3-3 0,4-4 0,-1-2 0,-3 0 0,1-2 0,-5-4 0,2-5 0,-6-5 0,-2-1 0,-9 0 0,-3 0 0,-8 0 0,-11 1 0,-3 5 0,-10 3 0,4 8 0,-8 0 0,-1 0 0,5 8 0,-6 1 0,8 11 0,2 2 0,4-1 0,4 8 0,3 2 0,2 1 0,3-5 0,12 5 0,7-3 0,7 4 0,5-7 0,11-3 0,3-11 0,6-7 0,4-3 0,-5-11 0,-3-8 0,-5-10 0,1-6 0,-19-9 0,6-2 0</inkml:trace>
  <inkml:trace contextRef="#ctx0" brushRef="#br0" timeOffset="16">14731 16179 8912,'-2'17'0,"-4"-2"0,-5-3 0,3 3 0,0-2 0,2 6 0,1 4 0,-1 8 0,6-2 0,0 11 0,0-4 0,0 4 0,6-2 0,1 1 0,3 1 0,1 0 0,7-12 0,-1 1 0,0-8 0,-2 2 0,-1-6 0,-3-5 0,3-7 0,-7-3 0,9-2 0,-7-15 0,3 2 0,-3-16 0,-1-2 0,5 7 0,-9-9 0,6 6 0,-3 1 0,7-7 0,-13 20 0,7-4 0,0 1 0,-6 1 0,7 7 0,-3 8 0,-4 8 0,4 9 0,1 0 0,-1 1 0,5-1 0,-5 0 0,8 0 0,-5 0 0,8 1 0,1-9 0,-1-1 0,0-8 0,0 0 0</inkml:trace>
  <inkml:trace contextRef="#ctx0" brushRef="#br0" timeOffset="17">14954 16110 8912,'-2'23'0,"-3"-2"0,-7-4 0,-3-4 0,5-1 0,-3 5 0,5-2 0,-1-3 0,5 3 0,-2-13 0,12 4 0,4-4 0,7-2 0,0 0 0,0-2 0,0-4 0,-1-3 0,-3-9 0,-2 1 0,-7 0 0,4 5 0,-8 1 0,0-2 0,-2-1 0,-4 3 0,-5 5 0,-4 4 0,-3 2 0,1 0 0,0 8 0,5 1 0,3 9 0,1-1 0,3 0 0,6 2 0,5 4 0,4-4 0,7 6 0</inkml:trace>
  <inkml:trace contextRef="#ctx0" brushRef="#br0" timeOffset="18">15643 16213 8912,'-8'-17'0,"-3"0"0,-5 0 0,-1-1 0,0 9 0,0 1 0,-1 8 0,1 0 0,0 2 0,0 6 0,0 9 0,-1 10 0,9 5 0,-5 4 0,9 5 0,-1-3 0,6 8 0,0-8 0,0 4 0,0 0 0,0-6 0,8 4 0,5-11 0,8-6 0,-2-4 0,14-4 0,-5-3 0,-1-5 0,2-9 0,1-3 0,3-7 0,1-3 0,1-18 0,-1-3 0</inkml:trace>
  <inkml:trace contextRef="#ctx0" brushRef="#br0" timeOffset="19">16038 16213 8912,'-22'0'0,"-1"0"0,2 0 0,0 0 0,-1 0 0,0 0 0,-1 8 0,5 1 0,3 9 0,4-1 0,-5 0 0,7 2 0,-1 2 0,4 2 0,5 8 0,1-12 0,0 4 0,1-4 0,5-2 0,4-8 0,7-3 0,0-4 0,-5-2 0,-1 0 0,1-8 0,5-3 0,-6-6 0,1-4 0,1-2 0,-5-2 0,-1 4 0,-1-2 0,0 2 0,0 2 0,-6 2 0,5 5 0,1 1 0,0 7 0,-6-11 0,0 13 0,6-4 0,1 12 0,3 5 0,-1 5 0,3 1 0,3 0 0,-5 0 0,7 0 0,0 0 0,0-1 0,1-5 0,-1 3 0,0-9 0,0-1 0,0-2 0,1-2 0,-9-8 0,-3-3 0,3-4 0,-5-4 0,8-4 0,-8-6 0,1-11 0,-3 2 0,-2-8 0,0 0 0,-2-6 0,-3 1 0,-5-6 0,-7-1 0,0 3 0,-3 7 0,-1 6 0,-2 6 0,1 5 0,10 16 0,1 3 0,7 7 0,-2 10 0,4 20 0,2 17 0,0 12 0,8 3 0,3 12 0,5-4 0,1 9 0,2-5 0,2-6 0,4-7 0,2-9 0,-6 3 0,11-16 0,-3 1 0,-4-10 0,-2-14 0,-12 4 0,-3-5 0</inkml:trace>
  <inkml:trace contextRef="#ctx0" brushRef="#br0" timeOffset="20">17691 15766 8912,'0'-17'0,"0"0"0,0 0 0,-2-1 0,-2 1 0,-2 0 0,-7 0 0,1 1 0,-3 5 0,-2-2 0,-1 7 0,1 2 0,0 2 0,0 2 0,0 8 0,-1 3 0,1 6 0,0 6 0,0-3 0,5 12 0,3-3 0,1 3 0,4 2 0,4 1 0,6-1 0,4-5 0,9-2 0,2-2 0,4-4 0,1-2 0,5-8 0,9 1 0,-4-9 0,8 11 0,-3-9 0,-11 7 0,3-4 0,-7 1 0,-3-5 0,-7 11 0,-5-3 0,-3 5 0,-10 4 0,-4 2 0,-5 2 0,-12-4 0,-6 4 0,-3 1 0,-3-5 0,1 4 0,-1-8 0,3 4 0,1-4 0,4-7 0,3-6 0,3-4 0,3-4 0,7-7 0,3-16 0,8-17 0</inkml:trace>
  <inkml:trace contextRef="#ctx0" brushRef="#br0" timeOffset="21">17966 15508 8912,'-10'2'0,"5"4"0,3 5 0,2 12 0,2 4 0,3 7 0,7 6 0,11 1 0,-2 1 0,7-4 0,3 4 0,2 2 0,-5-6 0,1 2 0,-8-4 0,10-1 0,-9-1 0,-1 1 0,-1-9 0,-3-3 0,-8-4 0,-1-1 0</inkml:trace>
  <inkml:trace contextRef="#ctx0" brushRef="#br0" timeOffset="22">17983 15955 8912,'0'10'0,"0"-3"0,8-14 0,3-5 0,4-3 0,5-8 0,3-2 0,5-1 0,7 3 0,5-6 0,-4 8 0,6-10 0,-9 8 0,-5 2 0,5 2 0,-14 10 0,4 3 0,-6 6 0,-5 6 0,-5 5 0,1 5 0,-6 6 0,4 1 0,-5 8 0,-1-12 0,2 6 0,4 0 0,-4-6 0,4 4 0,1-4 0,-1-2 0,2-2 0,-2-3 0,-3 1 0,9-7 0,-8 0 0,9-8 0,-7-4 0,5-5 0,-5-12 0,0 3 0,-1-10 0,3 5 0,2-2 0,-5 6 0,7-2 0,-8 4 0,1 2 0,3 0 0,-2 0 0,0 0 0,-6 7 0,0 2 0,0 8 0,1 0 0,3 2 0,2 4 0,7 4 0,-11 7 0,14-6 0,-5 1 0,-1-3 0,1 5 0,3-3 0,1-1 0,0 3 0,-1-3 0,-3-3 0,0 7 0,7-13 0,-1 5 0,0-4 0,0-2 0</inkml:trace>
  <inkml:trace contextRef="#ctx0" brushRef="#br0" timeOffset="23">18964 15629 8912,'-12'11'0,"1"-1"0,-2-3 0,-3 7 0,-1-3 0,0 4 0,7 3 0,5-1 0,3 8 0,2-4 0,0 7 0,0-7 0,2 2 0,3-4 0,7-2 0,9-1 0,2-5 0,-2-5 0,-2-4 0,-2-2 0,2-2 0,4-4 0,-11-3 0,18-16 0,-11-2 0</inkml:trace>
  <inkml:trace contextRef="#ctx0" brushRef="#br0" timeOffset="24">19119 15216 8912,'-12'0'0,"1"0"0,-2 0 0,5 8 0,-6 1 0,9 8 0,-1 8 0,6 2 0,0 9 0,0 4 0,8-1 0,3 6 0,4 1 0,3-2 0,-1 4 0,0-8 0,0-2 0,0-9 0,1 3 0,-7-18 0,1 3 0,-1-11 0,6-1 0,-1-5 0,-5-5 0,-1-11 0,-5-7 0,-1-5 0,8 5 0,-9-8 0,5 10 0,-6-5 0,2 1 0,2 4 0,-3 2 0,-1 9 0,-2-5 0,0 13 0,2-12 0,4 9 0,4 7 0,1 1 0,0 9 0,3 1 0,-6-5 0,7 5 0,-4-7 0,5-2 0,1 5 0,0-7 0,0 4 0,0-4 0,-7-2 0,5-2 0,-3-2 0,3-1 0,-3-9 0,-1 3 0,-5 1 0,3-1 0,-1-3 0,5-1 0,-11 4 0,4-1 0,-2 8 0,0-3 0,1-1 0,3 6 0,-2-4 0,3-3 0,9 7 0,-7-6 0,0 8 0,1 0 0,5 0 0,0 0 0,-5-5 0,-1-1 0,3 2 0,-7 2 0,1 0 0,-6-2 0,4-1 0,-4-1 0,5 6 0,-7 2 0,0 4 0,0-5 0,0 9 0,0-4 0,0-6 0,0 0 0,0-8 0,0-3 0,0-1 0,0-1 0,0 3 0,0-1 0,8 7 0,-6-4 0,7 10 0,-3 4 0,6 5 0,-5 5 0,8 1 0,-3 0 0,3 2 0,2 4 0,-5-4 0,-1 4 0,3-4 0,-7 4 0,-1 0 0,2 0 0,-2-4 0,-5 2 0,-4 2 0,-7 0 0,-7-12 0,0 1 0,-8-1 0,-2 7 0</inkml:trace>
  <inkml:trace contextRef="#ctx0" brushRef="#br0" timeOffset="25">18895 15594 8912,'-17'8'0,"5"-6"0,1 3 0,11-3 0,6-2 0,13-7 0,21-5 0,6-13 0,11-9 0,-1-2 0,7-10 0,-6 2-565,6-2 565,-7 4 0,-1 10 0,-15 3 0,0-4 0,-13 7 0</inkml:trace>
  <inkml:trace contextRef="#ctx0" brushRef="#br0" timeOffset="26">19652 14288 8912,'-17'-8'0,"8"4"0,3-7 0,4-1 0,4 3 0,5 3 0,11 6 0,8 6 0,15 11 0,1 13 0,4 16 0,3 8 0,-1 18 0,6 8 0,-25-34 0,1 2 0,1 4 0,-1 1-134,-2 3 1,0 1-1,0 3 1,-1 0 0,-5 0-1,-4 1 134,-2-1 0,-3 0 0,-5 0 0,-3 0 0,-2 1 0,-4-1 0,-5-2 0,-5 0 0,-4-3 0,-5-1 0,-2 0 0,-3-3 0,-3-7 0,-2-2 0,-2 0 0,-3-2 0,-1-5 0,-2-1 0,1 0 0,-1 1 0</inkml:trace>
  <inkml:trace contextRef="#ctx0" brushRef="#br0" timeOffset="27">25520 13858 8912,'-24'-35'0,"4"1"0,-4 7 0,6 4 0,-1 6 0,-4 4 0,-3 3 0,-3 4 0,0 8 0,1 15 0,-7 22 0,1 16 0,-1 18 0,18-29 0,0 3 0,-1 4 0,1 2 0,1 1 0,0 2 0,1 6 0,1 1-402,2 2 0,1 1 0,2 3 0,1 2 402,2 6 0,1 1 0,0-5 0,2 1 0,2-2 0,2-1 0,3-7 0,2-2 0,0-3 0,3-1 0,1-6 0,3-1 0,14 33 0,3-17 0,10-22 177,6-10-177,4-8 0,2-18 0,-1-3 0,1-20 0,3-5 0,1-15 0,-1 0 0,3-1 0</inkml:trace>
  <inkml:trace contextRef="#ctx0" brushRef="#br0" timeOffset="28">26312 14116 8912,'0'-29'0,"0"2"0,0 0 0,0 3 0,-2-1 0,-4 4 0,-5 2 0,-4 1 0,-3 9 0,-1 3 0,-4 4 0,-5 10 0,-11 5 0,-1 8 0,-6 8 0,6 11 0,0-2 0,6 8 0,-1 2 0,8 0 0,6-1 0,8-1 0,0-8 0,7 3 0,2-5 0,10-2 0,3-7 0,9-4 0,6-4 0,5-2 0,4-7 0,1-5 0,8 3 0,4 0 0,4 1 0,1-3 0,1 4 0,0-3 0,-8 7 0,-4-11 0,-10 9 0,-1 1 0,-16-3 0,-1 1 0,-8 1 0,-4 5 0,-16 8 0,-3 0 0,-17 3 0,-4-3 0,-6-2 0,-4 0 0,4 6 0,0-6 0,8-1 0,-4-12 0,8-4 0,7-4 0,4-2 0,4 0 0,9-8 0,7-5 0,6-10 0,9-12 0,18-7 0,7-9 0</inkml:trace>
  <inkml:trace contextRef="#ctx0" brushRef="#br0" timeOffset="29">26639 14408 8912,'-27'9'0,"4"-3"0,-2 4 0,3 1 0,-1 4 0,5 3 0,3-1 0,4 2 0,5 2 0,4 2 0,4 0 0,4-6 0,3 0 0,14-2 0,0-3 0,8-4 0,-3-8 0,5 0 0,1-2 0,1-4 0,-7-6 0,-1-9 0,-2-1 0,-4 1 0,-10 1 0,-3 3 0,-8 0 0,0 0 0,-13 0 0,-4-1 0,-18 3 0,1 4 0,-6 3 0,1 8 0,1 0 0,6 0 0,-3 0 0,16 0 0,-4 0 0,4 0 0,9 0 0,10-15 0,10-4 0</inkml:trace>
  <inkml:trace contextRef="#ctx0" brushRef="#br0" timeOffset="30">26914 13978 8912,'0'-19'0,"0"-2"0,0-2 0,-2 2 0,-3 10 0,3 3 0,-13 8 0,11 17 0,-8 12 0,-1 13 0,3 17 0,1 8 0,1 5 0,4 1 0,2-2 0,4-4 0,4-4 0,5 3 0,12-4 0,6-1 0,4-10 0,1-12 0,0-9 0,1-5 0,-1-8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190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27534 14494 8912,'0'-17'0,"0"5"0,-2 1 0,-4-3 0,4 5 0,-3-3 0,3 1 0,2-6 0,2-1 0,1 1 0,5 2 0,2 4 0,-7-5 0,5 7 0,-8-8 0,0 7 0,-8-3 0,-3 7 0,-4 2 0,-3 8 0,-1 5 0,-4 7 0,-1-1 0,-7 14 0,2 1 0,8 3 0,-4 9 0,10 2 0,4 0 0,5-4 0,4-4 0,2-7 0,0-1 0,2-7 0,6 0 0,9-7 0,9-9 0,7-3 0,3-4 0,3-5 0,1-10 0,0-3 0,-6-8 0,-5-1 0,0-5 0,-8 1 0,2 3 0,-4 3 0,-2 2 0,-7 2 0,-5 6 0,-3 6 0,-2-1 0,0 10 0,-2 2 0,-3 10 0,3 5 0,-6 4 0,8 2 0,0 2 0,0 6 0,0-6 0,8 2 0,3-3 0,6-4 0,4 1 0,4-8 0,2-3 0,-6-2 0,4-6 0</inkml:trace>
  <inkml:trace contextRef="#ctx0" brushRef="#br0" timeOffset="1">27981 14253 8912,'0'-17'0,"0"0"0,0 7 0,8 3 0,2 8 0,7 5 0,8 4 0,-6 7 0,4 2 0,-2 2 0,0 2 0,2-2 0,0 4 0,-6-2 0,0 7 0,-6-11 0,1 4 0,-8 2 0,2-2 0,-5-2 0,-1-8 0,0-1 0,0 1 0,0-5 0,0-8 0,0-12 0,8-12 0,4-11 0,5-7 0,6-9 0,3-3 0,11-1 0,1-4 0,2-3 0,0 7 0,-5-2 0,-1 11 0,1 6 0,-1-4 0,0 0 0</inkml:trace>
  <inkml:trace contextRef="#ctx0" brushRef="#br0" timeOffset="2">29306 14098 8912,'-23'0'0,"0"0"0,2 0 0,2 2 0,2 4 0,0 5 0,5 12 0,3 4 0,1 0 0,2 5 0,6-3 0,0 4 0,0 1 0,8-2 0,4-3 0,3-4 0,2 0 0,0-6 0,1 2 0,-1-8 0,0 1 0,0-9 0,2-1 0,4-2 0,-4-2 0,8-8 0,-4-3 0,-4-4 0,4-3 0,-4 1 0,-2 0 0,-5-6 0,-3 0 0,-1 2 0,-4 2 0,0 4 0,2 3 0,-5-3 0,7 13 0,-16-4 0,-3 12 0,3 4 0,3 7 0,1-2 0,-2-3 0,4 3 0,-4-4 0,6-3 0,6 0 0,6-1 0,3-5 0,2 2 0,0-6 0,0-4 0,8-15 0,-6 10 0,4-12 0,-3-2 0,-3 2 0,-2-7 0,-3 3 0,-7 0 0,-3-3 0,-2 7 0,-2-6 0,-3 6 0,1 6 0,-8 7 0,-1 3 0,-2 3 0,5 2 0,0 10 0,5 3 0,3 4 0,-4 3 0,4-1 0,2 0 0,8 0 0,1 0 0</inkml:trace>
  <inkml:trace contextRef="#ctx0" brushRef="#br0" timeOffset="3">29995 14236 8912,'11'0'0,"1"0"0,-1-8 0,6 6 0,-5-5 0,-1 7 0,-7 0 0,6 5 0,-5 1 0,-3 13 0,4-2 0,-4 5 0,-2-5 0,0 0 0,0 6 0,0 0 0,0 0 0,0 1 0,0-4 0,-8 4 0,-1-6 0</inkml:trace>
  <inkml:trace contextRef="#ctx0" brushRef="#br0" timeOffset="4">30064 13995 8912,'-18'-23'0,"1"0"0,0 0 0,0 6 0,7 0 0,3 6 0,7-1 0,0 8 0,0-3 0,7 14 0,7 5 0,5 5 0,4 6 0,7-4 0,-3 8 0,5-6 0,-3 2 0,-6-2 0,4 5 0,0 1 0</inkml:trace>
  <inkml:trace contextRef="#ctx0" brushRef="#br0" timeOffset="5">30304 14219 8912,'0'17'0,"0"0"0,0 0 0,-1-5 0,-5-1 0,4 1 0,-6 5 0,3 0 0,-1 0 0,-6-5 0,7-1 0,-1-7 0,-2 4 0,6-1 0,-5-5 0,7 4 0,2-10 0,3-2 0,-1-13 0,8 2 0,-1-6 0,6 0 0,0-3 0,6-9 0,2 1 0,2-1 0,-6 9 0,10-5 0,-6 8 0,-1 2 0,1 2 0,-2 8 0,-6 1 0,1 2 0,-1 3 0,0 12 0,0 7 0,0 7 0,1 0 0,-1 7 0,0 1 0,6 5 0,0 1 0,8-3 0,-5-1 0,3-6 0,0-4 0,1-6 0,3-9 0,1 1 0</inkml:trace>
  <inkml:trace contextRef="#ctx0" brushRef="#br0" timeOffset="6">30958 14064 8912,'-17'-34'0,"-6"1"0,0 4 0,2 7 0,-5 10 0,4 6 0,-4 12 0,1 6 0,-4 10 0,6 7 0,-4 4 0,10 1 0,-4 0 0,19 1 0,-3-1 0,3 1 0,2-1 0,0-7 0,2-2 0,3-1 0,5-10 0,7 1 0,0-5 0,0-5 0,1-5 0,1-2 0,2-3 0,2-7 0,0-11 0,-6-5 0,0-5 0,0-1 0,1-1 0,-1-7 0,0-4 0,0-3 0,-2-5 0,-3-3 0,-2 4 0,-5-5 0,-3 12 0,4 6 0,-4 4 0,-2 15 0,0 4 0,-2 11 0,-2 4 0,-2 12 0,1 9 0,-1 25 0,0 5 0,2 7 0,2 3 0,2-2 0,0-3 0,0 3 0,8-11 0,2 4 0,7-5 0,0-3 0,2-3 0,4-9 0,6-7 0,3-4 0,3-9 0,-1-3 0,1-8 0,-1-5 0,0-4 0,1-9 0,-3-2 0,-3-2 0,-6-7 0,-12 1 0,-3-3 0,-2-3 0,0 1 0,-1-1 0,-7 1 0,-3 0 0,3-1 0,-6 1 0,2 1 0,1 5 0,-1 11 0,6 1 0,0 14 0,2-3 0,2 12 0,3 10 0,3 10 0,-1 13 0,3 6 0,3 4 0,-3 1 0,-5 1 0,7-2 0,-7-3 0,3-1 0,-6-2 0,1 2 0,-5-6 0,-5-4 0,-5 6 0,-17-5 0,-7 3 0,-10-4 0,-8-3 0,-5-5 0,-20 5 0,-11-6 0</inkml:trace>
  <inkml:trace contextRef="#ctx0" brushRef="#br0" timeOffset="7">25951 16196 8912,'7'17'0,"-5"-7"0,6-3 0,-14-9 0,0-3 0,3-7 0,1-3 0,2-2 0,0-2 0,0-4 0,5 4 0,3-4 0,2 4 0,3 1 0,2 1 0,3 0 0,1 2 0,4 3 0,5 7 0,7 5 0,5 5 0,-2 12 0,6 14 0,-2 7 0,2 12 0,-8 9 0,-3 2 0,-10-5 0,0 3 0,-12-9 0,-5-5 0,-4-4 0,-8-13 0,0-5 0,-7-11 0,2-7 0,3-3 0,-5-9 0,5-7 0,-2-7 0,7-6 0,-5-15 0,8-3 0,-6-5 0,0-2 0,3 1 0,1-1 0,2 6 0,0 0 0,2 2 0,3-1 0,5 5 0,7 11 0,8 4 0,4 8 0,3 0 0,-3 7 0,0 4 0,-1 4 0,7 2 0,7 0 0,2 0 0</inkml:trace>
  <inkml:trace contextRef="#ctx0" brushRef="#br0" timeOffset="8">27035 15938 8912,'-2'15'0,"-4"-3"0,2-5 0,-7-5 0,-3 4 0,-1-4 0,-4 8 0,-4-7 0,-6 3 0,-1 7 0,1-1 0,-3 3 0,7 4 0,-4 4 0,6-4 0,10 4 0,1-4 0,9-1 0,-5-1 0,8 0 0,0 0 0,2-7 0,4-5 0,3-3 0,8-4 0,0-3 0,1-5 0,-1-7 0,0-8 0,6 6 0,0-4 0,0-2 0,-6 2 0,0 2 0,1 2 0,-3 2 0,-4 0 0,5 5 0,-5 3 0,4 1 0,-3 2 0,-1 6 0,-5 2 0,6 4 0,-1 9 0,6 8 0,0 8 0,1-3 0,5-3 0,0-2 0,7-4 0,-3-3 0,7-5 0,1-3 0,-1-8 0</inkml:trace>
  <inkml:trace contextRef="#ctx0" brushRef="#br0" timeOffset="9">27431 15869 8912,'-18'17'0,"-1"-1"0,-4-5 0,2 4 0,-7-3 0,1 5 0,-4 6 0,3 6 0,7 3 0,-2 3 0,3-1 0,11 0 0,3-1 0,4-5 0,4-3 0,4-7 0,5-9 0,12-3 0,-4-4 0,4-2 0,-3-16 0,-3-6 0,6-9 0,0-5 0,-2-4 0,5 3 0,-6-12 0,3 3 0,-6-2 0,-6 2 0,3-4 0,-7 6 0,3 1 0,-6-7 0,1 6 0,-3 2 0,-2 8 0,0-1 0,-5 22 0,-1-4 0,-6 13 0,7 4 0,-1 15 0,6 14 0,0 11 0,0 2 0,0 4 0,7 1 0,5-6 0,3-1 0,2 2 0,3-6 0,3 4 0,-2-11 0,7-6 0,-1-4 0,2-2 0,3-2 0,-3-3 0,-2-5 0,1-7 0,-7-7 0,2-5 0,0-5 0,-6-6 0,3 4 0,-13-4 0,1 2 0,0-2 0,-3 4 0,-5-4 0,0 4 0,0 10 0,0 1 0,-2 8 0,-1 2 0,-3 4 0,0 3 0,6 8 0,0 0 0,0 1 0,0-1 0,0 0 0,0 0 0,0 0 0,8 1 0,-4-7 0,7 1 0,-7-9 0,11 5 0,-5-8 0</inkml:trace>
  <inkml:trace contextRef="#ctx0" brushRef="#br0" timeOffset="10">27809 15732 8912,'-27'-23'0,"6"0"0,8 2 0,0 2 0,7 2 0,0 7 0,10-3 0,7 7 0,5 0 0,16 6 0,7 0 0,3 0 0,-4 0 0,2 0 0,4 0 0,0 0 0</inkml:trace>
  <inkml:trace contextRef="#ctx0" brushRef="#br0" timeOffset="11">28377 15680 8912,'-40'6'0,"0"2"0,2 1 0,1 3 0,5 5 0,3 0 0,-2 0 0,9 0 0,6 8 0,3-6 0,7 4 0,2-4 0,2-2 0,2 1 0,2-3 0,4-4 0,-2 3 0,7-8 0,1-1 0,5-5 0,0 0 0,0-2 0,1-3 0,1-5 0,0-7 0,0 0 0,-4-1 0,1 1 0,-1 0 0,2 0 0,0 0 0,-1 5 0,-3 3 0,-2-1 0,3 2 0,1 1 0,-5 1 0,5 6 0,-4 0 0,-1 0 0,1 0 0,-5 8 0,6 3 0,-7-1 0,7 1 0,-6 1 0,5 5 0,1-8 0,12-1 0,3-8 0</inkml:trace>
  <inkml:trace contextRef="#ctx0" brushRef="#br0" timeOffset="12">28687 15216 8912,'-12'-2'0,"1"-4"0,5 4 0,-5-3 0,-1 3 0,1 9 0,1 5 0,3 3 0,-5 12 0,4 5 0,1 10 0,-1 8 0,2 0 0,6 13 0,2 0 0,4 6 0,4-8 0,13-2 0,-1-9 0,0-5 0,4-3 0,3-7 0,-4-8 0,2-4 0,-4-12 0,3-5 0,1-4 0,6-10 0,-5-3 0,-1-7 0,2-5 0,1-5 0,-3-5 0,0-1 0,-2-1 0,-4 1 0,-10 0 0,-5-1 0,-4 9 0,-2-5 0,-2 8 0,-6 2 0,-9 2 0,0 9 0,-6 5 0,4 5 0,2 5 0,-1 11 0,1 7 0,8 7 0,3-1 0,4 1 0,2-1 0,4 2 0,7-8 0,8 5 0,16-5 0,7 0 0,4-13 0,9-5 0,3-3 0,-1-2 0,-5-2 0,-3-5 0,-3-10 0,-11-1 0,-12-5 0,-6 2 0,-6-2 0,-3 4 0,-8-4 0,-8 4 0,-3 2 0,-6 0 0,-6 0 0,3 1 0,-2 5 0,-5-4 0,8 13 0,-4-4 0,4 4 0,3 10 0,3 3 0,3 5 0,3 1 0,1 8 0,6-1 0,0 5 0,0-2 0,0-4 0,8-4 0,3 4 0,4 2 0,3-4 0,-1-6 0,6-4 0,0-5 0,5-4 0,-3 2 0,0-6 0,0-4 0,-2-15 0,-6 10 0,0-14 0,0 0 0,-7-2 0,-2-1 0,-8-1 0,0-2 0,5-7 0,1-2 0,0-6 0,-6 6 0,-6-8 0,0 3 0,1-5 0,-3-2 0,6 3 0,-4 3 0,-3 4 0,7 5 0,-4 1 0,4 2 0,2 9 0,0 13 0,0 9 0,0-1 0,0 15 0,0 10 0,0 21 0,0 10 0,0 9 0,0 14 0,2-7 0,2 3 0,2-6 0,7-2 0,-1 0 0,9-2 0,2-2 0,7-1 0,-11-7 0,2-1 0,-7-4 0,-1-4 0,-7-8 0,-16-15 0,-9-3 0</inkml:trace>
  <inkml:trace contextRef="#ctx0" brushRef="#br0" timeOffset="13">28566 15629 8912,'-24'-8'0,"4"6"0,-1-6 0,10 3 0,11-1 0,11-7 0,18 1 0,4-3 0,18-2 0,8-1 0,6 1 0,20 0 0,6 0 0,-38 8 0,1 1-276,4-1 1,-1 0 0,2-2 0,-1-2 275,-1-1 0,1-1 0,-3-1 0,0-1 0,-3 0 0,0 0 0</inkml:trace>
  <inkml:trace contextRef="#ctx0" brushRef="#br0" timeOffset="14">30304 15113 8912,'-5'11'0,"-1"1"0,-5-7 0,5 7 0,-8-1 0,5 14 0,-1-4 0,3 8 0,1 1 0,0 3 0,2 1 0,-3 3 0,1 3 0,0-4 0,6 2 0,0-5 0,0-5 0,0-7 0,2 2 0,4-11 0,-2-5 0,7-7 0,1 0 0,5 0 0,0-7 0,0 3 0,0-8 0,1-1 0,1 4 0,2-1 0,2 2 0,-2 5 0,-2-5 0,-2 2 0,0 0 0,1 6 0,-3 2 0,-4 4 0,-3-2 0,-8 7 0,0 1 0,-2 5 0,-4 0 0,-5 0 0,-4 1 0,-3-1 0,9 0 0,-5 0 0,9 0 0,1-7 0,10-6 0,7-8 0,8-8 0,6-10 0,7-7 0,1-11 0,-1-6 0,0-4 0,1-1 0,-1 7 0,-5 2 0,-2 9 0,-2 5 0,-10 3 0,0 8 0,-5 7 0,-1 10 0,-3 11 0,-4 7 0,-2 3 0,2 2 0,4-2 0,-4 5 0,19-7 0,-4 4 0,4-4 0,-4-3 0,0-5 0,6 3 0,0-9 0,6 1 0,-6-6 0,7-8 0,-1-3 0,3-10 0,3-4 0,-1-2 0,1-3 0,-3-1 0,-3 3 0,-4-5 0,-8 16 0,-2-2 0,-3 5 0,-5 11 0,-7-5 0,-9 19 0,-10 14 0,-14 19 0,-11 15 0,-4 16 0,1 7 0,24-38 0,2 0 0,-1 2 0,2 0 0,0 0 0,1-1-182,-9 41 0,12-39 0,1 0 182,3 1 0,1 1 0,-1 6 0,1-1 0,1-2 0,1-1 0,-1 4 0,1 1 0,0 0 0,1 1 0,1-1 0,0 1 0</inkml:trace>
  <inkml:trace contextRef="#ctx0" brushRef="#br0" timeOffset="15">25417 17657 8912,'-17'-2'0,"0"-3"0,0 3 0,7-6 0,10 8 0,11 0 0,7 0 0,5 0 0,-2 0 0,7-2 0,1-2 0,-2-1 0,5-9 0,-5 3 0,2-4 0,-1-3 0,-7-1 0,2-4 0,-3 4 0,-5-4 0,-4 4 0,-5 2 0,-4 0 0,-10 2 0,-3 3 0,-6 6 0,-6 4 0,-6 4 0,-11 4 0,4 11 0,-7 14 0,1 7 0,6 14 0,-6 3 0,9 10 0,5 6 0,11-3 0,9 9 0,12-10 0,7-4 0,16-12 0,21-14 0,7-13 0,8-12 0,8-10 0,-2-8 0,4-5-728,-10-12 728,-4-4 0,6-15 0,-8-2 0,-1 0 0,-6-4 0,-3 4 0,1-5 0,-2-7 0</inkml:trace>
  <inkml:trace contextRef="#ctx0" brushRef="#br0" timeOffset="16">26209 17434 8912,'-35'27'0,"1"-1"0,0-3 0,-9 4 0,13 7 0,-3 3 0,5 3 0,5 4 0,4 0 0,0 3 0,13-6 0,0-9 0,6-9 0,8 4 0,1-14 0,8 2 0,1-5 0,-1-4 0,8-6 0,3 0 0,5-2 0,1-4 0,1-4 0,-3-7 0,-1-2 0,-4-2 0,-3-2 0,-1 0 0,-5 0 0,-3-1 0,-4-1 0,-5 0 0,-4 4 0,-2 2 0,0 2 0,0 5 0,0 1 0,0 7 0,-2-4 0,-4 8 0,5 0 0,-7 8 0,8 3 0,0 5 0,0 6 0,0 1 0,0-2 0,0-1 0,8 2 0,3 1 0,4-2 0,2-9 0,1-5 0,-1-1 0,0 0 0,0-2 0,1-8 0,-1-2 0,-2-7 0,-2 1 0,-1-3 0,1-2 0,-3-2 0,-1-2 0,1-2 0,0 2 0,1 9 0,-1-3 0,-3 6 0,1-1 0,-4 2 0,5 10 0,-1 4 0,-2 4 0,-6 7 0,0 0 0,0 0 0,0 6 0,0 0 0,0-2 0,0-2 0,0-2 0,0 0 0,0 1 0,0-9 0,7-1 0,-5-16 0,6-3 0,-1-5 0,-3-3 0,8-4 0,-3 2 0,3-7 0,3-9 0,-5-6 0</inkml:trace>
  <inkml:trace contextRef="#ctx0" brushRef="#br0" timeOffset="17">27172 17038 8912,'-9'0'0,"-4"2"0,7 4 0,-6 4 0,7 7 0,-1 8 0,6 3 0,0 12 0,0 6 0,0 4 0,2 1 0,4 1 0,5 0 0,4 5 0,2-2 0,1-3 0,-1-4 0,-8-2 0,-3 5 0,4-7 0,-8-2 0,5-8 0</inkml:trace>
  <inkml:trace contextRef="#ctx0" brushRef="#br0" timeOffset="18">27104 17589 8912,'-6'-18'0,"0"1"0,2 0 0,2 0 0,2 0 0,0-1 0,0 1 0,2 6 0,6-1 0,9-1 0,2-2 0,10-3 0,2 1 0,-1 0 0,1 0 0,-3 0 0,1-6 0,6 0 0,-7 0 0,1 6 0,-8-6 0,2 0 0,-4 0 0,-2 6 0,-7 0 0,-3-1 0,-7 5 0,0 7 0,-5 22 0,-1 18 0,2 2 0,2 1 0,2 3 0,0 2 0,0 2 0,0 1 0,0-1 0,0-2 0,0-3 0,2-3 0,4-4 0,-4-3 0,4 0 0,1-10 0,-1-8 0,2-7 0,-3 2 0,-1-12 0,8-5 0,-1-12 0,6-6 0,1-9 0,-1-4 0,0 0 0,0 0 0,6 7 0,0 7 0,-2 7 0,-8 0 0,-1 7 0,1 9 0,-3 3 0,1 2 0,-7 9 0,2 8 0,-4 6 0,-2 6 0,0 3 0,0-3 0,0 2 0,0-3 0,0 3 0,0-8 0,2-8 0,3-9 0,5-12 0,7-3 0</inkml:trace>
  <inkml:trace contextRef="#ctx0" brushRef="#br0" timeOffset="19">28033 16815 8912,'0'-17'0,"-2"1"0,-2 3 0,-2 2 0,-5 5 0,5-6 0,1 10 0,5 2 0,1 10 0,5 5 0,6 3 0,11 1 0,5 2 0,5 2 0,-1-1 0,-3-4 0,11-1 0,-4 0 0</inkml:trace>
  <inkml:trace contextRef="#ctx0" brushRef="#br0" timeOffset="20">28584 16849 8912,'0'-17'0,"0"0"0,-8 0 0,-2 1 0,-7 5 0,0-2 0,0 7 0,0 0 0,-1 6 0,1 0 0,0 15 0,0 8 0,1 10 0,3 7 0,3 6 0,3 3 0,1 3 0,6 0 0,0-1 0,0 1 0,8-8 0,-4-2 0,9-8 0,6 0 0,-2-3 0,6-8 0,-4-2 0,-1-15 0,-1 5 0,0-5 0,0-2 0,-7-2 0,-3-2 0,-9-6 0,-5 0 0,-8 2 0,-6 2 0,-10 2 0,-4 0 0,-10 0 0,-5 0 0,-2 0 0</inkml:trace>
  <inkml:trace contextRef="#ctx0" brushRef="#br0" timeOffset="21">28067 18276 8912,'-2'-17'0,"-3"0"0,3 5 0,-6 1 0,0-2 0,7 5 0,-7 2 0,8 12 0,0 11 0,0 12 0,2 5 0,4 6 0,-3-1 0,7 4 0,-2 0 0,-5-5 0,7-2 0,-8-2 0,4-1 0,-4-4 0,-2-5 0,0-6 0,0-1 0,0-8 0,5-22 0,1-16 0,-2-5 0,-2-2 0,5-6 0,1 0 0,5-6 0,-1 2 0,-6 2 0,3-2 0,1 6 0,-1 4 0,-5 9 0,11-2 0,-3 12 0,3 8 0,-3 5 0,-1 4 0,1 7 0,5 7 0,-2 7 0,-3 7 0,1 5 0,-7 1 0,5 3 0,-5 3 0,5-10 0,-5 5 0,0-12 0,-6 0 0,8-12 0,-7 4 0,7-13 0,0-8 0,3-11 0,-1-11 0,1-1 0,3-5 0,1-7 0,-4 5 0,1-4 0,-1 6 0,7 5 0,-7 4 0,1 8 0,-7 2 0,7 3 0,-7 5 0,7 7 0,-3 3 0,3 9 0,3 1 0,-3 16 0,9 0 0,4 3 0,-1-3 0,1-6 0,6 1 0,-2-1 0,-5-7 0,1-3 0,-7-7 0,-1-2 0,0-3 0,-2-2 0,-3-5 0,-5-4 0,-7-7 0,-2 0 0,-3 0 0,-5 0 0,-7-1 0,0 1 0,0 2 0,-1 1 0,1 3 0,0 1 0,0-1 0,-1 5 0,1 4 0,0 2 0,0 0 0,0 0 0,1 8 0,5 3 0,5 5 0,4 1 0,2 0 0,0 0 0,2-1 0,4-5 0,3 4 0,9-5 0,-1-1 0,0-3 0,8-4 0,-6-2 0,4 0 0,2 0 0,-2 0 0,-2 0 0,0-8 0,0-1 0,4-3 0,2 1 0,-5 0 0,7-7 0,-6 7 0,6-1 0,-1 1 0,1-6 0,-2 0 0,0-1 0,-2 1 0,-1 0 0,7 0 0,-12 0 0,4-1 0,-10 1 0,-3 0 0,0 2 0,-1 3 0,-7-1 0,-2 7 0,-8-7 0,-9 11 0,0-2 0,0 8 0,-2 0 0,-4 7 0,4 1 0,-4 5 0,3-2 0,3-3 0,8 3 0,-5-6 0,9 9 0,-7-1 0,6 0 0,1 0 0,7 0 0,5 1 0,10-1 0,1 0 0,14 0 0,-5 0 0,2 1 0,-1 1 0,3 4 0,1 3 0,3 9 0,-3-1 0,-3 0 0,-6 7 0,-12-1 0,5 0 0,-14-2 0,1-2 0,-6-3 0,-13-5 0,-9-1 0,-1-8 0,-5-5 0,-1-11 0,3 5 0,0-8 0,8-2 0,-2-5 0,4-11 0,4-1 0,3-9 0,5-1 0,7-5 0,0-3 0,0-3 0,7 4 0,11-14 0,8 6 0</inkml:trace>
  <inkml:trace contextRef="#ctx0" brushRef="#br0" timeOffset="22">29565 18070 8912,'9'-17'0,"-3"0"0,-4-1 0,-2 1 0,0 8 0,0 1 0,0 23 0,0 8 0,0 8 0,0 3 0,0 1 0,0-1 0,0 0 0,0 1 0,0-1 0,0-5 0,0-2 0,0-3 0,0-1 0,0-6 0,0 1 0,0-11 0,0-7 0,0-15 0,5-14 0,3-11 0,2-6 0,3 2 0,10-1 0,-4 4 0,4-1 0,-4 6 0,-2 0 0,1 13 0,-1 0 0,0 13 0,0 5 0,0 10 0,-5 5 0,-1 7 0,3 0 0,1-1 0,2-3 0,2-1 0,4 1 0,-4-5 0,12-1 0,-8-7 0,6 0 0,-6 0 0,-2 0 0,-2-7 0,-2-5 0,-2 3 0,-3-3 0,-7-1 0,-3-3 0,-11 7 0,-8 3 0,-10 4 0,-6 2 0,-1 0 0,0 8 0,-1 3 0,1 10 0,-1 2 0,3-2 0,3-2 0,-3 6 0,14-4 0,1 8 0,8-6 0,11 4 0,5-3 0,10-3 0,10-1 0,8-11 0,5-3 0,4-4 0,7-2 0,1-2 0,0-4 0,-8-5 0,-6-10 0,-8-4 0,-7-2 0,-4-2 0,-1-13 0,-1-2 0</inkml:trace>
  <inkml:trace contextRef="#ctx0" brushRef="#br0" timeOffset="23">30218 17657 8912,'-17'0'0,"6"0"0,-1 0 0,3 2 0,-3 4 0,5 4 0,1 14 0,0 7 0,2 5 0,2 4 0,4 8 0,4-2 0,-2 4 0,7 1 0,1-5 0,5-2 0,0-2 0,0-4 0,1-9 0,-1-4 0,0-8 0,-2-6 0,-1-1 0,-3-2 0,-7-10 0,6-8 0,-7-9 0,3-4 0,8-4 0,-11-7 0,9 1 0,1 5 0,-3-3 0,-1 8 0,1 2 0,-1 2 0,-5 2 0,2 0 0,4 7 0,-9 3 0,7 14 0,-8 5 0,0 3 0,0 10 0,0 4 0,0 3 0,0 2 0,0 1 0,0-1 0,0 1 0,0-7 0,0-1 0,0-2 0,0-4 0,8-2 0,-6-10 0,5-9 0,1-17 0,2-9 0</inkml:trace>
  <inkml:trace contextRef="#ctx0" brushRef="#br0" timeOffset="24">30580 17743 8912,'0'-17'0,"0"0"0,0 0 0,0 0 0,0-1 0,0 7 0,0-1 0,0 9 0,0-3 0,0 12 0,0 3 0,0 8 0,0 1 0,0 6 0,0 3 0,0 0 0,-8 5 0,-1-5 0</inkml:trace>
  <inkml:trace contextRef="#ctx0" brushRef="#br0" timeOffset="25">30081 18156 8912,'-25'0'0,"6"-8"0,-4-3 0,6-4 0,5-3 0,6 3 0,12 2 0,6 1 0,11-5 0,5-4 0,5 6 0,9-2 0,2 7 0,7-7 0,7 2 0,-1 1 0,1 3 0,1-3 0,2-1 0,8-2 0</inkml:trace>
  <inkml:trace contextRef="#ctx0" brushRef="#br0" timeOffset="26">30907 17829 8912,'-23'2'0,"0"4"0,0-4 0,6 4 0,0 3 0,-6-5 0,0 5 0,2-1 0,7 6 0,5-1 0,1 6 0,4 4 0,2 6 0,2-7 0,2 9 0,4-2 0,3-4 0,9 5 0,1-7 0,2-2 0,2-2 0,7-4 0,-3-3 0,0-6 0,-2-4 0,0-10 0,1-2 0</inkml:trace>
  <inkml:trace contextRef="#ctx0" brushRef="#br0" timeOffset="27">31423 17675 8912,'-17'-18'0,"-8"3"0,-4 4 0,-1 3 0,1 8 0,-3 0 0,3 0 0,4 8 0,0 5 0,2 8 0,0 8 0,8 3 0,9 3 0,4 7 0,2-4 0,0 6 0,0-2 0,0 5 0,6-10 0,2 3 0,1-4 0,3-1 0,-3-1 0,1-2 0,-4-3 0,-5 4 0,5-12 0,-12 5 0,-5-1 0,-12-10 0,-4-7 0</inkml:trace>
  <inkml:trace contextRef="#ctx0" brushRef="#br0" timeOffset="28">31027 18122 8912,'2'-16'0,"4"5"0,2-4 0,3 3 0,10-3 0,-4-2 0,12 1 0,0 5 0,3-4 0,4 3 0,3-1 0,1 1 0,0 3 0,-6 3 0,-7 4 0,-2-6 0,-8 8 0,-1 8 0,-5 4 0,-5 3 0,-4 4 0,-2 2 0,0 4 0,0 2 0,-8 1 0,4 1 0,-5-1 0,1 3 0,-5 0 0,1-3 0,3 3 0,-3-8 0,1 0 0,-14-6 0,-2 0 0</inkml:trace>
  <inkml:trace contextRef="#ctx0" brushRef="#br0" timeOffset="29">31389 18001 8912,'0'-25'0,"0"-3"0,0-5 0,0-1 0,5 7 0,1 4 0,7-4 0,-3 10 0,7-2 0,0 6 0,3 3 0,1-1 0,3 5 0,3 4 0,2 10 0,-2-4 0,-4 7 0,-4 2 0,6 3 0,1 1 0</inkml:trace>
  <inkml:trace contextRef="#ctx0" brushRef="#br0" timeOffset="30">31698 17932 8912,'0'18'0,"0"-9"0,0-1 0,0-8 0,0 0 0,8 0 0,3-2 0,5-4 0,1 4 0,0-13 0,0 4 0,1-5 0,-7 1 0,-1 2 0,-3 1 0,-1 6 0,-6-5 0,0-2 0,0 5 0,-2 0 0,-4 8 0,-5 0 0,-4 0 0,-3 8 0,1 3 0,0 5 0,0 1 0,1 2 0,3 2 0,2 2 0,-1 0 0,3-4 0,3 4 0,4-4 0,2 4 0,2-12 0,4-3 0,5-2 0,4-1 0,8-1 0,2-8 0,2-1 0,-6-9 0,11 3 0,-3-10 0,4-2 0,-7-8 0,5 5 0,-8-9 0,-2 1 0,-2-2 0,-2-3 0,1-3 0,-1-2 0,-8-1 0,-1 1 0,-8 3 0,0 5 0,0 9 0,0 10 0,-8 17 0,-1 14 0,-1 7 0,-5 5 0,5 16 0,-7 4 0,8-2 0,3 2 0,4-6 0,2 4 0,0-2 0,0-4 0,8-1 0,5-5 0,8-3 0,6-4 0,7-10 0,3-4 0,3-5 0,-4-4 0,6-10 0,-8-3 0,-1-6 0,-4-6 0,-4 4 0,-10-4 0,-4 4 0,-3-6 0,-8 6 0,0-4 0,-8 4 0,-1 9 0,-10 4 0,-4 4 0,4 2 0,-6 0 0,2 2 0,0 4 0,-8 4 0,12 9 0,-4 4 0,10-10 0,3 4 0,1-1 0,1-1 0,0 2 0,3-7 0,7 3 0,3-7 0,7-2 0,11-10 0,-2-4 0,5-9 0,-1-4 0,0-2 0,-4-5 0,2 1 0,0-7 0,0 0 0,0-5 0,-2 5 0,-2 2 0,-7-3 0,-3 1 0,-1 2 0,-2 3 0,-6 20 0,0-1 0,0 8 0,0-1 0,0 12 0,-2 11 0,-2 6 0,-2 3 0,0 6 0,6-5 0,0 5 0,0-1 0,2-1 0,4-3 0,-2-7 0,5 4 0,1-4 0,0-4 0,1 5 0,14-21 0,2 7 0</inkml:trace>
  <inkml:trace contextRef="#ctx0" brushRef="#br0" timeOffset="31">32696 16557 8912,'18'0'0,"-5"6"0,4-1 0,-3 9 0,12-3 0,-3 12 0,-3 12 0,12 24-208,-21 12 1,-2-22 0,-2 3 207,-6 2 0,-2 1 0,0 5 0,-2 2 0,-2 2 0,-2 0 0,-2 1 0,-4 0 0,-4-4 0,-3 0 0,0 1 0,-2-2 0,1-2 0,-2-1 0,0-2 0,-2 1 0,0 2 0,-1 0 0,-2-2 0,0-1 0,0-2 0,-1 1 0,-3 4 0,-1 1 0,2-7 0,1 1 0</inkml:trace>
  <inkml:trace contextRef="#ctx0" brushRef="#br1" timeOffset="32">26828 14649 24575,'-85'9'0,"0"1"0,-1-1 0,13-4 0,-1-2 0,-1-2 0,1-2 0,-21-5 0,0-3 0,-2-3 0,12 0 0,-3-2 0,-2 0 0,-1-1 0,13 2 0,-2 0 0,0 0 0,-2 0 0,1 0-1967,-4-1 1,-1 1 0,0 0 0,-1 0 0,0 1 1668,-2 0 0,-1 0 0,0 1 0,-1 0 0,-2-1-62,11 2 1,-1-1 0,-1-1 0,0 1 0,-1 0 0,-2 0 359,-4-1 0,-3 0 0,1 0 0,-2 1 0,0 0 0,-1 0 0,12 2 0,-1 0 0,0 1 0,0 0 0,-1 0 0,0 1 0,-1-1-126,-4-1 1,-1 1-1,0-1 1,-1 1-1,0 0 1,-1 0-1,1 0 126,8 1 0,0 1 0,0-1 0,0 1 0,-1 0 0,1 0 0,-1 0 0,0 1 0,0-1 0,0 2 0,0-1 0,0 1 0,0 0 0,-1 0 0,0 0 0,-1 0-254,-4 0 0,0 0 1,-1 0-1,0 0 1,0 1-1,-1 0 1,0 2-1,-1 1 254,8 2 0,0 1 0,-1 1 0,0 1 0,0 1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2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23972 10350 24575,'-90'21'0,"0"0"0,0 0 0,0 0 0,0 0 0,2-5 0,-1-2 0,1-1 0,-1-2 0,2-2-661,2-2 1,1-1-1,1-3 1,-1 0-1,1-1 1,-1 0-1,0-2 1,1-1-1,0 1 1,0-1 660,-15 1 0,2 0 0,-1 0 0,-2 0 0,13 0 0,0 0 0,-2 0 0,-1 0 0,0 0 0,-5 1 0,0-1 0,-2 0 0,0 1 0,-2-1 0,12 1 0,0-1 0,-2 0 0,0 1 0,0 0 0,-2 2 0,-5 1 0,-1 1 0,-1 0 0,-1 1 0,0 2 0,-1 0 0,12 1 0,-1 1 0,-1 0 0,1 2 0,-1-1 0,0 1 0</inkml:trace>
  <inkml:trace contextRef="#ctx0" brushRef="#br0" timeOffset="1">1101 14511 8912,'-17'15'0,"0"-3"0,0-5 0,0-7 0,-1 0 0,1 0 0,2-2 0,1-1 0,3-3 0,7-7 0,-4 3 0,3-1 0,-1-1 0,0 6 0,6-5 0,0 5 0,0-5 0,0 7 0,0-4 0,0 8 0,-7 0 0,3 8 0,-6 5 0,3 8 0,-7-2 0,5 16 0,-9-1 0,1 10 0,8 6 0,-5 1 0,9 3 0,1 1 0,2 3 0,2-1 0,0-6 0,7-7 0,5-4 0,3-5 0,4-6 0,4-7 0,-4-10 0,12 1 0,-6-7 0,2-4 0,3-6 0,8-7 0,3-12 0,-1 2 0,-6-8 0,1-5 0,-1-6 0,-7 1 0,-4 11 0,-6 1 0,-6 4 0,-3 4 0,-8-4 0,0 4 0,0 7 0,0 1 0,-2 7 0,-4-2 0,5 4 0,-7 2 0,8 0 0,0 8 0,0 4 0,0-3 0,0 3 0,2-3 0,4 5 0,5-3 0,4 0 0,2 7 0,1-3 0,-1-2 0,0-1 0,2-1 0,2 6 0,2 1 0,8-9 0,-12 5 0,4-9 0,-4 9 0,-2-5 0</inkml:trace>
  <inkml:trace contextRef="#ctx0" brushRef="#br0" timeOffset="2">1532 14305 8912,'0'-23'0,"0"0"0,0 2 0,0 2 0,0 7 0,-2 3 0,-4 1 0,2-3 0,-7 5 0,7 2 0,-2 10 0,4 3 0,2 10 0,0 4 0,0 6 0,0 9 0,2 4 0,4 0 0,5 0 0,3 6 0,-3-2 0,4 4 0,-5-1 0,7-3 0,0 4 0,1-4 0,-1 3 0,0 3 0,0-8 0,-1-4 0,-5-4 0,-3-1 0,-8-9 0,0-8 0,0-11 0</inkml:trace>
  <inkml:trace contextRef="#ctx0" brushRef="#br0" timeOffset="3">1790 14528 8912,'-8'15'0,"-3"-3"0,-5 1 0,-1-7 0,6 7 0,-1-1 0,8 3 0,-1 2 0,3 1 0,2-1 0,0 0 0,2 6 0,3 0 0,7 5 0,11-5 0,-4 0 0,6-6 0,0 1 0,-6-9 0,11 5 0,-7-9 0,0-1 0,2-2 0,-6-10 0,2-3 0,-7-4 0,1-10 0,-13 4 0,4-8 0,-5-1 0,-1 5 0,-7-6 0,-5 6 0,-3-1 0,-10 5 0,4-2 0,-8 9 0,1 5 0,1 1 0,0 2 0,6 6 0,-2 0 0,0 0 0,6 6 0,0 0 0,5 7 0,1-1 0,7 3 0,-4-5 0,8-3 0,0-7 0</inkml:trace>
  <inkml:trace contextRef="#ctx0" brushRef="#br0" timeOffset="4">2065 14150 8912,'0'-34'0,"-8"-1"0,6 3 0,-5 5 0,-1 10 0,6 7 0,-5 10 0,7 0 0,5 10 0,5 7 0,3 8 0,6 2 0,2 11 0,-3-4 0,-1 2 0,0 1 0,0 3 0,2 2 0,4 2 0,-11 2 0,11 0 0,-14-3 0,1-1 0,3-1 0,-7-9 0,-2-1 0,-2-3 0,-2-14 0,-2 1 0,-4-15 0,2 0 0,-7 0 0,1-10 0,-3-5 0,1-6 0,9-17 0,-7 9 0,6-11 0,-2 4 0,1 1 0,5 1 0,2 0 0,3-1 0,-3 1 0,14 7 0,-5 4 0,4 4 0,10-6 0,-6 14 0,4-1 0,2 9 0,-2 3 0,0 13 0,-6 6 0,0 6 0,-5 4 0,-3 7 0,-1 4 0,-2-2 0,-6 8 0,-8-2 0,-3 4 0,-5-2 0,-1-1 0,-6 7 0,-2-2 0,-1-5 0,5-3 0,-4-9 0,8-4 0,-1-6 0,1-4 0,0-10 0,0-1 0</inkml:trace>
  <inkml:trace contextRef="#ctx0" brushRef="#br0" timeOffset="5">2753 14305 8912,'10'-27'0,"-2"2"0,-3 8 0,1 0 0,0-6 0,-6 0 0,0 6 0,0 5 0,-2 1 0,-4 1 0,4 3 0,-7 1 0,3 0 0,-4 2 0,-5 10 0,4 5 0,-3 10 0,7 4 0,-3 2 0,4-4 0,-5 6 0,7-1 0,-2 7 0,2-7 0,-1 1 0,3-8 0,-4 2 0,4-4 0,2-2 0,0 0 0,0 1 0,0-9 0,2-3 0,4-12 0,3-3 0,7-10 0,-3-4 0,-2-6 0,-1 2 0,3-1 0,-1-1 0,1 2 0,-5-3 0,-2 7 0,-4 0 0,0 11 0,3 1 0,-3-1 0,8 3 0,-5 3 0,5 12 0,1-2 0,1 7 0,-1-7 0,7 9 0,-1-7 0,-6 0 0,1-6 0,-1 0 0,6 0 0,1-2 0,-1-4 0,-6-3 0,-1-9 0,-2 1 0,5-8 0,-11-1 0,6-7 0,-1 4 0,-5-9 0,4 4 0,-6-4 0,-6-4 0,-3 5 0,-9-10 0,1 6 0,2 3 0,3 10 0,-3-3 0,4 8 0,1 8 0,0 11 0,3 8 0,3 7 0,-6 12 0,8 13 0,-3 16 0,5 7 0,5 10 0,5-2 0,7-2 0,0-2 0,6-8 0,2 3 0,2-5 0,4-1 0,1-8 0,3 3 0,-1-6 0,-7-1 0,-10-6 0,-9 0 0</inkml:trace>
  <inkml:trace contextRef="#ctx0" brushRef="#br0" timeOffset="6">757 16076 8912,'0'-12'0,"0"1"0,0-3 0,-7-1 0,5 4 0,-4-1 0,4 10 0,2 4 0,0 13 0,0 3 0,8 14 0,1-3 0,3 3 0,-1 3 0,1 1 0,5 0 0,0-1 0,0 3 0,0-10 0,1-3 0,-7 0 0,1-10 0,1-3 0,-5-5 0,-1-10 0,-7-9 0,0 1 0,0-12 0,0-2 0,0 2 0,0-8 0,-2 12 0,-3-4 0,3 4 0,-4 2 0,4 8 0,2 1 0,2 10 0,4 4 0,1-3 0,5 9 0,3-6 0,-3 5 0,-3-5 0,3 3 0,1-1 0,-3-2 0,1-6 0,2 0 0,3-8 0,-7-1 0,-3-9 0,2 1 0,-3 0 0,1-2 0,-8-2 0,-4-2 0,-3-8 0,-8 10 0,0-5 0,-1 1 0,3-4 0,2 6 0,1 4 0,-1 6 0,5-3 0,0 14 0,1-5 0,-3 7 0</inkml:trace>
  <inkml:trace contextRef="#ctx0" brushRef="#br0" timeOffset="7">1325 16179 8912,'-17'34'0,"2"-7"0,1-4 0,3-4 0,5-2 0,-4 0 0,3 0 0,1 1 0,14-9 0,3-3 0,4-4 0,3-10 0,-1 4 0,-2-7 0,-3-2 0,3-3 0,-6-1 0,9 0 0,-1 0 0,-2 0 0,-3-1 0,3 1 0,-13 6 0,6 1 0,-1 2 0,-5 3 0,6-3 0,-8 6 0,2-5 0,3 7 0,-3 0 0,6 0 0,0 0 0,-6 0 0,5 0 0</inkml:trace>
  <inkml:trace contextRef="#ctx0" brushRef="#br0" timeOffset="8">1566 16110 8912,'17'10'0,"-5"-3"0,-1-7 0,-7 0 0,6 0 0,-5 0 0,-1 0 0,8 0 0,-7 0 0,7 0 0,1 0 0,-5 2 0,-1 2 0,1 2 0,-6 7 0,11-9 0,-7 7 0,0 1 0,-6-3 0,0 7 0,0-22 0,0 4 0,0-15 0,0 0 0,0-1 0,0-1 0,0-4 0,-8-3 0,-1-9 0</inkml:trace>
  <inkml:trace contextRef="#ctx0" brushRef="#br0" timeOffset="9">1945 15972 8912,'0'27'0,"0"-8"0,0-7 0,0-8 0,0 11 0,0-6 0,0 3 0,0-1 0,0-5 0,0 6 0,7-9 0,-5 13 0,6-14 0,-8 5 0,6-9 0,-1-3 0,1-5 0,-6-13 0,0 0 0,0 0 0,0 6 0,0-6 0,0 0 0,2 0 0,2 6 0,1 0 0,1 0 0,2-1 0,-6 9 0,13-4 0,-3 7 0,3 0 0,-4 6 0,1 0 0,1 0 0,-5 8 0,7-1 0,-3 5 0,-3 3 0,3-5 0,-1 1 0,1-1 0,-1-3 0,-7-1 0,11-6 0,-3 0 0,3 0 0,-4 0 0,1 0 0,-8-8 0,9 5 0,-7-9 0,-2-1 0,-2 3 0,-2-1 0,0-3 0,0 7 0,0-3 0,0 4 0,0 5 0,0-7 0,0 8 0,7 0 0,5 0 0,-3 0 0,3 0 0,1 0 0,-3 0 0,1 0 0,1-6 0,5 0 0,0 3 0,0-7 0,0 6 0,1-7 0,-1 7 0,0-9 0,0 7 0,0 2 0,1-6 0,-1-1 0,0 3 0,-7-1 0,-5 3 0,5 4 0,-6-13 0,7 3 0,-7 5 0,4-8 0,-8 3 0,5 2 0,1-1 0,0 5 0,-6-5 0,0 7 0,0-4 0,8 8 0,-5 8 0,9 3 0,-1 5 0,7 1 0,-1 0 0,0 2 0,0 2 0,0 2 0,6 0 0,0-6 0,-2 0 0,-7 1 0,-3-1 0,1 0 0,-3 0 0,-1 0 0,-1 1 0,-5-9 0,6 6 0,-10-5 0,-4 0 0,3 5 0,-9-4 0,-1 5 0,-3-7 0,-8-1 0,-3-8 0,-8 0 0</inkml:trace>
  <inkml:trace contextRef="#ctx0" brushRef="#br0" timeOffset="10">2289 15457 8912,'-17'-18'0,"-1"1"0,9 0 0,1 8 0,8 1 0,8 8 0,1 0 0</inkml:trace>
  <inkml:trace contextRef="#ctx0" brushRef="#br0" timeOffset="11">14903 17846 8912,'5'-11'0,"1"0"0,2 5 0,-4-6 0,3 1 0,3 1 0,-6 1 0,1 3 0,-3 2 0,-4-5 0,-3 1 0,3 0 0,-6 5 0,0-3 0,7 0 0,-7-2 0,0 7 0,6-7 0,-5 8 0,7 8 0,0 5 0,0 8 0,2 6 0,1 9 0,5 4 0,2 6 0,-1 4 0,5 1 0,-3 1 0,1-1 0,5 1 0,0 0 0,-6-9 0,-1-2 0,-2-5 0,3-4 0,-5-3 0,0-12 0,-6-9 0,0-16 0,0-9 0,-2-14 0,-4-7 0,2-6 0,-7-7 0,-1-3 0,-5-1 0,0-2 0,-2-1 0,-2 7 0,-2-1 0,0 0 0,7 9 0,3 2 0,2 5 0,7 9 0,-12 3 0,16 14 0,0 4 0,8 18 0,11 7 0,4 4 0,6 2 0,3 5 0,3-1 0,-1-2 0,1 1 0,7-7 0,-6-2 0,2-7 0,-7 1 0,1 1 0,-3-3 0,-4-3 0,0-3 0,-8 1 0,-2-2 0,-3-10 0,-5 4 0,-12-13 0,-3 2 0,-2-8 0,-1 0 0,-6-8 0,7 8 0,-5-10 0,3 8 0,-1-5 0,0 5 0,1 2 0,8 2 0,-9 5 0,7 9 0,0 7 0,6 22 0,0 5 0,6 11 0,0 6 0,7-2 0,-1 2 0,3 2 0,2-1 0,1-1 0,-1 4 0,6-14 0,2 2 0,1-7 0,1-1 0,4-9 0,-5-5 0,-1-9 0,6-5 0,-12-9 0,2-7 0,-8-7 0,3-13 0,-7-10 0</inkml:trace>
  <inkml:trace contextRef="#ctx0" brushRef="#br0" timeOffset="12">15608 17950 8912,'-17'0'0,"0"-8"0,0 4 0,-1-5 0,1 1 0,-8 2 0,6-1 0,-6 5 0,8 2 0,8 9 0,3 8 0,10 1 0,3-1 0,3 0 0,-4 0 0,5 0 0,1 1 0,5-1 0,-2-6 0,-3 1 0,3-3 0,-4 5 0,5-3 0,-5-7 0,1 2 0,-1-4 0,6-2 0,0 0 0,1 0 0,-7 0 0,1 0 0,-9-8 0,5 4 0,-8-7 0,0-3 0,0-1 0,0 4 0,0-1 0,0 1 0,0-7 0,0 7 0,0-1 0,0 9 0,0-13 0,0 14 0,2-5 0,4 7 0,-2-2 0,7-4 0,-5 4 0,5-3 0,3 3 0,1 2 0,2 0 0,0 0 0,1 5 0,-1 1 0,0 7 0,0-1 0,0 3 0,1 2 0,-1 1 0,-2 5 0,-3-1 0,1 3 0,-5-4 0,-1 2 0,1-2 0,-2-2 0,-6-1 0,0-1 0,0-8 0,0-1 0,0-8 0,0-10 0,0-5 0,0-8 0,0-4 0,0-1 0,2-5 0,3 5 0,-3-3 0,4 8 0,-4 2 0,6 2 0,-5 4 0,9 1 0,1 3 0,2 7 0,-3-4 0,1 10 0,6 4 0,-1-2 0,5 7 0,-4-7 0,-2 2 0,0-4 0,0-2 0,1 0 0,-1 0 0,0 0 0,-6 0 0,1 0 0,-1 0 0,-1-2 0,-4-4 0,-4-3 0,-2-9 0,0 1 0,0 0 0,-6 6 0,-2 1 0,-1 2 0,5 3 0,-10 8 0,9 7 0,1 7 0,2 14 0,2 3 0,0 1 0,0 14 0,2-3 0,4 4 0,-1 7 0,13 0 0,-5 3 0,10-7 0,-4-1 0,-2-8 0,0-6 0,1-4 0,-1-15 0,-8 4 0,7-36 0,-7 1 0</inkml:trace>
  <inkml:trace contextRef="#ctx0" brushRef="#br0" timeOffset="13">16469 18087 8912,'9'-17'0,"-3"0"0,-4 0 0,-2-1 0,0 9 0,-2 1 0,-4 8 0,-1 2 0,-7 4 0,3 5 0,1 7 0,-1 4 0,1 3 0,4 4 0,5 3 0,-5-3 0,4 4 0,2-5 0,0 1 0,0 1 0,0-5 0,2 6 0,4-8 0,-3 0 0,9-6 0,-3-6 0,5-1 0,-1-2 0,4-5 0,4-1 0,10-9 0,-4-5 0,7-9 0,1-2 0,-7-7 0,1 1 0,0-3 0,-3 3 0,-3 0 0,-11 8 0,-6-2 0,-5 10 0,-1 1 0,-1 9 0,-5-3 0,-4 6 0,-7 6 0,0 5 0,2 10 0,3 2 0,-3 0 0,13-4 0,-4 2 0,4 2 0,10 0 0,-4-6 0,7 0 0,1 4 0,5-4 0,6 3 0,2-13 0,1 3 0,-3-6 0,6 1 0,-2-3 0,1-4 0,-5-3 0,-3-5 0,-3-7 0,0-8 0,0-2 0</inkml:trace>
  <inkml:trace contextRef="#ctx0" brushRef="#br0" timeOffset="14">17071 18001 8912,'0'12'0,"0"-1"0,-6 1 0,1 5 0,-1 10 0,6 5 0,0 6 0,0 0 0,0 4 0,0-1 0,6 4 0,-1-4 0,9-3 0,-3-8 0,4-5 0,3-6 0,-1 2 0,0-19 0,0 4 0,2-6 0,4-6 0,-4-3 0,4-10 0,-3-4 0,-3 3 0,0-12 0,0 5 0,0 1 0,-5-5 0,-1 8 0,3 2 0,1 2 0,-4 9 0,1 5 0,-1 3 0,1 2 0,-1 0 0,1 2 0,5 3 0,0-1 0,0 8 0,6-3 0,0 3 0,-2-7 0,-2-3 0,-1-2 0,-1 0 0,0 0 0,0 0 0,1 0 0,-7-5 0,0-1 0,-5-2 0,6 2 0,-9 5 0,5-5 0,-8 12 0,0 3 0,0 14 0,0 2 0,0 2 0,0 1 0,0 7 0,0-1 0,0 0 0,0 1 0,0-7 0,0 1 0,0 2 0,0-6 0,0-3 0,0-2 0,0-3 0,0-8 0,0-1 0,-8-8 0,-1 0 0</inkml:trace>
  <inkml:trace contextRef="#ctx0" brushRef="#br0" timeOffset="15">17570 18104 8912,'-8'-19'0,"-1"-2"0,-3 0 0,1 6 0,7-2 0,-4 15 0,8-6 0,0 8 0,8 0 0,2 8 0,7 1 0,0 9 0</inkml:trace>
  <inkml:trace contextRef="#ctx0" brushRef="#br0" timeOffset="16">16985 18620 8912,'-17'0'0,"0"0"0,-1 0 0,1 0 0,8 0 0,9-7 0,17-5 0,13-11 0,9-6 0,8-3 0,9-4 0,7-4 0,4 3 0,9-12-403,5 3 1,-5-12-1,-38 28 1,1-1 0</inkml:trace>
  <inkml:trace contextRef="#ctx0" brushRef="#br0" timeOffset="17">29341 14820 8912,'-12'10'0,"1"-4"0,-3-4 0,7-10 0,1-3 0,4-5 0,0-1 0,-2 0 0,-1 0 0,-1 5 0,6 1 0,-2 1 0,-4-1 0,-5 5 0,-10 19 0,-2 10 0,-8 16 0,3 6 0,-5 13 0,1 3 0,3 10 0,8 1 0,7 3 0,7-7 0,7-6 0,0-3 0,7-10 0,9-7 0,9-9 0,1-4 0,3-5 0,0-8 0,-1-5 0,3-5 0,0-4 0,-1-2 0,-1 0 0,1 0 0,-5 0 0,0 0 0,-8 0 0,-1 2 0,-5 3 0,-11 5 0,-11 15 0,-12 3 0,-4 13 0,-7 4 0,-3-1 0,-1 0 0,-2-2 0,0 4 0,5-8 0,1-5 0,-1-8 0,1-14 0,0-3 0,-1-23 0,1-5 0</inkml:trace>
  <inkml:trace contextRef="#ctx0" brushRef="#br0" timeOffset="18">29478 14803 8912,'0'-17'0,"0"0"0,0 0 0,0 0 0,0 5 0,0 1 0,0 7 0,2 4 0,4 11 0,4 12 0,7 6 0,0 9 0,0 2 0,2 8 0,4-2 0,-2 2 0,6-1 0,-2-1 0,-2-2 0,-6 4 0,0-2 0,-7-2 0,-4 1 0,-4-4 0,-2-13 0,-8 5 0,-2-7 0</inkml:trace>
  <inkml:trace contextRef="#ctx0" brushRef="#br0" timeOffset="19">29478 15164 8912,'-17'-17'0,"6"2"0,-1 3 0,8 5 0,-3 7 0,9-6 0,3 0 0,7 2 0,5 1 0,4-1 0,2-2 0,8-5 0,-3 5 0,5-2 0,1 3 0,-1-3 0,-3-5 0,-1 1 0,-8 6 0,2-5 0,-4 7 0,-2-11 0,1 5 0,-9 1 0,-9 1 0,-2 8 0,-7 0 0,3 0 0,4 2 0,-4 4 0,6 3 0,4 3 0,2-1 0,7 1 0,-3-1 0,7 1 0,0-9 0,0 3 0,-5 2 0,-1-3 0,1 1 0,5-6 0,-7-7 0,-1 3 0,-5-8 0,2-1 0,0-2 0,-8-1 0,-2 3 0,-2 1 0,-5 7 0,3-5 0,-2 3 0,-1 1 0,-1 6 0,1 0 0,7 0 0,-4 0 0</inkml:trace>
  <inkml:trace contextRef="#ctx0" brushRef="#br0" timeOffset="20">30115 14786 8912,'0'-17'0,"-6"0"0,1 0 0,-9 7 0,10-3 0,-7 7 0,5 2 0,-3 12 0,1 9 0,4 10 0,-5 5 0,7 2 0,-4 1 0,4-1 0,2 1 0,6-1 0,2 0 0,1 1 0,3-8 0,5-3 0,0-8 0,0-5 0,0-3 0,3-8 0,1-2 0,1-4 0,1-3 0,-5-16 0,6-2 0,3-7 0</inkml:trace>
  <inkml:trace contextRef="#ctx0" brushRef="#br0" timeOffset="21">30408 14253 8912,'-2'-9'0,"-4"3"0,4-4 0,-7 8 0,5-1 0,-2 6 0,0 15 0,1 10 0,-1 12 0,0-1 0,6 8 0,0 5 0,2 3 0,4 1 0,3 5 0,9-8 0,-1 5 0,0-5 0,0-9 0,-2-2 0,-1-9 0,-3-5 0,-5-5 0,6-11 0,-1-5 0,6-7 0</inkml:trace>
  <inkml:trace contextRef="#ctx0" brushRef="#br0" timeOffset="22">30597 14373 8912,'0'-19'0,"2"0"0,2 0 0,1 4 0,1 7 0,-6-3 0,0 7 0,0-2 0,0 12 0,-6 5 0,-1 12 0,-3 6 0,6 5 0,-1 6 0,-3-1 0,2 5 0,3 0 0,1 0 0,2-6 0,0 4 0,0-8 0,0 1 0,0-9 0,0-1 0,2-10 0,3-3 0,5-6 0,7-14 0,0-9 0,0-8 0,1-15 0,-1 0 0,0-8 0,0 2 0,0-4 0,1-1 0,-1-1 0,0 8 0,-2 2 0,-1 10 0,-3 3 0,-7 4 0,4 23 0,-8 12 0,0 19 0,0 3 0,0 2 0,5 7 0,1-1 0,0 2 0,-6-4 0,2 2 0,2-4 0,1-5 0,3 1 0,-2-3 0,-4 2 0,3-3 0,-1-3 0,2-8 0,-4 0 0,4 1 0,-4-9 0,-2-1 0,0-8 0</inkml:trace>
  <inkml:trace contextRef="#ctx0" brushRef="#br0" timeOffset="23">30804 13737 8912,'11'-9'0,"2"3"0,7 4 0,6 2 0,7 10 0,1 9 0,1 13 0,1 14 0,2 17 0,2 12 0,-5 9 0,-8 7 0,-15-41 0,-2 0 0,-1 3 0,-2 1 0,-1 2 0,-3 0-315,-1 4 0,-4 1 0,-4 0 0,-3 0 315,-1 3 0,-3-2 0,-5-5 0,-2-1 0,-2-1 0,-2-1 0,0-1 0,-2-1 0,0-4 0,1-1 0</inkml:trace>
  <inkml:trace contextRef="#ctx0" brushRef="#br0" timeOffset="24">28911 14580 8912,'-44'0'0,"2"0"0,1 2 0,1 5 0,2 11 0,4 24 0,5 24 0,8 24 0,13-35 0,2 3 0,2 5 0,3 2 0,6 10 0,5 3 0,2 3 0,3 0 0,3 3 0,4 0 0,2-1 0,2-1 0,1-6 0,3-2 0,6-2 0,3-2 0,1-2 0,4-2-384,2-2 0,3-2 0,-2-8 0,2-3 384,2-4 0,1-3 0,-2-3 0,0-3 0,-7-6 0,0-1 0,35 26 0,-5 4 0,-14-9 0,-7-1 0,-8-7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2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19430 4714 8912,'-4'19'0,"-1"-4"0,-2-6 0,3 1 0,-2-5 0,0 2 0,2-3 0,5 3 0,3-2 0,6-2 0,5-2 0,5-2 0,8-3 0,4-4 0,10-4 0,6-3 0,8-3 0,3 0 0,1 1 0,2-3 0,3-1 0,-32 10 0,1 0 0,2 0 0,0 1 0,1 0 0,-1 1-433,0 0 0,1 1 433,-1-1 0,0 1 0,-1 2 0,-1 0 0,33-6 0,-1 0 0,-2 0 0,2 0 0,-32 6 0,1 0 0,3 2 0,0 0 0,1 0 0,0 0 0,-1 0 0,0 0 0,29-4 0,-8 0 0,5 5 0,2-6 0,-27 6 0,0 1 0,1 1 0,0 0 0,-3 0 0,1 0 0,-1 0 0,-1-2 0,29-1 0,1 2 0,-13 4 0,-1 4 0,-5-1-114,-4 1 114,-1 3 0,-3-8 0,-3 3 0,-2 2 0,-10-2 0,-5 0 0,-3-4 0,-3 0 0,-5 0 0,0 0 0,-5 0 0,4 0 856,-3 0-856,-3 0 124,5-6-124,-6 5 0,0-4 0,0 5 0,0 0 0,0-6 0,0 0 0</inkml:trace>
  <inkml:trace contextRef="#ctx0" brushRef="#br0" timeOffset="1">27815 4690 8912,'12'-4'0,"0"-1"0,-1-3 0,-2-4 0,-2-3 0,-2 0 0,-2 2 0,-2 5 0,-1 0 0,0-2 0,0 5 0,0 0 0,2 14 0,2 3 0,-2 1 0,5-3 0,-2-2 0,5 0 0,-2 3 0,3-2 0,1-1 0,5-5 0,-2 6 0,5-5 0,-4 0 0,5-4 0,-1 0 0,4 0 0,4 0 0,0 0 0,1-1 0,0-2 0,3-1 0,3-5 0,2 8 0,0-4 0,4 4 0,-4 1 0,9 0 0,-4 0 0,1 0 0,-4 0 0,8 1 0,-4 2 0,0 1 0,2 4 0,-3-4 0,2-1 0,6-2 0,4-1 0,5 0-209,-2 0 0,0 0 209,-4 0 0,-1-1 0,-3-3 0,-6 3 0,-3-3 0,-8 2 0,-4 2 0,-2 0 0,2 0 0,0 2 0,-1 0 0,-1 2 0,-2 0 0,4-4 0,1 0 0,-1 0 0,-4 0 0,4 0 209,0 0 0,2-4-209,-2 0 0,2-4 0,3 3 0,0-2 0,-1-1 0,4-3 0,-1 3 0,-3 4 0,-7-3 0,-2 6 0,-10-4 0,-1 5 0,-12 0 0,-3 0 0,-5 0 0,6 0 0,-4 0 0,6 0 0,0 0 0,6 0 0,-4 4 0,6 0 0,2-1 0,1-2 0,1-1 0,0 0 0,0 0 0,0 0 0,5 0 0,2 0 0</inkml:trace>
  <inkml:trace contextRef="#ctx0" brushRef="#br0" timeOffset="2">19213 17600 8912,'7'0'0,"3"0"0,-8 0 0,7-2 0,-3 0 0,0-2 0,2 0 0,5 4 0,-5-4 0,0-2 0,1 1 0,2 0 0,5-5 0,1 2 0,1-3 0,-1-1 0,5 1 0,-2 3 0,-1-2 0,0 3 0,-2 0 0,5 1 0,-4 3 0,1-1 0,0 0 0,-3 4 0,-1 0 0,5 0 0,-5 4 0,2 1 0,0 2 0,-1 2 0,5-3 0,-2 4 0,4-3 0,-3 0 0,2 2 0,-6-5 0,5 0 0,-1-4 0,-2-1 0,-1-2 0,-1-2 0,1-2 0,-1-1 0,-4-4 0,3-1 0,-3-4 0,3 4 0,-14-4 0,3 3 0,-3-1 0,-1-1 0,0 0 0,-5-1 0,-2-2 0</inkml:trace>
  <inkml:trace contextRef="#ctx0" brushRef="#br0" timeOffset="3">19927 17322 8912,'12'6'0,"0"0"0,-4-6 0,0 0 0,-5 0 0,2-6 0,-5 4 0,0-6 0,0 5 0,0-8 0,0 9 0,0-6 0,-5 3 0,-3-3 0,-3 6 0,3-4 0,0 5 0,-2-3 0,4 3 0,-2-3 0,0 2 0,-4 2 0,-1-4 0,1 0 0,-1 0 0,-2 4 0,-1 0 0,-4 0 0,2 0 0,0 0 0,-3 0 0,-3 0 0,0 2 0,0 2 0,-4-3 0,-1 4 0,2-1 0,2 0 0,1 2 0,-1-2 0,-4-3 0,7 6 0,-2-3 0,4-1 0,-1 3 0,0 0 0,1 3 0,1-6 0,3 3 0,3 0 0,1 2 0,0-3 0,0 2 0,-1 2 0,7 2 0,-5 1 0,4 0 0,0 0 0,-3 2 0,2 2 0,-3-3 0,-1 3 0,1 2 0,2-2 0,1 0 0,-2 2 0,5-10 0,-2 8 0,4-8 0,-1 3 0,0-3 0,4 0 0,0 0 0,0 4 0,4 0 0,2 1 0,-1 2 0,0 1 0,5 0 0,-3 0 0,5 2 0,0 1 0,0-4 0,0 2 0,0-5 0,4 0 0,0 0 0,1-1 0,-4-2 0,3-1 0,-1-1 0,4 1 0,0-4 0,-1-2 0,2 3 0,5-4 0,0 3 0,3-2 0,-1-2 0,6 0 0,-2 0 0,1 0 0,3-4 0,-3 0 0,3 0 0,1-2 0,1 5 0,-5-6 0,-1 4 0,-2-1 0,5 0 0,-5 3 0,5-2 0,-2-1 0,1 0 0,3 3 0,0-2 0,1-1 0,0 0 0,2 4 0,1 0 0,-1 0 0,-1 0 0,1 0 0,-1 0 0,-3 0 0,-2 0 0,4 0 0,-1 0 0,4 0 0,1 0 0,-2 0 0,2-4 0,0 0 0,-2 1 0,-2 2 0,-2-3 0,-3 0 0,2 0 0,-4 3 0,0-2 0,4-1 0,-3 0 0,1 4 0,-1-1 0,1-3 0,3 2 0,-2-2 0,-4-2 0,1 3 0,-6-4 0,0 2 0,0-5 0,1 2 0,-3-2 0,-1-3 0,-4 1 0,-5-1 0,2-2 0,0-1 0,3 0 0,-3-2 0,0 5 0,-2-10 0,1 3 0,3-3 0,-6-1 0,2 0 0,-7 4 0,3 0 0,-5-1 0,1-3 0,-3 5 0,-1 3 0,-1 3 0,-2 1 0,-2 0 0,-2 0 0,-1 0 0,-4-1 0,0 5 0,0 0 0,0 4 0,0-4 0,0 4 0,0-4 0,-1 4 0,1-4 0,-4 4 0,0-4 0,0 0 0,-1 1 0,2-2 0,-5 5 0,3-2 0,-3 4 0,-1-2 0,-2 1 0,-1 0 0,0-1 0,-2 3 0,-2-3 0,1 3 0,-5 1 0,5 0 0,-2 0 0,0 0 0,1 0 0,-1 1 0,5 3 0,0-3 0,0 3 0,-4-1 0,-1 0 0,2 1 0,2-2 0,1 4 0,0-2 0,-2 0 0,-1-4 0,-1 0 0,1 0 0,-3 0 0,2 0 0,-4 0 0,4 0 0,-6 0 0,5 4 0,-5 0 0,2-1 0,1-1 0,-3 1 0,3 2 0,2 2 0,-5-3 0,2 4 0,-2-4 0,2 4 0,1-1 0,3 1 0,2 3 0,-9-9 0,4 5 0,0 0 0,3-2 0,3 1 0,0-1 0,1-1 0,-4-3 0,0 3 0,-4-1 0,3 1 0,2-3 0,7 3 0,-1-2 0,5-2 0,1 0 0,5 0 0,2 0 0,6 0 0,-4 0 0,6 0 0,0 0 0,6 0 0,-5 0 0,4 0 0,-3 4 0,2 0 0,-3 0 0,4 1 0,-5 2 0</inkml:trace>
  <inkml:trace contextRef="#ctx0" brushRef="#br0" timeOffset="4">14821 13490 8912,'0'-18'0,"0"-2"0,0-1 0,0 1 0,0 4 0,0 2 0,0 2 0,0 5 0,0 2 0,0 5 0,0 0 0,0 5 0,0 3 0,-1 7 0,-3 1 0,1 7 0,-4 1 0,1 7 0,-1 4 0,-2 1 0,-2 6 0,-1 2-169,0 3 1,-1 7 168,1 2 0,0 9 0,6-30 0,0 0 0,0 1 0,0 2 0,0 0 0,0 2 0,0-1 0,0 1 0,0-3 0,1 0 0,0-1 0,1 0 0,-4 30 0,5-6 0,-2-2 0,1-3 0,-2-1-1,-1-3 1,-1 0-1,-4 0 1,0 1 0,1 10 0,2-3 0,1-1 0,1 2 0,-2-3 0,1 2 0,5 5 0,-1 1 0,3 1 0,1-3 0,0 1 0,0 1 0,0 1 0,4-14-549,0 0 549,5-10 0,-3 0 0,3-6 0,-1 0 0,-1 0 0,2 1 0,-2 0 0,-2 4 0,5-4 0,-5 9 0,4-6 0,0-1 0,-7-1 0,9-6 0,-3 0 0,3 2 0,1-5 0,-1 2 0,-2-4 159,-1 1 0,0 2-159,4-2 0,0 2 0,0 2 1,1-3-1,0-4 1,2-1-1,1 0 284,0-5 0,0-2-284,0-5 0,0 0 0,-2-1 0,2-3 0,-2 2 0,2-6 0,-3 0 0,-1-4 0,4 0 0,0 0 0,6 0 0,-9 0 0,5 0 0,-1 0 0,1 0 0,2-2 0,-3-2 0,1-4 0,-3-4 0,5-4 0,-1 1 0,1-5 0,1 0 0,-4-4 0,4-6 0,-2 3 0,5-5 0,-4 0 0,0-4 0,2-1 0,-3 1 0,2-2 0,2-1 0,0-1 0,8-5 0,-7 0 0,-1-3-248,-3-5 1,0-2 247,4-5 0,-5 0 0,-1 3 0,-6 1 0,-4-2 0,-1-4 0,-2 0 0,-2 3 0,-2 0 0,4 0 0,-3-5 0,2-1 0,-3 2 0,-1 5 0,0 2 0,0-1 0,0-4 0,0-2 0,0-2 0,0 6 0,0 0 0,0 4 0,0 0 0,0-2-114,0 9 0,0-3 114,0 7 0,0 1 0,0-2 0,0 2 0,0-1 0,0 2 0,0 6 0,-1 0 0,-2-2 0,-2-1 0,-2-1 0,4 0 0,-3-1 0,2 1 0,1-4 0,-5 4 0,-2 1 0,0 2 0,-2 5 0,5-3 0,-4 8 0,3-5 0,-3 5 0,-1-1 0,0 3 0,4 4 0,0 0 0,-2-3 484,0-3-484,-2 4 0,4 0 0,-1 3 119,0-3 1,-6-1-120,-1 0 0,0 4 0,4 0 0,0 5 0,0-1 0,-6-3 0,6 5 0,-3-2 0,2 3 0,6 1 0,-8 0 0,1 0 0,0 0 0,1-1 0,-3 3 0,-2 0 0,-1 4 0,-4-1 0,-3 0 0,0 4 0,-2-1 0,1 3 0,-1 1 0,6 1 0,-2 3 0,2 5 0,-2 7 0,-5-3 0,3 10 0,-2-3 0,4-1 0,2 2 0,2 5 0,4-1 0,-4 8 0,6 6 0,1 9 0,3 7 0,2 4 0,-4 2 0</inkml:trace>
  <inkml:trace contextRef="#ctx0" brushRef="#br0" timeOffset="5">23157 13937 8912,'-8'4'0,"1"2"0,1-1 0,-1 0 0,-2-2 0,-2-7 0,-1-4 0,4-3 0,1-1 0,2 0 0,-4 4 0,5 0 0,2-2 0,-1 0 0,-1-2 0,3 0 0,-3-1 0,2 5 0,2 0 0,0 0 0,0-4 0,0 5 0,0 1 0,0 2 0,-1 2 0,-3-2 0,-3 3 0,-1 1 0,0 0 0,0 0 0,-4 0 0,0 0 0,0 0 0,-4 4 0,-1 0 0,-4 1 0,1-1 0,-3 3 0,-5 1 0,-2 0 0,-1 2 0,-2 0 0,-6 3 0,-3-1 0,-1 0 0,4 5 0,-3-3 0,6 2 0,0-3 0,3 3 0,1 0 0,7 0 0,-1-3 0,5-1 0,0 1 0,-3 2 0,0 1 0,0 0 0,0-4 0,-1 2 0,1 2 0,-5-3 0,3 9 0,-2-5 0,2 2 0,2-3 0,0 4 0,0 2 0,0 1 0,5 1 0,-4 0 0,3 0 0,-3 0 0,-1 2 0,-1 2 0,-3-1 0,0 4 0,1-2 0,-4 5 0,-1-3 0,-3 0 0,-1 4 0,-1-5 0,2 7 0,3-1 0,-1-1 0,4-2 0,4 0 0,3 0 0,1-2 0,5 1 0,-6 1 0,9 2 0,-3-2 0,2-1 0,2-1 0,0 4 0,0 1 0,0-6 0,-2 6 0,-2-1 0,3 5 0,-6-1 0,4 4 0,-1-1 0,5 4 0,0-9 0,5 4 0,-1-4 0,2-2 0,5-3 0,0-3 0,0-4 0,0-6 0,0 2 0,0-3 0,0 1 0,1-3 0,2 3 0,1-1 0,-2 1 0,4 1 0,-2 4 0,1 1 0,-1-1 0,-1 0 0,5 0 0,-4 0 0,4-1 0,1-3 0,2 2 0,0-5 0,-3 2 0,3-4 0,0 2 0,5-5 0,-2 0 0,1 1 0,1-1 0,2 0 0,2 0 0,2-4 0,-5-1 0,0-2 0,1-2 0,3 3 0,-3-4 0,2 2 0,-4-3 0,-2-1 0,2 1 0,0 2 0,-1 1 0,4 0 0,-1-4 0,4 0 0,2 0 0,-6 4 0,6 0 0,1 0 0,4-4 0,-1 0 0,0 0 0,0 0 0,-1-1 0,0-2 0,1-1 0,-2-5 0,3 3 0,-4-2 0,-1-2 0,0 2 0,0-3 0,2-1 0,1 0 0,2 0 0,2-1 0,-4 1 0,1 0 0,-1 4 0,1 0 0,-4 0 0,1-4 0,-1 5 0,-5-3 0,5 2 0,0-3 0,0-3 0,0 0 0,1-3 0,3-3 0,1 3 0,2-2 0,-4-1 0,8-4 0,-4 0 0,0-1 0,4 5 0,-3 0 0,2 0 0,-2 1 0,-2 2 0,-6 5 0,-4-2 0,0-2 0,-5 3 0,7-5 0,-6 6 0,0-1 0,1-4 0,1-1 0,3-6 0,-1-1 0,-5 1 0,8 0 0,-1-2 0,4-2 0,0 1 0,2-5 0,2 4 0,-2-3 0,-1 2 0,1-4 0,-2 5 0,-3 1 0,-2-4 0,3-1 0,-4-3 0,1-1 0,-3 0 0,3-1 0,-3-3 0,-3 0 0,1 1 0,4-3 0,-3 2 0,-1 5 0,-4 7 0,0-2 0,-1 1 0,-3-2 0,1 4 0,-3-3 0,-1 1 0,0-3 0,-1 2 0,-4-8 0,0 5 0,0-1 0,0 1 0,0 0 0,0 1 0,0-1 0,0 3 0,0 2 0,0 1 0,0-1 0,0-3 0,0-1 0,0 0 0,-5 3 0,-3-3 0,-3 4 0,-1-3 0,0 1 0,0 2 0,0 4 0,0 1 0,0 3 0,-1-3 0,1 6 0,2-3 0,2 4 0,-3-3 0,3 4 0,-7-4 0,-1 0 0,1 1 0,-2 1 0,-1-1 0,-1 0 0,-1 2 0,-3 1 0,3 3 0,-3-3 0,3 7 0,-3 2 0,-1-1 0,1 2 0,3 2 0,-2 2 0,6 1 0,2 0 0,0-6 0,2 5 0,0-5 0,5 6 0,2 0 0,5 0 0,0 0 0,-4 3 0,0 5 0,-11 6 0,2 16 0,-14 7 0,-6 6 0,-10 4 0,16-23 0,-1 0 0</inkml:trace>
  <inkml:trace contextRef="#ctx0" brushRef="#br0" timeOffset="6">29775 5064 8912,'-12'-12'0,"0"0"0,5 5 0,-4-3 0,10 7 0,-3-5 0,2 5 0,2-2 0,0 5 0,-1 0 0,-3 0 0,1-4 0,-5 0 0,-2 1 0,-5 2 0,-4 1 0,-5 0 0,-11 1 0,-6 3 0,-11 3 0,-8 5 0,25-6 0,0 0 0,-3 1 0,-1-1 0,-1 3 0,-1-1-103,-2-2 0,0 1 0,2 2 1,0-1-1,-1-2 0,0-1 103,2-1 0,0 0 0,2 1 0,0 0 0,3-3 0,1 0 0,-25 0 0,7 0 0,3-2 0,-2 1 0,-5 3 0,-2-3 0,-9 3 0,1-1 0,3 0 0,1 1 0,-4 5 0,3-3 0,29-1 0,-1 0 0,0 2 0,0-2 0,0-3 0,-1 1 0,0 4 0,1 2 0,0-5 0,1 0 0,-29 5 0,5-1 0,0 2 0,6-6 0,-7 0-37,-2-4 0,10 0 0,0 0 37,7 0 0,-2 0 0,2 0 0,-6 1 0,0 2 0,3 1 0,1 0 0,-1-4 0,3 0 0,-3 0 0,9 5 0,-2 3 0,4-1 0,3 1 0,-2-4 0,3 4 0,-3 1 0,-1-3 0,0 3 0,-1-3 0,1 0 203,0 4 0,-1-4 0,1 1-203,0-2 0,0 5 0,-2-3 0,-1 6 0,-3 3 0,-1 4 0,-2-1 0,-8 1 0,-3 2 0,-3 1 0,5 1 0,5-1 0,8-3 29,3-3 1,3-1 0,1 0 0,4-1-30,0-1 0,-4-2 0,2 1 0,-3 3 0,-7-2 0,5 4 0,-3-3 0,2 1 0,2 0 0,1-3 0,4-1 0,5 1 0,5 3 0,2-5 0,-3 4 0,2-1 0,0 1 0,0-3 0,0 0 0,-2 1 0,-5 3 0,-2 1 0,-1 1 0,1-1 0,-5-1 0,8-2 0,-2 0 0,3 2 0,0 2 0,1-2 0,1 4 0,3 3 0,-3 7 0,5 0 0,-7 7 0,1-1 0,0 0 0,1 6 0,2 2 0,0 2 0,0-2 0,3-4 0,2-6 0,3-2 0,1-5 0,4 5 0,0-7 0,5 1 0,-1-5 0,3 1 0,1 4 0,0 2 0,0-2 0,0 5 0,0-3 0,0-1 0,0 5 0,4-4 0,0 4 0,4-5 0,-4 1 0,5-2 0,-1-1 0,3 1 0,1-2 0,0 2 0,0-10 0,2 4 0,2-4 0,-3 5 0,5-2 0,-1 0 0,-2 3 0,5-6 0,-4 5 0,3-2 0,-1 0 0,3 2 0,-1-5 0,3 6 0,1-2 0,6 2 0,1-1 0,0-1 0,5-5 0,-1 2 0,4 1 0,1-5 0,-3 3 0,-1-4 0,0-2 0,0-2 0,-2-5 0,1 1 0,3-3 0,-1-1 0,1 5 0,4-3 0,3 2 0,6-3 0,-6 4 0,6-2 0,-11 4 0,-1 0 0,-1-1 0,2-3 0,0 1 0,6 1 0,-1-1 0,7 0 0,3-4 0,0 0 0,-1 0 0,-6 0 0,1 0 0,-1 0 0,1 0 0,-2 0 0,-2 0 0,0 0 0,0 0 0,6 0 0,2-1 0,-2-3 0,-7 3 0,-2-10 0,-6 4 0,1 1 0,4-5 0,-6 4 0,4-5 0,2 0 0,0 0 0,4 0 0,2 0 0,-3 0 0,-2-1 0,-6 5 0,0 0 0,1-1 0,-1 4 0,0-5 0,0 6 0,2 0 0,2-1 0,1 2 0,7-5 0,-3 5 0,3-1 0,-1-1 0,-7 1 0,2-4 0,-3 2 0,0 1 0,-3 0 0,-2 2 0,-2-4 0,8 6 0,1-3 0,-2 3 0,-2 1 0,0-2 0,-1-2 0,-4 3 0,1-3 0,-3 3 0,3 1 0,-5 0 0,-3 0 0,5 0 0,2 0 0,3 0 0,2 0 0,4 0 0,4-2 0,2-2 0,1 3 0,-4-5 0,-1 5 0,-1-3 0,-2 3 0,-1-10 0,4 4 0,6 1 0,6-5 0,-1 4 0,-1-1 0,1 0 0,-1 0 0,-10 1 0,-3 3 0,-2-1 0,-2 1 0,0 1 0,1-2 0,-1 1 0,6 0 0,-4 2 0,6 0 0,-3-2 0,4-2 0,-5 4 0,-1-3 0,-3-3 0,-4 4 0,5-4 0,-2 3 0,4-2 0,1 5 0,-4-4 0,2 2 0,2 0 0,-2 0 0,2 0 0,-8 0 0,-3 1 0,2 2 0,-6-3 0,3 0 0,-2 1 0,-6 1 0,0-1 0,2-1 0,1 1 0,1 2 0,0-3 0,2 0 0,2 1 0,3-4 0,4 5 0,-2-5 0,0 2 0,-5-3 0,3 2 0,0-1 0,0-2 0,-5 4 0,4-6 0,-6 3 0,0-3 0,2 3 0,2 0 0,-2 0 0,2-4 0,-3 4 0,1 0 0,2-2 0,5 0 0,-4-2 0,1-1 0,-6 1 0,0 0 0,0-5 0,0 3 0,1-2 0,-3-1 0,-1 1 0,2-2 0,-3 3 0,3-1 0,1 2 0,-4-1 0,0 0 0,2-1 0,0 0 0,3 0 0,-1-2 0,0-1 0,0 3 0,0-3 0,-1 1 0,-3-1 0,3-1 0,-9 0 0,2 1 0,-3 1 0,-5-3 0,0 1 0,-1 1 0,1-1 0,-4-2 0,2-1 0,-2-1 0,0-4 0,-4 0 0,1-4 0,3 3 0,-3 0 0,3 2 0,-2-3 0,-2 1 0,0-1 0,0-3 0,0 2 0,0-5 0,-2-1 0,-2 1 0,-4 0 0,-2 0 0,-3-1 0,0 1 0,-3 0 0,1 1 0,-6 1 0,-5 2 0,1 0 0,-6-3 0,1 3 0,-4 2 0,8 2 0,-5 0 0,1 1 0,-2-3 0,4 2 0,-5-2 0,4 4 0,-2-3 0,-1 1 0,-5 4 0,1 0 0,0 0 0,-1 5 0,1 3 0,-2-2 0,1 1 0,0-1 0,7 1 0,3 2 0,2 2 0,3 1 0,0 0 0,2-1 0,5 1 0,-4 0 0,5 0 0,-3 0 0,-4 0 0,2 1 0,-1 2 0,0 1 0,0 0 0,-5 0 0,1 0 0,0 1 0,0-1 0,-4-2 0,-1 6 0,2 0 0,2-1 0,5 4 0,1-3 0,1 2 0,8 2 0,-1 0 0,3 0 0,1 0 0,-1 0 0,-1 0 0,3 0 0,-4 0 0,1 0 0,-1 0 0,-2 0 0,0 0 0,-2 0 0,-2 0 0,1 0 0,-5-1 0,-1-2 0,-2-1 0,-2 0 0,1 3 0,0-3 0,0 3 0,0-6 0,-1 4 0,1-1 0,5-5 0,1 7 0,3-2 0,-1 2 0,1-2 0,6 2 0,0-2 0,7 3 0,-5 1 0,4-1 0,-1-3 0,0 2 0,4-3 0,0 5 0,0 0 0,-5 0 0,4 0 0,-5 0 0,6 0 0,0 0 0,0-6 0,-5-6 0,-2-6 0</inkml:trace>
  <inkml:trace contextRef="#ctx0" brushRef="#br0" timeOffset="7">25758 5342 8912,'7'2'0,"-3"2"0,-3 4 0,-2-3 0,-2 0 0,-1 1 0,0-5 0,4 5 0,-1-6 0,-3 0 0,2 1 0,-2 3 0,3-3 0,1 5 0,-1-6 0,-3 0 0,1-6 0,-4-2 0,2-3 0,-5-6 0,2-3 0,-2-3 0,-3-1 0,1-7 0,0-5 0,-5-11 0,-2-15 0,7 26 0,1-1-259,1-2 0,0-1 0,-1-6 1,0-1 258,3 0 0,0-2 0,-1-5 0,-1-1 0,4 1 0,0 1 0,2-1 0,2 1 0,0 2 0,1 0 0,1 3 0,1 1 0,1 2 0,0 1 0,1 4 0,0 2 0,5-18 0,3 10 0,-5 28 0,2 6 0,0 7 0,-5 4 0,2 1 0,-5 0 1035,0 0-1035,0-5 0,0-2 0,0-5 0,0-6 0,0 4 0,0-6 0,0-1 0,0-8 0,0-2 0</inkml:trace>
  <inkml:trace contextRef="#ctx0" brushRef="#br0" timeOffset="8">25262 3650 8912,'-12'4'0,"0"0"0,0-1 0,0-1 0,-1 2 0,7-2 0,2 3 0,9-6 0,7-3 0,8-4 0,7-3 0,4-1 0,5 0 0,2 1 0,2 3 0,-2-1 0,2 5 0,-3 0 0,-5 4 0,0 6 0,-8 6 0,2 6 0,-10 6 0,-1 7 0,-7 5 0,-3 7 0,-6 10 0,-3 3 0,-3-2 0,-10-1 0,-2-4 0</inkml:trace>
  <inkml:trace contextRef="#ctx0" brushRef="#br0" timeOffset="9">25927 3432 8912,'0'-13'0,"-1"-2"0,-2-1 0,-2 1 0,-2 2 0,-1 1 0,0 1 0,0 3 0,4 1 0,-4 3 0,5 6 0,-1 2 0,3 8 0,2 13 0,3 3 0,4-1 0,7 6 0,1 0 0,-1 1 0,-1-2 0,-4 2 0,0-5 0,-2 1 0,1-1 0,2-1 0,-3-3 0,-1-3 0,-2 0 0,-2-2 0,-2-9 0,-1 1 0,0-8 0,0-4 0,-5-14 0,-3-10 0,-3-8 0,-1-7 0,0-4 0,0-5 0,-5-1 0,1 1 0,3 0 0,3-1 0,0 1 0,7 4 0,-4 2 0,2 4 0,1-1 0,9 15 0,3 0 0,3 7 0,1 3 0,0 8 0,0 2 0,-1 4 0,-1 5 0,-2 7 0,-2 5 0,2 8 0,3 4 0,-9-2 0,3 5 0,0 2 0,-3 1 0,2 1 0,-2-4 0,2 0 0,-2 1 0,3 2 0,-1-2 0,0-1 0,6-5 0,-8-1 0,6-6 0,-4-5 0,4 1 0,-4-8 0,5-4 0,0-3 0,2-6 0,1-3 0,0-10 0,0-6 0,1-1 0,2-6 0,1 0 0,-1 0 0,-1 4 0,-2 2 0,0 5 0,-6 5 0,4-3 0,-6 6 0,0 5 0,-9 2 0,-3 5 0,2 0 0,-3 1 0,3 2 0,1 2 0,0 2 0,1 1 0,0 4 0,0 0 0,-1 5 0,5-1 0,2 1 0,2-1 0,-1-4 0,5 0 0,0 1 0,4-5 0,0-3 0,0-1 0,1-4 0,4-4 0,-3-3 0,5-6 0,-1-3 0,3-3 0,-7-5 0,2 0 0,-3 3 0,-1 1 0,-4 0 0,0-4 0,-5 4 0,1 0 0,-3 5 0,-1-1 0,0 8 0,0 8 0,2 12 0,2 8 0,4 3 0,3 6 0,2 6 0,2 7 0,1 1 0,4-3 0,-4 3 0,0-1 0,2-3 0,-5-7 0,5 1 0,-6-4 0,-4-6 0,0-7 0,-5-8 0,2-3 0,-5-6 0,0-3 0,-5-3 0,2-5 0,-5-2 0,-1 0 0,-2-4 0,-1-1 0,0-1 0,0-4 0,-1 0 0,-4 0 0,-2-6 0,-5-1 0</inkml:trace>
  <inkml:trace contextRef="#ctx0" brushRef="#br0" timeOffset="10">26436 3312 8912,'0'-13'0,"0"5"0,0 0 0,0-1 0,0-2 0,0-1 0,0 0 0,5 0 0,4 0 0,6 0 0,-1 0 0,4 1 0,-3 3 0,1 4 0,4 3 0,-3 1 0,-3 1 0,0 3 0,-2 8 0,-1 7 0,-3 5 0,-4 0 0,1 4 0,-1 1 0,0 3 0,-4-4 0,-5 6 0,2-9 0,-4 3 0,1-4 0,0-3 0,1-5 0,-4-3 0,7-1 0,-7-6 0,5-6 0,0-6 0,4-11 0,0-2 0</inkml:trace>
  <inkml:trace contextRef="#ctx0" brushRef="#br0" timeOffset="11">26690 3312 8912,'0'8'0,"1"-2"0,3 0 0,-3-2 0,5 1 0,-5-4 0,3 3 0,-3-2 0,10-2 0,-3 0 0,2 1 0,-2 3 0,2-2 0,-1 2 0,1-3 0,-3 4 0,2-2 0,-5 5 0,2-4 0,-2 4 0,-3-4 0,3 4 0,-2-5 0,-2 2 0,-2-5 0,0-1 0,-4-4 0,1-6 0,-1-4 0,2-6 0,4 2 0,0-5 0,0 1 0,0 3 0,2-3 0,2 3 0,3 2 0,5 2 0,-2 3 0,0 2 0,-2 3 0,0 2 0,4 6 0,0-5 0,0-2 0</inkml:trace>
  <inkml:trace contextRef="#ctx0" brushRef="#br0" timeOffset="12">27016 3239 8912,'-5'7'0,"-2"3"0,-4-7 0,2 5 0,1 2 0,5 0 0,-2 4 0,5 2 0,0 4 0,0-1 0,1 0 0,3-1 0,4 1 0,8-4 0,-2 3 0,2-6 0,2-6 0,-2-2 0,0-2 0,-4-2 0,0-6 0,0-2 0,-1-8 0,-3-4 0,-4-3 0,1-1 0,-1 0 0,-2 0 0,-5-1 0,2 1 0,-10 5 0,3 3 0,-3 0 0,-1 4 0,0-1 0,0 9 0,0 0 0,0 4 0,-1 2 0,1 5 0,0 5 0,6 4 0,2-1 0,2 1 0,-3 6 0,-2-4 0</inkml:trace>
  <inkml:trace contextRef="#ctx0" brushRef="#br0" timeOffset="13">27367 3179 8912,'7'-6'0,"-2"5"0,-6-4 0,-3 5 0,1 0 0,-5 0 0,-1 0 0,-2 0 0,3 1 0,0 3 0,0 4 0,1 3 0,-2 2 0,5 3 0,-2-1 0,4 5 0,-3 0 0,3-1 0,0 4 0,4-10 0,2 3 0,4-2 0,3-3 0,1-3 0,0-4 0,0-3 0,0-1 0,4-11 0,0-5 0,0-5 0,-3-3 0,-1-2 0,-2-1 0,-2-1 0,-2-6 0,-2 4 0,0-7 0,-1 1 0,-2 0 0,-6 1 0,-2 3 0,0 3 0,-4 4 0,9 6 0,-6 3 0,5 13 0,-1 10 0,3 10 0,6 4 0,-2 18 0,6-3 0,4 1 0,0 6 0,4-5 0,-4 2 0,2-3 0,1-5 0,5 1 0,-4-6 0,2-4 0,-4-4 0,2-8 0,-5-3 0,0-3 0,-1-6 0,-3-3 0,2-4 0,-6-9 0,0 0 0,-4-4 0,0 0 0,0 0 0,0-2 0,0-1 0,0 0 0,-4 1 0,0 3 0,-5-2 0,5 6 0,2 1 0,-1 6 0,-1 1 0,3 5 0,-5 0 0,8 10 0,2 5 0,-3 3 0,6 1 0,-5 2 0,2 0 0,5-1 0,-5 1 0,0 0 0,1-3 0,-4-2 0,10-1 0,-3 0 0,-2-5 0,4-2 0,-7-6 0,4-3 0,-2-4 0,3-7 0,-2-1 0,0 1 0,-2-2 0,3 1 0,-2 1 0,5 1 0,-9 6 0,5 2 0,-1 0 0,-4 2 0,10 4 0,-3 0 0,-1 2 0,-1 2 0,1 4 0,0 2 0,-4 3 0,7-1 0,-2 0 0,-1 0 0,0 0 0,-2 0 0,-1-5 0,-4 3 0,0-3 0</inkml:trace>
  <inkml:trace contextRef="#ctx0" brushRef="#br0" timeOffset="14">28202 2985 8912,'-12'0'0,"4"2"0,0 0 0,-2 2 0,0 6 0,-3-1 0,1 6 0,0 5 0,2 8 0,1 4 0,0 3 0,5 3 0,1 2 0,6 2 0,1 2 0,9-4 0,0-7 0,3-4 0,0-5 0,-3-5 0,3-4 0,-1-6 0,1-5 0,-2-8 0,3-5 0,1-6 0,-5-5 0,3-8 0,2-2 0,-2-2 0,5-3 0,-7 6 0,2-4 0,-3 7 0,0 4 0,-5 3 0,0 3 0,-7 8 0,-1 0 0,-7 11 0,-9 5 0,3 8 0,-6-1 0,4 5 0,-1 1 0,0-3 0,4 3 0,1-5 0,3-1 0,-1 3 0,4-2 0,3-2 0,0 0 0,2-2 0,6-4 0,3-1 0,6-2 0,4-1 0,10-9 0,4-3 0,2-3 0,6-6 0,-2-1 0,4-3 0,0-1 0,0-3 0,-4 0 0,0-4 0,-5-1 0,-4 5-101,-6-5 0,0 1 0,0-2 0</inkml:trace>
  <inkml:trace contextRef="#ctx0" brushRef="#br0" timeOffset="15">28795 3058 8912,'-24'12'0,"-1"0"0,5 0 0,1 1 0,2 4 0,-5-4 0,10 6 0,-1-4 0,3 1 0,8 5 0,-2-2 0,4 0 0,4-3 0,-3 3 0,14-6 0,-3 3 0,1-2 0,5-8 0,-1-2 0,1-2 0,-1-2 0,4-6 0,-5-2 0,0-2 0,-4-3 0,0 1 0,-1-4 0,-2-1 0,-1-2 0,-5-1 0,2-4 0,-5-2 0,0-2 0,0-4 0,-1-5 0,-3-3 0,-3 1 0,-5-5 0,0-4 0,0-5 0,0 6 0,0 7 0,1 9 0,2 7 0,2 9 0,2 11 0</inkml:trace>
  <inkml:trace contextRef="#ctx0" brushRef="#br0" timeOffset="16">28749 2683 8912,'-3'5'0,"5"26"0,2 14 0,3 12 0,5 10 0,0 1 0,0-3-1185,0-4 1185,5-1 0,4-1 0,7-2 0,3-10 0,5-11 0,2-1 0,2-7 0,3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2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9069 774 8912,'-8'-18'0,"-3"1"0,-3 0 0,1 2 0,4 5 0,1 10 0,2 10 0,6 15 0,0 9 0,0 10 0,0 13 0,0 6 0,0 4 0,0 2 0,0 5 0,0 3 0,-2-3 0,-4-3 0,5-6 0,-5-13 0,-2-14 0,2-6 0,3-5 0,1-12 0,2-9 0,-2-14 0,-4-9 0,4-13 0,-4-10 0,5-14 0,1 1 0,0-7 0,0-3 0,0-5 0,0 1 0,0 4 0,0-4 0,0 9 0,0 1 0,0 11 0,7 8 0,-3 19 0,9 8 0,6 7 0,1 21 0,6 13 0,1 16 0,0 10 0,2 9 0,11-6 0,0 4 0,0-4 0,-6-7 0,1-1 0,1-7 0,4-4 0,-11-11 0,0-6 0,-8-12 0,-4-3 0,0-8 0,0-8 0,-1-5 0,-3-10 0,-1-11 0,1-10 0,-5-6 0,7-7 0,-6-2 0,1-3 0,-4-3 0,-4-1 0,-2-3 0,-2 4 0,-2 9 0,-2 16 0,-7 12 0,3 18 0,1 18 0,3 15 0,4 7 0,2 5 0,0-1 0</inkml:trace>
  <inkml:trace contextRef="#ctx0" brushRef="#br0" timeOffset="1">9964 1289 8912,'-23'10'0,"0"-4"0,0 1 0,6 1 0,0 2 0,-1-5 0,1 7 0,8-8 0,3 9 0,12-7 0,3-1 0,8-6 0,2-5 0,4-6 0,4-3 0,0-2 0,-2 0 0,-8-1 0,0 1 0,0 0 0,-1 0 0,-5 0 0,-3 0 0,-8-1 0,0 7 0,0-1 0,-8 7 0,-3-7 0,-5 8 0,-1 1 0,-2 6 0,-4 9 0,4 11 0,-6 4 0,8 7 0,0 0 0,7 6 0,4 1 0,6 4 0,6-5 0,4 1 0,15-13 0,3-3 0,5-6 0,1 0 0,1-13 0,7-8 0,2-7 0</inkml:trace>
  <inkml:trace contextRef="#ctx0" brushRef="#br0" timeOffset="2">10377 1221 8912,'0'-17'0,"0"-1"0,-2 3 0,-4 4 0,2 7 0,-7 15 0,5 8 0,-3 16 0,1-1 0,4 0 0,-4 7 0,3-1 0,-1 0 0,6-8 0,0-1 0,2-4 0,4-3 0,-4 7 0,13-18 0,-4 3 0,5-7 0,7-3 0,0-6 0,5-8 0,-5-3 0,8-12 0,-12-4 0,4-7 0,-2-2 0,-2-3 0,-2-1 0,2-2 0,-11 4 0,0 0 0,-1 5 0,-1-1 0,-8 17 0,-4-1 0,4 17 0,-7 12 0,5 12 0,-2 6 0,1 5 0,5 6 0,0-11 0,0 11 0,0-11 0,7-5 0,5-1 0,5-4 0,6-1 0,-4-9 0,4-3 0,-2-4 0,0-2 0,2 0 0,-2-8 0,-10-3 0,5-3 0,-5 3 0,-1-4 0,1 3 0,3-3 0,-7 3 0,-1 1 0,4-1 0,-1-5 0</inkml:trace>
  <inkml:trace contextRef="#ctx0" brushRef="#br0" timeOffset="3">10979 1204 8912,'-8'9'0,"-3"-3"0,3-4 0,1-2 0,7-2 0,0-4 0,7 4 0,5-4 0,3 5 0,4 1 0,2 1 0,2 5 0,0 4 0,-6 7 0,1 0 0,-3 6 0,-2 2 0,-3 0 0,-3 0 0,5-1 0,-6-1 0,-1-4 0,-5 6 0,0-15 0,0-4 0,0-12 0,0-6 0,0-9 0,0-2 0,0-9 0,0-2 0,0-1 0,0-3 0,2 5 0,4 5 0,4 7 0,1-10 0,1 8 0,1 2 0,2 2 0,2 10 0,1 3 0,-1 4 0,0 2 0,0 8 0,1 3 0,-1 2 0,0 1 0,0-3 0,0 3 0,-5-1 0,-1-2 0,1 5 0,5-7 0,-2 3 0,-3-1 0,-5-7 0,-7 6 0,-2-7 0,-3 3 0,-3 8 0,-3-3 0,-5 4 0,5 2 0,1 1 0,-1-1 0,5 6 0,-5 0 0,7 0 0,-4-6 0,8 0 0,0 0 0,8-5 0,3-1 0,5-7 0,1 2 0,0-12 0,0-5 0,0-7 0,1-3 0,-1-2 0,0-7 0,-7 3 0,-5-7 0,-3-1 0,-2 1 0,0 5 0,0 1 0,-6 7 0,1-2 0,-9 9 0,3 3 0,-4 7 0,-3-2 0,3 6 0,2 6 0,1 5 0,8 5 0,-1 1 0,3 0 0,2 0 0,0 1 0</inkml:trace>
  <inkml:trace contextRef="#ctx0" brushRef="#br0" timeOffset="4">12167 1014 8912,'-25'-34'0,"-2"2"0,0 5 0,4 10 0,-4 1 0,-1 11 0,3-1 0,-6 6 0,6 0 0,1 2 0,-1 3 0,-4 13 0,6 10 0,2 5 0,10 1 0,-3 6 0,8 0 0,1 1 0,5-7 0,0 0 0,0 1 0,0-1 0,7-5 0,5-1 0,3-7 0,2 2 0,6-5 0,0-7 0,0 4 0,-6-13 0,1 4 0,-1 2 0,0-3 0,0 1 0,0-6 0,1 0 0,-1 0 0,-8 0 0,-1 0 0,-8 0 0,-2 2 0,-4 4 0,-9-3 0,-8 9 0,-5-1 0,5 7 0,-6-3 0,6-4 0,0-3 0,6-8 0,0 0 0,-1 0 0</inkml:trace>
  <inkml:trace contextRef="#ctx0" brushRef="#br0" timeOffset="5">12528 963 8912,'-17'0'0,"-1"0"0,1 0 0,6 6 0,-1-1 0,1 9 0,-6-3 0,-1 4 0,1 3 0,2 1 0,2 2 0,1 2 0,8 7 0,-9-3 0,7 7 0,0-5 0,6 0 0,0-8 0,2 2 0,4-4 0,4-2 0,7-8 0,0-3 0,0-4 0,6-2 0,0 0 0,6-8 0,-6-3 0,0-4 0,0-4 0,0-4 0,0 4 0,-6-4 0,-2 4 0,-2 1 0,-3 1 0,-2 0 0,-5 0 0,7 7 0,-8 3 0,6 8 0,-8 5 0,-2 4 0,-4 7 0,4 8 0,-6-4 0,6 7 0,-1 1 0,-3-2 0,0 3 0,6-7 0,0 0 0,0-6 0,0 1 0,0-1 0,8-8 0,1-16 0,9-12 0</inkml:trace>
  <inkml:trace contextRef="#ctx0" brushRef="#br0" timeOffset="6">12666 1014 8912,'-2'-32'0,"-4"3"0,2-1 0,-7 7 0,1-2 0,-1 2 0,1 10 0,4-5 0,4 13 0,-5-3 0,9 8 0,5 0 0,9 0 0,5 0 0,9 0 0,-3 8 0,7 1 0</inkml:trace>
  <inkml:trace contextRef="#ctx0" brushRef="#br0" timeOffset="7">13233 1307 8912,'-34'5'0,"0"1"0,7 0 0,2-6 0,15 0 0,3-2 0,7-4 0,2 2 0,3-7 0,5-1 0,7-5 0,2 0 0,4 0 0,-4-6 0,4 0 0,-4-2 0,-1 2 0,-1 4 0,0-4 0,-5-2 0,-1 3 0,-7-1 0,2 5 0,-4 1 0,-10 8 0,-4 3 0,-3 4 0,-10 10 0,0 9 0,-5 13 0,1 9 0,8-3 0,-4 14 0,8-6 0,0-1 0,7 7 0,-3-15 0,7-1 0,2 0 0,10-9 0,7-2 0,8-6 0,6-11 0,8 0 0,1-6 0,4-6 0,-2-11 0,8-12 0,-8 2 0,5-1 0,-1-3 0,-14-1 0,1-3 0,-8 1 0,-4 0 0,0-1 0,-7 3 0,-4 3 0,-4 6 0,-2 4 0,0 2 0,0 7 0,-6 4 0,0 12 0,-1 10 0,1 6 0,4 7 0,-4-4 0,4 0 0,2 0 0,-6 5 0,1-1 0,-1-4 0,4 5 0,-4-7 0,4 0 0,-3-6 0,3 0 0,2-5 0,0-1 0,0-9 0,0-2 0,0-7 0,0-11 0,0 1 0,0-8 0,0-3 0,7-5 0,5-1 0,3 5 0,2 1 0,1 7 0,-1-4 0,0 8 0,0-1 0,0 1 0,3 8 0,1 3 0,2 4 0,-2 4 0,-2 4 0,-10 3 0,5 8 0,-7 1 0,3-1 0,-6 0 0,5 0 0,-5 0 0,2 1 0,7-1 0,-11 0 0,21 0 0,-4 0 0</inkml:trace>
  <inkml:trace contextRef="#ctx0" brushRef="#br0" timeOffset="8">14025 894 8912,'-8'-10'0,"7"-5"0,-13 17 0,8 4 0,-5 5 0,5 18 0,-1 2 0,3 7 0,-2 2 0,0 6 0,6-6 0,0 8 0,0-4 0,0-1 0,2-2 0,4-13 0,-2 3 0,7-8 0,-1-6 0,1-6 0,10-7 0,-4 2 0,4-12 0,2-3 0,0-9 0,8-6 0,-2-5 0,-3-4 0,3-1 0,0-8 0,5-2 0,1 0 0,-3-5 0,-1 3 0,-3-4 0,-8 4 0,-3 0 0,-2 10 0,-9 2 0,-2 15 0,-10 13 0,-6 4 0,-11 2 0,-5 15 0,-10 10 0,-3 11 0,1 8 0,6 14 0,1-1 0,5-2 0,3-1 0,9-3 0,5-1 0,5-4 0,4 4 0,10-14 0,5 2 0,8-7 0,8-12 0,11-8 0,10-9 0,7-2 0,8-8 0,-5-16 0,5-7 0,-2-7 0,-8-6 0,4-8 0</inkml:trace>
  <inkml:trace contextRef="#ctx0" brushRef="#br0" timeOffset="9">16297 1135 8912,'5'-17'0,"3"-1"0,2 1 0,1-2 0,-1-4 0,3 4 0,-7-4 0,-2 4 0,-3 2 0,-1 0 0,0-1 0,0 7 0,0 0 0,0 7 0,0-4 0,0 10 0,0 6 0,0 9 0,0 11 0,0 11 0,0-1 0,0 8 0,-1 0 0,-3 5 0,-2 1 0,0-8 0,4-2 0,-3-8 0,3-1 0,-4-5 0,4-3 0,2-8 0,0 0 0,-2-15 0,-4-7 0,4-24 0,-3-13 0,3-12 0,-6-7 0,4-13 0,-5-3 0,1-1 0,4-4 0,-3 0 0,1 2 0,0 11 0,6 11 0,2 13 0,4 4 0,-2 20 0,7 10 0,1 9 0,5 8 0,8 13 0,3 15 0,5 8 0,1 10 0,1 5 0,-1 1 0,1 8 0,-1 1 0,-2 4 0,-3-4 0,-4 0 0,-8-10 0,0 6 0,1-6 0,-9-1 0,-3-10 0,-4-6 0,-2-12 0,0-3 0,-15-15 0,-5-3 0</inkml:trace>
  <inkml:trace contextRef="#ctx0" brushRef="#br0" timeOffset="10">16314 1341 8912,'-12'-9'0,"1"3"0,7-4 0,-4 6 0,12-7 0,8-2 0,7-3 0,23-1 0,4 0 0,11 0 0,6 0 0,10-1 0,1 1 0,-1 0 0,-4 0 0,-6 0 0,-4 7 0,-20-3 0,-5 7 0,-11-7 0,-6 11 0,-9-6 0,-8 8 0,-2 6 0,-4-1 0,4 3 0,-4-2 0,5 5 0,1 12 0,0 6 0,0 3 0,0 10 0,0 4 0,0 12 0,0 5 0,5 9 0,1 3 0,6 5-76,-7-6 0,9 7 1,-5-7 75,1-1 0,5-18 0,-13-1 0,4-20 0,-4-3 0,-8-28 0,0-3 0,0-3 0</inkml:trace>
  <inkml:trace contextRef="#ctx0" brushRef="#br0" timeOffset="11">17037 1221 8912,'5'-19'0,"1"-2"0,-2-2 0,-2 5 0,-2 7 0,0 7 0,0-5 0,2 5 0,3-2 0,7 2 0,3 2 0,2 2 0,8 0 0,4 0 0,3 2 0,3 4 0,-1 0 0,1 9 0,-1 4 0,1 10 0,-9-1 0,-3 13 0,-11-3 0,-8 8 0,-8 1 0,-8 3 0,-3 2 0,-10-1 0,4 1 0,-6-3 0,2-3 0,-5-4 0,11-15 0,-4-4 0,11-12 0,5-3 0</inkml:trace>
  <inkml:trace contextRef="#ctx0" brushRef="#br0" timeOffset="12">17691 1204 8912,'-8'-10'0,"6"2"0,-11 16 0,7 3 0,-8 12 0,13 6 0,-7 9 0,2 2 0,0-1 0,1 4 0,5 3 0,0 4 0,2 0 0,3-4 0,-3 3 0,6-11 0,-6 6 0,4-2 0,-5-2 0,7-13 0,-8-4 0,0-4 0,-8-9 0,-1-3 0,-8-7 0</inkml:trace>
  <inkml:trace contextRef="#ctx0" brushRef="#br0" timeOffset="13">17604 1083 8912,'10'-17'0,"-4"0"0,-4 0 0,-2-1 0,0 9 0,7-5 0,5 9 0,3-1 0,2 6 0,1 2 0,1 4 0,4 5 0,-4 4 0,7 3 0,-4 1 0,0 4 0,1 3 0,-7 7 0,-5-5 0,-3 7 0,-8-1 0,-8 1 0,-5 7 0,-8 0 0,0-6 0,-8 4 0,-2-5 0,-1-7 0,5-3 0,-5-8 0,5 0 0</inkml:trace>
  <inkml:trace contextRef="#ctx0" brushRef="#br0" timeOffset="14">18172 722 8912,'-2'10'0,"-3"-5"0,3-3 0,-12 6 0,9 3 0,-7 1 0,5 5 0,-1 8 0,0 5 0,-5 12 0,9 4 0,-7 12 0,7-5 0,-2 4 0,4-3 0,2-2 0,0-1 0,8-13 0,3-5 0,5-8 0,1-10 0,0-6 0,0-9 0,0 0 0,6-7 0,0-5 0,0-9 0,-4-4 0,4-1 0,-9-1 0,1-2 0,-4 6 0,-1 4 0,-6 2 0,3 8 0,-7-7 0,0 14 0,0-3 0,0 10 0,0 7 0,0 3 0,0 4 0,0 4 0,0-4 0,0 12 0,0-8 0,0-2 0,0-2 0,8-2 0,2-7 0,7-3 0,0-7 0</inkml:trace>
  <inkml:trace contextRef="#ctx0" brushRef="#br0" timeOffset="15">18344 808 8912,'-17'-17'0,"6"0"0,-1-1 0,1 1 0,1 8 0,3 1 0,9 10 0,3 4 0,5-2 0,9 7 0,4 2 0,4 3 0,7 1 0</inkml:trace>
  <inkml:trace contextRef="#ctx0" brushRef="#br0" timeOffset="16">18878 928 8912,'-44'10'0,"-6"-2"0,12-1 0,-6 5 0,2 3 0,4 10 0,9 3 0,-2 7 0,10 3 0,6 4 0,7 2 0,7-6 0,2 6 0,5-4 0,6-9 0,11 3 0,-2-13 0,7-4 0,3-9 0,7-6 0,4-2 0,2-2 0,4-4 0,-6-3 0,2-16 0,-4-4 0,-5-1 0,-1 1 0,-1-3 0,-11 3 0,1-9 0,-5-2 0,-7 0 0,-1 7 0,-3 3 0,-3 1 0,-2 8 0,-2-2 0,-10 11 0,-7 7 0,-2 7 0,-8 7 0,3 8 0,-7 12 0,12-8 0,-4 8 0,4-3 0,2 5 0,1-4 0,5-2 0,5-4 0,-4-2 0,9-8 0,-5 1 0,4-7 0,2 7 0,0-8 0,2 3 0,4-7 0,5 0 0,2-2 0,1-1 0,-3-3 0,8-8 0,1 13 0,2-5 0,-2 4 0,-3-4 0,0 0 0,0 3 0,0 1 0,-7 9 0,5-3 0,-3 6 0,3-3 0,-5 7 0,3-10 0,-5 5 0,1 1 0,5-1 0,1-5 0,-6 4 0,7-16 0,-7-2 0</inkml:trace>
  <inkml:trace contextRef="#ctx0" brushRef="#br0" timeOffset="17">19325 825 8912,'0'-11'0,"0"-1"0,0-1 0,0-2 0,0 3 0,-2 3 0,-3 1 0,3 2 0,-8 14 0,6 5 0,-1 8 0,-1 6 0,4 13 0,-2 2 0,-2 2 0,3 4 0,1 0 0,2-2 0,0 1 0,0-7 0,0 1 0,0-9 0,0-3 0,0-5 0,2-8 0,3-3 0,7-1 0,3-9 0,2-3 0,2-13 0,2-8 0,2-8 0,-2-3 0,-1-10 0,3 6 0,-1-5 0,1-1 0,-5 2 0,-1 2 0,-8 9 0,-1 8 0,-2 6 0,0 4 0,-1 7 0,-5-4 0,0 18 0,0 7 0,2 2 0,2 8 0,2-2 0,-1 5 0,-5-9 0,0 6 0,0-2 0,2-2 0,2-6 0,2 0 0,7-7 0,-3-3 0,7-7 0,0-7 0,1-11 0,-1-8 0</inkml:trace>
  <inkml:trace contextRef="#ctx0" brushRef="#br0" timeOffset="18">19773 705 8912,'-12'-2'0,"1"-4"0,5 4 0,-5-3 0,7-5 0,-4 6 0,8-7 0,0 7 0,0-4 0,0 8 0,2 0 0,4 2 0,5 4 0,-1 4 0,1 7 0,1 8 0,5 1 0</inkml:trace>
  <inkml:trace contextRef="#ctx0" brushRef="#br0" timeOffset="19">19291 1135 8912,'-17'0'0,"7"-8"0,4-3 0,5-5 0,1-1 0,15 0 0,12-2 0,18-2 0,5-2 0,9-6 0,5 6 0,1 2 0,-2 2 0,-4 2 0,-9 2 0,-4 3 0,-6 7 0,-12 3 0,-10 2 0,-11 0 0,-7 2 0,0 3 0,-2 9 0,-3 7 0,1-2 0,-8 4 0,8-4 0,-1-2 0,1 6 0,-2 0 0,4 0 0,-3-6 0,3 0 0,4-7 0,3-5 0,7-3 0,3-2 0,2 0 0,0-7 0,1-5 0,-1-3 0,0-2 0,-5 0 0,-3-3 0,-1-2 0,-3 2 0,-5-2 0,0 2 0,0 3 0,0 0 0,-1 0 0,-5 0 0,4 7 0,-13 2 0,5 8 0,1 0 0,3 2 0,12 4 0,-5-4 0,15 6 0,-5-6 0,4 3 0,-5-3 0,5 8 0,-3-6 0,3 1 0,2 9 0,-5-10 0,-1 7 0,-5 0 0,5 7 0,-7-9 0,4 6 0,-8-5 0,0 0 0,-2-3 0,-4-7 0,4-2 0,-3-3 0,3-5 0,2-7 0,0 0 0,0 7 0,2-3 0,1 5 0,3-1 0,8 5 0,-11-4 0,9 8 0,-1 0 0,7 0 0,-1 0 0,2 0 0,4 0 0,-4 0 0,13 0 0,-3 0 0,4-2 0,1-4 0,0-3 0,1-8 0,-1-6 0,-1-2 0,-3 0 0,-1 0 0,-8 2 0,2 6 0,-10 0 0,-1 0 0,-8 0 0,11 7 0,-13 18 0,6 5 0,-8 18 0,0 5 0,-2 6 0,-4 11 0,-4 3 0,1 1 0,-6 0 0,3 1 0,-11-1 0,2 0 0,-9-5 0,-7-1 0,-5 1-135,-10-8 0,-22-10 0,-6-9 0</inkml:trace>
  <inkml:trace contextRef="#ctx0" brushRef="#br0" timeOffset="20">13128 12412 8912,'6'-14'0,"0"1"0,-2-1 0,0 3 0,-1 0 0,-2 1 0,-1-3 0,0 1 0,0 0 0,0 0 0,0 0 0,-1 5 0,-2 2 0,-2 1 0,-2 0 0,3 0 0,-4 4 0,4-2 0,-4-2 0,5 3 0,-3-5 0,6 6 0,0 0 0,0 6 0,0-5 0,6 5 0,2-6 0,3 0 0,1 4 0,0 0 0,6 1 0,2-1 0,8-2 0,6 2 0,5-3 0,4-1 0,6 0 0,-2 0 0,-1 0 0,-1 0 0,-5-4 0,5 0 0,-6 0 0,2 4 0,-4 0 0,0 0 0,-1 0 0,6 0 0,0 0 0,4-2 0,-2-2 0,-4 3 0,2-4 0,-6 5 0,0 0 0,-4-2 0,-4 0 0,-1-2 0,1 1 0,-2 1 0,0-2 0,-6 0 0,-5 0 0,1 4 0,-3 0 0,0 0 0,-1 0 0,0 0 0,0 0 0,0 0 0,0 0 0,0 0 0,1 0 0,-1-5 0,0 4 0,0-3 0,-4 1 0,0-1 0,0 2 0,5-3 0,-7 5 0,-2 1 0,-8 3 0,-2 9 0,-17 0 0,-3 5 0</inkml:trace>
  <inkml:trace contextRef="#ctx0" brushRef="#br0" timeOffset="21">16021 11719 8912,'0'-8'0,"0"0"0,0-1 0,1 2 0,3-1 0,-1 1 0,5-1 0,0 3 0,4 5 0,0 0 0,0 5 0,1 3 0,-1 3 0,0 1 0,0 0 0,0 4 0,0 2 0,1 1 0,-7 1 0,-2 4 0,-2 1 0,-2-1 0,0 0 0,0-4 0,-2-1 0,-2-1 0,3-2 0,-10-9 0,3-3 0,3-3 0,-1-12 0,6-6 0,2-7 0,0-6 0,2-1 0,6 0 0,-2-2 0,3-2 0,1 11 0,0-2 0,0 5 0,4 6 0,1-1 0,-1 2 0,-4 3 0,0 3 0,0 3 0,6 0 0,1-2 0</inkml:trace>
  <inkml:trace contextRef="#ctx0" brushRef="#br0" timeOffset="22">16410 11707 8912,'6'6'0,"-2"2"0,-2-2 0,-2 2 0,0-5 0,0 3 0,0-6 0,0 0 0,5-2 0,3-2 0,3 0 0,1-8 0,4 3 0,1-8 0,3 2 0,-4-1 0,4 3 0,-3-5 0,-3 2 0,-1 0 0,-5 1 0,-3 2 0,-5 4 0,0 1 0,-5 6 0,-2-4 0,-7 8 0,-2 2 0,-1 4 0,-5 7 0,2 2 0,-2 2 0,5 1 0,-1 5 0,7-3 0,3-1 0,3 2 0,5-8 0,3 2 0,5-3 0,1-1 0,11-9 0,3-1 0,4-2 0,-1-6 0,8-2 0,-6-6 0,-1-4 0,-7-2 0,2-1 0,-6 0 0,-1-2 0,-3 3 0,-4 1 0,-4-1 0,-2 0 0,-2 4 0,-2-3 0,-2 6 0,2 1 0,-7 3 0,5 3 0,-4 5 0,-1 0 0,3 5 0,1 6 0,5 5 0,0 1 0,0-5 0,1 4 0,3 0 0,-1 2 0,4-4 0,-2 3 0,3 0 0,-4-2 0,1 3 0,0 0 0,-4-3 0,5 8 0,-6-4 0,0 0 0,-2 8 0,-2-3 0,-2 3 0,-7-2 0,5-5 0,0-1 0,-1-2 0,-2-2 0,-1-1 0,0-8 0,1-2 0,3-8 0,-2-4 0,6-7 0,1-1 0,2-4 0,1 2 0,0 1 0,0-1 0,0-3 0,4 6 0,0-5 0,6 5 0,-2-1 0,7-2 0,1 1 0,-1-2 0,4 4 0,-5-4 0,7 4 0,-1-1 0,-1 1 0,3 2 0,-5 0 0,2 1 0,-4 6 0,2 0 0,-4 6 0,-1 0 0,-6 0 0,4 7 0,-6 5 0,0 4 0,-4 6 0,0-2 0,0 2 0,0 1 0,0 1 0,0 3 0,0-3 0,0 2 0,0-10 0,0 4 0,-1-4 0,-2-1 0,-1-1 0,0-8 0,0-1 0,0-10 0,-6-7 0,4-7 0</inkml:trace>
  <inkml:trace contextRef="#ctx0" brushRef="#br0" timeOffset="23">16872 11537 8912,'8'-5'0,"-2"-3"0,0-3 0,2 3 0,-3 1 0,2 2 0,1-5 0,4 9 0,0-10 0,1 4 0</inkml:trace>
  <inkml:trace contextRef="#ctx0" brushRef="#br0" timeOffset="24">17163 11586 8912,'-20'8'0,"1"-1"0,2-1 0,2 1 0,1 2 0,2 8 0,5-4 0,-2 6 0,5-3 0,0-2 0,5 2 0,3-3 0,4 0 0,3-1 0,1-6 0,0 0 0,1-6 0,3 0 0,0 0 0,0-1 0,-4-5 0,0-6 0,1 0 0,-3-6 0,0 2 0,-2 0 0,-5-6 0,2 9 0,-5-3 0,0 2 0,0 2 0,0 0 0,0 0 0,0 4 0,0-1 0,-5 7 0,3-4 0,-3 6 0</inkml:trace>
  <inkml:trace contextRef="#ctx0" brushRef="#br0" timeOffset="25">17297 11646 8912,'7'7'0,"-2"4"0,-5-10 0,0 6 0,0-3 0,0 3 0,0 0 0,0 3 0,-1-3 0,-2 1 0,-1 0 0,0-5 0,4 2 0,0-5 0,0 0 0,0-5 0,0-3 0,0-3 0,0-6 0,1 2 0,2-4 0,1 1 0,6 2 0,-8 4 0,5 0 0,-2 0 0,-2 0 0,4 5 0,-4 1 0,5 6 0,-4 2 0,2 2 0,0 4 0,3 3 0,-2 5 0,5 0 0,0-1 0,1-2 0,0 0 0,2-3 0,1-2 0,6 3 0,-9-9 0,5 2 0,-1-3 0,-3-2 0,2-3 0,-2-3 0,-4-5 0,-2 0 0,2-2 0,-6-2 0,4 1 0,-4-5 0,0 4 0,-4-5 0,0 7 0,0-3 0,0 4 0,0 6 0,0 2 0,0 6 0,0 3 0,4 4 0,0 8 0,4-1 0,-4 4 0,1 0 0,-1-1 0,0-1 0,0 5 0,-4-5 0,0 5 0,0-2 0,-6 0 0,-2 1 0,-8-1 0,-3-1 0,-4 2 0,1-2 0,2-1 0,-1-3 0,-2-7 0,-2-3 0,1-5 0,0 0 0</inkml:trace>
  <inkml:trace contextRef="#ctx0" brushRef="#br0" timeOffset="26">16823 12035 8912,'0'12'0,"1"0"0,3 0 0,-2-3 0,3-3 0,1 0 0,-4 2 0,5-3 0,-2 2 0,3-3 0,-2 3 0,1-2 0,-3 3 0,4-4 0,-4 0 0,4-4 0,1 0 0,2 0 0,1 0 0,-4 0 0,1 0 0,-5-4 0,4 0 0,-6 0 0,8 3 0,-6-3 0,0 2 0,-3-3 0,3 5 0,-2 0 0,3 0 0,1 0 0,-4-4 0,6 0 0,0 0 0,5 4 0,-1-1 0,0-3 0,-4 2 0,0-2 0,0 3 0,4 1 0,1 0 0,-5 0 0,0 0 0,-6 0 0,9 0 0,-9 0 0,3 0 0</inkml:trace>
  <inkml:trace contextRef="#ctx0" brushRef="#br0" timeOffset="27">16908 11962 8912,'8'0'0,"0"0"0,-5 0 0,2 0 0,-5 0 0,6-5 0,0 3 0,8-2 0,2 3 0,3 1 0,5 0 0,1 0 0,4 0 0,3 0 0</inkml:trace>
  <inkml:trace contextRef="#ctx0" brushRef="#br0" timeOffset="28">17394 12047 8912,'0'-12'0,"0"0"0,-4 0 0,0 0 0,-1 4 0,1-1 0,2 8 0,-2 1 0,3 5 0,1 12 0,0 0 0,0 2 0,0 1 0,0 1 0,-1-3 0,-3 0 0,2 2 0,-2-4 0,3-1 0,1-1 0,0-2 0,0-4 0,0 0 0,0-5 0,0 2 0,1-5 0,3 0 0,3-5 0,5-3 0,0-3 0,2-1 0,1 0 0,1-1 0,-1 1 0,4 6 0,-6-1 0,3 4 0,-2-1 0,-7 0 0,3 4 0,-2 0 0,-2 5 0,-2 4 0,-3 1 0,-1 2 0,0 1 0,0-1 0,-5 0 0,-3 1 0,-3 4 0,-1-4 0,-6 5 0,5-8 0,-3-1 0,2-4 0,7-10 0,2-2 0</inkml:trace>
  <inkml:trace contextRef="#ctx0" brushRef="#br0" timeOffset="29">17577 12132 8912,'8'0'0,"0"0"0,-6 0 0,9 0 0,-3 0 0,-2 0 0,3 2 0,-5 2 0,4-2 0,-4 6 0,6-5 0,-9 8 0,3-3 0,-2-1 0,-1 1 0,3 1 0,-3 2 0,3 1 0,-2-4 0,-2 0 0,0-5 0,0 2 0,0-5 0,5-5 0,-3-2 0,14-5 0,-3 0 0</inkml:trace>
  <inkml:trace contextRef="#ctx0" brushRef="#br0" timeOffset="30">17795 12120 8912,'7'0'0,"0"0"0,-3 0 0,-3 0 0,5 0 0,-6 0 0,0 0 0,-2 4 0,0 1 0,-4 2 0,1 3 0,-2 0 0,0 3 0,5-1 0,-5 0 0,3 0 0,2 0 0,-3 0 0,5 0 0,1-5 0,3-3 0,3-6 0,5-2 0,1-6 0,-1 2 0,0-7 0,1-1 0,4 1 0,-4 2 0,1 0 0,-6 3 0,1 2 0,-2-2 0,1 6 0,-5 0 0,3 4 0,-2 0 0,-2 0 0,3 5 0,-5 4 0,6-3 0,2 2 0,3-5 0,1 4 0,0-3 0,-4-3 0,0 3 0,0-2 0,4-2 0,0 0 0,-5 0 0,4 0 0,-10 0 0,6 0 0,-3 0 0,-2 0 0,3 0 0,-5 5 0,5-4 0,-3 5 0,3-6 0,-5 0 0,-5-6 0,-2 0 0</inkml:trace>
  <inkml:trace contextRef="#ctx0" brushRef="#br0" timeOffset="31">17978 12035 8912,'0'-12'0,"-4"0"0,0 0 0,-2-5 0,2 1 0,3 4 0,-3 4 0,2 0 0,2-4 0,2 5 0,2 3 0,3 3 0,5 1 0,5 1 0,4 3 0,7-3 0,3 5 0</inkml:trace>
  <inkml:trace contextRef="#ctx0" brushRef="#br0" timeOffset="32">18221 12096 8912,'-8'4'0,"0"0"0,-2-1 0,-1-2 0,3 3 0,0 0 0,5 1 0,-1-1 0,-1 3 0,1 5 0,0 0 0,4-3 0,0-1 0,0-6 0,0 4 0,1-6 0,3 0 0,4-2 0,2-2 0,-2-4 0,3-3 0,-6-1 0,5 0 0,-2 0 0,0 0 0,0 1 0,-1 2 0,-2 1 0,5 4 0,-2-3 0,2 1 0,3 2 0,-1 6 0,0 2 0,0 4 0,0-3 0,0 11 0,1-2 0</inkml:trace>
  <inkml:trace contextRef="#ctx0" brushRef="#br0" timeOffset="33">15158 14962 8912,'0'-20'0,"0"-1"0,0 1 0,0 0 0,1 1 0,3 1 0,3 8 0,5 6 0,0 5 0,0 7 0,0 6 0,1 11 0,-1 4 0,4-4 0,0 3 0,-1-2 0,-1-3 0,-2-3 0,-4-1 0,-1-4 0,-1 1 0,1-1 0,-4-7 0,2 3 0,-6-3 0,-3 2 0,-4-2 0,-3-3 0,-1-5 0,0 0 0,-1 0 0,3-5 0,0-3 0,2-3 0,5-7 0,1-1 0,6-1 0,8 0 0,0 0 0,11-3 0,-3 2 0,4 0 0,5 5 0,-3-1 0,2 7 0,-2 2 0,3-3 0,-7 9 0,2-2 0,-2 3 0,-3-4 0,-2-2 0</inkml:trace>
  <inkml:trace contextRef="#ctx0" brushRef="#br0" timeOffset="34">15583 14925 8912,'0'7'0,"0"4"0,0-3 0,-1-3 0,-3-1 0,2-1 0,-2 1 0,3-2 0,1 3 0,0-5 0,1 0 0,3 0 0,4 0 0,3 0 0,1-4 0,1-3 0,-1-2 0,0-5 0,4-2 0,0 0 0,0 1 0,-3-5 0,-1 4 0,0-3 0,0 1 0,-5 2 0,-2 4 0,-5 0 0,0 0 0,-1 5 0,-3 3 0,-4 2 0,-3 2 0,-7 11 0,5-1 0,-3 10 0,2 1 0,2 2 0,5 0 0,2-1 0,-1-2 0,5-1 0,-3 1 0,8 2 0,4-7 0,3-4 0,7-5 0,2-6 0,3 0 0,1 0 0,2-6 0,2-7 0,-1-4 0,6-7 0,-6 1 0,1 2 0,-8 0 0,-5 3 0,-4 1 0,-4-1 0,-2 3 0,-1 2 0,-5 6 0,-3 3 0,-3 1 0,-5-1 0,1 4 0,3 0 0,1 2 0,4 6 0,-1 1 0,0 2 0,4 1 0,0 0 0,2-4 0,2 0 0,-2 1 0,6 3 0,-5-6 0,4 5 0,-4-3 0,1 3 0,1 1 0,-2 2 0,1 2 0,1-1 0,-1 5 0,-2 0 0,7 5 0,-5 0 0,0 2 0,2 2 0,-5-1 0,3-4 0,-3-4 0,-2 1 0,-3 0 0,3-3 0,-10-2 0,3-7 0,-3-1 0,-1-5 0,0 1 0,3-4 0,1-4 0,-1-4 0,4-4 0,0-3 0,4-1 0,1-6 0,0 3 0,1-5 0,4 0 0,1 0 0,10-1 0,1 1 0,-1 0 0,-3-1 0,2 1 0,3 0 0,1 0 0,1-1 0,0 2 0,-1 3 0,-1 4 0,-2 2 0,-4 4 0,0 1 0,-4 4 0,-1 8 0,-1 4 0,-4 5 0,5 8 0,-6-5 0,3 5 0,-2 2 0,-1-4 0,3 3 0,-3-6 0,5 6 0,-6-5 0,0 1 0,0-5 0,0 0 0,0 0 0,0-4 0,0 0 0,0-5 0,-6 2 0,5-16 0,-4-2 0</inkml:trace>
  <inkml:trace contextRef="#ctx0" brushRef="#br0" timeOffset="35">16167 14816 8912,'0'-12'0,"0"0"0,0 0 0,0 0 0,0-5 0,0 1 0,0 1 0,0 2 0,0 5 0,0 0 0,5 1 0,3-3 0,3 4 0,1 0 0,0 2 0,0 4 0,0 0 0,1 0 0</inkml:trace>
  <inkml:trace contextRef="#ctx0" brushRef="#br0" timeOffset="36">16276 14840 8912,'0'25'0,"-5"-6"0,-2-2 0,0 1 0,-4-5 0,9 6 0,-5-4 0,1 1 0,2 0 0,4-4 0,0 1 0,2-3 0,2-2 0,4-4 0,7-6 0,1-4 0,-1 0 0,4-8 0,-6-1 0,3-4 0,-2 2 0,-2-5 0,-1 7 0,-3-5 0,1 5 0,-5-1 0,-1 3 0,-1 1 0,-2-1 0,0 5 0,-2 2 0,-2 0 0,3 2 0,-5 3 0,6-3 0,2 2 0,2-2 0,-3 3 0,11 1 0,-1 0 0,4 0 0,1 0 0,2 0 0,-5 0 0,5 0 0,-6 0 0,0 0 0,0 0 0,-1 5 0,-3 3 0,-2 3 0,-6 1 0,0 2 0,0 1 0,0 1 0,-2 1 0,-2 0 0,-1-3 0,-3 7 0,-3-6 0,3 1 0,2-7 0,2-1 0,-2 0 0,4-2 0,-2-6 0,3-11 0,2-4 0,3-5 0,4-2 0,-2-1 0,4-1 0,-1 1 0,1 3 0,-2-2 0,1 6 0,-1 1 0,-2 2 0,5 1 0,-4 5 0,5 2 0,-1 10 0,-3 3 0,2 3 0,-6 1 0,5 0 0,-2 0 0,0 0 0,3-1 0,-2-1 0,3-2 0,1-6 0,1 4 0,-1-6 0,0 0 0,-5 0 0,3-6 0,-3-2 0,0-2 0,-2 3 0,-5-4 0,2 3 0,2-3 0,-3-1 0,3 0 0,-3 0 0,-1 5 0,0 2 0,0 6 0,0 3 0,0 3 0,0 5 0,0 0 0,0 0 0,5 0 0,-1 0 0,-2 1 0,4-1 0,-2 0 0,0 0 0,-4 1 0,0 4 0,-4-4 0,0 3 0,-6-2 0,3-2 0,-5 0 0,0 0 0,0 0 0,-6 1 0,0-1 0</inkml:trace>
  <inkml:trace contextRef="#ctx0" brushRef="#br0" timeOffset="37">17200 14731 8912,'-12'7'0,"-1"-3"0,1-3 0,6-1 0,0 6 0,6 2 0,0 3 0,1-3 0,4 0 0,3 1 0,-2 2 0,3 1 0,-3-4 0,2 0 0,3 0 0,-3 5 0,3-7 0,-4 1 0,-3-3 0,3-3 0,-5 5 0,6-6 0,-5-2 0,1-2 0,2 2 0,-1-6 0,2-2 0,-3 3 0,3-1 0,-1-1 0,1-2 0,-4-1 0,8 0 0,-3 0 0,-3 5 0,5-4 0,-6 3 0,5 3 0,-6-1 0,5 6 0,0 0 0,4 0 0,0 0 0,0 0 0,-3 6 0,-1 2 0,-2 3 0,2 1 0,-1 0 0,-3 0 0,-2 4 0,2 0 0,-3-1 0,-1-1 0,0-2 0,-5 0 0,-3-1 0,-3-3 0,-7 3 0,-1-5 0</inkml:trace>
  <inkml:trace contextRef="#ctx0" brushRef="#br0" timeOffset="38">17224 14561 8912,'-12'-16'0,"0"1"0,0 4 0,5-1 0,1 11 0,6-5 0,7 6 0,4 0 0,4 0 0,0 0 0,2 6 0,-1 2 0,1 3 0,0 1 0,2 0 0</inkml:trace>
  <inkml:trace contextRef="#ctx0" brushRef="#br0" timeOffset="39">16823 15387 8912,'-12'1'0,"0"2"0,-1 2 0,1 2 0,6 1 0,0 4 0,1 0 0,3 2 0,-2 1 0,3 2 0,2 1 0,3-1 0,-1 5 0,4-3 0,0 0 0,-1-3 0,-3-3 0,8 0 0,-3-1 0,-1-5 0,1-3 0,0-3 0,4-6 0,0-2 0,0-4 0,1 3 0,-1 2 0,-4 5 0,0-2 0,1-1 0,8 0 0,-4 4 0,3 0 0,-2 0 0,-2 4 0,-1 2 0,-2-1 0,-1 1 0,-5 3 0,2-2 0,-5 5 0,-5 0 0,-3 0 0,-4 0 0,-3 0 0,-1 1 0,-6-1 0,7-4 0,-5 0 0,0 0 0,1-1 0,1-2 0,6-5 0,0-5 0,0-2 0</inkml:trace>
  <inkml:trace contextRef="#ctx0" brushRef="#br0" timeOffset="40">17066 15533 8912,'11'-8'0,"-3"-1"0,3 7 0,-3-2 0,-1-2 0,1 2 0,1 2 0,-2 0 0,1 2 0,0 6 0,3 0 0,-2 6 0,0 1 0,-7-1 0,2 0 0,-2 0 0,-2 0 0,0 0 0,0-4 0,0 1 0,0-5 0,0 4 0,0-6 0,0-7 0,0-3 0,5-10 0,3 5 0,3-3 0,1 2 0,0-3 0,0 4 0,1 1 0,-1 2 0,0 0 0,0 2 0,0-1 0,0 3 0,-4-1 0,1 5 0,0-2 0,2 0 0,-3 4 0,0-2 0,1-2 0,-3 3 0,1-5 0,-3 6 0,-3-5 0,4 4 0,-10-5 0,-3 8 0,-3 2 0,-1 2 0,0 5 0,0-3 0,-1 3 0,3-3 0,0 3 0,2 1 0,-1 0 0,3 0 0,-1-3 0,5-1 0,-2 1 0,0-3 0,4 4 0,0-8 0,1 3 0,3-5 0,3 0 0,5 0 0,-4-4 0,0-1 0,2-1 0,0 1 0,-3 1 0,4 0 0,-3 0 0,-1 0 0,1 4 0,0-4 0,4 0 0,0 1 0,-5 1 0,0 2 0,-3 0 0,3 0 0,5 0 0,0 0 0,0 0 0,0 0 0,0 0 0,1 0 0,-1-1 0,0-3 0,-4 1 0,0-3 0,2 0 0,-5-3 0,6 2 0,-3-5 0,-3 0 0,5 4 0,-6 0 0,0 5 0,-3-7 0,3 6 0,-2 6 0,2 6 0,-3 3 0,-1 1 0,0 0 0,0 0 0,0 0 0,0 0 0,0 0 0,0 1 0,0-1 0,0-5 0,5-2 0,2 0 0,5 2 0</inkml:trace>
  <inkml:trace contextRef="#ctx0" brushRef="#br0" timeOffset="41">17589 15278 8912,'-19'-6'0,"4"-2"0,6-3 0,-1 3 0,6 0 0,0 5 0,5-3 0,3 2 0,9 2 0,1-3 0,7 5 0,0 0 0,2 0 0,-3 0 0,1 0 0,-1 0 0,4 0 0</inkml:trace>
  <inkml:trace contextRef="#ctx0" brushRef="#br0" timeOffset="42">17747 15399 8912,'-8'18'0,"1"-5"0,0-3 0,0-1 0,5 2 0,-9 1 0,10-4 0,-4 0 0,4 0 0,1 4 0,0 0 0,0-5 0,0 0 0,0-3 0,0-3 0,0 5 0,0-12 0,0 4 0,0-6 0,0-3 0,0-4 0,0 0 0,0-5 0,1-2 0,4-1 0,-4-1 0,8 4 0,-5 1 0,-1 1 0,4-3 0,-2 7 0,5-2 0,-2 3 0,-5 6 0,7 1 0,-2 6 0,3 0 0,-3 6 0,0 3 0,2 7 0,1 9 0,6-1 0,-3 11 0,3-9 0,-5 3 0</inkml:trace>
  <inkml:trace contextRef="#ctx0" brushRef="#br0" timeOffset="43">22986 16395 8912,'-8'0'0,"0"0"0,-2 0 0,-1 0 0,-1 0 0,1-1 0,2-2 0,1-1 0,-2 1 0,4 2 0,-3 1 0,1-2 0,-4-2 0,0-4 0,1 1 0,3-1 0,-1 4 0,5-4 0,-2 6 0,2-2 0,3-3 0,-5 4 0,6-5 0,0 5 0,0-2 0,2 5 0,2 0 0,3 1 0,5 3 0,0-2 0,0 4 0,2-3 0,2 1 0,-1 4 0,5-4 0,0 4 0,4-4 0,1 6 0,0-3 0,4 5 0,3 0 0,5 4 0,3 0 0,3 6 0,6-2 0,0 7-184,-1 1 0,1-1 184,-1-6 0,-3-4 0,0-5 0,-1 0 0,5 1 0,-2-5-72,-2 0 1,2-5 71,-3 1 0,4-3 0,0-1 0,0 0 0,-4 0 0,-1 0 0,-2 0 0,5 0 0,5 0 0,-1 0 0,8-4 0,-4-2 0,2 0 0,-4-1 0,5-1 0,-6-3 0,2 3 0,-2-1 0,2 0 0,8-1 0,5 7 0,-32 0 0,1-1 0,30-1 0,-7-3-1059,-2 4 1059,1 0 0,8 4 0,0 0 0,-2 0 0,-1 0-192,-1 0 1,-4 0 191,0 0 0,-6 5 0,2 3 0,2-3 0,2 0 0,5 0 0,-1-1 0,-3 4 0,-10-4 0,1 0 90,0-4 1,-2 0-91,-3 0 0,5 4 0,0 0 0,1 0 0,6-4 0,0 4 0,1 0 0,1 5-136,-6-5 0,8 1 136,0-1 0,-25-3 0,-1 1 0,3 2 0,-1 0 0,2-3 0,-1 1 0,27 3 0,0-1 0,-2 0 0,-3 1 0,-2-1 0,1-2 0,-5 2 0,1-3 0,-1-1 0,-3 0 0,2 0 0,-7 0 453,-5 0 1,4-1-454,0-3 0,9 2 0,-3-4 0,2 3 0,-2-1 0,2-1 0,-4 1 0,6 2 0,-9-2 0,4-1 0,-9 1 0,7 0 0,2 4 0,0 0 0,3 0 0,-3 0 0,-5 0 0,2-2 0,-5-2 0,-2 3 210,-6-3 1,-2 2-211,-3 2 0,-2 0 71,2 0 1,2-1-72,-2-3 0,4 3 234,-3-3 1,-1 2-235,-4 2 0,1-1 52,-1-3 0,-4 3-52,1-3 0,-1-3 0,4-1 0,-1 1 0,-3-1 0,3 1 0,-2-1 0,-2-3 0,1 3 0,1-1 0,2 1 0,2-3 0,-1 3 0,0 1 0,1-1 0,-1 1 0,0-1 0,5-3 0,-1 3 0,4 1 0,-3-1 0,4 0 0,0-4 0,-2 4 0,1 0 0,1 0 0,3-4 0,1 1 0,-1 3 0,2-3 0,3 3 0,-2 1 0,5-1 0,-9 4 0,2-4 0,-5 4 0,1-4 0,-2 4 0,-3-4 0,-4 1 0,1-3 0,-8 4 0,-3 0 0,-6-2 0,0 4 0,-4-4 0,4 4 0,-5-6 0,4 8 0,-3-6 0,-3 5 0,4-8 0,-5 4 0,0-1 0,0-1 0,0-5 0,-4 1 0,0-7 0,-5 3 0,1-3 0,-3-1 0,-1-2 0,0-2 0,-2 0 0,-2-4 0,-4-3 0,-3 2 0,-2 2 0,-4-2 0,-4 2 0,-3-6 0,-5 2 0,2 2-923,-5 2 923,4-3 0,-7 5 0,3-4 0,-4 1 0,0 5-196,-1-1 1,-5 2 195,-3 7 0,-5-4 0,29 11 0,-1 2 0,-3-1 0,1 1 0,-2 0 0,1 0 0,2 1 0,0 0 0,1 0 0,-1 0 0,0 0 0,0 1-137,-3 1 1,-1 0 0,2-1 0,1-1 136,-1 2 0,1 0 0,-31-7 0,6-1 0,4 4 0,0 0 0,1 5 0,-2-6 0,-2 4 0,-2-2 0,-3 4 0,0-1 0,7 3 0,-2 1 0,0 0 0,-5 0 0,29 0 0,-2 0 0,-4-1 0,-1 2 0,5 1 0,2 0 0,-1 0 0,1 0 0,-28 3 0,8-1 0,-9-2 0,1 2 0,-2-3 0,1-1 0,-2 0 0,5 4 0,-3 0 0,3 2 0,1-4 0,0 2 0,26 1 0,0 0 0,-1-1 0,-1 0 0,-1 1 0,0 1 0,0 0 0,-1 0 0,1 0 0,-1 0 0,1 0 0,-1 0 0,3 0 0,-1 0 0,-2 0 0,0-1 0,-1 0 0,0-1 0,1 0 0,0-1 0,2 0 0,1 0 0,-30-1 0,-2 0 0,0-2 0,30 0 0,1 0 0,1 0 0,-1 0 0,0-1 0,0 0 0,-28-3 0,4 3 0,5-3 0,-1-2 0,-4 2 0,0 0 0,-5 4 0,-1 0 0,-1 0 0,2 2 0,7 0 0,0 2-156,3-1 1,3-2 155,-4-1 0,-5 0 0,6-1 0,-1-2 0,5-1 0,9 0 0,-4 0 0,4-1 373,0-2 0,-3 4-373,5-1 0,-3-1 0,3 1 0,-4-1 0,5 0 0,1 4 193,6-3 0,-2 3-193,3 1 0,-3 0 149,-2 0 1,2 0 0,0 0 0,0 0-150,-3 0 0,-7 0 0,8 4 0,-4 0 189,3-1 0,6 2-189,0-1 0,4 1 30,0-1 1,7-2-31,0 2 0,2 1 0,-1-1 0,-3 0 0,3-4 0,1 4 0,-1 0 0,-1 0 0,-3-4 0,0 5 0,0-1 0,-5 4 0,-1-3 0,1 2 0,-1 2 0,-4 2 0,9 1 0,-4 0 0,4 0 0,2 1 0,2-1 0,-2 0 0,3 0 0,-3-1 0,-1-3 0,5 3 0,-4-5 0,3 7 0,-3-1 0,-2-5 0,1 3 0,0-2 0,0 3 0,-1 1 0,1 0 0,0 1 0,-1-1 0,1 0 0,4 0 0,-1 0 0,8-4 0,-1-1 0,5-2 0,1 5 0,-4-2 0,5 3 0,0 0 0,3-3 0,3 2 0,-3-1 0,-3 1 0,6 4 0,-3 2 0,-2-1 0,2 4 0,1 0 0,2-2 0,1 1 0,-4 2 0,0-4 0,0 0 0,4-3 0,0-1 0,0 0 0,0 0 0,0 0 0,0 0 0,0 0 0,4 1 0,0-1 0,-1 0 0,2 0 0,-1 0 0,2 0 0,-2 0 0,2 1 0,1-1 0,3-4 0,-5-1 0,2-2 0,-5-1 0,9 1 0,-4-2 0,5 5 0,0 0 0,1-1 0,-1 0 0,0-3 0,0-1 0,0 5 0,0-6 0,0 2 0,1 3 0,-5-6 0,0 5 0,1-1 0,2-3 0,1 2 0,-4-2 0,0 1 0,2 1 0,-3 0 0,1-4 0,1 0 0,2 0 0,1 0 0,0 0 0,0 0 0,1 4 0,-1 0 0,0-1 0,0 0 0,0 1 0,4 2 0,1 7 0,4 10 0,0 5 0,1 6 0,3 2 0</inkml:trace>
  <inkml:trace contextRef="#ctx0" brushRef="#br0" timeOffset="44">19120 9983 8912,'0'8'0,"-1"-2"0,-3 0 0,-3-2 0,0 1 0,-2-2 0,4 4 0,-2-2 0,3-1 0,-4-4 0,-2 0 0,3 4 0,-1 0 0,-1-1 0,2-2 0,-1-1 0,-1 0 0,-2 0 0,3 0 0,0 2 0,-2 0 0,-1 2 0,5 0 0,-5 2 0,4 1 0,0 5 0,3 0 0,-1-4 0,1 0 0,0 0 0,4 4 0,0 2 0,0 2 0,0-2 0,0 2 0,0-3 0,0-1 0,0 1 0,0-1 0,0 0 0,0 0 0,0-4 0,0 0 0,0-4 0,-2 3 0,-2-2 0,-2-1 0,-3-4 0,1 0 0,6 0 0,-5 0 0,3 0 0,2 0 0,-3-1 0,5-3 0,0 1 0,0-5 0,0-1 0,0-2 0,-1-1 0,-2 0 0,-1 0 0,0-6 0,4 4 0,0-2 0,0-1 0,0 1 0,1-6 0,2 2 0,1-3 0,1-2 0,-2 1 0,3-1 0,0-4 0,-3-2 0,4-5 0,-3-1 0,-2 5 0,7 0 0,-7-5 0,4-3 0,-1 1 0,-4 2 0,3 3 0,-1 3 0,1 2 0,-2-5 0,3 10 0,-5-2 0,0 4 0,5 8 0,-3-5 0,2 4 0,-3-1 0,3-5 0,0 4 0,-1-2 0,-2-3 0,-1-6 0,2-2 0,0-3 0,2 0 0,6 6 0,-9-8 0,5 4 0,-1 0 0,2-4 0,1 9 0,-1-2 0,-1 2 0,1 2 0,-4 1 0,2 2 0,1 0 0,-5 1 0,4-4 0,-5-1 0,0 1 0,0 0 0,0-4 0,0 1 0,0 4 0,0-2 0,0 6 0,0 1 0,-5 0 0,4 10 0,-3 0 0,1 5 0,-1-1 0,2 3 0,-4-1 0,2-2 0,2 3 0,-3-4 0,5 5 0,0 0 0,0 5 0,0 7 0,0 7 0,0 5 0,0 6 0,0 2 0,-4 9 0,-2 5 0,0 5 0,3-1 0,-8 11 0,3-1 0,-3 8 0,5-33 0,0 1 0,0 3 0,0-1-153,0 1 1,0-1 0,2-1 0,0-1 152,-1-1 0,2-1 0,-1 28 0,-3 1 0,1-1 0,2-14 0,4 8 0,0-15 0,0-2 0,0-5 0,0-3 0,0-2 0,0-2 0,6 4 0,-5-5 0,3 2 0,-2-2 0,-2-2 0,0 1 0,0-1 0,0 0 0,0-4 0,0-1 0,0-1 609,0-3-609,0-7 0,0 3 0,0-10 0,0 4 0,0-5 0,0 0 0,0-5 0,0 2 0,0-5 0,0-1 0,0-7 0,0-3 0,0-6 0,0 0 0,0-5 0,0-6 0,0-6 0,0-8 0,0-4 0,0-7-130,5-5 0,-4 29 1,-1 0-1,3-1 1,0-1 129,-1-1 0,1-1 0,0-1 0,1-1 0,2 0 0,1 0 0,1 0 0,-1 1 0,1 1 0,0 2 0,1 3 0,-1 2 0,4-32 0,0 5 0,4 3-28,0 5 1,-4 6-1,-3 11 28,0-1 0,-4-5 0,5 9 0,-6-4 0,0 8 0,-4-3 0,0 1 0,0 0 0,1 10 0,3 1 0,-2 5 0,2 3 0,-3-1 321,-1 7 1,0-1-322,0 3 88,0 3-88,0-5 0,0 6 0,0 0 0,0 6 0,0-5 0,0 4 0,0-5 0,0 2 0,0 2 0,0-2 0,0 6 0,4 1 0,0 4 0,-1 3 0,-2 5 0,-1 12 0,0 8 0,0 15 0,0 9 0,-2-27 0,-1 1-269,-1 3 0,0 1 0,-1 2 0,-1 2 269,0 3 0,0 1 0,0-1 0,0 0 0,0 3 0,0-1 0,-1-9 0,1-2 0,1-4 0,0-1 0,-4 18 0,5-18 0,3-13 0,1-7 0,0-9 0,0-7 0,11-5 0,-2-8 0,12 1 0,-1-1 0,4-3 0,0-5 0,1-2 0,-1-1 0,0-6 0,1-1 0</inkml:trace>
  <inkml:trace contextRef="#ctx0" brushRef="#br0" timeOffset="45">19473 13832 8912,'12'-5'0,"-5"2"0,-2-5 0,1-1 0,0-2 0,1-1 0,2 0 0,-4 0 0,-3-1 0,0 1 0,2 4 0,0 0 0,0 4 0,-4-4 0,0 5 0,-2-6 0,-2 5 0,-2-6 0,-5 8 0,3-7 0,2 7 0,2-5 0,0 3 0,-1 3 0,1-3 0,2-3 0,-7 4 0,5-5 0,-6 5 0,8-2 0,-6 4 0,-2-3 0,3 2 0,-1-2 0,-1 3 0,3 1 0,-4 0 0,2 0 0,-3 0 0,-1 0 0,-2 0 0,-1 0 0,-2 0 0,-2 0 0,3 1 0,-5 2 0,0 1 0,-2 5 0,-2-6 0,1 5 0,0-4 0,-1 3 0,1 0 0,0-2 0,0 0 0,-1 5 0,-3-7 0,-1 3 0,2 0 0,2 3 0,1-7 0,-1 3 0,1 0 0,1-3 0,3 2 0,-3 1 0,4 1 0,-1-1 0,-1 0 0,1 5 0,-4-5 0,-1 3 0,5 3 0,0-3 0,0 3 0,-6 1 0,-1 2 0,-1 2 0,-1-1 0,5 5 0,-2 0 0,-2 4 0,2-3 0,-2-1 0,6 0 0,3 4 0,0 1 0,1-1 0,3-4 0,-2-1 0,4-1 0,1 3 0,0-3 0,0 3 0,-1 0 0,1-7 0,4 4 0,0-6 0,4 0 0,-3 0 0,0 1 0,2-1 0,0 0 0,1 0 0,0 4 0,-1 0 0,-3 5 0,4-5 0,2 0 0,0 2 0,2-4 0,0 7 0,0-6 0,0 1 0,0-3 0,0-1 0,0 0 0,0 1 0,0-1 0,0 0 0,0 4 0,0 0 0,2 1 0,2 0 0,-3-3 0,4 3 0,1 1 0,-5-5 0,9 5 0,-6-6 0,4 0 0,-3 0 0,1 0 0,0 0 0,1 1 0,1-1 0,4 0 0,1 0 0,-5 0 0,0 0 0,1-1 0,2-3 0,1 3 0,-4-4 0,0 5 0,0 0 0,5 0 0,-1-4 0,0 0 0,0 0 0,0 5 0,2-1 0,1 0 0,1 0 0,-1 0 0,-1-4 0,1 2 0,2 3 0,4-1 0,-2 6 0,5-6 0,-3 0 0,0 2 0,2 0 0,0 3 0,4-1 0,-7-4 0,3 0 0,2 0 0,-1 0 0,0 1 0,-1-3 0,-2-2 0,-3 2 0,-3-6 0,2 0 0,-3 1 0,1-3 0,1 2 0,-2-1 0,4-1 0,-1 2 0,-2 2 0,5-2 0,-5-3 0,8 4 0,-3-3 0,3 0 0,2 3 0,-1-3 0,0 0 0,0-2 0,1 0 0,-1 0 0,0-4 0,1-1 0,-1 1 0,-4 3 0,1-3 0,-1 1 0,4-3 0,0 0 0,-3 2 0,-1 3 0,2-2 0,1-1 0,1-4 0,0 4 0,0 0 0,1-2 0,-1-2 0,6 2 0,2-2 0,-1 3 0,2-3 0,-5 0 0,4-4 0,1-1 0,-2-2 0,-3-1 0,-2-2 0,-2 2 0,1 2 0,-1-9 0,0 3 0,0 1 0,1-1 0,0-2 0,4 0 0,1-3 0,2 1 0,-4 0 0,-2-1 0,-2 1 0,1 0 0,-1 0 0,-1-1 0,-3 1 0,2 0 0,-6-1 0,-1 1 0,-2-4 0,-1-1 0,1-3 0,-1 4 0,0 1 0,-5 1 0,3-2 0,-1-1 0,-4 1 0,-1 4 0,-3-1 0,-1 1 0,0 1 0,0 3 0,0-2 0,0 6 0,0 1 0,-5-4 0,0 6 0,-4-3 0,0-2 0,4 1 0,-2-1 0,-3 1 0,0-5 0,-3 2 0,4 1 0,-3-1 0,2-1 0,-6-3 0,1 0 0,-1 0 0,3 3 0,-4 1 0,4 4 0,-1-4 0,0-1 0,-3 3 0,1 0 0,4 6 0,-2-2 0,-2-2 0,1 4 0,-5 0 0,1 0 0,-2 4 0,0-3 0,0-1 0,-2 1 0,-2 3 0,1-3 0,0 3 0,0 1 0,-1-1 0,5 5 0,0-1 0,5 3 0,-1 1 0,-2 0 0,2 0 0,0 0 0,4 0 0,-1 0 0,1 0 0,4 0 0,0 0 0,0 0 0,-4 0 0,0 0 0,-1 0 0,1 0 0,0 0 0,0 0 0,0 0 0,0 0 0,0 0 0,-1 0 0,1 0 0,0 0 0,0 1 0,0 3 0,0-2 0,-1 2 0,1-3 0,0-1 0,4 0 0,0 0 0,0 0 0,-4 0 0,0 0 0,-1 0 0,7 0 0,-5 0 0,9 0 0,-3 0 0,5 0 0,0 0 0,0-5 0,0 3 0,0-3 0,0 5 0,0 0 0,-11 5 0,-2 2 0</inkml:trace>
  <inkml:trace contextRef="#ctx0" brushRef="#br0" timeOffset="46">32394 15399 8912,'0'-8'0,"0"0"0,0-2 0,-1 0 0,-3-3 0,-3 1 0,-5-1 0,0-3 0,-1 2 0,1-2 0,-1 2 0,-4 2 0,4 0 0,-3 0 0,2 0 0,3 0 0,2 1 0,1 3 0,0-3 0,-4 3 0,-1-2 0,1 1 0,-1 1 0,-3-1 0,1-1 0,-5 2 0,-2 3 0,-1-1 0,-1 5 0,-6-9 0,-2 6 0,-4 0 0,0 4 0,-1 0 0,1-4 0,0 0 0,3 0 0,1 4 0,5 0 0,-2 0 0,4 0 0,0 0 0,-3 0 0,0 0 0,-2 1 0,2 4 0,-2-3 0,-5 6 0,1 2 0,0 1 0,-2 1 0,7 0 0,1 0 0,2 1 0,1 2 0,0 2 0,-2-1 0,12-4 0,-3 1 0,0 4 0,-2-3 0,4 7 0,-5-1 0,5 4 0,-6 0 0,1 2 0,-3 2 0,-1 5 0,-2 2 0,10 1 0,-4 1 0,3-5 0,1 1 0,8-8 0,-2 1 0,4-5 0,-1-6 0,4 1 0,-1 2 0,1-2 0,1 0 0,-4-3 0,0-1 0,1 0 0,3 0 0,-4 0 0,5 0 0,-2 0 0,-1 5 0,5-1 0,0 5 0,0-6 0,0 5 0,0 2 0,5 2 0,-1 5 0,5-2 0,-1 5 0,3-4 0,1 5 0,2-6 0,2 1 0,-1 2 0,5-2 0,2-1 0,0-1 0,3-2 0,-1 0 0,6 1 0,-5-1 0,4-1 0,-3-3 0,-2 3 0,1-8 0,2 4 0,2-2 0,-5-1 0,-4-5 0,1-1 0,-2-2 0,4-6 0,-6 8 0,3-6 0,3 0 0,-2-4 0,2 0 0,5 0 0,0 0 0,6 0 0,-2 0 0,1 0 0,2 0 0,3 0 0,0 0 0,-1-4 0,0 0 0,-1 0 0,1 0 0,-2 0 0,-3 1 0,3-2 0,-2 1 0,-2-4 0,1 4 0,-1-5 0,2 5 0,1-5 0,-6 1 0,6-3 0,-2-1 0,-2 0 0,-2 0 0,-2-2 0,-2-2 0,5 1 0,-1-5 0,0 5 0,-2-1 0,1 2 0,1 2 0,1-5 0,-1 3 0,0-2 0,-1 2 0,-1 1 0,-2-3 0,-3 2 0,-1-2 0,-4-1 0,4 0 0,-5-3 0,1 4 0,-6-6 0,-2 2 0,0-7 0,4-1 0,-4-5 0,-1 4 0,0-2 0,0-3 0,-5 4 0,8-4 0,-6 6 0,-1 1 0,-2 2 0,0-2 0,2 1 0,1 3 0,0 3 0,-4-1 0,-5 4 0,2 1 0,-4 0 0,0 1 0,1 1 0,-4 2 0,2 0 0,-4 0 0,3 0 0,-8-1 0,4 1 0,1 0 0,-6 0 0,-1-4 0,-5 0 0,0 1 0,-1 1 0,1 2 0,0 0 0,-1 0 0,2 4 0,3 0 0,3 1 0,4-1 0,1 4 0,5 2 0,2 2 0,5 0 0,0 0 0,5 0 0,4 2 0,7 2 0,-3 3 0,5-1 0,-6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31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24041 1788 8912,'-20'0'0,"-1"0"0,-3-2 0,-3-2 0,-4 1 0,-1 4 0,-3 11 0,1 9 0,-1 13 0,3 12 0,3 6 0,6 7 0,4 8 0,2 5 0,0 18 0,7-10 0,4 12 0,5-6 0,2-8 0,5-9 0,6-2 0,11-10 0,-2-9 0,5-13 0,1-9 0,0-1 0,2-6 0,11 4 0,2-11 0,2-7 0,9-3-51,1-2 0,13-15 0,-6-4 0</inkml:trace>
  <inkml:trace contextRef="#ctx0" brushRef="#br0" timeOffset="1">24660 2132 8912,'-17'-10'0,"5"-3"0,1 7 0,5 1 0,-5 5 0,7 9 0,-4 8 0,1 10 0,5 7 0,-4 7 0,4 4 0,2 5 0,0-4 0,0 0 0,8 0 0,3 5 0,4 8 0,-3-13 0,-3-2 0,-1-11 0,-10-1 0,-7-5 0</inkml:trace>
  <inkml:trace contextRef="#ctx0" brushRef="#br0" timeOffset="2">24299 2149 8912,'-18'-25'0,"9"6"0,3-4 0,-2 4 0,3 2 0,1 0 0,6 0 0,9-1 0,8 1 0,16 0 0,7-8 0,8 6 0,11-4 0,6 4 0,3 8 0,13 1 0,-7 2 0,-5 5 0,-6 16 0,-23 6 0,-8 15 0,-14 8 0,-15 4 0,-3 4 0,-25 2 0,-5-1 0</inkml:trace>
  <inkml:trace contextRef="#ctx0" brushRef="#br0" timeOffset="3">24454 2820 8912,'11'0'0,"0"0"0,1 0 0,11-8 0,4-5 0,5-8 0,1-2 0,13-8 0,-1-1 0,-1 1 0,4 2 0,-8 1 0,-5-3 0,-7 8 0,-8 0 0,-3 6 0,0 8 0,-15 1 0,6 0 0,-10 6 0,-2-1 0,-2 6 0,0 1 0,6 8 0,0-7 0,0 7 0,0-1 0,0 7 0,0-1 0,0 0 0,2 0 0,4 0 0,-4 1 0,6-1 0,-8 0 0,0 0 0,7 0 0,-5 1 0,6-9 0,-8-1 0,0-8 0,6-8 0,-1-3 0,-1-5 0,6-9 0,-1-1 0,3-3 0,-1 0 0,1 1 0,-1 1 0,-1 2 0,-3 0 0,7 6 0,-10 0 0,7 8 0,0-1 0,7 3 0,-7 1 0,-1 10 0,-3 4 0,1-2 0,-2 7 0,-4 0 0,3 7 0,-3-9 0,6 6 0,-6-5 0,13 0 0,-3-5 0,-3-3 0,3-2 0,1-2 0,2-3 0,3-5 0,-1-7 0,0 0 0,0-1 0,0 1 0,1 0 0,-1 0 0,0 7 0,0 5 0,0 3 0,1 2 0,-1 2 0,0 3 0,0-1 0,0 8 0,3-7 0,3 7 0,3-8 0,9 1 0,-1-3 0,1-2 0,-1 0 0,0-7 0,-5-3 0,-2-7 0,-2 0 0,-2-2 0,-6-2 0,-2-2 0,-3 2 0,3-6 0,-13 8 0,4-4 0,-12 6 0,-6 5 0,-3 3 0,-2 5 0,0-2 0,-8 0 0,6 14 0,-4 3 0,4 5 0,1 1 0,1 0 0,2 6 0,1 0 0,3-2 0,7 0 0,-2 2 0,5-4 0,1 4 0,0-4 0,0-2 0,1-7 0,5-4 0,4-5 0,7-2 0,0-5 0,0-6 0,1-3 0,-1-2 0,0 0 0,0-1 0,-1 1 0,-5 0 0,2 6 0,-7-1 0,2 8 0,-3-1 0,7 3 0,-4 9 0,5 5 0,-7 11 0,7 3 0,-1 9 0,3-1 0,-4 8 0,1 4 0,-1 4 0,5-4 0,-3-2 0,-2-2 0,-7 3 0,2-4 0,-4-5 0,-2-6 0,-8-5 0,-1-8 0,-10 1 0,-4-1 0,2-2 0,-8-3 0,2-5 0,-2-7 0,5 0 0,6 0 0,1-9 0,0-9 0,2-6 0,3-11 0,7 1 0,-5-16 0,0-3 0</inkml:trace>
  <inkml:trace contextRef="#ctx0" brushRef="#br0" timeOffset="4">25262 1032 8912,'-2'-35'0,"-3"3"0,-5 3 0,-1 6 0,1 4 0,2 2 0,-3 9 0,5 8 0,0 10 0,6 15 0,0 9 0,0 2 0,0 10 0,0 2 0,0 0 0,0-3 0,-5 5 0,-1-4 0,0-4 0,6-2 0,0-5 0,0-7 0,0-3 0,0-8 0,0-11 0,0-12 0,6-13 0,0-21 0,1-4 0,-1-8 0,-4 1 0,4-1 0,-4-7 0,3 6 0,1-5 0,2 7 0,-2 5 0,-5 6 0,7 11 0,0 6 0,-4 14 0,7 12 0,2 18 0,5 8 0,5 17 0,1 0 0,5 5 0,4 1 0,-1-8 0,8-4 0,0-6 0,1-5 0,-1-6 0,0-12 0,-11-3 0,-3-10 0,-1-4 0,-2-5 0,-6-12 0,-1-4 0,-5-9 0,-5-4 0,-4-6 0,-2-4 0,0-1 0,-8-1 0,1 3 0,-5 3 0,-3 9 0,3 9 0,-3 14 0,-2-1 0,7 30 0,3 4 0</inkml:trace>
  <inkml:trace contextRef="#ctx0" brushRef="#br0" timeOffset="5">26054 1083 8912,'9'-17'0,"-3"0"0,-4 0 0,-2-1 0,0 1 0,-2 0 0,-4 0 0,-3 7 0,-10 6 0,-4 8 0,-6 8 0,-3 11 0,-1 3 0,3 9 0,1-1 0,8 1 0,-2-1 0,4 0 0,9-1 0,5-5 0,3-3 0,2-8 0,0 1 0,2-3 0,3-4 0,12-3 0,3-16 0,4-3 0,1-4 0,-6-10 0,8-2 0,-6-5 0,2 3 0,0-4 0,-6 7 0,1-9 0,-3 7 0,-4-1 0,5 8 0,-5-2 0,-1 12 0,1 5 0,-7 12 0,2 5 0,-4 10 0,-2 4 0,1 0 0,3 2 0,2-1 0,7 1 0,-1 2 0,3-6 0,2-4 0,1-2 0,-1 0 0,0 0 0,8 0 0,2 1 0</inkml:trace>
  <inkml:trace contextRef="#ctx0" brushRef="#br0" timeOffset="6">26450 671 8912,'0'-18'0,"0"1"0,0 0 0,0 9 0,0 8 0,0 16 0,0 14 0,0 8 0,7-1 0,-5 12 0,4-1 0,-4 7 0,-2-1 0,0 3 0,2-3 0,4-3 0,-4 1 0,5 0 0,-7-1 0,0-7 0,-15-2 0,-4-8 0</inkml:trace>
  <inkml:trace contextRef="#ctx0" brushRef="#br0" timeOffset="7">26295 1204 8912,'0'-27'0,"0"-4"0,0 8 0,0 0 0,0 6 0,8 6 0,3-1 0,4-1 0,10 5 0,4 1 0,3-1 0,3 6 0,-1-4 0,1 2 0,-1 1 0,-2-3 0,-1 2 0,-2 2 0,-8 2 0,2 0 0,-4 0 0,-10 0 0,-1 2 0,-8 4 0,0 5 0,0 5 0,0 1 0,-8 0 0,7 0 0,-7 0 0,6 1 0,-4-1 0,4-6 0,-3 1 0,3 1 0,9-5 0,3-1 0,7-7 0,0 0 0,0 0 0,1-7 0,-1-5 0,0-3 0,-5-2 0,-1-2 0,2-4 0,3 4 0,1-6 0,0 8 0,-7-1 0,5 9 0,-4 3 0,-3 6 0,0 6 0,-2 7 0,-1 8 0,9 0 0,-3 8 0,4-2 0,3 1 0,1-1 0,4-4 0,3-4 0,9 4 0,-1-12 0,1 3 0,-1-8 0,1-3 0,-3-3 0,-3-5 0,-4-5 0,-8-7 0,-2-6 0,-3 0 0,1-6 0,-7 5 0,-2-1 0,-3 0 0,-1 2 0,-5 4 0,-3 0 0,-2 2 0,-1-3 0,-6 15 0,5-1 0,1 6 0,5 0 0,-5 2 0,-3 4 0,7 3 0,-1 8 0,2 1 0,0-1 0,1 0 0,5 0 0,0 0 0,0 1 0,0-1 0,7 0 0,-3-8 0,8-3 0,-7-4 0,7-2 0,-1 0 0,7 0 0,-1 0 0,0-6 0,0 1 0,-7-1 0,5-2 0,-13 6 0,11-7 0,-7 3 0,2 4 0,-3-4 0,-3 5 0,8-1 0,-4-4 0,3-2 0,8-3 0,1-4 0,-1 1 0,0-5 0,0-4 0,1-9 0,-1-3 0,0-1 0,0-10 0,-2 2 0,-3-2 0,-4-5 0,-8-1 0,0 3 0,-2-3 0,-4 10 0,-4 8 0,-7 5 0,0 12 0,0 11 0,0 4 0,-8 17 0,6 12 0,-4 19 0,3 4 0,11 11 0,3 7 0,6 13 0,6 8 0,11-1 0,-8-35 0,1 1 0,2-2 0,-1 0-334,0 0 0,-3 1 334,-3-5 0,0 1 0,2 2 0,-1-1 0,-4 48 0,-4-48 0,-3 1 0,-4 1 0,0-1 0</inkml:trace>
  <inkml:trace contextRef="#ctx0" brushRef="#br0" timeOffset="8">26123 2355 8912,'0'-11'0,"0"0"0,0 7 0,0 4 0,0 11 0,0 4 0,0 3 0,6-1 0,1 0 0,3 0 0,-6 0 0,5-5 0,-5-1 0,4 3 0,1 1 0,-5-4 0,2 1 0,3-8 0,1 3 0</inkml:trace>
  <inkml:trace contextRef="#ctx0" brushRef="#br0" timeOffset="9">26140 2149 8912,'-27'-17'0,"2"0"0,8 0 0,0-1 0,7 1 0,3 8 0,7 1 0,7 8 0,7 2 0,9 2 0,11 1 0,2 9 0,8-5 0,-2 1 0,6 5 0,-4-13 0,8 6 0</inkml:trace>
  <inkml:trace contextRef="#ctx0" brushRef="#br0" timeOffset="10">26570 2304 8912,'12'0'0,"-1"0"0,4 0 0,5 0 0,2 0 0,7 0 0,-6 0 0,8-6 0,-3-1 0,5-3 0,1-3 0,8 5 0,-5-7 0,3 3 0,-6-3 0,-3 0 0,-2 3 0,-8-3 0,2 3 0,-12 3 0,-5-3 0,-4 9 0,-2-13 0,0 14 0,-8-5 0,-3 7 0,-5 2 0,-1 3 0,6-1 0,1 8 0,2 1 0,5 2 0,1-5 0,2 5 0,0-3 0,0 3 0,0 4 0,0 4 0,2-4 0,1 6 0,5-2 0,2 0 0,9 7 0,0-3 0,4 7 0,-2 1 0,2-1 0,-6 1 0,2 1 0,-6 4 0,-3-6 0,1 1 0,-3-1 0,-8-13 0,-2 6 0,-2-2 0,-3-6 0,-3-6 0,6-5 0,-11 0 0,13-7 0,-6-1 0,16-17 0,2-10 0</inkml:trace>
  <inkml:trace contextRef="#ctx0" brushRef="#br0" timeOffset="11">28635 309 8912,'0'-61'0,"0"17"0,0 16 0,0 14 0,2 24 0,4 20 0,5 18 0,5 27 0,3 9 0,-8-34 0,1 3 0,2 3 0,0 1 0,3 6 0,-1 2-554,1 8 0,0 3 0,3 6 0,0 4 554,-6-21 0,-1 3 0,1-1-125,0 2 1,0 0 0,-2 2-1,-2 4 1,-2 1 0,-1 0-1,-1-1 1,0 0 0,-1 0 124,0 0 0,-2 0 0,-4-3 0,-10 24 0,-6-3 0,0 2 0,-6-5 0,-12-12 0,-5-5 0,1-1 0,-2 0 0,-4 0 0,-2-1 0,-1-7 0,-3-2 0,-6 2 0,-1-2 0,-3-3 0</inkml:trace>
  <inkml:trace contextRef="#ctx0" brushRef="#br0" timeOffset="12">5142 11586 8912,'7'-12'0,"-2"1"0,-5 0 0,0-1 0,0 5 0,0-1 0,0 0 0,-5 2 0,3 1 0,-3 5 0,5 0 0,5 0 0,-2 0 0,5 0 0,0 0 0,3 0 0,0-4 0,0 0 0,1 2 0,3-3 0,0 1 0,5-1 0,-1 1 0,3 3 0,5-5 0,0 3 0,3-1 0,0-3 0,5 3 0,2 0 0,1-1 0,5 4 0,-6-4 0,5 3 0,1-1 0,1 1 0,-2-3 0,-3 5 0,-3 0 0,1 5 0,-8-2 0,4 3 0,-2-1 0,0-2 0,-5 2 0,6-1 0,3-2 0,5-1 0,5-1 0,1 0 0,0 0 0,-1-5 0,1 3 0,-1-4 0,1 0 0,0-1 0,-1 2 0,2 0 0,3 0 0,-4 1 0,6 0 0,-4 0 0,2 2 0,-6 0 0,3 2 0,-5 0 0,1 0 0,-6 0 0,1 0 0,5 0 0,-1 0 0,-3 0 0,-1 0 0,-6 0 0,-2 0 0,-3 0 0,2 0 0,-1 0 0,-3 0 0,-6-5 0,1 4 0,-5-3 0,6-1 0,-2 2 0,-2-1 0,2 4 0,0 0 0,4 0 0,0-2 0,0 0 0,0-2 0,-1 0 0,-3 4 0,-1-1 0,-1-3 0,3 3 0,-11-4 0,2 5 0,-1 0 0,0-5 0,-3 4 0,3-4 0,-9 5 0,4-6 0,0 5 0,2-4 0,4 5 0,1 0 0,-1 0 0,0-4 0,1 1 0,-1 0 0,1 2 0,-1 1 0,0 0 0,1 0 0,-6 0 0,-6 0 0,-6 0 0</inkml:trace>
  <inkml:trace contextRef="#ctx0" brushRef="#br0" timeOffset="13">13512 11495 8912,'6'0'0,"-1"-2"0,-5-1 0,0 0 0,0-5 0,0 1 0,-1-3 0,-3 2 0,3-2 0,-3 2 0,1 3 0,1 0 0,-2 0 0,0 4 0,4-4 0,5 10 0,2 1 0,3 2 0,-3-1 0,4-3 0,-4 3 0,3-1 0,3-1 0,2 0 0,-2-1 0,8-4 0,0 0 0,4 0 0,4 0 0,12 0 0,4 0 0,7 0 0,9-5 0,2 0 0,-29 0 0,1 1 0,-1 0 0,0 0 0,-1 1 0,-1 0 0,30-6 0,-3 3 0,-3 1 0,-11-4 0,3 6 0,-10-3 0,-2 1 0,0-4 0,-6 8 0,-2-4 0,-4 0 0,2 3 0,-14-6 0,3 4 0,-3-1 0,-5 1 0,-1 3 0,-6-4 0,-6 5 0,5 0 0,-4 0 0,5 0 0,-5 0 0,4 0 0,-4 0 0,5 0 0,-5 0 0,2 0 0,-4 0 0,-1 0 0,-3 0 0</inkml:trace>
  <inkml:trace contextRef="#ctx0" brushRef="#br0" timeOffset="14">22872 5987 8912,'-9'0'0,"2"0"0,1 0 0,-2 0 0,-1-4 0,1 0 0,0-1 0,1-3 0,5 2 0,-1 0 0,2-1 0,1-2 0,0-1 0,0 0 0,1 4 0,1-1 0,2-1 0,2 0 0,-4-2 0,7-4 0,-3-4 0,3-3 0,1-4 0,1-10 0,2-3 0,3-3 0,3-6 0,0 2 0,2-4 0,1 0 0,0 1 0,1 0 0,-3 2-920,-1 4 920,1-3 0,0 5 0,-1-3 0,1 3 0,-4 1 0,0 0 0,1-4 0,3-2-103,3-4 1,2 1-1,-10 25 1,1-1 102,0 1 0,0 1 0,21-19 0,-17 20 0,1 0 0,16-16 0,-3 5 0,-1 1 0,-4 2 0,0 1 0,-3 2 0,2-2 0,-2 6 0,2-6 0,9 4 0,3-2 0,4 2 0,-1 6 0,-2 2 0,-4-2 0,-1 4 0,0 0 0,-1 0 0,-2 1 0,-2 6 0,1 2 0,4 1 0,2 0 0,2 9 0,-2 2 0,-2 5 0,-3 3 0,-2 9 0,0 3 0,2 5 0,1 1 0,-2 5 0,-13-17 0,-1 0 0,3 2 0,0 1-230,3 1 0,1 1 1,-1 2-1,1 1 230,-1-1 0,1 0 0,-3 0 0,0 0 0,-2-1 0,-1-1 0,-1 0 0,0 0 0,0-2 0,-1 0 0,0-2 0,0 1 0,-1 1 0,0 0 0,18 16 0,-16-18 0,0 0 101,1 0 0,0-1 1,2-1-1,-1 0 0,0 2 1,0-1-1,14 19-101,-2-1 0,-7 0 0,2 6-95,-4 4 1,-10-23-1,0 1 95,-1 2 0,-1 1 0,3 0 0,0 0 0,1 0 0,0 2 0,2 0 0,0 1 0,2 2 0,1 1 0,-1-1 0,1 0 0,-1 1 0,0 0 0,-1-2 0,0-1 0,-2-1 0,0-2 0,-2-3 0,-2-1 0,11 15 0,-2-8 0,-6 0 0,-1-12 0,-4 1 0,0-5 0,0-4 968,-1-2-968,-3-6 86,-2-1-86,-4-4 770,0 0-770,0-4 0,0-1 0,0-5 0,5 0 0,0-4 0,4-2 0,-3-3 0,3 0 0,-8-1 0,3-8 0,-4-3 0</inkml:trace>
  <inkml:trace contextRef="#ctx0" brushRef="#br0" timeOffset="15">25310 6143 8912,'0'10'0,"-4"-1"0,-2-3 0,-3-3 0,3-1 0,3 2 0,3-2 0,5 4 0,4 2 0,7 1 0,6 1 0,6-1 0,3 0 0,5-2 0,2 1 0,1-3 0,-1 2 0,-1-1 0,-1-2 0,-5 2 0,-2-2 0,-5 0 0,-8-2 0,-3 2 0,3-1 0,-10-3 0,3 0 0,-10 0 0,-3 0 0,3 0 0,-3 0 0,4 0 0,-4-5 0,-2-4 0,-4-7 0</inkml:trace>
  <inkml:trace contextRef="#ctx0" brushRef="#br0" timeOffset="16">25888 5762 8912,'-11'-10'0,"-1"1"0,-1 3 0,0 1 0,4 11 0,2 3 0,1 9 0,2 7 0,-4 10 0,7 7 0,-2 7 0,2 4-91,1-25 0,0 1 0,0 0 0,1-1 0,0 0 0,1 0 91,5 24 0,6-2 0,2-8 0,6-3 0,2-4 0,-2-1 0,6-11 0,0-2 0,-3-4 0,0-3 0</inkml:trace>
  <inkml:trace contextRef="#ctx0" brushRef="#br1" timeOffset="17">23029 10183 8912,'-13'-7'0,"0"-2"0,1 0 0,2 2 0,4-1 0,2 4 0,7-1 0,0 1 0,4 3 0,-2-5 0,2 4 0,0-1 0,-1 0 0,4 3 0,-3 0 0,-1 0 0,2 0 0,-4 0 0,5 0 0,-4 0 0,1 0 0,-1 0 0,-1 0 0,-3 1 0,2 2 0,2 3 0,1 3 0,-1 1 0,0 0 0,-2 3 0,0 0 0,4 4 0,-4 0 0,5 4 0,-2 2 0,-1 4 0,2 0 0,0 1 0,3 1 0,3 0 0,-2 1 0,2-1 0,3-3 0,-1-1 0,0-1 0,0 1 0,-3-4 0,1-3 0,0 0 0,0-2 0,1 0 0,-1-4 0,-4 1 0,1-2 0,0-1 0,0 0 0,4 0 0,-5 3 0,4 0 0,-5 1 0,5-1 0,-3-2 0,-2 2 0,-2-2 0,1-2 0,-2 1 0,-1 0 0,0-4 0,-1 1 0,2-5 0,-2 1 0,-2-2 0,3-1 0,-4 0 0,5 5 0,-4-4 0,4 3 0,-3-3 0,2 3 0,0-3 0,-1 2 0,-2 2 0,8-4 0,-4 4 0,1-1 0,3-2 0,-3 5 0,3-5 0,-3 6 0,1-4 0,0 1 0,2 1 0,1 1 0,0 0 0,0 1 0,-1 0 0,4 3 0,2 1 0,0 1 0,1 0 0,1-2 0,3 2 0,-4-2 0,4 2 0,0-1 0,-4 0 0,2 1 0,2 0 0,-2-4 0,0-2 0,-2 0 0,-4-5 0,2 6 0,-4-5 0,0 5 0,0-7 0,-1 2 0,-2-2 0,-1-1 0,1 0 0,3 0 0,0 1 0,0 1 0,2 1 0,2 0 0,-1-2 0,-4 2 0,2 0 0,2-1 0,3 0 0,3 1 0,1 0 0,4 4 0,1-3 0,0 1 0,3-2 0,-3 1 0,3-3 0,-2 2 0,-2-2 0,-4 3 0,4-3 0,-5-1 0,2 0 0,-5 0 0,-1 0 0,1 0 0,-2 0 0,1 0 0,-3 0 0,3 0 0,-3-1 0,1-3 0,7 3 0,-3-2 0,1 2 0,3-2 0,1-1 0,2-3 0,-2 1 0,1 1 0,0-4 0,-4 3 0,1-3 0,-1-1 0,1 0 0,-1 2 0,-2 0 0,-1 2 0,1 0 0,2-1 0,1 0 0,-1-1 0,1 4 0,1-4 0,1 4 0,5-1 0,1-2 0,0-3 0,-1 1 0,-1-1 0,-4 0 0,5 0 0,-4 0 0,-1 1 0,-2-4 0,-3 0 0,-1 1 0,2 1 0,-4 1 0,1 0 0,-3 0 0,1 1 0,1-1 0,-1 0 0,3 0 0,3 0 0,-4-4 0,7 2 0,-2-3 0,0 1 0,1-3 0,-1 0 0,-2-1 0,-2-2 0,3 1 0,-5-1 0,2 1 0,0-2 0,-3-2 0,-2 2 0,2-2 0,-2-1 0,-2 3 0,4-4 0,0 2 0,-1-3 0,0 0 0,0-1 0,1 0 0,0-7 0,-2 4 0,2-4 0,-2 1 0,2-3 0,-2 5 0,-1-2 0,0 0 0,0 0 0,-5-4 0,3 3 0,-5-2 0,4-2 0,-1 4 0,-1-2 0,0 0 0,-1-1 0,0 3 0,3 2 0,1 1 0,-5 2 0,4-1 0,-1-2 0,4-2 0,-1-1 0,1 4 0,0-7 0,0 2 0,3-1 0,0 2 0,-1 5 0,-1 3 0,-5 6 0,1 1 0,-5 5 0,2 6 0,1 3 0,-4 2 0,3 4 0,-4 0 0,0 4 0,0-3 0,0 3 0,0-4 0,-4 0 0,3 0 0,-4 0 0,5 0 0,0-8 0,0-3 0</inkml:trace>
  <inkml:trace contextRef="#ctx0" brushRef="#br1" timeOffset="18">23244 10643 8912,'-6'10'0,"-2"-1"0,1-2 0,-2-1 0,0-2 0,3-1 0,-1-3 0,0 0 0,1 0 0,0 0 0,-1 0 0,1 0 0,-1 0 0,5 0 0,-2 0 0,4 0 0,0-4 0,0 3 0,-4-5 0,1 3 0,0 2 0,2-3 0,-2 3 0,0-3 0,-1 2 0,1-4 0,2 3 0,-4-2 0,4 3 0,-2-1 0,2-1 0,-5 0 0,3-3 0,2 3 0,-3-1 0,4 1 0,0 2 0,0-4 0,-5-1 0,4 1 0,-2-1 0,2-1 0,1 0 0,0-2 0,0 3 0,0 1 0,0-1 0,0-2 0,0-1 0,0 3 0,0 1 0,1 3 0,2-4 0,-2 5 0,4-2 0,-6 4 0,-3 0 0,2 1 0,-4 2 0,-3 3 0,-3 3 0,-4 5 0,-7 3 0,-3 1 0,-7 2 0,-2 3 0,-5 5 0,-3 3-93,3 4 1,17-17-1,-2 0 1,3-1-1,-1 1 93,-1-1 0,0-1 0,-1 1 0,0-1 0,-2-1 0,0-1 0,-1 1 0,-1 0 0,-1 0 0,-1-1 0,0-1 0,0-1 0,1 0 0,0 0 0,-1-2 0,0 1 0,-1 0 0,-1 0 0,-4 1 0,0 0-105,-1 1 0,1 0 1,-1 0-1,1-1 1,2-1-1,1 0 105,0 1 0,0-1 0,-2-1 0,1-1 0,-1-1 0,-1 0 0,-1-1 0,1 0 0,-1 0 0,1-1 0,3-1 0,1 0 0,0 0 0,-1-1 0,-1 1 0,0 0 0,-4 0 0,-1 0 0,3 0 0,0 0 0,-2 0 0,0 0 0,2-1 0,1 1 0,0 0 0,1 0 0,-1 0 0,-1 1 0,-1 0 0,0 0 0,-1 1 0,1-1 0,-1-1 0,2-1 0,3 0 0,1 0 0,-1-1 0,0 0 0,-2-1 0,-1 1 0,-6 2 0,1-1 0,4-3 0,0 0 0,-2 2 0,1 0 0,3-1 0,1 0 0,-2 0 0,0 0 0,-2-1 0,-1 0 0,0 1 0,0 0 0,1-1 0,1 0 0,-1 0 0,1-1 0,6 0 0,-1 0 0,-3 0 0,-1 0 0,-2 0 0,0 0 0,0 0 0,0 0 0,1-1 0,0-1 0,4 0 0,-1-1 0,0 1 0,-1 0 0,-1 0 0,0 0 0,-1-2 0,0 1 0,0 2 0,1-1 0,2-2 0,1 0 0,3 1 0,0 0 0,-3 0 0,0 1 0,-2 1 0,0-1 0,-2 1 0,0 1 0,3 0 0,0 0 0,1 0 0,0 0 0,3 0 0,1 0 0,-1 0 0,0 0 0,-4 0 0,-1 0 0,0 0 0,0 0 0,3 0 0,0 0 0,1 0 0,1-1 0,2-1 0,0 1 0,-26 0 0,24-1 0,1-1 0,-3 1 0,0 0 0,3 1 0,0 0 0,-3-2 0,0-1 0,5 1 0,0 0 0,-25-7 0,-1 4 0,25 1 0,0-1 0,-1 1 0,-2 0 0,2-1 0,-1 1 0,1-1 0,1 1 0,-23-6 0,2-1 0,-1-1 0,7 0 0,-10 2 0,7-1 0,-5-1 0,0 0 0,5 3 0,4 1 0,4-1 0,2 0 0,-4 0 0,-1 0 0,-3 1-184,-4-1 1,2 0 183,1 0 0,0 1 0,7-1 0,-6 0 0,6 0 0,-1 0-37,0 1 0,-3-4 0,0-2 37,-2 0 0,4 3 0,3-6 0,7 2 102,4-3 1,1 3-1,-3-1 1,0 1-103,3 1 0,-6-4 0,6 5 0,-7-2 0,2-1 0,2 4 0,4-5 0,2 3 208,3 0 0,0-4 0,1 4-208,3 0 0,2-3 135,4 5 0,0-3 0,1 2-135,-1-1 0,0 0 130,0-2-130,5-1 0,-4 4 0,3-3 0,-2 0 0,1 4 0,-1 0 0,2 3 0,0 1 0,-1 3 0,5-3 0,-7 8 0,7-3 0,-4 4 0,3 4 0,-3 8 0,-1 11 0,-17 6 0,-11 10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331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7365 5811 8912,'-17'-7'0,"0"-5"0,0-3 0,-1-2 0,7 1 0,1 3 0,1 3 0,1 1 0,1-1 0,-1 7 0,2-3 0,2 4 0,-7 2 0,-2 0 0,-3 8 0,-1 1 0,0 10 0,0 4 0,-1 4 0,1 11 0,0 6 0,0 8 0,-8 11 0,0 0 0,-6 9 0,3 3-72,7 7 0,-2-11 0,9 3 72,3-3 0,9-12 0,2-7 0,10-10 0,5-6 0,10-17 0,9 2 0,12-15 0,-2-10 0,2-13 0,0-8 0,4-13 0,-5-8 0,-3-8 0</inkml:trace>
  <inkml:trace contextRef="#ctx0" brushRef="#br0" timeOffset="1">7641 6104 8912,'0'9'0,"0"-1"0,-2-3 0,-4 1 0,4 0 0,-7 0 0,5 1 0,-2 3 0,0-6 0,6 11 0,0-4 0,0 5 0,0 1 0,0 6 0,2 0 0,2-2 0,4-2 0,1-2 0,-5 0 0,9 0 0,-7 1 0,2-1 0,-2 0 0,-5-5 0,5-1 0,-4-7 0,-2 3 0,0-7 0,0 0 0</inkml:trace>
  <inkml:trace contextRef="#ctx0" brushRef="#br0" timeOffset="2">7417 6224 8912,'-17'0'0,"0"0"0,-1 0 0,1 0 0,0 0 0,7-2 0,7-2 0,6-2 0,7-7 0,7 2 0,10-10 0,5-2 0,9 0 0,3-2 0,1 6 0,5-6 0,-4 8 0,2 0 0,-8-1 0,0 7 0,-5 1 0,-1 3 0,-15 1 0,-4 6 0</inkml:trace>
  <inkml:trace contextRef="#ctx0" brushRef="#br0" timeOffset="3">7589 6516 8912,'-6'17'0,"1"1"0,-1-1 0,6-8 0,0-1 0,7-16 0,7-5 0,7-8 0,6 0 0,7-6 0,0 2 0,1 2 0,-1-1 0,1 4 0,-1-4 0,1 6 0,-3 1 0,-3 0 0,-6 0 0,0 5 0,-6 1 0,4 7 0,-12-4 0,1 10 0,-4 4 0,-4 4 0,-2 7 0,0 8 0,0-4 0,0 5 0,0-1 0,-8 6 0,6-12 0,-6 6 0,1 0 0,5-6 0,-4 4 0,4-4 0,2-2 0,-2-6 0,-3 1 0,3-8 0,-6 3 0,8-14 0,2-5 0,2-11 0,3-5 0,3-5 0,3-1 0,-5-1 0,7 7 0,-3-1 0,3 2 0,2-1 0,-1 3 0,-3 10 0,-2 3 0,1-3 0,5 13 0,0-4 0,1 6 0,-1 6 0,0 3 0,0 11 0,0 3 0,1-4 0,-1 5 0,0-1 0,0 0 0,8 0 0,-8-6 0,2-1 0,-5-5 0,5 4 0,8-5 0</inkml:trace>
  <inkml:trace contextRef="#ctx0" brushRef="#br0" timeOffset="4">8845 6172 8912,'-5'18'0,"-1"-1"0,2 2 0,2 4 0,2-4 0,0 6 0,0-2 0,0 0 0,0 7 0,0-11 0,0 4 0,0-4 0,0-2 0,0 1 0</inkml:trace>
  <inkml:trace contextRef="#ctx0" brushRef="#br0" timeOffset="5">8828 6035 8912,'-11'-8'0,"-1"-3"0,-1-5 0,-3-1 0,-1 0 0,8 7 0,1 3 0,10 7 0,4 0 0,5 0 0,4 0 0,3 7 0,-1-5 0,0 6 0</inkml:trace>
  <inkml:trace contextRef="#ctx0" brushRef="#br0" timeOffset="6">9035 6190 8912,'9'7'0,"6"3"0,-13 7 0,6 0 0,-8 0 0,0 0 0,0 1 0,0-1 0,0 0 0,0 0 0,-2 0 0,-4 1 0,4-1 0,-5 0 0,7-5 0,0-1 0,0-7 0,0 3 0,0-7 0,0-1 0,0-5 0,0-8 0,0-7 0,0 0 0,0-7 0,0-1 0,0-5 0,7 5 0,5 0 0,1 3 0,-1-3 0,3 4 0,-5 8 0,7 2 0,0 3 0,0 6 0,0 5 0,-7 1 0,5 1 0,-3 5 0,-3 4 0,1 7 0,-2 0 0,-3 8 0,-5-6 0,0 4 0,0-4 0,0-2 0,0 0 0,0 1 0,0-7 0,0 1 0,0-9 0,0 5 0,8-8 0,-6-8 0,5-3 0,1-4 0,-6-3 0,6 1 0,-1 0 0,3 0 0,-1 0 0,7 0 0,-7-1 0,9 1 0,-1 6 0,0-1 0,0 8 0,0 2 0,-1 10 0,-3 2 0,-1 3 0,-3-3 0,3 1 0,3-5 0,-4 5 0,5-7 0,1 2 0,0-4 0,0-2 0,2 0 0,4 0 0,-4 0 0,6-8 0,-6-3 0,2-5 0,2-1 0,-2 0 0,-1-8 0,-3 6 0,0-4 0,0 4 0,-7 2 0,-3 0 0,-14 7 0,-5 4 0,-3 4 0,-2 4 0,0 4 0,-1 6 0,1-5 0,0 7 0,2-7 0,3 3 0,-1 1 0,7 6 0,-5-5 0,5-1 0,-2-5 0,2 5 0,5 1 0,-7 5 0,8 0 0,8-7 0,1-2 0,8-8 0,0 0 0,1 0 0,-1 0 0,0 0 0,0-2 0,1-4 0,-1-6 0,0-3 0,0-2 0,0 5 0,-1 1 0,-5-2 0,4-3 0,-11 5 0,8-1 0,-1 1 0,1 1 0,-1 5 0,-5 3 0,5 2 0,3 0 0,-7 0 0,9 0 0,-5 0 0,-3 0 0,7 6 0,-3-1 0,1 3 0,-2-2 0,5-4 0,-7 5 0,8-7 0,-7 0 0,5 0 0,-3-2 0,3-3 0,-5 1 0,-5-8 0,3 7 0,-2-7 0,0 1 0,-1-1 0,1 1 0,0 7 0,-6-11 0,0 13 0,0-6 0,-8 8 0,-3 0 0,3 0 0,-2 0 0,5 0 0,3 0 0,-6 8 0,2-5 0,1 9 0,-1-8 0,6 11 0,0-3 0,0-5 0,0 1 0,0-1 0,2-5 0,4 4 0,-3-4 0,9-2 0,-6 0 0,5 0 0,-5 0 0,3-2 0,-1-4 0,3 3 0,-5-9 0,0 8 0,2-11 0,-6 13 0,5-13 0,-7 11 0,0-8 0,0 9 0,0-5 0,0 6 0,0-4 0,0 4 0,0-5 0,0 7 0,0 0 0,-7 0 0,5 0 0,-8 0 0,4 0 0,4 0 0,-5 0 0,5 0 0,-4 0 0,4 0 0,-7 0 0,3 0 0,4 0 0,-13 7 0,7 3 0,-5 7 0,3 0 0,1 3 0,-1 2 0,6-2 0,-4 6 0,8-5 0,0 2 0,0 0 0,0-6 0,8 1 0,2-3 0,7-4 0,0-5 0,0-4 0,1-2 0,-1-2 0,2-4 0,0-7 0,-2-8 0,4 2 0,-11-14 0,5 7 0,-3-1 0,-3-4 0,-3 8 0,-4-7 0,5 14 0,-7-6 0,0 14 0,0-15 0,0 29 0,0 1 0,0 14 0,0 14 0,0-1 0,0 18 0,0-1 0,0 1 0,0 5 0,0-3 0,2 3 0,4 0 0,-4 6 0,4-5 0,-4-1 0,-2-5 0,-8-3 0,-4-1 0,-3-2 0,0-10 0,2-1 0,1-11 0,1-12 0,-7-6 0,1-12 0,0-6 0,7-11 0,3-11 0,7-12 0,0-5 0,0-5 0,0-1 0,0 3 0,0 7 0,7-3 0,1 14 0,5-4 0,-1 3 0,-1 5 0,7 3 0,-1-1 0,0 7 0,6 0 0,0 6 0,7-1 0,-3 1 0,8 0 0,-1 0 0,-1 1 0,-5 3 0,-5 4 0,-4 1 0,-1-5 0,-3 9 0,-4-8 0,3 7 0,-9-7 0,1 1 0,-6 1 0,0-5 0,-7 13 0,-5-4 0,2 6 0,-1 6 0,-2 5 0,-3 5 0,-1 8 0,0-3 0,0 8 0,-1 2 0,7 1 0,0 3 0,5-1 0,-6 0 0,9 1 0,-3-1 0,4-7 0,4-2 0,4-8 0,5 0 0,6-2 0,6-3 0,4-5 0,9-14 0,2-5 0,3-3 0,5-10 0,-6-3 0,0-13 0,-6 3 0,1-8 0,-1-1 0,-9 3 0,-8-2 0,-2 6 0,-9-4 0,-2 2 0,-2 4 0,-2 9 0,0 6 0,0 12 0,-2-3 0,-4 8 0,4 8 0,-5 10 0,7 11 0,0-2 0,0 9 0,0 7 0,2-3 0,1 6 0,5-4 0,2-1 0,-7-1 0,11 1 0,-8-1 0,5-2 0,-3-1 0,1-2 0,-5-8 0,4 9 0,-8-7 0,0 0 0,-2-6 0,-4 0 0,-3-5 0,-9-3 0,1-1 0,0-4 0,0-2 0,7-10 0,-13-1 0,4-9 0</inkml:trace>
  <inkml:trace contextRef="#ctx0" brushRef="#br0" timeOffset="7">11427 6190 8912,'0'11'0,"0"0"0,0 3 0,0 1 0,0 2 0,-2 6 0,-2 2 0,-4 0 0,-1 0 0,3 3 0,-6-5 0,9 0 0,-5-6 0</inkml:trace>
  <inkml:trace contextRef="#ctx0" brushRef="#br0" timeOffset="8">13010 6104 8912,'0'-18'0,"0"1"0,0 0 0,0 0 0,-2 2 0,-4 3 0,2-1 0,-7 7 0,1 10 0,-3 11 0,3 8 0,1 6 0,-1 7 0,4 0 0,-5 10 0,5 0 0,-3 4 0,-1-3 0,1-1 0,3-2 0,-6 2 0,7 2 0,-7-8 0,6-8 0,-3-9 0,1-4 0,-13-9 0,2-2 0</inkml:trace>
  <inkml:trace contextRef="#ctx0" brushRef="#br0" timeOffset="9">12700 6172 8912,'0'-34'0,"8"0"0,-6 1 0,3 4 0,-3 7 0,6 2 0,1 3 0,9 8 0,-1 3 0,0 4 0,8 0 0,4-2 0,3-1 0,8-1 0,0 6 0,1 0 0,-7 0 0,-7 6 0,-4-1 0,-6 14 0,-6-1 0,-5 10 0,-12 3 0,-5 7 0,-12-2 0,-4 14 0,-9-6 0,-2 0 0,-3-4 0,3-4 0,8-1 0,1-1 0,2-3 0,-2-8 0,5-1 0,6-12 0</inkml:trace>
  <inkml:trace contextRef="#ctx0" brushRef="#br0" timeOffset="10">13320 6241 8912,'-10'8'0,"2"1"0,8 10 0,0 4 0,0-2 0,0 8 0,-5 0 0,-1 3 0,2-1 0,2-3 0,2-1 0,0 2 0,0 3 0,0-13 0,0-1 0,0-11 0</inkml:trace>
  <inkml:trace contextRef="#ctx0" brushRef="#br0" timeOffset="11">13251 6155 8912,'0'-17'0,"-2"0"0,-4 0 0,4-1 0,-6 9 0,8 1 0,8 8 0,4 0 0,3 8 0,2 1 0</inkml:trace>
  <inkml:trace contextRef="#ctx0" brushRef="#br0" timeOffset="12">13578 6310 8912,'0'9'0,"0"-1"0,0-6 0,0 4 0,0-4 0,0 7 0,0-3 0,0 3 0,0 9 0,0-7 0,0 1 0,0-1 0,-8 6 0,4 0 0,-7 1 0,7-1 0,-4 0 0,1 0 0,5-5 0,-6-3 0,2 1 0,1-1 0,-1-5 0,6 2 0,0-12 0,0 2 0,0-7 0,7-1 0,5-5 0,3 0 0,2 0 0,1 0 0,-1-1 0,0 3 0,0 4 0,0-3 0,1 9 0,-1 1 0,0 2 0,0 2 0,1 0 0,-1 0 0,4 2 0,-2 2 0,-4 1 0,-1 9 0,3-3 0,0 3 0,0-3 0,0 4 0,1-3 0,-1-5 0,8 9 0,1-7 0</inkml:trace>
  <inkml:trace contextRef="#ctx0" brushRef="#br0" timeOffset="13">14283 6155 8912,'-7'-9'0,"5"1"0,-14 8 0,14 2 0,-3 4 0,3 5 0,2 12 0,-6 2 0,0 5 0,2-1 0,3 2 0,1 3 0,0 6 0,0-4 0,0 5 0,0-5 0,0-2 0,-2 1 0,-4-1 0,4 0 0,-6-7 0,8-4 0,0-4 0,0-9 0,0-5 0,2-12 0,4-10 0,4-6 0,7-6 0,0-2 0,0 9 0,0-7 0,1 6 0,6-8 0,-4 14 0,3-2 0,-4 6 0,-8 9 0,1-2 0,-1 4 0,6 4 0,0 4 0,-5 5 0,-1 12 0,1-2 0,5 8 0,-7-8 0,5 4 0,-4-8 0,5 0 0,1-7 0,8 5 0,2-5 0</inkml:trace>
  <inkml:trace contextRef="#ctx0" brushRef="#br0" timeOffset="14">14713 6430 8912,'-7'-9'0,"5"1"0,-12 16 0,9 3 0,-7 10 0,7 2 0,-1 8 0,6-3 0,0 5 0,0 1 0,2-1 0,3-5 0,3 3 0,4-8 0,3-2 0,-4-10 0,5-3 0,1-8 0,-2-2 0,-3-4 0,1-5 0,-7-12 0,-1 2 0,-5-8 0,0 6 0,0-5 0,-1 7 0,-5-2 0,-4 4 0,-7 1 0,2 1 0,1 2 0,3 2 0,-2 1 0,5 8 0,0-5 0,8 3 0,0 2 0,0-7 0,0-1 0,0-5 0</inkml:trace>
  <inkml:trace contextRef="#ctx0" brushRef="#br0" timeOffset="15">15075 6190 8912,'-8'-18'0,"-1"9"0,-9 3 0,1 4 0,0 2 0,0 0 0,1 10 0,5 7 0,-2 8 0,7 9 0,-8 0 0,13 7 0,-5-1 0,4 6 0,2-6 0,2 6 0,2-4 0,3 0 0,5 0 0,7-4 0,-2-2 0,10-9 0,-6-4 0,2-4 0,0-10 0,0-1 0,0-8 0,-2 0 0,5-8 0,3-3 0,-4-12 0,2-4 0,-6-7 0,2 0 0,0-1 0,-6 1 0,-6-1 0,-1 1 0,-2 0 0,-5-1 0,-1 7 0,-2-1 0,-7 8 0,-5-2 0,-3 12 0,-2 5 0,0 8 0,-1 9 0,-5 8 0,0 16 0,0 7 0,6 4 0,0 3 0,7 1 0,5-2 0,3-4 0,6-2 0,7-4 0,8-10 0,23-5 0,4-11 0,4-6 0,2-14 0,-1-9 0,1-8 0,-1-25 0,1-3 0</inkml:trace>
  <inkml:trace contextRef="#ctx0" brushRef="#br0" timeOffset="16">16624 6396 8912,'15'-12'0,"-2"1"0,-3-2 0,-1-3 0,-1-1 0,0 0 0,-3 0 0,-6-1 0,-5 3 0,-6 4 0,-3 3 0,-4 8 0,-4 0 0,-4 13 0,-7 7 0,-1 4 0,1 11 0,-1 7 0,3 2 0,3 4 0,4 1 0,8 3 0,2-1 0,3 1 0,5 0 0,9-9 0,5-2 0,11-5 0,6-17 0,20 2 0,6-17 0,6-6 0,9-6 0,2-22 0,9-9-186,2-8 1,-13-1 0,2-11 0</inkml:trace>
  <inkml:trace contextRef="#ctx0" brushRef="#br0" timeOffset="17">17174 6379 8912,'-9'0'0,"-7"0"0,5 0 0,-4 0 0,-3 0 0,1 0 0,-2 0 0,-4 0 0,2 7 0,-8 5 0,1 3 0,-1 4 0,2 2 0,2 2 0,4 8 0,10-3 0,3-1 0,8 0 0,2-2 0,4-4 0,4-10 0,9 2 0,2-7 0,2-2 0,7-2 0,-3-4 0,7-4 0,1-5 0,-8-4 0,3-3 0,-7 1 0,-2 0 0,-2 0 0,-2 0 0,1-1 0,-3 1 0,-4 0 0,-3 6 0,-8-1 0,8 8 0,-6-3 0,5 7 0,-7 0 0,0 7 0,2 3 0,4-1 0,4 7 0,7-5 0,6-1 0,0 1 0,7-7 0,-9 4 0,8-8 0,0 0 0,-3 0 0,7 0 0,-6-8 0,7-2 0</inkml:trace>
  <inkml:trace contextRef="#ctx0" brushRef="#br0" timeOffset="18">17604 6413 8912,'0'-11'0,"-1"1"0,-5 2 0,4-5 0,-8 11 0,5-4 0,3-3 0,-6 7 0,8-4 0,0 12 0,0 9 0,0 10 0,0 0 0,0 2 0,0-1 0,0 3 0,0 5 0,0 1 0,0-1 0,6-5 0,0-1 0,-1-7 0,-5 2 0,0-3 0,0-3 0,0-8 0,2-1 0,4-8 0,-4-2 0,5-4 0,1-5 0,0-12 0,3-6 0,3-3 0,-7-3 0,1 1 0,0 0 0,3-1 0,-5 1 0,5 7 0,-5 4 0,7-4 0,-9 14 0,8-4 0,-7 11 0,7 0 0,-8 4 0,9 12 0,-7 5 0,-2 6 0,3 8 0,-1-6 0,0 7 0,-6-3 0,0 0 0,0-4 0,0-4 0,0-2 0,0 0 0,0 1 0,0-9 0,2-1 0,3-8 0,-3 0 0,12-14 0,-9-3 0,9-6 0,-3 0 0,-1-2 0,1-5 0,3 1 0,-5 8 0,3-2 0,-1 4 0,5 2 0,-3 2 0,-2 3 0,-7 5 0,12 7 0,-5 0 0,4 13 0,2 4 0,1 4 0,-1-4 0,0 1 0,0 3 0,1-4 0,4 4 0,1-12 0,-2 1 0,4-2 0,0-8 0,0 0 0,0 0 0,-8-6 0,-5 0 0,-1-7 0,6 1 0,-7-9 0,-4-2 0,-5 0 0,-1 6 0,0-2 0,0-4 0,-7 4 0,-3-6 0,-7 8 0,0 8 0,0 3 0,-1 4 0,1 2 0,0 8 0,0 3 0,0 12 0,-1 6 0,9-5 0,1 9 0,8-4 0,0 3 0,0 0 0,0-3 0,0 4 0,2-14 0,4 4 0,7-4 0,6-4 0,4-4 0,0-3 0,0-8 0,0-2 0,-2-4 0,4-5 0,-2-12 0,0 2 0,-6-8 0,0 7 0,0-7 0,-5 0 0,-1-5 0,-5-1 0,6 1 0,-9 5 0,3 1 0,-4 5 0,-2-6 0,6 14 0,0-2 0,-1 11 0,-5 6 0,0 17 0,2 10 0,4 0 0,-4 11 0,4-4 0,-4-3 0,3 1 0,3-3 0,1 3 0,-3-5 0,6-4 0,-1-4 0,-1-2 0,5-1 0,-4-5 0,3-5 0,-3-12 0,5-3 0,1-16 0,10-2 0</inkml:trace>
  <inkml:trace contextRef="#ctx0" brushRef="#br0" timeOffset="19">18878 6224 8912,'-25'8'0,"4"-5"0,-6 9 0,2 1 0,-3-3 0,5 1 0,0 6 0,6 6 0,-1 2 0,1-2 0,8-2 0,3 8 0,4-6 0,2 3 0,0-1 0,0-4 0,0-2 0,0-1 0,8-1 0,-5 0 0,9 0 0,-1-7 0,1-3 0,-1-7 0,1-7 0,5-3 0,0-7 0,0 0 0,-1 0 0,-3-1 0,-1-1 0,1-4 0,-5 4 0,7-4 0,-6 10 0,1 2 0,5 7 0,-11-10 0,8 9 0,1 1 0,-3 2 0,1 2 0,-5 2 0,5 3 0,1 5 0,5 13 0,0 0 0,-5 2 0,-1-4 0,2 2 0,3 0 0,1-8 0,0-4 0,0 5 0,1-7 0</inkml:trace>
  <inkml:trace contextRef="#ctx0" brushRef="#br0" timeOffset="20">19257 5760 8912,'-18'9'0,"1"7"0,2-13 0,3 9 0,5-8 0,7 11 0,2-2 0,3 8 0,11 8 0,10 3 0,13 12 0,18 8 0,2 7-287,4 10 0,-33-29 0,-2 2 287,18 44 0,-24-38 0,-2 1 0,-6 2 0,-3 2 0,-2 3 0,-1 0 0,-3 1 0,-3-1 0,-5 0 0,-3-1 0,-3-4 0,-3-1 0,-4-1 0,-3 0 0,-1-2 0,-2-3 0,-24 27 0,-5-14 0,1-9 0,4-19 0,4-8 0</inkml:trace>
  <inkml:trace contextRef="#ctx0" brushRef="#br0" timeOffset="21">3132 8751 8912,'-2'-11'0,"-2"-1"0,-1-1 0,-9 5 0,12 1 0,-5 7 0,7 0 0,0 0 0,0 7 0,-2-5 0,-4 4 0,-6-4 0,-3 4 0,-2-1 0,-8 1 0,-4 2 0,-9 3 0,-2 5 0,-8 1 0,-3 0 0,-13 2 0,-2 4 0,-11-4 0,4 13 0,-5-3 0,2 2 0,3-3 0,8 5 0,2-4 0,9-5 0,3-1 0,7-4 0,11-1 0,4-1 0,5-8 0,14-1 0,2-8 0,8 0 0,8 0 0,-6 0 0,7 0 0,-3 0 0,-4 0 0,6 8 0,-8 3 0,0-1 0,0 1 0,0 1 0,0 5 0,0 6 0,0 0 0,0-2 0,0 5 0,0 3 0,-6 3 0,-2 5 0,-1 3 0,3 4 0,-5 7 0,5 9 0,-6 3 0,3-2 0,-3 2 0,-1 0 0,7 6 0,-5 1 0,3 3 0,-1 1 0,3 3 0,-6-3 0,9-1-234,-3 7 0,-2 6 234,2 6 0,-5-2 0,5-8 0,2-2 0,-5-7 0,7 7 0,-4-11 0,4-4 0,2-14 0,0 1 0,0-1 0,0-1 0,0-4 0,0-4 0,0 0 0,0 4 0,0-4 0,0 13 0,0-3 0,0 5 0,0-2 0,0 3 0,0 7 0,0 2 0,2 7 0,2 1 0,2 1 0,5-3 0,-3 9 0,1 6 0,3-10 0,7 6 0,2-17 0,2-4 0,0-4 0,-8-9 0,-3-4 0,1-4 0,-5-10 117,1-3 0,-5-2 0,2-6 0,-2 1-117,1-1 0,-3-1 0,6-3 0,-8 0 0,0 6 0,0 0 0,2 0 0,4-6 0,-4 0 0,3 0 0,-3 0 0,-2 1 0,0-1 0,2 0 0,4 0 0,-4 0 0,4 1 0,-3-3 0,3-4 0,-4 5 0,4-5 0,-4-1 0,-2 1 0,5-5 0,1 5 0,2-5 0,-3 6 0,-1-9 0,8 3 0,-6-4 0,5-2 0,2 6 0,10-1 0,4 1 0,11-6 0,8 0 0,12 0 0,14-2 0,9-3 0,10-5-185,-42 2 1,0-1 0,1 0 0,1 1 184,1-1 0,-1 0 0,-2-2 0,-2 0 0,45-12 0,-12 0-8,-5 5 0,-5 1 0,-5 2 8,-7 4 0,-3-3 0,-16 8 0,-7 3 0,2 1 0,-5 2 0,-4 0 0,-2 0 0,-6 15 0,-5 8 0,-5 15 0,-7 6 0,0 8 0</inkml:trace>
  <inkml:trace contextRef="#ctx0" brushRef="#br0" timeOffset="22">20496 8923 8912,'-6'-17'0,"0"0"0,2 0 0,0-1 0,1 1 0,-3 0 0,-8 8 0,7 3 0,-5 12 0,5-3 0,9 7 0,1-1 0,3 1 0,8-6 0,-5 9 0,8-7 0,2-2 0,4-2 0,-2-2 0,8 0 0,2 0 0,1 0 0,3 0 0,7-2 0,2-2 0,2-4 0,-1-1 0,-1 3 0,2-5 0,-4 7 0,-9-4 0,-4 8 0,-6 0 0,-4-6 0,-2 1 0,-8-1 0,-3 6 0,-12 0 0,-3 0 0,-10 0 0,-4 0 0,-4 2 0,-7 4 0,-1-5 0,1 5 0,-8-4 0,3 4 0,-5 0 0,2-3 0,-3 5 0,4-2 0,-1-1 0,2-5 0,4 6 0,-2 0 0,7-2 0,0 3 0,8-1 0,2-2 0,4 0 0,6 1 0,3-3 0,8 6 0,8-8 0,1 0 0,8 0 0,8 0 0,4 0 0,4 0 0,9 0 0,3 0 0,7-2 0,5-2 0,7-1 0,-3-7 0,2 6 0,-2-5 0,2 5 0,-5-5 0,-13 5 0,-4 0 0,-13 6 0,-3 0 0,-15 0 0,-5 0 0,-12 0 0,-10 0 0,-3 0 0,-8 0 0,-3 2 0,-9 4 0,4-4 0,-6 5 0,1-1 0,1 0 0,0 7 0,0-9 0,0 6 0,2-3 0,-4 7 0,1-3 0,3 3 0,8-1 0,3-2 0,2 3 0,2 1 0,13-4 0,5 1 0,3-8 0,9 9 0,7-7 0,7-2 0,6-2 0,7-2 0,8-6 0,4 0 0,4-7 0,1 3 0,3-7 0,3 0 0,2-6 0,5 0 0,-11 2 0,-7 8 0,-2 1 0,-6-1 0,2-3 0,-21 7 0,-9 1 0,-12 8 0,-13 2 0,1 2 0,3 2 0,7 7 0,-3-11 0,-1 13 0,-2-5 0</inkml:trace>
  <inkml:trace contextRef="#ctx0" brushRef="#br0" timeOffset="23">22268 8390 8912,'-17'0'0,"0"0"0,-1 0 0,-5 0 0,1 0 0,0 0 0,3 0 0,2 0 0,0 0 0,0 0 0,1 2 0,3 2 0,2 2 0,-1 9 0,-5 2 0,0 0 0,-1 8 0,1 0 0,6-4 0,-1 8 0,1-1 0,1-1 0,-5 6 0,13-9 0,-4 5 0,4-6 0,8-4 0,4-2 0,5 1 0,-2-7 0,12-1 0,0-3 0,-4 7 0,8-3 0,0-3 0,-1 7 0,1-4 0,-2 3 0,1-3 0,-1 10 0,-6-4 0,2 3 0,-6-1 0,-7 0 0,-3 2 0,-3 2 0,-2 7 0,-9-11 0,-7 6 0,-7 0 0,2-6 0,-13 6 0,5-8 0,0 0 0,-6-7 0,14-2 0,-4-8 0,4 0 0,2 0 0,2-2 0,3-4 0,5-11 0,-1-10 0,-2-7 0</inkml:trace>
  <inkml:trace contextRef="#ctx0" brushRef="#br0" timeOffset="24">22526 8769 8912,'-17'0'0,"0"0"0,5-6 0,1 0 0,7 0 0,-4 8 0,8 4 0,0 5 0,8 5 0,-4 7 0,7 0 0,1-1 0,5-4 0,0 3 0,0-4 0,1 4 0,-1-10 0,0 3 0,0-3 0,0-5 0,1-4 0,-1-2 0,0 0 0,0 0 0,0-8 0,1-3 0,-3-12 0,-4-6 0,5-3 0,-9 3 0,5 0 0,-3 6 0,-3-5 0,-4 12 0,4-1 0,-4 2 0,-2 7 0,0 3 0,0 10 0,2 7 0,1 9 0,3 2 0,6 5 0,-7-5 0,9 6 0,-3-6 0,6 0 0,4-6 0,2-2 0,-2-3 0,6-5 0,-2-7 0,6-1 0,-3-5 0,1-4 0,-2-15 0,-4-1 0,-4-1 0,-2-6 0,-5 7 0,-3-7 0,-1 5 0,-2-3 0,-8 6 0,-4 0 0,-6 0 0,-3 3 0,4 6 0,-1 3 0,-1 1 0,5 9 0,-1-5 0,5 10 0,-2 4 0,0-4 0,6 15 0,0-2 0,0 6 0,2 2 0,4-6 0,5 2 0,5 4 0,1-4 0,0 4 0,0-4 0,1-1 0,-1-1 0,0 0 0,0 0 0,0-5 0,1-1 0,-7-1 0,-1 3 0,-3-2 0,7-1 0,-3 1 0,4-3 0,-5-8 0,-2 0 0</inkml:trace>
  <inkml:trace contextRef="#ctx0" brushRef="#br0" timeOffset="25">23541 8614 8912,'0'-10'0,"0"-5"0,0 15 0,0 0 0,0 8 0,2 9 0,2 0 0,2 0 0,7 0 0,-3 1 0,7-1 0,0 0 0,-1 0 0,-5 0 0,4-1 0,-3-5 0,-5 4 0,9-11 0,-5 8 0,5-9 0,1 3 0,-2-12 0,-3-5 0,1-10 0,-7-4 0,-3-2 0,-1-3 0,-2-3 0,0 5 0,0-1 0,0-2 0,6 7 0,0 1 0,2 6 0,-5 3 0,3 3 0,7 7 0,-3-2 0,7 12 0,0-2 0,1 5 0,-1-1 0,8 5 0,1-3 0</inkml:trace>
  <inkml:trace contextRef="#ctx0" brushRef="#br0" timeOffset="26">24109 8614 8912,'0'17'0,"-2"-6"0,-3 1 0,3-6 0,-4 5 0,2-7 0,-2 2 0,5 3 0,-7-7 0,8 13 0,8-13 0,1 0 0,10-9 0,4-3 0,-4-1 0,4-7 0,-4 1 0,-1 0 0,-3 0 0,-4 0 0,5-1 0,-14-5 0,3 1 0,3-1 0,-2 5 0,-1 1 0,-5 0 0,0 0 0,-7 7 0,-3 3 0,-7 7 0,0 0 0,0 2 0,1 5 0,5 10 0,-3 2 0,9 10 0,-1-8 0,6 6 0,0-4 0,0-4 0,0 4 0,0-4 0,2-4 0,4-3 0,3 1 0,8-7 0,3 0 0,2-6 0,-2 0 0,3-2 0,-4-4 0,-2-6 0,0-3 0,0-4 0,0-2 0,1-2 0,-3 0 0,-2 6 0,-3 0 0,-2 0 0,-3-1 0,1 7 0,0-1 0,0 9 0,-6-3 0,0 12 0,0 3 0,0 8 0,0 1 0,1-1 0,5 0 0,6 0 0,3-2 0,2-3 0,0 1 0,1-7 0,-1 0 0,0-6 0,0 0 0,0 0 0,1 0 0,-1 0 0,-8-8 0,7 0 0,-5-5 0,3 2 0,-1-3 0,-2-1 0,-5 4 0,6-1 0,-9 8 0,13-9 0,-5 7 0,-1 0 0,-1 10 0,-1 8 0,5-1 0,-11 16 0,4-4 0,-4 5 0,-2 5 0,0 1 0,6 1 0,-1-1 0,1 1 0,-12-1 0,-1 0 0,-3 1 0,-3-3 0,-10-1 0,-6-5 0,-3-1 0,-3 6 0,-7-12 0,-4 4 0,-11-4 0,-4-2 0</inkml:trace>
  <inkml:trace contextRef="#ctx0" brushRef="#br0" timeOffset="27">21958 9834 8912,'-11'-7'0,"1"-5"0,5-1 0,8 0 0,13 1 0,8 8 0,13-3 0,3 1 0,8-2 0,7-1 0,14-3 0,11-5 0,6 0 0,6 0 0,-6 0 0,0 1 0,-15 3 0,-17 1 0,-12 9 0,-31-3 0,-11 6 0,-29 6 0,-7 3 0,-17 10 0,-5 4 0,-11-2 0,-9 6 0,1-2 0,9-4 0,8-2 0,7-2 0,5-2 0,8-3 0,11-6 0,16-5 0,5-1 0</inkml:trace>
  <inkml:trace contextRef="#ctx0" brushRef="#br0" timeOffset="28">22044 6327 8912,'0'-27'0,"0"4"0,0 4 0,0 2 0,8 8 0,3 3 0,-1 4 0,1 2 0,-7 0 0,4-8 0,-8 4 0,0-7 0,0 5 0,0-5 0,-8 7 0,6-4 0,-13 8 0,6-5 0,-9-1 0,1 2 0,0 2 0,-2 2 0,-4 2 0,-6 4 0,-11-4 0,-12 13 0,-13-4 0,-7 5 0,-12 1 0,-8 0 0,0 0-1348,6 0 1348,0 1 0,6-3 0,1-2 0,5-3 0,5-1-60,4 1 1,7-4 59,-5 5 0,8-7 0,-4 4 0,9-8 0,4 0 0,-2 0 0,6 0 0,0 0 0,0 0 0,10 0 0,7 0 0,7 0 0,7 0 1330,-1 0-1330,9 0 137,-5 0-137,8 0 0,0 0 0,0-8 0,0 6 0,-2-11 0,-4 7 0,-3 0 0,-6 4 0,3-3 0,-3 3 0,3-4 0,-3 4 0,-2 2 0,0 0 0,-1 0 0,-7 0 0,-1 0 0</inkml:trace>
  <inkml:trace contextRef="#ctx0" brushRef="#br0" timeOffset="29">20668 5863 8912,'0'-17'0,"0"-1"0,0 1 0,0 0 0,0 0 0,-2 7 0,-4 5 0,-6 3 0,3 2 0,-3 0 0,-1 2 0,-10 3 0,-6 7 0,-3 5 0,-4 6 0,-5 6 0,-4 3 0,-13 2 0,-1 3 0,-6 1 0,2 2 0,5 6 0,-5-6 0,2 6 0,-2-6 0,6 0 0,11-6 0,4-7 0,7-4 0,3-4 0,3-2 0,10-7 0,8-4 0,7-4 0,-4-2 0,16 0 0,-4 0 0,7 0 0,2 0 0,3 0 0,7 7 0,0 5 0,-2 3 0,0-2 0,2 5 0,3-5 0,9 14 0,-1-4 0,1 3 0,-1 1 0,0 6 0,1-5 0,-1-1 0,1 2 0,-3-6 0,-3 5 0,2-7 0,-9 2 0,-1-4 0,-1-3 0,-3-5 0,-8-3 0,7-1 0,-14 3 0,1 13 0,-14 2 0,-12 1 0,-15 3 0,-6 5 0</inkml:trace>
  <inkml:trace contextRef="#ctx0" brushRef="#br0" timeOffset="30">23748 9508 8912,'8'-17'0,"-6"-1"0,3 1 0,-3 0 0,0 0 0,4 0 0,-4-6 0,3 0 0,-3 2 0,-2 2 0,0 1 0,0 7 0,-2 0 0,-3-3 0,1 1 0,-8 1 0,-1 7 0,-4 3 0,-4 2 0,-2 0 0,2 0 0,-6 7 0,0 5 0,-7 11 0,-1 3 0,1 9 0,2-1 0,3 1 0,6-3 0,11-3 0,-1 3 0,7-3 0,1-4 0,5-2 0,9-4 0,8-2 0,2 0 0,10 0 0,2-5 0,7-3 0,2-1 0,0 5 0,-5-9 0,-1 6 0,1-3 0,-3 5 0,-3-5 0,-6 3 0,-4 3 0,-10-5 0,-1 7 0,-8-3 0,-4 3 0,-7 2 0,-6 2 0,-14 2 0,2 2 0,1-2 0,-7-9 0,8 3 0,4-3 0,4-5 0,2 1 0,0-8 0,2-2 0,3-4 0,4-3 0,8-9 0,0 1 0,0 0 0,0-8 0,0-2 0</inkml:trace>
  <inkml:trace contextRef="#ctx0" brushRef="#br0" timeOffset="31">24058 9559 8912,'9'-17'0,"7"0"0,-15 7 0,7 3 0,-8 7 0,-6 2 0,1 3 0,-7 5 0,6 7 0,3 0 0,1 1 0,2-1 0,0-6 0,0 1 0,2-3 0,3 3 0,5-5 0,7-7 0,0 0 0,1 0 0,-3-9 0,-4-8 0,5-1 0,-5-5 0,-3-1 0,-3 1 0,-3 0 0,-2-2 0,0 6 0,0-6 0,-2 10 0,-3 3 0,-5 5 0,-7 7 0,7 2 0,5 3 0,3-3 0,4 12 0,3-9 0,5 7 0,7-7 0,0-1 0,1-2 0,6-2 0,3 0 0</inkml:trace>
  <inkml:trace contextRef="#ctx0" brushRef="#br0" timeOffset="32">24505 9387 8912,'17'-7'0,"-7"3"0,-4-7 0,-4 5 0,-2-6 0,0 7 0,0-7 0,-8 8 0,-2-3 0,-7 9 0,0 3 0,0 5 0,1 9 0,5 4 0,-2-2 0,7 8 0,0-7 0,6 5 0,0-2 0,0 4 0,0-6 0,0-2 0,8 4 0,3-3 0,5-1 0,1-9 0,6-4 0,0-8 0,7 0 0,-1 0 0,-2-8 0,1-4 0,-5-9 0,4-3 0,-2-3 0,-4 0 0,-10-2 0,5-3 0,-12 7 0,7-4 0,-7 5 0,2 6 0,-5 1 0,-1 0 0,0 8 0,2 9 0,4 11 0,-4 6 0,4 6 0,1-2 0,1 8 0,2 1 0,-5-5 0,7-2 0,-1 4 0,5-8 0,-5 4 0,4-4 0,-3-2 0,-3-5 0,3-1 0,-8-7 0,3-12 0,-7-11 0</inkml:trace>
  <inkml:trace contextRef="#ctx0" brushRef="#br0" timeOffset="33">24867 9301 8912,'-10'-17'0,"4"0"0,4 0 0,2 0 0,0 0 0,2 7 0,4 4 0,5-1 0,10 1 0,2 2 0,6 2 0,-4 4 0,2 4 0,-6-4 0,11 13 0,-5-5 0</inkml:trace>
  <inkml:trace contextRef="#ctx0" brushRef="#br0" timeOffset="34">25211 9353 8912,'-18'10'0,"-1"-5"0,-2-3 0,-2-2 0,0 6 0,6 0 0,0 1 0,0-1 0,0 4 0,5 7 0,1 0 0,7 0 0,-2 0 0,4 1 0,2-1 0,0 0 0,0 0 0,6 0 0,0 1 0,7-7 0,-1 1 0,3-9 0,2 5 0,0-8 0,2-8 0,4-3 0,-4-10 0,4-2 0,-9-6 0,-3 6 0,1-7 0,5 1 0,-6-9 0,-1-2 0,-2 0 0,-5-2 0,1-2 0,2-8 0,-4-5 0,4 0 0,-6-5 0,-4 9 0,-2 3 0,-5 18 0,5 3 0,0 8 0,4 13 0,-4 8 0,5 16 0,-5 12 0,4 20 0,2 9 0,0 10 0,0 4 0,0 2 0,0-1 0,6-13 0,-1 4 0,15-9 0,-3-8 0,11 2 0,1-10 0,4-6 0,1-5 0,0-12 0,1-3 0,-8-5 0,-4-7 0,3-23 0,1-5 0</inkml:trace>
  <inkml:trace contextRef="#ctx0" brushRef="#br0" timeOffset="35">25262 9611 8912,'29'0'0,"0"-2"0,1-4 0,5-5 0,5-6 0,6-6 0,3 2 0,1-8 0,-4-1 0,-6-5 0,-3-3 0,-3-2 0,-7-2 0,-6 4 0,-8-3 0,1-4 0,-9 1 0,-1-6 0,-10 10 0,-5-6 0,-4 2 0,-3 4 0,1 4 0,0 5 0,0 6 0,0 8 0,-1 8 0,7 5 0,1 15 0,3 12 0,-5 15 0,6 10 0,3 7 0,1 9 0,2 2 0,0 3 0,0 0 0,0 0 0,0-8 0,7 6 0,5-4 0,3 4 0,2-6 0,1-10 0,-1-11 0,8-3 0,1-7 0,1-7 0,-4-11 0,4-9 0,0-10 0,7-3 0</inkml:trace>
  <inkml:trace contextRef="#ctx0" brushRef="#br0" timeOffset="36">26519 9301 8912,'-2'-19'0,"-2"-2"0,-4-2 0,1 2 0,-1 2 0,4 2 0,2 0 0,2 0 0,0 0 0,0-1 0,0 1 0,0 15 0,0 10 0,0 11 0,0 10 0,0 3 0,2 3 0,4-1 0,-4 6 0,3 0 0,-3-2 0,-2-1 0,0-5 0,0-3 0,0 3 0,0-13 0,0 4 0,0-4 0,0-1 0,0-9 0,0-5 0,0-14 0,0-7 0,0-11 0,0-3 0,0-7 0,0 1 0,0-10 0,0 7 0,0-1 0,2 7 0,2 0 0,2 1 0,-2 5 0,-2 3 0,5 9 0,5 5 0,3 3 0,2 8 0,-2 2 0,-3 4 0,3 11 0,-5 4 0,7 6 0,0-2 0,-5 3 0,-3-5 0,1 0 0,-1 2 0,-5-6 0,10 6 0,-9-8 0,1-7 0,-6-1 0,0-3 0,0-4 0,2 6 0,2-10 0,3-2 0,3-2 0,-6-7 0,11 1 0,-5-9 0,-1-2 0,7 0 0,-7 6 0,8 0 0,1 0 0,-3 0 0,0 0 0,2-1 0,-7 7 0,13-1 0,-8 9 0,8-3 0,-4 4 0,-2 2 0,1 0 0,-1 0 0,0 0 0,8 0 0,-6 0 0,4-2 0,-4-4 0,-2 4 0,-5-7 0,-1 3 0,-7 2 0,2-7 0,-4-3 0,-2-1 0,-2 0 0,-4 2 0,-5 1 0,-5 8 0,5-3 0,-1 7 0,1 0 0,-6 0 0,-1 7 0,1 5 0,0 3 0,7 2 0,3 0 0,7 2 0,0 2 0,0 2 0,0 0 0,0-5 0,13-1 0,4 0 0,12 0 0,2 0 0,7 0 0,0-7 0,10-4 0,4-4 0,3-2 0,2 0 0,-5-8 0,-2-3 0,-4-5 0,-4-9 0,-4 4 0,-4-7 0,-11 5 0,-17-4 0,-6 0 0,-6 3 0,-5-1 0,-12-4 0,-6 6 0,-3 8 0,3 1 0,0 9 0,3-1 0,-3 6 0,6 0 0,-2 8 0,2 5 0,2 8 0,2 8 0,4-3 0,3 3 0,3 0 0,3 5 0,4 1 0,-6-1 0,8-2 0,0-3 0,0-4 0,2-8 0,4 0 0,5-1 0,5-5 0,1-5 0,2-10 0,4-2 0,-4-15 0,14 8 0,-7-16 0,1-1 0,4-5 0,-6-3 0,0-4 0,-1-2 0,-1-2 0,-7-11 0,-3-2 0,-2-2 0,-7-3 0,4-2 0,-8 3 0,0 7 0,0 16 0,0 11 0,0 8 0,-8 12 0,4 11 0,-7 15 0,7 8 0,-9 9 0,7 1 0,-7 7 0,1 3 0,3 7 0,-1 3 0,2 1 0,5-7 0,1 1 0,2-10 0,2 2 0,3-2 0,-1-9 0,8 3 0,-1-13 0,6-2 0,2-7 0,2-4 0,2-5 0,8-1 0,-10-4 0,8-3 0,-6-7 0,3-9 0,-1-2 0,-7-2 0,-7 2 0,0 4 0,1-11 0,-2 5 0,-3-2 0,1 6 0,-4-2 0,1 4 0,-1 2 0,-2 7 0,-2-5 0,0 13 0,0-5 0,0 16 0,0 6 0,0 6 0,0 8 0,0-4 0,0 2 0,0 3 0,0 1 0,0-3 0,0 3 0,0-8 0,0 2 0,2-4 0,4 2 0,-4-8 0,5-7 0,-7-8 0</inkml:trace>
  <inkml:trace contextRef="#ctx0" brushRef="#br0" timeOffset="37">27964 8803 8912,'-9'-12'0,"3"1"0,-2 5 0,2-5 0,1 7 0,5-4 0,7 8 0,3 6 0,7 0 0,16 7 0,3-3 0</inkml:trace>
  <inkml:trace contextRef="#ctx0" brushRef="#br0" timeOffset="38">28532 8958 8912,'-44'-8'0,"2"6"0,13-11 0,2 5 0,3-1 0,-5 5 0,6-2 0,0 4 0,6 8 0,0 0 0,-1 13 0,1 0 0,0 6 0,7-3 0,5 5 0,3-2 0,2-4 0,0-2 0,2 2 0,3-4 0,5 4 0,7-9 0,-5-5 0,1-1 0,6-4 0,-2-2 0,8 0 0,-8 0 0,1 0 0,-1-2 0,0-2 0,2-1 0,4 1 0,-4 2 0,4 2 0,4 0 0,2 0 0,-3-2 0,3-4 0,-2 4 0,2-3 0,3 3 0,-7 2 0,4 0 0,-6 0 0,-12-8 0,4 6 0,-5-5 0</inkml:trace>
  <inkml:trace contextRef="#ctx0" brushRef="#br0" timeOffset="39">25693 10230 8912,'0'-44'0,"-2"4"0,-2 2 0,-2-2 0,-5 5 0,3 1 0,-2 11 0,-3 9 0,-2 9 0,-8 5 0,0 5 0,-8 15 0,3 14 0,-3 14 0,2 13 0,-3 10 0,15 9 0,-3 0 0,9 2 0,3 0 0,4-1 0,3 3 0,4-16 0,7 1 0,7-10 0,12-13 0,1-8 0,9-7 0,5-14 0,7-11 0,-7-12 0,6-19 0,-6-11 0</inkml:trace>
  <inkml:trace contextRef="#ctx0" brushRef="#br0" timeOffset="40">25933 10367 8912,'-5'-11'0,"-1"0"0,-2 7 0,3-2 0,3 14 0,-4 9 0,4 2 0,2 10 0,0-1 0,0 7 0,0-1 0,6-5 0,0-1 0,7-5 0,-2 4 0,5-2 0,3-4 0,2-8 0,2-3 0,-2-3 0,4-1 0,-2-6 0,0 0 0,0-9 0,-1-9 0,1-1 0,-5-9 0,-1-3 0,-8-1 0,1-3 0,-6 1 0,1-1 0,-1 3 0,-2 3 0,-2 4 0,0 14 0,0 0 0,0 7 0,0 4 0,0 13 0,0 6 0,0 4 0,0 0 0,6 0 0,0 0 0,7 6 0,-1-7 0,3-1 0,2-9 0,0 1 0,0-7 0,1 0 0,-1-6 0,0 0 0,0-8 0,1-3 0,-1-7 0,0-4 0,0 2 0,-2-12 0,-1 3 0,-3-3 0,-5-8 0,6 0 0,-9-1 0,5 13 0,-8-1 0,6 8 0,-1-2 0,1 12 0,-4 7 0,2 14 0,4 9 0,1 5 0,-5 5 0,11 5 0,-5 1 0,-1-1 0,7 3 0,-7 1 0,1 0 0,-4-6 0,-5 3 0,-1-16 0,0 6 0,-1-2 0,-5 0 0,-4-8 0,-7 0 0,2-15 0,3 0 0,-3-15 0,5-12 0</inkml:trace>
  <inkml:trace contextRef="#ctx0" brushRef="#br0" timeOffset="41">26932 10247 8912,'-2'10'0,"-4"-5"0,4-3 0,-8 4 0,5 0 0,3-1 0,-4-5 0,12 0 0,3-7 0,10-1 0,3-5 0,0 1 0,3 1 0,-4-6 0,2 0 0,-2-1 0,-9 1 0,1 6 0,-5-1 0,-1-1 0,1-2 0,-4 5 0,-10 4 0,-9 4 0,-8 2 0,-8 10 0,3 7 0,3 0 0,-6 16 0,8-5 0,0 5 0,8-1 0,4-3 0,3 4 0,8-5 0,2-1 0,6-2 0,7-4 0,6-6 0,9-9 0,-3 1 0,8-8 0,-1-5 0,0-6 0,1-11 0,-1-3 0,1-9 0</inkml:trace>
  <inkml:trace contextRef="#ctx0" brushRef="#br0" timeOffset="42">27293 10075 8912,'10'-17'0,"5"7"0,-6 3 0,9 7 0,-7 0 0,1 0 0,1 0 0,2 0 0,2 7 0,1 3 0,-1 7 0,0 6 0,-2 0 0,-3-2 0,-5 0 0,1 2 0,-6-4 0,4 4 0,-4-4 0,-8-7 0,-2-3 0,-1-1 0,3-3 0,-4-6 0,3-5 0,1-4 0,6-9 0,0-4 0,0-5 0,8-5 0,1-1 0,8 1 0,1 5 0,-1-5 0,6 14 0,0-4 0,0 4 0,9-6 0,5-2 0</inkml:trace>
  <inkml:trace contextRef="#ctx0" brushRef="#br0" timeOffset="43">28325 9869 8912,'-42'-17'0,"4"-1"0,-8 1 0,8 8 0,-2 5 0,4 8 0,3 11 0,4 8 0,1 2 0,9-2 0,5 3 0,5 3 0,5 0 0,2-8 0,2 2 0,0 3 0,8-12 0,3 3 0,4-9 0,3 3 0,-1-7 0,0 2 0,0-4 0,0-4 0,1-4 0,5-4 0,-1-7 0,3 0 0,-2 0 0,-2 0 0,6-1 0,0 1 0,0 0 0,-6 0 0,2 0 0,-4 7 0,4-3 0,0 7 0,-2 2 0,-2 2 0,-2 2 0,-6 8 0,1 3 0,-1 12 0,5 6 0,-5 11 0,-3 2 0,-8 6 0,0-2 0,0 0 0,0 5 0,-2-1 0,-4-4 0,-5-4 0,-12-8 0,-2 0 0,-4 1 0,-3-14 0,3-4 0,-2-11 0,3-1 0,3-3 0,4-9 0,2-5 0,5-5 0,5-6 0,5-5 0,2-7 0,2-5 0,8 4 0,1-6 0,10 7 0,4 1 0,4 5 0,7 1 0,1-1 0,1-5 0,2-1 0,3 1 0,6-1 0,-3 1 0,0 0 0,-2 1 0,-7 5 0,-8-3 0,-4 6 0,-6 0 0,-6 0 0,-5 4 0,-4 10 0,-4 1 0,-4 7 0,-5-3 0,3 0 0,-13 16 0,4 5 0,-2 6 0,7 10 0,-3-5 0,4 9 0,3-3 0,2-3 0,4 1 0,2-5 0,0 2 0,0-6 0,2 0 0,4-6 0,5-3 0,5-8 0,7 3 0,1-7 0,3 0 0,2-15 0,5 2 0,1-16 0,-3 6 0,-1-6 0,-2-1 0,-8-3 0,3 5 0,-6-1 0,-3 8 0,-2-2 0,-3 4 0,-2 2 0,-5 0 0,-1 7 0,-2 2 0,0 8 0,0 8 0,0 3 0,0 7 0,0 5 0,0-4 0,-2 7 0,-3-3 0,1-4 0,-8 4 0,7-4 0,-7-1 0,1-1 0,1 0 0,2-7 0,8-3 0,2-14 0,6-7 0,7-5 0,8-6 0,4-1 0,-6-3 0,12 0 0,-5 1 0,3 5 0,-3-6 0,3 8 0,-6-2 0,2 4 0,-6 2 0,4 7 0,-8 4 0,0 5 0,-2 2 0,-3 5 0,-3 2 0,-5 5 0,2-1 0,7-3 0,-1 5 0,3-5 0,2-1 0,0-2 0,3-6 0,1 0 0,3-2 0,1-2 0,0-2 0,-2-7 0,-11 3 0,-1-7 0,-7-2 0,2-4 0,-4 4 0,-2-4 0,0 4 0,-6 7 0,0 1 0,-7 7 0,1-2 0,5 4 0,-9 2 0,9 2 0,-7 4 0,3 5 0,7 5 0,-9 1 0,7 0 0,0 0 0,6-5 0,0-1 0,0-7 0,0 4 0,8-8 0,1-6 0,10-2 0,2 1 0,2-1 0,0 2 0,0 1 0,0-1 0,6 0 0,-6 6 0,-2 0 0,-2 2 0,-2 2 0,0 2 0,1 5 0,-1-5 0,0 5 0,0-5 0,0-2 0,1-2 0,7-2 0,1 0 0</inkml:trace>
  <inkml:trace contextRef="#ctx0" brushRef="#br0" timeOffset="44">30167 9491 8912,'-35'0'0,"1"0"0,5 0 0,3 0 0,1 0 0,0 5 0,4 3 0,0 2 0,5 3 0,1 2 0,9 2 0,1 1 0,-3-1 0,6 0 0,-4-2 0,10-1 0,2-3 0,7-7 0,-1 2 0,3-4 0,2-2 0,1 0 0,-1 0 0,0 0 0,0-2 0,0-2 0,1-2 0,-7 0 0,0 6 0,1 0 0,5 0 0,0 0 0,1 0 0,-1 2 0,0 4 0,-2 4 0,-1 5 0,-5-2 0,-1-1 0,-2-9 0,1 13 0,3-14 0,7 5 0</inkml:trace>
  <inkml:trace contextRef="#ctx0" brushRef="#br0" timeOffset="45">30304 9147 8912,'0'-12'0,"0"1"0,0 7 0,-5 0 0,-1 16 0,0 11 0,-1 7 0,-1 12 0,-4 4 0,5 4 0,7 1 0,0-5 0,0 0 0,2 0 0,3 5 0,5-9 0,7-7 0,2-10 0,4-6 0,4-10 0,2-1 0,-1-8 0,3-8 0,7-5 0,2-8 0,6-6 0,-6-7 0,1 5 0,-7 0 0,-7 3 0,-6-5 0,-6 4 0,-3 3 0,-9 1 0,3 5 0,-12 1 0,-5 0 0,-10 8 0,-2 3 0,-6 4 0,6 2 0,0 0 0,6 0 0,0 8 0,2-5 0,3 9 0,7 1 0,3-3 0,2 1 0,7 1 0,7 5 0,7-2 0,7-3 0,5 1 0,1-7 0,3-1 0,3-5 0,-4 0 0,12 0 0,-8-1 0,-2-5 0,-1 2 0,-3-8 0,-7 1 0,-2-6 0,-8 0 0,-2 5 0,-3 1 0,-7-3 0,-3 5 0,-2-3 0,0 1 0,0-6 0,-7 7 0,-5 4 0,-3 6 0,-2 6 0,-1-4 0,1 13 0,2-3 0,3 3 0,-1 2 0,7 0 0,-1-5 0,3-1 0,-2 3 0,2 1 0,2-5 0,4 3 0,4-7 0,-4-1 0,13-5 0,-5-1 0,-1-5 0,7 4 0,-7-19 0,8 4 0,1-6 0,-1 0 0,0-6 0,0-5 0,0-4 0,1-4 0,-1-2 0,0-4 0,0-9 0,-5-5 0,-1-6 0,-7-1 0,2 0 0,-4 0 0,-2 1 0,0 16 0,0 12 0,-8 19 0,-3 15 0,-5 6 0,-1 6 0,0 11 0,-2 12 0,-4 11 0,4 11 0,-4 14 0,4 8 0,7 5 0,1 8 0,7-7-161,-2-5 0,4 2 161,2-1 0,0-1 0,0-20 0,0-8 0,-5-8 0,-1-4 0,2 1 0,2-1 0</inkml:trace>
  <inkml:trace contextRef="#ctx0" brushRef="#br0" timeOffset="46">30081 9456 8912,'-16'8'0,"9"3"0,13 5 0,11-7 0,25-1 0,8-8 0,11-2 0,13-4 0,16-3 0,-42 1 0,2-2 0,7-5 0,2-2 0,3-1 0,-1 0 0</inkml:trace>
  <inkml:trace contextRef="#ctx0" brushRef="#br0" timeOffset="47">31630 8287 8912,'7'-15'0,"3"5"0,-1 10 0,7 17 0,-5 18 0,2 11 0,-1 9 0,-4 14 0,-8 21 0,0-37 0,0 3-1037,0 5 1,0 2 1036,-3 7 0,-2 1 0,-2-1 0,-3 0 0,-4 1 0,-3 1 0,-1-3 0,-2-1 0,-2-1 0,-2-2 0,0-1 0,-2-2 0,-2-4 0,-1-3-258,2-2 0,-3-3 258,-6-8 0,-1-4 0,-20 31 0,-12-12 0,4 5 0</inkml:trace>
  <inkml:trace contextRef="#ctx0" brushRef="#br0" timeOffset="48">30201 8958 8912,'12'3'0,"-1"9"0,-7-1 0,4 29 0,-8 3 0,0 10 0,0 0 0,0 20 0,2-2 0,3 5-454,-3-11 0,13 10 1,-5-14-1</inkml:trace>
  <inkml:trace contextRef="#ctx0" brushRef="#br0" timeOffset="49">17691 11347 8912,'-18'0'0,"1"0"0,0-1 0,0-5 0,-1 4 0,1-4 0,0 4 0,0 2 0,0-2 0,-1-3 0,1 3 0,0-4 0,6 4 0,-1 2 0,8-2 0,-1-4 0,1 5 0,-2-5 0,4 2 0,-4-2 0,-3 4 0,7-7 0,-4 3 0,-3 4 0,-1-5 0,-7 7 0,-2 0 0,-2 0 0,-4 0 0,-2 0 0,-2 0 0,-11 0 0,-4 0 0,-6 0 0,3 0 0,-20 0 0,4 1 0,-4 5 0,-2-4 0,0 6 0,2-8 0,4 0 0,11 0 0,14 0 0,8 0 0,7 0 0,3 0 0,11 0 0,1 0 0,8 0 0,2 0 0,4 0 0,-4 0 0,7 0 0,-3 0 0,-4 0 0,6 0 0,-8 0 0,0 0 0,-8 0 0,-2 0 0</inkml:trace>
  <inkml:trace contextRef="#ctx0" brushRef="#br0" timeOffset="50">16830 10883 8912,'-9'-2'0,"3"-3"0,4 3 0,2-8 0,0 4 0,0 5 0,-2-7 0,-4 8 0,-3 0 0,-9 0 0,1 2 0,0 4 0,-8 3 0,-3 10 0,-13 2 0,-5 4 0,-3 2 0,-3-4 0,0 3 0,1-1 0,7 6 0,-4-12 0,10 4 0,5-4 0,1-2 0,9-2 0,2-1 0,2-3 0,9-7 0,-3 6 0,7-5 0,0-3 0,6 6 0,0-8 0,0 2 0,0 4 0,0-3 0,0 9 0,0-1 0,6 7 0,2-1 0,1 0 0,3 0 0,5 6 0,0 2 0,0 2 0,8-6 0,2 9 0,7-7 0,3 0 0,1-6 0,4 0 0,2 1 0,4-1 0,-6-8 0,6 5 0,-8-9 0,0 1 0,-6-6 0,-1 0 0,-4 0 0,-6 0 0,-12 0 0,-3 0 0,-8-2 0,0-3 0,0 3 0,-8-4 0,-3 12 0,-5 5 0,-9 4 0,-1 3 0</inkml:trace>
  <inkml:trace contextRef="#ctx0" brushRef="#br0" timeOffset="51">17931 11124 8912,'18'0'0,"-7"0"0,-1-2 0,-1-2 0,1-1 0,-6-9 0,1 3 0,-3 1 0,-2-1 0,0-3 0,0-1 0,0-2 0,0 0 0,0-1 0,0 1 0,0 8 0,0-7 0,0 5 0,0-4 0,0 3 0,0 1 0,0 7 0,0 4 0,0 15 0,0 8 0,0 10 0,0-1 0,0 6 0,-2 10 0,-1-2 0,-3 4 0,0-5 0,6-1 0,0-2 0,0 6 0,0-12 0,0 5 0,0-11 0,0-1 0,0-8 0,0 2 0,0-12 0,0-3 0,0-8 0,0-8 0,0 4 0,-2-5 0,-4 1 0,-3-5 0,-8 3 0,-1-7 0</inkml:trace>
  <inkml:trace contextRef="#ctx0" brushRef="#br0" timeOffset="52">17863 11244 8912,'-8'12'0,"-4"-3"0,-1 1 0,0-2 0,1 1 0,-1-1 0,-1 1 0,3 1 0,-4-6 0,3 1 0,5 5 0,1-8 0,13 4 0,9-5 0,5-1 0,11-1 0,1-5 0,5-4 0,0 1 0,4-7 0,-1 5 0,-3-4 0,4 3 0,-2 3 0,-2-1 0,-1 1 0,-3 5 0,0-6 0,1 4 0,-1-3 0,1-8 0</inkml:trace>
  <inkml:trace contextRef="#ctx0" brushRef="#br0" timeOffset="53">18551 11244 8912,'-17'8'0,"5"-4"0,1 7 0,-3 3 0,-1 1 0,-2 10 0,5 0 0,3 5 0,1-1 0,4 1 0,2 1 0,2-1 0,0-1 0,8-8 0,-4 4 0,9-10 0,5-3 0,3-7 0,3-3 0,-1-2 0,4-7 0,8-5 0,-1-9 0,0-4 0,1-1 0,-8 5 0,-3-10 0,-6 8 0,-9 0 0,-5 6 0,-8 0 0,-9 0 0,-8-1 0,-6 9 0,-7 1 0,-1 8 0,1 0 0,-1 0 0,1 0 0,0 0 0</inkml:trace>
  <inkml:trace contextRef="#ctx0" brushRef="#br0" timeOffset="54">19170 11347 8912,'-32'16'0,"1"-3"0,3-1 0,-3 1 0,-1-5 0,-3 13 0,1-4 0,-1 2 0,7 2 0,1 0 0,4 2 0,8-2 0,-3-2 0,17-8 0,-5 1 0,4-8 0,4 3 0,4-7 0,5 0 0,10-2 0,2-3 0,8-12 0,-5-4 0,9-8 0,-1-2 0,-5 5 0,0-3 0,-3 0 0,3-5 0,-4 1 0,0 5 0,-6-5 0,6 7 0,-8-9 0,-2 1 0,-3 1 0,-7 5 0,-3 1 0,-2 4 0,0 11 0,-7-3 0,-5 15 0,-3 0 0,-2 2 0,-1 4 0,1 7 0,0 8 0,0 6 0,5 7 0,1 1 0,7-1 0,-2 1 0,-1-3 0,1-1 0,2-3 0,4 1 0,6 5 0,-4-7 0,13 0 0,-2-6 0,7 2 0,4-2 0,3-2 0,2-10 0,0-1 0,-1-8 0,1 0 0,5 0 0,-7 0 0,6-15 0,-7-4 0</inkml:trace>
  <inkml:trace contextRef="#ctx0" brushRef="#br0" timeOffset="55">19497 11347 8912,'-19'-17'0,"-4"0"0,4 0 0,-6 7 0,8 5 0,0 3 0,-8 2 0,4 4 0,-6 5 0,2 8 0,3 12 0,4-2 0,3 7 0,4 0 0,-3 1 0,8-3 0,3-1 0,1-2 0,2-8 0,2 3 0,3-6 0,7-1 0,3-8 0,-3-1 0,-1-8 0,2 0 0,3 0 0,7-8 0,0-3 0,-2-4 0,-2-5 0,0-2 0,2-5 0,2 0 0,0-5 0,-6 11 0,0-6 0,0 2 0,1 2 0,-1 0 0,0 0 0,0 0 0,-5 8 0,-1 4 0,-7 5 0,2 12 0,-4 5 0,-2 4 0,0 8 0,0 0 0,0-2 0,7-2 0,-3-3 0,8-5 0,-1 4 0,6-3 0,1-3 0,-1 1 0,0-3 0,0-1 0,0-6 0,1-2 0,-1-3 0,-8-5 0,7-3 0,-5-3 0,4-3 0,-5-2 0,3-2 0,-7 0 0,6-5 0,-7 5 0,1 2 0,2 2 0,-6 2 0,5 7 0,-7 2 0,0 8 0,0 8 0,0 3 0,6 5 0,2 1 0,1 0 0,5 0 0,7-1 0,2-5 0,-1-3 0,-2-8 0,3 0 0,-2 0 0,7 0 0,-5-6 0,4-2 0,-2-1 0,5-3 0,-10-11 0,2 0 0,-2 2 0,-9 2 0,1 2 0,-9 0 0,5 7 0,-8 5 0,0 10 0,0 7 0,2 13 0,4 9 0,3 0 0,8 16 0,1-4 0,-1 4 0,2 7 0,2 2 0,2 2 0,-2-5 0,-10 1 0,3-4 0,-8-1 0,-3-8 0,-10-6 0,-10-7 0,-10-8 0,-13-12 0,-4-3 0,-8-8 0,0-2 0,1-4 0,7-5 0,4-14 0,5-10 0,7-8 0,3-7 0,17-4 0,8-3 0,17-2 0,18-4 0,22-2 0,20 6-829,-34 28 0,1 1 829,4-2 0,0 0 0,5-1 0,1 2 0,3 1 0,1 2 0,3 3 0,0 1 0</inkml:trace>
  <inkml:trace contextRef="#ctx0" brushRef="#br0" timeOffset="56">3115 14305 8912,'0'-12'0,"0"1"0,0 7 0,0-4 0,0 8 0,2 0 0,3 0 0,-3 0 0,14 0 0,-7 0 0,6 2 0,-1 2 0,-3 2 0,8 7 0,1-9 0,3 6 0,-4-3 0,6 7 0,-4-7 0,7 5 0,-1 1 0,4-5 0,-5-1 0,-1 3 0,-4-1 0,6-5 0,-8 10 0,6-9 0,0-1 0,-6-2 0,6-2 0,-8 0 0,0 0 0,0 0 0,1 0 0,-1 0 0,0 0 0,0 0 0,0 0 0,1 0 0,-1 0 0,8 0 0,-6 0 0,4 0 0,-2 0 0,0 0 0,2 0 0,0 0 0,-6 0 0,8-8 0,-6 6 0,4-3 0,2 3 0,0 2 0,1 0 0,3-2 0,-2-4 0,5 4 0,-11-5 0,6 7 0,-2 0 0,6 0 0,-10 0 0,5 0 0,-1 0 0,-2 0 0,-4 0 0,2 0 0,2 0 0,2 0 0,-4 0 0,2 0 0,-2 0 0,6-8 0,-8 6 0,4-4 0,-4 4 0,6 2 0,-6 0 0,6-1 0,0-5 0,-4 4 0,8-4 0,-3 4 0,3 2 0,3 0 0,-3 0 0,4-2 0,1-3 0,-7 3 0,5-6 0,-3 6 0,4-4 0,1 5 0,-5-7 0,-1 6 0,3-4 0,-4 4 0,1-3 0,-1 3 0,2 2 0,3-8 0,1 6 0,7-4 0,-2 5 0,0 1 0,1 0 0,3-2 0,2-4 0,-6 4 0,10-6 0,-8 8 0,-2 0 0,-1 0 0,-3-2 0,-2-1 0,-3-3 0,4 0 0,-12 6 0,7-2 0,3-4 0,-4 5 0,1-5 0,3 4 0,1 2 0,3 0 0,5 0 0,0 0 0,0 0 0,-3 0 0,3 0 0,-4 0 0,4 0 0,-3 0 0,-5 0 0,-1 0 0,-3 0 0,-5-6 0,4 0 0,-2 3 0,-4 1 0,-2 2 0,-2-6 0,1 0 0,-1 2 0,8 3 0,-6-5 0,4 0 0,3-2 0,1 5 0,0-3 0,6-2 0,-5 3 0,5 3 0,-5-6 0,1 8 0,2 0 0,1 0 0,3 0 0,-1-2 0,0-4 0,1 4 0,-1-5 0,1 7 0,-1 0 0,1 0 0,-3 0 0,1 0 0,1 0 0,-5 0 0,7 0 0,-4 0 0,5 0 0,-3 0 0,14 5 0,-8 1 0,2 0 0,-2-6 0,-1 0 0,5 0 0,-2 0 0,-2 0 0,-6 0 0,8 0 0,-5 0 0,3 0 0,-6 2 0,-3 2 0,-3 1 0,1 1 0,6-6 0,-3 0 0,-3 0 0,3 0 0,-7 6 0,6 0 0,-3-3 0,1-1 0,6-2 0,-1 8 0,-5-6 0,-1 4 0,1-4 0,3-2 0,-3 0 0,4 0 0,-7 0 0,9 0 0,-1 0 0,1 0 0,-1 0 0,1 0 0,-1 0 0,0 0 0,3 0 0,1 0 0,2 0 0,2 0 0,-2 0 0,-3 0 0,3 0 0,4-8 0,-8 6 0,4-4 0,-3 4 0,-3 2 0,0-2 0,1-1 0,-1-3 0,1 0 0,-7 4 0,1-2 0,2-1 0,-7-1 0,7 6 0,-6 0 0,2 0 0,-6-8 0,5 6 0,-3-3 0,-3 3 0,2 0 0,-2-4 0,-3 4 0,0-4 0,0 5 0,0 1 0,1 0 0,-1 0 0,0 0 0,-5 0 0,-1 0 0,2 0 0,-5 0 0,7 0 0,-5 0 0,7 0 0,-7 0 0,5 0 0,-5 0 0,7 0 0,0 0 0,0 0 0,-5 0 0,-1 0 0,1 0 0,5 0 0,0 0 0,0 0 0,0 0 0,1 0 0,-1 0 0,0 0 0,0 0 0,-7 0 0,-3 0 0,1 0 0,-6 0 0,6 0 0,-8 0 0,0 0 0,7-8 0,-3 6 0,8-4 0,-9 4 0,5 2 0,-6 0 0,4 0 0,-4 0 0,5 0 0,-7 0 0,0 0 0,-15 16 0,-4 3 0,-16 15 0</inkml:trace>
  <inkml:trace contextRef="#ctx0" brushRef="#br0" timeOffset="57">22939 14649 8912,'12'-8'0,"-3"-4"0,-1-3 0,-2-2 0,-6 0 0,0 0 0,-2 1 0,-2 3 0,-2 1 0,-7 7 0,1-7 0,-3 8 0,0-3 0,3-1 0,-3 6 0,11-5 0,-7 7 0,-3 0 0,-1 0 0,-2 0 0,-1 0 0,1 0 0,-8 0 0,-3 0 0,-5 0 0,-1 0 0,-10 0 0,-6 2 0,-5 3 0,-16 5 0,0 7 0,-3 0 0,-3 0 0,-5 1 0,4 5 0,-9-1-303,1-1 1,-5 4 302,-1-2 0,43-8 0,0-1 0,-42 9 0,-1 0 0,8-6 0,1 0 0,3 0 0,2-5 0,-6-1 0,1 1 0,1-3 0,2 7 0,17-13 0,2 7 0,1-2 0,5 3 0,9-5 0,4 5 0,7-5 0,-7 0 0,10-4 0,-4 1 0,3 3 0,4 0 0,12-6 0,0 0 0,0 0 0,7 0 0,3 0 605,7 0-605,0 0 0,7 0 0,-5-2 0,4-4 0,-4 4 0,-2-5 0,0 7 0,0 0 0,0 0 0</inkml:trace>
  <inkml:trace contextRef="#ctx0" brushRef="#br0" timeOffset="58">20616 14528 8912,'-6'-11'0,"1"-1"0,-1 8 0,4-5 0,-4 5 0,-5-2 0,-5 3 0,-1 1 0,-2 4 0,-4 3 0,-9 7 0,-10 11 0,-2 5 0,-4 5 0,6 9 0,-8 2 0,6 7 0,0 1 0,2-1 0,15-1 0,6-4 0,8-6 0,5-9 0,12-5 0,7-1 0,12-4 0,8-9 0,17-3 0,7-5 0,10 2 0,-7 0 0,16-6 0,-13 0 0,1 0 0,4 0 0,-14 0 0,-2 1 0,-14 5 0,-9-4 0,-10 6 0</inkml:trace>
  <inkml:trace contextRef="#ctx0" brushRef="#br0" timeOffset="59">23903 14305 8912,'0'-17'0,"0"-1"0,0 1 0,-2 0 0,-4 2 0,-5 3 0,-5-1 0,-1 5 0,0 1 0,0-1 0,0 4 0,-1 2 0,-5 17 0,0 10 0,2 12 0,2 8 0,4 13 0,4 3 0,5 0 0,4 6 0,4-6 0,4 0 0,11-2 0,10-9 0,7-6 0,0-10 0,1-9 0,7-13 0,4-9 0,3-6 0,-5-15 0,4-10 0,-8-12 0,-7-4 0,-10-8 0,-6 1 0,-5 1 0,-9 2 0,-6 2 0,-15 6 0,-12-4 0,-9 2 0,-12 2 0,-3 6 0,-3-1 0,3 10 0,3 6 0,1 8 0,6 3 0,10 4 0,7 18 0,12 3 0,1 14 0,3-3 0,7-7 0,-4 12 0,8-7 0</inkml:trace>
  <inkml:trace contextRef="#ctx0" brushRef="#br0" timeOffset="60">24419 14373 8912,'12'0'0,"-1"0"0,-7-7 0,2-5 0,-4-3 0,-2-2 0,0 0 0,0 0 0,0-6 0,1 0 0,3 2 0,2 2 0,0 9 0,-4-5 0,3 3 0,-1-3 0,8-2 0,-8 7 0,3 10 0,-7 12 0,0 3 0,0 2 0,2 2 0,4 4 0,-4 2 0,3 4 0,-3 1 0,-2-7 0,6 8 0,2-5 0,1 1 0,-3-2 0,4-8 0,-3 0 0,7-1 0,-3-5 0,4 3 0,3-9 0,1-1 0,4-10 0,2-3 0,3-8 0,5-8 0,-14 4 0,4-8 0,-6 8 0,-4-2 0,-3 4 0,0 4 0,-1 3 0,-5 3 0,2 3 0,-4 4 0,-2-5 0,0 14 0,0 5 0,1-3 0,3 3 0,2 1 0,7-5 0,-3 5 0,7-7 0,0 5 0,1-5 0,-1-2 0,6-2 0,2-4 0,1-2 0,5-2 0,-6-7 0,5 3 0,-7-7 0,-2 0 0,-2-8 0,-3 6 0,-5-4 0,-5 4 0,-4-6 0,-2 6 0,-2-2 0,-4 8 0,4-3 0,-7 14 0,3-3 0,4 3 0,-6 9 0,8 5 0,0 3 0,0 10 0,2 4 0,2 3 0,2 3 0,7-9 0,-3 7 0,7-5 0,0 5 0,1 1 0,-1 1 0,0-1 0,0 0 0,0-1 0,1-4 0,-1-1 0,0-11 0,0-3 0,0-14 0</inkml:trace>
  <inkml:trace contextRef="#ctx0" brushRef="#br0" timeOffset="61">25951 14322 8912,'0'-17'0,"-2"0"0,-4-1 0,4 1 0,-4 0 0,4 7 0,2 3 0,0 20 0,0 4 0,0 4 0,0 4 0,2 0 0,4 4 0,-4-3 0,4-3 0,-4-4 0,-2 4 0,5-4 0,1-1 0,0-1 0,-6 0 0,2-2 0,4-3 0,-3-5 0,9-7 0,-1-7 0,1-3 0,-1-9 0,3-4 0,1-4 0,2 1 0,-5-5 0,-1 8 0,1-5 0,5 5 0,-6 0 0,1 6 0,-1 7 0,6 2 0,1 8 0,-1 0 0,-6 10 0,1 7 0,-7 0 0,5 8 0,0-2 0,-1 0 0,-5 7 0,6-10 0,-7 3 0,3-4 0,-2-2 0,-2 0 0,-2-7 0,8 5 0,-5-13 0,9 3 0,-6-8 0,5-3 0,0-7 0,7-3 0,-1-9 0,0 1 0,2-3 0,4 0 0,-4 4 0,4-4 0,-6 3 0,-5 3 0,3 2 0,-11 7 0,8 1 0,-9 7 0,7-2 0,-4 12 0,-4-2 0,3 7 0,-3-5 0,0 3 0,4 1 0,5-1 0,-1-3 0,1 6 0,1-9 0,5 7 0,0-4 0,0-4 0,1 3 0,-7-1 0,1 0 0,1 4 0,2 1 0,2-5 0,-5 9 0,-1-5 0,3 2 0,-5-5 0,3 7 0,-8-1 0,9 6 0,-7 1 0,7-1 0,-11-6 0,6-1 0,-1-3 0,5-3 0,3-2 0,2-2 0,1-7 0,-1-5 0,0-5 0,0-6 0,-2 2 0,-3-8 0,1 8 0,-7-2 0,0-1 0,-6 1 0,0-8 0,-14 12 0,-7-4 0,-9 4 0,-3 7 0,-13 3 0,1 1 0,1 4 0,-4 4 0,8 6 0,1 4 0,11 7 0,-5 0 0,14 0 0,-6 1 0</inkml:trace>
  <inkml:trace contextRef="#ctx0" brushRef="#br0" timeOffset="62">27740 14253 8912,'-23'-32'0,"0"1"0,1 4 0,-3 2 0,0 4 0,-4 10 0,-9 3 0,3 8 0,-1 0 0,0 0 0,3 2 0,3 6 0,3 7 0,2 6 0,2 10 0,8-3 0,3 13 0,-1-5 0,7 4 0,2-4 0,3-7 0,1 0 0,1-3 0,5 3 0,4-6 0,-1-4 0,7-9 0,-5-5 0,10-3 0,2-2 0,8-2 0,-3-3 0,5-11 0,1-9 0,1-1 0,-1-5 0,1-1 0,-1-3 0,0-1 0,1-4 0,-3 2 0,-3-8 0,2-2 0,-9-9 0,1 3 0,-5-13 0,-1 6 0,0 0 0,-7 10 0,-5 10 0,-3 13 0,-2 5 0,0 11 0,-2 7 0,-3 10 0,1 7 0,-6 11 0,3 5 0,-5 5 0,6 3 0,3 4 0,1 6 0,2-2 0,0 2 0,2-8 0,3 2 0,-1-2 0,8 3 0,5-7 0,6 0 0,7-7 0,-9-6 0,8-4 0,0 4 0,5-11 0,1-1 0,-1-1 0,0-8 0,1-2 0,-1-4 0,1-5 0,-9-2 0,-3-1 0,-4 3 0,-9-1 0,-4-5 0,-4 0 0,-2 0 0,-2 0 0,-4-1 0,-4 1 0,-7 0 0,0 7 0,0 5 0,0-5 0,-2 8 0,-3-4 0,0 5 0,4 8 0,7 5 0,1-3 0,-3 5 0,3 3 0,3 4 0,1 2 0,8-6 0,4 2 0,5 2 0,8 2 0,10-2 0,1-4 0,16-5 0,0 1 0,6-7 0,7-1 0,4-5 0,-3-7 0,-3-5 0,-4-11 0,-1-5 0,-8-7 0,-4-5 0,-3 2 0,-3-8 0,-7 6 0,-4-8 0,-6-3 0,-6-5 0,3-7 0,-9 6 0,1-8 0,-6 10 0,0-8 0,0-2 0,-2-2 0,-3-2 0,-5 10 0,-7 7 0,0 8 0,-1 14 0,1 7 0,0 8 0,0 16 0,0 5 0,-1 13 0,1 16 0,0 14 0,0 14 0,-1 4 0,1 2 0,6 7-220,-1 5 1,9 3 219,-3 2 0,6 0 0,6 0 0,9 0 0,10 0 0,0 0 0,-1-1 0,7-6 0,-14 9 0,0 0 0,-9 7 0,-9-44 0,-2-1 0,-3 40 0,3 0 0,1 2 0</inkml:trace>
  <inkml:trace contextRef="#ctx0" brushRef="#br0" timeOffset="63">13285 15268 8912,'10'-8'0,"-5"-4"0,-3-3 0,-2 4 0,0-1 0,0 6 0,0-5 0,0 7 0,0-3 0,0 7 0,2 0 0,4 0 0,-4 0 0,6 0 0,-7 0 0,5 0 0,-2 0 0,7 0 0,-7 0 0,12 0 0,-5 0 0,4 0 0,3 0 0,1 0 0,4 0 0,-2 0 0,7 0 0,-5 1 0,6 5 0,0-4 0,5 4 0,0-4 0,1-2 0,-1 5 0,1 1 0,-1 2 0,-1-4 0,-3 1 0,-1-1 0,0-2 0,5-2 0,0 8 0,1-6 0,-1 3 0,1-3 0,-3-2 0,-3 0 0,3 0 0,-3 0 0,2 0 0,-1 0 0,-1 0 0,2 0 0,1 0 0,1 0 0,-3 0 0,-1 0 0,-1 0 0,7 0 0,5-5 0,0-1 0,2 0 0,-2 6 0,-3 0 0,3 0 0,-4 0 0,-1 0 0,-1 0 0,1 0 0,-7 0 0,1 0 0,1 0 0,-5 0 0,-2 0 0,-4 0 0,-1 0 0,-1 0 0,0 0 0,-6 0 0,1 0 0,-8 0 0,11 0 0,-13 0 0,13 0 0,-13-8 0,13 7 0,-13-7 0,6 8 0,-8 0 0,0 0 0,8 0 0,1-8 0,8 6 0,1-3 0,-1 3 0,2-4 0,2 0 0,4 1 0,2-3 0,-6 6 0,2-4 0,1-1 0,-1 1 0,6-2 0,-6 3 0,8 3 0,-12-6 0,4 6 0,-4-4 0,0 4 0,2-3 0,2 1 0,-2-2 0,-2 4 0,-2-5 0,1 7 0,-3-2 0,-2-2 0,-1-2 0,-1 0 0,6 6 0,-7 0 0,5 0 0,-13 0 0,6 0 0,-8-7 0,2 5 0,3-4 0,-3-3 0,8 7 0,-6-6 0,1 0 0,3 1 0,-2-5 0,-4-3 0,11 5 0,-7-7 0,5-2 0,-3-2 0,2-2 0,-5-5 0,7 5 0,-7-8 0,7 2 0,-6-3 0,3-2 0,-1-1 0,-4 1 0,-2-1 0,3 1 0,1 2 0,-2 3 0,-2 2 0,-2 4 0,-2 8 0,-4-8 0,4 15 0,-13-15 0,4 12 0,-5 1 0,-1-1 0,0-1 0,-2-3 0,-2 2 0,-2 3 0,2 3 0,2-7 0,-4 10 0,0-7 0,2-2 0,-4 3 0,2-1 0,-2 5 0,2-6 0,4 9 0,-8-13 0,6 7 0,-2-1 0,0 1 0,6 5 0,0-4 0,0-1 0,-1 5 0,1-2 0,-6-2 0,0 3 0,-2-3 0,2 2 0,-3 2 0,-9-7 0,7 7 0,-1-2 0,0 3 0,-5-3 0,1 4 0,3-6 0,1 3 0,-2-1 0,-1 0 0,1 4 0,1-2 0,-1-1 0,-5-1 0,7 6 0,2-2 0,-1-4 0,-1 4 0,-5-3 0,7 3 0,4 2 0,-2 0 0,2 0 0,0 0 0,4 0 0,-2 0 0,-2 0 0,0 0 0,4 0 0,-2 2 0,-2 3 0,0-3 0,6 4 0,0-4 0,-1-2 0,-4 2 0,-1 4 0,-6-4 0,6 3 0,-6-3 0,6-2 0,-5 0 0,5 0 0,-6 0 0,6 0 0,2 0 0,2 0 0,-4 6 0,0 0 0,0-1 0,6-5 0,0 0 0,-1 0 0,1 0 0,0 0 0,0 0 0,0 0 0,-1 0 0,1 0 0,-2 0 0,-4 0 0,4 8 0,-12-6 0,7 4 0,-3-4 0,4-2 0,-4 0 0,2 0 0,4 0 0,-6 7 0,6-5 0,-5 4 0,1-4 0,2 0 0,6 3 0,-8-3 0,6 8 0,-4-4 0,-2-4 0,2 5 0,2 1 0,2-4 0,2 5 0,-1-1 0,1 5 0,6-11 0,1 6 0,2-1 0,3-5 0,5 6 0,0-6 0,0 4 0,0-5 0,0 15 0,-2-14 0,-2 5 0,-2 1 0,-1 2 0,3 7 0,-2 0 0,-2 0 0,3 0 0,3 0 0,-12 1 0,7-1 0,-3 0 0,4 2 0,-5 4 0,7-4 0,-2 4 0,-1-4 0,1-2 0,0 1 0,0-1 0,1 0 0,1 0 0,-4 0 0,3 2 0,-1 2 0,-2 2 0,6 0 0,-3-5 0,-3 1 0,2 4 0,0-4 0,6 5 0,0-6 0,0-1 0,0 0 0,0 0 0,0-5 0,0-1 0,0-5 0,0 5 0,0 1 0,0 5 0,0-6 0,0 1 0,0-8 0,0 5 0,0-3 0,0-4 0,0 6 0,0-6 0,0 3 0,2-3 0,2 6 0,2-1 0,0-5 0,-6 6 0,2-2 0,3-1 0,-3 3 0,4-2 0,-4-4 0,0 5 0,3-7 0,-3 8 0,8 0 0,-4 3 0,-3 4 0,9-3 0,-6-3 0,5 3 0,-7-6 0,2 5 0,-2-7 0,1 2 0,-3-3 0,4 3 0,3-4 0,-5 11 0,8-7 0,-8 2 0,1-2 0,-3-5 0,6 7 0,-6 0 0,7-4 0,-3 7 0,-4-7 0,6 4 0,-8-8 0,0 0 0,7 0 0,-5 0 0,6 0 0,-8 0 0,0 0 0,0 7 0,-2 5 0,-4 11 0,-11 11 0,-10 10 0</inkml:trace>
  <inkml:trace contextRef="#ctx0" brushRef="#br0" timeOffset="64">16400 16196 8912,'-15'-27'0,"1"6"0,3 6 0,-3 5 0,-1 3 0,5 3 0,5 10 0,3 7 0,2 8 0,0 8 0,0 3 0,0 3 0,0-1 0,0 0 0,0 1 0,0-1 0,2 0 0,3 1 0,-3-3 0,6-1 0,-2-4 0,0-3 0,1-1 0,-1-5 0,-4-1 0,5 0 0,-7-7 0,0-10 0,0-10 0,0-7 0,0-2 0,0-4 0,6-4 0,0-5 0,-2 3 0,0-4 0,1 5 0,-1-3 0,8 3 0,-9-3 0,5 8 0,-2 2 0,0 2 0,7 9 0,-9 3 0,7 7 0,3 0 0,-5 7 0,3 5 0,-7 11 0,7 5 0,-8 5 0,11 1 0,-5 1 0,-1-3 0,-3-3 0,1 1 0,1-7 0,2-2 0,-6-2 0,3-1 0,-5-9 0,4-3 0,3-12 0,9-11 0,-1-12 0,2-3 0,2-3 0,2 1 0,6-6 0,-6 0 0,7 0 0,-11 7 0,4 5 0,-6 3 0,-5 8 0,3 7 0,-5 6 0,-1 8 0,-1 7 0,-8 12 0,6 2 0,-1 4 0,1 3 0,-6-5 0,0 0 0,0 0 0,0-6 0,0 1 0,0 1 0,0-5 0,8-9 0,-4-1 0,7-8 0,-7-8 0,9-1 0,-5-10 0,1-3 0,3 0 0,-2 1 0,5-4 0,-4 2 0,5-2 0,1 2 0,2 6 0,4 0 0,-4-1 0,4 9 0,-6-3 0,-5 1 0,3 7 0,-13-11 0,5 13 0,-14 2 0,-5 10 0,-3-1 0,-2 14 0,2-12 0,3 12 0,6-4 0,-1-1 0,1 1 0,2 2 0,2 2 0,2 0 0,2-12 0,4-1 0,5-3 0,5 7 0,1-12 0,0 3 0,6-5 0,2-5 0,2-7 0,-4-3 0,3-2 0,-1-1 0,-4 1 0,-9 0 0,-7 0 0,-3 0 0,-5-1 0,-9 1 0,-1 8 0,-16 3 0,0 4 0,3 2 0,-5 2 0,8 4 0,2-2 0,9 7 0,-3-7 0,13 3 0,2-7 0,17 0 0,18 0 0,9 0 0</inkml:trace>
  <inkml:trace contextRef="#ctx0" brushRef="#br0" timeOffset="65">17691 16248 8912,'-35'-8'0,"1"6"0,1-4 0,4 4 0,-3 10 0,7 2 0,-4 7 0,8 0 0,8 0 0,0 8 0,7 4 0,0-3 0,10 1 0,7-2 0,1 5 0,15-10 0,-6 3 0,2-4 0,0-10 0,-6-3 0,0-4 0,2-2 0,4 0 0,-6-2 0,2-4 0,-5-5 0,-8-10 0,3-4 0,1-2 0,-1-3 0,-5-3 0,4-3 0,-8-2 0,0-3 0,0-6 0,0 5 0,0-6 0,0 2 0,-6 8 0,-2-2 0,1 3 0,-1 3 0,-5 7 0,9 10 0,-8 11 0,9 4 0,-7 14 0,6 9 0,-2 11 0,1 14 0,5 6 0,0 9 0,0 0 0,7 4 0,5-8 0,3-1 0,2-3 0,1 6 0,1-13 0,4 0 0,5-8 0,5-11 0,1-4 0,1-11 0,-1-7 0,0-3 0,1-2 0,-8-7 0,3-3 0,-7-9 0,-2-2 0,-4-4 0,-5-2 0,1 4 0,-7-5 0,0 7 0,-8-10 0,-4 8 0,2 0 0,-7 6 0,-3 0 0,7 7 0,-9 3 0,5 7 0,-4 0 0,-3 2 0,1 3 0,2 9 0,4 7 0,-5-2 0,14 11 0,-3-7 0,3-2 0,9 6 0,3-8 0,7 4 0,0-4 0,8-2 0,4 1 0,5-9 0,6-3 0,-3-4 0,5-4 0,-8-4 0,1-5 0,-3-10 0,-3-4 0,-6-2 0,-4-3 0,-10-3 0,-1-7 0,-8 0 0,0 2 0,0-6 0,-8 0 0,-3-8 0,-4-3 0,-3 3 0,1 4 0,0 16 0,0 3 0,0 10 0,-1 12 0,1 5 0,6 7 0,-1 18 0,8 12 0,-3 9 0,7 7 0,0 1 0,0-1 0,2 7 0,3-1 0,5-2 0,7-9 0,0 2 0,3-8 0,1-2 0,3-1 0,3-3 0,-6-7 0,6-8 0,-4-8 0,-4-7 0,14-4 0,-7-9 0</inkml:trace>
  <inkml:trace contextRef="#ctx0" brushRef="#br0" timeOffset="66">19016 16127 8912,'-20'-6'0,"-2"1"0,2-1 0,-3 6 0,10 10 0,2 7 0,7 2 0,-2 9 0,4 3 0,2 2 0,2 3 0,4 4 0,-2-10 0,7 5 0,1-5 0,10 3 0,1-4 0,2-5 0,-2-6 0,-4-7 0,4-1 0,-4-3 0,-1-1 0,-1-6 0,0-8 0,-2-5 0,-3-8 0,3-6 0,-3-7 0,1-1 0,0-1 0,-3-2 0,-2-2 0,-5 2 0,7 1 0,-6 5 0,7 3 0,-7 4 0,2 8 0,-4 8 0,-2 1 0,0 23 0,0 4 0</inkml:trace>
  <inkml:trace contextRef="#ctx0" brushRef="#br0" timeOffset="67">19670 16299 8912,'-33'-25'0,"2"8"0,5 9 0,1 7 0,-6 1 0,3 0 0,-3 1 0,2 5 0,4 4 0,8 7 0,0 0 0,7-4 0,5 3 0,3 3 0,2 0 0,7 0 0,5-2 0,5-5 0,6-1 0,-4-7 0,4 2 0,2-4 0,-2-2 0,0 0 0,2 0 0,-6 0 0,6 0 0,-8 0 0,-6 0 0,1 0 0,1 0 0,3 0 0,1-8 0,-6 6 0,1-4 0,-9 4 0,7 4 0,-6 4 0,2 6 0,-1-5 0,-3 1 0,4-8 0,5 0 0,-1 0 0,2 0 0,-7 0 0,7 0 0,-3-2 0,3-4 0,1 2 0,-7-7 0,2 1 0,-3-1 0,-3-4 0,6 5 0,-6-5 0,3 3 0,-3 5 0,6 7 0,-6 0 0,4 0 0,3 7 0,8 5 0,-1-3 0,-5 3 0,5-1 0,-7 1 0,8-3 0,0-1 0,-5 3 0,-1-5 0,3-2 0,-7-2 0,3-2 0,-4 0 0,3 0 0,3-2 0,-1-2 0,3-2 0,3-5 0,6 5 0,-2-7 0,8 1 0,-1 3 0,7-3 0,7 3 0,4-3 0,-4-3 0,-2 4 0,2-5 0,-2-1 0,-2 0 0,-7 0 0,-6 0 0,-6-1 0,0 7 0,-13-1 0,-1 9 0,-5-5 0,-7 8 0,-7 0 0,-7 0 0,2 0 0,-6 8 0,8 3 0,0 4 0,5 3 0,1-1 0,1 2 0,-1 2 0,5 2 0,4 2 0,2-2 0,0-4 0,0 4 0,0-4 0,0-2 0,0 0 0,2 0 0,2 0 0,4 1 0,1-1 0,-3-2 0,5-3 0,-7-5 0,4 1 0,-8 1 0</inkml:trace>
  <inkml:trace contextRef="#ctx0" brushRef="#br0" timeOffset="68">20530 16041 8912,'-12'-32'0,"1"3"0,7 4 0,-3 16 0,8 3 0,7 12 0,9 5 0,8 4 0,10 3 0,-9-9 0,14 6 0,-3-5 0</inkml:trace>
  <inkml:trace contextRef="#ctx0" brushRef="#br0" timeOffset="69">20995 16248 8912,'-52'0'0,"8"5"0,4 1 0,3 7 0,3-1 0,3 3 0,7 2 0,6 0 0,13 1 0,5 1 0,11 0 0,4-2 0,10 2 0,4-13 0,3 0 0,3-6 0,-3 0 0,-3 0 0,4 0 0,-9-2 0,5-4 0,-6-5 0,-4-5 0,-3-1 0,-5 0 0,4 7 0,-13-5 0,4 4 0,-4 3 0,0 0 0,3 8 0,-1 2 0,8 4 0,-1 2 0,6 3 0,1 2 0,-1-7 0,0 8 0,8-13 0,-6 7 0,6-8 0</inkml:trace>
  <inkml:trace contextRef="#ctx0" brushRef="#br0" timeOffset="70">21390 16041 8912,'-17'-34'0,"6"1"0,-1 5 0,-1 5 0,5 4 0,1 9 0,7 2 0,0 16 0,0 4 0,0 10 0,5 7 0,3 11 0,1 6 0,-5 4 0,2 1 0,-4 1 0,-2-2 0,0-3 0,0-1 0,0-2 0,0 2 0,0-6 0,0-9 0,0-5 0,0-1 0,0-9 0,0-13 0,2-12 0,4-10 0,5-6 0,12-4 0,-2-5 0,8-1 0,1 1 0,-5 7 0,8-3 0,-5 9 0,5 5 0,-6-1 0,3 10 0,-7-5 0,0 5 0,-6 7 0,-7 7 0,-4 7 0,-4 7 0,-4 0 0,-6 7 0,-9 3 0,-10 1 0,-5 3 0,-3-3 0,1-1 0,-1-3 0,1-5 0,-1 6 0,7-14 0,-1 2 0,8-5 0,-2-1 0,12-3 0,-5-16 0,7-1 0</inkml:trace>
  <inkml:trace contextRef="#ctx0" brushRef="#br0" timeOffset="71">21941 15904 8912,'0'-18'0,"0"9"0,-8-6 0,-1 13 0,-3-4 0,1 12 0,7 11 0,-2 12 0,-1 3 0,1 2 0,0 7 0,6-1 0,0 7 0,8-8 0,1 5 0,1-2 0,5-2 0,-3-8 0,5-1 0,6-3 0,-4-7 0,4 0 0,-4-7 0,-2-8 0,-5-5 0,-1-1 0,3-1 0,1-5 0,2-4 0,0-7 0,-1-2 0,-3-4 0,-3-4 0,-3 1 0,-1 1 0,-6 8 0,0-1 0,-2 3 0,-4 4 0,-3 3 0,-10 8 0,-4 0 0,-4 15 0,-4 1 0,1 16 0,-1 4 0,-5 2 0,17 3 0,-4 1 0,4 2 0,3-6 0,5 2 0,7-4 0,8-1 0,7-9 0,12-3 0,4-6 0,7-5 0,3-4 0,3-8 0,-4-2 0,6-4 0,0-6 0,-5-10 0,5-5 0</inkml:trace>
  <inkml:trace contextRef="#ctx0" brushRef="#br0" timeOffset="72">22664 16162 8912,'-27'-8'0,"4"-4"0,6-3 0,5-2 0,-1 6 0,7-1 0,1 8 0,5-3 0,1 7 0,7 0 0,9 0 0,1 7 0,14 3 0,-5 7 0</inkml:trace>
  <inkml:trace contextRef="#ctx0" brushRef="#br0" timeOffset="73">22819 16505 8912,'-18'0'0,"7"-1"0,0-5 0,7 4 0,-4-6 0,8 8 0,8 8 0,1 1 0</inkml:trace>
  <inkml:trace contextRef="#ctx0" brushRef="#br0" timeOffset="74">22784 16540 8912,'-11'6'0,"-1"-1"0,-1-1 0,-2 0 0,-3 2 0,1-4 0,0 3 0,0-3 0,5-2 0,1 0 0,9 0 0,2 0 0,2-6 0,7-1 0,-1-3 0,-2 6 0,1-3 0,-5 5 0,4-4 0,4 4 0,-8-5 0,5 7 0,-7 0 0,2 0 0,4 0 0,-4 0 0,5 0 0,-7 0 0,2-2 0,4-4 0,-4 4 0,13-6 0,-5 8 0</inkml:trace>
  <inkml:trace contextRef="#ctx0" brushRef="#br0" timeOffset="75">23421 16282 8912,'-17'-17'0,"0"1"0,-1 5 0,9-4 0,1 13 0,8-6 0,15 8 0,8 0 0,10 0 0,7 0 0,0-2 0,12-4 0,-2 3 0,13-9 0,7-5 0,11-6 0,3 2 0,2 2 0,0 2 0,0 0 0,-13 1 0,-5 5 0,-20 3 0,-8 8 0,-19 0 0,-13 0 0</inkml:trace>
  <inkml:trace contextRef="#ctx0" brushRef="#br0" timeOffset="76">23249 16609 8912,'-12'-2'0,"3"-4"0,1-6 0,12 3 0,15-3 0,16-1 0,14-2 0,18-10 0,14 2-114,-36 6 1,1 0-1,5 1 1,2 1-1,3-5 1,0 0 113,1 1 0,-1 2 0,3 0 0,-1 1 0,-3 2 0,-1 0 0,-5-1 0,-1 1 0,33-3 0,-22-2 0,-25 13 166,-9 2-166,-29 2 0,-7-6 0,-24-1 0</inkml:trace>
  <inkml:trace contextRef="#ctx0" brushRef="#br0" timeOffset="77">23645 15921 8912,'9'11'0,"-3"1"0,-4-8 0,-2 11 0,0-2 0,0 8 0,-8 14 0,4 12 0,-7 15 0,-2 6 0,3 13 0,-1-1 0,7 4-219,-2 2 1,4-2 218,2-4 0,2-9 0,2-10 0,3-4 0,3-7 0,-6-8 0,2-13 0,3-12 0,-7-10 0,13-22 0,-13-4 0,6-31 0,-8-3 0</inkml:trace>
  <inkml:trace contextRef="#ctx0" brushRef="#br0" timeOffset="78">24109 15818 8912,'-25'0'0,"6"0"0,-4 0 0,2 4 0,-2 7 0,2 10 0,-7 19 0,7 0 0,-2 12 0,4 5 0,3 18 0,5 5 0,5 4 0,4-6 0,2-1 0,0-9 0,0 1 0,0-8 0,6 2 0,0-11 0,-1 1 0,-5-12 0,0-3 0,0-4 0,0-5 0,-7-12 0,-3-9 0,-7-8 0</inkml:trace>
  <inkml:trace contextRef="#ctx0" brushRef="#br0" timeOffset="79">25125 16110 8912,'-35'-17'0,"1"5"0,-1 3 0,1 1 0,0 4 0,-1 10 0,1 7 0,-1 10 0,1 12 0,1 5 0,5 6 0,5 3 0,11-3 0,5 4 0,7 1 0,2-1 0,3-4 0,14-4 0,16-8 0,-1-7 0,8-4 0,0-6 0,4-5 0,-4-5 0,-2-7 0,-3-7 0,-3-5 0,-1-3 0,-5-2 0,-3-16 0,-8-3 0</inkml:trace>
  <inkml:trace contextRef="#ctx0" brushRef="#br0" timeOffset="80">25383 15852 8912,'-17'0'0,"-1"0"0,-1 2 0,-2 4 0,-2 5 0,-2 6 0,2 6 0,4 4 0,-6 15 0,8 4 0,0 4 0,8 7 0,3 0 0,6 4 0,6-9 0,3 1 0,8-12 0,0-3 0,1-2 0,7-2 0,-4-14 0,5-9 0,-1-7 0,-2-4 0,2-8 0,2-1 0</inkml:trace>
  <inkml:trace contextRef="#ctx0" brushRef="#br0" timeOffset="81">25624 16265 8912,'-27'19'0,"-4"4"0,8-12 0,-7 12 0,5-2 0,-4 8 0,4-2 0,10 1 0,4-5 0,3 2 0,8-2 0,2-2 0,6-8 0,7-3 0,6-3 0,9-1 0,-1-6 0,4-2 0,1-3 0,1-5 0,-3-7 0,-1 0 0,-3-1 0,-9-5 0,1 1 0,-9-1 0,-3-2 0,-3 4 0,-5-8 0,0 8 0,-13-2 0,-6 10 0,-6 1 0,2 3 0,-6-3 0,1 5 0,-7 7 0,1 0 0</inkml:trace>
  <inkml:trace contextRef="#ctx0" brushRef="#br0" timeOffset="82">25985 16230 8912,'-17'0'0,"-8"0"0,0 0 0,-4 2 0,7 4 0,8 5 0,3 12 0,7-4 0,-4 6 0,8-6 0,0 4 0,4-4 0,6 4 0,7-4 0,2-1 0,0-1 0,6-8 0,2-1 0,-1 0 0,7-6 0,-12 5 0,6-7 0,-2 0 0,-2-7 0,-6-5 0,0 3 0,0-3 0,-2 1 0,-3-8 0,-4-2 0,-1-2 0,-5 0 0,4 5 0,-4 7 0,-2 0 0,0 5 0,0-6 0,0 9 0,0-3 0,0 12 0,0 3 0,0 8 0,0 0 0,0 3 0,2 1 0,3 2 0,7 1 0,11-1 0,4-4 0,7 4 0,0-9 0,3-5 0,3-1 0,-2-2 0,6-6 0,-2 0 0,-2 0 0,-5-10 0,-1-5 0,1-6 0,-1-10 0,-7 10 0,-2-7 0,0-3 0,-6-2 0,-2 5 0,-11 1 0,-4 2 0,-6 4 0,-8 2 0,-1 10 0,-16 3 0,-7 4 0,0 4 0,-5 4 0,5 5 0,2 4 0,1 4 0,4 2 0,6 2 0,4 8 0,2-12 0,2 4 0,3-4 0,-1-2 0,7 0 0,2 1 0,10-3 0,6-4 0,5-3 0,6-8 0,-2-8 0,8-3 0,-1-6 0,7-6 0,-3 2 0,-1-8 0,-3-3 0,3-7 0,1-4 0,-3-9 0,-2-2 0,-2-3 0,3-6 0,-5-11 0,6 3 0,-6-2 0,-4 10 0,-5 12 0,-7 9 0,-7 13 0,0 12 0,0 9 0,-2 16 0,-3 7 0,-7 12 0,-3 9 0,-2 18 0,-1 3 0,7-2 0,1 8 0,3 2 0,3 2 0,2 6 0,2-4 0,8 1 0,3-12 0,12-3 0,6-9 0,3 0 0,3-12 0,1-9 0,4-14 0,-5-7 0,-1 2 0,0-12 0,-7-5 0,8-12 0,-1-6 0,2-5 0,4-4 0,6-5 0,4 0 0,-6-3 0,0-6 0,-6 1 0,2-1 0,1-7 0,-15 13 0,-3 0 0,-4 8 0,-9 11 0,-2 10 0,-8 11 0,-2 12 0,-2 7 0,-2 8 0,0 6 0,1 9 0,-1 4 0,2 6 0,2 4 0,2 2 0,0-3 0,0-3 0,0 4 0,-7-14 0,-5 4 0,-3-4 0,-12-3 0,-7-3 0,-10-3 0,-6-2 0,-4 0 0,-3-2 0,-4-4 0,-8 4 0,-8-4 0,-1-2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414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12442 11502 8912,'-6'-17'0,"0"0"0,3 0 0,-5-2 0,2-2 0,2-2 0,1 0 0,-1 0 0,-2 0 0,0-6 0,6 4 0,0-1 0,-2 5 0,-1-2 0,-3 4 0,0 3 0,-2 5 0,-1-3 0,-10 9 0,-4 1 0,-4 10 0,-9 18 0,-6 18 0,-10 12 0,-7 13 0,28-29 0,1 2 0,-1-1 0,2 2 0,3 9 0,3 2 0,-1-4 0,2 1-138,0 2 1,3-1 0,5-2 0,2 0 137,-5 44 0,11-12 0,15-8 0,12-7 0,10-7 0,7-20 0,14-10 0,1-8 0,5-9 0,11 4 0,7-13 0,4 4 0,-3-10 0,-10-4 0,-2-1 0,-4-6 0,-2-6 0,-9-6 0,-8-7 0,-8-1 0,1 1 0,-1-1 0</inkml:trace>
  <inkml:trace contextRef="#ctx0" brushRef="#br0" timeOffset="1">12958 11193 8912,'-25'-35'0,"6"9"0,2 1 0,9 17 0,8 8 0,0 10 0,-2 15 0,-1 9 0,-3 10 0,-2 13 0,4 6 0,-1 6 0,1 5 0,2-3 0,2 11 0,0-7 0,2 5 0,2-5 0,1-3 0,9-9 0,-5-7 0,3-9 0,-1-7 0,-7-17 0,2-5 0,-4-13 0,-2 3 0,0-23 0,2 1 0,3-14 0,5-3 0,7-9 0,-5 2 0,-1-8 0,1 0 0,5-6 0,0 3 0,0 3 0,-2 6 0,-3 11 0,1 4 0,-7 8 0,7 8 0,-9 7 0,6 17 0,-1 17 0,1 14 0,1 2 0,7 17 0,1-6 0,4 2 0,3-5 0,9 1 0,5-11 0,0-6 0,14-6 0,-3-5 0,12-4 0,-9-16 0,3-3 0,-3-6 0,-4-6 0,-5-5 0,-2-12 0,-9-6 0,-13-3 0,-6-2 0,-7-3 0,-10-3 0,-6 4 0,-11-8 0,-4 6 0,-5-2 0,-7 1 0,-5 11 0,4-3 0,-4 8 0,9 2 0,2 10 0,8 3 0,-4 8 0,1 0 0,10 2 0,-1 4 0,5 5 0,-1 6 0,5 6 0,0 2 0,6 4 0,0 3 0,6-13 0,2 4 0,1-4 0,3 2 0,5-3 0,0 1 0,0-14 0,6 7 0,0-6 0,6-1 0,-4-7 0,2-3 0,3-7 0,-5-5 0,-2-6 0,-4-2 0,-2-3 0,-1-5 0,-5 5 0,-3-5 0,-2 4 0,-1 1 0,1 7 0,-6-2 0,0 4 0,0 9 0,-6 4 0,1 12 0,-1 4 0,6 7 0,0 0 0,2 0 0,3 0 0,7 1 0,9-1 0,2 0 0,6-2 0,-7-3 0,9-5 0,-2-7 0,-2 0 0,1 0 0,1-1 0,-2-5 0,-2-4 0,-8-13 0,0 0 0,0-5 0,0 5 0,1-10 0,-3 1 0,-4-4 0,-5 3 0,2 1 0,-3 9 0,-1 2 0,-2 2 0,-2 9 0,0 41 0,0 5 0,0 38 0,-7 1 0,5 13 0,-4 2-308,4 1 1,4 7 307,4-7 0,1-41 0,3 0 0,3-2 0,3-1 0,-1 0 0,2 0 0,17 39 0,1-15 0,-1-14 0,-7-11 0,2-6 0,-12-12 0,2-3 0,-13-8 0,-2-1 0,-10-5 0,-9-3 0,-8-8 0,-16-23 0,3-6 0</inkml:trace>
  <inkml:trace contextRef="#ctx0" brushRef="#br0" timeOffset="2">14180 11623 8912,'0'-20'0,"0"-1"0,2-1 0,4 1 0,-4 1 0,7 3 0,-3 0 0,9 2 0,8 3 0,15-1 0,2 7 0,16 0 0,7 6 0,4 2 0,0 4 0,-4 6 0,-11 10 0,-12 7 0,-12 4 0,-5 7 0,-11 0 0,-8 13 0,-14 1 0,-7 5 0,-14-4 0,-3 3 0,-2-7 0,-8-5 0,1-6 0,5-3 0,2-11 0,3-1 0,5-10 0,5-3 0,4-4 0,9-12 0,4-8 0,12-7 0,11-23 0,10-2 0</inkml:trace>
  <inkml:trace contextRef="#ctx0" brushRef="#br0" timeOffset="3">14972 11124 8912,'0'-34'0,"0"7"0,0 4 0,0 4 0,0 2 0,0 11 0,0 14 0,0 18 0,0 16 0,0 10 0,0 5 0,0 4 0,1 8 0,5 0 0,-4 2 0,6 1 0,-1 3 0,3-1-103,7-5 0,0-2 103,1-4 0,5 0 0,-1-12 0,7-5 0,-6-19 0,0-10 0,2-9 0,-6-6 0,4-2 0,4-8 0,-8-9 0,4-12 0,-4-3 0,6-3 0,-12 1 0,4 0 0,-1-1 0,-9 1 0,-1-1 0,-4 3 0,-2 3 103,0 6 0,0 10-103,0 2 0,0 7 0,-2-2 0,-2 14 0,-2 9 0,-7 8 0,9 9 0,-5 0 0,1 1 0,2-1 0,6 1 0,2-3 0,4-3 0,-4 3 0,19-11 0,-4 4 0,2-6 0,0 2 0,6-19 0,4 4 0,3-4 0,-3-2 0,0-2 0,1-6 0,3-9 0,1 0 0,-1-10 0,-5 6 0,-5-2 0,-3-7 0,-3 3 0,0-8 0,0 1 0,-7 0 0,-3-1 0,-7 3 0,0 3 0,0 4 0,-2 10 0,-3 4 0,-5 3 0,-7 21 0,2 6 0,3 6 0,-1 6 0,7 9 0,0-2 0,6 8 0,2-8 0,2 0 0,4-5 0,1-4 0,3-1 0,11 5 0,-2-3 0,-6-1 0,0-8 0,-9 2 0,-8-12 0,-7-3 0</inkml:trace>
  <inkml:trace contextRef="#ctx0" brushRef="#br0" timeOffset="4">14696 11760 8912,'-6'-38'0,"1"4"0,1 7 0,12 6 0,11 4 0,13-1 0,12 1 0,17 0 0,14 0 0,19-8 0,-42 15 0,3 1 0,1-3 0,1 1-725,-1 2 0,-2-1 725,40-15 0,-2-2 0,-14-7 0</inkml:trace>
  <inkml:trace contextRef="#ctx0" brushRef="#br0" timeOffset="5">16813 11158 8912,'-17'-7'0,"-1"-3"0,9 1 0,1 9 0,8 11 0,0 12 0,2 6 0,4 3 0,-2 10 0,7 4 0,-5 4 0,5 1 0,-5 8 0,4 5 0,-1 2 0,1 3 0,-4-2 0,3-2 0,-1-2 0,5-8 0,-9 1 0,7-18 0,3-15 0,1-12 0,2-11 0</inkml:trace>
  <inkml:trace contextRef="#ctx0" brushRef="#br0" timeOffset="6">17622 11210 8912,'0'-48'0,"0"8"0,0 11 0,-2 16 0,-4 7 0,-11 12 0,-12 5 0,-3 12 0,-5 8 0,-3 7 0,10 0 0,-3 6 0,6-2 0,6-2 0,10-5 0,-3 3 0,9-4 0,-1 5 0,8-20 0,4 4 0,5-4 0,4-8 0,3 1 0,1-7 0,2 5 0,2-2 0,7 5 0,-1-2 0,9-1 0,2 1 0,0 1 0,-5 5 0,5 0 0,0 1 0,0 1 0,-7 2 0,-4 2 0,-10 5 0,-10-3 0,-3 0 0,-8 0 0,-13 5 0,-14-11 0,-9 4 0,-2-4 0,-8-1 0,2-1 0,2 0 0,-2 0 0,2-5 0,-4-3 0,4 1 0,2-1 0,2-5 0,6 2 0,-8-20 0,-2-5 0</inkml:trace>
  <inkml:trace contextRef="#ctx0" brushRef="#br0" timeOffset="7">17501 11090 8912,'0'-35'0,"0"1"0,10 9 0,9 8 0,13 9 0,18 0 0,13 3 0,21-1 0,-35 5 0,2 0 0,6-1 0,2 0 0,6 0 0,0-1-117,0-4 1,-1 0 0,-2 6 0,0 0 0,-6-2 0,-1-1 116,-3-1 0,-1 2 56,41 1 1,-8-4 0,-15 10-57,-10 2 0,-13 0 0,-4-6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422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11891 11537 8912,'10'-8'0,"-3"4"0,-7-7 0,0-1 0,0 3 0,0-7 0,0 14 0,-2-5 0,-3 7 0,3 0 0,-6 0 0,8 0 0,0 0 0,8 2 0,3 3 0,-1-3 0,1 4 0,1 4 0,5-8 0,0 5 0,0 1 0,3-6 0,1 5 0,2 1 0,5-6 0,-5 4 0,8-4 0,-3-2 0,5 0 0,1 0 0,1 0 0,-1-2 0,1-4 0,-1 4 0,-5-11 0,-3 5 0,-1-2 0,-2 5 0,-6-7 0,6 7 0,0-5 0,-2 2 0,-9 3 0,3-1 0,-3 0 0,-3-5 0,3 5 0,-1 0 0,1-1 0,-1-5 0,1 3 0,3-3 0,-2 1 0,-1 1 0,-7-5 0,7 3 0,-2 3 0,1-3 0,-1 3 0,-5-3 0,-3-3 0,6 4 0,-1-5 0,-5-1 0,12 0 0,-8-2 0,-3-4 0,-1 4 0,0-6 0,4 8 0,-4-6 0,4 0 0,-6-6 0,-4 6 0,-2 2 0,-5 2 0,5 2 0,-8 0 0,5 0 0,-3-1 0,1 1 0,-1 2 0,-3 2 0,2 1 0,1-1 0,1-3 0,-5 5 0,3 0 0,2-3 0,-1 5 0,-5-3 0,0 6 0,0-5 0,-1 7 0,1-2 0,0 5 0,5 1 0,1 0 0,-1 0 0,-5 0 0,0 0 0,0 0 0,0 0 0,-1 0 0,1 1 0,0 5 0,0-4 0,0 4 0,-3-4 0,-1 0 0,-1 1 0,0 3 0,-2 0 0,-1-4 0,0 2 0,0 1 0,0 1 0,2-6 0,2 6 0,-6 0 0,3-3 0,3-1 0,-4 4 0,2 0 0,0-1 0,6-5 0,-1 2 0,1 4 0,0-4 0,0 4 0,7 3 0,-5-5 0,3 6 0,-3-3 0,4 5 0,-1-6 0,1 7 0,-6-2 0,-1 5 0,7 1 0,1 0 0,1-2 0,-1-3 0,6 3 0,-5-3 0,5 9 0,-2 1 0,-5 1 0,5-4 0,2 3 0,2 0 0,-5 1 0,5 0 0,-4 0 0,4-2 0,2-2 0,0 0 0,0 2 0,0 2 0,2 0 0,2-6 0,2 1 0,7-1 0,-5 0 0,5 0 0,-2 0 0,-7-7 0,12 3 0,-5-7 0,4-2 0,3 4 0,-1-1 0,0 1 0,0-1 0,0-1 0,1-4 0,-1 2 0,0 2 0,0-3 0,0-1 0,3 0 0,2 4 0,-2-4 0,3 4 0,1-4 0,-1-2 0,6 0 0,-6 0 0,8 0 0,-12 0 0,4 0 0,-12 0 0,-3 0 0</inkml:trace>
  <inkml:trace contextRef="#ctx0" brushRef="#br0" timeOffset="1">19308 12121 8912,'12'0'0,"-3"-2"0,1-2 0,-3-3 0,1-3 0,0 6 0,-3-1 0,-1-3 0,8 2 0,-1 1 0,6 5 0,1 0 0,-1 0 0,0 0 0,0 0 0,0 0 0,3 0 0,2 0 0,0 0 0,6 0 0,1 0 0,1-6 0,3 0 0,3 2 0,10-3 0,0 1 0,10-6 0,1 7 0,6-7 0,-6 7 0,3-1 0,-3 8 0,4 3 0,0 7 0,-1 3 0,-3 4 0,4 2 0,6 2 0,-10 0 0,7-6 0,-1 4 0,0-3 0,11 3-252,7-10 1,5-3 251,5-3 0,-40-3 0,2-2 0,5 0 0,2-2 0,5-1 0,2-1 0,7-4 0,1-1 0,5 1 0,1-2 0,6-5 0,0-2 0,1 3 0,0-1-418,1-1 0,0 0 1,2 1-1,1 1 418,-2-1 0,-2 1 0,-7 6 0,-1 1 0,-8-2 0,-1 1 0,-4 4 0,-2 2-20,-4-1 1,-1 1 0,-1 0 0,0 2 0,-3-1 0,-1 2 0,42 1 19,-14 3 0,-18-3 0,-8 4 0,-3-2 0,-3 1 0,-9-3 0,-7 4 0,-3-2 410,-9 2-410,-8-4 1728,-7 5-1728,-8-7 85,0 0 0,-6 8-85,1 3 0,-9 10 0,3 2 0,3 0 0,0-6 0</inkml:trace>
  <inkml:trace contextRef="#ctx0" brushRef="#br0" timeOffset="2">27018 11279 8912,'-6'-17'0,"-2"-1"0,1 1 0,-3 0 0,0 0 0,9 1 0,1 3 0,9 4 0,6 1 0,10-5 0,4 9 0,11-6 0,6 3 0,6-1 0,5 2 0,19 2 0,16-7 0,-36 8 0,3 0 0,4-1 0,2-1 0,5 0 0,2 0-1239,4 0 0,2 0 1239,7 3 0,1 1 0,0-3 0,0 0 0,0 4 0,0 0 0,-3-3 0,-2 0 0,-3 0 0,-1 1 0,2 0 0,-1 0 0,0 0 0,-1 0-739,-2-1 1,-1 0 738,-2 2 0,-3 0 0,-12-3 0,-3 1 0,-1 2 0,-1 2-84,-2-1 1,0 0 0,0 0-1,-1 0 84,49 0 0,-10 0 0,-27 0 0,-9 0 0,-10 0 0,-14 5 0,-5 1 1900,-11 0-1900,3 1 615,-13-5 0,-2 12 0,-11-7-615,-5 3 0,-3 1 0,-4 5 136,-6-5 0,5-3 0,-1-8 0</inkml:trace>
  <inkml:trace contextRef="#ctx0" brushRef="#br0" timeOffset="3">27345 13789 8912,'-2'-12'0,"-4"1"0,4 7 0,-6-3 0,8 7 0,2 5 0,4 1 0,-2 5 0,7-5 0,3-2 0,1-2 0,2 4 0,0-1 0,1-1 0,5-2 0,1-2 0,3 0 0,4 0 0,9 0 0,4-2 0,0-4 0,11 5 0,-3-5 0,3 4 0,-3 2 0,0-6 0,1 0 0,5 3 0,5 1 0,-4 2 0,6 0 0,-6 0 0,2 0 0,3 0 0,4 0 0,1 0 0,-2 0 0,-4 0 0,4 0 0,-6 0 0,1 0 0,4 0 0,-10 0 0,9 0 0,6 0 0,-8 0 0,6 0 0,-12 5 0,0 1 0,-1-2 0,1-2 0,-3 4 0,3-1 0,4 1 0,0-6 0,8 2 0,0 4 0,0-4 0,0 3 0,0-3 0,-1-2 0,-5 0 0,1 0 0,-7 0 0,6 0 0,-6-2 0,7-1 0,1-3 0,1 2 0,3 2 0,-8 2 0,-3 0 0,1 0 0,-2 2 0,-1 4 0,-3-4 0,-1 3 0,0 3 0,-1-2 0,3-2 0,3-3 0,-3-1 0,3 0 0,-3 8 0,3-6 0,0 4 0,6-4 0,-5 0 0,-3 3 0,5-3 0,-3 4 0,10-4 0,2-2 0,-2 0 0,3 0 0,-7 0 0,-3 0 0,-3 0 0,-5-6 0,-1 0 0,-5-5 0,-2 5 0,-2 2 0,-2 2 0,3 2 0,-7-5 0,4-1 0,-6 0 0,-5 6 0,2 0 0,-8 0 0,0 0 0,-14 0 0,-1 0 0,-8 0 0,0 0 0,-8 0 0,6 0 0,-5 0 0,7 0 0,0-2 0,0-3 0,0 3 0,-16-14 0,-3 7 0</inkml:trace>
  <inkml:trace contextRef="#ctx0" brushRef="#br0" timeOffset="4">22337 13772 8912,'0'-12'0,"0"1"0,0-3 0,0-1 0,0 4 0,0-1 0,0-1 0,0-2 0,0 3 0,0 1 0,0 7 0,-8-2 0,-3 12 0,-5 9 0,-1 12 0,-8 11 0,-1 17 0,-3 7 0,0 4 0,1-1 0,1 12 0,4-8 0,6-8 0,5-4 0,6-3 0,5-11 0,1-2 0,7-13 0,7-5 0,5-4 0,4-2 0,15 1 0,-9-9 0,11-3 0,-4-4 0,-2-2 0</inkml:trace>
  <inkml:trace contextRef="#ctx0" brushRef="#br0" timeOffset="5">22956 13789 8912,'-17'6'0,"-2"-1"0,-4-1 0,2-2 0,-8-2 0,-1 0 0,-3 2 0,-1 4 0,7-4 0,-5 13 0,3-4 0,4-1 0,2 1 0,4 3 0,9 1 0,5 2 0,3 0 0,2 1 0,0-1 0,7-6 0,5 1 0,9-7 0,2 7 0,0-2 0,-6 1 0,0-5 0,2 1 0,4-1 0,-4 2 0,4-4 0,-4 1 0,-1-1 0,-1 6 0,0-8 0,0 3 0,-5 5 0,-1 1 0,-7-1 0,2 1 0,-6-1 0,-6 1 0,-3 5 0,-9-5 0,-1 4 0,-4 3 0,2-1 0,-7 0 0,8 0 0,3 0 0,2-5 0,9-1 0,0-7 0,6 4 0,0-8 0</inkml:trace>
  <inkml:trace contextRef="#ctx0" brushRef="#br0" timeOffset="6">23352 13840 8912,'-17'0'0,"0"0"0,0 0 0,-1 0 0,1 0 0,0 0 0,-6 2 0,-2 4 0,-2 6 0,6-3 0,-2 3 0,4 7 0,4 0 0,3 4 0,7-4 0,3-2 0,2 6 0,0 0 0,13-2 0,4-10 0,12 3 0,0-9 0,3 1 0,3-6 0,-1 0 0,1-7 0,-3-3 0,-3 0 0,1-5 0,-7 4 0,0-5 0,-11 5 0,-3-1 0,-1-1 0,-2 4 0,-6-3 0,-10 6 0,-5-3 0,-8 1 0,-4 4 0,6 2 0,-2 2 0,4 0 0,2 0 0,0 0 0,15-15 0,4-4 0</inkml:trace>
  <inkml:trace contextRef="#ctx0" brushRef="#br0" timeOffset="7">23765 13600 8912,'-6'-17'0,"-1"-1"0,-3 3 0,-3 4 0,5 3 0,-7 10 0,3 4 0,5 3 0,-1 8 0,0 1 0,7 5 0,-5-1 0,4 9 0,2-4 0,2 1 0,4 1 0,1 0 0,5 5 0,3 0 0,-4 1 0,7 5 0,5 0 0,-4 0 0,4-5 0,-2-9 0,2-3 0,3 4 0,9 0 0</inkml:trace>
  <inkml:trace contextRef="#ctx0" brushRef="#br0" timeOffset="8">24195 13858 8912,'-24'0'0,"3"0"0,-8 0 0,6 0 0,-6 0 0,-3 7 0,-3 5 0,-1 3 0,13 2 0,-4 6 0,10 0 0,-2 6 0,13-6 0,0 0 0,6-6 0,2 0 0,4 0 0,6-2 0,10-3 0,-2-4 0,3-8 0,3 0 0,3 0 0,-4-8 0,5-4 0,-7-10 0,6 1 0,-6-8 0,-2-2 0,-2-1 0,-2-3 0,1 1 0,-1 0 0,0-1 0,-6-1 0,1-4 0,-8 4 0,2-5 0,-5 5 0,-1 2 0,0 7 0,-1 6 0,-5 8 0,-4 7 0,-7 12 0,0 5 0,0 20 0,-1-1 0,3 14 0,4-2 0,3 6 0,8-4 0,0 7 0,0 1 0,2-2 0,4-3 0,7-3 0,8-2 0,-2 6 0,12-11 0,-8 3 0,7-4 0,-3-2 0</inkml:trace>
  <inkml:trace contextRef="#ctx0" brushRef="#br0" timeOffset="9">25090 13909 8912,'-2'10'0,"-3"-4"0,-7-5 0,-1 1 0,1 4 0,-1-2 0,5 5 0,-1-1 0,5 5 0,-2-1 0,4 3 0,2 2 0,0 3 0,0 1 0,0 1 0,0-1 0,8-3 0,1-5 0,1-2 0,5 1 0,-5-2 0,7-5 0,0-3 0,0-2 0,1 0 0,-1 0 0,0 0 0,0-2 0,0-3 0,-7-5 0,3-7 0,-7 0 0,0-3 0,-6-2 0,-8 8 0,-3-3 0,-5 4 0,-1-3 0,0 5 0,0-3 0,0 9 0,-1 1 0,1 2 0,0 2 0,0 0 0,7 0 0,3 0 0,7 0 0,15 8 0,4 1 0</inkml:trace>
  <inkml:trace contextRef="#ctx0" brushRef="#br0" timeOffset="10">25555 13926 8912,'8'-17'0,"3"0"0,4 0 0,3 0 0,-7 1 0,0 5 0,-7 3 0,4 1 0,-8 7 0,0 0 0,0 7 0,0 10 0,-6 1 0,-1 1 0,-1 2 0,0 2 0,-3 5 0,3-5 0,-1-2 0,5 4 0,-2-2 0,4 0 0,2-6 0,-8 0 0,7-5 0,-5-1 0,4 1 0,2-3 0,0-3 0,0-12 0,0-5 0,0-12 0,6 2 0,-1-8 0,7 1 0,-6-7 0,1 8 0,-3 3 0,2-1 0,0 13 0,-6-11 0,1 14 0,5-1 0,-2 3 0,7 7 0,-5 7 0,6 5 0,-1 3 0,6 2 0,1 8 0,1-6 0,4 4 0,1-4 0,5-2 0,2 6 0,-8 0 0,0 0 0,-6-6 0</inkml:trace>
  <inkml:trace contextRef="#ctx0" brushRef="#br0" timeOffset="11">26484 14116 8912,'-2'-16'0,"-4"5"0,5-4 0,-7 5 0,2-1 0,0-1 0,1 10 0,3 4 0,-2 11 0,-2 8 0,1 8 0,3-4 0,-2 2 0,-2 3 0,0 3 0,6 1 0,0-1 0,0-3 0,0-3 0,0-2 0,0 3 0,0-5 0,0-2 0,0-2 0,0-1 0,0-9 0,0 6 0,0-15 0,2 0 0,4-9 0,-4-6 0,7-8 0,-5-2 0,2-2 0,0-2 0,-4 1 0,1-1 0,3 1 0,-2 1 0,4-4 0,-3 8 0,-1 2 0,4 2 0,-2 2 0,1 2 0,-1 3 0,-2 1 0,7 11 0,-7 4 0,6 13 0,-6 2 0,1 4 0,7-2 0,-7 6 0,1-3 0,2-3 0,1-1 0,3-3 0,-3 0 0,-1 0 0,5-7 0,-1-5 0,3-3 0,2-2 0,1 0 0,-1-2 0,0-3 0,0-5 0,0-5 0,-1 1 0,-3 3 0,-1-2 0,-3 3 0,5 0 0,-3 3 0,1-7 0,5 13 0,0-5 0,0 4 0,0-4 0,1 0 0,-1 3 0,0 1 0,0 2 0,0 0 0,1 0 0,-1 0 0,0 0 0,0 0 0,0 0 0,1 0 0,-1 0 0,0-2 0,0-4 0,0-3 0,-7-3 0,-4 1 0,-6 7 0,-6-2 0,-4 4 0,-7 2 0,0 0 0,-6 8 0,0 3 0,0 10 0,6 2 0,2-2 0,3-2 0,-3-1 0,13-1 0,-4 0 0,12 0 0,4-7 0,9-5 0,4-3 0,3-2 0,9-2 0,1-3 0,4-7 0,-3-3 0,5-8 0,-8 0 0,1 2 0,-3 2 0,-3 2 0,-6 0 0,-4-1 0,-2 9 0,-7-6 0,-3 15 0,-7 0 0,0 7 0,0 10 0,0 1 0,0-1 0,2-6 0,4 1 0,3-3 0,9 5 0,-1-5 0,0-1 0,8-2 0,-6-6 0,6 0 0,0 0 0,2 0 0</inkml:trace>
  <inkml:trace contextRef="#ctx0" brushRef="#br0" timeOffset="12">27947 13978 8912,'-8'-17'0,"-1"0"0,-9 7 0,3 6 0,4 8 0,-5 13 0,5 12 0,-4-2 0,-1 1 0,3 5 0,1 5 0,9-2 0,-3 4 0,4 2 0,2-1 0,0-1 0,4-6 0,5 0 0,9 1 0,5-3 0,-2-5 0,2-10 0,7 0 0,-3-7 0</inkml:trace>
  <inkml:trace contextRef="#ctx0" brushRef="#br0" timeOffset="13">28171 14133 8912,'-20'9'0,"-1"-3"0,-1-4 0,0-2 0,-2 8 0,1 3 0,0-1 0,6 1 0,-8 1 0,6 5 0,-4 0 0,5 0 0,7 0 0,3 1 0,8-1 0,0-6 0,0 1 0,8-1 0,1 1 0,9-1 0,5-7 0,1 3 0,3-1 0,4 0 0,1-2 0,-5-2 0,6-2 0,-3-2 0,8-4 0,-1 2 0,3-7 0,-9 5 0,-3-5 0,-1 5 0,2-6 0,-6 1 0,-4 1 0,-10-5 0,-1 6 0,-8-1 0,-8-3 0,-3 7 0,-4 2 0,-3 8 0,1 3 0,0 3 0,0 2 0,5 5 0,1 0 0,7 2 0,-2 4 0,6-4 0,6 4 0,5-4 0,7-2 0,5-1 0,5-5 0,5-5 0,1-4 0,6-2 0,0 0 0,1-8 0,-7-3 0,0-12 0,-1-6 0,-4-4 0,1-1 0,-7-2 0,-2-4 0,-4-4 0,-5-8 0,1 1 0,-7-3 0,-2-3 0,-2 3 0,-2-3 0,0 11 0,0 6 0,-6 17 0,-2 8 0,-1 5 0,-3 20 0,-5 9 0,0 19 0,0 8 0,7 0 0,-5 15 0,5-6 0,1 3 0,-1 1 0,6-4 0,-1 1 0,1-7 0,4 1 0,6-10 0,-3 4 0,9-10 0,-1 3 0,6-14 0,1 0 0,-1-10 0,0 4 0,0-19 0,1 8 0</inkml:trace>
  <inkml:trace contextRef="#ctx0" brushRef="#br0" timeOffset="14">28721 14322 8912,'-17'-8'0,"8"6"0,-1-7 0,4 3 0,4 4 0,2-13 0,12 13 0,11-4 0,5 4 0,7 2 0,5 0 0,-4 0 0,22 0 0,-5 0 0</inkml:trace>
  <inkml:trace contextRef="#ctx0" brushRef="#br0" timeOffset="15">29444 14442 8912,'-17'0'0,"0"-7"0,-1 5 0,1-4 0,8 4 0,1 2 0,10 0 0,4 0 0,11 0 0,10 0 0</inkml:trace>
  <inkml:trace contextRef="#ctx0" brushRef="#br0" timeOffset="16">29943 14408 8912,'0'-27'0,"0"2"0,0 14 0,-2 1 0,-4 3 0,5 1 0,-7 6 0,8 2 0,2 2 0,4 1 0,3 1 0,16 2 0,2 1 0</inkml:trace>
  <inkml:trace contextRef="#ctx0" brushRef="#br0" timeOffset="17">30872 13651 8912,'18'0'0,"1"-11"0,4-1 0,5 5 0,5 3 0,-6 15 0,-4 12 0,-6 19 0,-6 18 0,-3 20 0,-8-29 0,-2 3 0,-1 5 0,-2 2 0,-2 6 0,-3 2 0,-5 5 0,-4 3 0,-6 7 0,-2 2 0,-4 4 0,-3 1-402,10-29 1,-2-1-1,-2 0 1,-4 0-1,-3 0 1,-2-2-1,-3-1 1,-1-1-1,0 0 1</inkml:trace>
  <inkml:trace contextRef="#ctx0" brushRef="#br0" timeOffset="18">688 14064 8912,'-11'-8'0,"1"-3"0,3-4 0,1-4 0,0-3 0,0 0 0,3 1 0,1 1 0,2 3 0,0 0 0,0 0 0,-2 5 0,-4 1 0,4 7 0,-7-4 0,3 8 0,4 0 0,-6 0 0,16 0 0,3 0 0,12 0 0,4 0 0,9 0 0,5 0 0,3-5 0,9-3 0,4-1 0,7-3 0,10-5 0,-5-6 0,0 0 0,-2 0 0,-10 6 0,4 2 0,-9 3 0,-12-3 0,-9 7 0,-8-3 0,0-4 0,-22 13 0,5-6 0,-21 8 0,13 0 0,-8 2 0,5 4 0,-5 1 0,-7 5 0,0 3 0,0-5 0</inkml:trace>
  <inkml:trace contextRef="#ctx0" brushRef="#br0" timeOffset="19">1497 13050 8912,'0'-27'0,"0"4"0,2 6 0,4 5 0,-2 5 0,5 9 0,-1 3 0,7 5 0,2 7 0,8 0 0,10 0 0,1 3 0,4 2 0,6 7 0,9 4 0,1 1 0,-6 0 0,-1 1 0,-9-1 0,6 6 0,-5 0 0,-9 0 0,-9-5 0,-12 1 0,-5 4 0,-19 4 0,-16 21 0,-23 4 0,17-28 0,-4 0 0,-6 3 0,-2 0-1045,-2 6 0,-1 1 1045,-6 4 0,1 1 0,-1 4 0,1 2 0,-3 1 0,1 0 0,2 2 0</inkml:trace>
  <inkml:trace contextRef="#ctx0" brushRef="#br0" timeOffset="20">31750 13875 8912,'-11'6'0,"-1"-1"0,-1 1 0,-3 0 0,-1 0 0,0 5 0,2-3 0,1-1 0,3 1 0,1 5 0,-3-1 0,1 3 0,-1 2 0,0 2 0,1 4 0,-1 4 0,7 7 0,-7 1 0,3 1 0,1 0 0,3-1 0,4 3 0,2-9 0,0-3 0,0 3 0,2-10 0,4-2 0,3-1 0,8-11 0,6 1 0,0-6 0,6 0 0,-6 0 0,7-8 0,-3-1 0</inkml:trace>
  <inkml:trace contextRef="#ctx0" brushRef="#br0" timeOffset="21">32025 14064 8912,'0'-11'0,"0"-1"0,0-1 0,0-3 0,0-1 0,-2 8 0,-1 1 0,-5 2 0,-2 1 0,5-1 0,-7 6 0,6 2 0,-5 3 0,1 7 0,-3 9 0,3 2 0,3-2 0,-5 4 0,7-2 0,-3 5 0,4-3 0,-2 0 0,3 0 0,1-2 0,4-6 0,3 0 0,7-2 0,11-3 0,-4-4 0,13-8 0,-5 0 0,0 0 0,5-16 0,-5-3 0</inkml:trace>
  <inkml:trace contextRef="#ctx0" brushRef="#br0" timeOffset="22">32301 13875 8912,'-18'0'0,"9"0"0,-6 0 0,3 0 0,3 6 0,-3-1 0,8 9 0,-1-3 0,-3 4 0,2 3 0,0 6 0,6 5 0,0 2 0,0-3 0,0 9 0,0-7 0,0 1 0,-5-3 0,-1 3 0,2-2 0,2-8 0,2 4 0,0-8 0,0-8 0,0-3 0,2-12 0,4-5 0,3-12 0,9 2 0,-1-8 0,0 2 0,0-1 0,0 5 0,1 4 0,-1 2 0,-2-1 0,-3 1 0,-3 8 0,-3 3 0,-2-2 0,7 3 0,-7-1 0,9 13 0,-7 5 0,0 3 0,0 2 0,1 1 0,3-1 0,1-6 0,7 1 0,-1-8 0,2 1 0,2-3 0,2-2 0,7 0 0,-10 0 0,4-2 0,1-3 0,-6-1 0,4-11 0,-5 3 0,-5-9 0,-2 4 0,-7-4 0,2 0 0,-4 2 0,-2 2 0,-2 8 0,-4-1 0,-3 8 0,-9-1 0,1 3 0,-6 11 0,0 7 0,0 7 0,-1 3 0,4 1 0,-2 2 0,8 3 0,3-3 0,7 3 0,-4-3 0,8-2 0,0-2 0,8-2 0,3-6 0,14-8 0,10-3 0,1-4 0,10-2 0,0-2 0,5-4 0,1-5 0,0-12 0,-8 4 0,-4-4 0,-6 2 0,-5-2 0,-4 4 0,-10-6 0,-4 8 0,-3 0 0,-8-1 0,0 1 0,-8 6 0,-5 1 0,-8 3 0,2 1 0,-4 6 0,4 0 0,2 2 0,-1 3 0,3-1 0,4 8 0,-3-7 0,9 7 0,-1-6 0,6 5 0,0-5 0,0 5 0,0 3 0,0-7 0,0 1 0,2-2 0,3-1 0,5 1 0,7-6 0,0-2 0,1-3 0,-7 3 0,1-4 0,-3 2 0,3-2 0,3 4 0,-6-13 0,1 13 0,0-5 0,-5 7 0,-1 0 0,8 0 0,-9 0 0,13 0 0,-7 0 0,8 0 0,1 0 0,-1 0 0,0 0 0,-5 0 0,-1 0 0,-7-8 0,11 6 0,-13-6 0,13 8 0,-13 10 0,2 5 0,-8 6 0,0 10 0,-7-3 0,0 11 0,-7 1 0,7 8 0,-1-5 0,1 3 0,1 0 0,1-8 0,3 2 0,4-5 0,-4-6 0,4 1 0,2-7 0,0-6 0,0-5 0,0-9 0,0-3 0,0-9 0,0-8 0</inkml:trace>
  <inkml:trace contextRef="#ctx0" brushRef="#br0" timeOffset="23">33127 14081 8912,'-6'-17'0,"0"0"0,0 0 0,-1-1 0,5 1 0,-6 0 0,8 0 0,8 5 0,3 3 0,5 1 0,1 4 0,8 2 0,0-3 0,5-1 0,-1 2 0,0 2 0,5 2 0,-7 6 0,-4 0 0,-4 7 0,-2-3 0,-2 1 0,-3 1 0,-5 1 0,-7 10 0,-7-4 0,-8 6 0,-10-8 0,-2 0 0,0 6 0,-2 0 0,-3 0 0,5-6 0,-2 2 0,1 4 0,7-11 0,-4 18 0,8-11 0</inkml:trace>
  <inkml:trace contextRef="#ctx0" brushRef="#br0" timeOffset="24">33557 13411 8912,'6'-27'0,"-1"4"0,9 6 0,-1 5 0,8 7 0,0 10 0,8 7 0,-2 11 0,1 7 0,-5 8 0,-4 8 0,-9 4 0,-2 9 0,-10 4 0,-4 6 0,-7 6 0,-8 5 0,-12 6 0,14-40 0,-2-1 0,-3 0 0,-2 0-1043,1 4 0,-1 0 1043,-3-1 0,-2 1 0,-3 3 0,-2-1 0,-1 0 0,1-1 0,-1-1 0,-1 0 0,1 2 0,0-1 0,2-2 0,1 0 0</inkml:trace>
  <inkml:trace contextRef="#ctx0" brushRef="#br0" timeOffset="25">13027 8356 8912,'-12'-12'0,"3"1"0,-1-1 0,1 3 0,3 1 0,-5 8 0,-3 0 0,5 2 0,-3 4 0,1 2 0,-5 5 0,5-2 0,3-5 0,8 6 0,-7-9 0,5 5 0,-6-8 0,10 0 0,4 0 0,3 0 0,3 0 0,-1 0 0,1 0 0,5 0 0,0 0 0,0 0 0,1 0 0,-1 0 0,0 0 0,-6 0 0,1 2 0,1 2 0,3 2 0,1-1 0,0-5 0,0 0 0,0 0 0,6 6 0,0 0 0,0-1 0,-6-5 0,8 0 0,-4 0 0,6 0 0,-2 0 0,6 0 0,-3 0 0,3 0 0,-2 0 0,3-1 0,-3-5 0,3 4 0,1-4 0,-3 4 0,-1 2 0,0 0 0,3 0 0,-3 0 0,-4 0 0,0 0 0,-4 0 0,7 0 0,-7 0 0,2 0 0,-4 0 0,-1 0 0,-1 0 0,0 0 0,0 0 0,0 0 0,1 0 0,-7 0 0,1 0 0,-1 0 0,6 0 0,0 0 0,1 0 0,-1 0 0,0 0 0,0 0 0,1 0 0,1 0 0,4 0 0,-4 0 0,7 0 0,-3 0 0,-2 0 0,6 0 0,-2 0 0,-2 6 0,-6 0 0,6-1 0,0-5 0,0 0 0,-6 0 0,0 0 0,1 0 0,7 6 0,1 0 0,1-2 0,-2-2 0,-8-2 0,0 0 0,1 0 0,-1 0 0,2 0 0,4 0 0,-4 0 0,4 0 0,-4 0 0,-2 0 0,0 0 0,1 0 0,1 0 0,2 0 0,2 0 0,-2 0 0,-2 0 0,-2 0 0,0 0 0,1 0 0,1-2 0,4-4 0,-4 4 0,4-4 0,-2 4 0,0 2 0,2 0 0,7 0 0,-11 0 0,6 0 0,0 0 0,-6 0 0,8 0 0,-6 0 0,2 0 0,0 0 0,-6 0 0,0 0 0,1 0 0,-1 0 0,6 0 0,0 0 0,-2 0 0,0 0 0,0 0 0,2 0 0,-2 0 0,-2 0 0,0 0 0,2 0 0,2 0 0,0 0 0,-6 0 0,2 0 0,4 0 0,-2 0 0,8 0 0,-6 0 0,6 0 0,-8 0 0,9 0 0,-7 0 0,-2 0 0,4 0 0,-2 0 0,0-1 0,2-5 0,-6 4 0,4-4 0,-4 4 0,-2 2 0,-5 0 0,-1 0 0,1 0 0,5-2 0,0-3 0,-6 3 0,1-4 0,-1 4 0,7 2 0,-7 0 0,1 0 0,-7-6 0,7 1 0,-8-1 0,11 6 0,-4 0 0,-3 0 0,7 0 0,-3 0 0,3 0 0,2 0 0,0 0 0,1 0 0,-1 0 0,0 0 0,2 0 0,4 0 0,6 0 0,-2 0 0,1 0 0,-1-2 0,2-4 0,3 4 0,-3-3 0,3 3 0,-3 2 0,-2 0 0,-2 0 0,5 0 0,-1 0 0,-4 0 0,-2 0 0,-4-2 0,-2-4 0,0 4 0,1-4 0,-1 4 0,0 2 0,2 0 0,4 0 0,-4 0 0,4 0 0,-4 0 0,6 0 0,-12 0 0,5 0 0,-3-1 0,0-3 0,2-2 0,1 0 0,-1 6 0,0 0 0,6 0 0,0 0 0,0 0 0,-6 0 0,0 0 0,2 0 0,4 0 0,-9 0 0,3 0 0,-2 0 0,1 0 0,1 0 0,-6 0 0,1 0 0,-8 0 0,3 0 0,-7 0 0,0 0 0,-7 0 0,5 0 0,-6 0 0,8 0 0,0 0 0,-8 0 0,6 0 0,-5 0 0,7 0 0,0 0 0,-8 0 0,6 0 0,-5 0 0,7 0 0,0 0 0,-8 0 0,6 0 0,-8 0 0,5 0 0,3 0 0,-8-2 0,5-3 0,3 3 0,-8-6 0,4 8 0,2 0 0,-7 0 0,0 0 0,-7 0 0,9 0 0,-7 0 0,7 0 0,-8 0 0,5 0 0,1 0 0,7 0 0,-11 0 0,13 0 0,-14 0 0,15 0 0,-7 0 0,0 0 0,6 0 0,-5 0 0,7 0 0,0 0 0,-8 0 0,6 0 0,-7 0 0,3 0 0,4 8 0,-13-6 0,3 3 0,4-3 0,-1 4 0,3 0 0,-3-1 0,-9-5 0,1 6 0,0 0 0,0-2 0,7-2 0,-5-2 0,3 0 0,-3 0 0,-2 5 0,0 1 0,5 0 0,1-6 0,-1 0 0,-5 2 0,0 4 0,0-5 0,5 7 0,1-8 0,-3 0 0,5 0 0,-3 0 0,3 2 0,-3 4 0,-3-4 0,4 3 0,-5-3 0,-1-2 0,7 0 0,-5 0 0,4 0 0,-5 0 0,1 2 0,2 2 0,1 2 0,1-1 0,-6-5 0,-1 0 0,1 0 0,6 2 0,-1 4 0,1-4 0,-6 6 0,-1-8 0,1 0 0,0 2 0,0 3 0,-1-3 0,1 6 0,0-8 0,0 0 0,0 6 0,-1-1 0,1 1 0,0-6 0,0 0 0,0 0 0,-1 0 0,1 2 0,0 2 0,0 1 0,0 1 0,-1-6 0,1 0 0,0 0 0,0 0 0,-6 0 0,0 0 0,2 0 0,0 0 0,-2 0 0,2 0 0,-8 0 0,8 0 0,-6 0 0,4 0 0,-5 0 0,1 0 0,-2 2 0,1 2 0,1 2 0,-6-1 0,5-5 0,1 0 0,-2 0 0,2 6 0,-1 0 0,-3 0 0,8-6 0,-7 2 0,1 3 0,4-3 0,2 4 0,-2-4 0,2-2 0,-7 0 0,3 2 0,-2 2 0,1 1 0,-1 1 0,0-6 0,1 0 0,-3 0 0,-2 0 0,5 0 0,-1 0 0,-2 0 0,-1 0 0,-2 0 0,1 0 0,4 0 0,-3 0 0,7 0 0,-6 0 0,3 0 0,5 0 0,-6 0 0,8 2 0,-2 4 0,4-4 0,2 3 0,0-3 0,-1-2 0,-5 0 0,0 0 0,-1 0 0,1 0 0,-4 0 0,-8 0 0,1 0 0,0 0 0,-6 0 0,-1 0 0,1 0 0,6 0 0,-1 0 0,1 0 0,0 0 0,-1 0 0,6-2 0,1-2 0,-1-1 0,2 1 0,-5 2 0,5-4 0,-7 1 0,-3-1 0,-3 6 0,-6-6 0,-9 0 0,-3 3 0,1-5 0,5 2 0,1 0 0,1 6 0,4 0 0,6 0 0,11 0 0,5 0 0,6 0 0,1 0 0,0 0 0,0 0 0,-1-5 0,1-1 0,4 0 0,-4 6 0,3 0 0,-11-2 0,8-3 0,-8 3 0,-3-4 0,-5 4 0,-1 2 0,-1 0 0,-5 0 0,0 0 0,-8 0 0,10 0 0,-6 0 0,2 0 0,4 0 0,9 0 0,-2 0 0,8 0 0,1 0 0,4 0 0,1 0 0,6 0 0,-1 0 0,8 0 0,-3 0 0,7 0 0,-2 0 0,-4 0 0,4 0 0,-6 0 0,8 0 0,0 0 0,-7 0 0,-3 0 0,-7 0 0,0 0 0,-16 13 0,-7 5 0,-15 10 0,-6-1 0</inkml:trace>
  <inkml:trace contextRef="#ctx0" brushRef="#br0" timeOffset="26">4233 8992 8912,'-17'0'0,"6"-6"0,1-1 0,2-3 0,5-3 0,1-3 0,2-1 0,2 2 0,1 2 0,3 1 0,2 3 0,-2-3 0,-3-1 0,9 7 0,-8-7 0,3 9 0,-5-6 0,4 3 0,-4 1 0,6 6 0,-8-2 0,0-4 0,1 4 0,3-5 0,2-1 0,0 6 0,-6-5 0,0-1 0,7 6 0,-5-6 0,12 6 0,-7-1 0,3-3 0,-4 0 0,5 6 0,2 0 0,-5 0 0,7 0 0,-3 0 0,3 0 0,2 0 0,6 0 0,0 0 0,8 0 0,-2 0 0,5 0 0,6 0 0,-4 0 0,7 0 0,-1 0 0,-6 0 0,6 0 0,-8 0 0,1 0 0,-1 0 0,1 0 0,-1 0 0,1 0 0,-9 0 0,5 6 0,-8 0 0,6-1 0,-5-3 0,3 4 0,-6-4 0,4 4 0,-2-4 0,0-2 0,8 0 0,-3 0 0,-3 0 0,8-6 0,-5-2 0,5-1 0,1 5 0,-5-10 0,0 9 0,-3-3 0,5 4 0,-2-2 0,-1-7 0,1 11 0,-2-4 0,-2 3 0,-4-3 0,3 4 0,-1-4 0,-2 4 0,-9 2 0,3 0 0,-3 0 0,-5 0 0,3 0 0,-4 0 0,-4 0 0,5 0 0,-7 0 0,0 0 0,-7 0 0,5 0 0,-6 0 0,8 0 0,0 0 0,-8 0 0,6 0 0,-7 0 0,3 0 0,-5 0 0,-5 0 0,5 0 0,-1 0 0,1 0 0,-12 0 0,-2 0 0,-2 0 0,-1 0 0,-7 0 0,1 0 0,-8 0 0,-4 0 0,-4 6 0,-1 2 0,-1 1 0,0-5 0,3 4 0,1-3 0,2 1 0,8 8 0,-4-13 0,7 7 0,1 0 0,7-6 0,-6 7 0,7-5 0,-1 2 0,2 0 0,6-6 0,-2 0 0,-2 0 0,-6 0 0,6 0 0,2 0 0,2 0 0,2 0 0,0 0 0,0 0 0,-1 0 0,1 0 0,6 0 0,-1 0 0,8 0 0,-3 0 0,7 0 0,0 0 0,7 0 0,-5 7 0,14-5 0,-5 4 0,1-4 0,5-2 0,-2 0 0,14 0 0,-1 0 0,7 0 0,5 0 0,2 0 0,2 0 0,4 0 0,2 0 0,1-2 0,1-4 0,-8 4 0,5-7 0,-3 5 0,4-2 0,-6 0 0,4 4 0,-8-3 0,8 3 0,-2-4 0,-4 4 0,-2 2 0,-2 0 0,2 0 0,-3 0 0,3 0 0,-10 0 0,-1 0 0,-8 0 0,4 0 0,0 0 0,-14 0 0,12-8 0,-13 7 0,-1-7 0,-3 8 0,-12 0 0,4 0 0,-13 0 0,13 0 0,-7 0 0,3 0 0,2 0 0,-7 0 0,5 0 0,-6 0 0,-1 0 0,3 0 0,-1 0 0,-2 0 0,-10 0 0,-6 0 0,2 0 0,-1 0 0,-9 0 0,-1 6 0,-8 1 0,-2 3 0,4-4 0,-2 3 0,-3 1 0,-7-1 0,3 3 0,-7-1 0,9 1 0,-1 1 0,8-5 0,-6 5 0,5-7 0,3 5 0,1-3 0,5-1 0,4 3 0,3 0 0,4-7 0,8 5 0,0-8 0,7 0 0,2 0 0,10 0 0,4 0 0,4 0 0,-1 0 0,-1 0 0,-1 0 0,5 0 0,5-2 0,6-4 0,-2 4 0,8-3 0,-1-5 0,7 1 0,-1-1 0,6-5 0,3 5 0,1-1 0,3-1 0,3 1 0,4-6 0,3 0 0,6-1 0,4 1 0,2 0 0,0 2 0,-1 1 0,1 3 0,-8 1 0,-5-3 0,-8 1 0,-6 9 0,-10-7 0,-3 4 0,-2 4 0,-4-3 0,-12 3 0,4 2 0,-15 0 0,-1 0 0,-5 0 0,4 0 0,-6 0 0,6 0 0,-3 0 0,3 0 0,-14 0 0,5 0 0,-4 0 0,-3 0 0,1 0 0,0 0 0,0 0 0,-8 0 0,4 0 0,-8 0 0,-1 0 0,-3 0 0,-7 5 0,0 1 0,-2 0 0,2-6 0,3 6 0,-5-1 0,0-1 0,6-2 0,-6 4 0,7 0 0,1-3 0,7 5 0,4-2 0,4-2 0,2-2 0,7-2 0,3 0 0,7 0 0,2 0 0,3 0 0,5 0 0,7 0 0,0 0 0,2 0 0,4 0 0,-2 0 0,8 0 0,-6 0 0,6-2 0,1-4 0,3 4 0,1-6 0,1 1 0,1 5 0,4-4 0,-2-2 0,8 3 0,2 1 0,2-6 0,-4 6 0,0-5 0,-1-1 0,-1 1 0,4 5 0,-8-4 0,-1 1 0,-3 5 0,-9-8 0,-4 5 0,-4 3 0,-2-6 0,-9 8 0,-8 0 0,-8 0 0,-9 4 0,0 7 0,-16 1 0,-11 13 0,-17-8 0</inkml:trace>
  <inkml:trace contextRef="#ctx0" brushRef="#br0" timeOffset="27">13096 9473 8912,'17'-17'0,"0"0"0,-7 6 0,-3 1 0,-1 0 0,0 1 0,0 5 0,-8-4 0,-4 8 0,4 0 0,-7 0 0,3 0 0,4 0 0,-13 0 0,5 2 0,-9 4 0,-4 6 0,-4 5 0,-7 6 0,-8-4 0,-4 19 0,-12-2 0,-5 6 0,-4 4 0,-1-2 0,-1 6 0,2-8-123,4 4 1,0-1 122,11-10 0,6-5 0,17-12 0,5-9 0,6-3 0,1-4 0,8-2 0,1 0 0,16-8 245,-6 6-245,5-5 0,-9 7 0,-3 0 0,-7 0 0,-9 0 0,-2 0 0,0 7 0,-2-5 0,-3 4 0,3-4 0,0-10 0,8-1 0</inkml:trace>
  <inkml:trace contextRef="#ctx0" brushRef="#br0" timeOffset="28">12218 9525 8912,'-17'10'0,"0"-5"0,0-3 0,-1 4 0,1 2 0,0-1 0,0 1 0,-1 5 0,-1-1 0,-4 3 0,4 10 0,-11 0 0,5 5 0,-2-1 0,-4 1 0,7 5 0,1 5 0,0-10 0,4 5 0,3-3 0,3-7 0,3 0 0,5-8 0,3 0 0,2 1 0,0-1 0,0 0 0,7-6 0,5-1 0,3-2 0,10 5 0,4-9 0,11 7 0,4-5 0,6 4 0,-3-1 0,-1 1 0,-9 1 0,-3 6 0,0-7 0,-7-2 0</inkml:trace>
  <inkml:trace contextRef="#ctx0" brushRef="#br0" timeOffset="29">9929 11657 8912,'10'11'0,"-4"1"0,-4-8 0,-2 3 0,0-14 0,-6 3 0,0-8 0,-2 9 0,3-3 0,1 4 0,-8 2 0,9 0 0,-5 2 0,8 4 0,-8-4 0,5 13 0,-9-4 0,8 5 0,-2 1 0,3 2 0,-3 4 0,4 3 0,-13 11 0,5 3 0,1 6 0,-7 11 0,9 6 0,-5 12 0,-3 3-113,3 8 0,3 9 0,3-44 1,0 2 112,0 3 0,-1 0 0,2-1 0,0-1 0,1-1 0,-1-1 0,1-3 0,0 0 0,0 44 0,-5-1 0,7-6 0,-6-2 0,1-4 0,5 4 0,-12-13 0,7 5 0,-3 1 0,4-7 0,-5 5 0,7-2 0,-2 1 0,3 4 0,-1 8 0,-2 0 0,2 0 0,2 8 0,-1-44 0,-1 1-213,-2 3 1,0 1 0,2 6 0,0 0 212,2-1 0,-1 1 0,-1 1 0,0 0 0,0-2 0,0 0 0,-1 0 0,1 1 0,2 0 0,0 0 0,-2-1 0,0 0 0,1-1 0,1-1 0,-1-4 0,0-1 0,-10 40 0,11 1 0,-6-8 0,0 0 0,6-8 0,-11 4 0,5-7 0,-1-3 0,-3 1 0,-5 0 0,0 1 0,0-1 0,0-3 0,-6 7-62,0 3 0,-8 4 0,4 0 62,0-4 0,-3-3 0,7-8 0,0-8 0,8-4 0,3-4 0,5-9 0,7-3 0,0-5 0,0-2 404,0 1-404,0-1 0,0-7 0,0-4 434,0-4 1,0-2-435,0 0 213,0-7-213,0-3 0,0-7 0,0 0 0,0-7 0,0-5 0,7-3 0,10-10 0,10-2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452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2048 9903 8912,'11'0'0,"1"0"0,-3-2 0,5-1 0,-3-3 0,-5 0 0,5 6 0,-7 0 0,2 0 0,-12 0 0,2 0 0,-7-2 0,-2-4 0,-3 5 0,-1-15 0,0 7 0,0-3 0,-1 1 0,1-1 0,0 1 0,0 1 0,0 3 0,-1-7 0,1 12 0,0-3 0,0 3 0,0 4 0,-1 3 0,3 7 0,4 11 0,-5 13 0,7 14 0,-1 9 0,4 8 0,4 0 0,2 13-205,0 0 0,0 4 205,0-4 0,10-11 0,5-13 0,6-9 0,8-7 0,-6-11 0,8-12 0,-3-11 0,3-6 0,-2-6 0,3-11 0,-3-12 0,1-9 0,-1-2 0,-4-8 0,-8 10 0,-2-8 0,-3-1 0,1 5 0,-5 1 0,0 5 410,-1 2-410,7-1 0,-13 9 0,5 3 0,-4 4 0,-2 9 0,6 4 0,0 12 0,-1-4 0,-10 19 0,-1-2 0,2 6 0,-4 4 0,3 7 0,1 2 0,2 2 0,2 0 0,0-5 0,0-1 0,0 0 0,0-7 0,8-2 0,3-8 0,4 0 0,3-7 0,-1-4 0,0-6 0,0-6 0,8-11 0,-6-16 0,4-9 0,-4-2 0,-9-2 0,-3 1 0,-7 1 0,0 2 0,0 2 0,-3 7 0,-7 4 0,-7 6 0,-4 4 0,-2 10 0,-2 3 0,-2 4 0,6 10 0,-2 1 0,10 9 0,1-1 0,9 0 0,-3 0 0,4 0 0,10-7 0,1 5 0,8-5 0</inkml:trace>
  <inkml:trace contextRef="#ctx0" brushRef="#br0" timeOffset="1">2685 9989 8912,'9'0'0,"-1"0"0,-8 0 0,-6 8 0,0 3 0,1 5 0,5 1 0,0 0 0,0 8 0,0 2 0,0-1 0,1 5 0,5-8 0,6-2 0,3-2 0,-5-2 0,11-2 0,-4-3 0,4-5 0,-4-7 0,0-1 0,0-5 0,1-4 0,-1-7 0,-6-6 0,-1-2 0,-1 1 0,1-1 0,-6-4 0,2 6 0,-5 2 0,-1 2 0,0 2 0,0 5 0,0 1 0,0 7 0,0-4 0,0 8 0,0 0 0,0 8 0,6-4 0,0 7 0,7-7 0,-3 4 0,1-8 0,1 0 0,-1 0 0,1 0 0,-3-2 0,-1-4 0,-4-5 0,0-3 0,1 3 0,-3-4 0,6 5 0,-8-7 0,0 0 0,0-1 0,0 9 0,0 1 0,0 8 0,0 8 0,2 1 0,2 3 0,3-3 0,3-1 0,-6 5 0,11-11 0,-4 4 0,5-4 0,1-2 0,0-2 0,0-2 0,1-5 0,-3-5 0,-4-5 0,3-4 0,-9 0 0,9-3 0,-10-11 0,7-3 0,-5 4 0,3-6 0,-1 0 0,0 8 0,-4-3 0,1 9 0,-1 3 0,-2 2 0,-2 13 0,0 3 0,8 22 0,1 4 0,8 15 0,1 1 0,-1-1 0,0 1 0,0-1 0,6 0 0,0-1 0,-2-5 0,-2 5 0,-1-14 0,-1 4 0,0-4 0,0-2 0,-2 0 0,-1-1 0,-3-5 0,-7-3 0,4-16 0,-8-1 0</inkml:trace>
  <inkml:trace contextRef="#ctx0" brushRef="#br0" timeOffset="2">3390 9714 8912,'-8'23'0,"-1"0"0,-3-2 0,1-2 0,9-9 0,2-5 0,8-3 0,17-11 0,5-12 0,8-17 0,1-6 0,7-14 0,-1 3 0,-1-2 0,-2 11 0,-7-4 0,-1 16 0,1-1 0,-9 9 0,-1 1 0,-7 7 0</inkml:trace>
  <inkml:trace contextRef="#ctx0" brushRef="#br0" timeOffset="3">2771 11262 8912,'-18'-18'0,"3"7"0,2 1 0,1 3 0,8 3 0,-1 10 0,10 11 0,9 11 0,5 7 0,4 5 0,6 2 0,-5 4 0,3-4 0,4 0 0,-4-4 0,1 6 0,3-2 0,-4-4 0,-1-9 0,-1-6 0,-4-4 0,-2-2 0,-1 0 0</inkml:trace>
  <inkml:trace contextRef="#ctx0" brushRef="#br0" timeOffset="4">3287 10814 8912,'-17'-7'0,"-6"5"0,0-4 0,-6 4 0,6 4 0,2 4 0,2 3 0,2 9 0,0-1 0,7 8 0,-3-4 0,7 7 0,2 3 0,-4 1 0,3 3 0,3-3 0,6-3 0,5 3 0,14-12 0,0 2 0,6-2 0,-6-3 0,7-6 0,-1-1 0,3-3 0,3 7 0,-1-5 0,-1 1 0,-5-4 0,5 3 0,-12-5 0,6 6 0,-2-3 0,-2-1 0,-6 0 0,0-1 0,-6 3 0,1-2 0,-8 3 0,1 8 0,-10 1 0,-9-1 0,-5 0 0,-4 0 0,-7 0 0,-3-5 0,-7-3 0,2-1 0,1-2 0,3-6 0,0 0 0,7-10 0,4-7 0,4-10 0,4-13 0,3-6 0,6-3 0,6-3 0,6 1 0,6-7 0,10 1 0,5-2 0,6 5 0,-5 3 0,13-5 0,-5 12 0</inkml:trace>
  <inkml:trace contextRef="#ctx0" brushRef="#br0" timeOffset="5">3769 10453 8912,'0'-17'0,"0"0"0,0 0 0,0 7 0,0 1 0,0 3 0,0 4 0,0-2 0,0 14 0,0 7 0,0 19 0,-2 6 0,-2 10 0,-2 5 0,-7 8 0,11 2 0,-4 8 0,4-3 0,-5-1 0,5-2 0,-4-3 0,4-2 0,4-7 0,2-13 0,3-10 0,3-9 0,-6-6 0,11-9 0,-3-7 0,3-6 0,2-15 0,2-4 0,4-13 0,6-7 0,-2 0 0,1-4 0,3-2 0,1-1 0,3 5 0,-3-2 0,-1 12 0,-2 7 0,-16-2 0,8 16 0,-15-4 0,-10 11 0,-13 0 0,-8 12 0,-10 3 0</inkml:trace>
  <inkml:trace contextRef="#ctx0" brushRef="#br0" timeOffset="6">3751 10574 8912,'0'-10'0,"8"26"0,2 12 0,15 31 0,3 4 0,12 20 0,-16-37 0,0 1 0,3 5 0,2 1 0,1 1 0,1-1 0,3 2 0,1-1-213,-1-4 0,0-1 1,-3-2-1,0-4 213,26 26 0,-5-10 0,-6-7 0,-4-8 0,-8-10 0</inkml:trace>
  <inkml:trace contextRef="#ctx0" brushRef="#br0" timeOffset="7">8209 4591 8912,'17'0'0,"-2"-2"0,-2-2 0,-3-4 0,-2-1 0,-1-1 0,-3-3 0,2 1 0,0 8 0,-6-3 0,0 5 0,-2-2 0,-4-2 0,4 1 0,-8 5 0,5 0 0,3 0 0,-6 0 0,8-2 0,0-4 0,0 4 0,0-6 0,8 1 0,-1 3 0,5-8 0,3 9 0,-3-3 0,-3-2 0,3 3 0,-1-1 0,6 0 0,1 0 0,5-5 0,1 3 0,3-1 0,0 3 0,2-5 0,3 5 0,-3-4 0,3 1 0,3-1 0,-7 6 0,1-1 0,-6-3 0,6 2 0,-8 0 0,9 1 0,-7-1 0,-2 2 0,-2-5 0,-1 7 0,-9-6 0,7 8 0,-13 0 0,9 0 0,-1 0 0,7 2 0,1 2 0,4 2 0,-10-1 0,4-5 0,-3 0 0,3 0 0,0 6 0,0 0 0,0-1 0,1-5 0,-7 0 0,1 0 0,-1 6 0,6 0 0,-7 7 0,5-9 0,-3 8 0,-3-3 0,3 3 0,-3 3 0,5-6 0,-3 1 0,-1 5 0,3-3 0,-2 3 0,-1-4 0,1 1 0,5-1 0,-5 7 0,-1-1 0,1 0 0,-1 0 0,1 0 0,3 1 0,-9-1 0,7 0 0,-6 0 0,5 0 0,-5 1 0,1 4 0,-3 1 0,4 0 0,2 2 0,-7-6 0,3 4 0,2 2 0,-3-2 0,3 2 0,-2-2 0,-4-4 0,3 4 0,3-4 0,-2-2 0,2 6 0,-3 0 0,-3 0 0,4-6 0,2 0 0,-3 0 0,3 2 0,-2 4 0,-4-4 0,3 4 0,-3 2 0,0 0 0,2 2 0,2 3 0,-1-3 0,-5 2 0,2-2 0,4 1 0,-4 5 0,4-5 0,-2-3 0,1-2 0,-3 2 0,4-2 0,2 6 0,-3-7 0,7 1 0,-6-5 0,1-1 0,-1 0 0,-2 6 0,5 0 0,-1-2 0,-4-2 0,3-2 0,-1 0 0,6 0 0,-7 1 0,3 5 0,-2 0 0,-2 1 0,7-1 0,-1 2 0,1 4 0,4 3 0,-7-11 0,4 8 0,3-6 0,-4 4 0,5-3 0,-5 1 0,1-4 0,-1 2 0,-1-2 0,3 0 0,-7 2 0,5-4 0,-5 4 0,5-4 0,-5-2 0,6 1 0,-7-1 0,7 0 0,-6 0 0,7 0 0,-9 1 0,5-1 0,-1 0 0,3 0 0,-5 0 0,6 1 0,-7-1 0,9 6 0,-5 0 0,3 0 0,-1 1 0,-1-3 0,1 8 0,5-6 0,-5 6 0,2-8 0,-1 2 0,3-4 0,-3-2 0,-3 0 0,3 0 0,-7 0 0,7 1 0,-3-7 0,3 1 0,1-1 0,-7 6 0,7 0 0,-5 1 0,5 1 0,-1 2 0,1 2 0,3-2 0,-1-2 0,-4-2 0,5 0 0,-5 0 0,4 6 0,3 0 0,-1 0 0,0-6 0,0 1 0,0-1 0,1 0 0,-1 0 0,0 0 0,0 0 0,1 1 0,-1-1 0,0 0 0,0 0 0,-5-5 0,-1-1 0,-1 1 0,1 5 0,4 0 0,-5-6 0,7 3 0,0 5 0,-5-6 0,-1 8 0,5 0 0,5-2 0,-2 1 0,6-3 0,-8 0 0,0 0 0,6-5 0,0-1 0,0 1 0,-6 5 0,0 0 0,1-2 0,-3-1 0,-2-3 0,-1 2 0,-1 1 0,6-1 0,1-1 0,-9-1 0,6 1 0,-3-1 0,3 0 0,2 7 0,1-1 0,5 0 0,0 0 0,1 0 0,-1 1 0,-4-1 0,6 0 0,0 0 0,-4 6 0,6 0 0,-2-2 0,4 4 0,-7-2 0,3 2 0,-2-2 0,-4-4 0,12 11 0,-8-7 0,-2-2 0,0 4 0,0-2 0,2 0 0,-2 2 0,-2-6 0,-2 4 0,6-4 0,0-2 0,0 0 0,-6 6 0,1-2 0,-1-6 0,0 3 0,0-7 0,2 4 0,4 3 0,-9-1 0,3 0 0,-2-2 0,0-3 0,3 3 0,1-5 0,2 7 0,2 0 0,0 0 0,-4 0 0,4 1 0,5-1 0,-3 0 0,2 0 0,-6 0 0,4 0 0,2 1 0,-4-1 0,3 0 0,-1 0 0,-2 0 0,-4 3 0,2 1 0,2 1 0,0 1 0,0-11 0,0-1 0,-2 3 0,-2 1 0,-1 2 0,1 0 0,4 1 0,-10-7 0,6 0 0,0 1 0,2-3 0,2 7 0,-6-9 0,1 7 0,-1-3 0,2-1 0,4 1 0,-4 5 0,8-9 0,-4 5 0,-2 3 0,7-4 0,3 5 0,-4-5 0,0 1 0,-1 1 0,1 2 0,-6-5 0,10 5 0,-8-5 0,-2-1 0,5 6 0,-6-5 0,3 5 0,-4-3 0,-2 3 0,0-11 0,0 5 0,1 1 0,-1 0 0,0-5 0,0 5 0,0-3 0,1-1 0,-5 0 0,0 2 0,1 1 0,5-5 0,-10 9 0,9-7 0,-1 6 0,0-5 0,0 1 0,0-1 0,1-3 0,-1 4 0,0-2 0,0 1 0,0-1 0,1-4 0,-1 7 0,0-5 0,0 2 0,1 2 0,-1-3 0,0-3 0,0 12 0,0-9 0,1 1 0,-1 2 0,0-6 0,0 11 0,0-7 0,1 5 0,-1-5 0,0 2 0,0-3 0,-5-3 0,-1 4 0,1 4 0,5-9 0,0 5 0,-5 2 0,-1-1 0,2 1 0,3 0 0,1-1 0,0-1 0,0-4 0,1 6 0,-1-1 0,0-5 0,0 12 0,0-9 0,1 3 0,-1-2 0,0-4 0,-2 5 0,-1-1 0,-3 0 0,1-1 0,5-3 0,0 2 0,0 2 0,0 0 0,-1-4 0,-5 3 0,10-3 0,-4 4 0,4-4 0,-3-2 0,-1 6 0,0-1 0,0 1 0,1-6 0,-7 0 0,0 0 0,3 0 0,-5 0 0,3 0 0,-1 0 0,7 0 0,-1 0 0,0 0 0,0 0 0,0 0 0,1 0 0,-1 0 0,0 0 0,0 0 0,0 0 0,1 0 0,-1 0 0,0 0 0,0 0 0,-5 0 0,-1 0 0,-7 0 0,11 0 0,-5 0 0,7 0 0,0 0 0,-5 0 0,-1 0 0,1 0 0,5 0 0,0 0 0,-7 0 0,-1 2 0,-3 4 0,4-4 0,-1 5 0,6-7 0,-13 0 0,6 0 0,-8 0 0,0 0 0,-8 0 0,6 0 0,-5 0 0,7 0 0,0 0 0,-8 0 0,-1 0 0</inkml:trace>
  <inkml:trace contextRef="#ctx0" brushRef="#br0" timeOffset="8">8277 4625 8912,'18'0'0,"-1"0"0,0 0 0,0 0 0,2 0 0,2 0 0,2 0 0,2-8 0,-4-1 0,2-3 0,-2 1 0,-4-1 0,-3-5 0,-5 0 0,-1 0 0,-2 0 0,-6-1 0,0 1 0,0 0 0,0 0 0,0 0 0,-2 1 0,-2 3 0,-2 2 0,2-3 0,3-1 0,1-2 0,0 5 0,0 1 0,0 5 0,0-5 0,0 5 0,0-6 0,0 9 0,0-5 0,0 16 0,-10 7 0,-5 10 0,-6 1 0,-10 11 0,10 9 0,-8 11 0,1 6 0,1 4 0,-4 9 0,6 6 0,-1 8-259,15-39 1,1 1-1,-6 7 1,1 3 258,4 3 0,-1 1 0,-4 3 0,0 0 0,-1 2 0,-1 1 0,1 1 0,-2 1 0,-4 4 0,0 1 0,-1 0 0,0 1 0,-1 0 0,0 0 0,0 0 0,-1-1 0,0-4 0,0-1 0,0-3 0,1 1 0,-2 1 0,2 1 0,1 1 0,2 1 0,0 2 0,0 1 0,1-3 0,0 0 0,0 5 0,0 1 0,1 6 0,0 3 0,5-26 0,0 2 0,-1 0 0,-1 5 0,0 2 0,-1 0-199,-1 3 1,0 2-1,0 0 1,0 0-1,1 1 1,-1-1-1,-1 2 1,-1-1-1,-1 0 199,1 0 0,-1 1 0,0-1 0,2 1 0,1 0 0,-1-2 0,1-10 0,-1-2 0,2-1 0,-6 26 0,2-2 0,2-10 0,0-2 0,-2-8 0,0-2 0,-2-5 0,0-2 0,-1-3 0,-2-2-541,2-4 1,-1 0 540,-3 0 0,2-1 0,-9 39 0,16-44 0,0 1-635,-17 41 635,11 2 0,1-21 283,8-1 1,-1-3-284,1-13 0,2 3 0,1-11 0,5 0 503,1-4 0,2-11 0,6-6-503,0-4 1327,0-9-1327,0-3 1015,0-7-1015,0 0 59,-7 0 1,-3 2-60,-7 4 0,6-4 0,-1 3 0,8-3 0,-3 0 0,7 4 0,-8-4 0,6 6 0,-6-8 0,8 0 0,0 0 0,0 7 0,0-5 0,8 6 0,-6-1 0,11-3 0,-7 8 0,7-9 0,-3 5 0</inkml:trace>
  <inkml:trace contextRef="#ctx0" brushRef="#br0" timeOffset="9">19979 4969 8912,'0'11'0,"-2"1"0,-1 1 0,-5 2 0,0 3 0,1-1 0,-5-6 0,4 1 0,-1 1 0,3 2 0,-5 3 0,-1-1 0,3 0 0,-7 0 0,7 0 0,-3 1 0,1-1 0,-3 0 0,7 0 0,1 0 0,-2-5 0,3-1 0,1 3 0,2 1 0,2 2 0,0 0 0,0 0 0,0-5 0,0-1 0,-8 1 0,-1-3 0,-8-3 0,7-4 0,-5-2 0,3 0 0,-1 2 0,1 4 0,-3-4 0,4 3 0,-5-3 0,-1 4 0,0 0 0,5-1 0,1-5 0,7 2 0,-2 4 0,-3-4 0,7 6 0,-6-8 0,10 0 0,4 0 0,-2 0 0,5-2 0,1-2 0,-1-2 0,3 0 0,-1 5 0,1-5 0,-1 4 0,7-4 0,-1 4 0,-6 2 0,1 0 0,-1-7 0,6 5 0,1-4 0,-1 4 0,-8 2 0,7 0 0,-5 0 0,4 0 0,3 0 0,-1 0 0,0 0 0,0 0 0,0 0 0,1 0 0,-1 0 0,0 0 0,0 0 0,0 0 0,1 0 0,-1 0 0,0 2 0,0 2 0,1 1 0,6 1 0,-4 0 0,2 2 0,-2 1 0,3-3 0,-1 5 0,1 1 0,-3 5 0,2 0 0,-2 0 0,3 1 0,-2-1 0,0 2 0,2 4 0,-1 4 0,-2 1 0,1 1 0,2 1 0,0 3 0,-6 1 0,2 1 0,2-3 0,2-3 0,0 1 0,-6-7 0,0 6 0,0-6 0,1 0 0,-1-4 0,0 4 0,0-4 0,0 6 0,1-8 0,-1 0 0,0 0 0,0 1 0,-5-1 0,-1 0 0,6 0 0,4 0 0,-1 0 0,-1 1 0,-6 5 0,10 0 0,-2 1 0,2-1 0,-2-4 0,8 4 0,-6-2 0,5 2 0,-7-4 0,2 4 0,2-2 0,-2 2 0,0-4 0,-6 6 0,1 0 0,-1-6 0,-2 6 0,-4 0 0,5-6 0,-12 8 0,5-6 0,-1 2 0,3-1 0,-5-4 0,7-1 0,-1 0 0,-4 0 0,1 0 0,-3 1 0,3-1 0,1 0 0,-2-7 0,-1 5 0,3-6 0,5 9 0,-2-1 0,-1-2 0,1-3 0,-3 3 0,1-4 0,-1 5 0,3-1 0,-1-4 0,-1 5 0,6-7 0,1 8 0,-1 1 0,0-1 0,0 0 0,1 0 0,-1 0 0,8 1 0,-6 4 0,6 1 0,-1-2 0,-4 4 0,2-2 0,0 2 0,0-2 0,-2-4 0,1 4 0,-6-4 0,-4-2 0,1 0 0,5-1 0,0-5 0,-1 4 0,-5-3 0,4-3 0,-3 3 0,3-3 0,2 3 0,-1 3 0,-1-1 0,2 7 0,-11-2 0,23 7 0,-12-3 0,4 4 0,-4 7 0,6-5 0,2 0 0,0 1 0,-1 3 0,7-4 0,-4-3 0,0-1 0,7 4 0,-1-6 0,5-2 0,2 4 0,-6-3 0,1 1 0,-1-5 0,1-1 0,-3 2 0,-3 4 0,3-4 0,-11 8 0,8-4 0,-2-2 0,1 5 0,-5-1 0,-3-2 0,2 2 0,3 2 0,2-1 0,-4 7 0,6-4 0,1 3 0,3 2 0,1 1 0,3-3 0,3-3 0,-4 3 0,4-5 0,-3 0 0,3 5 0,0-3 0,0-4 0,-6-2 0,1 3 0,-1 3 0,-1-2 0,-5 2 0,3-8 0,-8 1 0,-2-2 0,-2-3 0,-2 8 0,1-12 0,-1 4 0,0-2 0,0-1 0,0-3 0,1 5 0,-1-9 0,0 7 0,0-3 0,0-7 0,1 2 0,-1-6 0,0-6 0,8-4 0,4-18 0,9-14 0,2-19 0,0-22 0,-25 37 0,-3-3 0,0-3 0,1 1 0</inkml:trace>
  <inkml:trace contextRef="#ctx0" brushRef="#br0" timeOffset="10">19394 5691 8912,'8'-17'0,"-8"1"0,-10 5 0,1-2 0,-3 7 0,1 0 0,-6 0 0,-1 1 0,7-1 0,-1 6 0,1 0 0,-6 2 0,0 4 0,-3 3 0,-3 8 0,2 14 0,-7 3 0,-7 14 0,-5 4 0,-8 7 0,2 12 0,-5 3 0,22-34 0,0 0 0,2 2 0,-1 0-480,-4 1 1,1 0 479,-17 36 0,19-37 0,1 0 0,-18 38 0,22-37 0,0 0 0,0 1 0,2 2 0,2 0 0,2 1 0,1 1 0,1 0-161,2 1 0,0 1 1,0 1-1,-1 1 161,-2 3 0,0-1 0,-1-3 0,1-1 0,0 5 0,0-1 0,-1-3 0,1 0 0,2 5 0,0 0 0,0-3 0,-1-1 0,1 0 0,0 0 0,-4-1 0,-1-1 0,3-4 0,0-1 0,0 3 0,0 0 0,-4 3 0,1 1 0,2 2 0,0-1 0,0-1 0,2-1 0,1 3 0,1-1 0,0-4 0,-1 0 0,1 2 0,0 1 0,-3 3 0,-1 1 0,2 2 0,0 0 0,1 1 0,1 1 0,1 0 0,1 0 0,4-8 0,-1-1 0,-2 2 0,-1-1 0,-11 40 0,11-42 0,1-1 0,-6 39 0,0 4 0,-2 1 0,-4-1 0,13-42 0,0-1 0,-12 45-198,2-4 0,1-6 198,-4-15 0,4-2 0,-4-4 0,4-4 0,2-8 0,0-1 0,0-4 0,-1 2 0,1-8 0,0 8 0,0-12 283,0 4 1,5-4 0,1 1-284,-3 3 0,5-4 0,-1 4 0,2-4 677,5-1-677,-7-1 0,8 1 0,-6-3 470,1-3-470,5-5 0,-6-6 0,6-7 0,-3 1 0,3-9 0,-14 13 0,14-14 0,-5 5 0,7-7 0,7 0 0,1-2 0,4-3 0,3-13 0,-6-8 0</inkml:trace>
  <inkml:trace contextRef="#ctx0" brushRef="#br0" timeOffset="11">20547 5794 8912,'0'-11'0,"0"-1"0,0-1 0,0-2 0,-2-1 0,-3 5 0,1 3 0,-8 8 0,8 0 0,-3 2 0,7 4 0,0-2 0,0 7 0,7 1 0,1-1 0,4 0 0,3 1 0,-11-1 0,5 1 0,-1 1 0,3 8 0,-3 4 0,2 2 0,-5 7 0,7 6 0,-8 8 0,3-2 0,1 4 0,-6 9 0,11-6 0,-7 5 0,5-7 0,-3-3 0,0-4 0,1-2 0,1-4 0,-6-2 0,9-7 0,-5-2 0,1-2 0,-5 5 0,6-5 0,-7 6 0,3-3 0,8 1 0,-13 0 0,7-3 0,0-1 0,-4 4 0,5-4 0,-1 1 0,3-3 0,-5 6 0,5 0 0,-5 5 0,6 0 0,-7 1 0,7-7 0,-4 1 0,1 2 0,1-1 0,1-1 0,2 1 0,-5-7 0,2-2 0,-5 4 0,7-2 0,1-2 0,-5 6 0,5-6 0,-5 6 0,2-3 0,-1 5 0,4-6 0,-1-2 0,-6 4 0,5-2 0,-5 0 0,5-6 0,-7 0 0,2 0 0,2 1 0,-3-1 0,7 0 0,-5 0 0,1 0 0,0 0 0,-4 1 0,5-1 0,-5 0 0,5 0 0,-1 0 0,-2-7 0,0 5 0,1-3 0,3 3 0,-6 2 0,3 0 0,-1 1 0,0-1 0,7 0 0,-9 6 0,7 0 0,-5 6 0,6-7 0,-7 3 0,7-2 0,-6-4 0,3 4 0,1-6 0,-3-3 0,1-3 0,5 1 0,-9-1 0,8 1 0,-8-9 0,9 13 0,-5-7 0,1 1 0,-3 5 0,3-3 0,1 1 0,0-2 0,-7 5 0,13-7 0,-5 8 0,-1 1 0,1-1 0,-5-6 0,5 1 0,3 1 0,-5-5 0,1-1 0,-2 1 0,5-6 0,-4 13 0,3-13 0,-1 4 0,-5-4 0,6-2 0,-7 0 0,7 0 0,-6 0 0,5 0 0,1 0 0,-1 0 0,0 0 0,-5 0 0,6 0 0,-9 0 0,13 0 0,-5 0 0,-1-2 0,1-4 0,1 4 0,-1-7 0,1 3 0,-1 4 0,1-11 0,-1 7 0,1-7 0,-1 9 0,1-8 0,-3 1 0,3-6 0,1 5 0,-7 1 0,1 5 0,-1-5 0,-4 5 0,4-6 0,1 1 0,-1-6 0,0-1 0,0 1 0,-1 0 0,-1 0 0,0 2 0,0 1 0,2 3 0,-3-3 0,-1-1 0,-2-2 0,2 2 0,4 3 0,-4-3 0,5 5 0,-7-7 0,0 6 0,0-1 0,2 3 0,2-5 0,2 3 0,-2-3 0,-2-1 0,-2 6 0,0-7 0,0 5 0,5-4 0,1-3 0,0 1 0,-6 6 0,0-1 0,2 7 0,4-7 0,-3 1 0,7-7 0,-2 1 0,-3 8 0,-5-7 0,2 7 0,4-1 0,-4-5 0,7 7 0,-5-5 0,2 2 0,0 7 0,-4-12 0,3 5 0,-3 1 0,6 1 0,-2-1 0,-1 1 0,1 5 0,-6-11 0,0 5 0,8 1 0,-6 1 0,7 2 0,-3 0 0,-4-1 0,4 1 0,-4 4 0,-1-5 0,5 7 0,-4-2 0,4-4 0,-4 4 0,0-6 0,3 8 0,-3 0 0,6 0 0,0 0 0,1 8 0,3-6 0,-1 4 0,-7 3 0,9-5 0,-7 7 0,6-5 0,-5 6 0,3 1 0,1 2 0,-1 3 0,3-7 0,-7 0 0,5-5 0,-5 6 0,0-1 0,0 1 0,-1-1 0,7-5 0,-6 5 0,-3 3 0,7-7 0,-8 9 0,13-7 0,-13 3 0,4-1 0,3-7 0,-7 11 0,8-7 0,-6 5 0,1-1 0,1-1 0,0 1 0,0-1 0,-1 0 0,1 1 0,0-1 0,0 1 0,-1-1 0,1 1 0,0-7 0,-4 5 0,3-2 0,-3-3 0,6-5 0,-8 0 0,0 8 0,0-6 0,0 6 0,8-1 0,-6-5 0,5 8 0,-7-5 0,2-1 0,4 8 0,-4-8 0,5 11 0,-7-4 0,0 5 0,8 1 0,-6 0 0,4 0 0,-3-5 0,1-1 0,2 2 0,0-5 0,-6 7 0,0-3 0,2 1 0,2 1 0,1-3 0,1-7 0,-6 11 0,0-3 0,0-5 0,0 3 0,0-4 0,0-5 0,0 15 0,6-12 0,-1 7 0,1-7 0,-6 5 0,0-3 0,0-2 0,0 7 0,0 1 0,0-3 0,0 7 0,0-7 0,0 3 0,0-1 0,0-7 0,0 6 0,0-5 0,0-3 0,0 6 0,0-8 0,0-2 0,-2-4 0,-3-5 0,-3-12 0,-5-6 0,1-3 0,-5-5 0,-6-3 0,-8-4 0,-3-7 0,-10-1 0</inkml:trace>
  <inkml:trace contextRef="#ctx0" brushRef="#br1" timeOffset="12">21476 2682 8912,'-17'-6'0,"0"1"0,0-1 0,0 6 0,-1 0 0,1 0 0,0 8 0,2 3 0,1 4 0,3 3 0,-1 6 0,-5 5 0,0 3 0,-2 5 0,-4 3 0,-6 11 0,-11 14 0,-8 8 0,21-34 0,-1 2 0,-4 8 0,-1 2 0,-5 2 0,-1 1 0,-1 1 0,0 0 0,-1 2 0,2-1 0,4-2 0,1-1-610,-1 1 0,1 1 610,3 0 0,1-1 0,-3-4 0,1-1 0,4-3 0,0-2 0,-21 29 0,7-18 0,7-19 0,6-13 0,5-4 0,14-9 0,2-3 0,22-14 0,3-5 0,4 5 0,-6-3 1220,-3 4-1220,-5-3 0,-7-8 0,0 0 0</inkml:trace>
  <inkml:trace contextRef="#ctx0" brushRef="#br1" timeOffset="13">20478 3611 8912,'-17'0'0,"0"0"0,0 0 0,-1 0 0,1 0 0,6 0 0,-1 0 0,9 9 0,-5 8 0,2 12 0,0 9 0,-5 6 0,5 8 0,0 5 0,6 0 0,0-1 0,0 5 0,0-15 0,0 0 0,0-10 0,0-8 0,0-5 0,8-11 0,4-6 0,3-4 0,10-4 0,3-4 0,5-11 0,1-12 0,6-5 0,3-6 0,1-6 0,1 2 0,7-4 0,0-4 0,-1-3 0,1-10 0,0 4 0</inkml:trace>
  <inkml:trace contextRef="#ctx0" brushRef="#br1" timeOffset="14">21975 2063 8912,'-24'0'0,"-3"-2"0,-2-2 0,0-1 0,8-1 0,0 4 0,6-2 0,4-1 0,7-1 0,-4 8 0,8 3 0,0 7 0,2 5 0,4 4 0,5 2 0,5 8 0,-5-10 0,1 5 0,1-1 0,2 6 0,1-10 0,-3 6 0,-2-3 0,-7-1 0,10-6 0,-9 1 0,3-9 0,-2-3 0,-4-4 0,5-4 0,-7-4 0,0-5 0,0-12 0,0 2 0,0-8 0,2-1 0,4-3 0,-4 4 0,4 3 0,-5 1 0,-1-6 0,6 12 0,0-4 0,2 4 0,-3 2 0,-1 6 0,8 1 0,1 2 0,0 5 0,-1 8 0,1-1 0,-5 9 0,1 5 0,3 3 0,-3 0 0,-1-2 0,-2-2 0,0 0 0,5 0 0,-5 1 0,1-9 0,-1-3 0,-2-4 0,8-2 0,-9 0 0,7-8 0,-4-3 0,-4-12 0,3-4 0,-3 0 0,6-5 0,-6 5 0,3-7 0,3 1 0,-2 4 0,0 5 0,-4 6 0,3 1 0,-1 8 0,8 3 0,-1 6 0,6 6 0,-7 3 0,5 14 0,-3 0 0,3 0 0,2-8 0,0-3 0,0 3 0,1-5 0,-1 5 0,0-4 0,0-3 0,1-8 0,-3-2 0,-4-4 0,5 4 0,-13-13 0,7 4 0,-2-5 0,3-1 0,-5 0 0,-2 0 0,-1 7 0,3 5 0,-4 3 0,13 9 0,-13 3 0,6 7 0,0 0 0,1 0 0,8 1 0,1-3 0,-1-4 0,0-3 0,0 0 0,0-6 0,1 3 0,-3-5 0,-4-5 0,5 3 0,-14-14 0,3 5 0,-3-6 0,-2-6 0,0 4 0,-2-4 0,-3 4 0,1 3 0,-8 5 0,1-4 0,-6 7 0,-1-3 0,1 3 0,0 8 0,7 0 0,-5 0 0,21 6 0,0-1 0,15 1 0,5-6 0</inkml:trace>
  <inkml:trace contextRef="#ctx0" brushRef="#br1" timeOffset="15">23077 1702 8912,'-17'15'0,"-1"-3"0,-6 3 0,-3-3 0,0 3 0,-5 10 0,3 3 0,4 3 0,2-2 0,12 3 0,-3-5 0,8 5 0,3-3 0,1 3 0,4-14 0,1 1 0,3-6 0,8-3 0,-3 1 0,4-5 0,3-4 0,-1-10 0,0-3 0,0-10 0,0-2 0,1-8 0,-1 2 0,0-9 0,0-2 0,0-8 0,1 3 0,-1-5 0,-6-2 0,1 1 0,1-1 0,-5 2 0,-2 3 0,-5 5 0,-1 5 0,0-1 0,0 19 0,0-4 0,-1 12 0,-3 7 0,-2 8 0,2 7 0,-5 4 0,7 12 0,-4 6 0,4 5 0,2 10 0,0-4 0,0 1 0,0 1 0,0-8 0,6 5 0,1-9 0,3 0 0,1-5 0,9-4 0,3-6 0,-2 0 0,7-13 0,-1 5 0,4-7 0,-3-6 0,-7-6 0,4-9 0,-2-2 0,0-4 0,-8-4 0,-1-5 0,-9 3 0,1-1 0,-6 5 0,0-2 0,0 6 0,0-2 0,-9 12 0,-7 5 0,-7 4 0,-3 2 0,5 0 0,-10 10 0,8 7 0,2 10 0,0 5 0,2 3 0,2-1 0,7 0 0,6 1 0,4 5 0,0 0 0,4 6 0,6-8 0,7-6 0,12 1 0,-1-10 0,5-6 0,1-7 0,1-3 0,-1-1 0,0-6 0,1-2 0,-1-6 0,1-9 0,-9-8 0,-3-9 0,-3-2 0,-3-4 0,0-12 0,0-9 0</inkml:trace>
  <inkml:trace contextRef="#ctx0" brushRef="#br1" timeOffset="16">23851 1169 8912,'0'-17'0,"0"0"0,0 7 0,0-5 0,0 13 0,2 2 0,2 13 0,4 8 0,1 8 0,8 11 0,6 6 0,-2 4 0,0 3 0,0 4 0,2 7 0,6 2 0,-6 3 0,6 2-190,-6 3 0,3 3 190,-8 3 0,-5-4 0,-13-7 0</inkml:trace>
  <inkml:trace contextRef="#ctx0" brushRef="#br1" timeOffset="17">24626 5467 8912,'-27'0'0,"4"0"0,4 0 0,2 0 0,-1 0 0,7 0 0,-1 0 0,7 2 0,-7 4 0,-1 6 0,-2 3 0,-3 4 0,1 2 0,0 2 0,-8 7 0,-2 1 0,-3 7 0,-5 8 0,-3 4 0,-14 1 0,-9 9 0,-8 4 0,30-28 0,-2 1 0,-3 2 0,-2 2-161,-1 5 1,-1 0-1,-2 1 1,0 1-1,0 4 1,-1 0 160,-1 0 0,-1-1 0,-1-3 0,1-1 0,-2 4 0,1 0 0,-2-3 0,1 1 0,0 0 0,1-1 0,1-1 0,1-2 0,3-4 0,2-2 0,6-2 0,2-1-198,-30 33 0,0-8 198,6-4 0,11-11 0,3-4 0,14-8 0,10-1 0,6-3 0,6-1 0,9-15 0,-4 1 0,8-15 922,0 0-922,0-8 218,8-1 1,-6-9-219,4 1 0,-5-8 0,-1-1 0</inkml:trace>
  <inkml:trace contextRef="#ctx0" brushRef="#br1" timeOffset="18">22526 6980 8912,'-7'-17'0,"-3"0"0,-2 2 0,3 1 0,1 3 0,3 7 0,3-2 0,-4 12 0,4 4 0,-8 16 0,5 9 0,-7 9 0,-3 5 0,-2 3 0,-6 7 0,0 4 0,2 4 0,0 2 0,0-2 0,-2-4 0,0 4 0,13-16 0,5 1 0,-3-8 0,2-10 0,0-1 0,6-5 0,0-5 0,8-11 0,4-7 0,3-3 0,4-2 0,2 0 0,2 0 0,15-7 0,-7-9 0,15-7 0,5-7 0,7 1 0,5-3 0,-6-3 0,6 9 0,-5 3 0,-3 4 0,6 1 0,-9 9 0,-1 3 0,-8 4 0,-7 2 0,-2 0 0</inkml:trace>
  <inkml:trace contextRef="#ctx0" brushRef="#br1" timeOffset="19">25280 5571 8912,'0'-33'0,"-2"4"0,-2 7 0,-2 2 0,-15-4 0,2-3 0</inkml:trace>
  <inkml:trace contextRef="#ctx0" brushRef="#br1" timeOffset="20">25125 5055 8912,'-18'-10'0,"1"-5"0,0 5 0,0 1 0,5-5 0,1 9 0,7-1 0,-4 14 0,8 5 0,2 6 0,4 4 0,-4 8 0,13-5 0,-5 9 0,1-1 0,-1 1 0,-2-1 0,-3 0 0,1-1 0,0-3 0,-2-3 0,-3-2 0,-1-8 0,0-5 0,0-1 0,0-1 0,0-10 0,0-18 0,0-10 0,0-7 0,0-5 0,0-2 0,0-4 0,0-3 0,0 3 0,0 4 0,0 2 0,0 5 0,0 7 0,8 3 0,-4 8 0,7 1 0,3 5 0,1 3 0,4 10 0,4 4 0,-4 5 0,4 12 0,2 4 0,-4 7 0,-6 1 0,3-1 0,-7 1 0,2-3 0,-1-3 0,-4-4 0,-8-3 0,0 1 0,0-7 0,0-9 0,0-7 0,0 0 0,0-9 0,0-8 0,0-10 0,0-8 0,1-3 0,5-2 0,-4 0 0,12 6 0,-9-1 0,9 7 0,-3-1 0,4 10 0,3 2 0,-7 1 0,1 11 0,-1-1 0,6 8 0,0 3 0,1 5 0,-3 9 0,-2 2 0,-1 2 0,-1 8 0,5-12 0,-3 2 0,-2-8 0,-7 2 0,12-7 0,-5 4 0,-1-5 0,1-7 0,-7 0 0,11-7 0,-11-5 0,6-9 0,-3-4 0,-3-2 0,-2 5 0,-2-7 0,6 2 0,-1-2 0,1-1 0,-6 7 0,0 0 0,0 6 0,8 7 0,-6 5 0,3 10 0,-1 7 0,2 3 0,-2 2 0,7 0 0,-7 6 0,2 0 0,3 0 0,1-6 0,7 1 0,-1-7 0,-5 1 0,4-3 0,-3 3 0,3-7 0,2-3 0,0-9 0,1-3 0</inkml:trace>
  <inkml:trace contextRef="#ctx0" brushRef="#br1" timeOffset="21">26312 4625 8912,'-40'0'0,"0"0"0,2 0 0,1 0 0,3 8 0,1 5 0,5 6 0,5 4 0,4 8 0,3-3 0,5 5 0,3-5 0,8 1 0,0-8 0,2 10 0,4-8 0,3-2 0,9-10 0,-1-3 0,2-8 0,4 0 0,-4 0 0,6-14 0,-8-5 0,0-6 0,0-5 0,1-3 0,-1-1 0,-2 0 0,-3-1 0,-3 1 0,-3-1 0,-4 3 0,4 3 0,-12-1 0,-6 7 0,-3 7 0,-2 11 0,-6 3 0,-2 4 0,-2 3 0,6 11 0,0 9 0,6 1 0,3 5 0,9-6 0,-3 0 0,12-8 0,-1-8 0,13-3 0,3 4 0,13-1 0</inkml:trace>
  <inkml:trace contextRef="#ctx0" brushRef="#br1" timeOffset="22">26106 4866 8912,'-18'0'0,"1"0"0,0 0 0,0 0 0,7-2 0,3-2 0,-1-2 0,6-1 0,-4 1 0,4-6 0,2 5 0,-2-7 0,-1 7 0,-3-3 0,-8 6 0,5-3 0,-8 7 0,5 2 0,1 3 0,-3 7 0,-1 11 0,5-2 0,5 5 0,3-1 0,2 6 0,0-4 0,0 1 0,0 1 0,7-8 0,3 2 0,9-10 0,4-1 0,4-8 0,7-1 0,3-6 0,3-9 0,4-11 0,2-4 0,0-7 0,-10 0 0,-2-1 0,-7 1 0,-10-1 0,-7 1 0,-4 0 0,-6 1 0,-10 5 0,-11 5 0,-12 4 0,-12 9 0,-1 4 0,-4 4 0,-2 2 0,8 2 0,4 4 0,4 5 0,1 12 0,9-4 0,5 4 0,7-3 0,7-3 0,9 0 0,5-2 0,10-3 0,16-5 0,13-7 0,11 0 0,6 0 0,4-7-180,-6-3 0,6-15 0,-6-1 0</inkml:trace>
  <inkml:trace contextRef="#ctx0" brushRef="#br1" timeOffset="23">26811 4436 8912,'-25'-10'0,"-2"-5"0,-1 13 0,-1-4 0,-1 4 0,5 2 0,2 0 0,4 0 0,1 8 0,1 4 0,0 9 0,2 3 0,1 3 0,5 4 0,1 1 0,-5 3 0,11-1 0,-4-2 0,4-3 0,2-4 0,2-4 0,4-4 0,3-3 0,3-14 0,-1-2 0,3-6 0,1-9 0,8-10 0,0-13 0,6-4 0,-7-8 0,7 1 0,-4-1 0,2 1 0,-6-1 0,4 0 0,-8 1 0,-2-5 0,-3 5 0,-5-4 0,-7 11 0,0 0 0,0 4 0,0 11 0,-2 8 0,-3 7 0,3 7 0,-8 7 0,6 4 0,-1 7 0,-1 8 0,6 23 0,0 6 0,0 7 0,0 7 0,2 6 0,4-1 0,5-4 0,10-5 0,4-11 0,2-3 0,3-2 0,-5-2 0,8-19 0,-5-5 0,5-7 0,1-3 0,-5-14 0,-2-5 0,-2-8 0,-1-12 0,-4-7 0,-1 2 0,-4 2 0,-2 1 0,-1 1 0,-3 2 0,-1 3 0,-2 4 0,-8 2 0,-4 0 0,-5 2 0,-5 2 0,-1 10 0,-2 1 0,-4 0 0,4 6 0,-6 2 0,8 12 0,0 5 0,-1 6 0,1-2 0,2 6 0,3-2 0,5 5 0,7-3 0,0 2 0,0-1 0,0-7 0,13 10 0,6-8 0,6-2 0,-4-10 0,14 3 0,-3-7 0,6 1 0,1-1 0,-1-8 0,2-11 0,-4-11 0,6-4 0</inkml:trace>
  <inkml:trace contextRef="#ctx0" brushRef="#br1" timeOffset="24">27517 3817 8912,'-25'-8'0,"6"4"0,-4-7 0,6 5 0,5-5 0,12 7 0,17-9 0,12 5 0,3-2 0,11 7 0,1-5 0,5 8 0,-3 2 0,-6 4 0,-5 3 0,-7 8 0,3 8 0,-8 4 0,-6 11 0,-5 6 0,-9 3 0,1 3 0,-8 1 0,-9 3 0,-8 1 0,-6 1 0,-5-15 0,1-2 0,2-5 0,3-4 0,-3-3 0,-4-4 0,14-16 0,-4-3 0,10-4 0,2-2 0,-3 0 0,7-10 0,1-7 0,4-9 0,2-7 0,0-1 0,2-1 0,2 1 0,1 0 0,9 7 0,-5 2 0,9 8 0,1 1 0,4 5 0,-2 3 0,5 8 0,-1 0 0,6 10 0,-2 7 0,3 10 0,2 5 0,1 3 0,-5-1 0,1-1 0,0-5 0,5-3 0,-11-8 0,3 0 0,-3-7 0,0-10 0,2-10 0</inkml:trace>
  <inkml:trace contextRef="#ctx0" brushRef="#br1" timeOffset="25">19532 16368 8912,'-12'-10'0,"3"3"0,-1 1 0,1 0 0,5 0 0,-4 6 0,8 0 0,0 0 0,-7 0 0,-3 2 0,-7 4 0,-8-4 0,-4 4 0,-5 3 0,-6 3 0,-4-3 0,-8 3 0,-1-1 0,-5 6 0,-3 1 0,-8-1 0,-5 0 0,1 0 0,2 0 0,0 1 0,20-7 0,-7 1 0,16-7 0,2 7 0,6-8 0,5 1 0,4 3 0,8-2 0,8-1 0,1-5 0,8 8 0,0-6 0,0 7 0,0-3 0,0 4 0,0 7 0,0 2 0,0 4 0,-6 0 0,0 11 0,-7-1 0,2 13 0,-5-1 0,-1 13 0,0 1 0,0 2 0,-1 2 0,1 6 0,0 0 0,0-1 0,5-6 0,1-5 0,7-4 0,-2-1 0,4-2 0,2-4 0,0-6 0,0-12 0,0 3 0,0-8 0,6 5 0,0-5 0,1 0 0,-3-6 0,2 1 0,-2-1 0,4 0 0,-3 0 0,1-5 0,-6-1 0,6-5 0,-1 5 0,3-7 0,-2 2 0,-4-4 0,7-2 0,-3 0 0,-2 0 0,7 0 0,-5 0 0,6 0 0,-1 0 0,6 0 0,0 0 0,3 0 0,3 0 0,-4 0 0,5 0 0,1 0 0,4 0 0,5 0 0,7 0 0,3-2 0,7-4 0,1 4 0,-1-3 0,9 3 0,1-4 0,8 0 0,-8-1 0,-4 3 0,-3-2 0,3-5 0,1 5 0,1-6 0,-4 5 0,3-1 0,-3 0 0,-1-5 0,-1 9 0,1-5 0,-3 1 0,3 2 0,-14 6 0,0 0 0,-5 0 0,-1-2 0,0-3 0,1 3 0,-1-4 0,6 4 0,1 2 0,4 0 0,-4 0 0,-1 0 0,2 0 0,4-2 0,3-4 0,-3 5 0,0-5 0,0 4 0,-2 2 0,0 0 0,-4 0 0,-3 0 0,5 0 0,-8 0 0,0 0 0,3 0 0,3 0 0,-2-2 0,6-2 0,0-2 0,0 3 0,2 1 0,6 2 0,-1 0 0,1 0 0,-6 0 0,0 0 0,-6 0 0,6 0 0,-8 0 0,2 0 0,-4 0 0,-1 0 0,-1 0 0,6 0 0,1 0 0,4 0 0,-4 0 0,-3 0 0,0 0 0,0 0 0,2 0 0,-1 0 0,-3 0 0,-2 0 0,1 0 0,-1 0 0,-1 0 0,-5 0 0,5 0 0,-4 0 0,-3 0 0,3 0 0,0 0 0,5 0 0,1 0 0,-1 0 0,2 0 0,5 0 0,1 0 0,4 0 0,3 0 0,-7-6 0,4 0 0,2 1 0,-6 5 0,2 0 0,-6 0 0,2 0 0,4-6 0,0 0 0,0 0 0,-3-1 0,2 5 0,1-8 0,8 6 0,0-1 0,-6-1 0,-1 6 0,-1-6 0,2 0 0,-2 1 0,-5 5 0,1 0 0,-2 0 0,-2 0 0,6 0 0,4 0 0,-2 0 0,2-2 0,2-4 0,2 4 0,1-4 0,1 5 0,0 1 0,-1 0 0,1 0 0,-8 0 0,5 0 0,-5 0 0,0 0 0,0 0 0,-3 0 0,-3 0 0,8 0 0,-2 0 0,3 0 0,-1 0 0,2 0 0,-6-8 0,8 6 0,-4-4 0,4 4 0,-1-3 0,-3-1 0,-2-6 0,-4 7 0,-3-7 0,3 7 0,-6-1 0,-5-2 0,3-1 0,-5-3 0,8 1 0,-1-3 0,-2 5 0,-3-3 0,4 3 0,-3-5 0,7 3 0,3-2 0,0 5 0,-6 2 0,1-1 0,-1 1 0,1-6 0,-1 7 0,0-7 0,1 6 0,-7-5 0,1 5 0,-6-5 0,4 3 0,-2-1 0,-4-5 0,0 5 0,2-3 0,-4 1 0,4-7 0,2 1 0,-2 0 0,1 0 0,-1 0 0,-3-8 0,4-4 0,-1-5 0,0-6 0,0 3 0,-6-20 0,1 0 0,-1-8 0,2-4 0,4 0 0,-4-7 0,4-4 0,2-4 0,-4 0 0,-4 5 0,-4 10 0,-9 8 0,4 17 0,-8 6 0,0 8 0,0 5 0,-8 15 0,-3 3 0,-4-1 0,1 6 0,-3-4 0,4 4 0,-20 4 0,4 2 0,-3 2 0,-3 7 0,-1-3 0,-4 1 0,-6 1 0,2-7 0,-2 7 0,8-8 0,-12 3 0,4-7 0,-3 0 0,-3 0 0,0 0 0,1 0 0,-1 0 0,-7 0 0,-4 0 0,-6-2-156,-6-3 1,-1 3 155,-4-4 0,-5-3 0,9 7 0,-2-4 0,9 4 0,0 4 0,8 2 0,-4 3 0,-4 3 0,4 1 0,-12 5 0,9-3 0,-1-2 0,0 1 0,-6 5 0,-1 0 0,-3-1 0,-3-5 0,-8 4 0,-3-5 0,-3-1 0,8 5 0,2-8 0,10-3 0,5-1 0,2-2 0,0 0 0,2 0 0,4 0 0,4 0 0,7 0 0,2 0 0,5 0 0,3 0 0,7 0 0,1 0 0,-1 0 0,1 0 0,-4 0 0,-1 0 0,1 0 0,6 2 0,-10 2 0,1 2 0,1-2 0,-8-3 0,6-1 0,-3 0 0,-5 6 0,4 0 0,2 2 0,0-5 0,2 3 155,4-2 1,-4 4-156,1-3 0,-10 3 0,5-2 0,-8-4 0,8 5 0,-3 1 0,1-6 0,0 4 0,-2-5 0,3-1 0,6 0 0,-6 2 0,7 2 0,1 2 0,5 0 0,5-6 0,4 0 0,0 0 0,6 0 0,-5 0 0,6 0 0,1 0 0,0 0 0,-6 0 0,-2 0 0,-2 0 0,6 0 0,-4-2 0,2-2 0,1-2 0,-9 0 0,10 6 0,-8 0 0,6 0 0,-5 0 0,1-5 0,-4-1 0,3 2 0,-3 2 0,4 2 0,-1 0 0,5 0 0,-6 0 0,2-5 0,-2-1 0,-3 0 0,3 6 0,-3 0 0,-3 0 0,1 0 0,-1 0 0,7 0 0,-1 0 0,2 0 0,-3 0 0,1 0 0,6 0 0,-4 0 0,3 0 0,-5 6 0,4 0 0,-2-3 0,6-1 0,-6-2 0,6 0 0,-2 0 0,-7 2 0,3 2 0,-2 2 0,1-2 0,-1-3 0,-7-1 0,-3 0 0,-1 0 0,0 6 0,6 0 0,-1 2 0,1-5 0,-1 3 0,1 2 0,0-4 0,-1 1 0,-7 9 0,6-12 0,-4 5 0,3-1 0,3 0 0,0-2 0,7 5 0,-8-5 0,1 7 0,-1-5 0,-7 7 0,-2 5 0,-7 3 0,-16 9 0,-12-3 0</inkml:trace>
  <inkml:trace contextRef="#ctx0" brushRef="#br1" timeOffset="26">5748 7634 8912,'-16'2'0,"3"1"0,3 5 0,3 2 0,3 5 0,2 4 0,2 4 0,0 6 0,2-5 0,4 1 0,5 0 0,4 4 0,1-4 0,-5 1 0,5-5 0,-7 2 0,1-4 0,5-1 0,-13-9 0,6-1 0,-8-8 0</inkml:trace>
  <inkml:trace contextRef="#ctx0" brushRef="#br1" timeOffset="27">5576 7634 8912,'0'-12'0,"0"1"0,0-1 0,0 1 0,2-1 0,3-1 0,5-2 0,9 1 0,4-3 0,-4 4 0,6-12 0</inkml:trace>
  <inkml:trace contextRef="#ctx0" brushRef="#br1" timeOffset="28">5954 7668 8912,'0'12'0,"0"-1"0,0-7 0,0 5 0,0-3 0,0-4 0,0 8 0,0-5 0,0 7 0,0-3 0,0 3 0,0-8 0,0 3 0,0-7 0,0-2 0,0-3 0,2-7 0,4-3 0,-4-2 0,5-8 0,-7-2 0,0 0 0,8-5 0,-6 7 0,6-5 0,-1 1 0,-5 8 0,13-2 0,-5 10 0,2 3 0,-1 2 0,0 3 0,7 7 0,-1 3 0,0 5 0,0 7 0,0 0 0,1-2 0,-1-3 0,0 1 0,0-7 0,1-2 0,-9-2 0,6-2 0,-5 0 0</inkml:trace>
  <inkml:trace contextRef="#ctx0" brushRef="#br1" timeOffset="29">6264 7152 8912,'-12'0'0,"1"0"0,1 2 0,-3 4 0,2 5 0,7 5 0,-4 3 0,8 4 0,0 5 0,8 5 0,1 1 0,9 1 0,-1-1 0,2-1 0,2-5 0,4-5 0,2-4 0,-6-2 0,3-7 0,-6-4 0,-1-4 0,0-2 0,0-8 0,0-4 0,-7-10 0,-4-7 0,1 2 0,-1-1 0,-2-3 0,-10-2 0,-3-1 0</inkml:trace>
  <inkml:trace contextRef="#ctx0" brushRef="#br1" timeOffset="30">6419 7204 8912,'11'0'0,"1"0"0,-1 2 0,6 4 0,-7-5 0,5 7 0,-3-8 0,3 6 0,0 1 0,-3 3 0,3-6 0,-11 11 0,7-3 0,-7-3 0,4 1 0,0-3 0,-7 7 0,7-12 0,-8 3 0,0-10 0,0-5 0,0-7 0,0 0 0,0 0 0,0-1 0,0-1 0,0-4 0,6 4 0,0-4 0,-3 4 0,7 2 0,-8 0 0,13 7 0,-13 3 0,13 7 0,-11 0 0,8 0 0,-1 0 0,6 0 0,1 0 0,-9 0 0,6-2 0,-3-4 0,-4 4 0,5-13 0,-7 3 0,-2-3 0,-3-2 0,-1 0 0,0-1 0,0 1 0,0 6 0,0-1 0,0-1 0,-7 5 0,3 1 0,-8 7 0,7 2 0,-7 3 0,8 5 0,-1 7 0,3 0 0,2 0 0,0 1 0,0-1 0,0 0 0,6-6 0,1-1 0,3-2 0,3-5 0,2-3 0,3-5 0,-1 1 0,0-8 0,6-5 0,0-8 0,-2-1 0,-2 5 0,-4-12 0,-1 6 0,-3 1 0,-7-5 0,2 8 0,-4 2 0,-2 2 0,0 2 0,0 7 0,0 3 0,0 7 0,0 0 0,2 5 0,3 1 0,-1 6 0,8-7 0,-7 9 0,7-3 0,-6-1 0,3 1 0,-1 3 0,3 3 0,-5 4 0,-2 2 0,-2-2 0,-2 5 0,2-6 0,2 3 0,1-4 0,1-2 0,-6 0 0,0-7 0,0 5 0,0-13 0,-6 3 0,1-10 0,1-9 0,2-7 0,2-5 0,0-3 0,2 0 0,3-1 0,5-10 0,7 3 0,-2-5 0,-3 0 0,11 6 0,-17 0 0,11 7 0,-2 0 0,-1 3 0,-3 3 0,-3 4 0,-6 9 0,3 4 0,-3-3 0,6 7 0,-8-4 0,0 12 0,0-4 0,0 7 0,0-3 0,0 4 0,0 7 0,2-6 0,3 1 0,-3-7 0,6 5 0,0-2 0,-6-3 0,7 1 0,-3 0 0,-2 0 0,5-5 0,1 3 0,-1 2 0,-5 0 0,6-6 0,-4 0 0,-3 2 0,9 3 0,-8-3 0,11 14 0,-13-13 0,4 9 0,-4-6 0,-2 5 0,0-5 0,0 5 0,-8-7 0,-2-4 0,-7-9 0</inkml:trace>
  <inkml:trace contextRef="#ctx0" brushRef="#br1" timeOffset="31">7245 6619 8912,'-27'-13'0,"4"-4"0,-4-6 0,-1 0 0,3 4 0,-2-12 0,4 8 0,4 0 0,-4 6 0,6 0 0,5 0 0,7 7 0,12 5 0,10 3 0,1-6 0,22-9 0,-4-10 0</inkml:trace>
  <inkml:trace contextRef="#ctx0" brushRef="#br1" timeOffset="32">10876 6671 8912,'-17'0'0,"-1"0"0,1 0 0,0 0 0,0 0 0,0-2 0,-1-4 0,1 4 0,0-3 0,0 3 0,5 2 0,1 0 0,-1 2 0,3 3 0,-5 7 0,9 11 0,-7 4 0,6 7 0,3 0 0,1 6 0,2 1 0,0-3 0,7-2 0,-3-7 0,8-3 0,1-1 0,2-4 0,3-9 0,-1-5 0,0-7 0,2-13 0,2-8 0,2-8 0,-2-7 0,-2-10 0,-2-3 0,1-11 0,-1-1 0,-8 6 0,-3-3 0,4 5 0,-8-2 0,3 3 0,-5 0 0,-3 18 0,-5 7 0,-2 6 0,7 12 0,-11 3 0,8 12 0,1 11 0,5 13 0,0 9 0,0 5 0,0 7 0,2 1 0,3-1 0,5-7 0,1 6 0,1-6 0,1-2 0,3-8 0,1-1 0,0-10 0,0-2 0,0-2 0,1-10 0,-1-3 0,0-4 0,-7-10 0,-3-3 0,1-4 0,-6-4 0,3-2 0,-3-4 0,-2-2 0,0-2 0,0-3 0,0 3 0,-2 4 0,-1 8 0,-3 0 0,-2 0 0,3 0 0,3 7 0,-8 4 0,4 12 0,4 5 0,-3 10 0,3 4 0,2 2 0,0 2 0,2 5 0,1-1 0,3-5 0,15-3 0,-7-8 0,14-1 0,3-5 0,1-3 0,3-10 0,-1-4 0,1-7 0,-1-8 0,1-6 0,-1-8 0</inkml:trace>
  <inkml:trace contextRef="#ctx0" brushRef="#br1" timeOffset="33">11427 6533 8912,'-12'0'0,"1"0"0,5 6 0,-6 0 0,1 7 0,-6-1 0,7 3 0,-3 8 0,7 0 0,0 5 0,6-5 0,0 8 0,2-4 0,4 1 0,5 1 0,10-8 0,2 2 0,6-12 0,-6-5 0,6-4 0,-4-2 0,1 0 0,-5-8 0,2-3 0,-4-12 0,6-4 0,2-7 0</inkml:trace>
  <inkml:trace contextRef="#ctx0" brushRef="#br1" timeOffset="34">11685 6568 8912,'-10'0'0,"2"0"0,8 0 0,0 0 0,-7 0 0,5-2 0,-4-4 0,4 2 0,2-7 0,0 5 0,0-5 0,8-1 0,3-3 0,5 3 0,-7 5 0,7 7 0,-5 0 0,4 0 0,3 0 0,-1 2 0,0 3 0,-2 5 0,-3 7 0,-3-5 0,-3-1 0,-4 1 0,4 5 0,-4-8 0,-2-1 0,0-8 0,0-2 0,0-4 0,0-5 0,0-10 0,0-2 0,5-6 0,1 6 0,7-5 0,-1 5 0,3 0 0,2 6 0,1-1 0,-1 3 0,0 4 0,0 3 0,2 8 0,4 0 0,-4 0 0,4 0 0,-4 0 0,-1 8 0,-7-6 0,-1 5 0,-3 1 0,-1-6 0,-6 13 0,0-13 0,2 6 0,4-8 0,-4 0 0,7-8 0,-3-3 0,2-5 0,3-1 0,-3 0 0,-1 0 0,-5-1 0,6 7 0,-8 0 0,0-1 0,-2 3 0,-4 3 0,-3 6 0,-8 6 0,1 5 0,5 4 0,-5 2 0,15 1 0,-5-1 0,4 0 0,2 0 0,8-1 0,3-5 0,12 2 0,6-7 0,3-2 0,10-2 0,4-4 0,4-4 0,1-9 0,1-8 0,0 2 0,-1 2 0,-9 0 0,-5 0 0,-7 1 0,-16-3 0,1 12 0,-15-8 0,-4 7 0,-5 4 0,-9 5 0,-1 1 0,0 0 0,2 0 0,0 0 0,7 0 0,-5 0 0,13 1 0,-4 5 0,4 6 0,2 3 0,6-4 0,2 1 0,1 1 0,3 2 0,-3 5 0,-1 1 0,0 2 0,-5-1 0,7-4 0,-2-1 0,-5 0 0,-1 0 0,0 0 0,2 1 0,2-1 0,0 0 0,-8-2 0,-4-3 0,4 3 0,-13-13 0,13 4 0,-4-12 0,4-6 0,2-3 0,6-2 0,2 0 0,1 0 0,8-1 0,6-1 0,0-2 0,2-2 0,2-7 0,2 11 0,-1-4 0,-1 2 0,4 0 0,-3-2 0,-7 6 0,2 5 0,-4 8 0,-1-11 0,-9 15 0,-3 0 0,-4 8 0,-2 9 0,0 0 0,7 0 0,-3-5 0,6-1 0,-3 3 0,7-7 0,-3-1 0,5-4 0,1-2 0,-6 0 0,1 0 0,-7 0 0,7 0 0,-2-2 0,3-2 0,-2-3 0,1-3 0,-3-3 0,7-3 0,-7 1 0,8 2 0,1 1 0,-1 1 0,-2-1 0,-1 1 0,-3-3 0,-7 7 0,11-1 0,-3 8 0,-5 0 0,9 8 0,-15 1 0,7 9 0,-8-1 0,6-6 0,0 1 0,-1-7 0,-5 7 0,0-1 0,0 6 0,0 1 0,0-1 0,0-8 0,0 7 0,-5-12 0,-1 7 0,-8-7 0,5 3 0</inkml:trace>
  <inkml:trace contextRef="#ctx0" brushRef="#br1" timeOffset="35">13044 5932 8912,'-44'-12'0,"4"1"0,11 7 0,6-6 0,10 7 0,2-3 0,7 0 0,-4 6 0,10 0 0,4 0 0,19-15 0,11-4 0</inkml:trace>
  <inkml:trace contextRef="#ctx0" brushRef="#br1" timeOffset="36">20788 5330 8912,'17'6'0,"0"-1"0,-7-1 0,-4-10 0,-4 3 0,-2-9 0,0-1 0,0 3 0,2 1 0,1-1 0,3 1 0,0-3 0,-6-5 0,0 5 0,0 1 0,0-2 0,0 5 0,-2-5 0,-4 7 0,2 0 0,-7 8 0,-2 4 0,-3 3 0,-1 16 0,0 4 0,0 3 0,-1 5 0,1 1 0,0 2 0,6 8 0,-1-2 0,8-3 0,-1 3 0,-3-7 0,2 1 0,0-12 0,6-5 0,8-4 0,2-9 0,7-4 0,0-6 0,0-8 0,0-7 0,1-8 0,-1-4 0,0-2 0,0-7 0,0-4 0,-1-2 0,-5-4 0,3-2 0,-9 8 0,7-8 0,-6 3 0,-1-5 0,-5-2 0,6 8 0,0 4 0,0 10 0,-6 1 0,0 8 0,0-2 0,-2 12 0,-4 5 0,4 12 0,-4 5 0,4 4 0,2 10 0,0 4 0,0 3 0,0 10 0,0-5 0,0 5 0,0-2 0,0 0 0,0 0 0,0-6 0,6 1 0,0-1 0,7-5 0,-3-2 0,-1-3 0,7-8 0,-5-11 0,4-3 0,3-2 0,-1 0 0,0-3 0,0-7 0,0-7 0,1-12 0,-3 8 0,-2-6 0,-1 3 0,-8-7 0,3 12 0,-7-4 0,0 4 0,0 2 0,0 7 0,-2 10 0,-3 12 0,3 11 0,-6 5 0,0 5 0,6 1 0,-5 0 0,7 1 0,2-3 0,3-3 0,5-4 0,7-8 0,6-2 0,2-3 0,2-7 0,0-5 0,1-7 0,-5-10 0,4-8 0,0-10 0</inkml:trace>
  <inkml:trace contextRef="#ctx0" brushRef="#br1" timeOffset="37">21408 5106 8912,'-6'18'0,"-2"-3"0,-1-4 0,3 5 0,-6-5 0,3 1 0,-5 1 0,5 2 0,1-1 0,4 1 0,3 0 0,1 2 0,7 0 0,5-1 0,3-5 0,4 3 0,4-9 0,-4 1 0,8-6 0,-4 0 0,-2 0 0,8 0 0,-8 0 0,2 0 0,-6-2 0,-6-4 0,5-11 0,-7-10 0</inkml:trace>
  <inkml:trace contextRef="#ctx0" brushRef="#br1" timeOffset="38">21580 7617 8912,'11'0'0,"1"0"0,1 0 0,-5-2 0,-3-4 0,5 4 0,-6-6 0,7 8 0,-5 8 0,4 3 0,-3 5 0,-3 1 0,6 0 0,-9 6 0,5 0 0,-2-2 0,0-2 0,2-2 0,-1 0 0,-5 1 0,-2-3 0,-3-4 0,-5-7 0,-7-15 0,0-8 0,0-16 0</inkml:trace>
  <inkml:trace contextRef="#ctx0" brushRef="#br1" timeOffset="39">21700 7393 8912,'0'-10'0,"-2"-3"0,-4 7 0,-3 1 0,-1 5 0,3 0 0,7 0 0,0-2 0,0-4 0,0 4 0,7-13 0,3 5 0</inkml:trace>
  <inkml:trace contextRef="#ctx0" brushRef="#br1" timeOffset="40">21838 7410 8912,'9'12'0,"-3"-1"0,2 1 0,-3 5 0,1-8 0,-6 7 0,-2-5 0,-3 4 0,-7 3 0,3-1 0,-3 0 0,6 0 0,-5 0 0,7 1 0,-2-1 0,4 0 0,2 0 0,0-7 0,0-3 0,0-9 0,0-3 0,2-7 0,4-3 0,4-4 0,-1-4 0,6 2 0,-3-8 0,-3 8 0,3-2 0,-2 2 0,1-2 0,2 10 0,-5-4 0,2 2 0,-5 7 0,7 2 0,-6 4 0,5 2 0,-5 0 0,5 0 0,-7 8 0,4 3 0,-1 5 0,-3 1 0,8 0 0,-7 0 0,7 0 0,-6-7 0,5-4 0,2-4 0,-3-4 0,1-4 0,1-11 0,5-10 0</inkml:trace>
  <inkml:trace contextRef="#ctx0" brushRef="#br1" timeOffset="41">22165 7066 8912,'-17'0'0,"-1"0"0,-1 2 0,-2 4 0,-2 5 0,0 12 0,6 4 0,0 8 0,0-1 0,7 0 0,2 1 0,8-1 0,0-5 0,0-1 0,8-7 0,6 2 0,7-5 0,7-7 0,5-5 0,1-4 0,-5-2 0,0-2 0,-1-6 0,-1-9 0,5-8 0,-5-9 0</inkml:trace>
  <inkml:trace contextRef="#ctx0" brushRef="#br1" timeOffset="42">22956 8631 8912,'-11'-10'0,"-1"5"0,-1 3 0,-2 2 0,3 2 0,1 3 0,-1 7 0,1 5 0,-1 6 0,3-2 0,-3 10 0,7 5 0,-3 0 0,2 10 0,2 0 0,2-2 0,2-4 0,0-11 0,2-7 0,2-2 0,2-3 0,2-8 0,-3-3 0,5-4 0,7-17 0,0-10 0,1-11 0,-1-8 0,-2-8 0,-2-1 0,-1-5 0,-6 3 0,5-8 0,-7 7 0,4-3 0,-8 8 0,0 1 0,-2 4 0,-4 6 0,4 19 0,-13-2 0,11 23 0,-8 0 0,9 10 0,-3 13 0,4 5 0,2 5 0,0 1 0,0 0 0,0 1 0,8-1 0,-5-5 0,9-1 0,-3-1 0,3 2 0,3-4 0,-5-6 0,1 0 0,1-2 0,-7 2 0,7-13 0,-1 7 0,7-11 0,-1 4 0,2-4 0,4-2 0,-12-8 0,12-3 0,-13-10 0,1-2 0,-1 2 0,-2 2 0,-3 2 0,-5-1 0,0 1 0,0 8 0,-7 1 0,-3 8 0,1 8 0,3 3 0,-2 10 0,2 2 0,1 6 0,5-5 0,0 3 0,2-4 0,3 4 0,7-2 0,3-4 0,10-8 0,4-1 0,3-9 0,3 3 0,-9-12 0,7-11 0,-4-11 0,1-11 0,-1-1 0,3-8 0,-5 5 0</inkml:trace>
  <inkml:trace contextRef="#ctx0" brushRef="#br1" timeOffset="43">23576 8390 8912,'-17'0'0,"-1"2"0,1 4 0,0 5 0,0 12 0,0 6 0,-1 11 0,1-4 0,8 8 0,3-4 0,4-3 0,2 3 0,0-4 0,13-1 0,5-1 0,5 0 0,-1-1 0,7-3 0,4-1 0,1 0 0,2-1 0,5 1 0,3-8 0,0-4 0,-2-9 0</inkml:trace>
  <inkml:trace contextRef="#ctx0" brushRef="#br1" timeOffset="44">21821 11537 8912,'0'-10'0,"0"2"0,0 1 0,0 3 0,0-8 0,0 1 0,2-4 0,1 1 0,3 3 0,0 5 0,-6-5 0,2 7 0,2-4 0,1 1 0,1 5 0,-6-6 0,0 6 0,0-4 0,0 5 0,6-9 0,-1 4 0,1 4 0,-6-13 0,2 13 0,4-4 0,-4-3 0,5 5 0,-7-7 0,8 7 0,-6-12 0,6 15 0,-8-7 0,0 8 0,0 0 0,0 8 0,0 3 0,0 4 0,0 2 0,0 8 0,0-4 0,0 8 0,0 2 0,-8 1 0,6 2 0,-4 1 0,4-1 0,2 1 0,0-1 0,0-2 0,0-3 0,0-4 0,-5-6 0,-1 2 0,2 2 0,2 0 0,2-12 0,0 1 0,0 1 0,-2-3 0,-3 1 0,3 1 0,-6 5 0,8 0 0,0 0 0,0-7 0,0 5 0,0-3 0,0 3 0,0 8 0,0 0 0,0-2 0,6-2 0,-1-2 0,7 2 0,-6 4 0,5-4 0,-3 4 0,1-6 0,5-5 0,-5 3 0,3-4 0,-8-1 0,1 1 0,-3-7 0,0 4 0,4-8 0,-4 0 0,5 0 0,-7 0 0,2 0 0,4 0 0,-4 0 0,8 0 0,-5 0 0,7 0 0,3 0 0,-5 0 0,5 0 0,-4 0 0,-1 0 0,1 0 0,-5 0 0,6 0 0,-1 0 0,6 0 0,1 0 0,-9 0 0,6-6 0,-3 0 0,-4 1 0,5 3 0,-7-4 0,7 4 0,-3-11 0,7 7 0,-6-5 0,1 3 0,1-2 0,-5 7 0,5-7 0,-5 6 0,1-2 0,-5-1 0,2 1 0,4 4 0,-7-11 0,9 7 0,-6-5 0,3 3 0,-1-2 0,3 5 0,-3-5 0,1 3 0,-5-7 0,6 10 0,-4-7 0,3-1 0,3 1 0,-3-1 0,1 1 0,-1 1 0,1-5 0,1 4 0,5 1 0,-5-1 0,-1 5 0,1-4 0,2 3 0,-5-7 0,2 11 0,-5-9 0,3 1 0,4-7 0,-5 7 0,-7 0 0,0 5 0,0-6 0,0-1 0,0-2 0,0-3 0,0-1 0,0-4 0,0 4 0,0-7 0,0 5 0,0-2 0,0-8 0,0 10 0,0-8 0,0 8 0,0-1 0,0 0 0,0 1 0,0-1 0,0-1 0,0 5 0,0 1 0,0 6 0,0-1 0,0 7 0,0-7 0,0 6 0,0-5 0,0 7 0,0-4 0,0 1 0,0 5 0,0-8 0,0 5 0,0 3 0,0-14 0,0 15 0,0-7 0,0 8 0,0 0 0,8 8 0,1 1 0</inkml:trace>
  <inkml:trace contextRef="#ctx0" brushRef="#br1" timeOffset="45">27310 10814 8912,'-2'12'0,"-3"-3"0,-7-1 0,-3-2 0,-1-8 0,5-4 0,-4 4 0,13-13 0,-6 5 0,0 1 0,7-1 0,-5 5 0,4 3 0,2-14 0,0 15 0,0-7 0,0 8 0,0 0 0,0-8 0,0 6 0,0-5 0,0 7 0,0 0 0,0-8 0,-8 6 0,4-5 0,-7 7 0,-1 0 0,-5 0 0,0 0 0,0 0 0,0 7 0,-1-5 0,1 6 0,6-3 0,-1 1 0,7 0 0,-5-4 0,0 2 0,1 1 0,5 1 0,-11 2 0,7-4 0,-3 7 0,-5-5 0,5 5 0,-4 3 0,-5-3 0,-1 4 0,-3 6 0,-3 4 0,-2 4 0,-11 7 0,0 4 0,2 6 0,-6-4 0,9 6 0,-1-8 0,5-2 0,16-1 0,0-5 0,3-1 0,3-3 0,5-7 0,-4 6 0,8-4 0,0-2 0,0 9 0,0 7 0,0-1 0,0 10 0,0 2 0,0 9 0,0 6 0,0 4 0,0-6 0,0 0 0,0-7 0,0-3 0,2 3 0,2-14 0,2-2 0,-3-2 0,7-9 0,-6-2 0,5-8 0,-1 0 0,-2 0 0,1-5 0,5-1 0,-4-5 0,-1 4 0,1-3 0,-4 5 0,5-5 0,-1 3 0,5-4 0,-1 5 0,-3-5 0,3 5 0,-1-1 0,8 3 0,4-1 0,-4-1 0,12 6 0,-6-1 0,2-5 0,1 4 0,7-5 0,-1 1 0,1 1 0,-1-8 0,-2 3 0,-3-7 0,-6 0 0,4 8 0,-8-6 0,4 4 0,-4-4 0,-2-2 0,0 0 0,1-8 0,-7 6 0,1-6 0,1 1 0,2 5 0,-3-13 0,-1 5 0,3 0 0,-5-5 0,3 2 0,1-6 0,2-4 0,10-8 0,-6 4 0,6-7 0,0 0 0,2-1 0,2 1 0,-1-2 0,1-3 0,-2-1 0,3 0 0,-7 6 0,-2-1 0,-2 9 0,-3-5 0,-5 8 0,2-5 0,-7 5 0,6-2 0,-7 4 0,-1-2 0,-2-2 0,-2 4 0,0-4 0,0-2 0,0 6 0,0-11 0,0 3 0,0 2 0,0-1 0,0-3 0,0 6 0,0-5 0,0 7 0,0-8 0,0 5 0,0-1 0,-6-4 0,-1 6 0,-3-1 0,-3-5 0,-2-1 0,-8 3 0,0 0 0,2-1 0,2-3 0,-4-1 0,0 0 0,0-1 0,5 3 0,1 1 0,0 2 0,0-1 0,0 5 0,-1 2 0,1 4 0,6 4 0,-1 3 0,1-3 0,-6 5 0,-1 1 0,1 1 0,0 8 0,0 0 0,0 0 0,-1 0 0,1 0 0,0 0 0,0 0 0,-1 0 0,1 0 0,0 0 0,0 0 0,0 0 0,-1 0 0,1 0 0,0 0 0,0 0 0,5 0 0,1 0 0,7 0 0,-6 0 0,5 0 0,3 0 0,-8 0 0,5 0 0,3-2 0,-4-3 0,-4 3 0,8-6 0,-5 8 0,7 0 0,0 2 0,0 4 0,-8 11 0,-1 10 0</inkml:trace>
  <inkml:trace contextRef="#ctx0" brushRef="#br1" timeOffset="46">10807 17589 8912,'-11'5'0,"1"3"0,6 0 0,12-1 0,5 5 0,20-7 0,7-1 0,8-2 0,1-4 0,14-3 0,6-7 0,10-3 0,3-8 0,-34 12 0,1-1 0,41-17 0,0 6 0,-8 2 0,-13 4 0,-13 4 0,-8 1 0,-14 8 0,-2-11 0,-22 13 0,-4-3 0,-12 3 0,-13 2 0,-4 2 0,-8 1 0,-7 3 0,-6 7 0,-17-9 0,-8 6 0,-9-2 0,-1 3 0,-1-5 0,5 1-154,-5-1 1,4-2 153,1 7 0,2-5 0,16 6 0,2-7 0,7 7 0,6-1 0,5-1 0,14-3 0,16 1 0,16-6 0,9 4 0,8-6 0,14-6 0,4 2 0,8-7 0,4 1 76,-5-1 1,5-5 0,-10 5 0,3-4-77,3-3 0,-1 9 0,-7-6 0,-3 3 0,-1 3 0,-6-1 0,-7 2 0,-6 3 0,-4 5 0,-7 0 0,-3 0 0,-20 0 0,-6 0 0,-6 0 0,-4 0 0,-5 0 0,0 0 0,-3 0 0,-3 0 0,4 0 0,-4 0 0,3 0 0,3 0 0,-1 0 0,1 0 0,0 0 0,-1 5 0,1 1 0,5 6 0,0-7 0,1 9 0,3-10 0,8 7 0,9 2 0,16-3 0,9 1 0,13-7 0,11 2 0,14-4 0,-7-4 0,15-2 0,2-2 0,2-7 0,0 5 0,-2-5 0,-2 2 0,-10-1 0,-1-3 0,-10 3 0,-13 5 0,-16 1 0,-19 0 0,-18 2 0,-22 10 0,-12-2 0,-5 7 0,-9 1 0,-3 5 0,6 0-593,6 0 593,15 1 0,-9-1 0,13-2 0,2-2 0,7-1 0,9-1 0,18-1 0,10-4 0,13-4 0,10-2 0,11-6 0,3-2 0,1-1 0,8-3 0,-4-11 0,7 0 0,1 2 0,-8 2 0,-4 2 0,-4 2 197,-1 3 1,-3-1 0,-3 5-198,-6-1 0,-12 5 0,-3-2 0,-10 12 0,-4 5 0,-5 12 0,-12 6 0,-12 3 0,-8 3 0,-9-1 0</inkml:trace>
  <inkml:trace contextRef="#ctx0" brushRef="#br1" timeOffset="47">10721 18122 8912,'-6'-18'0,"1"1"0,1 0 0,4 7 0,4 3 0,3 1 0,3 0 0,3-1 0,10 1 0,-4 4 0,4-4 0,-4 4 0,-2 2 0,6 8 0,0 4 0,0 3 0,-5 2 0,-9 0 0,4 2 0,-5 2 0,2 2 0,-7 6 0,3-6 0,-4-2 0,-2-2 0,0-2 0,0 0 0,-6-5 0,1-1 0,-3-7 0,2 2 0,4-4 0,-5-2 0,7-14 0,0-3 0,0-6 0,2 0 0,3-3 0,7-1 0,3-4 0,2 8 0,1-7 0,-3 11 0,-4-4 0,12-4 0,-4 0 0</inkml:trace>
  <inkml:trace contextRef="#ctx0" brushRef="#br1" timeOffset="48">11272 18087 8912,'-12'0'0,"1"0"0,7 0 0,-4 0 0,8 0 0,0 0 0,8 0 0,3 0 0,5 0 0,1 0 0,0-2 0,0-3 0,1 1 0,-1-8 0,-2 7 0,-2-7 0,-1 1 0,1 1 0,-5-5 0,-2 3 0,-6 5 0,-6 1 0,-7 4 0,-9 2 0,3 0 0,-13 10 0,5 5 0,0 6 0,-3 8 0,5-5 0,2 3 0,4 4 0,0-1 0,13-1 0,0 1 0,6-7 0,8 0 0,3-5 0,14-9 0,10-3 0,7-4 0,11-2 0,3-4 0,1-8 0,6-1 0,-6-16 0,9 1 0,-19-7 0,3 1 0,-6 0 0,-6 5 0,-9 2 0,-6 4 0,-4 8 0,-9-2 0,-5 9 0,-10-3 0,-11 3 0,-7 8 0,-5 2 0,5 4 0,-6 3 0,6 8 0,0 1 0,6-1 0,0 0 0,-1-6 0,3 1 0,4 1 0,3 1 0,0-3 0,7 4 0,-5-3 0,6 1 0,6-1 0,3-5 0,8-7 0,0 0 0,1 0 0,-1-7 0,0-3 0,0 1 0,1-7 0,-1 9 0,-2-7 0,-3 3 0,-3 5 0,-3-5 0,-4 7 0,13-4 0,-11 8 0,7 0 0,-5 2 0,6 4 0,-7 3 0,7 9 0,5-1 0,6-2 0,0-2 0,2-1 0,-4-8 0,7 1 0,1-3 0,5-2 0</inkml:trace>
  <inkml:trace contextRef="#ctx0" brushRef="#br1" timeOffset="49">12218 18087 8912,'-25'0'0,"-1"0"0,-7 0 0,4 0 0,-1 2 0,7 4 0,-6 1 0,6 5 0,0 3 0,12-11 0,1 7 0,3 3 0,1-5 0,6 3 0,0-8 0,7 3 0,5-7 0,3 0 0,2 0 0,1-2 0,-1-3 0,2-7 0,4-3 0,-4-2 0,6-6 0,-6-2 0,4-2 0,-6 1 0,2-5 0,-5 0 0,-1-5 0,2 2 0,-3-8 0,-3 9 0,-1 5 0,-2-5 0,-6 4 0,0 10 0,0 2 0,0 2 0,0 7 0,0 2 0,0 12 0,0 6 0,0 11 0,0 5 0,0 5 0,0 1 0,0-5 0,0-1 0,0 1 0,6 0 0,1-3 0,3-1 0,-5-2 0,5-6 0,0 1 0,-1-1 0,3-8 0,-1 5 0,1-9 0,1-1 0,2-2 0,2-2 0,-7 0 0,5-7 0,-11 5 0,8-4 0,-9-4 0,5 8 0,0-5 0,-6 7 0,7 0 0,-3 0 0,-4 0 0,5 0 0,1-8 0,2-1 0</inkml:trace>
  <inkml:trace contextRef="#ctx0" brushRef="#br1" timeOffset="50">12545 17846 8912,'-6'-17'0,"-1"0"0,-1 0 0,0 0 0,3 5 0,5 1 0,2 1 0,3-1 0,-3 3 0,14 8 0,-5 0 0,4 0 0,4 2 0,4 4 0,-3 3 0,2 9 0,-2-1 0,-3 0 0,0 6 0,0 2 0,-1-1 0,-5 1 0,2 4 0,-7-6 0,0 0 0,-6-6 0,0 0 0,0 0 0,0 1 0,0-9 0,0-1 0,0-10 0,0-4 0,7 2 0,5-7 0,3-1 0,2-5 0,3 0 0,3 0 0,1 2 0,5 3 0,2-3 0,-6 3 0,-1-3 0,1-2 0,4 2 0,-6 1 0,-2 3 0,-2-3 0,-2 7 0,-5-7 0,-3 7 0,-1-3 0,-2 6 0,-6-11 0,-2 13 0,-4-4 0,2 5 0,-7 1 0,-3 0 0,-1 0 0,-2 0 0,7 7 0,5 5 0,3 3 0,2 2 0,0 2 0,0 4 0,0-2 0,0 8 0,2-6 0,3 5 0,-3 1 0,12 5 0,-9 1 0,-1-1 0,4-5 0,-3-1 0,-1 3 0,-9 5 0,-7 1 0,-3-5 0,-8-3 0,-2-1 0,0-3 0,0 0 0,2-13 0,6 9 0,0-16 0,0 1 0,7-8 0,4-4 0,6-5 0,6-4 0,4-10 0,7-4 0,6 2 0,0-1 0,7-1 0,-1-5 0,-2 5 0,2 0 0,-1 1 0,7-7 0,-3 7 0,-3-1 0,3 0 0,-5-5 0,6 0 0,-5-1 0,-3 7 0,-8-1 0,1 6 0,-3-4 0,-2 2 0,-1 4 0,-8 2 0,1 8 0,-10-1 0,1 9 0,-8-3 0,-1 4 0,-2 4 0,-3 2 0,1 3 0,0 3 0,0 1 0,0 7 0,7-1 0,4 0 0,-3 8 0,7-4 0,-4 5 0,4-1 0,4 4 0,4-6 0,3 7 0,3-5 0,-1 6 0,3-2 0,-1-1 0,-2 7 0,3-1 0,-8 0 0,-1 1 0,-7 1 0,-3 2 0,-7 2 0,-11 8 0,-13-2 0,-16 9 0,-9 3 0,22-26 0,-4 1 0,-4-3 0,-2 1 0,-7 3 0,0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5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24247 2699 8912,'-17'0'0,"0"0"0,-1 0 0,3 2 0,4 6 0,5 7 0,2 8 0,-2 4 0,4 7 0,-3 8 0,3 2 0,8 4 0,1 7 0,1 3 0,-1-3 0,5-3 0,-6-5 0,-1-5 0,3-5 0,-6-1 0,6-13 0,-1-2 0,-5-2 0,-9-9 0,-13-3 0</inkml:trace>
  <inkml:trace contextRef="#ctx0" brushRef="#br0" timeOffset="1">23800 3181 8912,'-8'0'0,"10"0"0,13 0 0,18 0 0,11-2 0,9-4 0,6-5 0,8-5 0,6-1 0,0 0 0,-10 0 0,4 0 0,-16 1 0,1 5 0,-10 3 0,-13 8 0,-8 4 0,-8 7 0,-13 9 0,-17 14 0,-17 0 0,-10 1 0</inkml:trace>
  <inkml:trace contextRef="#ctx0" brushRef="#br0" timeOffset="2">25176 2321 8912,'0'12'0,"0"-1"0,0 2 0,0 3 0,-5 3 0,-3 4 0,0 5 0,1 7 0,3 5 0,2 6 0,2 9 0,0 4 0,0 2 0,0-7 0,2-1 0,2-5 0,1 0 0,9-14 0,-7 5 0,7-18 0,-3-4 0,3-4 0,1-9 0,2 0 0,0-8 0,1-6 0,-1-14 0,2-3 0,0-2 0,0 0 0,-4-1 0,-7 5 0,4 2 0,-9 4 0,11 2 0,-9 0 0,1 7 0,-4 4 0,4 12 0,-4 11 0,5 4 0,-7 8 0,0 2 0,2-5 0,2 3 0,2 0 0,-2-3 0,5-1 0,-5-8 0,8 1 0,-9-7 0,3 0 0,2-9 0,-2-2 0,-1-7 0,-5-18 0,0-2 0</inkml:trace>
  <inkml:trace contextRef="#ctx0" brushRef="#br0" timeOffset="3">25400 2613 8912,'6'-11'0,"-1"-1"0,1 9 0,-6-5 0,0 8 0,0 0 0,8 0 0,3 2 0,5 4 0,1 5 0,0 4 0,0 3 0,6 1 0,0 4 0,8-4 0,-4 6 0</inkml:trace>
  <inkml:trace contextRef="#ctx0" brushRef="#br0" timeOffset="4">25693 2871 8912,'0'35'0,"0"-9"0,0-3 0,1-4 0,3-1 0,2-1 0,0 0 0,-6 0 0,0 0 0,0 1 0,0-1 0,0 0 0,0 0 0,0-5 0,0-1 0,0 1 0,0-1 0,0 0 0,0-7 0,0 4 0,0-16 0,2-3 0,1-4 0,3-3 0,0-6 0,-4 2 0,4-6 0,-3 5 0,9-6 0,-6 8 0,3-2 0,-1 4 0,5 2 0,-9 6 0,8 1 0,-1 0 0,0 3 0,1-1 0,-1 2 0,1 8 0,-1 4 0,3 6 0,1 3 0,2 2 0,0 0 0,1 0 0,-1 1 0,0-1 0,0 0 0,1-2 0,-1-1 0,0-3 0,0-7 0,0 4 0,1-8 0,-1 0 0,-2-2 0,-3-4 0,3 4 0,-11-13 0,7 3 0,-7-3 0,2-4 0,-4-4 0,-10 4 0,-4-4 0,-3 6 0,-2 5 0,0-1 0,0 7 0,-1 0 0,1 8 0,0 4 0,0 6 0,0 10 0,-1 7 0,9 4 0,-5 3 0,9 4 0,-1-4 0,6 4 0,0-3 0,0-3 0,0 1 0,8-7 0,5-3 0,6-6 0,4-9 0,0-7 0,0-3 0,0 0 0,6-3 0,-7-9 0,1-1 0,-5-16 0,-1 1 0,0-7 0,-2 3 0,-3 1 0,-6 2 0,-3 1 0,1-5 0,2 5 0,-2 5 0,-2 4 0,-2 1 0,0 9 0,-2 1 0,-4 8 0,4 8 0,-4 3 0,4 5 0,2 1 0,0 0 0,0-6 0,0 1 0,0 1 0,0 3 0,0-5 0,0 0 0,0-7 0,0 12 0,0-7 0,0 8 0,0-5 0,0-1 0,8-7 0,4 2 0,-5-4 0,9-2 0,-5 0 0,4 0 0,2 0 0,-5 0 0,-1 0 0,3 0 0,1 0 0,2 0 0,1 0 0,-1-6 0,0-2 0,0-1 0,0 5 0,1-4 0</inkml:trace>
  <inkml:trace contextRef="#ctx0" brushRef="#br0" timeOffset="5">26519 2957 8912,'0'-9'0,"0"-7"0,0 14 0,0-5 0,1 1 0,5 0 0,4 1 0,7 7 0,0 3 0,6-1 0,0 8 0,-2 1 0,-2 2 0,-2 2 0,1 1 0,-1 5 0,0-1 0,-5 7 0,-3-6 0,-1 0 0,-4 0 0,-3 0 0,-1 0 0,0-6 0,0-9 0,0-8 0,0-16 0,0-7 0,0-11 0,0 3 0,0-11 0,0 0 0,8 0 0,6-5 0,5 3 0,4 2 0,7 0 0,-1 1 0,3-2 0,3-9 0</inkml:trace>
  <inkml:trace contextRef="#ctx0" brushRef="#br0" timeOffset="6">27809 4659 8912,'-19'-24'0,"-2"-1"0,0 2 0,4 6 0,3 1 0,11 11 0,-3 6 0,4 15 0,2 10 0,0 17 0,0 8 0,0 16 0,0 15 0,-2 10 0,0-41 0,-2 1 0,-1 4 0,-1 1 0,-2 3 0,-1 2 0,-2 4 0,-1 0 0,-4-1 0,-1 2 0,-3 5 0,0 1-299,1 0 0,0-1 1,-2-6-1,0-2 299,0 0 0,2-2 0,1-9 0,1-3 0,-10 32 0,3-11 0,2-21 0,11-5 0,-4-14 0,13-6 0,-4-16 0,12-5 0,5-8 0,5-5 0,3-24 0,4-7 0,5-8 0,-3-3 0,8 7 0,-7 2 0</inkml:trace>
  <inkml:trace contextRef="#ctx0" brushRef="#br0" timeOffset="7">28067 5536 8912,'18'-7'0,"-9"5"0,-1-6 0,-8 8 0,0-2 0,0-4 0,0 3 0,0-9 0,0 6 0,0-5 0,0-1 0,0-5 0,0 0 0,5 0 0,1 0 0,0-1 0,-6 1 0,0 0 0,0 0 0,0 5 0,0 1 0,0 15 0,-6 0 0,0 19 0,3 5 0,-7 12 0,8-2 0,-4 8 0,5 2 0,1 2 0,0-4 0,0-2 0,0-2 0,5-4 0,3-8 0,2-5 0,3-6 0,10 2 0,-4-19 0,6 2 0,0-8 0,-4-7 0,7-12 0,-7-4 0,2-7 0,4-8 0,-13 5 0,1-3 0,-6 4 0,-5 2 0,0-1 0,0 3 0,2 3 0,-1 4 0,-5 8 0,-7 7 0,5 3 0,-6 11 0,8 5 0,0 8 0,2 6 0,2-2 0,2 2 0,5 0 0,-3-6 0,1 1 0,5-1 0,1 0 0,2-2 0,0-3 0,1-3 0,-1-3 0,6-4 0,0 4 0,-2-4 0,5-10 0,-6 4 0,3-7 0,-4-3 0,-2-9 0,0-3 0</inkml:trace>
  <inkml:trace contextRef="#ctx0" brushRef="#br0" timeOffset="8">28721 5433 8912,'-17'8'0,"6"-6"0,-1 3 0,8-1 0,-1 2 0,-3 3 0,2 9 0,0 5 0,6-1 0,-5 1 0,-1-5 0,0-1 0,6 0 0,0 0 0,0 0 0,0 1 0,0-1 0,2-8 0,4-3 0,-4-4 0,13-4 0,-3-4 0,3-11 0,-4-4 0,-1-6 0,-2 3 0,5-7 0,-9 10 0,5-6 0,1 2 0,-1 4 0,1 2 0,3 2 0,-1 0 0,-8 7 0,11-3 0,-4 7 0,-3 8 0,5 13 0,-7 10 0,-2 2 0,0 2 0,2 5 0,-3 0 0,7-1 0,-2-4 0,-1 1 0,-1-7 0,-2 0 0,7-6 0,-7-7 0,11 5 0,-5-5 0</inkml:trace>
  <inkml:trace contextRef="#ctx0" brushRef="#br0" timeOffset="9">29151 5192 8912,'0'-9'0,"0"1"0,0 0 0,0 14 0,0 0 0,6 17 0,0 9 0,-2 7 0,0 8 0,-1-1 0,3 4 0,6-4 0,-7 0 0,9-1 0,-5-1 0,9-4 0,-9-3 0,14-3 0,-4 1 0</inkml:trace>
  <inkml:trace contextRef="#ctx0" brushRef="#br0" timeOffset="10">29461 5278 8912,'-17'17'0,"-6"1"0,0-1 0,-2 2 0,2 2 0,-5 2 0,-3 7 0,0-1 0,3 4 0,7 1 0,-4-5 0,8-1 0,7-7 0,4 2 0,4-4 0,2 6 0,14-13 0,5-1 0,6-7 0,5-4 0,3 0 0,1 0 0,-5-6 0,0 0 0,-1-7 0,7 4 0,-3-7 0,-3 3 0,-6 1 0,-4 1 0,6-6 0,2 0 0</inkml:trace>
  <inkml:trace contextRef="#ctx0" brushRef="#br0" timeOffset="11">29582 5485 8912,'-10'0'0,"3"0"0,7 0 0,0 0 0,0 7 0,0 5 0,0 3 0,0 2 0,0 0 0,0 1 0,7-1 0,-5 0 0,4 0 0,-4 0 0,5 1 0,-5-1 0,4 0 0,4-8 0,-7-1 0,9-8 0,-8-2 0,1-4 0,3-9 0,-2-8 0,5-2 0,-3 4 0,1-3 0,5-3 0,-5 6 0,3-2 0,-6 4 0,5 2 0,-5 1 0,5 5 0,1 3 0,5 8 0,-6 8 0,1 3 0,-6 7 0,5 4 0,-7-2 0,2 2 0,1-2 0,-1-3 0,2 0 0,-3 0 0,7 0 0,3-7 0,-3-2 0,-1-8 0,1-2 0,5-4 0,-8-4 0,1-7 0,-6 0 0,3 0 0,1 0 0,0-1 0,-2 1 0,-6 6 0,0-1 0,5 7 0,1-7 0,0 8 0,-6-1 0,0 10 0,0 7 0,0 3 0,0 2 0,0 0 0,0 1 0,0-1 0,2 0 0,3 0 0,-3-7 0,14 3 0,-5-5 0,4-1 0,3 1 0,-1-4 0,0-4 0,0-6 0,-7 4 0,3-13 0,-5 5 0,1 1 0,-5-6 0,4 5 0,-8-7 0,-2 1 0,-4 3 0,-5 2 0,-5 7 0,-1-10 0,0 9 0,0-1 0,0 6 0,-1 0 0,1 0 0,0 0 0,0 8 0,0 1 0</inkml:trace>
  <inkml:trace contextRef="#ctx0" brushRef="#br0" timeOffset="12">30391 5416 8912,'9'-17'0,"-3"-1"0,-4 1 0,-2 0 0,0 0 0,0 7 0,-8 3 0,6 9 0,-4 3 0,5 7 0,1 3 0,0 2 0,0 0 0,0 1 0,0-1 0,0 0 0,0 0 0,7 0 0,5 1 0,3-3 0,2-2 0,0-1 0,1-8 0,-1 3 0,0-7 0,2 0 0,2 0 0,2 0 0,2-7 0,-2-5 0,-6-3 0,2-2 0,-5-1 0,-1 1 0,-5 0 0,-1 0 0,-5 2 0,4 3 0,-4 4 0,5 8 0,-7 2 0,0 4 0,0 6 0,0-5 0,0 8 0,0-3 0,0-3 0,2 1 0,4-2 0,4-3 0,7-5 0,0 0 0,0 0 0,1 0 0,6-7 0,-4-3 0,2-9 0,-2-4 0,4 4 0,-4-13 0,2 3 0,-2-4 0,-3 1 0,-2 1 0,-3 5 0,-7 1 0,3 2 0,-2 6 0,-1 5 0,-5 1 0,-7 7 0,-3-2 0,-7 12 0,6 4 0,1 9 0,2 2 0,5 2 0,1 0 0,2-6 0,0 0 0,0 0 0,0 0 0,0 0 0,7-7 0,-3 3 0,8-7 0,1 0 0,2 0 0,2-1 0,8 1 0,-6-8 0,6-4 0,0-5 0,-6-4 0,14-3 0,-6 1 0,-1 0 0,5-2 0,-6-2 0,2-2 0,-12 2 0,2 10 0,-11-5 0,-1 5 0,-3 3 0,-9 1 0,-3 7 0,-7 0 0,0 0 0,7 1 0,4 5 0,5 4 0,1 7 0,0-6 0,0 1 0,0-1 0,0 7 0,0-1 0,0 0 0,0 0 0,0 0 0,0 0 0,0 1 0,0-1 0,0 0 0,0 0 0,0 0 0,0 1 0,0-9 0,7-9 0,-5-11 0,4-12 0,3 2 0,1-8 0,0-1 0,5 3 0,-4-2 0,3 6 0,-1-3 0,-1 1 0,1 4 0,2 2 0,-3 7 0,-1 3 0,3 1 0,-7 2 0,9 8 0,-7 4 0,1 5 0,5 5 0,-6 3 0,3 2 0,-1 2 0,1 7 0,-1-11 0,-1 4 0,-2-4 0,-3-2 0,3-1 0,3-5 0,5-3 0,1-16 0,0-1 0</inkml:trace>
  <inkml:trace contextRef="#ctx0" brushRef="#br0" timeOffset="13">28515 7788 8912,'-8'-17'0,"-1"0"0,-3 0 0,3 0 0,1 0 0,-6 7 0,13 2 0,-7 8 0,8 8 0,0 3 0,0 5 0,0 1 0,0 0 0,6 8 0,-1 4 0,3 3 0,-4 2 0,2 3 0,-3 3 0,-1-2 0,-2 8 0,2-8 0,4 2 0,-4-2 0,4 3 0,-4-5 0,-2 6 0,0-10 0,0-3 0,0-2 0,0-4 0,0-10 0,0 4 0,0-9 0,-2 1 0,-4-1 0,-4-2 0,-7-6 0,-8-8 0,-1-1 0</inkml:trace>
  <inkml:trace contextRef="#ctx0" brushRef="#br0" timeOffset="14">28205 8270 8912,'-17'-15'0,"2"1"0,3 3 0,-3 7 0,13-4 0,-6 16 0,10 3 0,4 12 0,5 6 0,5-2 0,1 1 0,0 1 0,0 5 0,2-1 0,4-4 0,-4 3 0,12-13 0,-6 4 0,2-4 0,-4-2 0,5 1 0,-7-9 0,6 1 0,-6-7 0,2 3 0,0-2 0,-6-10 0,0-3 0,1-8 0</inkml:trace>
  <inkml:trace contextRef="#ctx0" brushRef="#br0" timeOffset="15">28825 8287 8912,'-18'0'0,"1"0"0,8 0 0,-7 2 0,3 4 0,-6 5 0,-4 6 0,2 6 0,2-4 0,1 12 0,1-6 0,0 2 0,6-5 0,-1 7 0,8-8 0,-9 6 0,7-4 0,0-4 0,6 4 0,0-4 0,8-9 0,2-3 0</inkml:trace>
  <inkml:trace contextRef="#ctx0" brushRef="#br0" timeOffset="16">27413 8854 8912,'-11'-11'0,"-1"0"0,1-3 0,0-1 0,1-2 0,2 0 0,4-1 0,4 7 0,6 1 0,6 3 0,5 1 0,6 6 0,6 0 0,3 0 0,2 8 0,1 3 0,-3 4 0,-1 4 0,-4 2 0,0 4 0,-1 2 0,-5 4 0,2 9 0,-6-4 0,-5 4 0,-4-9 0,-8-3 0,0-1 0,0 2 0,-2-4 0,-4-8 0,-2-6 0,-3 1 0,-4-9 0,5-1 0,-2-9 0,1-10 0,7-18 0,-2 1 0,5-18 0,1 1 0,7-5 0,5 5 0,3-1 0,2 1 0,2 3 0,4 8 0,4 0 0,2 22 0,-3 1 0,-1 9 0,4 1 0,-6 1 0,8 8 0,-5 8 0</inkml:trace>
  <inkml:trace contextRef="#ctx0" brushRef="#br0" timeOffset="17">28016 8906 8912,'-8'10'0,"6"5"0,-11-11 0,7 7 0,0-7 0,6 4 0,0-8 0,2-2 0,4-4 0,4-5 0,7-12 0,0 3 0,0-6 0,0 5 0,1-2 0,6-8 0,-10 12 0,1-4 0,-3 4 0,-3 2 0,-5 0 0,2 0 0,-4 7 0,-2 2 0,-8 10 0,-4 4 0,-3 5 0,-2 12 0,0 4 0,0 8 0,1 1 0,3 2 0,1 2 0,9 0 0,-3-5 0,4-1 0,2 0 0,0-1 0,0-4 0,8-12 0,3-12 0,10-3 0,2-2 0,8-7 0,-3-5 0,5-13 0,1-9 0,3-8 0,1-10 0,2 3 0,-2 3 0,-7-4 0,-3 4 0,-7 4 0,-1 0 0,-9 8 0,-7 1 0,2 5 0,-4 11 0,-2 9 0,0 10 0,-2 4 0,-2 7 0,-2 8 0,2 8 0,2 9 0,2 2 0,0 0 0,0 0 0,0 0 0,0-1 0,8-3 0,2-4 0,7-3 0,2 2 0,4-9 0,-4-1 0,6-9 0,0-6 0,-6-4 0,4-2 0,-2-2 0,2-4 0,-4-4 0,0-9 0,-8-2 0,3-2 0,-7-7 0,3 9 0,-6-6 0,2 2 0,-1 2 0,-5 6 0,-2 0 0,-3 0 0,3 7 0,-14-5 0,7 13 0,-3 2 0,3 11 0,1 5 0,1 1 0,3 0 0,-2 2 0,2 4 0,-3-10 0,1 5 0,0-5 0,6 4 0,0-5 0,0-1 0,0-7 0,8 4 0,3-8 0,4 0 0,3 0 0,-3-2 0,-4-4 0,10 4 0,-3-4 0,3 3 0,-4-3 0,0 4 0,0-4 0,4 6 0,-3 6 0,3-2 0,-10 5 0,4 1 0,3-1 0,-1-5 0,0 4 0</inkml:trace>
  <inkml:trace contextRef="#ctx0" brushRef="#br0" timeOffset="18">29151 8528 8912,'-5'-17'0,"-1"-1"0,-7 9 0,11 3 0,-4 12 0,4 3 0,4 9 0,4-1 0,-4 2 0,3 4 0,3-2 0,0 6 0,1-3 0,-5-1 0,11-4 0,-5 2 0,-1 2 0,-1 0 0,-6-4 0,2 2 0,2 2 0,-1 0 0,-7-7 0,-3-5 0,-5 4 0,-7-5 0</inkml:trace>
  <inkml:trace contextRef="#ctx0" brushRef="#br0" timeOffset="19">29134 8734 8912,'10'-15'0,"-1"3"0,-5-11 0,4 6 0,1 6 0,-3-3 0,6 9 0,-7-3 0,7 2 0,-1 4 0,7-5 0,-1 7 0,0 0 0,-7 0 0,5 0 0,-4 0 0,5 0 0,-1 2 0,-2 1 0,-1 3 0,-8 8 0,9-11 0,-7 9 0,-1-1 0,-5 7 0,0-1 0,0 0 0,0-6 0,0 1 0,0-1 0,0-1 0,0-2 0,0-8 0,0 0 0</inkml:trace>
  <inkml:trace contextRef="#ctx0" brushRef="#br0" timeOffset="20">29375 8665 8912,'-11'12'0,"-1"-3"0,-1-1 0,-2-4 0,5 5 0,4-7 0,12 4 0,5-4 0,5-2 0,3 0 0,2-2 0,2-4 0,-2-5 0,4-4 0,-2-3 0,0 1 0,0-2 0,0-2 0,-4-2 0,-4 2 0,-4 2 0,1-6 0,-3 6 0,-3-4 0,-4 4 0,-2 2 0,0 0 0,-2-1 0,-4 1 0,-3 8 0,-8 3 0,0 6 0,-1 6 0,-1 3 0,-2 10 0,0 4 0,6 6 0,-2 3 0,9 3 0,-4-1 0,7 1 0,3-1 0,2-5 0,0-3 0,0-1 0,7-2 0,9-8 0,9-3 0,1-6 0,3-4 0,6-4 0,1-6 0,4-9 0,4-8 0,8-9 0,-1-3 0,1-3 0,-1 4 0,-1-12 0,-4 8 0,-12-6 0,-11 4 0,-3 0 0,-5 0 0,-4 4 0,-3 9 0,-8 4 0,0 8 0,-8 8 0,4 1 0,-7 8 0,7 8 0,-3 7 0,7 8 0,0-2 0,0 0 0,1 0 0,5 4 0,6 1 0,3-5 0,2 2 0,8 4 0,-12-6 0,5 8 0,-5-6 0,4 5 0,-7-7 0,-4 4 0,-5-2 0,-2 2 0,-5 2 0,-4 1 0,-15-1 0,-1-4 0,-1-4 0,-6-2 0,5-7 0,-13-4 0,-2-4 0,-9-2 0</inkml:trace>
  <inkml:trace contextRef="#ctx0" brushRef="#br0" timeOffset="21">28859 9697 8912,'0'-17'0,"0"5"0,0 1 0,0-3 0,0-1 0,0-2 0,0 7 0,0 12 0,2 16 0,4 10 0,5 10 0,-1 1 0,1 6 0,2 3 0,3 2 0,1 1 0,-6 1 0,-1-2 0,0-3 0,-3-3 0,1-2 0,-2 4 0,-6-6 0,0 0 0,0-7 0,0-4 0,0-6 0,-8-12 0,-2-11 0,-7-17 0,0-10 0</inkml:trace>
  <inkml:trace contextRef="#ctx0" brushRef="#br0" timeOffset="22">28825 9697 8912,'0'-17'0,"0"0"0,0-1 0,7 1 0,5 2 0,3 3 0,10-3 0,2 11 0,9-5 0,4 1 0,4 2 0,6 1 0,-2-1 0,-3 2 0,-6 4 0,-1 6 0,-7 7 0,-9 8 0,-2 6 0,-11 7 0,-5 1 0,-8-1 0,-5 1 0,-14 5 0,-2 0 0,-2-2 0,4-4 0,-4-3 0,2-4 0,4-3 0,-5-1 0,7-5 0,-14-9 0,6-1 0</inkml:trace>
  <inkml:trace contextRef="#ctx0" brushRef="#br0" timeOffset="23">29496 9731 8912,'9'-11'0,"-1"-1"0,0-1 0,-5 5 0,9 3 0,-8 5 0,1 5 0,-1 5 0,0 9 0,2 4 0,-2 6 0,5 3 0,-7 2 0,6 1 0,-1-1 0,-5-7 0,6 5 0,-8-3 0,2-2 0,2 0 0,1-3 0,-1-3 0,-2-9 0,-2-4 0,0-10 0,0-4 0,0-11 0,0-10 0,0-9 0,0-4 0,0-6 0,0-4 0,0-9 0,2 3 0,2-5 0,2 2 0,-1-6 0,3 12 0,2-3 0,-1 8 0,4 8 0,-7 12 0,8 9 0,-3 7 0,-1 8 0,1 2 0,3 10 0,1 9 0,2 20 0,0-9 0,-1 14 0,-5 0 0,4 2 0,-5 0 0,7-2 0,0 0 0,-1-6 0,-5 5 0,4-5 0,-3-2 0,-3-1 0,1-3 0,-2-1 0,-3 0 0,-5 5 0</inkml:trace>
  <inkml:trace contextRef="#ctx0" brushRef="#br0" timeOffset="24">29565 9938 8912,'-16'-2'0,"5"-4"0,3 4 0,10-13 0,6 3 0,11-3 0,13-2 0,10-6 0,10 0 0,7-6 0,4 6 0,-3 1 0,-3 4-301,4-7 1,-7 6 0,5-5-1</inkml:trace>
  <inkml:trace contextRef="#ctx0" brushRef="#br0" timeOffset="25">30459 9628 8912,'10'2'0,"-4"4"0,-4-2 0,-2 7 0,5 1 0,1 5 0,2 8 0,-4 1 0,3 5 0,3 3 0,1-3 0,1 11 0,-1-8 0,-7 4 0,4-1 0,-1-5 0,-5-1 0,6 3 0</inkml:trace>
  <inkml:trace contextRef="#ctx0" brushRef="#br0" timeOffset="26">30907 9405 8912,'-2'-12'0,"-2"1"0,-2-3 0,-1 5 0,1-3 0,4 9 0,-6-3 0,8 12 0,8 3 0,-4 8 0,7 0 0,3 1 0,-7-1 0,7 0 0,-9 0 0,3-5 0,-4-1 0,2 3 0,1-5 0,-1 3 0,-4-1 0,6-1 0,-8-5 0,0-10 0,0-7 0,0-11 0,0-4 0,-2-15 0,-2-5 0,-2-11 0,2-9 0,2-5 0,2-8 0,0 5 0,2 3 0,4 8 0,-2 13 0,7 11 0,1 7 0,5 10 0,0 8 0,0 15 0,1 15 0,-1 10 0,0 12 0,0 8 0,8 5 0,-11 7 0,3 1 0,-4 1 0,2-4 0,-3 3 0,3-7 0,-3-5 0,-5-8 0,7 4 0,-9-7 0,-1-3 0,-2-3 0,-2-6 0,0 3 0,0-6 0,-15-3 0,-4-10 0</inkml:trace>
  <inkml:trace contextRef="#ctx0" brushRef="#br0" timeOffset="27">30976 9181 8912,'-10'-17'0,"-3"0"0,7 0 0,0-1 0,6 1 0,14 2 0,3 3 0,13-1 0,5 7 0,7-7 0,9 1 0,3 3 0,3-3 0,5 7 0,6-7 0,1-7 0,0-8 0</inkml:trace>
  <inkml:trace contextRef="#ctx0" brushRef="#br0" timeOffset="28">31698 8665 8912,'-17'-7'0,"0"3"0,0-6 0,0 3 0,-1 1 0,1 6 0,0 8 0,0 3 0,-1 4 0,1 10 0,0 4 0,0 11 0,7-2 0,5 6 0,3-2 0,2 6 0,0-4 0,2-2 0,3-8 0,7-3 0,11-14 0,-4 4 0,6-19 0,-8 4 0,0-4 0,0-10 0,1-4 0,-1-10 0,0 1 0,-2-10 0,-3-5 0,1 1 0,-5-5 0,-1 4 0,1 1 0,-2 1 0,-6 0 0,0 1 0,0 5 0,-6-3 0,0 8 0,-7 8 0,3 7 0,-7 8 0,0 8 0,0 1 0</inkml:trace>
  <inkml:trace contextRef="#ctx0" brushRef="#br0" timeOffset="29">31681 8872 8912,'-9'0'0,"1"0"0,8 2 0,0 3 0,8 1 0,3 11 0,6-3 0,6 9 0,4 3 0,4-5 0,1 6 0,4 0 0,3 0 0,3 3 0,-6 3 0,4 1 0,-3 8 0,-3 2 0</inkml:trace>
  <inkml:trace contextRef="#ctx0" brushRef="#br0" timeOffset="30">29840 10952 8912,'-15'-17'0,"3"0"0,6 1 0,12 5 0,6 5 0,3 4 0,8 12 0,2 5 0,1 6 0,3 4 0,4-2 0,-5 6 0,-1-3 0,-6 1 0,0 0 0,-4-2 0,-3-1 0,-5-1 0,3-5 0,-7-1 0,-3-8 0,-2-3 0,-2-14 0,-3-9 0,3-8 0,-4-9 0,4 0 0,2-7 0,0 1 0,0 6 0,0 5 0,8 1 0,-6 1 0,21-6 0,-4 7 0</inkml:trace>
  <inkml:trace contextRef="#ctx0" brushRef="#br0" timeOffset="31">30356 10969 8912,'-11'0'0,"-1"0"0,8-7 0,-3 5 0,9-8 0,3 4 0,5-1 0,7-5 0,0-3 0,1 4 0,4-5 0,1-1 0,-2 0 0,-1 0 0,-3-2 0,0-4 0,-7 11 0,-3-11 0,-7 12 0,-2-3 0,-3 3 0,-5 3 0,-7 10 0,-2 4 0,-4 5 0,2 7 0,-6 5 0,2 5 0,2 5 0,6 1 0,0 0 0,1 7 0,5-1 0,3-2 0,8-9 0,0-3 0,0-3 0,10-9 0,7 3 0,2-11 0,12-1 0,3-5 0,4-5 0,8-11 0,-6-7 0,8 0 0,-6 0 0,4-1 0,-6-3 0,-1 4 0,1-6 0,-4 1 0,6-7 0</inkml:trace>
  <inkml:trace contextRef="#ctx0" brushRef="#br0" timeOffset="32">30804 10797 8912,'-18'0'0,"1"0"0,0 0 0,5 0 0,1 0 0,-2 0 0,3 2 0,-1 4 0,7 3 0,-10 11 0,9 1 0,1 2 0,2-1 0,2 3 0,0-6 0,0 4 0,0-4 0,0-1 0,0-1 0,8-8 0,1-1 0,8-8 0,0-2 0,1-4 0,-1-3 0,0-8 0,-5-6 0,-1 0 0,1 2 0,-3 2 0,6-6 0,-13 6 0,6-2 0,0 7 0,-6-1 0,5 11 0,-7-7 0,8 7 0,-4-4 0,7 8 0,-7 2 0,4 2 0,-1 2 0,-5 7 0,13-3 0,-3 7 0,3 0 0,2-7 0,1-5 0,-1-3 0,0-2 0,0 0 0,0 0 0,1 0 0,-1 0 0,8-15 0,1-4 0</inkml:trace>
  <inkml:trace contextRef="#ctx0" brushRef="#br0" timeOffset="33">31251 10694 8912,'-17'-2'0,"0"-2"0,-1-1 0,1-7 0,0 6 0,0 1 0,-6 5 0,0 0 0,0 0 0,6 2 0,-1 3 0,3 5 0,2 7 0,3 0 0,3 1 0,1-1 0,6 0 0,0 6 0,0 0 0,0 0 0,6-6 0,-1 0 0,9-7 0,-5-3 0,8-7 0,-3 0 0,-1-2 0,4-3 0,-1-7 0,-1-3 0,4-8 0,-7 0 0,3-8 0,2 3 0,-5-10 0,-1-3 0,-7-4 0,2 5 0,-4-16 0,-2 16 0,0-10 0,0 6 0,0 6 0,0 2 0,-8 1 0,6 9 0,-13 9 0,13 18 0,-4 17 0,4 6 0,2 11 0,2 1 0,4 4 0,-4-3 0,3 3 0,5-4 0,1-2 0,-1 1 0,1-1 0,1-7 0,5-4 0,0-4 0,1-2 0,-5-5 0,4-1 0,-9-7 0,9 2 0,-4-12 0,5-6 0,-1-3 0,0-2 0,0-2 0,0-4 0,-5 4 0,-1-4 0,-7-2 0,2 2 0,4 0 0,-9 6 0,5 0 0,-4 7 0,-2 3 0,6 9 0,0 3 0,1 5 0,-1 7 0,-4 0 0,11 0 0,-5 1 0,1-1 0,3 0 0,5-2 0,0-3 0,-5-5 0,-1-7 0,1 0 0,5 0 0,2-2 0,4-3 0,-4-5 0,6-13 0,-8 0 0,0 0 0,1 6 0,-1 0 0,-2 0 0,-3 0 0,3-1 0,-13 1 0,5 8 0,-7 1 0,0 8 0,8 0 0,-6 0 0,13 8 0,-5-6 0,-1 5 0,7-7 0,-14 0 0,5 0 0,-7 0 0,0 0 0,2 8 0,4 3 0,-4 5 0,4 1 0,-3 2 0,1 4 0,4 5 0,1 5 0,3 3 0,5 4 0,0-1 0,1 6 0,-1-4 0,0 4 0,0-6 0,-5-3 0,-3-9 0,-1-1 0,-4-1 0,-2 0 0,-2-8 0,0-5 0,-8-8 0,-2 3 0,-9-7 0,-4 0 0,4 0 0,-11-6 0,7 1 0,-6-9 0,6 3 0,2-4 0,2-8 0,4 0 0,3 0 0,6-2 0,4 4 0,2-8 0,0 8 0,2-11 0,4 3 0,6-3 0,9-3 0,2 1 0,7-8 0,-3 4 0,7-8 0,1-2 0,-1-2 0,1-3 0,-1-2 0,0-3 0,-7 3 0,-4 9 0,-4-2 0,-2 8 0,-7 8 0,-2 7 0,-16 15 0,-3 5 0,-5 8 0,-1 3 0,0 13 0,0-2 0,-1 2 0,1 1 0,8-3 0,3 0 0,4 6 0,2 0 0,0 5 0,0-5 0,0 8 0,6-10 0,1 8 0,3 1 0,3 1 0,3-3 0,-5 3 0,1-8 0,-3 2 0,3-2 0,1-4 0,-7 4 0,5-4 0,-5-2 0,0-6 0,-6 1 0,-8-6 0,-3 5 0,-12-7 0,-4-4 0,-8-10 0</inkml:trace>
  <inkml:trace contextRef="#ctx0" brushRef="#br0" timeOffset="34">31440 9903 8912,'-44'-17'0,"6"0"0,9 0 0,12-1 0,11 7 0,18 0 0,15-1 0,19-5 0,11-16 0,4-3 0</inkml:trace>
  <inkml:trace contextRef="#ctx0" brushRef="#br0" timeOffset="35">1497 5106 8912,'-2'-19'0,"-3"-4"0,-3 4 0,-4-4 0,-1 4 0,7 2 0,1 9 0,5 8 0,1 12 0,5 9 0,-2 6 0,6 9 0,-1 4 0,1 4 0,3 0 0,0 4 0,1-6 0,-5 0 0,-1 0 0,0 4 0,-3-6 0,-3-2 0,4-8 0,-4-3 0,-2-2 0,0-2 0,0-6 0,-6-17 0,1-9 0,1-10 0,2-20 0,2 3 0,0-16 0,0 1 0,0-1 0,0 1 0,0 1 0,0 4 0,0 4 0,0 8 0,0 1 0,0 5 0,0 5 0,0 11 0,6 7 0,1 10 0,3 7 0,-5 5 0,7 6 0,-1-2 0,7 7 0,6-7 0,-4 10 0,3-8 0,-2-2 0,0-8 0,2-1 0,-1-8 0,-4 1 0,-1-3 0,0-2 0,0 0 0,1-7 0,-1-5 0,0-3 0,-6-10 0,1-4 0,-6-3 0,3-4 0,1-3 0,-1-1 0,-5-7 0,4 10 0,-8-3 0,0 4 0,7 1 0,-5 9 0,6 9 0,-8 24 0,0 12 0,0 18 0,0 3 0,0 6 0,0 7 0,0 1 0,0-5 0,0-1 0,8 4 0,1-3 0,1-3 0,5 0 0,-3-12 0,3 3 0,2-15 0,-5 0 0,-1-11 0,2-5 0,3-4 0,-5-10 0,1-3 0,-3-11 0,5-2 0,-3-3 0,-7 4 0,2-6 0,1 8 0,-1-2 0,-2 4 0,-2 2 0,0 0 0,3 0 0,-3 0 0,6-1 0</inkml:trace>
  <inkml:trace contextRef="#ctx0" brushRef="#br0" timeOffset="36">2375 5192 8912,'-10'0'0,"-5"0"0,13 8 0,-4 3 0,4 5 0,2 1 0,0 2 0,0 2 0,0 4 0,0 2 0,8-6 0,4 2 0,3-4 0,2-2 0,0-6 0,0 1 0,1-8 0,-1 3 0,0-9 0,0-3 0,-1-7 0,-3-9 0,-4-4 0,-1-1 0,-2 5 0,-8-10 0,-2 6 0,-2-2 0,-7 6 0,3-2 0,-7 10 0,0 2 0,0 7 0,0-4 0,-1 8 0,3 2 0,4 4 0,3 3 0,8 9 0,0-1 0,0-8 0,15 7 0,4-7 0</inkml:trace>
  <inkml:trace contextRef="#ctx0" brushRef="#br0" timeOffset="37">2960 5106 8912,'-25'16'0,"-4"-5"0,3 2 0,-3-7 0,0 8 0,-3-5 0,3 8 0,0 2 0,12 4 0,-2-2 0,13 8 0,2 2 0,3-5 0,1 1 0,1-2 0,5-4 0,4-2 0,7-4 0,0-3 0,0-5 0,1-7 0,-1 0 0,0 0 0,2-9 0,2-8 0,2-10 0,0-6 0,-6-1 0,0-2 0,1-2 0,-1-4 0,0-2 0,-7 5 0,5-5 0,-4 4 0,-1-2 0,1-4 0,-7 4 0,2 8 0,-4 0 0,-2 1 0,0 5 0,0 5 0,-8 11 0,4 6 0,-7 12 0,1 8 0,-1 14 0,-4 3 0,5 15 0,1 1 0,-7 3 0,14 2 0,-3-1 0,3 1 0,2-3 0,0-3 0,0 4 0,2-8 0,3 4 0,5-12 0,7-11 0,6-6 0,0-5 0,2-5 0,-2-8 0,5-5 0,5-11 0,1-12 0,-1-4 0,-4-1 0,-5 0 0,-1-1 0,0 1 0,-2-4 0,-9 3 0,-3-1 0,-5 13 0,2 2 0,-8 2 0,-9 4 0,-5 3 0,-1 7 0,0 3 0,0 4 0,-1 3 0,1 7 0,0 11 0,2 3 0,3 9 0,7-1 0,3 1 0,2 5 0,0 0 0,2 0 0,3-6 0,12 1 0,12-1 0,4-7 0,1-4 0,6-12 0,0-5 0,-1-4 0,3-4 0,-2-4 0,-4-7 0,-5-8 0,1-6 0,-13-9 0,4-2 0,-4-3 0,-1-6 0,-3 8 0,-2-4 0,-3-1 0,-2 0 0,-5-4 0,-1 6 0,-2-6 0,0 8 0,0-6 0,0 6 0,-5 2 0,-1 9 0,-8 4 0,13 31 0,-7 6 0,8 22 0,0 8 0,0 6 0,0 7 0,0 4 0,0 4 0,0 4 0,0-6 0,0 2 0,0 0 0,0-7 0,6 3 0,-1-7 0,7-8 0,-6-4 0,1-6 0,-1-5 0,-2-6 0,7-12 0,-5-3 0,4-10 0,-3-4 0,7-11 0,-5-10 0</inkml:trace>
  <inkml:trace contextRef="#ctx0" brushRef="#br0" timeOffset="38">4423 5020 8912,'0'-11'0,"0"-1"0,0-1 0,0 5 0,0 1 0,0 7 0,0 2 0,0 3 0,0 7 0,0 3 0,-8 2 0,-2 1 0</inkml:trace>
  <inkml:trace contextRef="#ctx0" brushRef="#br0" timeOffset="39">4423 5588 8912,'0'9'0,"0"-1"0,0-8 0,0 0 0,0-8 0,0-1 0</inkml:trace>
  <inkml:trace contextRef="#ctx0" brushRef="#br0" timeOffset="40">1446 6241 8912,'-37'0'0,"-1"0"0,0 0 0,5 2 0,8 2 0,6 2 0,8 7 0,3-2 0,6 5 0,8 1 0,19 0 0,9 0 0,10 0 0,21-1 0,12-5 0,13-5 0,-40-5 0,3 0 0,9-1 0,2 0 0,8-1 0,3-2 0,5-2 0,3-1-138,10 1 0,3-2 0,-27-4 1,1-4-1,1 1 0,6 1 0,0 0 1,1-1-1,2-1 0,0-2 0,1 1 138,2-1 0,1 0 0,-1 0 0,0-2 0,0 1 0,0-1 0,-4 2 0,-1-1 0,-2 2-607,-6 0 1,-1 2-1,-2 0 607,29-6 0,-4 1 0,-14 5 0,-3 2 0,-4 0 0,-3 1 0,-4 1 0,-3 1 0,-10 1 0,-1 0 0,46-5 0,-16 3-118,-17 3 118,-11 1 0,-26 6 0,-16 0 0,-16 0 0,-17 2 0,-11 4 0,-8-4 0,-10 13 0,1-6 0</inkml:trace>
  <inkml:trace contextRef="#ctx0" brushRef="#br0" timeOffset="41">5989 4040 8912,'0'-17'0,"-2"2"0,-2 2 0,-2 1 0,-5 10 0,5 4 0,2 11 0,2 8 0,2 12 0,0-1 0,0 9 0,0 2 0,8 1 0,3 4 0,5-2 0,1 2 0,0-4 0,-2 2 0,-3 1 0,1-5 0,-7-2 0,0-3 0,1-3 0,-5-1 0,4-5 0,-4-3 0,-2-8 0,-8-7 0,-1-2 0,-9-8 0,1-16 0,0-3 0</inkml:trace>
  <inkml:trace contextRef="#ctx0" brushRef="#br0" timeOffset="42">5868 4264 8912,'-15'-29'0,"3"1"0,-1 7 0,7-2 0,1 4 0,5 1 0,0 1 0,1 0 0,5 2 0,6 1 0,3 3 0,8 1 0,0-1 0,7-4 0,-5 13 0,6-4 0,-2 4 0,-8 2 0,3 0 0,-1 2 0,0 4 0,-7 3 0,-3 14 0,-7 2 0,-2 2 0,-3 1 0,-8 7 0,-5-1 0,-3 1 0,-2-1 0,0-2 0,-1-1 0,1-2 0,2-8 0,2 2 0,3-4 0,2-2 0,-3-6 0,5 1 0,-7-8 0,3 3 0</inkml:trace>
  <inkml:trace contextRef="#ctx0" brushRef="#br0" timeOffset="43">6436 4298 8912,'-10'0'0,"3"0"0,9 8 0,2 3 0,1 5 0,7 7 0,-5 1 0,1 1 0,0 0 0,3 6 0,-5-3 0,2-1 0,-5 0 0,3 0 0,-2-1 0,-2-5 0,0 4 0,2-8 0,1 1 0,1-1 0,-6-10 0,0-7 0,0-9 0,0-14 0,0-6 0,0-9 0,0-4 0,0-4 0,0-7 0,0 1 0,0-9 0,0 6 0,0-3 0,0 5 0,0 5 0,0 0 0,0 8 0,6 2 0,0 9 0,7 12 0,-3 9 0,7 8 0,0 8 0,0 9 0,0 12 0,1 5 0,-1 6 0,0-1 0,-2 6 0,-1 1 0,-3-2 0,3-4 0,-5 2 0,3-1 0,-1-1 0,-1-8 0,-3-1 0,1-3 0,-6-7 0,4 2 0,-5-4 0,-1-9 0,0-2 0,0-8 0,0 0 0,-1-8 0,-5-4 0,-6-3 0,-3-10 0,-2-1 0</inkml:trace>
  <inkml:trace contextRef="#ctx0" brushRef="#br0" timeOffset="44">6591 4436 8912,'-12'9'0,"1"-3"0,-2-4 0,5-2 0,-7 0 0,15 0 0,0-2 0,9-4 0,8-5 0,6-4 0,-2-3 0,8 1 0,0 0 0,5 0 0,1 0 0,1 1 0,2 3 0,2 2 0,0 7 0,3-12 0,1 7 0</inkml:trace>
  <inkml:trace contextRef="#ctx0" brushRef="#br0" timeOffset="45">7383 4230 8912,'-10'-2'0,"2"-2"0,3-4 0,-1-1 0,-2 5 0,2-2 0,5 2 0,-5-2 0,4 6 0,2 0 0,2 10 0,4 5 0,-5 3 0,13 4 0,-8 1 0,5 8 0,-3-4 0,1-1 0,-5 7 0,2-4 0,1-3 0,-1 3 0,0-8 0,-6 2 0,0-4 0,0-2 0,0 0 0,0-7 0,0-2 0,0-8 0</inkml:trace>
  <inkml:trace contextRef="#ctx0" brushRef="#br0" timeOffset="46">7331 4092 8912,'-17'-10'0,"1"-5"0,5 4 0,-2 1 0,7-1 0,0 7 0,6-4 0,2 8 0,6 0 0,9 0 0,2-6 0,10 1 0,-3-1 0,3 6 0,4 8 0,-7 1 0</inkml:trace>
  <inkml:trace contextRef="#ctx0" brushRef="#br0" timeOffset="47">7916 4058 8912,'-11'-18'0,"1"1"0,2 0 0,-3 0 0,5 0 0,-7 7 0,1 4 0,-3 12 0,-2 6 0,0 3 0,-1 2 0,1 6 0,0 0 0,7 7 0,-3-9 0,7 8 0,0-8 0,6 2 0,0-4 0,2-2 0,4 1 0,6-1 0,3 0 0,2 0 0,0-7 0,1 5 0,-1-6 0,0 1 0,6 3 0,0-7 0,0 6 0,-6-5 0,0 1 0,0 0 0,1 5 0,-7-4 0,1 9 0,-9-7 0,3 1 0,-6-1 0,-6-1 0,4 5 0,-13-11 0,4 7 0,-10-7 0,-2 2 0,2-4 0,2-2 0,1 0 0,1 0 0,0 0 0</inkml:trace>
  <inkml:trace contextRef="#ctx0" brushRef="#br0" timeOffset="48">8570 4144 8912,'-2'-12'0,"-4"1"0,-1-1 0,-5-5 0,-1 6 0,7-1 0,-7 6 0,1-3 0,-3 1 0,-2-3 0,-1 5 0,1 2 0,0 2 0,0 4 0,0 4 0,-1 5 0,7 6 0,1 5 0,1 0 0,-1-1 0,6 4 0,-1-2 0,3 8 0,2-12 0,0 4 0,0-4 0,6-2 0,-1 0 0,9-7 0,-3-4 0,6-5 0,6-1 0,-4 0 0,8 0 0,-4 0 0,-4-7 0,4-5 0,2-3 0,-2-2 0,-2 0 0,-10-8 0,5 6 0,-7-4 0,3 4 0,-1 2 0,-7-1 0,4 7 0,-8-1 0,2 9 0,3-3 0,-3 4 0,8 2 0,-4 0 0,-4 0 0,13 6 0,-4-1 0,5-1 0,1-2 0,0-2 0,0 0 0,0 0 0,1-7 0,-1 3 0,0-8 0,0 1 0,-1-1 0,-5 1 0,4 7 0,-13-4 0,6 8 0,-8 8 0,-2 2 0,-4 7 0,4 0 0,-3 0 0,3 0 0,2 1 0,0-1 0,0-6 0,0 1 0,0-7 0,0 7 0,0-8 0,0 3 0,0-7 0,0-7 0,0-5 0,7-3 0,-3-2 0,6 0 0,-3-1 0,7 1 0,-5 6 0,9-1 0,-7 8 0,0-3 0,3-1 0,1 6 0,2-2 0,1 6 0,-1 4 0,0 15 0,0-13 0,0 13 0,1 0 0,-7 0 0,1-4 0,-1-8 0,-1 7 0,5-7 0,-6 9 0</inkml:trace>
  <inkml:trace contextRef="#ctx0" brushRef="#br0" timeOffset="49">9964 4161 8912,'15'-2'0,"-3"-4"0,-7-5 0,-3-5 0,-2-1 0,0 0 0,0 0 0,-2 0 0,-3-1 0,1 3 0,-8 4 0,1-3 0,-4 7 0,1-1 0,3 0 0,-3 5 0,-1 3 0,-2 5 0,5 7 0,3 9 0,1 2 0,-3 9 0,5 1 0,2 5 0,2 2 0,2-6 0,0 1 0,0-1 0,2-1 0,4-5 0,-2-3 0,7-8 0,-5-7 0,5-4 0,3-5 0,1-1 0,2-7 0,0-5 0,1-11 0,-1-3 0,0-9 0,-5 7 0,-3-1 0,-1-2 0,3 7 0,-5 1 0,-2 4 0,-2 1 0,-2 9 0,7 1 0,-5 16 0,12 1 0,-7 9 0,3-1 0,-6 8 0,11-4 0,-4 5 0,5-1 0,1-4 0,0-2 0,8-2 0,-6-1 0,4-5 0,2-1 0,0-6 0,2 1 0,-6 1 0,11-21 0,-5-4 0</inkml:trace>
  <inkml:trace contextRef="#ctx0" brushRef="#br0" timeOffset="50">10583 3817 8912,'-9'0'0,"-7"0"0,5 0 0,-4 0 0,-3 0 0,1 0 0,8 0 0,-7 2 0,5 2 0,-4 1 0,5 9 0,-3 1 0,7 10 0,2 2 0,2 3 0,2 8 0,0 4 0,0 2 0,8-5 0,1 8 0,9-7 0,-1 2 0,0-1 0,0-11 0,0 4 0,-5-9 0,-2 2 0,-3-2 0,-3-4 0,-10-2 0,-3-2 0</inkml:trace>
  <inkml:trace contextRef="#ctx0" brushRef="#br0" timeOffset="51">10377 4298 8912,'-10'0'0,"-5"0"0,13 0 0,-6 0 0,8-2 0,4-1 0,8-3 0,1-6 0,16 7 0,7-9 0,10 3 0,4-4 0,1-3 0,1-7 0,0-1 0</inkml:trace>
  <inkml:trace contextRef="#ctx0" brushRef="#br0" timeOffset="52">11014 3851 8912,'-18'-15'0,"3"2"0,2 3 0,1 2 0,8 3 0,-11 5 0,13 2 0,-5 3 0,-1 7 0,6 11 0,-6 5 0,6 11 0,-3 1 0,3 2 0,-4-4 0,4 2 0,2-2 0,0-1 0,0-3 0,0 0 0,6-1 0,0-5 0,5 3 0,-5-8 0,-2-2 0,5-2 0,-7-7 0,6-3 0,-1-1 0,-3-3 0,8-5 0,-9-7 0,5 3 0,-8-7 0,0-1 0,0-5 0,-2 0 0,-2-1 0,-1 1 0,-9 6 0,3-1 0,-6-1 0,-6-2 0,4 5 0,-6-3 0,7 5 0,1-1 0,0 5 0,0-6 0,0 4 0,5 5 0,1-5 0,15-4 0,-3 8 0,19-3 0,2 3 0,5-4 0,8 0 0,-1-7 0,4 5 0,-3-3 0,3-3 0,-9 9 0,-3-3 0,3 2 0,-14 4 0,3-3 0,-3 3 0,-7 2 0,1 0 0,-3 0 0,-4 7 0,5 3 0,-7 7 0,0 0 0,0 1 0,0-1 0,0 0 0,0 0 0,0 0 0,-1 1 0,-5-1 0,4-6 0,-4 1 0,4-7 0,2 7 0,0-8 0,0-4 0,0-4 0,0-8 0,0-1 0,0-4 0,0-4 0,0-2 0,-7-8 0,5 10 0,-4-7 0,4-3 0,-4 0 0,1 1 0,1 1 0,2 3 0,2-5 0,0 2 0,0 8 0,0-2 0,7 12 0,-3-2 0,8 7 0,-1 0 0,6 8 0,1 4 0,-1 3 0,0 8 0</inkml:trace>
  <inkml:trace contextRef="#ctx0" brushRef="#br0" timeOffset="53">11306 4075 8912,'12'17'0,"-1"0"0,-7-5 0,2-1 0,-3-5 0,3 5 0,-4 1 0,6-3 0,-8 7 0,0-13 0,0 9 0,0-8 0,0 3 0,0-7 0,0 0 0,0-7 0,0-5 0,0-3 0,0-2 0,2 5 0,1 1 0,3-3 0,8 7 0,-11-7 0,9 9 0,-6-7 0,5 7 0,-5-3 0,5 4 0,3-2 0,1 2 0,2 3 0,0 1 0,1 0 0,-1 0 0,0 0 0,0 0 0,8 0 0,-6 0 0,6-2 0,0-4 0,-4 2 0,6-7 0,-2-3 0,-4-1 0,-2-2 0,-2 0 0,-6-1 0,1 1 0,-8 0 0,3 0 0,-7 0 0,-7-1 0,3 9 0,-8 5 0,-1 8 0,-2 7 0,-2 12 0,-1 6 0,1 5 0,0 6 0,0 4 0,-1 8 0,9 0 0,3-1 0,6 1 0,6-1 0,5-5 0,14-4 0,10-6 0,11-11 0,9-9 0,6-9-105,8-14 1,0-18 0,0-12-1</inkml:trace>
  <inkml:trace contextRef="#ctx0" brushRef="#br0" timeOffset="54">12786 4075 8912,'10'-8'0,"-5"-3"0,-3-5 0,-2-1 0,0 0 0,0 0 0,0 0 0,0-1 0,0 1 0,0 0 0,-2-6 0,-1-2 0,-3 0 0,2 1 0,-4-5 0,1 4 0,-3 0 0,-3 0 0,3 3 0,-1 4 0,-1 9 0,-5 7 0,0 11 0,0 11 0,7 22 0,4 5 0,4 9 0,2 5 0,0 8 0,0-1 0,0 1 0,6 0 0,2-2 0,1-4 0,5-6 0,1-11 0,-4 2 0,1-8 0,-2 0 0,1-8 0,-3-3 0,-1-6 0,-12-11 0,-5-5 0,-17-7 0</inkml:trace>
  <inkml:trace contextRef="#ctx0" brushRef="#br0" timeOffset="55">12528 4384 8912,'-10'-11'0,"5"-1"0,3 9 0,4-11 0,3 8 0,7-7 0,9 2 0,2-5 0,7 7 0,-3-7 0,8 5 0,-1-2 0,0-1 0,1 3 0,-1-1 0,-1 1 0,-3 1 0,-1 3 0,-16 1 0,10 6 0,-11 0 0,-5 0 0,1 2 0,-8 4 0,6 3 0,0 10 0,-1 2 0,3 2 0,-6 0 0,7 0 0,-3 0 0,-4 6 0,4-6 0,1 5 0,-1-5 0,0 0 0,-6-6 0,6 0 0,-1 1 0,1-7 0,-6 1 0,0-9 0,0-3 0,0-11 0,0-4 0,0-10 0,0 4 0,2-8 0,4-1 0,-2 3 0,5 0 0,-1 2 0,3-3 0,-5 5 0,7 5 0,-3 7 0,0-2 0,5 5 0,-6 0 0,9 8 0,-1 0 0,0 8 0,2 2 0,2 7 0,2 0 0,-2 0 0,4-2 0,-2-3 0,8 3 0,-5-5 0</inkml:trace>
  <inkml:trace contextRef="#ctx0" brushRef="#br0" timeOffset="56">14008 4161 8912,'-8'-12'0,"-3"1"0,-5-1 0,-1 3 0,0 3 0,6 4 0,-1 4 0,1 4 0,1 5 0,4 5 0,4 3 0,2 2 0,0 2 0,0 5 0,0-5 0,0-2 0,0-2 0,0-2 0,8-7 0,-4 3 0,7-7 0,-5 6 0,6-7 0,-1-3 0,-1-6 0,5-5 0,-7-10 0,3-4 0,2 2 0,-7-8 0,0 1 0,-6-7 0,0 6 0,0 1 0,0 1 0,0-3 0,0 1 0,-2 8 0,-4 0 0,-5 7 0,-5 7 0,1 9 0,2 5 0,1 11 0,8-1 0,-3 8 0,7-8 0,7 0 0,3 0 0</inkml:trace>
  <inkml:trace contextRef="#ctx0" brushRef="#br0" timeOffset="57">14662 3800 8912,'-2'-23'0,"-4"0"0,-3-2 0,-7 4 0,5-2 0,-4 8 0,-1-1 0,-7 7 0,2-1 0,-6 3 0,8 7 0,-6 0 0,1 0 0,10 5 0,-3 5 0,4 3 0,3 7 0,2 8 0,8-1 0,0 7 0,0 8 0,0 4 0,2 2 0,4-2 0,4 2 0,7-8 0,-6 6 0,1-4 0,1 1 0,2-6 0,3-1 0,-3-5 0,-4-1 0,5-5 0,-12 0 0,5-8 0,-1 0 0,5-7 0,-3-3 0</inkml:trace>
  <inkml:trace contextRef="#ctx0" brushRef="#br0" timeOffset="58">14352 4212 8912,'-23'-7'0,"0"-5"0,2-3 0,10-2 0,3 5 0,8 1 0,2 5 0,4-5 0,11-1 0,12-5 0,11 7 0,-2-5 0,8 4 0,2 1 0,9-1 0,-5-1 0,-1-5 0,1-8 0,-8-2 0</inkml:trace>
  <inkml:trace contextRef="#ctx0" brushRef="#br0" timeOffset="59">15230 3954 8912,'-18'18'0,"3"-7"0,2-1 0,3-1 0,3 1 0,-7-6 0,12 11 0,-3-4 0,3-1 0,2 1 0,0 1 0,0 5 0,0 0 0,0 2 0,0 4 0,0-4 0,0 4 0,0-4 0,0-1 0,0-9 0,2 6 0,3-3 0,-3-5 0,6 1 0,-8-8 0,0 0 0,0-9 0,0-7 0,0-5 0,0-15 0,0 0 0,0-6 0,0-4 0,2-8 0,3-3 0,-3 3 0,4-3 0,4 4 0,1 1 0,-1 8 0,1 4 0,1 6 0,5 5 0,0 12 0,0 9 0,1 12 0,-1 7 0,0 9 0,0 16 0,-2 4 0,-3 6 0,3 3 0,-7 3 0,3 0 0,3-1 0,-9 1 0,7-6 0,-6 0 0,5-8 0,-5 2 0,-2-4 0,-2-9 0,3 3 0,1-7 0,-2-2 0,-2-2 0,-2-9 0,0-2 0,0-8 0</inkml:trace>
  <inkml:trace contextRef="#ctx0" brushRef="#br0" timeOffset="60">15264 4109 8912,'-27'0'0,"8"0"0,8 0 0,-3 0 0,7-2 0,1-3 0,8 3 0,9-4 0,1-4 0,20 3 0,-3-7 0,4 3 0,1-1 0,6-5 0,0 0 0,6 6 0,-6-1 0,0 1 0,-5-7 0</inkml:trace>
  <inkml:trace contextRef="#ctx0" brushRef="#br0" timeOffset="61">15935 3920 8912,'-38'0'0,"4"0"0,-5 0 0,20 0 0,-4 0 0,-2 8 0,4 5 0,6 8 0,-2 2 0,5 11 0,5-3 0,-1 17 0,8-8 0,2 6 0,4-8 0,5-6 0,5 3 0,1-16 0,0 4 0,0-6 0,0-6 0,2-3 0,4-8 0,-3-2 0,2-4 0,-2-3 0,-3-8 0,0-6 0,0 0 0,-1-8 0,-5 3 0,2-3 0,-7 2 0,6-3 0,-7 3 0,1-3 0,-6-3 0,0 9 0,0 1 0,0 2 0,0 0 0,-8 0 0,-1 6 0,-8 7 0,-1 5 0,9 10 0,-6 5 0,5 7 0</inkml:trace>
  <inkml:trace contextRef="#ctx0" brushRef="#br0" timeOffset="62">15918 4075 8912,'-17'0'0,"7"0"0,1 0 0,3 0 0,4 7 0,2 5 0,12 9 0,3 2 0,10 0 0,0 0 0,5 1 0,-1 3 0,-1-4 0,7 4 0,-3 0 0,-3-1 0,4-5 0,-12 4 0,7-8 0,-7 1 0,4-1 0</inkml:trace>
  <inkml:trace contextRef="#ctx0" brushRef="#br0" timeOffset="63">16279 3593 8912,'0'18'0,"10"1"0,5 5 0,8 11 0,4 9 0,2 13 0,5 8 0,-1 8 0,-5 9 0,-5 8 0,-6-10 0,-5 0 0,-6-2 0,-14-1 0,-9 1 0,-16 2 0,-11-1 0,-7-3 0</inkml:trace>
  <inkml:trace contextRef="#ctx0" brushRef="#br0" timeOffset="64">5576 3748 8912,'-18'8'0,"7"-3"0,-1 13 0,-1 10 0,-2 18 0,-2 23 0,-1 19 0,13-35 0,1 3 0,1 3 0,2 2 0,3 3 0,2 0 0,2 1 0,5 0 0,7 4 0,6 0 0,5-6 0,5-2 0,3-4 0,4-4-102,3-1 1,2-6-1,2-9 1,2-5 0,4-5-1,3-5 1,1-6 0,2-5 101,2-4 0,1-4 0,2-3 0,0-2 0,-5-3 0,0-2 0,-1 0 0,-1-1 0,-6-3 0,-1-1 0,1 4 0,-1 1 0</inkml:trace>
  <inkml:trace contextRef="#ctx0" brushRef="#br0" timeOffset="65">7331 9267 8912,'-2'10'0,"-4"-3"0,-5 1 0,1-6 0,-1 5 0,-3 1 0,-1 4 0,5-3 0,5 5 0,1 3 0,0 4 0,-2 2 0,3 1 0,1 3 0,2 8 0,0-1 0,0 0 0,5-1 0,1-4 0,0 3 0,-6-5 0,0 1 0,0 1 0,0-14 0,0 3 0,0-13 0,0 3 0,0-8 0,0-10 0,2-9 0,3-13 0,-1-10 0,6-8 0,-1 2 0,-1 4 0,0 2 0,5 2 0,-5 0 0,3 0 0,3 6 0,-9 7 0,-1 2 0,6 2 0,-6 8 0,7 3 0,1 5 0,-1 16 0,0 8 0,1 10 0,-1 6 0,1 1 0,-8 0 0,9 1 0,-7-1 0,1 4 0,-1-3 0,-4 3 0,4-11 0,-4 0 0,-2-1 0,0-3 0,0-4 0,0-2 0,0-11 0,0-12 0,0-5 0,7-12 0,3-9 0,7-10 0,0-2 0,-7 5 0,5-3 0,-3 8 0,1 5 0,-1 1 0,3 7 0,-4-2 0,-1 11 0,1 7 0,3 3 0,1 2 0,2 0 0,-5 9 0,-1 8 0,-7 1 0,11 14 0,-3-3 0,3 1 0,2-1 0,1-4 0,-1-8 0,6 0 0,2 0 0,-1-1 0,1-5 0,-4-5 0,6-12 0,-8 4 0,14-21 0,-7 4 0</inkml:trace>
  <inkml:trace contextRef="#ctx0" brushRef="#br0" timeOffset="66">8122 9319 8912,'-11'5'0,"0"1"0,-1 2 0,-5-2 0,0 5 0,-1-1 0,1 1 0,0 0 0,0 7 0,7-1 0,-3 6 0,5 0 0,-1-2 0,5-2 0,-2-2 0,4 0 0,2 0 0,2-7 0,4-4 0,-4-4 0,7-2 0,-3 0 0,6 0 0,-5 0 0,8-8 0,-3-4 0,-2-3 0,1-2 0,2 0 0,3 0 0,-7 7 0,1-3 0,-4 7 0,-3 0 0,9 6 0,-8 0 0,5 0 0,-3 0 0,-2 2 0,7 4 0,-7-2 0,4 5 0,-3 1 0,1-1 0,0-5 0,0 6 0,-1-5 0,3-3 0,-2 4 0,-2-4 0,7-2 0,-5-6 0,5 1 0,-1-9 0,1 3 0,5-5 0,-5-1 0,-1 2 0,1 2 0,2 1 0,3 8 0,-7-3 0,-1 14 0,-8-3 0,0 8 0,0 1 0,0 2 0,0 2 0,0 1 0,0-1 0,0 0 0,8-6 0,3-1 0,4-2 0,3 5 0,-7-11 0,1 4 0,1-4 0,10-10 0,-4 0 0,2-7 0,-6 0 0,-3-4 0,1 0 0,-5-1 0,5 3 0,-7 0 0,7 0 0,-11 0 0,6 7 0,-8 2 0,0 16 0,0 5 0,0 8 0,0 8 0,0 4 0,0 7 0,0 0 0,8 8 0,-5-10 0,9 6 0,1-2 0,-5 6 0,0-12 0,-8 4 0,5-4 0,1-1 0,-4-3 0,-6-3 0,-7-6 0,-5-12 0,-7 3 0,0-9 0,-1 1 0,1-6 0,4-2 0,-3-6 0,9-9 0,-2-8 0,5-9 0</inkml:trace>
  <inkml:trace contextRef="#ctx0" brushRef="#br0" timeOffset="67">8880 9095 8912,'5'-23'0,"1"-2"0,-2-1 0,-2 10 0,-2-1 0,0 2 0,0 7 0,0 1 0,0 22 0,0 8 0,0 7 0,0 5 0,0-1 0,6 6 0,-1 0 0,1 8 0,0-12 0,0 5 0,-1-5 0,-5-4 0,0-1 0,0-2 0,0 1 0,0-5 0,0 0 0,0-8 0,0-6 0,0 1 0,0-8 0,0 3 0,0-14 0,0-5 0,0-3 0,0-2 0,0 0 0,0-1 0,8 1 0,3 0 0,5 0 0,1 7 0,0 3 0,0 7 0,-1 2 0,-5 3 0,2 7 0,-7 9 0,-2 4 0,-2 1 0,-2 3 0,-2 3 0,-4-3 0,-1 2 0,-7-6 0,3 1 0,-1-5 0,-5 2 0,0-4 0,0-3 0,0-5 0,-1-3 0,1-10 0,0-4 0,7-3 0,3-11 0,7-3 0,7-11 0,3-10 0</inkml:trace>
  <inkml:trace contextRef="#ctx0" brushRef="#br0" timeOffset="68">9310 9370 8912,'-12'10'0,"1"-4"0,7-5 0,-9 1 0,7 4 0,0-4 0,6 6 0,2-8 0,4 0 0,5 0 0,12 0 0,4 0 0,0 0 0,5 0 0,-7-8 0,4-3 0,3-5 0,-5-1 0,0 0 0,-2 0 0,-8-1 0,0 1 0,-7 0 0,-4 0 0,-5 0 0,-2 1 0,-5 5 0,-6 3 0,-11 8 0,2 4 0,-7 8 0,-1 1 0,-5 16 0,1 1 0,4 10 0,1-1 0,9 6 0,3 3 0,11-4 0,-1 0 0,4-2 0,11-2 0,9-5 0,7-11 0,9-6 0,2-3 0,4-9 0,-3-1 0,3-7 0,-4-3 0,-9-13 0,6-8 0,-7-9 0</inkml:trace>
  <inkml:trace contextRef="#ctx0" brushRef="#br0" timeOffset="69">10101 9439 8912,'-9'0'0,"-6"0"0,11 0 0,-8 0 0,9 0 0,-5 0 0,8 0 0,0 0 0,8 0 0,3 0 0,4 0 0,2 0 0,1 0 0</inkml:trace>
  <inkml:trace contextRef="#ctx0" brushRef="#br0" timeOffset="70">10428 9456 8912,'10'17'0,"-2"-7"0,-8-2 0,0-8 0,0 0 0,7-6 0,5 0 0,-5-7 0,16 3 0,-4-7 0</inkml:trace>
  <inkml:trace contextRef="#ctx0" brushRef="#br0" timeOffset="71">10910 9422 8912,'-9'0'0,"1"0"0,8 0 0,0 0 0,0 7 0,0-5 0,0 6 0</inkml:trace>
  <inkml:trace contextRef="#ctx0" brushRef="#br0" timeOffset="72">11289 9422 8912,'0'27'0,"0"-4"0,0-10 0,0-2 0,0-5 0,0 6 0,-8-9 0,-3 3 0,-1-4 0,-5-2 0,4 0 0,-12 0 0</inkml:trace>
  <inkml:trace contextRef="#ctx0" brushRef="#br0" timeOffset="73">757 4075 8912,'10'-17'0,"-3"5"0,-7 1 0,0-3 0,0-1 0,0-2 0,0 0 0,0-1 0,0 1 0,0 0 0,0 0 0,0 0 0,0-1 0,0 7 0,0 0 0,0-3 0,0-1 0,0 7 0,0 8 0,6 10 0,0 13 0,-2 7 0,-2 8 0,-2 8 0,0 12 0,0-3 0,0 8 0,-6-6 0,0 6 0,-2-9 0,3-2 0,-3-1 0,-3-5 0,1-6 0,4-6 0,4-7 0,-5-17 0,7-5 0,0-12 0,0-10 0,0-12 0,0-9 0,6-14 0,-1-11 0,9-4 0,-3-1 0,-1-9-106,1-3 1,1 0 0,3-3 105,-4 1 0,5 4 0,-5 15 0,4 6 0,-3 13 0,-1 9 0,1 16 0,5 14 0,-5 18 0,-1 10 0,0 15 0,7 10 0,-1 7 0,0-1 0,0 13 0,1-4 0,-1 3 0,0 1 0,0-4 0,0-7 0,1-9 0,6 3 0,-10-14 0,3 5 0,-6-7 0,1-5 0,-4-5 158,-8-6 0,-2-3-158,-4-4 0,-11-3 0,-10-16 0,-7-1 0</inkml:trace>
  <inkml:trace contextRef="#ctx0" brushRef="#br0" timeOffset="74">843 4161 8912,'0'-12'0,"0"1"0,0 5 0,0-5 0,0 5 0,0-6 0,10 7 0,7-7 0,8 3 0,9-3 0,1-3 0,-1 3 0,6-1 0,0 2 0,6-5 0,-6 5 0,1 3 0,-7 3 0,0 3 0,1-6 0,-1-2 0</inkml:trace>
  <inkml:trace contextRef="#ctx0" brushRef="#br0" timeOffset="75">1497 3886 8912,'15'-18'0,"-3"1"0,-6 0 0,1 0 0,-1 0 0,0-1 0,-6 9 0,-8 1 0,4 8 0,-7 0 0,5 8 0,-3 3 0,1 7 0,2 3 0,-1 2 0,5-1 0,-6-2 0,8 2 0,-6-2 0,0 3 0,1 1 0,5-1 0,0-2 0,0-2 0,0-1 0,0-1 0,2-2 0,1-2 0,5-3 0,2 0 0,3-1 0,2-5 0,-3 9 0,-1-7 0,1 2 0,5-3 0,6-3 0,0 4 0,0 2 0,-6-3 0,-7 3 0,-5-2 0,-3-2 0,-2 7 0,-2 1 0,-3-3 0,-5 6 0,-7-5 0,0 7 0,-1 0 0,1-7 0,0-1 0,0-3 0,0-4 0,5 4 0,1-12 0,7-9 0,-2-8 0,12-8 0,3 5 0</inkml:trace>
  <inkml:trace contextRef="#ctx0" brushRef="#br0" timeOffset="76">1962 3851 8912,'0'-23'0,"0"0"0,0 0 0,0 6 0,0 0 0,0 8 0,-2 1 0,-4 8 0,-3 0 0,-9 0 0,1 8 0,0 3 0,0 6 0,0 4 0,-1 2 0,1 6 0,0-6 0,0 5 0,1-3 0,5 0 0,5 0 0,4-2 0,2-6 0,0 0 0,2 0 0,4 1 0,3-7 0,9-1 0,-1-3 0,8 7 0,-4-12 0,7 3 0,3-3 0,-4 4 0,0 0 0,-3-1 0,-2 3 0,-3-6 0,-2 7 0,0-3 0,-7-4 0,-3 13 0,-9-3 0,-3 3 0,-13 2 0,-8-3 0,-7-1 0,4 0 0,-3 7 0,3-9 0,-1 2 0,1-1 0,4-5 0,8-7 0,-8 0 0,-2 0 0</inkml:trace>
  <inkml:trace contextRef="#ctx0" brushRef="#br0" timeOffset="77">2186 3903 8912,'-8'-10'0,"0"1"0,-3 3 0,-5 4 0,13-6 0,-7 10 0,2 4 0,1 4 0,3 7 0,-2 0 0,0 0 0,6 0 0,0 1 0,0-1 0,2 2 0,2 2 0,2 2 0,7-8 0,-9 0 0,6-3 0,-3 3 0,7-5 0,-10 3 0,7-7 0,1 0 0,3-8 0,-2-4 0,-1-6 0,-7-3 0,7-2 0,-8 0 0,1 0 0,3-1 0,-2 1 0,0-8 0,-6 6 0,0-4 0,5 10 0,1 1 0,0 9 0,-6 3 0,2 11 0,1 4 0,3 3 0,0-1 0,2 6 0,1 0 0,1-2 0,5-2 0,-5-4 0,7-3 0,0 1 0,0-7 0,0 5 0,1-5 0,-1-2 0,0-10 0,-5-2 0,-3-5 0,-1 0 0,-4-7 0,-3 3 0,-1-8 0,0 8 0,0-6 0,0 0 0,0 2 0,0 2 0,0 2 0,0 0 0,0 0 0,2 7 0,2 6 0,2 8 0,7-2 0,-9 13 0,8-3 0,1 3 0,-5 2 0,1 0 0,-5 1 0,2-1 0,7 0 0,-11 0 0,6 0 0,-8 1 0,0-1 0,0 0 0,0 0 0,0-7 0,0 5 0,-2-13 0,-4 4 0,4-12 0,-5-4 0,7-7 0,0 0 0,0-6 0,1-2 0,3 0 0,2 1 0,7-7 0,-9 12 0,6-4 0,-3 4 0,7 2 0,-5 1 0,9 5 0,-9 3 0,6 8 0,-3 0 0,-3 4 0,1 6 0,0 7 0,-3 2 0,1 0 0,-2-2 0,-1 0 0,1 1 0,-2-1 0,-2-8 0,-2 7 0,0-5 0,7-3 0,-5-1 0,6-14 0,-8 3 0,0-8 0,0-1 0,0-10 0,6 4 0,-1-4 0,3 4 0,-4 2 0,2 0 0,7-1 0,-11 1 0,13 2 0,-3 4 0,3 3 0,-3 10 0,-3 4 0,-1 5 0,5-3 0,-9 7 0,7-4 0,-7-3 0,12 5 0,-5-7 0,-1 0 0,1-6 0,2 0 0,-5-8 0,5-1 0,-7-9 0,2 1 0,-2 0 0,-3 0 0,7 0 0,-2-1 0,-3 1 0,-5 0 0,0 0 0,0 0 0,6 9 0,0 8 0,0 15 0,-6 12 0,0 11 0,0 8 0,0 0 0,0 13 0,0-7 0,0-1 0,0 7 0,0-3 0,0-5 0,0-8 0,7-6 0,-5-2 0,4-1 0,-4-4 0,-2-5 0,-2-14 0,-4-4 0,-5-4 0,-5-10 0,-1-2 0</inkml:trace>
  <inkml:trace contextRef="#ctx0" brushRef="#br0" timeOffset="78">2977 3714 8912,'8'-10'0,"1"-3"0,9 7 0,-1 0 0,0 6 0,2 0 0,4 0 0,-4 0 0,12 2 0,-8 4 0,0 4 0,-6 7 0,0 0 0,-7 0 0,3 6 0,-7 2 0,-2 2 0,-4 1 0,-6 7 0,2-3 0,-8-3 0,1 3 0,-6-5 0,0 0 0,-1-4 0,1-12 0,0 4 0,0-5 0</inkml:trace>
  <inkml:trace contextRef="#ctx0" brushRef="#br0" timeOffset="79">3442 3628 8912,'0'-10'0,"0"1"0,0 3 0,-2 4 0,-4-4 0,4 14 0,-4 9 0,5 8 0,-5 11 0,0 2 0,2 3 0,2 6 0,2-1 0,0 2 0,0-2 0,0 2 0,2-8 0,2-2 0,2-2 0,0-9 0,1-2 0,5-8 0,-5-8 0,9-3 0,-7-12 0,1-5 0,5-12 0,-7-4 0,5-7 0,-1 0 0,-3 1 0,4 3 0,-3 3 0,-2 2 0,5 2 0,-9 8 0,7 3 0,-7 5 0,4 9 0,-8 5 0,0 10 0,6 6 0,-1 6 0,1 3 0,-6-3 0,0 4 0,0 1 0,0 0 0,0-7 0,0-2 0,0 0 0,0-6 0,0-2 0,0-9 0,8-8 0,1 0 0</inkml:trace>
  <inkml:trace contextRef="#ctx0" brushRef="#br0" timeOffset="80">3769 3645 8912,'0'-12'0,"0"1"0,0 7 0,0-3 0,0 7 0,0 7 0,0-3 0,0 7 0,0 3 0,0-7 0,0 9 0,0-7 0</inkml:trace>
  <inkml:trace contextRef="#ctx0" brushRef="#br0" timeOffset="81">3270 4075 8912,'-18'0'0,"1"0"0,8 0 0,1-8 0,12-7 0,9-10 0,16-2 0,11-1 0,17-9 0,3-1 0,1 0 0,2 5 0,-2 9 0,-2 4 0,-15 9 0,-3 0 0,-5 7 0,-9-4 0,-2 8 0</inkml:trace>
  <inkml:trace contextRef="#ctx0" brushRef="#br0" timeOffset="82">3872 3903 8912,'10'9'0,"-3"1"0,-7-4 0,0-4 0,0 13 0,-6-11 0,-1 7 0,-3 3 0,6-5 0,-1 3 0,3-1 0,2 6 0,0 0 0,0 1 0,0-1 0,0 0 0,0-7 0,7 5 0,-3-13 0,8 3 0,-7-3 0,7-2 0,-6-7 0,5-5 0,-7-3 0,4-4 0,-3-2 0,1-4 0,-2-2 0,-2 6 0,-2-4 0,0 8 0,0 0 0,0 0 0,0 0 0,0-1 0,0 9 0,7-6 0,3 5 0</inkml:trace>
  <inkml:trace contextRef="#ctx0" brushRef="#br0" timeOffset="83">4216 3972 8912,'-2'11'0,"-4"1"0,5-7 0,-5 7 0,2-7 0,-2 7 0,4-6 0,-3 5 0,3 1 0,-6 5 0,6-6 0,-4 1 0,3-8 0,-1 3 0,-2 1 0,0-6 0,6 5 0,2-12 0,4-1 0,3-15 0,9 2 0,-1-8 0,0 4 0,-5 10 0,-1 1 0,2-1 0,-3 3 0,1 1 0,3 1 0,1 4 0,2 2 0,-5 2 0,-1 0 0,-5 2 0,6 4 0,-3 4 0,3 7 0,-3 6 0,-5 0 0,2-2 0,-1 5 0,-3-6 0,4 2 0,-4-2 0,6-3 0</inkml:trace>
  <inkml:trace contextRef="#ctx0" brushRef="#br0" timeOffset="84">4612 3353 8912,'6'-18'0,"-1"1"0,9 2 0,-3 4 0,-1 3 0,1 8 0,-7 9 0,4 11 0,-3 14 0,1 16 0,-2 11 0,-2 6 0,-10 9 0,-3 4-1109,-4 4 1109,-3 10 0,-1-4 0,8-42 0,-1 1 0,-9 39 0,-7 0 0,-5-6 0,-5 0 0,1-13 0,-12 5 0,5-12 0</inkml:trace>
  <inkml:trace contextRef="#ctx0" brushRef="#br0" timeOffset="85">757 3439 8912,'-17'-27'0,"0"4"0,0 6 0,-1 5 0,-1 7 0,-4 3 0,-5 2 0,-5 15 0,-1 12 0,-1 15 0,1 15 0,1 18 0,5 12 0,15-37 0,3 2 0,3 6 0,2 2 0,2 5 0,2 2 0,4 1 0,2 0-302,4 1 0,5-1 0,4-9 0,6-3 302,5-3 0,5-3 0,2-6 0,3-4 0,1-2 0,4-3 0,3-5 0,1-3 0,2-4 0,2-2 0,3-4 0,1-4 0,2-3 0,0-2 0,3 1 0,-1-1 0,-2-4 0,0-1 0,1 3 0,-1 0 0,0-3 0,1 0 0,-2-2 0,0-1 0</inkml:trace>
  <inkml:trace contextRef="#ctx0" brushRef="#br0" timeOffset="86">4509 15371 8912,'0'11'0,"0"1"0,0-7 0,0 7 0,0-8 0,0 3 0,0-7 0,0 0 0,0 8 0,7-6 0,-3 5 0,8-7 0,1 0 0,0 2 0,-1 4 0,9-4 0,-4 4 0,6-4 0,0-2 0,4 0 0,13 0 0,0 0 0,-2 0 0,4 0 0,-1 0 0,4 0 0,-3 0 0,1 0 0,-1 0 0,4 0 0,-6 0 0,0 0 0,0 0 0,0 0 0,0-2 0,-3-2 0,3-2 0,-2-1 0,8 1 0,-2 4 0,2-4 0,3 4 0,-5 2 0,2 0 0,0 0 0,-6 0 0,6 0 0,-7 0 0,1 0 0,-2 0 0,2 0 0,-2 0 0,8 0 0,-6 0 0,6 0 0,0 0 0,6 0 0,-1-5 0,1-1 0,0-2 0,-1 2 0,5 3 0,-3-7 0,-5 0 0,-4 1 0,2 5 0,-6-2 0,8-1 0,-2 1 0,-4 0 0,8 1 0,-6-1 0,-1 2 0,7-6 0,-6 9 0,8-5 0,-6 4 0,-2 0 0,-2-4 0,6 4 0,-3-3 0,-1-3 0,0 2 0,0 1 0,0-3 0,2 4 0,6-7 0,-2 7 0,-5-2 0,5 2 0,-4-2 0,4 5 0,1-5 0,-7 4 0,-3 2 0,1 0 0,-2 0 0,0 0 0,-6 0 0,1 0 0,-1 0 0,6 0 0,2 0 0,0 0 0,1 0 0,2 0 0,-4 0 0,6 0 0,-8 0 0,6-2 0,3-4 0,-6 4 0,-1-3 0,-5 3 0,-2 2 0,6 0 0,1 0 0,-1 0 0,-4 0 0,4 0 0,6 0 0,2 0 0,-2 0 0,2 0 0,-8 0 0,6 0 0,-6 0 0,6 0 0,-6 0 0,0 0 0,-6 0 0,-5 0 0,0 0 0,-2 0 0,1 0 0,3 0 0,-8 0 0,7 0 0,-9 0 0,8 0 0,2 0 0,1 0 0,3 0 0,1 0 0,4 0 0,-4 0 0,5 0 0,-5 2 0,-2 3 0,1-3 0,1 6 0,0-8 0,-1 0 0,1 0 0,-13 0 0,8 0 0,-3 0 0,-3 0 0,6 0 0,-6 0 0,1 0 0,5 0 0,7 0 0,2 0 0,-1 0 0,-1 0 0,2 0 0,-2 0 0,8 0 0,-8 0 0,3 0 0,-5 0 0,-2 0 0,1 0 0,-1 0 0,-7 0 0,3 0 0,-5 0 0,2 0 0,-4 0 0,4 0 0,0 0 0,-1 0 0,-3 0 0,6 0 0,0 0 0,5 0 0,1 0 0,-1 0 0,0 0 0,1 0 0,-1 0 0,1 0 0,-1 2 0,0 4 0,-5-5 0,0 5 0,-1-4 0,7-2 0,-6 0 0,-1 0 0,-7 0 0,2 0 0,4 0 0,-8 0 0,4 0 0,-4 0 0,-2 0 0,1 0 0,1 0 0,4 0 0,-4 0 0,11 0 0,-7 0 0,-2 0 0,-2 0 0,-1 0 0,-1 0 0,-6 0 0,1 0 0,1 0 0,-5-8 0,0 7 0,-1-7 0,-5 8 0,6 0 0,-8 0 0,-2 0 0,-4 0 0,4 0 0,-5 0 0,7 0 0,-8 0 0,-4 0 0,-5 0 0,-6 0 0,-5 6 0,-13-1 0,-18 16 0,-12-1 0</inkml:trace>
  <inkml:trace contextRef="#ctx0" brushRef="#br0" timeOffset="87">24144 13978 8912,'-29'0'0,"0"2"0,-1 4 0,-5 7 0,-3 10 0,-6 13 0,-4 16 0,-5 15 0,22-26 0,1 4 0,0 4 0,2 3 0,0 2 0,1 1 0,-1 1 0,2 1 0,3 2 0,2 2 0,1 2 0,0 0 0,2-1 0,0 0 0,1-5 0,1-1 0,1-5 0,2-1 0,-8 36 0,5-13 0,5-8 0,7-10 0,-4 2 0,8-11 0,0-8 0,0-7 0,6-6 0,0-8 0,7-2 0,-1-3 0,3-5 0,2-7 0,0 0 0,8-15 0,-6-4 0,14-23 0,-6-2 0</inkml:trace>
  <inkml:trace contextRef="#ctx0" brushRef="#br0" timeOffset="88">24230 14545 8912,'-8'-17'0,"-3"0"0,1 2 0,-1 3 0,7 5 0,-6 9 0,6 5 0,-1 10 0,1 10 0,2 8 0,2 5 0,0 4 0,0 1 0,0 3 0,2 2 0,2 1 0,1-1 0,9-10 0,-7 2 0,5-7 0,3-3 0,-3-3 0,3-10 0,2-8 0,0-7 0,1 2 0,-1-4 0,6-16 0,0-3 0,5-17 0,-3-1 0,0-3 0,0-4 0,6-2 0,-14 0 0,2 2 0,-6 0 0,-1 6 0,-3 2 0,-3 11 0,-4 4 0,-2 1 0,-2 11 0,-4 7 0,-3 15 0,-7 14 0,5 1 0,5-1 0,4 3 0,2-5 0,2 6 0,4-5 0,4-3 0,16-10 0,9-3 0,9-5 0,13-7 0,-1-1 0,5-5 0,0-8 0,0-7 0,-7-5 0,-5-9 0,-12 1 0,-3-8 0,-7-2 0</inkml:trace>
  <inkml:trace contextRef="#ctx0" brushRef="#br0" timeOffset="89">25073 14494 8912,'-17'-2'0,"0"-2"0,-1-2 0,9 1 0,-6 7 0,5 3 0,0 7 0,1 3 0,5 4 0,-2 2 0,2 2 0,3 8 0,1-10 0,0 7 0,0 3 0,0-6 0,5 5 0,3-7 0,2-2 0,-1-2 0,4-2 0,-1 1 0,-1-1 0,7 0 0,-7-7 0,1-5 0,-7-5 0,7-5 0,-3-5 0,3-7 0,3-2 0,-3-4 0,1-6 0,-2-3 0,5-5 0,-3-1 0,8-2 0,-2 0 0,6 6 0,-8 1 0,1 4 0,-1 5 0,-6 6 0,1 1 0,-8 12 0,1 8 0,-3 16 0,-2 12 0,0 0 0,0 18 0,0-3 0,0 2 0,0-2 0,2 1 0,4-6 0,-2-1 0,7-6 0,6 0 0,6-1 0,-2-4 0,4-10 0,-2-10 0,-2-1 0,4-2 0,-2-6 0,0-4 0,-6-6 0,0-7 0,-7-12 0,5 3 0,-5-9 0</inkml:trace>
  <inkml:trace contextRef="#ctx0" brushRef="#br0" timeOffset="90">25675 14288 8912,'-17'0'0,"0"0"0,2 1 0,3 5 0,-5 4 0,0 7 0,1 2 0,-1 4 0,2 4 0,7 9 0,-1 4 0,5-2 0,-2 8 0,12-6 0,5 4 0,5-2 0,1-2 0,8 0 0,3 1 0,3-7 0,0-7 0,-3-4 0,1-6 0,-2-4 0,5-9 0,-13 4 0,4-8 0,-4-8 0,-9-2 0,5-22 0,-5-4 0</inkml:trace>
  <inkml:trace contextRef="#ctx0" brushRef="#br0" timeOffset="91">25899 14511 8912,'-8'11'0,"-3"1"0,-4-6 0,-3 5 0,-5 1 0,-1 7 0,-3 4 0,6-4 0,-2 4 0,11-4 0,-1-2 0,7 0 0,1 0 0,5 1 0,1-3 0,5-4 0,-4 5 0,13-15 0,-3 5 0,9-2 0,4 0 0,2 2 0,-5-1 0,7-5 0,2 0 0,7 0 0,4 0 0,2 0 0,2-7 0,0 5 0,-2-6 0,-2 0 0,-2 7 0,-6-15 0,-1 7 0,-4-1 0,-5-5 0,-14 11 0,-4-7 0,-4-3 0,-2 7 0,-2-7 0,-4 8 0,-4-5 0,-7 3 0,0-1 0,0 5 0,0-2 0,-1 4 0,1 2 0,8 8 0,3 3 0,-4 5 0,8 1 0,-3 2 0,3 2 0,2 2 0,0 6 0,0-6 0,0-2 0,7 5 0,-5-7 0,6 4 0,0-4 0,-6-1 0,7-7 0,-3-1 0,5-3 0,-1-1 0,-1-8 0,-1-4 0,6-3 0,-5-8 0,8-1 0,0-6 0,1-5 0,-1-2 0,-2 1 0,-3 1 0,1 8 0,-5-2 0,1 4 0,-5 10 0,4 1 0,-8 16 0,0 3 0,-2 10 0,-4 2 0,4 6 0,-4-6 0,5-1 0,1 3 0,0-6 0,5 6 0,3-9 0,1-5 0,3 4 0,5-13 0,0 4 0,-5-4 0,-1-2 0,3-2 0,1-4 0,2-5 0,0-5 0,-5-3 0,-3-2 0,-1-2 0,4-1 0,-7 1 0,1 9 0,-6-3 0,0 4 0,0-4 0,0 7 0,0 10 0,-6 15 0,1 8 0,-1 6 0,6-4 0,0 1 0,2-3 0,3 4 0,7 0 0,3 0 0,10-6 0,-4-2 0,8-8 0,-1-7 0,7 2 0,5-6 0,0-6 0,-5-4 0,-9-9 0,-3-4 0,-7-3 0,-9-1 0,-5-6 0,-6 12 0,-7-5 0,-12 1 0,-15 0 0,-8 2 0,-2 10 0,2-4 0,-2 11 0,8 0 0,2 4 0,2 2 0,9 8 0,4 1 0,11 9 0,5-1 0,7 0 0,15 0 0,8 0 0,8 0 0,11 1 0,2-9 0,7-1 0</inkml:trace>
  <inkml:trace contextRef="#ctx0" brushRef="#br0" timeOffset="92">27310 14683 8912,'-6'-12'0,"1"1"0,-9 7 0,3-2 0,3 5 0,-7 1 0,7 1 0,-5 5 0,3 6 0,3 5 0,3 6 0,2-4 0,4 13 0,4-3 0,-3-2 0,9 0 0,1-3 0,3-1 0,1-6 0,0 1 0,0-3 0,0-4 0,1-5 0,-1-4 0,0-2 0,0 0 0,0 0 0,1-13 0,-1-5 0,-8-10 0,7 1 0,-7-5 0,3 1 0,-3 2 0,-1-1 0,5 5 0,-11 0 0,4 8 0,-4 0 0,-2 7 0,0 6 0,0 14 0,-2 9 0,-2 6 0,-2 5 0,3 3 0,1-6 0,2 5 0,0-3 0,2 1 0,3-1 0,7-4 0,9-8 0,2 0 0,7 0 0,-5-7 0,6-4 0,-3-4 0,-1-10 0,4-3 0,-4-7 0,-3-5 0,-1 4 0,-7-11 0,-5 5 0,-5-2 0,-4-2 0,-2 1 0,0 1 0,0 2 0,0 2 0,0 12 0,-2 1 0,-2 1 0,-2-1 0,1 6 0,-3 4 0,6 10 0,-4 7 0,4 0 0,2 1 0,6-1 0,0 0 0,7 0 0,-1 0 0,3-1 0,2-3 0,0-2 0,8-7 0,-6 4 0,6-8 0,0 0 0,2 0 0,2-2 0,-1-4 0,-1-3 0,2-7 0,-6 3 0,-4 2 0,4-1 0,0-5 0,-6 0 0,-6 0 0,-7-1 0,4 1 0,-8 0 0,0 0 0,0 7 0,0 3 0,0 7 0,0 7 0,0 5 0,0 3 0,0 2 0,0 0 0,0 1 0,0-1 0,0 0 0,0 0 0,0 0 0,0 0 0,0 1 0,0-1 0,0 0 0,0 0 0,2-5 0,4-3 0,5-1 0,4-2 0,4-8 0,4-6 0,6-9 0,4 0 0,1-18 0,0 3 0,1-6 0,5-2 0,0 5 0,-2 3 0,-1 3 0,-11 4 0,-1 8 0,-8 7 0,-7 12 0,-4 16 0,-4 8 0,-2 12 0,0 5 0,0 0 0,0 5 0,0 2 0,7-4 0,5-2 0,3-2 0,10 5 0,2-3 0</inkml:trace>
  <inkml:trace contextRef="#ctx0" brushRef="#br0" timeOffset="93">7916 6207 8912,'-17'0'0,"0"0"0,5-6 0,1 0 0,-3 2 0,7-5 0,-1 7 0,10 2 0,4 11 0,1 7 0,7 3 0,-3 3 0,2 3 0,3-4 0,1 4 0,0-2 0,4 3 0,0-5 0,0-2 0,-7-2 0,5-3 0,-6-5 0,-1-3 0,5-8 0,0 0 0,0 0 0,0 0 0,-5-10 0,-1-7 0,-1-2 0,1-10 0,-3 1 0,-8-7 0,0 3 0,0 1 0,0 4 0,0 3 0,0 1 0,0 6 0,0-1 0,0 9 0,0 1 0,2 29 0,4 8 0,3 13 0,9 0 0,1 2 0,4 4 0,-4-6 0,6 5 0,-8-7 0,0 2 0,0-5 0,0-3 0,-7 2 0,-4-13 0,-4 6 0,-4-6 0,-4-2 0,-5-2 0,-7-7 0,-5-1 0,2-7 0,-7 2 0,5-5 0,-4-1 0,2 0 0,4 0 0,2 0 0,2-5 0,-1-3 0,1-1 0,8 5 0,3-10 0,12 9 0,5 1 0,4-4 0,3 2 0,-1-7 0,8 4 0,2-9 0</inkml:trace>
  <inkml:trace contextRef="#ctx0" brushRef="#br0" timeOffset="94">8759 6413 8912,'-11'0'0,"-1"0"0,7 0 0,-7 0 0,8 0 0,-5 0 0,3 0 0,4 0 0,8-2 0,11-4 0,4-3 0,4-1 0,2-5 0,1 5 0,1-5 0,2 4 0,-5-5 0,3 5 0,-2-2 0,1 1 0,-5 4 0,-3 1 0,-3 5 0,0-6 0,0 8 0</inkml:trace>
  <inkml:trace contextRef="#ctx0" brushRef="#br0" timeOffset="95">8931 6602 8912,'0'10'0,"-7"-3"0,-3-7 0,1 0 0,9-5 0,11-1 0,6-6 0,4 5 0,4-1 0,2 1 0,-4-1 0,5 2 0,1 4 0,6-13 0,-1 5 0</inkml:trace>
  <inkml:trace contextRef="#ctx0" brushRef="#br0" timeOffset="96">10050 6327 8912,'-12'0'0,"1"0"0,-2 0 0,-3 0 0,-1 2 0,0 4 0,7 3 0,5 8 0,3 1 0,2-1 0,0 2 0,0 4 0,0 4 0,0 7 0,0-2 0,2-1 0,3-2 0,5-1 0,7 1 0,0-4 0,0-2 0,1-2 0,-7-14 0,1 5 0,1-8 0,-3-4 0,1 0 0,0 0 0,5-8 0,-5-3 0,5-7 0,-5-5 0,4-5 0,-3-5 0,-3 1 0,-1 1 0,-4 3 0,-2-1 0,-2-5 0,-2 1 0,-4 4 0,-3 5 0,-11 1 0,-3 0 0,2 0 0,-5 8 0,1 1 0,4 5 0,2 1 0,1 2 0,7 6 0,0 0 0,-3 0 0,6 8 0,1 1 0,7 11 0,0 3 0,0-4 0,0 4 0,0-4 0,0-2 0</inkml:trace>
  <inkml:trace contextRef="#ctx0" brushRef="#br0" timeOffset="97">9895 6516 8912,'0'10'0,"-8"5"0,6-13 0,-13 6 0,13-8 0,-5 0 0,14 0 0,5 0 0,3 0 0,8-2 0,2-2 0,2-2 0,-4-2 0,5 3 0,1 3 0,0-12 0,-1 9 0,-7-1 0,4 4 0,0-4 0,-14 4 0,12-5 0,-11 7 0,-3 0 0,3 0 0,1 0 0,-5 0 0,0 0 0,-1 0 0,3 0 0</inkml:trace>
  <inkml:trace contextRef="#ctx0" brushRef="#br0" timeOffset="98">10497 6619 8912,'-11'2'0,"1"4"0,3 5 0,1 5 0,6 1 0,0 0 0,0 0 0,0 1 0,0-1 0,0 0 0,0 0 0,0 0 0,0-5 0,2-3 0,4-1 0,3-2 0,3-8 0,-1-4 0,1-5 0,-3-5 0,-1-1 0,-8 0 0,0 0 0,0 0 0,0-1 0,0 7 0,0-1 0,0-1 0,-8 5 0,-2-7 0,-1 13 0,0-4 0,-3 5 0,7 1 0,-9 0 0,14-8 0,-5-2 0</inkml:trace>
  <inkml:trace contextRef="#ctx0" brushRef="#br0" timeOffset="99">10669 6344 8912,'0'-17'0,"0"0"0,0 0 0,0-1 0,0 1 0,0 8 0,2 1 0,4 8 0,2 8 0,5 3 0,-1 4 0,1 3 0,-5-1 0,7 0 0,-6 0 0,1 0 0,5 8 0,-11-6 0,6 4 0,-3-4 0,-1-9 0,2 13 0,1-4 0</inkml:trace>
  <inkml:trace contextRef="#ctx0" brushRef="#br0" timeOffset="100">10704 6361 8912,'0'10'0,"0"-2"0,0-8 0,7 0 0,5 0 0,-3-2 0,5-4 0,3-4 0,4-1 0,0 0 0,6-1 0,-8-5 0,4 2 0,-4 3 0,-7-1 0,-1 5 0,2-1 0,-5 5 0,0-4 0,-8 8 0,0 0 0,0 8 0,-8 1 0,-1 8 0,-1 1 0,-5-1 0,3 0 0,3 0 0,-3 0 0,1-7 0,-7 5 0,1-5 0</inkml:trace>
  <inkml:trace contextRef="#ctx0" brushRef="#br0" timeOffset="101">10652 6327 8912,'8'-9'0,"-6"-7"0,7 9 0,-3-5 0,-2 4 0,7 8 0,1 0 0,5 0 0,0 0 0,8 0 0,4 2 0,3 2 0,3 2 0,-1 7 0,1-1 0,-1 3 0,0 2 0</inkml:trace>
  <inkml:trace contextRef="#ctx0" brushRef="#br0" timeOffset="102">11444 6327 8912,'0'-17'0,"-2"7"0,-4 5 0,4 3 0,-5 4 0,5 5 0,-4 10 0,4 3 0,-4 8 0,4 1 0,2 5 0,2-5 0,2 0 0,2 1 0,1 3 0,-3 1 0,2 0 0,-2 1 0,-2-1 0,-2-1 0,0-3 0,0-1 0,0-8 0,0 4 0</inkml:trace>
  <inkml:trace contextRef="#ctx0" brushRef="#br0" timeOffset="103">11237 6551 8912,'0'17'0,"-5"0"0,-1 0 0,-2-2 0,2-3 0,4 3 0,-3-13 0,10 4 0,9-4 0,7-2 0,6 0 0,9-6 0,4 0 0,-2-7 0,8 1 0,-7-1 0,1 0 0,-4 1 0,-2 8 0,-1-9 0,-4 7 0,-5-7 0,-6 3 0</inkml:trace>
  <inkml:trace contextRef="#ctx0" brushRef="#br0" timeOffset="104">12390 6482 8912,'-11'0'0,"-1"0"0,-1 0 0,-2 0 0,3 0 0,1 0 0,-1-8 0,5 1 0,5-7 0,5 3 0,3 7 0,2-4 0,3 8 0,5 0 0,-5-5 0,1-1 0,1 2 0,2 2 0,10 2 0,-6 2 0,4 4 0,-4-2 0,-2 7 0,1-1 0,-1 3 0,0-2 0,0 1 0,-5 5 0,-3 0 0,-1 0 0,3 1 0,-5-1 0,-2 0 0,-2 0 0,-2 0 0,-6 6 0,-1 0 0,-3-2 0,-1 6 0,-7-8 0,1 4 0,0-4 0,2-7 0,3-1 0,-3-7 0,13 2 0,-4-12 0,-3-11 0,-1-10 0</inkml:trace>
  <inkml:trace contextRef="#ctx0" brushRef="#br0" timeOffset="105">12769 6361 8912,'-6'-11'0,"-2"0"0,-1-1 0,-4 3 0,3 1 0,-2 8 0,1 0 0,-6 0 0,0 0 0,-1 8 0,3 3 0,2 4 0,3 4 0,2 4 0,-5-4 0,11 14 0,-4-6 0,5-1 0,1 7 0,1-14 0,5 4 0,4 2 0,7-4 0,0-4 0,0-6 0,1-3 0,6-2 0,-3-1 0,8 1 0,2-2 0,-6-2 0,5-2 0,-5-2 0,2-4 0,-6 4 0,11-13 0,-5 6 0</inkml:trace>
  <inkml:trace contextRef="#ctx0" brushRef="#br0" timeOffset="106">12648 6533 8912,'8'-9'0,"-6"-6"0,4 3 0,-4-3 0,-2 3 0,-2 3 0,-4 1 0,4-5 0,-11 13 0,5 0 0,-2 9 0,5 7 0,-7 3 0,-1 4 0,5 3 0,1 11 0,1 1 0,0 2 0,0 8 0,6-12 0,0 4 0,0-4 0,0-1 0,6-6 0,0-1 0,7-13 0,-1 3 0,-1-13 0,4-1 0,5-8 0,2-7 0,0-14 0,2-7 0,3-7 0,-6-8 0,4 5 0,-8-4 0,-1-2 0,-5 8 0,-3 0 0,-8 5 0,0 1 0,-8 0 0,-2 7 0,-7 4 0,0 4 0,-6 9 0,0 3 0,2-1 0,2 8 0,2 0 0,5 8 0,3 9 0,1 0 0,-5 0 0,11 6 0,-4 2 0,4 2 0,-5-6 0,5 4 0,-6-1 0,8 3 0</inkml:trace>
  <inkml:trace contextRef="#ctx0" brushRef="#br0" timeOffset="107">12648 6671 8912,'0'9'0,"0"1"0,0-4 0,0-4 0,0 5 0,0-7 0,0 0 0,8-2 0,3-3 0,5 3 0,9-8 0,3 4 0,-1 3 0,2-9 0,-1 8 0,5-1 0,-4 3 0,-4-6 0,-1 6 0,3-5 0,8 7 0</inkml:trace>
  <inkml:trace contextRef="#ctx0" brushRef="#br0" timeOffset="108">13130 6688 8912,'-11'0'0,"-1"0"0,7-2 0,-7-4 0,8 5 0,-3-7 0,5 8 0,-2 2 0,-2 4 0,0 3 0,6 8 0,0 2 0,0 4 0,6 2 0,0 4 0,2 3 0,-3-3 0,3 2 0,3-3 0,3 3 0,-7-8 0,3-2 0,1-2 0,7-2 0</inkml:trace>
  <inkml:trace contextRef="#ctx0" brushRef="#br0" timeOffset="109">13251 6310 8912,'-12'-12'0,"3"1"0,1-2 0,-5 5 0,11 2 0,-4 12 0,4 11 0,2 2 0,0 4 0,2 4 0,4 2 0,-2-3 0,5 1 0,-1-2 0,5 5 0,-11-10 0,13 12 0,-5-5 0</inkml:trace>
  <inkml:trace contextRef="#ctx0" brushRef="#br0" timeOffset="110">13199 6430 8912,'-10'-7'0,"5"-5"0,3-3 0,2 3 0,0 1 0,0-2 0,2 3 0,3-1 0,5 7 0,7-10 0,0 9 0,1 1 0,-1 2 0,0 2 0,0 0 0,1 0 0,-7 0 0,0 0 0,-7 2 0,2 4 0,-4 5 0,-2 4 0,0 2 0,0 1 0,-6-1 0,0 0 0,-1 0 0,1 0 0,2 1 0,-7-1 0,-1 0 0,-5 0 0</inkml:trace>
  <inkml:trace contextRef="#ctx0" brushRef="#br0" timeOffset="111">13182 6413 8912,'9'0'0,"7"0"0,-12 0 0,7 0 0,0 0 0,7 2 0,-1 4 0,2-2 0,2 7 0,2 2 0,0 3 0,2 1 0,2 8 0,7 1 0</inkml:trace>
  <inkml:trace contextRef="#ctx0" brushRef="#br0" timeOffset="112">13646 6568 8912,'0'-17'0,"6"5"0,2 3 0,1 1 0,-5-5 0,12 11 0,-5-4 0,4 4 0,3 2 0,-1 2 0,0 4 0,0 5 0,0 10 0,-1 4 0,-5 2 0,-5 3 0,3 3 0,-7-5 0,4 3 0,-4 5 0,-10-9 0,5 11 0,-9-15 0,1 8 0,-7-12 0,1-10 0,0-11 0</inkml:trace>
  <inkml:trace contextRef="#ctx0" brushRef="#br0" timeOffset="113">13991 6396 8912,'-8'17'0,"-2"0"0,-7 0 0,0 3 0,0 2 0,0 5 0,-1 8 0,3 1 0,4 4 0,3-4 0,10 6 0,4-9 0,5-5 0,12-3 0,6-8 0,9-1 0,2-5 0,8-3 0,-4-12 0,8-7 0,-8-9 0,-2-14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6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21373 6740 8912,'0'-17'0,"0"-1"0,-7-3 0,-5 4 0,-3 8 0,-10 7 0,-2 9 0,0 10 0,-5 8 0,3 14 0,-3 6 0,-3 3 0,1 15 0,-1 8 0,3 9 0,3 4 0,-1 2 0,7 2 0,2 4 0,13-44 0,2 1 0,1 3 0,1-1 0,0-1 0,0-2 0,0 36 0,2-17 0,12-16 0,7-11 0,10-3 0,5-16 0,3-6 0,-1-6 0,1-5 0,-1-9 0,8-13 0,2-8 0</inkml:trace>
  <inkml:trace contextRef="#ctx0" brushRef="#br0" timeOffset="1">21476 7410 8912,'-7'-17'0,"-3"0"0,-1 7 0,-1 5 0,8 3 0,-3 4 0,7 3 0,0 7 0,0 11 0,0 3 0,0 9 0,0-1 0,0 1 0,0-1 0,0 0 0,0 1 0,0-1 0,0-1 0,0-5 0,0 3 0,0-8 0,0-2 0,0-2 0,0-10 0,0-1 0,7-31 0,-3 2 0,8-19 0,-7 2 0,7-2 0,-1 1 0,5-4 0,-5 1 0,4-6 0,-5 13 0,7-1 0,0 7 0,1 5 0,-1 6 0,0 9 0,0 1 0,1 2 0,-7 20 0,0 5 0,3 6 0,-7 11 0,7 0 0,-6 3 0,1-9 0,1 1 0,3-6 0,-1-1 0,1 1 0,2-9 0,2-3 0,1-7 0,-1-1 0,0-5 0,8-7 0,2-3 0</inkml:trace>
  <inkml:trace contextRef="#ctx0" brushRef="#br0" timeOffset="2">22044 7324 8912,'-17'0'0,"6"8"0,-1 3 0,-1 5 0,5 8 0,-5 1 0,5 6 0,-1-2 0,5-1 0,-4 5 0,8-3 0,0-1 0,8-8 0,3 0 0,4-8 0,3-5 0,-1-12 0,0-7 0,0-1 0,-1-15 0,-5 5 0,2-3 0,-7-6 0,-2 2 0,-2 1 0,-2 1 0,0-5 0,0 12 0,0-2 0,-6 2 0,0 3 0,-5 6 0,5-1 0,-5 7 0,5-7 0,2-1 0,2-2 0,2-3 0</inkml:trace>
  <inkml:trace contextRef="#ctx0" brushRef="#br0" timeOffset="3">22457 7084 8912,'-17'-16'0,"0"5"0,5-3 0,1 9 0,7-1 0,-4 6 0,8 8 0,0 3 0,-5 12 0,-1 6 0,2 3 0,2 3 0,2-1 0,0 0 0,6 6 0,0 1 0,7 1 0,-3-4 0,-1 2 0,-1 8 0,-8-12 0,0 4 0,-8-11 0,-1-4 0</inkml:trace>
  <inkml:trace contextRef="#ctx0" brushRef="#br0" timeOffset="4">22182 7376 8912,'0'-17'0,"0"-1"0,0 1 0,0 6 0,0-1 0,15 1 0,4 1 0,18 5 0,5 3 0,9 2 0,7-6 0,5 0 0,11-7 0,-3 3 0</inkml:trace>
  <inkml:trace contextRef="#ctx0" brushRef="#br0" timeOffset="5">23507 7135 8912,'-17'-17'0,"0"0"0,-1 1 0,1 5 0,0 5 0,0 4 0,0 2 0,-1 2 0,1 4 0,0 4 0,0 7 0,0 0 0,-1 2 0,1 4 0,0-4 0,0 4 0,5 2 0,3-2 0,1-2 0,2 4 0,6-2 0,0-1 0,2-4 0,4-1 0,4 0 0,3 0 0,2 0 0,4 1 0,2-9 0,-2 6 0,4-5 0,6 0 0,-4 5 0,2-11 0,-4 7 0,-4-5 0,4 5 0,-6 3 0,-6 1 0,5 2 0,-14 0 0,3 1 0,-12-1 0,-11 0 0,-6 0 0,-11 0 0,1 1 0,1-3 0,3-2 0,3-3 0,2-3 0,2-1 0,6-6 0,0-8 0,0-1 0</inkml:trace>
  <inkml:trace contextRef="#ctx0" brushRef="#br0" timeOffset="6">23834 7324 8912,'-17'-9'0,"0"1"0,-1 8 0,1 0 0,-2 0 0,-4 0 0,4 8 0,-4 3 0,4 4 0,2 5 0,0 2 0,-1 5 0,3 2 0,4 0 0,3-8 0,8 1 0,0-2 0,0-3 0,0 0 0,0-7 0,2-3 0,4-7 0,5 0 0,4-2 0,3-3 0,-1-7 0,0-3 0,0-10 0,-5 6 0,-1-6 0,2 0 0,1 12 0,-3-4 0,5 3 0,-7-3 0,3 6 0,-1-1 0,-5 8 0,3 0 0,-1 8 0,-4 8 0,5 3 0,-7 4 0,4 4 0,2-4 0,-3 4 0,9 2 0,-5-2 0,1-2 0,3-2 0,-5-4 0,2-1 0,3-3 0,-5-7 0,7 4 0,-4-8 0,5-16 0,1-3 0</inkml:trace>
  <inkml:trace contextRef="#ctx0" brushRef="#br0" timeOffset="7">24213 7101 8912,'0'-19'0,"0"-4"0,0 11 0,0-3 0,-6 4 0,0-1 0,0 8 0,4-1 0,-1 10 0,-3 7 0,0 11 0,0 3 0,1 9 0,1 1 0,2 4 0,2-2 0,0 8 0,0-8 0,0 3 0,0-5 0,0-2 0,0-5 0,0 0 0,2-5 0,2 1 0,1-8 0,9-5 0,-3-1 0,5-5 0,1-12 0,-2-3 0,-3-8 0,3-6 0,-4 0 0,3-8 0,-3 3 0,5 1 0,-7 0 0,3 2 0,-3 4 0,-1 2 0,-3 8 0,-5-1 0,8 8 0,-6-3 0,6 9 0,-8 5 0,0 10 0,0 1 0,0 6 0,0-1 0,0 0 0,0 0 0,0 2 0,2-6 0,3 4 0,5-4 0,7-9 0,0-5 0,1-5 0,-1-5 0,0-7 0,0-3 0,6-8 0,0 0 0,0-5 0,-6 5 0,0-6 0,1 6 0,-1 0 0,0 6 0,-5 2 0,-3 1 0,-1 3 0,5 7 0,-11-2 0,4 12 0,-2 4 0,-1 7 0,3 0 0,0 8 0,-6-4 0,2 5 0,4-1 0,-5-2 0,7 0 0,-8 0 0,6 0 0,0-6 0,-3 0 0,-1 1 0,-2-1 0,0 0 0,-7-7 0,-5-5 0,-3-3 0,-2-2 0</inkml:trace>
  <inkml:trace contextRef="#ctx0" brushRef="#br0" timeOffset="8">24660 6963 8912,'0'-17'0,"0"0"0,0 0 0,0 5 0,0 1 0,0 9 0,2 2 0,4 9 0,-4 7 0,11 7 0,-7-1 0,-2 0 0,-3-3 0,-1 5 0,0 3 0</inkml:trace>
  <inkml:trace contextRef="#ctx0" brushRef="#br0" timeOffset="9">23920 7445 8912,'-23'9'0,"0"-3"0,2-4 0,2-2 0,9-2 0,5-4 0,5-3 0,7-9 0,12 1 0,14 0 0,11 0 0,13 0 0,-1-1 0,7 1 0,-8 0 0,5 6 0,-9-1 0,1-1 0,-1-2 0,1-3 0</inkml:trace>
  <inkml:trace contextRef="#ctx0" brushRef="#br0" timeOffset="10">25262 7049 8912,'-15'-23'0,"2"0"0,1 2 0,-1 2 0,-3 2 0,-1 0 0,0 7 0,0 3 0,0 7 0,-1 2 0,1 3 0,0 7 0,7 11 0,-5-2 0,6 7 0,-1 3 0,-5 1 0,11 3 0,-8-1 0,9 1 0,-3-1 0,4 0 0,2 1 0,0-1 0,0-7 0,0 5 0,0-3 0,6 3 0,-1 3 0,7-3 0,-6-3 0,5 2 0,-5-9 0,-2 1 0,-2 0 0,-2 0 0,0-7 0,0-1 0,0-6 0</inkml:trace>
  <inkml:trace contextRef="#ctx0" brushRef="#br0" timeOffset="11">24953 7531 8912,'-10'-35'0,"4"1"0,4 7 0,2 4 0,0 4 0,0 2 0,2 5 0,4 1 0,4 7 0,7-2 0,6 4 0,2 2 0,1 0 0,5 0 0,-4 0 0,1 0 0,3 0 0,1 0 0,-3 0 0,0 0 0,-8 0 0,2 0 0,-10 0 0,-1 0 0,-8 0 0,3 0 0,-9 6 0,-3 0 0,3 7 0,-6-9 0,8 8 0,0-1 0,0 1 0,0-1 0,6-5 0,-1 5 0,9-7 0,-5 4 0,9-8 0,-1 0 0,-6 0 0,1 0 0,-7 0 0,7 0 0,1 0 0,-5 2 0,-2 3 0,1 5 0,-1 7 0,6 8 0,-7 4 0,7 3 0,-6 2 0,5 3 0,-5 1 0,-2 2 0,-3 0 0,-1 2 0,0-6 0,-7 6 0,-5-7 0,-3-1 0,-10-7 0,4-2 0,-8-8 0,3-6 0,-5-1 0,4-2 0,2-5 0,4-1 0,2-9 0,10-5 0,3-11 0,-2-3 0,3-9 0,7-1 0,11-2 0,8-2 0,6-8 0,7 4 0</inkml:trace>
  <inkml:trace contextRef="#ctx0" brushRef="#br0" timeOffset="12">25761 7462 8912,'0'-17'0,"0"7"0,0 2 0,0 8 0,0 2 0,0 4 0,0 4 0,0 7 0,0 2 0,0 2 0,0 4 0,0 0 0,0-1 0,0-1 0,0-5 0,0-1 0,0 0 0,0 0 0,0 0 0,0 1 0,-7-9 0,-5-3 0,5-12 0,-1-5 0,8-12 0,0 2 0,0-8 0,2 2 0,2-3 0,1 1 0,7 8 0,-4-2 0,1 2 0,5-2 0,-7 4 0,8 0 0,-3 8 0,3-1 0,2 2 0,1 5 0,-7 3 0,1 2 0,-1 2 0,1 2 0,-1 1 0,0 9 0,7-7 0,-1 5 0,0 1 0,0-7 0,1 0 0,-1-1 0,0 1 0,0-2 0,0-2 0,-5-2 0,-1 0 0,-5 0 0,6 0 0,-9 0 0,5-8 0,-8 6 0,0-5 0,-2 7 0,-4 0 0,4 7 0,-5 3 0,7 7 0,0 0 0,0 0 0,0 3 0,0 2 0,2-1 0,3 8 0,5-6 0,7 4 0,0-2 0,1 3 0,-1-3 0,0 0 0,0 0 0,-7-2 0,3-4 0,-7 4 0,0-10 0,-6 4 0,0-9 0,0 3 0,0-5 0,-2 4 0,-4-3 0,-5-3 0,-5-2 0,-9-2 0,-1 0 0,-9 0 0,1 0 0,-8-8 0,-2-1 0</inkml:trace>
  <inkml:trace contextRef="#ctx0" brushRef="#br0" timeOffset="13">25796 7135 8912,'-17'-7'0,"-1"-5"0,3-3 0,2-1 0,1 5 0,8 1 0,-1 5 0,7 3 0,9-4 0,1 4 0,22 2 0,0 0 0,1 0 0,14 0 0,-5 0 0</inkml:trace>
  <inkml:trace contextRef="#ctx0" brushRef="#br0" timeOffset="14">26570 6740 8912,'17'0'0,"1"0"0,-1 0 0,0-6 0,0 0 0,0 2 0,8 10 0,2 9 0,2 14 0,-1 17 0,-7 19 0,4 23 0,-16-37 0,-2 3-866,-1 4 1,-1 2 865,0 4 0,-2 0 0,-3 4 0,0 0 0,-1-2 0,0 0 0,-1-3 0,-2 0 0,-3-2 0,-3 0 0,-3-1 0,-3-1 0,-1-2 0,-2-2-292,-3-3 0,-2-1 292,-1 2 0,-4-2 0,-4-7 0,-2-1 0,0 1 0,1-2 0,0-4 0,-1-1 0,1-2 0,-1 1 0,-34 32 0</inkml:trace>
  <inkml:trace contextRef="#ctx0" brushRef="#br0" timeOffset="15">18723 10797 8912,'-11'0'0,"-1"0"0,1-7 0,-5 3 0,3-6 0,1 3 0,7-5 0,-7 6 0,8-7 0,4 11 0,12-4 0,3 5 0,12 1 0,7 0 0,10 0 0,6-2 0,4-2 0,3-4 0,6-1 0,12 5 0,5-12 0,12 7-200,-44 4 1,1 0 0,4-2 0,1-1 199,1 2 0,-1 1 0,0 1 0,-1 0 0,43-4 0,-10 1 0,-8 5 0,-11-4 0,-4 4 0,-5 2 0,-12 0 0,-6 0 0,-11 0 0,-5 0 0,-14 0 0,-4 0 0,-14 0 0,-9 0 0,-10 0 265,-5 0 1,-9 0 0,-1 0-266,-2 0 0,-2 0 0,-7 0 0,-4 0 0,3 0 0,-3 0 0,1 0 0,-1 0 0,-6 0 0,-8 8 0,0 1 0,4 3 0,0-1 0,1 1 0,2 5 0,3 0 0,2 0 0,2 1 0,5 1 0,2 2 0,4 2 0,-3 7 0,20-11 0,2 6 0,12-2 0,9 0 0,6 0 0,8-6 0,9 0 0,16 0 0,12-7 0,13-4 0,5-4 0,11-2 0,5-4-292,7-8 0,8-1 292,-46-1 0,1-1 0,5 1 0,1 0 0,1-3 0,-1-1 0,0 2 0,-1 0 0,-2 2 0,-1-1 0,39-17 0,-4 3 0,-7 2 0,-11-1 0,-8 8 0,-9 3 0,-14 0 0,-20 15 0,-11-5 0,-14 7 0,-11 0 0,-14 1 0,-13 3 0,-9 2 0,-1 7 0,-7-1 0,8-3 0,-2 3 0,-5-1 0,1 5 0,-6-3 0,4-2 0,-2 1 0,8 3 0,-1-1 0,-1-3 0,13-7 0,-2 3 584,20-7-584,11 0 0,11 0 0,12 0 0,11 0 0,11-1 0,5-3 0,1-2 0,8-7 0,-5 5 0,3-5 0,-4 1 0,-1 8 0,7-11 0,-6 6 0,6-9 0</inkml:trace>
  <inkml:trace contextRef="#ctx0" brushRef="#br0" timeOffset="16">18861 10178 8912,'-23'-2'0,"2"-3"0,5-7 0,7-3 0,11 0 0,4 3 0,3-1 0,10 5 0,4-1 0,4 5 0,5-2 0,-1 4 0,-2 2 0,-8 0 0,9 2 0,-5 4 0,2 5 0,-6 12 0,4-2 0,-10 8 0,-3 1 0,1-3 0,-7 2 0,-2 1 0,-3 3 0,-1 1 0,0-1 0,-1-3 0,-5-1 0,-4-16 0,-7 10 0,0-13 0,0-1 0,7-1 0,1-10 0,5-4 0,-2-5 0,0-12 0,8-9 0,4-11 0,5 0 0,5 4 0,1-1 0,0 4 0,0 2 0,8-8 0,-6 13 0,6-2 0,0 5 0,-6 6 0,6-12 0,-8 5 0</inkml:trace>
  <inkml:trace contextRef="#ctx0" brushRef="#br0" timeOffset="17">19497 10178 8912,'-17'10'0,"0"-4"0,0 3 0,0 1 0,7-1 0,2-1 0,16-8 0,4 0 0,3 0 0,4 0 0,2-2 0,2-4 0,6-3 0,-6-8 0,-1-1 0,-4 1 0,1 6 0,4-1 0,-10 1 0,4-6 0,-5-1 0,-1 1 0,-3 0 0,-10 2 0,-4 3 0,-5 5 0,-4-1 0,-3 6 0,-7 2 0,-3 12 0,-3 3 0,1 4 0,1 4 0,0 4 0,4 7 0,8 0 0,2-1 0,9-3 0,2-1 0,4 0 0,8 3 0,9-3 0,8-6 0,9-12 0,8-3 0,4-8 0,4 0 0,2 0 0,-3-10 0,-3-7 0,4-2 0,-4-10 0,2 1 0,-2-7 0,-12 1 0,-9 0 0,-2-1 0,0 1 0,-6 7 0,-6 4 0,-14 4 0,-1 9 0,-17 5 0,-2 3 0,-8 2 0,6 6 0,-3-1 0,-3 9 0,6-3 0,0 4 0,1 3 0,3-1 0,1 0 0,3 0 0,2 0 0,3 1 0,5-1 0,7 0 0,0 0 0,0 0 0,0 0 0,7-7 0,-3-2 0,8-8 0,1 0 0,-3 0 0,1 0 0,1 0 0,3-2 0,-4-4 0,5-2 0,-5-3 0,-1-2 0,1 7 0,-1-2 0,1 2 0,5 5 0,-7-7 0,8 8 0,0 0 0,1 8 0,-7 1 0,1 8 0,-1-5 0,6-1 0,-1-5 0,-1 4 0,2-3 0,-3-1 0,8-6 0,-2 0 0,-3 0 0,0 0 0,6-8 0,0-3 0,-2-5 0,-10-1 0,5 0 0,-7 0 0,1 0 0,-3 5 0,-7 1 0,-1-1 0,-5 3 0,-4 1 0,-13 8 0,-2 0 0,-1 0 0,5 0 0,-6 8 0,6 3 0,-2 5 0,0 1 0,8 0 0,1 0 0,3 0 0,7 0 0,-9 1 0,7-1 0,0 0 0,6 0 0,2-1 0,4-5 0,-2-3 0,7-8 0,4 0 0,4-2 0,4-4 0,8-4 0,-6-12 0,4-1 0,1-8 0,-7 2 0,6-3 0,-6-2 0,-2-1 0,-2 1 0,-4-6 0,-3 0 0,-7-1 0,-3-1 0,-2 8 0,0 0 0,0 7 0,0 10 0,0-1 0,-7 9 0,-1 15 0,-3 11 0,3 12 0,8-1 0,0 7 0,0 5 0,0-4 0,0 6 0,0-8 0,2 1 0,4-1 0,1-5 0,5-1 0,3-5 0,-4 6 0,7-8 0,3 2 0,2-6 0,-2-5 0,-2-3 0,0-5 0,4 2 0,-4-1 0,0-12 0,-7-5 0,1-3 0,2-2 0,-5 0 0,-5-1 0,3 7 0,-2 0 0,0 5 0,-6-6 0,0 7 0,0-7 0,0 8 0,0-3 0,0 7 0,0 0 0,0 7 0,7-5 0,1 8 0,3-4 0,-1-5 0,-4 5 0,-4-2 0,5 0 0,1 2 0,-6-1 0,13-5 0,-5 0 0,7 0 0,0 0 0,0 0 0,0 0 0,1 0 0,-1 0 0,0 0 0,0-5 0,1-1 0,-7 0 0,0 6 0,3 0 0,1 0 0,2 0 0,8 0 0,-6-6 0,4 1 0,-4-1 0,-1 6 0,-1 0 0,0 0 0,0 0 0,0 0 0,1 0 0,-9 0 0,-1 8 0,-8-5 0,0 9 0,-2 1 0,-4 2 0,2 8 0,-5 2 0,1 2 0,-5 2 0,11 5 0,-4 0 0,4 1 0,2-1 0,0 1 0,0-1 0,0 0 0,-7-7 0,5-2 0,-4-8 0,2 0 0,-2 1 0,-3-1 0,-8 0 0,-2-2 0,-4-3 0,2 1 0,-8-7 0,-7-8 0,-8-8 0</inkml:trace>
  <inkml:trace contextRef="#ctx0" brushRef="#br0" timeOffset="18">20685 9972 8912,'-19'-8'0,"0"-3"0,1-4 0,-3 5 0,19 2 0,2 8 0,12 0 0,11 8 0,4 2 0</inkml:trace>
  <inkml:trace contextRef="#ctx0" brushRef="#br0" timeOffset="19">23387 5519 8912,'0'-11'0,"0"-1"0,-2 1 0,-2-1 0,-2 1 0,2-3 0,-3-1 0,1-2 0,2 0 0,-4 5 0,3 1 0,1-3 0,2-1 0,2-2 0,0 7 0,0 1 0,0 3 0,0 12 0,0-2 0,-2 17 0,-4 3 0,-5 5 0,-4 7 0,-3 5 0,1 6 0,0-1 0,-6 6 0,0 5 0,2-2 0,2-1 0,2-3 0,1 3 0,5 3 0,3-3 0,8 3 0,0-3 0,0-3 0,0 1 0,0-1 0,0-7 0,0-2 0,2-7 0,4-1 0,-4 0 0,4 1 0,-5-3 0,-1-3 0,0 3 0,2-12 0,4 2 0,-4-2 0,4-3 0,3 0 0,-5-2 0,8-3 0,-1-5 0,-1-7 0,5 0 0,-4 0 0,5 0 0,3 0 0,4 0 0,-2-2 0,7-1 0,3-3 0,2 2 0,1 2 0,0 2 0,1 2 0,-1 4 0,1-2 0,-1 7 0,1 2 0,-1 3 0,2 1 0,4 0 0,6-2 0,4-3 0,4 1 0,1-7 0,4-2 0,2-2 0,-5-2 0,1 0 0,-3 0 0,-3 0 0,-5 0 0,-4 0 0,-3 0 0,-7 0 0,-1 0 0,3 2 0,1 3 0,-1 7 0,0-5 0,3 9 0,1-7 0,4 3 0,0-3 0,0-1 0,6 5 0,-10-11 0,6 4 0,-2-4 0,6-2 0,-10 0 0,6 0 0,-2 0 0,6-8 0,-4 4 0,8-7 0,-1-2 0,1 3 0,0-1 0,1 5 0,3-4 0,1 1 0,-2-1 0,-1 6 0,-4-3 0,-3 7 0,-1 0 0,2 0 0,2 0 0,2 7 0,5-5 0,2 4 0,2-4 0,2-2 0,4 0 0,-4 0 0,-5 0 0,-5 0 0,-1 0 0,7-8 0,-5 4 0,5-5 0,0 1 0,-5-3 0,5 3 0,-1 0 0,-1 1 0,-5 1 0,-9 6 0,0 0 0,-5 0 0,4 0 0,-2 0 0,0 0 0,-5 0 0,-1 0 0,0 0 0,3 0 0,3 0 0,-2-2 0,8-2 0,2-1 0,2 1 0,1-4 0,1 2 0,-1 1 0,-7 5 0,-2 0 0,1 0 0,-7 0 0,2 0 0,-5 0 0,-5 0 0,-7 0 0,12 0 0,-4 0 0,3 0 0,-3-2 0,-1-4 0,1 2 0,5-7 0,1 5 0,-1-5 0,1 5 0,-1-6 0,-5 3 0,0-5 0,-1 5 0,-1 1 0,-2-3 0,-8 5 0,0-7 0,0 3 0,1-5 0,-1 3 0,-8-3 0,5 6 0,-8-9 0,1 1 0,-3 0 0,2 0 0,5-6 0,-5 0 0,2-8 0,-3 3 0,5-7 0,-1-5 0,7 4 0,-12-14 0,5 4 0,-1-3 0,-2-9 0,-5 1 0,5 2 0,-4 1 0,4 3 0,-4-1 0,-4 2 0,-2 3 0,-4 3 0,-1 2 0,3-6 0,-5 2 0,-1 4 0,1-2 0,-1 4 0,-1-6 0,-3 2 0,-1-2 0,0 1 0,-6 1 0,0 3 0,-2 5 0,4 2 0,-2-1 0,-2 9 0,3 3 0,1 4 0,-6 1 0,2 1 0,-6 0 0,3 0 0,-5 0 0,-1 5 0,-1 1 0,1-1 0,-6-3 0,-2 2 0,-2 1 0,5 3 0,-1-3 0,4-3 0,2 11 0,-3-6 0,-3 3 0,2-1 0,-10 4 0,-6-1 0,-7 1 0,-6-6 0,-3 6 0,-5-5 0,-3-1 0,-1 1 0,-3 5 0,7-2 0,3-1 0,7-1 0,2-2 0,0 7 0,-6-3 0,8-4 0,1 6 0,7-5 0,-5 1 0,5 3 0,-6 5 0,7 0 0,0 0 0,-7 0 0,-2 1 0,-10 3 0,-3 2 0,3 7 0,-6-5 0,8 5 0,3-1 0,2 1 0,1-3 0,12 1 0,-3-7 0,14 2 0,-2-4 0,2-2 0,-2 0 0,-6 0 0,2 0 0,0 0 0,-5 0 0,-3 2 0,-3 3 0,3-3 0,-3 6 0,3 0 0,-3-7 0,-1 5 0,-3 2 0,8-2 0,3-3 0,10 7 0,-2-8 0,7 4 0,3-4 0,1-2 0,3 0 0,7 0 0,-4 0 0,0 0 0,-4 0 0,2-6 0,-1 0 0,-1 0 0,-5 6 0,-3 0 0,-3 0 0,2 0 0,-8 0 0,0 2 0,-5 2 0,-1 4 0,0 1 0,8-5 0,2 6 0,8-7 0,-1 3 0,-7 8 0,12-11 0,-5 9 0,7-6 0,-3 3 0,2-1 0,6 5 0,-3-1 0,1 1 0,4-2 0,2 5 0,5-7 0,-1 7 0,-4-5 0,-2 4 0,4-5 0,-1 7 0,1 0 0,0 0 0,5-5 0,1-1 0,7-5 0,-2 6 0,3-9 0,-3 3 0,4-2 0,-4 2 0,4 3 0,2 3 0,0-1 0,0 2 0,8 3 0,-4 3 0,9 4 0,6 5 0,6 5 0,10 1 0,-1 1 0,0-1 0</inkml:trace>
  <inkml:trace contextRef="#ctx0" brushRef="#br0" timeOffset="20">21631 10299 8912,'-17'0'0,"2"-2"0,3-4 0,5-4 0,7-7 0,0 0 0,0 0 0,7 0 0,-5 0 0,6 1 0,0 5 0,-7 1 0,5 5 0,-4 3 0,-10-6 0,-3 8 0,-4 2 0,-3 4 0,-6-1 0,-3 11 0,0 3 0,-5 2 0,11 2 0,-6 0 0,2-2 0,2-2 0,11-2 0,3 0 0,1 0 0,4 0 0,3 1 0,1-1 0,0 0 0,7 0 0,3 0 0,7-1 0,0-5 0,8 4 0,-4-5 0,8 5 0,1-3 0,-5 3 0,0-7 0,-8 5 0,0-1 0,1-1 0,-9 0 0,-3 1 0,-4 1 0,-10-3 0,-3 1 0,-6 3 0,-6 1 0,-4-6 0,-6 5 0,5-6 0,5 1 0,-4-5 0,8 4 0,-4-8 0,4 0 0,2-8 0,7-2 0,-5-15 0,5-1 0</inkml:trace>
  <inkml:trace contextRef="#ctx0" brushRef="#br0" timeOffset="21">6402 16437 8912,'0'-10'0,"0"1"0,0 3 0,0 4 0,0-6 0,0 8 0,0 0 0,7 0 0,-5 0 0,13 0 0,-13 0 0,6-2 0,-8-3 0,0 3 0,0-6 0,0 8 0,0-2 0,0-4 0,0 5 0,0-7 0,0 8 0,0 0 0,0-8 0,0 6 0,0-7 0,0 3 0,-6-4 0,1-7 0,-1 0 0,6 0 0,0-8 0,-6-2 0,-2-9 0,-1-4 0,3 2 0,-5-8 0,-3-4 0,-1-5 0,-2 1 0,5-5 0,1 7 0,-3 1 0,-1-1 0,4-5 0,1 0 0,2 1 0,3 10 0,5 6 0,0 12 0,0-5 0,2 6 0,3 1 0,5 3 0,0 4 0,5 9 0,-11-5 0,7 3 0,-7 5 0,11-1 0,-13 0 0,6 7 0,-8-7 0,0 8 0,0 0 0,-8-8 0,-9-1 0,-10-8 0</inkml:trace>
  <inkml:trace contextRef="#ctx0" brushRef="#br0" timeOffset="22">5971 15388 8912,'-9'-17'0,"-5"5"0,9 1 0,-1-1 0,6-7 0,0-2 0,0-2 0,2 0 0,4 4 0,5-4 0,4 2 0,3-7 0,1-1 0,4 2 0,-4-5 0,11 5 0,-5-5 0,2 3 0,-6 4 0,2 8 0,-6 0 0,-5-1 0,3 9 0,-11 1 0,7 8 0,-7 0 0,9 8 0,-5 3 0,2 5 0,1 1 0,6 2 0,-1 2 0,-3 4 0,-1 2 0,5-5 0,6 7 0,-2 2 0,-2-6 0,-2 7 0,2-3 0,4 3 0,-4 3 0,4-1 0,-4 0 0,-1 1 0</inkml:trace>
  <inkml:trace contextRef="#ctx0" brushRef="#br0" timeOffset="23">7314 6946 8912,'11'0'0,"-1"-2"0,-3-4 0,1 4 0,-4-5 0,2-1 0,1 4 0,-1-7 0,-4 5 0,6-3 0,-1 1 0,-5-5 0,6 11 0,-8-14 0,0 7 0,0-1 0,0-5 0,0 13 0,0-13 0,2 13 0,3-4 0,-1 2 0,8 1 0,1-3 0,4-6 0,6 7 0,-2-7 0,6 5 0,0-1 0,1-2 0,9 1 0,-3 5 0,16-9 0,-4 7 0,9-6 0,3 7 0,1-7 0,-4 6 0,3 3 0,7-7 0,-12 8 0,5-4 0,-5 5 0,-1 1 0,-1-2 0,1-2 0,0-2 0,-1 2 0,1 2 0,0-3 0,-1-1 0,-7 0 0,-2 6 0,-7 0 0,-1 0 0,-5 2 0,-1 2 0,3 2 0,2-3 0,1 7 0,0-8 0,1 4 0,7-3 0,4 3 0,2-4 0,-1 4 0,-1-4 0,0-2 0,6 2 0,-3 1 0,-3 3 0,-4 0 0,-7 0 0,-1-1 0,-5 7 0,-2-6 0,-2-3 0,3 5 0,-5-2 0,2 5 0,-2-5 0,-4 0 0,4-6 0,-4 0 0,-2 0 0,1 0 0,-1 0 0,0 0 0,0 0 0,-7-8 0,5 6 0,-13-5 0,8 7 0,-5 0 0,-3 0 0,13 0 0,-5 1 0,0 5 0,-3 4 0,-7 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64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13302 8132 8912,'-5'-17'0,"-3"2"0,0 2 0,-1 3 0,-1 0 0,-3 1 0,1 5 0,-3 0 0,-4 8 0,-2 7 0,-4 5 0,-2 9 0,-7 5 0,-1 8 0,1 8 0,-6 12 0,0 6 0,1 9 0,11 0 0,5 7 0,6 2 0,5 0 0,6-2 0,4 12 0,12-27 0,7 2 0,10-15 0,6-12 0,3-12 0,4-7 0,6-7 0,4-7 0,-1-9 0,-3-3 0,4-5 0,-6-7 0</inkml:trace>
  <inkml:trace contextRef="#ctx0" brushRef="#br0" timeOffset="1">13819 8356 8912,'0'-27'0,"0"4"0,0 4 0,0 2 0,0 7 0,0 3 0,0 9 0,0 3 0,1 9 0,3 9 0,4 9 0,2 6 0,-7 10 0,13-6 0,-5 6 0,4-2 0,3 0 0,-7-1 0,1 1 0,-3-8 0,3 3 0,-5-5 0,-7-4 0,0-3 0,-7-4 0,-3-8 0</inkml:trace>
  <inkml:trace contextRef="#ctx0" brushRef="#br0" timeOffset="2">13560 8545 8912,'10'-17'0,"3"-2"0,-7-4 0,8 4 0,-3-4 0,4 4 0,2 1 0,8 1 0,4 2 0,4 2 0,1 1 0,8 8 0,-6-3 0,4 7 0,-3 0 0,-9 2 0,1 3 0,-8 5 0,4 7 0</inkml:trace>
  <inkml:trace contextRef="#ctx0" brushRef="#br0" timeOffset="3">14059 8579 8912,'18'6'0,"-3"2"0,-2-1 0,-1 1 0,-1-2 0,7-6 0,-9 7 0,10-3 0,-3 6 0,3-3 0,-10 5 0,8-4 0,-1 1 0,-1 4 0,2 3 0,-7 1 0,-3 0 0,1 0 0,-6-5 0,4-1 0,-4 1 0,-2 5 0,0-8 0,-8 7 0,0-16 0,-3 0 0,3-8 0,10-9 0,4 0 0,5 0 0,5-1 0,-1 1 0,0 0 0,2 0 0,-11 0 0,17 5 0,-11 3 0,3 1 0,4-4 0,2 7 0,2 1 0,0 2 0,-4 2 0,4 0 0,-4 0 0,4 0 0,-4 0 0,-2 0 0,1 0 0,-9 0 0,-1-8 0,-8 6 0,-8-5 0,-3 7 0,-5 0 0,-1 2 0,0 1 0,0 3 0,7 8 0,-3-5 0,7 8 0,2 1 0,2-1 0,2 0 0,0 0 0,8 0 0,2-5 0,7-1 0,2-7 0,4 2 0,-2-4 0,8-2 0,1 0 0,-5-8 0,2-1 0,-6-7 0,2 1 0,-2-2 0,-4 9 0,-6-9 0,3 4 0,-7-5 0,3 1 0,-6 8 0,4 1 0,-8 8 0,0 2 0,0 4 0,7 3 0,-5 3 0,4-1 0,-4 2 0,-2 3 0,0 1 0,0 0 0,0-7 0,0-3 0,7-7 0,-3 0 0,8 0 0,-7-5 0,7-1 0,-1-6 0,7 7 0,4-7 0,3 5 0,2-1 0,4 0 0,1 4 0,3-5 0,-1 7 0,0-4 0,-5 4 0,0 2 0,-2 0 0,1 0 0,-3-5 0,-8-1 0,1 0 0,-1 6 0,-8-2 0,-5-2 0,-8-1 0,-5-1 0,-3 0 0,-1 0 0,-6 3 0,2 1 0,-8 0 0,8-2 0,-1-2 0,7 1 0,-1 5 0,-1 0 0,-2 7 0,5 3 0,4 7 0,4-7 0,2 5 0,0-4 0,2 5 0,4 1 0,4-8 0,7-1 0,0-8 0,0 0 0,1 0 0,-1-10 0,0-5 0,0-6 0,0-9 0,1-3 0,-1-9 0,0-2 0,-6 0 0,-1-4 0,-2 4 0,-5 2 0,-1 10 0,-2 1 0,0 8 0,0 8 0,0 8 0,0 8 0,-2 5 0,-3 6 0,3 11 0,-4 5 0,4 5 0,2 1 0,0 0 0,2-1 0,4-4 0,-2 1 0,7-7 0,-5 0 0,5-6 0,-1 0 0,1 1 0,5-9 0,-7-1 0,8-8 0,1-2 0,-1-4 0,0-3 0,0-11 0,0-2 0,-5 2 0,-1-2 0,-5-3 0,4 2 0,-3 2 0,-1 9 0,-4-3 0,4 4 0,-4 3 0,5 0 0,-7 10 0,0 4 0,0 5 0,0 5 0,0 1 0,6 0 0,0 0 0,5 2 0,-5 4 0,7-4 0,-5 6 0,3-8 0,3 1 0,-8-1 0,-1 0 0,-5 0 0,0 0 0,-9 1 0,-7-1 0,-6 0 0,-5 0 0,-8 0 0,-5 1 0,0-9 0,6 4 0,1-7 0,4-2 0,5-2 0,6-2 0,1-8 0,0-1 0</inkml:trace>
  <inkml:trace contextRef="#ctx0" brushRef="#br0" timeOffset="4">16744 8579 8912,'-10'-19'0,"5"-4"0,-3 4 0,2-4 0,3 4 0,-7-6 0,2 6 0,-5-2 0,3 6 0,1 5 0,-1 3 0,5 1 0,-7 6 0,1 0 0,-7 0 0,1 8 0,6 1 0,-1 10 0,-1 4 0,-1 4 0,3 0 0,-4 5 0,13-11 0,-4 6 0,4 0 0,4-2 0,4-1 0,3-1 0,16-7 0,4-5 0,5-3 0,5-8 0,1 0 0,7 0 0,-3-2 0,8-4 0,0-3 0,-1-9 0,-7 1 0,-4-2 0,-5-2 0,-6-2 0,-6 2 0,-4 2 0,-2 2 0,-8 0 0,-3-1 0,-4 1 0,-10 6 0,-3-1 0,-4 8 0,-3-3 0,1 7 0,0 6 0,0 1 0,0 3 0,-1 1 0,3 6 0,4 1 0,3-1 0,8-6 0,0 1 0,0-1 0,2 4 0,4-3 0,3-4 0,8-8 0,1 0 0,1 0 0,4 0 0,-4 0 0,4 0 0,-4-6 0,-2 0 0,0-2 0,0 5 0,1-3 0,-3-2 0,-2 4 0,-1-1 0,-8-1 0,11 6 0,-11 0 0,7 0 0,-7 0 0,11 0 0,-5 0 0,7 0 0,-5 2 0,-1 4 0,2 5 0,-3-3 0,1-3 0,-7-3 0,12 6 0,-14-6 0,13 13 0,-13-13 0,5 6 0,-7-8 0,0 0 0,0-8 0,0-3 0,0-5 0,0-1 0,0 0 0,2 2 0,4 1 0,6 3 0,3-1 0,2 3 0,0 3 0,0 4 0,1 2 0,-1 8 0,-2 3 0,-1 3 0,-3-3 0,-7 4 0,11-5 0,-5 7 0,-1 0 0,7 1 0,-5-1 0,-1-6 0,1 1 0,1-8 0,5 3 0</inkml:trace>
  <inkml:trace contextRef="#ctx0" brushRef="#br0" timeOffset="5">18379 8321 8912,'-23'-5'0,"0"-1"0,0 2 0,-2 2 0,4 10 0,-8 3 0,8 7 0,-2 5 0,4 1 0,4 9 0,4 1 0,3-5 0,10 7 0,4-5 0,3-5 0,8 3 0,8 0 0,4-12 0,3 4 0,3-19 0,-1 4 0,1-4 0,-1-4 0,0-4 0,1-11 0,-1-10 0</inkml:trace>
  <inkml:trace contextRef="#ctx0" brushRef="#br0" timeOffset="6">18809 8218 8912,'0'-25'0,"0"-1"0,0-1 0,0 4 0,0 12 0,0 3 0,0 10 0,0 4 0,-2 11 0,-4 11 0,3 5 0,-9 1 0,6 6 0,-5 2 0,-2 0 0,-3 1 0,-1-5 0,6 2 0,-1-4 0,1-5 0,1-5 0,2 5 0,3-12 0,-1 4 0,8-11 0,7-12 0,11-12 0,2-3 0,5-10 0,8 6 0,-1-4 0,0 4 0,1 2 0,-1-1 0,1 1 0,-1 8 0,1 3 0,-7 4 0,1 2 0,2 0 0,-1 0 0,-1 0 0,3 0 0,-7 8 0,4 3 0,3-3 0,-5-1 0,0-1 0,-4 0 0,2 0 0,-2-6 0,-2 0 0,-4-2 0,-6-4 0,5-4 0,-14-7 0,3 0 0,-3 0 0,-2 0 0,-7-1 0,-3 1 0,-7 0 0,0 8 0,-1 1 0,-1 8 0,-4 0 0,4 6 0,-4-1 0,6 9 0,6-3 0,-5 4 0,7 3 0,-1-1 0,3-6 0,7 1 0,0-7 0,0 7 0,0-8 0,1 3 0,5-7 0,6 0 0,11 0 0,3 0 0,9-1 0,-1-5 0,1 2 0,-1-8 0,0 7 0,1-5 0,-1 3 0,-1 1 0,-5 6 0,3-2 0,-8-2 0,-2-2 0,-2 3 0,-2 1 0,1 2 0,-1 0 0,-6 5 0,1 1 0,-8 0 0,11-6 0,-13 0 0,5 2 0,-7 3 0,2-3 0,4 4 0,-4-4 0,6-2 0,-8 0 0,0-2 0,0-4 0,0 4 0,0-13 0,2 11 0,1-7 0,3-2 0,7 5 0,-3-7 0,7 11 0,0-6 0,1 3 0,7-5 0,3 6 0,5-5 0,-1 3 0,-1-1 0,-3-5 0,1 5 0,6-3 0,-9 9 0,-1-11 0,-8 8 0,1-7 0,-9 4 0,-9-1 0,-9 2 0,-9 8 0,1 0 0,0 0 0,2 2 0,3 4 0,-3-4 0,3 4 0,3 3 0,-3 3 0,3-3 0,-3 3 0,3-3 0,3 3 0,4 3 0,-4-4 0,5 5 0,1 1 0,0 2 0,1 2 0,5 2 0,4 7 0,9-1 0,2 6 0,2 5 0,0-2 0,-6 8 0,0 0 0,-7-3 0,-5 0 0,-3-1 0,-2-6 0,0 4 0,-3-4 0,-7-3 0,-7-7 0,-2-8 0,-2-3 0,-2-9 0,4-1 0,-6-7 0,4-5 0,3-10 0,-3-1 0,18-20 0,-7 4 0,2-2 0,3-8 0,12 5 0,5-6 0,3 1 0,4-2 0,4 6 0,-2 3 0,8 3 0,0 0 0,5-1 0,0 3 0,1 3 0,-1 4 0,1 8 0,-3 6 0,-1 1 0,-4 0 0,-3 1 0,-1 5 0,-5-2 0,-1 4 0,-10 2 0,-7 0 0,-7 0 0,-3 0 0,-5 0 0,13 0 0,-13 8 0,5-6 0,-1 11 0,1-5 0,2 2 0,-5-5 0,2 7 0,-5-1 0,1 6 0,4 1 0,5-1 0,-2 0 0,2 0 0,3 0 0,1 1 0,2 5 0,0-1 0,7 1 0,5-5 0,5-1 0,6 0 0,4-7 0,7-5 0,-3-3 0,3-2 0,-9 0 0,9 0 0,5-15 0,5-4 0</inkml:trace>
  <inkml:trace contextRef="#ctx0" brushRef="#br0" timeOffset="7">21356 8648 8912,'-17'0'0,"0"0"0,7 0 0,2 2 0,8 4 0,0 9 0,0 8 0,0 0 0,0 2 0,0 3 0,0 5 0,0 1 0,0 1 0,0-1 0,0 8 0,8-6 0,-6 6 0,6-7 0</inkml:trace>
  <inkml:trace contextRef="#ctx0" brushRef="#br0" timeOffset="8">20874 7995 8912,'-8'11'0,"-3"1"0,-4-1 0,-3 8 0,1 4 0,0 6 0,2 5 0,3 6 0,5 12 0,7 15 0,3 9 0,9 10 0,-4-37 0,3 0 0,5-1 0,2 1 0,0 2 0,1 1 0,1 2 0,0 1 0,-1 0 0,0 1 0,2 1 0,0-1 0,-1-4 0,-1-1-439,-2-4 0,-2-1 439,0 42 0,1 0 0,-22 2 0,-13 2 0,1-47 0,-4-1 0,-11 5 0,-5-2 0,-6 1 0,0-1 0</inkml:trace>
  <inkml:trace contextRef="#ctx0" brushRef="#br0" timeOffset="9">22130 8356 8912,'8'-17'0,"-6"-1"0,6 1 0,-8 0 0,0 0 0,0 0 0,0 5 0,0 1 0,-2-1 0,-2 1 0,-2-1 0,-7 9 0,1-3 0,-3 8 0,-2 9 0,0 3 0,-1 14 0,1 5 0,0 5 0,5 0 0,1 8 0,-2 2 0,5-6 0,2-2 0,4-4 0,2-1 0,0-1 0,0-7 0,2-4 0,4-4 0,3-10 0,14-1 0,2-8 0,2 0 0,-4-15 0,6-8 0,-1-10 0,-1-7 0,6-4 0,-16-2 0,0 0 0,-9-1 0,-6 5 0,-4-6 0,-4 8 0,-6 0 0,-10 5 0,1 9 0,-8 5 0,-2 7 0,6 7 0,1 7 0,8 1 0,5 5 0,3 9 0,8 10 0,2 0 0,4 0 0,11 6 0,10-12 0,7 5 0</inkml:trace>
  <inkml:trace contextRef="#ctx0" brushRef="#br0" timeOffset="10">22526 8236 8912,'-17'-6'0,"0"-2"0,0 1 0,-1-1 0,3 4 0,4 10 0,5 5 0,-4 12 0,8-2 0,-3 8 0,3 1 0,4 3 0,1 1 0,5 1 0,2-1 0,1 0 0,6-7 0,1-4 0,-1-4 0,-8 6 0,7-12 0,-5 3 0,4-7 0,-5-3 0,5-6 0,-3 0 0,3-8 0,0-5 0,-1-6 0,-3-6 0,3-2 0,-7-1 0,7-7 0,-7 3 0,3 3 0,-6-3 0,9 7 0,-7-4 0,-1-3 0,3 13 0,-6 1 0,6 20 0,-8 15 0,0 10 0,0 6 0,0 1 0,0-1 0,0-5 0,0 5 0,5-14 0,1 4 0,6-4 0,-7-2 0,9-7 0,-3-5 0,4-3 0,3-9 0,-1-3 0,0-7 0,6-10 0,0-5 0,-2-7 0,-2-1 0,-2-2 0,1-2 0,-1-5 0,-2 1 0,-3 2 0,3 0 0,-13-4 0,4 7 0,-5 8 0,-1 8 0,0 10 0,0 8 0,0 24 0,-1 17 0,-5 9 0,4 8 0,-4-3 0,2 4 0,-1 1 0,3 1 0,-4-2 0,4-5 0,2 3 0,0-8 0,0-3 0,0-7 0,8 3 0,-5-14 0,9 4 0,-8-12 0,11-3 0,-5-8 0</inkml:trace>
  <inkml:trace contextRef="#ctx0" brushRef="#br0" timeOffset="11">22870 8356 8912,'19'-2'0,"4"-4"0,4-3 0,8-9 0,5 1 0,0 0 0,2-8 0,-2-3 0,4-5 0,8-1 0</inkml:trace>
  <inkml:trace contextRef="#ctx0" brushRef="#br0" timeOffset="12">23490 7857 8912,'-17'10'0,"-1"-4"0,7-5 0,-1-1 0,7 0 0,-7 0 0,8 10 0,-1 5 0,3 8 0,2 4 0,0 4 0,0 9 0,0 4 0,2 7 0,3 1 0,-1-1 0,6-1 0,-3-4 0,5-4 0,-6-8 0,5-1 0,-3-5 0,1-5 0,3-11 0,5-6 0,0-5 0,0-8 0,1-7 0,-1-7 0,0-3 0,0-7 0,1 2 0,-1-1 0,-8 5 0,5-6 0,-9 8 0,3 1 0,-2 4 0,-4 9 0,5 1 0,-7 10 0,0 6 0,0 9 0,0 0 0,0 16 0,0-5 0,0 3 0,0-3 0,0 3 0,2-6 0,4 2 0,-4-6 0,4 2 0,3-12 0,1-3 0</inkml:trace>
  <inkml:trace contextRef="#ctx0" brushRef="#br0" timeOffset="13">23714 7960 8912,'0'18'0,"0"-9"0,0-1 0,-8-8 0,8 0 0,0 0 0,9 0 0,7 0 0,1-8 0,0-1 0</inkml:trace>
  <inkml:trace contextRef="#ctx0" brushRef="#br0" timeOffset="14">23989 8304 8912,'-8'10'0,"6"5"0,-5-13 0,7 6 0,2-8 0,3-2 0,9-4 0,5-7 0,4-8 0,7 2 0,-11-8 0,4 6 0,-3-2 0,-3 0 0,-8 6 0,-3 0 0,2-1 0,-3 1 0,-1 0 0,-9 0 0,-7 1 0,-9 5 0,-4 5 0,-2 4 0,-3 2 0,3 8 0,-2 3 0,6 12 0,-5 6 0,7 4 0,-2 1 0,9 2 0,3 4 0,7-3 0,-2 8 0,12-10 0,6 1 0,10-13 0,5 0 0,8-6 0,1-1 0,2-5 0,2-5 0,-7-4 0,7-10 0,-4-2 0</inkml:trace>
  <inkml:trace contextRef="#ctx0" brushRef="#br0" timeOffset="15">24316 8098 8912,'0'10'0,"0"-1"0,0-3 0,0-2 0,2 5 0,4-1 0,-3 5 0,9-1 0,-8 3 0,11 10 0,-4 3 0,3 5 0,-1 3 0,-1 4 0,-9-3 0,3 3 0,-4-4 0,-2 0 0,0 1 0,0-3 0,-8-3 0,5-22 0,-9-3 0,8-6 0,-1-6 0,3-9 0,2-12 0,7-2 0,3-20 0,7 3 0,0-4 0,8-9 0,-4 7 0,8 1 0,-6 1 0,6 10 0,-8 0 0,1 6 0,-2 7 0,-3 4 0,-6 11 0,1 7 0,-1 3 0,6 2 0,1 0 0</inkml:trace>
  <inkml:trace contextRef="#ctx0" brushRef="#br0" timeOffset="16">24918 8012 8912,'0'-17'0,"0"0"0,0 7 0,0-5 0,0 3 0,-7 5 0,-3-1 0,-7 10 0,-2 4 0,-2 5 0,-2 4 0,-8 10 0,12 2 0,-4 9 0,4 3 0,2 1 0,-1-2 0,9-2 0,3-1 0,4-1 0,2-5 0,0-1 0,8-7 0,3 2 0,5-4 0,1-2 0,0 1 0,0-7 0,0-1 0,1-3 0,-1 5 0,0-7 0,0 7 0,-1-4 0,-5 1 0,-5 5 0,-4-5 0,-2 3 0,-10-7 0,-7 7 0,-4-3 0,-13 3 0,3 3 0,-9-4 0,-4-3 0,0 0 0,-8-8 0</inkml:trace>
  <inkml:trace contextRef="#ctx0" brushRef="#br0" timeOffset="17">25865 8029 8912,'-2'-9'0,"-4"1"0,-5 2 0,-5-1 0,-1-1 0,0 0 0,-2 3 0,-4 5 0,-4 0 0,0 0 0,-3 15 0,5 8 0,0 11 0,0 12 0,4 11 0,4 8 0,5 4 0,7 0 0,3 0 0,9-2 0,7-6 0,5-10 0,4-9 0,15-13 0,-9-12 0,13-11 0,0-4 0,4-2 0,-2-16 0,0-6 0,0-11 0,0-7 0,2-4 0,5-8 0</inkml:trace>
  <inkml:trace contextRef="#ctx0" brushRef="#br0" timeOffset="18">26226 8167 8912,'-29'9'0,"1"-3"0,1 4 0,-2 1 0,2 6 0,6 6 0,0 6 0,6 3 0,0 3 0,9-1 0,0 0 0,6-1 0,0-4 0,10 1 0,5-7 0,6-2 0,8-9 0,-4-7 0,2-3 0,1-2 0,5-2 0,-5-3 0,3-5 0,-8-9 0,-2-4 0,-2 2 0,-2-8 0,-1 3 0,-3-5 0,-3 4 0,-3 2 0,-1 2 0,-6 6 0,0 0 0,0 0 0,0 7 0,0-5 0,8 13 0,-7-4 0,5 12 0,2 4 0,-1 7 0,3 0 0,2-2 0,5-3 0,-2 3 0,-3-3 0,3-3 0,-4 1 0,5-3 0,1-3 0,-6 0 0,1 2 0,-8-4 0,9 7 0,-7-3 0,-1 3 0,-5 9 0,0-1 0,0-8 0,0 7 0,0-14 0,-7 5 0,5-7 0,-6 0 0,8-7 0,2-3 0,4-7 0,5 0 0,-1-1 0,1 3 0,1 2 0,-3 1 0,7 3 0,-5-3 0,4 5 0,3 1 0,-1 0 0,0 2 0,6 2 0,0 2 0,0 2 0,2 4 0,-4 2 0,7 3 0,-1 3 0,2-9 0,3 9 0,-3-3 0,4-3 0,1 7 0,0-5 0</inkml:trace>
  <inkml:trace contextRef="#ctx0" brushRef="#br0" timeOffset="19">27620 8184 8912,'-25'-6'0,"-4"-1"0,-1-1 0,1 0 0,-3 3 0,3 5 0,-4 0 0,1 0 0,3 1 0,6 5 0,6 6 0,6 3 0,-5 2 0,14 6 0,-3 0 0,3-2 0,2-2 0,0-2 0,2 0 0,3 1 0,-1-7 0,8 1 0,-1-9 0,-1 5 0,5-8 0,-5-6 0,5-1 0,-4-3 0,3-1 0,-7-7 0,3 1 0,-6 0 0,3 6 0,-7-1 0,6 1 0,0-6 0,0 7 0,-6 0 0,0 5 0,0 3 0,0-6 0,0 8 0,0 0 0,0 8 0,0-6 0,0 5 0,0-7 0,0 2 0,0 4 0,0-4 0,0 6 0,0-8 0,0 0 0,0 7 0,0-5 0,0 6 0,0-8 0,0 0 0,7 7 0,-5 3 0,13 15 0,-3 3 0,3 7 0,2 5 0,1 6 0,-1 5 0,0 7 0,0-5 0,-7 14 0,-4-4 0,-4-4 0,-2-1 0,-2-5 0,-4-3 0,-6-4 0,-5-12 0,-6-11 0,4-12 0,-4-5 0,4-6 0,2-8 0,0-9 0,-1-10 0,3-7 0,4-6 0,-5 4 0,14-12 0,-3 8 0,3-6 0,2 6 0,2 0 0,3 5 0,-1 1 0,8 0 0,1-1 0,10 7 0,6-1 0,1 6 0,3-4 0,-1 2 0,5 4 0,-7 10 0,10-12 0,-3 4 0</inkml:trace>
  <inkml:trace contextRef="#ctx0" brushRef="#br0" timeOffset="20">27947 8253 8912,'-12'-12'0,"1"1"0,7-1 0,-4-5 0,16 8 0,4 3 0,3 6 0,2 6 0,0 5 0,1 10 0,-1 2 0,0 6 0,-2-5 0,-3 3 0,-5 2 0,-5 5 0,2-1 0,2-5 0,0 3 0,-6-8 0,-2 0 0,-4-6 0,4 0 0,-13-7 0,3-5 0,5-16 0,1-6 0,4-12 0,2 1 0,0-7 0,2-3 0,4-4 0,5-2 0,4 6 0,8-4 0,2 7 0,2 1 0,4 1 0,9 5 0,-2-3 0,8 8 0,-8 0 0,10 8 0,-8 4 0,0-3 0,-5 9 0,-7-7 0,1 6 0,-8 1 0,-4 7 0,-11 3 0,-6-1 0,-6 6 0,-7-3 0,-8-3 0,2 6 0,-4 1 0,-2 4 0,2 3 0,-8 6 0,6 3 0,-5 6 0,1-5 0,8 5 0,-4-6 0,8 7 0,8 0 0,3 1 0,4-1 0,2-7 0,2-4 0,5-6 0,11-6 0,-1-3 0,15-8 0,-3 0 0,4-13 0,1-6 0,0-6 0,-7-4 0,0-7 0,-8-2 0,-2-3 0,2-1 0,-13 6 0,-2 0 0,-2 3 0,-2 5 0,0-1 0,0 4 0,-6 14 0,0-1 0,1 8 0,5-3 0,0 7 0,0 0 0</inkml:trace>
  <inkml:trace contextRef="#ctx0" brushRef="#br0" timeOffset="21">28773 8046 8912,'9'18'0,"-1"-1"0,-8-6 0,0 1 0,0-8 0,0 3 0,0 1 0,0 3 0,0-1 0,0 1 0,0 1 0,0 5 0,0-6 0,0 1 0,8-8 0,3 1 0,5-3 0,1-2 0,0 0 0,0-7 0,0 3 0,1-8 0,-7 1 0,-1-6 0,-3 0 0,7-1 0,-11 3 0,7 2 0,-2 1 0,-3 8 0,-5-3 0,8 7 0,2 7 0,7-3 0,0 6 0,0-3 0,0-3 0,1-2 0,5-8 0,0 1 0,5-11 0,-5 1 0,-2-6 0,-2-8 0,-1 7 0,-7-7 0,0 6 0,-7-6 0,2 4 0,-4-1 0,-10 5 0,-3-2 0,3 11 0,-7-1 0,3 7 0,-3 2 0,-2-5 0,0-1 0,-1-7 0</inkml:trace>
  <inkml:trace contextRef="#ctx0" brushRef="#br0" timeOffset="22">29427 7376 8912,'19'27'0,"4"7"0,4 16 0,7 13 0,1 21 0,-18-37 0,0 3 0,-1 8 0,-1 3 0,-3 6 0,-2 1 0,-3 3 0,-2 2-172,-2 0 0,-2 1 1,-5-4-1,-4 1 1,-2 2-1,-3 1 0,-4 0 1,-4-1 171,-2 2 0,-2-1-1639,0 2 0,-1-3 1639,-4-7 0,0-2 0,3 1 0,-1 0 0,-3-2 0,-1 0 0,0 2 0,1 0 0</inkml:trace>
  <inkml:trace contextRef="#ctx0" brushRef="#br0" timeOffset="23">28635 11004 8912,'-11'-6'0,"1"-2"0,3-1 0,-5-3 0,6-5 0,3 0 0,1 0 0,2 5 0,0 1 0,0-1 0,0-5 0,0 0 0,-2 2 0,-4 3 0,4-3 0,-4 3 0,-3 3 0,-3-1 0,-3 3 0,-2 1 0,-2 6 0,-4 0 0,-6 0 0,-3 0 0,-3 0 0,1 0 0,-1 0 0,1 0 0,-6 6 0,0-1 0,1-1 0,3 6 0,-4-8 0,-2 5 0,-2 1 0,6 1 0,-5 9 0,1-1 0,-3 0 0,-5 0 0,-8 0 0,1 1 0,2-1 0,1 0 0,2 0 0,7 0 0,-1 1 0,13-1 0,1 0 0,5-2 0,6-3 0,2 3 0,2-11 0,-1 7 0,7-7 0,-1 2 0,-1-4 0,5 5 0,-7-5 0,4 4 0,-5 4 0,-1-3 0,0 7 0,0-3 0,-2-1 0,-1 3 0,1-2 0,4 3 0,2 1 0,-3-3 0,3-1 0,1 2 0,7 3 0,-7 1 0,7 0 0,-7 0 0,8 0 0,-2 1 0,-1-1 0,-1 0 0,-1 0 0,3 0 0,-4 3 0,3 2 0,1-2 0,0 6 0,0-5 0,3 2 0,1 8 0,-4-6 0,0 7 0,2 3 0,-3-3 0,-1 12 0,0 0 0,1 0 0,-5 2 0,7 5 0,-3-5 0,2 0 0,4-8 0,-3 2 0,1-9 0,-2-3 0,4-7 0,-4 2 0,4-3 0,2-3 0,0 0 0,0 0 0,0 0 0,0 0 0,0 1 0,0-7 0,2 1 0,4 1 0,-4-5 0,6 7 0,-8-4 0,0-3 0,0 7 0,5-5 0,1 7 0,-2 0 0,-2 0 0,6 1 0,3-1 0,-3 0 0,-1 2 0,1 2 0,3 2 0,-3 0 0,5-6 0,-5 0 0,2 1 0,1-1 0,6 0 0,1 0 0,-1 0 0,0 1 0,0-3 0,0-4 0,1 5 0,1-13 0,2 7 0,2-2 0,0 5 0,-4-11 0,4 4 0,-2-5 0,6-1 0,-3 0 0,7 0 0,-2 0 0,3 0 0,8 0 0,2 0 0,2 0 0,2 0 0,6-1 0,0-3 0,-1-2 0,8-7 0,3 5 0,6-5 0,1 1 0,-8 3 0,-1-5 0,-3 3 0,0-3 0,1 5 0,-7-3 0,1 3 0,0-3 0,-1-3 0,-5 6 0,-2-7 0,-2 5 0,-2-4 0,-7 3 0,-3-1 0,-1 1 0,-8-3 0,4 5 0,-8-5 0,0 4 0,1-5 0,-1 5 0,0-4 0,0-3 0,1 1 0,-1-2 0,0-2 0,0-2 0,0 0 0,-5 4 0,-1-4 0,1 2 0,5-7 0,-2-3 0,-1-7 0,-3-4 0,3-2 0,-5 4 0,3-6 0,-7-6 0,7-5 0,-6-2 0,3 3 0,-1-1 0,3 5 0,-5 7 0,5 1 0,-5-2 0,2 4 0,-4 7 0,1 1 0,-1 0 0,-2 7 0,-2-6 0,0 7 0,0-1 0,-8-6 0,5 9 0,-9-7 0,-1 2 0,-1 6 0,1-3 0,2 1 0,-3 4 0,-1-4 0,-2 2 0,-1 0 0,1 6 0,0-2 0,0-4 0,0 4 0,-1-4 0,1 4 0,0 2 0,0-1 0,0 1 0,-1 0 0,1 0 0,2 0 0,3-1 0,-3 1 0,4 2 0,-10 2 0,-2 1 0,-2 8 0,2-1 0,-4 3 0,-15 4 0,-4 3 0,-11 7 0,-8 13 0,-6 9 0,-4 10 0,35-13 0,0 5 0,2 3 0,1 2 0,0 5 0,2 2 0,3-2 0,1 1 0,1 0 0,0 0 0</inkml:trace>
  <inkml:trace contextRef="#ctx0" brushRef="#br0" timeOffset="24">4973 13307 8912,'-11'0'0,"-1"0"0,9 0 0,-5 0 0,8 0 0,6-1 0,-1-5 0,1 4 0,2-6 0,-6 6 0,3-3 0,-3 3 0,-2-6 0,0 8 0,0 0 0,0-8 0,0 7 0,0-7 0,0 8 0,0-2 0,0-4 0,0 4 0,8-7 0,3 3 0,1 2 0,3-5 0,4 1 0,10-3 0,0 5 0,5-8 0,6 5 0,8-3 0,8 1 0,12 5 0,13-5 0,3 5-1058,2-5 1058,0 7 0,-8-6 0,-3 6 0,-4-1-81,-10-1 1,11 6 80,-3 0 0,4 0 0,-4 2 0,0 2 0,1 3 0,5 3 0,-4 1 0,5 1 0,-7-1 0,0-5 0,0 5 0,7-7 0,4 2 0,5-4 0,1-2 0,0 0 0,2 0 0,3 0 0,-1-2 0,-41 0 0,0-2 0,1-1 0,1-1 0,3-1 0,-1-1 0,0-1 0,-1 0 0,3 1 0,-1-1 0,42-6 0,-10 3 0,-8-3 0,-11 11 0,0-5 0,2 1 0,-19 2 0,15 6 0,-21 0 0,0 0 0,-2 2 0,-10 2 0,-1 2 0,-2-2 0,-8-2 0,3-2 0,-6 0 1039,-9 0-1039,-1 0 180,-8 0-180,0 0 0,-10 0 0,-7 0 0,-8 0 0,-11 0 0,-4 0 0,-4 0 0,-10 0 0,-3 0 0,-4 5 0,-8 1-202,-8 7 1,3-3 201,-12 7 0,4-5 0,-10-1 0,41-5 0,-1 0 0,-3 2 0,-1 1 0,-7 0 0,-1 1 0,-5 0 0,-1 1 0,-3 0 0,-1 1 0,-5 0 0,1 1 0,4-3 0,1 1 0,-1 0 0,0 1 0,2-2 0,1 1 0,0-2 0,2 1 0,11-2 0,2-1 0,3 0 0,2-1 0,-42 4 0,1-2 0,2 3 0,-4-5 0,6-2 0,8-3 0,17-1 0,6 0 0,11 0 0,0 0 0,11 0 0,-3-7 0,19 5 0,-4-4 0,6 2 0,5-1 0,5 3 0,9-6 0,3 8 0,11 0 134,7 0 0,13 6 1,2 1-135,10 3 0,8-6 0,12 3 0,3-7 0,4 0 0,11 0 0,-36 0 0,3 0 0,3 0 0,1 0-87,-1 1 1,1-2 0,2-2 0,0-1 0,0-1 0,1-2 86,4 0 0,2-1 0,4-4 0,1-1 0,7 0 0,1-1-919,-2 1 1,1 0 918,1 0 0,1 1 0,-7 0 0,1 1 0,3-1 0,1 1 0,-3 0 0,-1 1 0,-1 3 0,-1 1-40,-2-1 0,0 2 0,-3 3 0,0 0 1,-7-1-1,0 1 0,-1 1 0,1 2 40,-3 1 0,0 1 0,-2 1 0,-1 0 0,-4 1 0,-2 1 0,40 10 0,-8-5 0,-7 5 0,11-7 0,-4-3 0,-3 1 0,-3-1 0,-16 0 0,-9-6 0,-5 0 0,-5 0 0,-11-6 0,-3 0 0,-4 1 0,-2-1 0,-3 0 100,-11 1 1,3 3 0,-10-4 0,-4-4-101,-5 1 618,-12-7 1,-4 9 0,-9-5-619,-4 7 0,-4 3 0,-8-4 0,0 0 0,1 2 0,-9 3 0,-3 1 0,-11 0 0,-3 5 103,-3 1 1,2 5-1,5-5 1,-4 0-104,-1 2 0,-2-5 0,-6 9 0,0 1 0,2-3 0,3-1 0,7 1 0,3-1 0,10 3 0,9-3 0,12-1 0,4 0 0,9-6 0,-4 11 0,8-7 0,2 1 0,10-1 0,3-4 0,8 6 0,8-3 0,3 3 0,5 2 0,1 3 0,8 0 0,5 1 0,8-3 0,6 1 0,8 5 0,7-8 0,4 5 0,12-9 0,9 1 0,12-6 0,-47 0 0,1 0 0,3 0 0,1-2 0,1 0 0,1-1-228,1-1 1,1-2 0,2-3 0,0-1 227,1-1 0,-1-1 0,-1 2 0,-2-1 0,-1-2 0,-3-1 0,-3 2 0,-2-1 0,27-17 0,-10 13 0,-20-1 0,-10 1 0,-12 6 0,-12 3 0,-5 1 0,-14 7 0,-9 0 0,-10 0 0,-13 0 0,-8 0 0,-15 0 0,-13 0 0,-12 0 0,37-1 0,-1 2 0,-5-1 0,-1 1 0,-1 2 0,-1 0-198,4-2 0,0 0 0,-6 6 0,-1-1 198,3-3 0,0 0 0,-2 3 0,0 0 0,0-2 0,1-1 0,-2 2 0,0 0 0,2 0 0,0 1 0,-6 5 0,2 1 0,4 0 0,1 1 0,4-1 0,1 1 0,3-1 0,1 1 0,2-3 0,0 1 0,-44 14 0,1-2 0,12-1 207,7 3 1,6-4 0,4 8 0,6 1-208,3 3 0,3-1 0,-1-3 0,2 5 0,0-7 0,3-2 0,-1 4 0,2 1 0</inkml:trace>
  <inkml:trace contextRef="#ctx0" brushRef="#br1" timeOffset="25">20599 1410 8912,'-8'-23'0,"-1"0"0,-3 2 0,1 4 0,-3 5 0,-1 7 0,2 3 0,-3 4 0,-5 5 0,-4 12 0,-5 14 0,3 11 0,0 15 0,2 10 0,4 9 0,8 6 0,3 2 0,5-2 0,7-4 0,15-9 0,15-12 0,7-5 0,8-8 0,-1-20 0,4-8 0,2-9 0,-1-9 0,3-8 0,1-7 0,3-12 0,-1-1 0,-11-28 0,0 5 0,-8-14 0,0-2 0,-9-6 0,-12 1 0,-9 1 0,-14 2 0,-21 1 0,-17 1-545,-9 4 545,-12 11 0,3 18 0,-6 11 0,6 11 0,5 7 0,11 6 0,6 11 0,13 7 0,10 15 0,9 3 0,7 1 0,1 2 0,7 0 0,-5 2 0,6 2 0</inkml:trace>
  <inkml:trace contextRef="#ctx0" brushRef="#br1" timeOffset="26">20186 1891 8912,'-17'0'0,"-1"0"0,1 0 0,8 0 0,5 6 0,15 0 0,14-2 0,11-3 0,16-1 0,11-1 0,12-5 0,3-4-203,8-7 1,-6 0 202,1 0 0,-3-1 0,2 1 0,-1 2 0,-10 4 0,-6 5 0,-13 4 0,-18 2 0,-7 0 0</inkml:trace>
  <inkml:trace contextRef="#ctx0" brushRef="#br1" timeOffset="27">21390 1857 8912,'10'8'0,"-2"1"0,-6 16 0,3 4 0,-3 3 0,6 4 0,-8 4 0,0 6 0,0 12 0,0 3 0,0 2 0,0 0 0,0-8 0,0 4 0,0-7 0,0 0 0,7-16 0,3-4 0</inkml:trace>
  <inkml:trace contextRef="#ctx0" brushRef="#br1" timeOffset="28">16641 1651 8912,'-17'-12'0,"-1"1"0,1 7 0,0-2 0,2 6 0,1 6 0,5 5 0,1 5 0,-3 3 0,5 2 0,2 3 0,2 3 0,2 2 0,2 5 0,4 1 0,3-3 0,9-1 0,1-5 0,2-1 0,2-4 0,5-2 0,-5-1 0,0-7 0,-6 1 0,3-9 0,1 3 0,2-4 0,-2-2 0,0-8 0,2-3 0,-4-10 0,4-2 0,-4-8 0,-2 3 0,-8 3 0,5-8 0,-8 5 0,5-3 0,-5 1 0,-2 1 0,-2 8 0,-2 2 0,0 7 0,0 9 0,0-5 0,0 17 0,1 11 0,5 12 0,-2 12 0,6 13 0,-3 6 0,7 4 0,-5 4 0,8 1-148,1 3 0,-1 3 148,0-9 0,-6-4 0,1-13 0,-8-10 0,2-6 0,-5-7 0,-1-5 0,-15-1 0,2-13 0,-16-2 0,-2-1 0,-1-5 0,-2 4 0,-3-4 0,-3-2 0,4 0 0,-6-8 148,7-3 0,1-5-148,-1-1 0,9 0 0,1 0 0,0 0 0,13-1 0,1 1 0,7 0 0,4 0 0,2 0 0,6-1 0,11 1 0,13 0 0,3 0 0,7 0 0</inkml:trace>
  <inkml:trace contextRef="#ctx0" brushRef="#br1" timeOffset="29">17777 2029 8912,'-18'0'0,"3"-2"0,4-4 0,3 4 0,17-5 0,11 5 0,12-4 0,4 4 0,12-6 0,6 1 0,-4 5 0,1-4 0,1 2 0,-6 0 0,3-1 0,-5-1 0,-4 6 0,-5 0 0,-6 0 0,-6 0 0,-4 0 0,-2 0 0</inkml:trace>
  <inkml:trace contextRef="#ctx0" brushRef="#br1" timeOffset="30">17811 2407 8912,'-17'17'0,"-2"-5"0,-4-1 0,11-7 0,-3 6 0,15-5 0,0-3 0,9 4 0,11-12 0,12-5 0,12-5 0,8-6 0,5-1 0,-3 0 0,3 5 0,-3 1 0,-7 2 0,5 4 0,-12-5 0,17-1 0,-13-10 0</inkml:trace>
  <inkml:trace contextRef="#ctx0" brushRef="#br1" timeOffset="31">21408 2149 8912,'-8'-9'0,"6"-1"0,-4 4 0,4-5 0,4 3 0,4 2 0,-4 3 0,4-3 0,3 4 0,-7-6 0,6 8 0,-8 0 0,0 8 0,0 3 0,0 5 0,0 3 0,0 4 0,0 5 0,0 5 0,0 9 0,0 4 0,0 3 0,0 3 0,0-2 0,0-3 0,0-1 0,7-7 0,3 3 0,7-8 0,6-13 0,0-4 0,8-13 0,-3-4 0,5-10 0,1-13 0,1-7 0,-1-8 0,1-8 0,-3-6 0,-3-5 0,-6 3 0,-12-3 0,-3 4 0,-12 1 0,-7 1 0,-5-7 0,-18 1 0,3 7 0,-11 10 0,2 6 0,-2 3 0,-2 3 0,6 14 0,-2 3 0,3 7 0,3 17 0,-1 4 0,5 12 0,7 0 0,2 3 0,15 1 0,2-5 0,2 5 0,4-8 0,6 5 0,9-1 0,8-16 0,9 10 0,8-21 0,2 6 0</inkml:trace>
  <inkml:trace contextRef="#ctx0" brushRef="#br1" timeOffset="32">22698 1908 8912,'-27'0'0,"5"0"0,2-1 0,3-5 0,4 4 0,7-4 0,8 4 0,25 4 0,5 2 0,8 2 0,4-2 0,4-3 0,8-1 0,1 0 0,16 0 0,-16-7 0,12-5 0,-6-3 0,0-2 0,-4 5 0,-9 1 0,-4-2 0,-14-3 0,-14-1 0,-9 8 0,-26 1 0,-10 8 0,-9 0 0,-12 0 0,-4 8 0,-9 1 0</inkml:trace>
  <inkml:trace contextRef="#ctx0" brushRef="#br1" timeOffset="33">22870 1496 8912,'-9'-8'0,"-7"-1"0,13-3 0,-9 1 0,8 11 0,-1 5 0,3 15 0,2 20 0,0 13 0,0 14 0,0 7 0,0 5 0,0 1 0,0 10-166,0-4 0,5-4 166,1-13 0,6-8 0,-5-2 0,3 0 0,1-20 0,-1 8 0,-2-20 0</inkml:trace>
  <inkml:trace contextRef="#ctx0" brushRef="#br1" timeOffset="34">25434 1341 8912,'-11'0'0,"-1"0"0,9 0 0,-13 0 0,14 0 0,-5 0 0,7 0 0,0 0 0,0-8 0,0 7 0,0-7 0,0 0 0,0 4 0,0-7 0,0 5 0,0-5 0,0 5 0,0-5 0,0-1 0,0-5 0,0 7 0,-8 3 0,-1 7 0,-9 0 0,1 9 0,0 8 0,5 10 0,1 13 0,1 6 0,-3 11 0,2 7 0,7 4 0,-2 5 0,4 1 0,2-1 0,8-2 0,7-10 0,8-4 0,8-13 0,-3-10 0,7-14 0,5-15 0,2-3 0,4-2 0,4-17 0,-5-10 0,5-9 0,-6-18 0,-4 1 0,-5-6 0,-7-6 0,-3-2 0,-15 4 0,-4 0 0,-8 7 0,-10-1 0,-9 4 0,-21 3 0,-10 4 0,-1 0 0,-8 12 0,-1 9 0,1 10 0,6-1 0,-4 15 0,9-3 0,4 8 0,12 13 0,9 4 0,7 7 0,9 7 0,3 5 0,4-2 0,-3-7 0,-1-3 0,0-7 0,6 4 0</inkml:trace>
  <inkml:trace contextRef="#ctx0" brushRef="#br1" timeOffset="35">25107 1771 8912,'-9'9'0,"1"-1"0,8-8 0,16-2 0,6-4 0,19-5 0,12-10 0,12-4 0,10 0 0,3 0 0,2 3 0,-1 4 0,-5 3-621,-3 4 621,-2 3 0,-17 8 0,-12 2 37,-13 4 1,-8 3 0,-2 8 0</inkml:trace>
  <inkml:trace contextRef="#ctx0" brushRef="#br1" timeOffset="36">26243 1822 8912,'0'18'0,"-2"1"0,-2 6 0,-1 9 0,-1 8 0,6 15 0,0 3 0,0 1 0,0 2 0,0 4 0,0-4 0,0-6 0,8-4 0,-5-3 0,9-4 0,-1-4 0,7-8 0</inkml:trace>
  <inkml:trace contextRef="#ctx0" brushRef="#br1" timeOffset="37">26932 1272 8912,'-8'-15'0,"-4"2"0,-1 1 0,0 1 0,1 1 0,8 1 0,1 5 0,6-2 0,9 2 0,3 2 0,10 2 0,4 0 0,3 0 0,3 0 0,1 8 0,0 3 0,1 7 0,-5 5 0,-9 3 0,0 9 0,-10 1 0,-3 2 0,-2 2 0,-3 6 0,-7-4 0,-3 2 0,-5-6 0,-13 10 0,-2-8 0,-1-2 0,-3-3 0,-4-7 0,5-5 0,-3-4 0,8-1 0,0-9 0,6-3 0,7-19 0,-5-7 0,13-22 0,-5-1 0</inkml:trace>
  <inkml:trace contextRef="#ctx0" brushRef="#br1" timeOffset="38">27568 1100 8912,'-17'0'0,"-2"0"0,-2 0 0,-2 0 0,-10 10 0,-1 7 0,0 8 0,-8 17 0,9 4 0,2 5 0,7 7 0,5 5 0,5 4 0,16-4 0,4 0 0,7-8 0,14 0 0,7-7 0,12-13 0,0-11 0,11-6 0,5-9 0,7-3 0,-1-6 0,1-6 0,-8-11 0,-1-10 0,-9-7 0</inkml:trace>
  <inkml:trace contextRef="#ctx0" brushRef="#br1" timeOffset="39">19704 3679 8912,'-17'2'0,"0"2"0,1 6 0,5 3 0,5 6 0,4 2 0,2 4 0,2 7 0,4 9 0,5-3 0,5-2 0,1-2 0,0 1 0,0-1 0,0 1 0,-1-9 0,-5-3 0,4 2 0,-3-2 0,-3-6 0,3-5 0,-8-5 0,1-1 0,-3-8 0,-9-15 0,-3 0 0</inkml:trace>
  <inkml:trace contextRef="#ctx0" brushRef="#br1" timeOffset="40">19601 3697 8912,'0'-18'0,"-8"1"0,6 6 0,-4-1 0,4-1 0,2 3 0,0-1 0,4-3 0,8-1 0,-1-2 0,24 0 0,-1 0 0,2-1 0,10 1 0,2 0 0,0 0 0,-2 0 0,4 7 0,-5 4 0,-3 4 0,-9 18 0,-16 7 0,-9 7 0,-22 12 0,-5 2 0</inkml:trace>
  <inkml:trace contextRef="#ctx0" brushRef="#br1" timeOffset="41">19618 4350 8912,'-25'19'0,"6"4"0,-4-12 0,11-3 0,5-2 0,7-12 0,15-5 0,8-12 0,10-4 0,7-8 0,4 1 0,7 0 0,1-1 0,0 1 0,-1 0 0,-7-1 0,6 1 0,-6-1 0</inkml:trace>
  <inkml:trace contextRef="#ctx0" brushRef="#br1" timeOffset="42">20668 3525 8912,'-8'-27'0,"-2"2"0,-7 8 0,0 2 0,0 3 0,-6 4 0,-2 8 0,0 0 0,0 0 0,-3 8 0,5 4 0,0 10 0,5-1 0,3 8 0,4 2 0,3 3 0,8 6 0,0 4 0,0 8 0,8-1 0,-4 1 0,7-1 0,6 1 0,6 0 0,-2-1 0,-2 1 0,-1-6 0,-1-2 0,-2-2 0,-2-4 0,-1-2 0,-8-2 0,11-7 0,-13-2 0,-2-15 0,-10-3 0</inkml:trace>
  <inkml:trace contextRef="#ctx0" brushRef="#br1" timeOffset="43">20323 3920 8912,'0'-27'0,"0"4"0,0 4 0,0 2 0,0-2 0,0-4 0,16 2 0,9-8 0,11-1 0,16-3 0,9-1 0,9 1 0,5 5 0,3-5-242,8 5 0,-7-5 1,-3-1-1</inkml:trace>
  <inkml:trace contextRef="#ctx0" brushRef="#br1" timeOffset="44">21821 3559 8912,'-20'0'0,"-2"0"0,2-6 0,-3 1 0,-3-3 0,-3 4 0,-2-2 0,1 3 0,1 1 0,2 9 0,-1 5 0,3 11 0,10 7 0,3 8 0,6 8 0,4 10 0,2 1 0,8 6 0,4-6 0,10 4 0,7-9 0,4 2 0,1-14 0,-7-8 0,3-9 0,-5-12 0,2-5 0,2-4 0,-2-4 0,-5-4 0,3-11 0,0-11 0,2-5 0,-4-9 0,6-4 0,-14 2 0,2-2 0,-5 3 0,-1-3 0,-3-2 0,-8 8 0,-2 4 0,-4 5 0,-5 6 0,-12 8 0,-2 7 0,-4 5 0,-3 3 0,5 2 0,-8 0 0,1 0 0</inkml:trace>
  <inkml:trace contextRef="#ctx0" brushRef="#br1" timeOffset="45">21494 4023 8912,'-18'0'0,"1"0"0,0 6 0,0 0 0,0-3 0,7-1 0,-5-2 0,13 0 0,8 0 0,11 0 0,13-7 0,5-5 0,5 3 0,6-3 0,11 1 0,-17-6 0,12-1 0,-6 3 0,0 4 0,-2-5 0,-6 5 0,2-4 0,0-10 0,-5-2 0</inkml:trace>
  <inkml:trace contextRef="#ctx0" brushRef="#br1" timeOffset="46">22113 3817 8912,'0'17'0,"0"0"0,0 0 0,0 1 0,0-1 0,0 0 0,0 0 0,0 6 0,0 0 0,0-2 0,0 6 0,0 0 0,2 1 0,4 1 0,-4-8 0,3 2 0,3 2 0,-2-2 0,7 0 0,-11-6 0,13-8 0,-5-1 0</inkml:trace>
  <inkml:trace contextRef="#ctx0" brushRef="#br1" timeOffset="47">22526 3628 8912,'-11'0'0,"-1"0"0,8 0 0,-1 0 0,10 0 0,11-2 0,7-4 0,7 4 0,-3-5 0,7 7 0,1 0 0,-6 0 0,-1 0 0,-5 0 0,6 0 0,-8-8 0,4 6 0,-8-6 0</inkml:trace>
  <inkml:trace contextRef="#ctx0" brushRef="#br1" timeOffset="48">22664 4006 8912,'-17'21'0,"1"-4"0,5-2 0,3-7 0,8-2 0,0-12 0,8 4 0,9-13 0,12 2 0,3-8 0,3 1 0,-1-2 0,-5 1 0,-1-1 0,3 0 0,2 1 0,1-14 0,0-1 0</inkml:trace>
  <inkml:trace contextRef="#ctx0" brushRef="#br1" timeOffset="49">23180 3628 8912,'-11'19'0,"-3"2"0,-5 2 0,2 2 0,-4-4 0,7 2 0,1 5 0,7-5 0,1 8 0,5-3 0,2 3 0,3-2 0,7 1 0,11-7 0,-4 0 0,13-12 0,-3-1 0,4-2 0,-1-3 0,-3-5 0,1-2 0,-5-3 0,2-7 0,-12-9 0,2-2 0,-5-7 0,-1 1 0,-3-5 0,-8-4 0,0-3 0,-2 1 0,-4 6 0,-3-4 0,-8 3 0,-6-7 0,-2 14 0,0 3 0,0 4 0,-6 4 0,5 7 0,-7 4 0,5 4 0,3 2 0,7 4 0,1 6 0,0 7 0,7 6 0,5 0 0,3-4 0,2 4 0,7-4 0,3-2 0,7 0 0,0 1 0</inkml:trace>
  <inkml:trace contextRef="#ctx0" brushRef="#br1" timeOffset="50">24471 3611 8912,'-16'3'0,"3"9"0,2 13 0,-3 11 0,-1 10 0,-2 11 0,1 4 0,3 2 0,3 0 0,3 2 0,1-5 0,6-3 0,0-19 0,0-9 0,0-16 0,0-5 0</inkml:trace>
  <inkml:trace contextRef="#ctx0" brushRef="#br1" timeOffset="51">25090 3215 8912,'0'-17'0,"0"0"0,0 0 0,2 15 0,4 7 0,-2 14 0,5 8 0,-1 6 0,3-3 0,-5 10 0,2 2 0,-2-1 0,-5 4 0,7-3 0,0 2 0,-6 0 0,3 4 0,-3-2 0,-9-8 0,-3 12 0,-7-6 0</inkml:trace>
  <inkml:trace contextRef="#ctx0" brushRef="#br1" timeOffset="52">24935 3765 8912,'-11'-7'0,"-1"-5"0,7 3 0,-7-3 0,8 1 0,-3-1 0,9 3 0,5-1 0,11 1 0,8-5 0,7-1 0,1-2 0,8-2 0,4-4 0,4 2 0,1-8 0,-7 8 0,4-6 0,-8 4 0,1 2 0,-7-7 0,-7 9 0,-4 1 0,-12 1 0,-5 6 0,-4 3 0,-10 0 0,2 8 0,-11 0 0,4 0 0,-10 2 0,4 4 0,9 4 0,4 7 0,5 2 0,1 4 0,0-4 0,0 13 0,0-5 0,0 0 0,5 5 0,1-3 0,7 2 0,-1-3 0,-4 5 0,7-8 0,-6 3 0,3-3 0,-1 0 0,1-6 0,-1 0 0,1-7 0,-6-9 0,5 3 0,-7-12 0,2-5 0,1-10 0,1-4 0,1-2 0,-3 1 0,4-5 0,-1 4 0,1 2 0,-6 3 0,9 10 0,-5 3 0,1 1 0,3 2 0,-1 6 0,1 0 0,-1 2 0,6 4 0,1 1 0,-1 7 0,0-3 0,2-1 0,2 1 0,4-5 0,2-4 0,1-2 0,7 0 0,-1 0 0,-1-6 0,-5 0 0,3-7 0,-8 2 0,-2-5 0,-2-8 0,-4 4 0,-3-2 0,-6 2 0,-4 3 0,-4 0 0,-4 0 0,-6 0 0,-3 7 0,-2 2 0,0 8 0,-6 0 0,0 0 0,2 10 0,7 5 0,3 6 0,1 10 0,-3-4 0,3 1 0,3 1 0,1 0 0,6-3 0,0-1 0,0 0 0,0-6 0,8 0 0,3-7 0,10-9 0,2 3 0,6-6 0,-4-6 0,1-5 0,1-6 0,4-4 0,-4-4 0,-3-2 0,-1 6 0,-5-9 0,-1 7 0,-8 0 0,-3 6 0,2 5 0,-3 1 0,1 7 0,-6-4 0,6 10 0,0 4 0,-2 5 0,-3 5 0,-1 1 0,0 0 0,6 6 0,0 0 0,-2-2 0,-2-2 0,-2-2 0,0 0 0,0 1 0,0-9 0,2 4 0,3-7 0,-3-8 0,4-9 0,4-4 0,-7-8 0,9 0 0,-6-6 0,5 6 0,-1-6 0,1 7 0,4-1 0,-3 5 0,3 1 0,2 2 0,1 3 0,-1 7 0,0 10 0,0 7 0,0 3 0,2 10 0,3 4 0,0 3 0,-1 3 0,-1-1 0,-5 0 0,-4 1 0,5-1 0,-7-7 0,8-4 0,-5-4 0,-1-2 0,1-15 0,5-4 0</inkml:trace>
  <inkml:trace contextRef="#ctx0" brushRef="#br1" timeOffset="53">27637 3267 8912,'-17'-8'0,"0"-1"0,5-1 0,1 4 0,7 4 0,-4 16 0,8 3 0,0 2 0,2 8 0,2 1 0,2 5 0,0-4 0,-6-1 0,5 1 0,1 5 0,0-7 0,-4 4 0,3-9 0,-3 1 0,4-5 0,-4-1 0,-2 0 0,0-8 0,0-9 0,0-11 0,0-12 0,0-4 0,0-7 0,6 0 0,1-1 0,3 1 0,-6-1 0,11 3 0,-5 3 0,-1 6 0,6 4 0,-3 4 0,3 4 0,2 5 0,1 4 0,-1 2 0,0 8 0,0 7 0,0 8 0,1 7 0,-1-1 0,0 2 0,0-3 0,-7 3 0,-3-8 0,1-2 0,-6-2 0,4-2 0,-4 0 0,-2-7 0,0-3 0,0-9 0,0-3 0,0-5 0,2-7 0,3 0 0,-3-8 0,8 4 0,-6-8 0,1-1 0,1 5 0,0-6 0,0 8 0,-1 2 0,3 2 0,-6 8 0,4-1 0,3 9 0,-5-5 0,7 8 0,-1 8 0,1 3 0,5-3 0,-12 5 0,7-7 0,-5 7 0,5-1 0,-7-5 0,9 3 0,-5-6 0,2 1 0,-5 1 0,7-6 0,1 0 0,-5-8 0,0 6 0,-1-13 0,-5 13 0,6-5 0,-1 7 0,-5 0 0,8 7 0,-4 5 0,5 3 0,-1 2 0,1 0 0,1-5 0,5-1 0,-6-1 0,1 1 0,-1 3 0,6-9 0,1 1 0,-1-6 0,0 0 0,0 0 0,-1-7 0,-3-5 0,-3-3 0,-3-2 0,-1-1 0,-6 1 0,0 6 0,0-1 0,-8 1 0,-3-6 0,-4-1 0,-3 9 0,1-1 0,0 5 0,0 3 0,-1-4 0,1 4 0,0 2 0,8 0 0,1 8 0,8 1 0</inkml:trace>
  <inkml:trace contextRef="#ctx0" brushRef="#br1" timeOffset="54">28825 3250 8912,'-35'0'0,"6"0"0,1 0 0,7 5 0,-2 3 0,4 1 0,1-3 0,1 6 0,8-1 0,3 6 0,4 6 0,2 0 0,0 2 0,2-4 0,4 2 0,3 0 0,3-8 0,-1-2 0,3-1 0,1-8 0,-4 3 0,1-7 0,1 0 0,2-13 0,3-4 0,-3-12 0,-2 1 0,-1-5 0,-1-1 0,1-3 0,-1-3 0,-5-4 0,4-9 0,-3-4 0,5 1 0,-7-7 0,7 8 0,-6-3 0,-1 13 0,-5 6 0,0 9 0,0 5 0,0 15 0,0 12 0,0 17 0,0 14 0,-2 9 0,-1 9 0,-3 1 0,-6 5 0,7 1 0,1-3 0,2-1 0,2-3 0,8-1 0,3-4 0,4-6 0,3-6 0,1-5 0,4-8 0,5-8 0,5-5 0,1-10 0,1-4 0,-1-5 0,8-12 0,-6-4 0,5-7 0,-11-1 0,-1 1 0,-6 0 0,2-1 0,-6 1 0,0 1 0,-13 5 0,-2-3 0,-10 8 0,-4-7 0,-7 12 0,-2 1 0,-4 10 0,-4 5 0,-2 2 0,3 2 0,-1 5 0,0 10 0,6 2 0,-2 10 0,4 2 0,2 1 0,5 3 0,3-1 0,1 0 0,2 1 0,8-7 0,6 1 0,9 2 0,8-7 0,11-1 0,5-11 0,4-6 0,5-5 0,-4-1 0,0 0 0,-6-15 0,6-8 0,-6-7 0,6-5 0,-15-7 0,-3-4 0,-3-3 0,-6-3 0,-3 1 0,-3-1 0,-3 0 0,-5-1 0,-5-2 0,-5-3 0,-3-5 0,-6 4 0,3-2 0,0 5 0,-1 7 0,1 14 0,7 1 0,-4 24 0,8 5 0,-6 20 0,1 21 0,1 14 0,0 13 0,-2 10 0,4 5 0,-5 10 0,7 3 0,0-3 0,0 4 0,0-4 0,2-2 0,3 0-215,5-8 0,9 2 215,4-11 0,-10-6 0,5-17 0,-13-4 0,9-11 0,-9-8 0,1-8 0</inkml:trace>
  <inkml:trace contextRef="#ctx0" brushRef="#br1" timeOffset="55">25228 4470 8912,'-17'0'0,"-1"0"0,11 14 0,7 3 0,2 13 0,9 3 0,3 5 0,1 0 0,2 6 0,0 0 0,-1 2 0,-5 0 0,2-8 0,-5 2 0,0-4 0,-1-1 0,-1-8 0,-6-5 0,2-10 0,4-6 0,-2-6 0,5-6 0,-1-6 0,5-10 0,3-5 0,6-8 0,7 7 0,-4 1 0,2 2 0,0 2 0,3 6 0,-1 0 0,-2 7 0,1 5 0,-3 3 0,-8 2 0,1 2 0,-1 3 0,-8 7 0,-3 11 0,-12-2 0,-5 7 0,-6-5 0,-6 6 0,-6 2 0,-2-5 0,1 1 0,3-4 0,2-8 0,-5 2 0,10-7 0,-2-2 0,10-8 0,4-8 0,8-9 0,8-8 0,2-2 0</inkml:trace>
  <inkml:trace contextRef="#ctx0" brushRef="#br1" timeOffset="56">25830 4814 8912,'0'10'0,"0"-1"0,0-3 0,0-4 0,0 5 0,0 1 0,8-6 0,1-2 0,9-11 0,5-5 0,0-1 0,7-6 0,-3-2 0,0-1 0,-2 3 0,-10-4 0,-2 0 0,-1 0 0,-9 6 0,1 2 0,-15 8 0,-3 7 0,-14-2 0,-1 12 0,-5 7 0,-1 8 0,1 6 0,7 8 0,2 1 0,0 4 0,12-2 0,-2 6 0,5-2 0,6-4 0,2-1 0,10-5 0,4-3 0,3-6 0,10-4 0,-4-10 0,7-3 0,7-4 0,5-2 0,2-10 0,-4-7 0,2-10 0,1-5 0,1-10 0,2-2 0</inkml:trace>
  <inkml:trace contextRef="#ctx0" brushRef="#br1" timeOffset="57">26605 4505 8912,'-18'17'0,"1"0"0,0 0 0,0 8 0,-6 2 0,2 9 0,4 2 0,3 2 0,10 1 0,-1-7 0,3 6 0,2 0 0,2-7 0,3-10 0,7-4 0,3-2 0,2-2 0,1-3 0,-1-7 0,2-3 0,4-2 0,-4-7 0,4-5 0,4-3 0,-8-8 0,2 0 0,-6 0 0,-3-2 0,-3 4 0,3-7 0,1 5 0,-7-6 0,-1 8 0,-5-2 0,0 4 0,0 2 0,0 5 0,0 1 0,0 7 0,-1-2 0,-3 12 0,-2 5 0,2 7 0,2 5 0,2 3 0,2 3 0,4 0 0,3-6 0,9 5 0,-1-7 0,0 2 0,6-6 0,0-5 0,8-5 0,-3-7 0,-3-1 0,0-5 0,0-6 0,-14-3 0,10-4 0,-15-2 0,-2-2 0,-2 2 0,-2-4 0,-2 2 0,-4 2 0,-3 2 0,-9 8 0,1 1 0,0 2 0,-8-5 0,6 11 0,-4-4 0,4-3 0,2-1 0</inkml:trace>
  <inkml:trace contextRef="#ctx0" brushRef="#br1" timeOffset="58">27310 4608 8912,'-9'-2'0,"3"-4"0,4 4 0,2-5 0,0 14 0,0 5 0,0 3 0,0 2 0,0 2 0,0 4 0,8-4 0,-6 12 0,5-8 0,1-2 0,-6 6 0,5-8 0,-7 4 0,0-4 0,6-2 0,0 0 0,0-7 0,-6-3 0,0-14 0,0-5 0,0-11 0,0-5 0,0-5 0,0-9 0,1-2 0,3-6 0,4 3 0,2 1 0,-5 8 0,7-1 0,1 9 0,2-3 0,1 14 0,-5-4 0,10 12 0,-4 5 0,3 4 0,-1 6 0,-2 8 0,0 1 0,0 16 0,1 1 0,-1 3 0,0 1 0,-6 0 0,-1-1 0,-2-4 0,-3 3 0,1-13 0,0 4 0,0-10 0,-6-1 0,1-10 0,5-2 0,-2-16 0,7-12 0,1-5 0,-1-3 0,1-2 0,1-2 0,-5-8 0,5 12 0,-5-4 0,2 3 0,1 11 0,0-3 0,-1 10 0,-2 3 0,-1 11 0,-1-1 0,-4 4 0,8 10 0,-5 3 0,-3 4 0,4 3 0,2-1 0,-1 0 0,3 0 0,-4-1 0,3-3 0,1-2 0,-1 3 0,-5-7 0,11 1 0,-3-8 0,3 0 0,-3-2 0,-1-2 0,2-1 0,-5-9 0,-2 3 0,-2-5 0,1-1 0,-3 0 0,6 0 0,-8 0 0,-2 5 0,-4 1 0,2 7 0,-7-2 0,5 4 0,-5 2 0,-1 2 0,1 4 0,-1 5 0,1 12 0,-1-2 0,3 8 0,1 2 0,2 3 0,6 6 0,0-4 0,2 4 0,4-9 0,6-2 0,5-1 0,6-1 0,4-2 0,7-16 0,0-3 0,1-4 0,-1-17 0,6 0 0,0-18 0,-1-3 0,-3-10 0,-2 8 0,-1-8 0,-6 0 0,-8 0 0,-6 0 0,-9 8 0,2-2 0,-4 4 0,-2 3 0,0 5 0,-2 5 0,-4 11 0,4 3 0,-4 3 0,-3 4 0,7 2 0,-4 11 0,4 5 0,2 3 0,2 4 0,4 4 0,5-1 0,-3 7 0,7-7 0,-5 9 0,-1-1 0,7 1 0,-14-1 0,3 0 0,-3 1 0,-2-1 0,0 1 0,-13-1 0,-4 0 0,-12-5 0,-2-2 0,-7-2 0,-13-2 0,-11-6 0</inkml:trace>
  <inkml:trace contextRef="#ctx0" brushRef="#br1" timeOffset="59">29737 4608 8912,'-23'-27'0,"0"4"0,2 4 0,3 2 0,7 0 0,3 17 0,8 9 0,0 10 0,8 18 0,5-1 0,6 4 0,4 2 0,6-2 0,-6-5 0,0-3 0,2-3 0,4-6 0,-3-4 0,3-2 0,-2-8 0,3-3 0,-1-4 0,0-12 0,5-7 0,-1-8 0,-5-11 0,-5-4 0,2 2 0,-4-6 0,-4 0 0,-3 0 0,-3 6 0,-1 2 0,-4 7 0,-5 8 0,-1 4 0,0 13 0,0 15 0,0 10 0,0 19 0,0 6 0,2 4 0,2 3 0,4 3 0,1 1 0,-5 8 0,11-11 0,-5 3 0,0-4 0,5-9 0,-13-2 0,4-9 0,-5-5 0,-1-3 0,-1-7 0,-5-1 0,-6 0 0,-9-6 0,-4-1 0,-1-2 0,-5-5 0,-1-1 0,-3-2 0,1 0 0,-1 0 0,1-2 0,0-3 0,7-5 0,4-7 0,-4 0 0,16-8 0,-1-4 0,8-3 0,8-3 0,8 1 0,7-8 0,15-2 0</inkml:trace>
  <inkml:trace contextRef="#ctx0" brushRef="#br1" timeOffset="60">30477 4694 8912,'0'-17'0,"0"7"0,1-5 0,5 3 0,10 3 0,6-3 0,9 6 0,-2-5 0,5 5 0,4-3 0,3 1 0,-3 4 0,-2 2 0,6-5 0,2-3 0</inkml:trace>
  <inkml:trace contextRef="#ctx0" brushRef="#br1" timeOffset="61">30666 5020 8912,'-17'10'0,"5"3"0,1-7 0,7 0 0,-2-8 0,12-4 0,3-3 0,11-9 0,3 1 0,3-2 0,9-2 0,-3-2 0,-3 2 0,3 2 0,-3 2 0,4-8 0,1-2 0</inkml:trace>
  <inkml:trace contextRef="#ctx0" brushRef="#br1" timeOffset="62">31148 4298 8912,'-12'0'0,"1"0"0,-1 0 0,-5 2 0,0 4 0,7 11 0,-3 10 0,7 7 0,2 1 0,2 7 0,2 4 0,0 5 0,0 6 0,8-11 0,4 4 0,11-16 0,-4-3 0,5-6 0,1-8 0,-6-11 0,12 1 0,-8-9 0,0-3 0,2-7 0,3-3 0,-3-10 0,6-4 0,-8-9 0,-2-2 0,-2-8 0,-2 2 0,-1-1 0,-5 1 0,-3-2 0,-8 8 0,0 0 0,-2 0 0,-4 2 0,-7 5 0,-6 10 0,-4 10 0,0 5 0,0 8 0,0 0 0,0 2 0,6 4 0,-1 3 0,1 9 0,0-1 0,0-2 0,0-4 0,-1 12 0,1-4 0</inkml:trace>
  <inkml:trace contextRef="#ctx0" brushRef="#br1" timeOffset="63">31044 4642 8912,'-17'6'0,"0"0"0,6-1 0,-1-5 0,8 0 0,-1 0 0,10 0 0,12-7 0,12-5 0,4-3 0,9-10 0,-4 6 0,6-4 0,-2 4 0,4 2 0,-4 0 0,0-1 0,0 1 0,-2 8 0,2-14 0,2 4 0</inkml:trace>
  <inkml:trace contextRef="#ctx0" brushRef="#br1" timeOffset="64">31733 4608 8912,'0'9'0,"-2"-1"0,-4-8 0,4 0 0,-5 2 0,7 4 0,-2 1 0,-2 7 0,-2-3 0,0 1 0,6 5 0,0 8 0,0-4 0,0 7 0,0 1 0,0 0 0,0-1 0,0-7 0,2 10 0,4-8 0,4 0 0,7-14 0,0-3 0,0-4 0,0-10 0,1-3 0,5-6 0,-2-6 0,-4-6 0,-4-4 0,-9-1 0,4 5 0,-8 1 0,0-1 0,-2-3 0,-4 3 0,-9 4 0,-8 8 0,0 0 0,6 0 0,-1-1 0,1 9 0,0 3 0,0 4 0,0 4 0,-1 4 0,9-4 0,1 13 0,8-5 0,0 7 0</inkml:trace>
  <inkml:trace contextRef="#ctx0" brushRef="#br1" timeOffset="65">19928 14906 8912,'-6'-11'0,"-2"1"0,1 1 0,-3 1 0,0 1 0,7-7 0,-5 10 0,8-7 0,0 5 0,0-5 0,8 7 0,1-9 0,8 5 0,1-2 0,-1 5 0,0-7 0,2 8 0,2-3 0,4 1 0,2 0 0,2 1 0,5 5 0,2 0 0,4 0 0,6 0 0,4 0 0,2 0 0,7 0 0,2 0 0,0 0 0,4 0 0,-7 0 0,5 0 0,-6 0 0,16 0 0,-10 0 0,11 0 0,-3 0 0,6 0 0,-5 0 0,9 1 0,1 5 0,-4-4-251,3 4 1,5-2 250,5 1 0,-38-4 0,0 0 0,-3 2 0,1 0 0,0-1 0,-1 0 0,0 1 0,0 0 0,41-2 0,-42 2 0,0 0 0,0 1 0,-1 0-561,4-1 0,0 0 561,43 2 0,-1-5 0,-10 0 0,-4 0 0,5 0 0,-7 0 0,8 0 0,0 0 0,8 0 0,-4 0 0,3 0 0,-5 0 0,-5 0 0,-13 0 0,3 0-826,1 0 826,9 0 0,-7 0 0,4 0 0,-5 0 0,-4 0 0,-2 0 0,-2 0-55,-4 0 1,4 0 54,-4 0 0,4 0 0,1 0 0,7 0 0,0 0 0,-1 0 0,-5 0 0,0 0 0,2-2 0,3-1 0,6-3 0,-1 0 0,1 6 0,-5-6 56,5 1 1,-2-1-57,3 6 0,-5 0 0,1 0 0,3 0 0,12 0 0,3 0 0,1 0 0,-4 0 0,-12 0 0,2 0 0,-5 0 0,1 0 0,4 0 0,-5 0 0,7 0 0,-4 0 0,4 0 0,2 0 0,-13 0 0,-4 0 0,-2 0 0,-6 0 0,2 0 0,-2 0 0,-5 0 0,1-8 0,-15 6 0,4-3 507,-6 3 0,-11 2-507,-6 0 935,-4-8-935,-2 6 69,-7-5 0,-4 7-69,-12 0 358,4 0-358,-6 0 0,8 0 0,0 0 0,-7 0 0,-5 0 0,-3 0 0,-10 0 0,-2 0 0</inkml:trace>
  <inkml:trace contextRef="#ctx0" brushRef="#br0" timeOffset="66">29134 4642 8912,'-26'-7'0,"3"-3"0,5-2 0,7 1 0,3 7 0,10-3 0,4 7 0,-2 1 0,5 5 0,-1 6 0,0-1 0,-5 4 0,3 5 0,0 14 0,-4 4 0,2 8 0,1 7 0,1 18 0,-8 4 0,0-28 0,-2 3-696,-1 4 0,-1 1 696,2 6 0,0 2 0,-3 1 0,1 0 0,2 1 0,2 0 0,0-4 0,0-2 0,1-5 0,0-3 0,1 41 0,2-8-559,4-9 559,-4-8 0,11-25 0,-7-8 0,-2-9 0,6 2 0,-9-16 0,7 4 1303,-8-15-1303,0 0 162,0-7 0,0 3 0,0-8 0,0-1-162,0-2 0,0-10 0,0 2 0,0-10 0,0-3 0,0-10 0,0-13 0,0-12 0</inkml:trace>
  <inkml:trace contextRef="#ctx0" brushRef="#br0" timeOffset="67">29065 4642 8912,'-26'-2'0,"3"-2"0,4-1 0,1-7 0,1 6 0,2 1 0,3-3 0,3 6 0,5-5 0,-2-1 0,1 6 0,5-6 0,1 8 0,5 0 0,6 0 0,3 0 0,8 0 0,4 0 0,5 0 0,-1-7 0,19-3 0,-3-9 0,9-4 0,5 2 0,10-8 0,3-1 0,7-3 0,-32 15 0,3 0 0,4-2 0,3 0-273,3-2 1,2 0 0,4-1 0,2 0 272,-2 0 0,1 0 0,-2 2 0,0-2 0,2 0 0,2-1 0,4 1 0,1 0 0,-4 0 0,1 0 0,2-2 0,-1-2 0,-2 2 0,0-1 0,-1 0 0,1 0 0,1 4 0,1 0 0,2-1 0,-1 0 0,-3 5 0,-2 0 0,-7 1 0,0 2 0,-1 3 0,-2 1 0,-10 1 0,-2 1 0,1 3 0,-1 2 0,42-4 0,-21 3 0,-14 5 0,-16 0 0,-14 0 0,-14 0 0,4 7 0,-3 5 0,3 3 0,-3 0 0,-1 1 0,2 1 0,1-9 0,-1 9 0,-1-2 0,1 0 363,2 2 0,1 1 0,-3-1-363,-1 0 0,-1 0 0,6 2 0,-2 4 0,-3 6 0,1 3 0,-5 3 0,0-1 0,-1 1 0,-1 7 0,-4 2 0,2 7 0,1 1 0,1 7 0,-6 2 0,0 8 0,0 7 0,0 4 0,0 5 0,0 1 0,0-1 0,0 1 0,0 0 0,0-2-728,0-3 728,0-13 0,-2-3 0,-2-5 0,-1 1 0,-9-13 0,5-3 0,-3-8 0,1-9 0,-1 3 0,-5-8 0,6 0 0,-1-6 0,1-8 0,-1 1 0,1-4 364,7-4 0,-11 5-364,3-7 0,5 0 0,-9 0 0,3 0 0,-8 0 0,0 0 0,-10 0 0,-5 0 0,-2 0 0,-14 0 0,2 0 0,-13 0 0,-2 0 0,-9 0 0,9 0 0,-4 0 0,4 0 0,-4 0 0,0 0 0,0 0 0,0 0 0,1 0 0,-3 0 0,-4 0 0,-5 0 0,-4 0 0,5 0 0,5 0 0,3 0 0,2 0 0,-7 2 0,-3 2 0,1 2 0,2 7 0,7-9 0,2 6 0,4-3 0,-8 7 0,8-5 0,4 1 0,1-1 0,1-3 0,-6-2 0,-8 5 0,2-1 0,-3-2 0,12-1 0,-3 1 0,6-2 0,-4-2 0,13 4 0,-4-1 0,6 1 0,-2-6 0,3 2 0,-1 2 0,2 2 0,2-1 0,2 1 0,-1 0 0,7-1 0,7-5 0,2 0 0,2 8 0,12-6 0,-1 4 0,9-4 0,-5-2 0,8 0 0,2 0 0,4 0 0,-4 0 0,5 0 0,1 0 0,-4 0 0,9 0 0,6 0 0,6-16 0,9-3 0</inkml:trace>
  <inkml:trace contextRef="#ctx0" brushRef="#br0" timeOffset="68">28394 14047 8912,'0'-19'0,"-2"-2"0,-1-2 0,-3 2 0,2 9 0,10 7 0,-2 3 0,7 2 0,-5 5 0,3 5 0,-1 3 0,-4 8 0,-2 4 0,-2-2 0,0 6 0,0 5 0,-2 6 0,-2-2 0,-2-1 0,-7-3 0,9 1 0,-6-3 0,3-3 0,-5-5 0,7-6 0,-1-1 0,-2 0 0,6-7 0,-5-3 0,9-16 0,3-9 0,3-1 0,3-9 0,5-1 0,-9-11 0,7 0 0,-3 2 0,1-1 0,5 3 0,-2 0 0,-3 3 0,3 10 0,-5-7 0,7 9 0,0 6 0,0 5 0,0 10 0,-1 2 0,-3 6 0,-3 7 0,-3 6 0,7 9 0,-12-9 0,3 8 0,-3-6 0,-2 6 0,0-8 0,0 2 0,0-4 0,0-2 0,0 0 0,0-5 0,0-1 0,0-7 0,2 4 0,4-8 0,3-8 0,3-7 0,-1-10 0,1 0 0,-3 0 0,7-5 0,-5 1 0,4-4 0,-5 7 0,5-5 0,-5 8 0,-1 2 0,7 4 0,-5 5 0,-3 20 0,0 11 0,-8 16 0,0-1 0,0 0 0,0 1 0,0 7 0,1-12 0,5 5 0,4-5 0,1-3 0,1-4 0,-1-4 0,8-9 0,2-5 0,2-3 0,8-4 0,-2-3 0,1-7 0,-1-3 0,3-10 0,-13-2 0,4-7 0,-4 0 0,-9-8 0,-2 5 0,-8-1 0,0 7 0,0 1 0,0 7 0,-2 4 0,-4 5 0,2 7 0,-7 7 0,-1 4 0,-5 7 0,2 1 0,1 12 0,5-1 0,1 0 0,2 8 0,6-10 0,0 6 0,0-3 0,8-1 0,2-11 0,7-1 0,0-7 0,0 2 0,0-4 0,1-2 0,-9-2 0,-1-4 0,-2-5 0,-1-5 0,1-1 0,-14-6 0,-3 0 0,-4 2 0,-3 4 0,1 6 0,0-5 0,0 13 0,0-9 0,-1 8 0,1-1 0,0 3 0,0-6 0,0-2 0</inkml:trace>
  <inkml:trace contextRef="#ctx0" brushRef="#br0" timeOffset="69">29530 13995 8912,'10'0'0,"-3"0"0,-7-2 0,0-3 0,0 3 0,-7-6 0,-5 8 0,-3 2 0,-2 4 0,-1 3 0,1 10 0,0 4 0,-8 4 0,6 5 0,-2-1 0,6-2 0,3 1 0,-1 3 0,5-5 0,2 1 0,5-8 0,2 2 0,5-12 0,6-3 0,11-8 0,-2-9 0,7-9 0,-1-6 0,4-11 0,-5 1 0,-1-1 0,4-5 0,-6 0 0,0-8 0,-6 6 0,0-5 0,1 1 0,-9 8 0,-1-3 0,-1 5 0,-5 9 0,6 10 0,-16 10 0,6 20 0,-3 6 0,3 6 0,2-2 0,0 5 0,0 3 0,0 1 0,7 3 0,1-7 0,5-1 0,-1-2 0,-1-2 0,7-6 0,-1 0 0,0 1 0,0-3 0,0-4 0,1-5 0,-1-4 0,6-2 0,0 0 0,0-2 0,-6-4 0,-6 2 0,1-9 0,-1-4 0,-1-4 0,-2-2 0,-8 6 0,0 0 0,0-1 0,-2 1 0,-4 0 0,-4 7 0,-9 3 0,-2 9 0,-2 3 0,-5 7 0,3 11 0,0 6 0,0 3 0,2 2 0,6 1 0,7 7 0,3-8 0,7 2 0,0-5 0,15-2 0,4-3 0,17-3 0,4-4 0,-1-9 0,7-4 0,1-4 0,-5-18 0,1-3 0</inkml:trace>
  <inkml:trace contextRef="#ctx0" brushRef="#br0" timeOffset="70">30477 14098 8912,'-35'0'0,"3"0"0,3 0 0,4 2 0,8 2 0,0 2 0,-2 13 0,-1-2 0,3 2 0,-4 0 0,19 4 0,-3 0 0,3-2 0,2 4 0,2-4 0,3-4 0,7-3 0,9-11 0,2 3 0,5-4 0,-5-2 0,2-8 0,-2-3 0,-2-4 0,8-2 0,-8-6 0,2 0 0,-10-2 0,-3 4 0,-3-2 0,-1-6 0,-6 6 0,-7 0 0,-3 14 0,-9 3 0,-4 4 0,4 2 0,-4 0 0,6 8 0,5 3 0,5 5 0,-1 8 0,-2 3 0</inkml:trace>
  <inkml:trace contextRef="#ctx0" brushRef="#br0" timeOffset="71">31199 13772 8912,'-9'-17'0,"-7"1"0,5 5 0,-4 3 0,-3 8 0,3 2 0,2 4 0,1 5 0,7 10 0,-7 2 0,8 8 0,-1-3 0,1 5 0,-2 1 0,4 8 0,-6-5 0,8 3 0,0-4 0,-1 4 0,-5 0 0,2 6 0,-7-6 0,-1 2 0,-5-4 0,0 3 0,-1-3 0,1-10 0,0 5 0,0-6 0</inkml:trace>
  <inkml:trace contextRef="#ctx0" brushRef="#br0" timeOffset="72">30735 14270 8912,'0'-26'0,"0"3"0,0 4 0,0 1 0,7 9 0,7 3 0,7 4 0,7 2 0,11 0 0,1 0 0,10 6 0,1 0 0,1 7-164,15-11 0,-6 6 0,8-8 0</inkml:trace>
  <inkml:trace contextRef="#ctx0" brushRef="#br0" timeOffset="73">31630 14012 8912,'-12'-5'0,"1"-1"0,-3 2 0,5 4 0,-3 6 0,8 3 0,-3 5 0,7 1 0,0 4 0,7 2 0,5-4 0,3 1 0,2-1 0,1 0 0,-1 0 0,2-2 0,4-3 0,-4-4 0,8-3 0,-6 1 0,2-2 0,2-4 0,-4-6 0,2-5 0,-2-5 0,-2-1 0,-2 0 0,0-6 0,0 0 0,-5 6 0,-1 5 0,-7 7 0,2-7 0,1 12 0,-1 6 0,-2 15 0,-2 10 0,-2 13 0,-2 5 0,-4 7 0,-3 9 0,-8-2 0,-1 2 0,1-2 0,-6 2 0,-2-8 0,-1-4 0,-5-5 0,-2-6 0,-1-15 0,1-4 0,5-4 0,-3-10 0,8-3 0,8-4 0,7-10 0,8-16 0,0-13 0</inkml:trace>
  <inkml:trace contextRef="#ctx0" brushRef="#br0" timeOffset="74">32593 14563 8912,'0'-18'0,"-7"18"0,-5 12 0,-5 15 0,-6 18 0,4 5 0,-4 19 0,-2 3 0,2 16 0,2 4 0,12-44 0,-1 1-197,-3 2 0,1 0 1,2 0-1,1 1 197,-2 0 0,-1-1 0,-1 1 0,-1-1 0,1 1 0,-1-1 0</inkml:trace>
  <inkml:trace contextRef="#ctx0" brushRef="#br0" timeOffset="75">28979 15096 8912,'0'-18'0,"0"7"0,0-1 0,0-1 0,0 4 0,0-3 0,2 8 0,4-1 0,4 3 0,7 2 0,0 0 0,-2 7 0,-3 5 0,-5 3 0,-7 10 0,0 3 0,0 7 0,0 5 0,-5 4 0,-1 8 0,-7-1 0,1 1 0,-3-1 0,-4 1 0,-4-1 0,4-7 0,-4-4 0,9-9 0,3-6 0,-1-4 0,3-6 0,1-9 0,8 2 0,0-16 0,4-5 0,7-8 0,3-14 0,15-11 0,1-3 0,-3-3 0,2-1 0,-1-3 0,-1-1 0,6 0 0,-14 11 0,5 2 0,1 2 0,-13 2 0,9 19 0,-15 3 0,-1 13 0,-5-1 0,0 12 0,0 7 0,0 8 0,0 6 0,0 7 0,6-5 0,0-1 0,5 1 0,-5 6 0,2-7 0,-3 1 0,-3-2 0,4 1 0,-4-5 0,4-4 0,-1-2 0,1 1 0,-6-9 0,0-1 0,8-23 0,1-5 0,9-14 0,-1 0 0,0-1 0,0 1 0,0 0 0,1 7 0,-1 4 0,0 4 0,0 2 0,0 5 0,1 3 0,-1 1 0,-2 10 0,-3 9 0,3 5 0,-7 6 0,5 3 0,-2 2 0,3 4 0,1 1 0,2-5 0,6 3 0,0-7 0,6-2 0,-4-9 0,2-6 0,-6-5 0,11-1 0,-5-1 0,2-5 0,-3-8 0,-1-7 0,6 2 0,-18-11 0,2 5 0,-5-2 0,-4-1 0,-6 1 0,0 4 0,-14 4 0,-3 2 0,-13 7 0,-3 4 0,-5 4 0,-10 10 0,2 5 0,-2 8 0,2 8 0,4 5 0,8 7 0,7-5 0,4 4 0,12 2 0,5-2 0,12 0 0,11-5 0,12-1 0,17-3 0,7-9 0,6-10 0,3-8 0,1-4 0,2-2 0,-8-4 0,-5-5 0,-8-10 0,-4-4 0,-8-2 0,3-2 0,-16-5 0,2 2 0,-8 3 0,1-4 0,-9 5 0,1-3 0,-6 3 0,0-5 0,0 14 0,-2-2 0,-4 8 0,4-3 0,-7 14 0,3-3 0,4 3 0,-7 9 0,3 7 0,-5 7 0,1 0 0,-2 7 0,1 1 0,1-2 0,-5 5 0,8-7 0,-5 4 0,6-6 0,-1 2 0,1-3 0,-2 1 0,3-5 0,3-9 0,-4 5 0,12-9 0,5 1 0,10-8 0,4-6 0,2-9 0,1 0 0,7-15 0,-3 3 0,-3-4 0,2 7 0,-8 3 0,-6 4 0,-6 1 0,-7 7 0,2 0 0,-4 7 0,-2-4 0,0 8 0,7 8 0,-3-1 0,8 5 0,-1-5 0,6-7 0,1 0 0,-1 0 0,0 0 0,0 0 0,0 0 0,1 0 0,-1 0 0,-8 0 0,1 0 0,-4 0 0,-4 0 0,5 8 0,-7 2 0,0 7 0,0 0 0,0 0 0,0 0 0,0 1 0,0-7 0,0 1 0,0-9 0,0 5 0,0-8 0,0 0 0,8-8 0,-6 5 0,4-9 0,3 1 0,3-7 0,3 3 0,2 4 0,0-3 0,0 9 0,-5-1 0,-1 6 0,3 0 0,1 8 0,-3 1 0,-1 8 0,2 0 0,-5 1 0,5 5 0,-5-1 0,2-1 0,-6-1 0,11-3 0,-6 0 0</inkml:trace>
  <inkml:trace contextRef="#ctx0" brushRef="#br0" timeOffset="76">31165 15474 8912,'-8'-17'0,"4"1"0,-5 3 0,1 2 0,2 7 0,-1-2 0,-5 12 0,-3 3 0,-2 10 0,2 2 0,3 2 0,4 8 0,3-4 0,-1 7 0,0-5 0,6-3 0,0-1 0,2-4 0,4-2 0,-2-3 0,7-5 0,1-3 0,5-8 0,8 0 0,3-4 0,11-6 0,1-7 0,0-6 0,-6 0 0,-1 2 0,-4-7 0,-8-1 0,-8 2 0,-5 2 0,-8 8 0,-23 0 0,-2 6 0,-25 1 0,-3 2 0,-3 3 0,12 5 0,4 0 0,6 5 0,5 1 0,6 7 0,11-1 0,12-4 0,10-1 0</inkml:trace>
  <inkml:trace contextRef="#ctx0" brushRef="#br0" timeOffset="77">31922 15113 8912,'-32'-33'0,"1"5"0,4 7 0,2 7 0,2 7 0,4 7 0,-4 0 0,4 2 0,-4 3 0,4 9 0,2 7 0,0 7 0,1 11 0,5 1 0,3 7 0,8-3 0,0 8 0,0-1 0,0 1 0,0 0 0,0-1 0,2 1 0,4-1 0,-2-3 0,7 4 0,-7-12 0,2 4 0,-4-12 0,-10-7 0,-1-8 0</inkml:trace>
  <inkml:trace contextRef="#ctx0" brushRef="#br0" timeOffset="78">31423 15715 8912,'-17'-25'0,"2"6"0,3-4 0,12 4 0,12 1 0,16 7 0,7 1 0,1 3 0,2-1 0,2 2 0,2 4 0,6-3 0,-2 3 0,0-6 0,0 6 0,0-5 0,2-1 0,-6 6 0,7-13 0,-5 5 0</inkml:trace>
  <inkml:trace contextRef="#ctx0" brushRef="#br0" timeOffset="79">32077 15543 8912,'-23'0'0,"0"0"0,-8 0 0,12 2 0,-4 3 0,4 7 0,10 3 0,3 2 0,4 0 0,4 1 0,4-1 0,3 0 0,9 0 0,1 0 0,4 1 0,1-7 0,5 0 0,4-7 0,-9 4 0,7-8 0,-2 0 0,-1 0 0,-1 0 0,-2-8 0,-8-1 0,0-7 0,1 5 0,-1-4 0,-6 5 0,1-7 0,-8 7 0,3 3 0,-7 9 0,-2 5 0,-3 11 0,-5 14 0,-7 16 0,-2 9 0,-4 12 0,2 9 0,-8 14 0,6 1-64,9-44 0,-1 0 0,2 0 1,-2-1-1,-20 38 64,1-7 0,0-14 0,-3-14 0,-3-11 0,6-7 0,-1-10 0,8-8 0,10-15 0,6-8 0,1-5 0,3-8 0,1-6 0,10-11 0,7-8 0,10-7 0,19-16 0,12-6-88,-21 38 0,1 0 1,2-4-1,1 0 1,2 0-1,2 1 88,3-1 0,2-2 0,6-3 0,2-1 0,0 2 0,1 0 0,3-3 0,1-1 0,1-1 0,0 0 0</inkml:trace>
  <inkml:trace contextRef="#ctx0" brushRef="#br0" timeOffset="80">9981 18689 8912,'0'-17'0,"0"0"0,0-1 0,0 1 0,2 2 0,4 3 0,-4-3 0,3 4 0,-3 3 0,0 0 0,4 8 0,-4 0 0,7 0 0,-3 0 0,-2 0 0,7 0 0,1 0 0,5 0 0,-5 0 0,-1 0 0,0 0 0,7 0 0,-1 0 0,0 0 0,2 0 0,4 0 0,-2 0 0,8 0 0,-6 6 0,6 0 0,1-2 0,3-2 0,1-2 0,2 0 0,5 0 0,4 0 0,-1 0 0,2 0 0,0 0 0,6 0 0,-1 0 0,1 0 0,0 0 0,-3 0 0,-1 0 0,-4 2 0,-2 1 0,-4 3 0,-1 2 0,-3-3 0,3 5 0,3 7 0,-4-7 0,8 5 0,-6-5 0,2-1 0,8 4 0,-2-7 0,2 6 0,-2-7 0,4 1 0,-14-6 0,6 0 0,0 0 0,-11 0 0,3 0 0,-2 0 0,1 0 0,1 0 0,7 0 0,1 0 0,2 0 0,1 0 0,7 0 0,2 0 0,3 0 0,-9-6 0,3 1 0,5-1 0,-3 0 0,5 0 0,-5-5 0,-1 3 0,0-1 0,1 3 0,3-3 0,3-1 0,2 0 0,-6 7 0,5-11 0,-9 9 0,1 1 0,-8 2 0,10-4 0,-9 0 0,-3 3 0,-3 1 0,-5 2 0,8-2 0,4-4 0,-2 4 0,2-4 0,0 4 0,5 2 0,3 0 0,1 0 0,1 0 0,-6 0 0,1 0 0,-14 0 0,5 0 0,0 0 0,-6 0 0,6 0 0,-6 0 0,5 0 0,3 0 0,7 0 0,-5 0 0,0 0 0,-2 0 0,4 0 0,-4 0 0,-2 0 0,-2 0 0,-6 0 0,-1 0 0,-4 0 0,3 0 0,-3 0 0,-4 0 0,-2 0 0,1 0 0,-1 0 0,0 0 0,0 0 0,0 2 0,0 2 0,0 2 0,0-2 0,2 3 0,-2-1 0,-2 0 0,8-6 0,-8 0 0,3 6 0,-6-1 0,-1-1 0,0-2 0,0-2 0,0 0 0,-5 0 0,-1 0 0,1 0 0,-3 0 0,-1 0 0,-8 0 0,0 0 0,-8 0 0,7 0 0,-7 0 0,8 0 0,0 0 0,-8 0 0,-3 8 0,-12 3 0,-19 12 0,-12 4 0</inkml:trace>
  <inkml:trace contextRef="#ctx0" brushRef="#br0" timeOffset="81">29220 16351 8912,'-17'-12'0,"0"1"0,0-1 0,1 1 0,3-1 0,2-1 0,7 3 0,-4 1 0,0 1 0,7-5 0,-7 3 0,0 1 0,4-1 0,-7 4 0,-1 5 0,-5-5 0,0 12 0,0 1 0,0 5 0,7 3 0,-5-13 0,5 13 0,-7-13 0,0 4 0,1-6 0,5-6 0,-4 2 0,3-5 0,-3 1 0,-2-5 0,5 3 0,1-5 0,-3 3 0,7-3 0,-7 11 0,7-7 0,-3-3 0,6 7 0,-3-1 0,1 10 0,0 4 0,2 5 0,2 12 0,2 4 0,0 7 0,0 6 0,0 1 0,0-3 0,0 6 0,0 0 0,0 0 0,0 3 0,0-7 0,-1-1 0,-5-11 0,4 3 0,-4-8 0,-1 0 0,1-6 0,0-8 0,6-1 0,0-10 0,0-4 0,0-5 0,0-12 0,2-6 0,4-5 0,5-6 0,-3 4 0,7-6 0,-5 5 0,-1-3 0,7 4 0,-9-4 0,5 11 0,3-1 0,-4 7 0,-1 5 0,1 7 0,3-2 0,-1 7 0,-1 6 0,3 15 0,-4 14 0,-1 3 0,0 5 0,-3 3 0,5-4 0,-7 4 0,1-4 0,2-1 0,-6-1 0,5-5 0,-5-2 0,4-3 0,-4-1 0,4-5 0,-4-9 0,-2-1 0,0-8 0,7-2 0,5-4 0,3-5 0,2-5 0,0-8 0,1 3 0,-1-6 0,0 2 0,8-6 0,-6 12 0,4-2 0,-4 6 0,-2 3 0,-5 7 0,-1-5 0,3 3 0,1 1 0,-4 6 0,1 0 0,-3 7 0,3 5 0,3-3 0,-3 3 0,-3-6 0,3 5 0,-1-7 0,6 2 0,1-4 0,-1-2 0,0 0 0,0 0 0,0 0 0,1 0 0,-7-8 0,1-3 0,-3 1 0,3-2 0,-5 1 0,-7-6 0,0 0 0,-2 1 0,-3 5 0,-5 3 0,-7 8 0,0 8 0,-2 5 0,-4 8 0,3-2 0,-4 14 0,6-4 0,7 3 0,-1 2 0,9-1 0,-3-4 0,6-5 0,6-1 0,5 0 0,12 0 0,4-13 0,7-5 0,6-3 0,2-2 0,2 0 0,0-7 0,2-5 0,4-11 0,-6-3 0</inkml:trace>
  <inkml:trace contextRef="#ctx0" brushRef="#br0" timeOffset="82">30012 16523 8912,'-17'0'0,"-6"0"0,0 0 0,2 0 0,2 0 0,1 0 0,1 0 0,0 0 0,7 0 0,-5 0 0,8 7 0,-5 5 0,6 3 0,4 2 0,-3 0 0,-1 1 0,0-1 0,6 0 0,0 0 0,0 0 0,0-7 0,8 5 0,1-13 0,9 4 0,-1-4 0,0-2 0,0-2 0,0-4 0,-1-5 0,-5-5 0,5-1 0,-9-6 0,7-2 0,-3-1 0,1-3 0,-3-5 0,-1-1 0,-1 1 0,-5-1 0,4 1 0,-4 0 0,-2-1 0,0 7 0,0 1 0,0 2 0,0 4 0,-2 2 0,-4 2 0,4 7 0,-5 3 0,7 8 0,0 5 0,0 4 0,0 15 0,0 5 0,0 8 0,0 6 0,2 6 0,1-2 0,3-2 0,0-8 0,0 10 0,1-8 0,3-2 0,-6-2 0,11-7 0,-5-2 0,-1-3 0,6-3 0,-3-9 0,3-6 0,2-4 0,1-2 0,-1-8 0,0-6 0,0-7 0,0 0 0,1-7 0,-1-1 0,0-5 0,0 7 0,-1 2 0,-5 8 0,-5 0 0,-4 0 0,-2 7 0,0 10 0,0 12 0,0 9 0,-2 3 0,-4 3 0,4 0 0,-4 3 0,4-1 0,2 2 0,0-7 0,0-1 0,0 4 0,6-8 0,2 4 0,1-4 0,1-2 0,1 1 0,5-9 0,-5-3 0,-3 4 0,0-1 0</inkml:trace>
  <inkml:trace contextRef="#ctx0" brushRef="#br0" timeOffset="83">30459 16333 8912,'-7'-17'0,"-3"6"0,-5-1 0,3-1 0,3 5 0,3 3 0,4 3 0,2 2 0,17 2 0,12 5 0,4 10 0,1 1 0,0 6 0</inkml:trace>
  <inkml:trace contextRef="#ctx0" brushRef="#br0" timeOffset="84">31079 16523 8912,'-29'-12'0,"2"3"0,3 1 0,-5 0 0,6 4 0,2-1 0,2-1 0,2 8 0,-1 4 0,1 3 0,0 8 0,2 3 0,3 2 0,-3-2 0,11 10 0,-6-7 0,3-2 0,1 4 0,6-2 0,0 0 0,0-6 0,2 0 0,4 0 0,-4-7 0,13-2 0,-4-8 0,5 0 0,1-8 0,0 4 0,0-7 0,2-3 0,3-1 0,0-2 0,1 0 0,-5-1 0,-1 1 0,-6 6 0,1-1 0,1-1 0,-3 5 0,1 2 0,-7-3 0,9 5 0,-7-7 0,0 7 0,0-2 0,-1 12 0,9-4 0,-7 7 0,5-3 0,3-4 0,-3 4 0,3-4 0,2-2 0,2 0 0,4 0 0,-4 0 0,4 0 0,-4 0 0,-1 0 0,-1-2 0,0-4 0,-7 4 0,5-6 0,-4 8 0,-1 0 0,1 0 0,-7 0 0,4 0 0,-8 0 0,0 2 0,2 2 0,3 2 0,-1 7 0,6-1 0,-2 3 0,-3-5 0,1-1 0,0-3 0,1-4 0,-1 3 0,-2-3 0,7-2 0,-7 0 0,10-7 0,-7-5 0,3-3 0,3-2 0,-3 0 0,-1-1 0,-1 1 0,5 0 0,-1 0 0,3 0 0,2-1 0,1 9 0,-1-5 0,2 9 0,4 1 0,-2 2 0,8 2 0,1 2 0,3 4 0,9 3 0,2 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13905 8493 8912,'-8'-19'0,"-4"-4"0,-1-1 0,0-5 0,3 6 0,3 4 0,-1 2 0,2 1 0,-5 5 0,-7 13 0,-5 15 0,-11 17 0,-14 18 0,-5 13 0,-5 13 0,27-37 0,-1 2 0,3 8 0,1 1 0,-1 3 0,2 1-87,3 9 0,3 2 0,-1-1 0,3 2 0,4 6 0,2 1 0,1 1 0,3 1 87,1 2 0,2 0 0,2 0 0,1 1-267,2 4 1,2-2 0,-1-13 0,0-2 266,0-3 0,0-2 0,0-10 0,2-3 0,3 37 0,7-13 0,11-10 0,-2-21 0,9-4 0,5-10 0,3-7 0,14-9 0,5-6 0,4-4 0,14-2 0,-12 0 0,10-6 0,-5 0 0,3 2 0,0 2 0</inkml:trace>
  <inkml:trace contextRef="#ctx0" brushRef="#br0" timeOffset="1">14576 9233 8912,'-12'-16'0,"1"3"0,-3 2 0,-1-3 0,6 10 0,3 10 0,4 15 0,2 17 0,0 12 0,0 9 0,2 4 0,4 8 0,-5 0 0,7 9 0,-2 0 0,2-2 0,1-3 0,-5-12 0,4-6 0,-7-9 0,3-6 0,2-6 0,0-13 0,-6-15 0,2-23 0,3-8 0,-1-8 0,8-3 0,-8-8 0,9-2 0,-7-8 0,7 3 0,-3 1 0,1 4 0,1 2 0,1 4 0,2 1 0,-3 11 0,-1 3 0,1 11 0,5 6 0,0 5 0,-7 8 0,5 10 0,-4 12 0,5 4 0,1 1 0,0-2 0,0-3 0,1 4 0,-1-5 0,0-3 0,0-2 0,2-4 0,4-4 0,6-3 0,3-5 0,-3-7 0,0 0 0,7-15 0,8-4 0</inkml:trace>
  <inkml:trace contextRef="#ctx0" brushRef="#br0" timeOffset="2">15385 9611 8912,'-18'11'0,"-1"1"0,-2 1 0,-2 3 0,0 3 0,6 4 0,0 3 0,0 9 0,-1 1 0,1 4 0,8-4 0,1 6 0,8-9 0,0-4 0,15-5 0,-1-8 0,14-5 0,3-5 0,7-6 0,2-6 0,-3-7 0,-7-8 0,3 2 0,-14-12 0,4 8 0,-10-7 0,-1 1 0,-8-2 0,1 1 0,-3 1 0,-4 8 0,-3-2 0,-5 4 0,-7 8 0,0 1 0,-1 2 0,1 3 0,0 5 0,2 2 0,1 1 0,5 5 0,1 2 0,2-7 0,6 13 0,8-7 0,2 9 0</inkml:trace>
  <inkml:trace contextRef="#ctx0" brushRef="#br0" timeOffset="3">15574 9731 8912,'27'0'0,"-3"0"0,-12 0 0,-1 0 0,-7 2 0,2 4 0,-4 4 0,-2 7 0,-8 0 0,6 6 0,-3 0 0,-3 5 0,2-5 0,2-2 0,2 4 0,2-2 0,8 0 0,2-8 0,7-3 0,6 1 0,0-7 0,-2-2 0,-2-2 0,4-10 0,0-4 0,6-5 0,-7-6 0,1-1 0,-5-5 0,-1-4 0,0 5 0,-2-3 0,-3 3 0,-3 3 0,-5 8 0,2-1 0,0 1 0,-8 17 0,-4 12 0,4 7 0,-4 15 0,-1-1 0,1 12 0,0-6 0,8 1 0,4-4 0,5-2 0,5 1 0,9-10 0,1-8 0,1-10 0,6-5 0,-7-5 0,9-9 0,-3-7 0,-3-15 0,-4-8 0,-8-4 0,0-2 0,-2 0 0,-3 4 0,-6 2 0,-4-4 0,-2 6 0,-2-6 0,-4 6 0,2 8 0,-7 9 0,-3 4 0,7 2 0,-3 7 0,4 4 0,4 8 0,-3 10 0,5-1 0,5 12 0,-1 2 0,8-2 0,3-2 0,6-2 0,6-9 0,7-3 0</inkml:trace>
  <inkml:trace contextRef="#ctx0" brushRef="#br0" timeOffset="4">17863 8906 8912,'-18'-8'0,"1"-3"0,0 1 0,0-1 0,0 9 0,-1 2 0,7 10 0,1 12 0,1 7 0,-1 4 0,6 9 0,-1 4 0,3 1 0,2-1 0,2 4 0,3-4 0,3 3 0,3 3 0,5-8 0,-5-4 0,-1-4 0,-1-1 0,-1 1 0,-4 2 0,-2 2 0,-2-7 0,0 1 0,-2-1 0,-4 5 0,-3 2 0,-3-8 0,1-3 0,-1-4 0,-5-8 0</inkml:trace>
  <inkml:trace contextRef="#ctx0" brushRef="#br0" timeOffset="5">17604 9611 8912,'-17'-8'0,"0"1"0,0-5 0,7-3 0,5 3 0,10-3 0,7-2 0,18-2 0,11-4 0,8-4 0,9-7 0,3-1 0,8 1 0,1 0 0,5-1 0,-4 7 0,1 1 0,-7 2 0,-13 10 0,-12 1 0,-11 9 0,-4-9 0,-23 20 0,-8 0 0,-8 1 0,-3 5 0,0-1 0,0 7 0,5 4 0,1 1 0,-1 8 0,-5-2 0,0 3 0,0 2 0,0 1 0,7-1 0,4 1 0,4-1 0,2-2 0,0-3 0,8 2 0,5-8 0,8-2 0,4-10 0,4-5 0,11-4 0,-11-12 0,11-7 0,-4-10 0,-9-7 0,-4-4 0,-4-2 0,-4-6 0,-3 6 0,-4-1 0,-8 7 0,-8 5 0,-5 1 0,-9-3 0,3 6 0,-13 2 0,3 12 0,-1 3 0,-1 8 0,4 0 0,2 2 0,4 4 0,2 4 0,2 7 0,0 0 0</inkml:trace>
  <inkml:trace contextRef="#ctx0" brushRef="#br0" timeOffset="6">19962 9233 8912,'-6'11'0,"-1"1"0,-1 1 0,-2 0 0,1-1 0,5 3 0,-11-5 0,5 7 0</inkml:trace>
  <inkml:trace contextRef="#ctx0" brushRef="#br0" timeOffset="7">20031 9216 8912,'9'-12'0,"-3"1"0,-2-3 0,0-1 0,2-2 0,-3 0 0,-1-1 0,-2 1 0,-2 0 0,-3 0 0,3 0 0,-4-1 0,2 3 0,-2 4 0,5-5 0,-7 16 0,8 2 0,0 14 0,0 16 0,0 8 0,0 10 0,0 3 0,0 3 0,6 1 0,-1 0 0,-1-1 0,0-3 0,0-1 0,2 1 0,-3 5 0,-1-13 0,0 5 0,2-17 0,2-5 0,0-11 0,-6-11 0,0-13 0,0-11 0,0-22 0,0-13 0</inkml:trace>
  <inkml:trace contextRef="#ctx0" brushRef="#br0" timeOffset="8">20272 9216 8912,'7'-10'0,"-5"-5"0,6 5 0,-8 1 0,-8 9 0,-1 9 0,-8 10 0,-1 4 0,-5 4 0,-1 9 0,-3 4 0,-2-3 0,-3 10 0,1-7 0,4-1 0,2-3 0,2-2 0,6 1 0,8-8 0,3-5 0,4-10 0,2-4 0,8-16 0,3-4 0,12-3 0,4-6 0,9 2 0,2 4 0,3-1 0,6 3 0,-1 2 0,4 5 0,2 4 0,-3-4 0,-3 1 0,-6 1 0,4 9 0,-13-1 0,3 8 0,-11-8 0,0 1 0,-4-3 0,-3-4 0,-5-3 0,-5-7 0,-4-3 0,-8-2 0,-2-1 0,-1 1 0,3 0 0,-5 0 0,-1 0 0,3 5 0,3 1 0,-4 7 0,8-2 0,-3 12 0,3 7 0,2 8 0,0-2 0,0 16 0,0-3 0,0 6 0,0 3 0,0-1 0,0 0 0,0-2 0,0-7 0,0-5 0,0-1 0,0-4 0,0-9 0,0 3 0,7-21 0,5 0 0,3-15 0,2-7 0,1-7 0,-1-5 0,2-6 0,2-1 0,2 1 0,0 4 0,-8 7 0,-3 1 0,3 7 0,-4 4 0,-3 4 0,5 12 0,-7 7 0,-2 9 0,-2 8 0,-2 6 0,0 4 0,0 7 0,0 1 0,0-1 0,0 1 0,2-7 0,4 1 0,-3-10 0,9-2 0,-1-2 0,7-9 0,-1-2 0,0-2 0,2-4 0,2-4 0,2-5 0,0-12 0,-6 2 0,-1-6 0,-5 2 0,2-3 0,-7 5 0,0 2 0,1 2 0,-5 1 0,6 9 0,-8-6 0,-6 20 0,1 1 0,-1 7 0,4 10 0,-4 0 0,4 6 0,-3-4 0,3 2 0,7-6 0,1 1 0,7-4 0,-1-7 0,5-5 0,6-4 0,-4-2 0,12-2 0,-8-4 0,0-5 0,-6-12 0,-2 2 0,-3-8 0,1 2 0,-7-1 0,-2 5 0,-4 4 0,-6 1 0,-4 1 0,-9 2 0,-4 3 0,-5 7 0,3 3 0,-6 2 0,6 2 0,-1 3 0,6 5 0,1 5 0,6-3 0,9 3 0,-4-5 0,8 7 0</inkml:trace>
  <inkml:trace contextRef="#ctx0" brushRef="#br0" timeOffset="9">21649 9387 8912,'-10'-7'0,"-5"5"0,3-4 0,-1 6 0,1 6 0,7 5 0,-3 5 0,2 3 0,2 2 0,2 2 0,2 7 0,6-9 0,2 6 0,1-2 0,3 5 0,11-10 0,0 2 0,0-8 0,-6-5 0,0-1 0,0-4 0,1-2 0,-1-2 0,0-8 0,0-3 0,0-5 0,1-8 0,-1 3 0,0-8 0,-6 0 0,1-3 0,-1 1 0,-1 4 0,-4 3 0,3 1 0,-7 5 0,6 9 0,-8 3 0,0 14 0,0 9 0,8 8 0,-7 3 0,7 1 0,-2 2 0,0 1 0,7-5 0,-2-4 0,5-4 0,1-9 0,0-3 0,0-7 0,1 0 0,-1-7 0,-2-11 0,-4-10 0,-5-5 0,4-1 0,-8-2 0,2-3 0,-6-3 0,-4-2 0,-8 6 0,3-4 0,-4 0 0,5 6 0,-3-6 0,7 7 0,0 9 0,6 3 0,2 9 0,4 3 0,4-1 0,7-5 0</inkml:trace>
  <inkml:trace contextRef="#ctx0" brushRef="#br0" timeOffset="10">24041 9130 8912,'-29'-18'0,"2"3"0,0 4 0,2 5 0,-1 6 0,-1 6 0,-4 5 0,1 20 0,1 11 0,6 11 0,4 10 0,4 6 0,3 5 0,6 7 0,5 3 0,8 0 0,5-4 0,5-7 0,6-8 0,6-21 0,9-18 0,2-10 0,8-9 0,-2-9 0,3-3 0,3-15 0,0-14 0,-7-4 0,-1-12 0,-2-3 0,-1-18 0,-9 8 0,-5-12 0,-10 5 0,-2-5 0,-11-1 0,-8 1 0,-11 5 0,-10-3 0,-19 20 0,-7-5 0,-1 14 0,-5 10 0,3 15 0,3 17 0,-1 12 0,0 9 0,8 23 0,8 4 0,9 5 0,10 6 0,13-5 0,4 0 0,2-3 0,10-9 0,7 0 0,7-5 0</inkml:trace>
  <inkml:trace contextRef="#ctx0" brushRef="#br0" timeOffset="11">23490 9731 8912,'-10'-11'0,"5"-1"0,5 3 0,5-3 0,9-3 0,14 4 0,11-10 0,18-2 0,6 2 0,4 2 0,17 1 0,-9 1 0,9 2-913,-6 3 913,-3-3 0,-8 13 0,-6-5 55,-9-1 0,-16-2 0,-11-7 1</inkml:trace>
  <inkml:trace contextRef="#ctx0" brushRef="#br0" timeOffset="12">24540 9731 8912,'-18'27'0,"-6"6"0,-1-12 0,-6 7 0,2 3 0,8 1 0,-7 3 0,10-1 0,-1 0 0,14-1 0,1-4 0,4-7 0,6-2 0,11-3 0,4-8 0,7-3 0,-1-4 0,4-4 0,-3-4 0,1-3 0,9-14 0,-1-2 0,-7-2 0,-1-3 0,-2-3 0,-14-1 0,8-6 0,-15 0 0,-2 1 0,-10 3 0,-4 2 0,-9-1 0,-4 1 0,4 0 0,-6 7 0,8 4 0,0 4 0,0 2 0,0-1 0,7 1 0,2 0 0,24-8 0,3-2 0</inkml:trace>
  <inkml:trace contextRef="#ctx0" brushRef="#br0" timeOffset="13">26106 9250 8912,'0'-17'0,"0"0"0,0-1 0,-2 3 0,-2 2 0,-2 1 0,0 10 0,6 2 0,0 10 0,0 13 0,2 7 0,2 7 0,2 3 0,1 0 0,-1-6 0,4 1 0,-1-1 0,7 0 0,-7-1 0,6-3 0,-1-3 0,-3-4 0,3-8 0,1 3 0,8-16 0,0 3 0,6-12 0,-6-11 0,-2-8 0,3-7 0,-1-1 0,-2-1 0,4-5 0,-2 0 0,-4-6 0,-5 6 0,-1 2 0,6 9 0,-15 1 0,6 9 0,-3 3 0,7 11 0,-11-1 0,7 12 0,-2 5 0,3 12 0,-5 8 0,0 5 0,1 4 0,-5 0 0,8 0 0,-6 2 0,1 2 0,1-6 0,-6 4 0,0-7 0,0-1 0,0-7 0,-8 3 0,-3-9 0,-4-5 0,-3-9 0,-6-5 0,-3-17 0,-8-4 0</inkml:trace>
  <inkml:trace contextRef="#ctx0" brushRef="#br0" timeOffset="14">26088 9061 8912,'-32'-27'0,"3"4"0,6 4 0,12 9 0,3 1 0,12 5 0,7-2 0,9 1 0,23 5 0,9 2 0,9 3 0,8 3 0,2 5 0,-2-1 0,3-1 0,-10 6 0</inkml:trace>
  <inkml:trace contextRef="#ctx0" brushRef="#br0" timeOffset="15">27999 8992 8912,'-35'-17'0,"-7"-6"0,-4 0 0,2 2 0,0 9 0,0 7 0,0 3 0,6 2 0,-2 0 0,11 9 0,6 9 0,12-1 0,-3 10 0,9-6 0,1 1 0,4 3 0,6-4 0,5 2 0,4-2 0,3-9 0,-1 3 0,0-5 0,0-1 0,0-1 0,1-3 0,-1 1 0,-2 8 0,-3-3 0,3 4 0,-4 3 0,5 4 0,-1 3 0,-2 4 0,-1 5 0,1 5 0,-5 8 0,1 5 0,-5 11 0,2 4 0,0 2 0,-8-6 0,-4 0 0,-4-2 0,-7 2 0,0-12 0,0-11 0,0-3 0,-6-16 0,0-6 0,2-5 0,2-7 0,1-1 0,-1-11 0,-4-8 0,2-4 0,-7-14 0,8 5 0,3-10 0,2-4 0,9-2 0,0 0 0,6-2 0,0 0 0,2-3 0,4 11 0,7 0 0,9-2 0,0 7 0,13 1 0,-5 1 0,11 10 0,3 6 0,2 6 0,3 5 0,3-5 0,-6 7 0,0-2 0,-2 4 0,1 2 0,5 0 0,-6 0 0,0-2 0,-4-4 0,-3-3 0,-3-3 0,-1 3 0,-5 1 0,-5-5 0,-11 1 0,3-3 0,-15-2 0,0 0 0,-4 5 0,-13 1 0,2 7 0,-12 0 0,0 8 0,0 7 0,-3 5 0,5 1 0,-6 8 0,8 3 0,2 5 0,2 1 0,10-1 0,3-5 0,4 3 0,2-8 0,0 6 0,4-8 0,7-6 0,3 0 0,14-9 0,3-2 0,7-10 0,2-6 0,0-9 0,-5-1 0,-8-9 0,-4 2 0,-10-3 0,-2-3 0,-7 3 0,2 3 0,-12-3 0,-5 5 0,-4 0 0,-3 3 0,1 8 0,0 5 0,0 5 0,7 4 0,2 2 0,8 0 0</inkml:trace>
  <inkml:trace contextRef="#ctx0" brushRef="#br0" timeOffset="16">29100 9233 8912,'-29'-6'0,"2"-2"0,1 1 0,-1-1 0,-4 2 0,-9 6 0,4 0 0,-6 8 0,7 3 0,1 7 0,1 3 0,5 2 0,9 1 0,7-1 0,8-4 0,-1 4 0,10-11 0,7 3 0,9-5 0,2-1 0,7-1 0,-1-8 0,9-2 0,2-4 0,-3-5 0,-7-5 0,3-1 0,-16-6 0,2 0 0,-5 2 0,-11 2 0,11 2 0,-8 0 0,-3 0 0,-8 0 0,-5-1 0,-7 3 0,0 4 0,-1 3 0,1 8 0,8 0 0,1 0 0,23 8 0,4 1 0</inkml:trace>
  <inkml:trace contextRef="#ctx0" brushRef="#br0" timeOffset="17">29565 9216 8912,'-52'-8'0,"8"6"0,4-4 0,3 4 0,3 2 0,0 2 0,1 4 0,4 7 0,6 8 0,10-2 0,2 4 0,7 2 0,-2-2 0,4 0 0,2-6 0,2 0 0,4 1 0,3-9 0,9 5 0,-1-9 0,0 1 0,2-8 0,2-4 0,4-5 0,2-4 0,-6-10 0,4 4 0,-8-10 0,0-5 0,8 2 0,-6-16 0,2 2 0,-8-7 0,3 1 0,-9-20 0,7 1 0,-3-3 0,-7 1 0,2 12 0,-4 8 0,-2 7 0,0 6 0,-2 23 0,-4 7 0,-4 16 0,-1 15 0,1 16 0,3 9 0,-7 13 0,13 4 0,-5 8 0,4 0 0,2-1 0,0 1 0,2-6 0,4-2 0,5-1 0,12-3 0,6-7 0,3-5 0,10-10 0,10-18 0,9-9 0</inkml:trace>
  <inkml:trace contextRef="#ctx0" brushRef="#br0" timeOffset="18">30322 8545 8912,'-2'-55'0,"-2"3"0,-2 8 0,2 6 0,2 5 0,2 5 0,-5 9 0,-3 11 0,-1 6 0,-5 10 0,-1 17 0,-2 13 0,-1 13 0,1 9 0,-6 10 0,0 10 0,2 5 0,2 6 0,2 1 0,2-2 0,1-2 0,3-2 0,7 0 0,-4-2 0,8-6 0,2-9 0,4-12 0,5-9 0,12-8 0,6-11 0,4-12 0,1-25 0,0-11 0</inkml:trace>
  <inkml:trace contextRef="#ctx0" brushRef="#br0" timeOffset="19">30907 8579 8912,'0'-26'0,"0"1"0,-2 10 0,-4 3 0,4 4 0,-11 18 0,5 7 0,-1 10 0,5 7 0,-4 6 0,2 6 0,1 4 0,-1 2 0,6-1 0,-2-1 0,-4-4 0,4 3 0,-3-3 0,1-4 0,-2-2 0,4-11 0,-4-6 0,-1-4 0,1-2 0,0-9 0,6-8 0,0-16 0,0-5 0,0-7 0,0-3 0,8 1 0,3 1 0,5-3 0,3 12 0,4-2 0,-4 2 0,4 5 0,-4 4 0,4-3 0,2 9 0,2 3 0,3 5 0,-5 7 0,8 13 0,-5 0 0,-3 7 0,-2-1 0,-6-2 0,-5 0 0,-7-3 0,-3 7 0,-9-12 0,-5 4 0,-11-6 0,-5-3 0,-5-3 0,-1-7 0,-1 2 0,1-4 0,-1-2 0,9 0 0,3 0 0,-4 0 0,14-2 0,-3-4 0,7-6 0,3 1 0,8-4 0,4-4 0,11-2 0,10 3 0</inkml:trace>
  <inkml:trace contextRef="#ctx0" brushRef="#br0" timeOffset="20">31664 8923 8912,'-8'-17'0,"-1"-8"0,-3 12 0,1-2 0,-3 5 0,-9 4 0,2 8 0,-7 4 0,-3 5 0,-1 12 0,-1 4 0,4 2 0,7-1 0,2 1 0,5 5 0,4 1 0,-3-8 0,9-5 0,-1-2 0,8-3 0,3 0 0,5-8 0,7-1 0,0-8 0,1 0 0,1-8 0,2-3 0,2-4 0,7-8 0,-1 0 0,-2-6 0,1 6 0,3 2 0,-6 2 0,5 2 0,-7 0 0,-2 0 0,6 7 0,-2-3 0,4 7 0,-6 2 0,-4 4 0,-4 6 0,0 5 0,3 5 0,-13 1 0,18 6 0,-11 0 0,5 0 0,6-6 0,4 0 0,7 0 0,16 0 0,3 1 0</inkml:trace>
  <inkml:trace contextRef="#ctx0" brushRef="#br0" timeOffset="21">32283 8958 8912,'-28'-33'0,"-1"4"0,0 5 0,-5 14 0,0 4 0,-1 4 0,6 2 0,1 0 0,1 14 0,-2 3 0,5 6 0,6 0 0,3 2 0,4 3 0,3 5 0,8-4 0,0-5 0,0-1 0,2-4 0,4-1 0,3-1 0,8-2 0,2-4 0,4-5 0,-4-4 0,14-4 0,-4-4 0,3-5 0,3-12 0,-7 0 0,1-11 0,-2 3 0,1-9 0,-1-4 0,-8-2 0,-1-3 0,3-5 0,-10-3 0,4-8 0,3-8 0,-9 3 0,4-13 0,-5 11 0,2 5 0,-7 6 0,5 17 0,-8 25 0,-6 23 0,-1 32 0,-3 14 0,-1 17 0,-6 11-132,-1 8 1,-5 2-1,0 1 132,2 3 0,4-2 0,6-10 0,3 2 0,8-7 0,0-4 0,0-7 0,15-12 0,-7-10 0,15-11 0,4-8 0,3-8 0</inkml:trace>
  <inkml:trace contextRef="#ctx0" brushRef="#br0" timeOffset="22">18775 11640 8912,'9'-23'0,"-3"-4"0,-4-3 0,-2-9 0,-2-3 0,-2-5 0,-2-3 0,1 8 0,5 6 0,0 7 0,0 4 0,0 10 0,0 17 0,0 17 0,0 13 0,0 12 0,0 6 0,0 1 0,5 1 0,1 0 0,-2-1 0,0 1 0,0-3 0,1-3 0,7-4 0,-5-7 0,3-3 0,3-3 0,3-4 0,3-16 0,4-7 0,5-11 0,5-18 0,1-19 0,-5-4 0,0-1 0,-8-1 0,-2 2 0,-8 5 0,-1 3 0,1 9 0,-5 4 0,-4 7 0,-2 10 0,6 14 0,0 15 0,-3 10 0,1 5 0,2 3 0,-4-1 0,13 1 0,-3-1 0,3-7 0,2-4 0,8-6 0,6-6 0,7-5 0,0-14 0,6-9 0,0-10 0,0-5 0,0-10 0,2-4 0,-12 4 0,-9-6 0,-8 6 0,1-2 0,-9 0 0,-3-1 0,-4 4 0,-2 13 0,0 5 0,-8 4 0,4 11 0,-5 10 0,1 13 0,-3 18 0,5 13 0,0 3 0,6 3 0,2-6 0,4 0 0,3-6 0,9 6 0,4-10 0,1-2 0,6-1 0,-6-10 0,0 0 0,-6-6 0,-7-8 0,-3 1 0,-7-4 0,-9-5 0,-8 5 0,-8-4 0,-10-2 0,-5 6 0,0 0 0,0-3 0,-2-1 0,5-2 0,-3 6 0,12 0 0,3-1 0,15-5 0,10-9 0,16-6 0,10-6 0,11-10 0,14 4 0</inkml:trace>
  <inkml:trace contextRef="#ctx0" brushRef="#br0" timeOffset="23">20014 11485 8912,'0'-10'0,"0"-5"0,0 13 0,-8-5 0,4 7 0,-7 0 0,7 7 0,-2 5 0,4 3 0,4 2 0,4 0 0,-2 1 0,9-3 0,6-4 0,-2-1 0,8-6 0,-2 1 0,0-1 0,8-2 0,-10-2 0,8 0 0,-1-7 0,7-5 0,-3-1 0,-3 1 0,-2-3 0,-6 3 0,2-3 0,-6 0 0,-6 3 0,-5-1 0,5 7 0,-7 1 0,4 5 0,-8 0 0,0 2 0,0 3 0,8 3 0,3 3 0,-1 3 0,1-9 0,2-1 0,3-2 0,7-2 0,0 0 0,0 0 0,-6 0 0,2 0 0,4 0 0,-4-6 0,4 1 0,-10-9 0,-1 3 0,-3-4 0,3-3 0,-5 1 0,-7 0 0,0 0 0,0 5 0,0 1 0,-7 7 0,-5-2 0,-3 4 0,-2 2 0,0 2 0,-1 4 0,1 4 0,0 7 0,6 6 0,-1 0 0,8 2 0,-2-3 0,5-1 0,1 6 0,0-2 0,7 6 0,1-5 0,3 9 0,5 1 0,-5 4 0,4 6 0,3 4 0,-3-1 0,-4-3 0,3 4 0,-8-4 0,-1 1 0,-7-1 0,-3-6 0,3-3 0,-19-3 0,3 1 0,-5-9 0,1-3 0,1-4 0,-8-2 0,6-7 0,-6-4 0,6-4 0,-5-2 0,7-16 0,-4-3 0,7-15 0</inkml:trace>
  <inkml:trace contextRef="#ctx0" brushRef="#br0" timeOffset="24">20134 11004 8912,'-27'0'0,"-3"-2"0,7-2 0,2-2 0,-4 0 0,2 6 0,6 0 0,5 0 0,10 8 0,4 2 0,14-1 0,8 5 0,11-9 0,1 1 0,4-6 0,4 0 0,8 0 0,-8 0 0,-4-2 0,-11-4 0,-4-3 0,-4-3 0,-4 1 0,-6 1 0,-16-1 0,-14 1 0,-16 5 0,-5 3 0,-6-4 0,-4 4 0,6 2 0,0 0 0,4 0 0,4 8 0,5 1 0,8 8 0,2 6 0,16 2 0,1 2 0,15 0 0,6 1 0,20-3 0,-1-8 0</inkml:trace>
  <inkml:trace contextRef="#ctx0" brushRef="#br0" timeOffset="25">22165 11451 8912,'-17'0'0,"7"-2"0,2-2 0,1-2 0,5 0 0,-6 6 0,8 0 0,0 0 0,8 0 0,-4 0 0,7 0 0,-5 0 0,3-1 0,-1-5 0,5-4 0,-3-7 0</inkml:trace>
  <inkml:trace contextRef="#ctx0" brushRef="#br0" timeOffset="26">22044 11537 8912,'-11'0'0,"1"-2"0,1-4 0,-1-6 0,6-3 0,-1-2 0,3 0 0,2 0 0,0-1 0,2 3 0,3 4 0,5-3 0,9 9 0,2 1 0,4 4 0,2 6 0,1 11 0,7 11 0,-3 5 0,-3 1 0,2 8 0,-9 2 0,0 0 0,-5 6 0,-6-4 0,3 1 0,-9-1 0,1-9 0,-6-9 0,-8-9 0,-3-2 0,-2-9 0,1-14 0,-3-3 0,13-22 0,-4-3 0,4-12 0,2 0 0,0-3 0,2-3 0,4 0 0,5 3 0,12 3 0,6 6 0,3 3 0,3 11 0,7-5 0,2 10 0,0 6 0,6-2 0,-14 15 0,6-6 0</inkml:trace>
  <inkml:trace contextRef="#ctx0" brushRef="#br0" timeOffset="27">22801 11640 8912,'-17'17'0,"0"0"0,2-5 0,3-1 0,-1-5 0,7 5 0,0-7 0,8 4 0,4-8 0,6 0 0,11-8 0,-2-3 0,5-10 0,-1-2 0,6 0 0,-10 4 0,6-2 0,-3-2 0,-3 0 0,-7 6 0,-5-3 0,-1-2 0,-2 2 0,-8 1 0,-4 8 0,-5 7 0,-12-2 0,-6 4 0,-5 4 0,-5 4 0,-1 7 0,2 8 0,2 6 0,7 15 0,4 4 0,6 4 0,6 1 0,13 1 0,9-1 0,8 1 0,16 0 0,19-16 0,11-7 0,11-16 0,6-7 0,5-4 0,4-12-222,-2-7 1,-7-10 221,-17-13 0,0-2 0,-11-8 0,-8-1 0,-6-5 0</inkml:trace>
  <inkml:trace contextRef="#ctx0" brushRef="#br0" timeOffset="28">23541 11623 8912,'-17'-18'0,"0"7"0,0 1 0,0 3 0,-6-5 0,0 7 0,0-1 0,0 6 0,0 0 0,0 2 0,6 5 0,0 11 0,-1-1 0,1 6 0,8 3 0,-5-5 0,7 8 0,-3 2 0,6-7 0,-2-1 0,5-2 0,1 2 0,0-9 0,0 3 0,7-11 0,5-1 0,3-3 0,2-4 0,0-3 0,1-5 0,-1-7 0,0 0 0,8-1 0,0-4 0,3-1 0,-5 2 0,2 3 0,-2 7 0,2-2 0,-4 7 0,2 2 0,-2 2 0,4 2 0,-2 0 0,7 0 0,-3 8 0,8 3 0,-1 5 0,0-5 0,1 0 0,1-7 0,0 2 0,1-4 0,-5-2 0,-1 0 0,-4-2 0,-4-4 0,-4 2 0,-2-7 0,-8 0 0,-3-7 0,-13 1 0,-9 0 0,-7 2 0,-3 3 0,5-3 0,-12 13 0,4-4 0,3-1 0,-1 1 0,2 2 0,-4 8 0,6 2 0,0 7 0,6-2 0,2 7 0,3 5 0,-1-4 0,7 4 0,1-4 0,5-2 0,0 0 0,0 0 0,1-1 0,5-5 0,6-3 0,11-8 0,-2-2 0,7-4 0,1-5 0,5-12 0,1-4 0,-1-9 0,-1-3 0,-5-1 0,-1-7 0,-4 1 0,-4-12 0,4 3 0,-11-8 0,-3 2 0,-5-2 0,2 5 0,0 7 0,-6 5 0,0 12 0,-6 18 0,0 16 0,0 12 0,-1 9 0,5 13 0,-12 12 0,9 11 0,-1-1 0,6 7 0,0 2 0,0-6 0,0-6 0,0-9 0,2 0 0,4-2 0,5 0 0,12-9 0,-4-8 0,4-10 0,-4-4 0,-2-3 0,3-16 0,1-3 0,1-4 0,0-8 0,-11 0 0,4-8 0,-3 3 0,1-5 0,-1-1 0,-3-1 0,-3 1 0,-4 5 0,4 1 0,-5 7 0,-1-4 0,0 15 0,6 10 0,0 12 0,-2 3 0,-2 10 0,0 4 0,3 3 0,-3 2 0,8 1 0,-4-1 0,-3 1 0,9-1 0,-6-7 0,3-4 0,-1-4 0,5-2 0,-1-2 0,3-3 0,-5-12 0,-3-18 0,-7-8 0</inkml:trace>
  <inkml:trace contextRef="#ctx0" brushRef="#br0" timeOffset="29">24643 11176 8912,'-42'-25'0,"7"4"0,1-8 0,7 8 0,10 0 0,0 8 0,7 5 0,3 0 0,8 6 0,5-3 0,11 9 0,14 3 0,7 3 0,6 1 0,8 6 0,-4 1 0,3-1 0,-9 0 0,8 0 0,-6 0 0,-6 1 0,-1-1 0,-5 0 0,-3 0 0,-4 0 0,-8 1 0,-2-1 0,-3 0 0,-7 0 0,-3 0 0,-9-1 0,-5-3 0,-5-4 0,-6 1 0,-6 0 0,3-1 0,-3 3 0,0 3 0,2-11 0,4 5 0,4-1 0,2-2 0,0-6 0,7 0 0,5-2 0,10-4 0,5-4 0,7-7 0,0 0 0,1 0 0,4 0 0,1 1 0,-2 5 0,6-4 0,-2 5 0,6-7 0,-3 0 0,1 5 0,5 1 0,9-3 0,2-7 0,5-2 0,2-1 0,-1 1 0,1 2 0,0-8 0,-8 2 0,-6-3 0,-8 1 0,-12 8 0,-13-2 0,-3 4 0,-2 2 0,-7 2 0,-5 3 0,-3 4 0,-10 8 0,-2 0 0,0 0 0,-5 2 0,3 4 0,4 4 0,2 7 0,2 0 0,-1 0 0,10 8 0,-11-4 0,12 8 0,3-3 0,2 3 0,4 4 0,6-7 0,8 1 0,1 6 0,16-5 0,5 5 0,8-1 0,0-1 0,0-3 0,-3 1 0,-11 5 0,5 1 0,-16 5 0,0 0 0,-2 6 0,-11-6 0,-6-2 0,-5 4 0,-10-2 0,-3 0 0,-3-5 0,-3-3 0,-1-3 0,-6 3 0,14-20 0,-4-1 0,4-7 0,2-4 0,2-2 0,1-3 0,3-7 0,7-11 0,-2-5 0,4-5 0,4-1 0,4-1 0,4-5 0,7 0 0,8-2 0,3 2 0,5 2 0,1-6 0,1 2 0,1-6 0,2 2 0,4-4 0,2-1 0,2-8 0,-2-2-162,-4-8 0,-3 2 162,-3 4 0,-7-2 0,-6 11 0,-8 10 0,-5 2 0,-10 29 0,-4-4 0,4 11 0,-11 0 0,5 10 0,-1 2 0,5 9 0,-2 2 0,4 3 0,2 8 0,0 3 162,0 1 0,8 5-162,3 3 0,5 4 0,-1 7 0,-4 1 0,5-1 0,-5 1 0,-3 0 0,-2-1 0,-4 1 0,-4-8 0,-6-2 0,-9-2 0,-10 0 0,-13 0 0,2-13 0,-8-4 0,7-4 0,-1-4 0,4-3 0,-6-5 0,6-14 0,-6-3 0</inkml:trace>
  <inkml:trace contextRef="#ctx0" brushRef="#br0" timeOffset="30">21132 11244 8912,'0'-17'0,"0"0"0,-2 2 0,-3 3 0,3 3 0,-4 3 0,4 4 0,2 2 0,0 11 0,2 12 0,2 6 0,2 4 0,7 7 0,-2 4 0,5 5 0,-1-1 0,-2 11 0,-1 0 0,-6 4 0,3 10 0,-1 2 0,-2-9 0,-6-8 0,0-5 0,0-9 0,0-4 0,0-11 0,0-6 0,0-14 0,0-10 0,0-15 0,0-16 0,0-12 0</inkml:trace>
  <inkml:trace contextRef="#ctx0" brushRef="#br0" timeOffset="31">21098 11382 8912,'0'-17'0,"0"-1"0,0 1 0,0 0 0,0 0 0,7 0 0,5 0 0,5 1 0,6 3 0,6 1 0,-4 9 0,7-5 0,-3 10 0,3 4 0,-3 3 0,-2 8 0,-4 2 0,-8 4 0,2 4 0,-15 9 0,4 3 0,-4 1 0,-10 0 0,-1-6 0,-9 1 0,-1-1 0,-4 0 0,4-1 0,-6-4 0,0-7 0,6-2 0,2-3 0,-6 0 0,4 0 0</inkml:trace>
  <inkml:trace contextRef="#ctx0" brushRef="#br0" timeOffset="32">21476 11777 8912,'0'29'0,"0"-2"0,0-2 0,0-4 0,0 5 0,0-7 0,0 4 0,0-9 0,0-3 0,0 3 0,0 1 0,0 2 0,0-7 0,0 5 0,0-13 0,0 3 0,0-10 0,0-5 0,0-7 0,0-2 0,0-6 0,0-9 0,6-3 0,0-8 0,-2-3 0,-2-10 0,0 5 0,1-4 0,3 3 0,0 3 0,-6 1 0,0 4 0,2 6 0,3 4 0,-3 9 0,4 4 0,-2 12 0,2 5 0,-4 6 0,3 6 0,5 11 0,-1 11 0,3 7 0,-1 3 0,3 2 0,1 8 0,2-6 0,1 6 0,-1-3 0,-8-6 0,7 3 0,-5-8 0,2 6 0,-1 0 0,1-1 0,-7-9 0,-2-1 0,-2-8 0,-2 2 0,-8-4 0,-1-2 0</inkml:trace>
  <inkml:trace contextRef="#ctx0" brushRef="#br0" timeOffset="33">21494 11898 8912,'-10'-8'0,"-5"6"0,3-4 0,5-3 0,-1 7 0,10-6 0,4 8 0,15 0 0,21-4 0,19-7 0,14 0 0,-29-7 0,1-3 0,2 3 0,2 0 0,2-2 0,1-2-303,2-1 1,2-2 0,8-2 0,0-1 302,3 0 0,0-1 0,5-4 0,1 1 0,-1 1 0,-1 0 0</inkml:trace>
  <inkml:trace contextRef="#ctx0" brushRef="#br0" timeOffset="34">27586 10024 8912,'-12'-8'0,"1"-4"0,-1-3 0,3 4 0,5 11 0,8 17 0,5 21 0,8 18 0,1 16 0,-7 16 0,-6-33 0,0 3 0,-1 5 0,-1 2 0,0 7 0,-2 3 0,-3 2 0,-4 1 0,-2 5 0,-5 2 0,-4 1 0,-4 0-175,-5 1 1,-3 1 0,-3 2-1,-1 0 1,-2-3 0,1 0-1,0-1 1,1 0 174,1-4 0,1 0 0,0-3 0,1-1 0,1-3 0,0-1 0,-1-2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7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26863 5743 8912,'-8'9'0,"-3"-3"0,1-4 0,-1-2 0,-3-2 0,-7-2 0,-2-2 0,2 2 0,-4 3 0,2 1 0,2 0 0,2 0 0,-4 7 0,0 5 0,-2 11 0,4 5 0,-1 5 0,-1 11 0,5 5 0,1 7 0,0 14 0,2-1 0,1 2 0,3-1 0,7-1 0,-9-6 0,7-2 0,2-1 0,2-11 0,4-9 0,6-11 0,9-6 0,8-4 0,3-11 0,1-8 0,0-16 0,5-10 0</inkml:trace>
  <inkml:trace contextRef="#ctx0" brushRef="#br0" timeOffset="1">27190 6000 8912,'-18'10'0,"-1"-2"0,-2-1 0,-2 5 0,-7 3 0,9 10 0,-6 5 0,2 9 0,2 6 0,6 11 0,2 1 0,3-1 0,5-3 0,8-3 0,5-3 0,6-1 0,3-15 0,2 5 0,0-19 0,3 2 0,2-13 0,-2 0 0,3-6 0,1-2 0,-1-4 0,8-9 0,-4-10 0,-1-2 0,5-3 0,-8-8 0,-2-2 0,-2 1 0,-2-5 0,1 2 0,-3-5 0,-4 1 0,-3 8 0,-8-4 0,0 7 0,-2 1 0,-4 3 0,-5 6 0,-6 10 0,-6 6 0,-4 3 0,-6 15 0,5 7 0,5 5 0,11 2 0,-1-6 0,7 0 0,-7 0 0,3 0 0</inkml:trace>
  <inkml:trace contextRef="#ctx0" brushRef="#br0" timeOffset="2">26914 6430 8912,'-17'0'0,"0"0"0,7-2 0,5-3 0,3 3 0,4-6 0,5 8 0,11-2 0,8-4 0,9-3 0,5-1 0,4-5 0,6 5 0,-3-7 0,-1 0 0,-6 6 0,6-1 0,0 1 0,-2 1 0,-9 2 0,-11 1 0,-6 5 0,-1-6 0</inkml:trace>
  <inkml:trace contextRef="#ctx0" brushRef="#br0" timeOffset="3">27792 6310 8912,'-17'0'0,"0"0"0,1-2 0,5-4 0,-4 4 0,3-3 0,2 3 0,-1 2 0,-2 0 0,3 5 0,1 5 0,1 5 0,2-1 0,6 12 0,0-5 0,0 2 0,0 8 0,8-12 0,3 4 0,1 0 0,3-4 0,4-6 0,2-3 0,4-6 0,-6-2 0,12-4 0,-8-4 0,5-4 0,-5-7 0,-2 0 0,-9 0 0,3-6 0,-3 0 0,-5 0 0,-1 4 0,-6 0 0,-6 2 0,-3-4 0,-9 11 0,1 1 0,-8 1 0,1 8 0,-5 0 0,-4 0 0,7 0 0</inkml:trace>
  <inkml:trace contextRef="#ctx0" brushRef="#br0" timeOffset="4">28050 5450 8912,'-15'-38'0,"3"4"0,5-5 0,7 28 0,2-2 0,7 18 0,12 9 0,12 7 0,13 13 0,-2 12 0,5 11 0,-3 6 0,2 19 0,-28-37 0,-2 2 0,0 5 0,-3 1-791,-1 6 1,-3 3 790,-3 6 0,-5 3 0,-11 10 0,-9 2 0,-5 3 0,-7 0 0,3-24 0,-3 1 0,-2-1 0,-5 2 0,1 0 0,0-1 0</inkml:trace>
  <inkml:trace contextRef="#ctx0" brushRef="#br0" timeOffset="5">4991 11176 8912,'11'-2'0,"0"-4"0,1 4 0,3-8 0,-1 5 0,-3-7 0,-1-3 0,3 0 0,-3 1 0,-3 3 0,-3-3 0,-2-1 0,0-2 0,2 0 0,1 0 0,-1-1 0,-2 9 0,-2-6 0,0 3 0,0-3 0,0-2 0,0-1 0,0 1 0,0 0 0,-2 6 0,-3-1 0,1 8 0,-8 0 0,-1 8 0,5 6 0,-7 17 0,3 7 0,-3 2 0,-2 10 0,0 2 0,7 2 0,4 1 0,-1 1 0,1-3 0,2-3 0,2 2 0,2-8 0,6 6 0,2-8 0,1-5 0,10-7 0,2-10 0,6-5 0,-2-5 0,6-4 0,-7-6 0,5-7 0,-4-9 0,-8-14 0</inkml:trace>
  <inkml:trace contextRef="#ctx0" brushRef="#br0" timeOffset="6">5300 11124 8912,'10'0'0,"5"0"0,-13 0 0,6 0 0,-8 0 0,2 0 0,3 0 0,5 0 0,3 0 0,3 0 0,3 0 0,4 2 0,-2 2 0,4 3 0,1 3 0,-5 1 0,4 7 0,-8-1 0,1 0 0,-1 0 0,-8 2 0,-3 4 0,-4-4 0,-2 4 0,0 2 0,0-2 0,-8 0 0,-1-6 0,-1 0 0,-5-7 0,13-3 0,-6-14 0,8-5 0,8-5 0,4-4 0,3-2 0,2-7 0,6 9 0,2-6 0,2 2 0,-6 2 0,3 6 0,-1 0 0,0 0 0,8 7 0,-12-3 0,4 7 0,-4 0 0,-2 6 0,1 0 0,-7 2 0,-1 4 0,-3 5 0,7-3 0,-12 7 0,7-13 0,-3 4 0,-2 1 0,7-1 0,1 0 0,5-6 0,6-2 0,0-2 0,-2-3 0,-2-3 0,-2 4 0,0-5 0,0-1 0,1-5 0,-9 6 0,-3-1 0,2 1 0,-3-6 0,1 7 0,-14 2 0,-5 8 0,-8 0 0,2 2 0,-6 2 0,0 2 0,8 7 0,0-1 0,0-3 0,5 3 0,3-1 0,-3 6 0,8 1 0,-3-1 0,7 0 0,9-8 0,6-3 0,7-4 0,2-2 0,-1 0 0,-4-2 0,4-2 0,-4-1 0,-1-9 0,5 12 0,0-3 0,0 3 0,-6 4 0,0 3 0,0 7 0,-7 3 0,3 4 0,-7 4 0,5 4 0,-5 7 0,2 1 0,-4-3 0,1-3 0,1 3 0,-6-5 0,0 5 0,-2-1 0,-2-4 0,-1-2 0,-9-10 0,10 0 0,-7-3 0,-1-5 0,-5 1 0,0-8 0,5-8 0,3-3 0,1-4 0,4-3 0,3 1 0,1-8 0,1 4 0,3-5 0,2 1 0,7-6 0,5 4 0,8-7 0</inkml:trace>
  <inkml:trace contextRef="#ctx0" brushRef="#br0" timeOffset="7">6557 11313 8912,'15'12'0,"-4"-1"0,-3-7 0,-2 5 0,1-5 0,3 2 0,-6 0 0,5-1 0,-3 1 0,-4 2 0,6-4 0,-3 3 0,1 3 0,0 1 0,1 6 0,-5 1 0,6-7 0,-8 1 0,0-9 0,0 5 0,0-10 0,0-4 0,0-3 0,2-3 0,4 1 0,-3 5 0,9-5 0,-8 5 0,1-5 0,5 5 0,2-6 0,-3 9 0,3-3 0,1 4 0,0 0 0,1-2 0,-3-2 0,3 3 0,1 1 0,8-4 0,0 0 0,-2 2 0,6-5 0,-8 1 0,4-3 0,0-5 0,-2 7 0,-4-3 0,-2 1 0,-7-2 0,3 5 0,-11-5 0,0 7 0,-7-8 0,-11 13 0,1-5 0,-2 12 0,-2 5 0,-4 4 0,0 4 0,0 4 0,2-4 0,6 12 0,0-8 0,6 6 0,-1-6 0,8-1 0,-1-2 0,3 2 0,2-10 0,7 11 0,5-14 0,3 1 0,10-2 0,4-8 0,3 0 0,3 0 0,-1-8 0,6-7 0,0-8 0,-2 2 0,-1-6 0,-5 6 0,-1-6 0,-2 2 0,-8 2 0,-2 6 0,-8 0 0,-7 0 0,2 0 0,-4 0 0,-2 7 0,-2 2 0,-4 8 0,4 8 0,-6 2 0,8 7 0,0 0 0,0 0 0,0 0 0,2 0 0,4 1 0,4-1 0,7 0 0,-6-5 0,1-1 0,1 2 0,3 3 0,1 1 0,-8 0 0,-1 0 0,-8 0 0,0 1 0,0-1 0,0 0 0,-2-2 0,-4-3 0,-3 3 0,-8-7 0,-1 5 0,1-2 0,8-7 0,1-4 0,8-9 0</inkml:trace>
  <inkml:trace contextRef="#ctx0" brushRef="#br0" timeOffset="8">7830 11227 8912,'-17'0'0,"0"-2"0,-1-4 0,-5 5 0,0-7 0,2 0 0,2 6 0,2-5 0,0 7 0,7 2 0,5 3 0,3 5 0,9 7 0,5 0 0,11 1 0,-2-1 0,6 0 0,-1 0 0,-1 0 0,0 0 0,6 1 0,-12-3 0,4-2 0,-4-1 0,-2-1 0,-2 6 0,-1-1 0,-3-5 0,-7 4 0,4-5 0,-8 7 0,0-5 0,-2-1 0,-4 3 0,-11-7 0,-2 7 0,-4-9 0,-2 3 0,2-2 0,0-4 0,6 5 0,0 1 0,7-6 0,-3 3 0,7-10 0,8-5 0,7-7 0</inkml:trace>
  <inkml:trace contextRef="#ctx0" brushRef="#br0" timeOffset="9">8174 11365 8912,'10'2'0,"-5"3"0,-3-3 0,-2 8 0,0-4 0,0 3 0,0 8 0,0-7 0,0 5 0,8-5 0,-6-1 0,13-1 0,-5-8 0,7 0 0,0 0 0,0 0 0,1 0 0,-9 0 0,6-6 0,-3 0 0,-4 1 0,7-3 0,-13 6 0,5-7 0,-5 5 0,4-2 0,-4 0 0,6 6 0,-8 0 0,7 0 0,-3 0 0,8 0 0,1 0 0,-5-7 0,7 5 0,-4-4 0,5 4 0,1 0 0,0-2 0,0-1 0,1 1 0,6-6 0,-5 8 0,4-3 0,-3 3 0,-3-6 0,0 6 0,0-4 0,0 4 0,-5 2 0,-1 0 0,-1 2 0,1 4 0,-3-2 0,-6 5 0,4-1 0,-4 6 0,3-3 0,-3 4 0,-2-3 0,0-1 0,0 1 0,-2-3 0,-2-1 0,-1-1 0,-9-5 0,5 6 0,-8-8 0</inkml:trace>
  <inkml:trace contextRef="#ctx0" brushRef="#br0" timeOffset="10">8191 11210 8912,'-17'0'0,"2"-2"0,1-2 0,3-2 0,-1 1 0,3-3 0,1 4 0,10-5 0,4 1 0,5 4 0,5 2 0,9-5 0,1-3 0,9-7 0</inkml:trace>
  <inkml:trace contextRef="#ctx0" brushRef="#br0" timeOffset="11">8880 11072 8912,'17'10'0,"0"-4"0,0-4 0,1 5 0,1 5 0,4 3 0,-10 4 0,4 4 0,-2 8 0,1 7 0,1 6 0,-6 7 0,1 1 0,-8-1 0,1 1 0,-5-4 0,-5 0 0,-9 1 0,-7-1 0,-5 0 0,-9 3 0,-7 1 0,-2-1 0</inkml:trace>
  <inkml:trace contextRef="#ctx0" brushRef="#br0" timeOffset="12">13939 11038 8912,'0'-11'0,"0"-1"0,0 1 0,2-1 0,2 1 0,1-3 0,1 5 0,-6-3 0,0 7 0,-2-5 0,-3 2 0,-5 5 0,-7 8 0,-2 12 0,-4 16 0,-6 11 0,-5 9 0,-7 16 0,5 13 0,-4 6 0,22-42 0,2 0 0,1 1 0,3 1 0,-5 48 0,7-12-666,10 2 666,8-19 0,3-2 0,12-19 0,4-6 0,7-10 0,1-1 0,-1-16 0,2 8 0,5-15 0,-3 0 0,8-6 0,0 0 0,1-6 0,5 0 0,4 1 0</inkml:trace>
  <inkml:trace contextRef="#ctx0" brushRef="#br0" timeOffset="13">14559 11433 8912,'-18'-5'0,"1"-3"0,0-1 0,0-3 0,-1 3 0,1 3 0,0 4 0,0 2 0,0 0 0,-1 0 0,1 0 0,0 0 0,0 8 0,0 3 0,-1 4 0,1 2 0,0 8 0,2-4 0,3 8 0,5 2 0,1 1 0,0 2 0,0-5 0,6 0 0,2-6 0,4 3 0,5-1 0,7-4 0,5-9 0,1 1 0,7-7 0,0-2 0,3-4 0,4-6 0,2-4 0,-5-7 0,-1-8 0,1-1 0,-1-9 0</inkml:trace>
  <inkml:trace contextRef="#ctx0" brushRef="#br0" timeOffset="14">14679 11330 8912,'-17'-5'0,"0"-1"0,-1 2 0,9-2 0,3 6 0,4 4 0,2 15 0,0 4 0,0 6 0,8-2 0,1-1 0,3 1 0,-1 0 0,1-1 0,5 3 0,-6 2 0,1-8 0,-1 7 0,7-1 0,-1-4 0,0-2 0,0-12 0,0 4 0,1-5 0</inkml:trace>
  <inkml:trace contextRef="#ctx0" brushRef="#br0" timeOffset="15">15058 11451 8912,'-18'0'0,"-6"0"0,-1 5 0,-4 1 0,-2 9 0,7 1 0,-3 5 0,6 7 0,-2-5 0,11 8 0,-1-10 0,7 6 0,2-3 0,10-1 0,-2-5 0,7-3 0,5-4 0,3-5 0,4-4 0,7-2 0,-9-2 0,6-4 0,-2-5 0,0-4 0,-6-5 0,-2-2 0,4 2 0,-9-3 0,-3-1 0,3 1 0,-8 0 0,1 6 0,-3-1 0,-2 1 0,0 0 0,0 0 0,-2 5 0,-3 1 0,-5 15 0,0-2 0,5 15 0,5 0 0,5 0 0,5-7 0,9 3 0,2-7 0,2-2 0,2-2 0,-2-2 0,2-6 0,3 0 0,5-7 0,-14 3 0,4-7 0,-4 0 0,-2 0 0,1-1 0,-3 1 0,-4 0 0,-3 0 0,-8 0 0,0 7 0,0 2 0,-2 8 0,-4 0 0,4 8 0,-3 4 0,-3 3 0,2 2 0,1-5 0,5-1 0,0 2 0,7 3 0,3-5 0,9 1 0,2-1 0,2 0 0,-2 1 0,-2-8 0,2 5 0,-2-5 0,-5 4 0,-5 1 0,-5 5 0,-2 1 0,-2 2 0,-10 0 0,-7 1 0,-8 6 0,-11-3 0,-4 8 0,3-8 0,-3 2 0,6-4 0,5-2 0,-1-7 0,7-4 0,0-20 0,5-5 0</inkml:trace>
  <inkml:trace contextRef="#ctx0" brushRef="#br0" timeOffset="16">15952 11176 8912,'-7'-27'0,"-3"-6"0,-5 20 0,3-4 0,-9 11 0,2 0 0,-6 4 0,-5 2 0,-8 10 0,-3 7 0,-4 6 0,6 8 0,7-5 0,9-1 0,9-4 0,1 0 0,7 2 0,3-4 0,8 4 0,7-6 0,11-5 0,0 1 0,11-7 0,-3 0 0,13-6 0,-4 0 0,-4 0 0,4 0 0,-3 0 0,-9 0 0,-1 0 0,-2 0 0,-4 0 0,-2 7 0,-2-5 0,0 4 0,-7 4 0,-4 1 0,-4 4 0,-4 2 0,-4 1 0,-5-1 0,-5 0 0,-1 0 0,0 2 0,0 4 0,-1-4 0,1 6 0,0-8 0,0 1 0,5-9 0,1-3 0,-1-4 0,-5-2 0</inkml:trace>
  <inkml:trace contextRef="#ctx0" brushRef="#br0" timeOffset="17">16193 11296 8912,'0'-10'0,"0"3"0,0 22 0,0 4 0,0 15 0,0-5 0,0 0 0,2-2 0,4 1 0,-4 5 0,6-9 0,-8 5 0,0 2 0,0-6 0,0-1 0,0 1 0,0-2 0,7-13 0,3-3 0</inkml:trace>
  <inkml:trace contextRef="#ctx0" brushRef="#br0" timeOffset="18">16228 11210 8912,'-6'-23'0,"-2"0"0,1 2 0,-1 2 0,2 2 0,6 7 0,10 1 0,5 5 0,6-2 0,10-7 0,-4 3 0</inkml:trace>
  <inkml:trace contextRef="#ctx0" brushRef="#br0" timeOffset="19">16761 11090 8912,'-40'-8'0,"0"-2"0,2 1 0,9 1 0,-2 2 0,7 1 0,-3 1 0,12 2 0,-3 2 0,13 2 0,-1 4 0,4 5 0,2 4 0,0 3 0,0 6 0,2 5 0,4 4 0,-3 1 0,9 2 0,-1 2 0,-1 3 0,5-1 0,-7-6 0,3 0 0,3 5 0,-9-3 0,-1-4 0,0-1 0,2 3 0,-4 1 0,3-3 0,-5-3 0,-5-6 0,-5-4 0,-7-2 0,4-5 0,-5-1 0,5-7 0,-12 3 0</inkml:trace>
  <inkml:trace contextRef="#ctx0" brushRef="#br0" timeOffset="20">16365 11657 8912,'0'-17'0,"0"0"0,0-1 0,2 1 0,4 0 0,6 2 0,11 3 0,3-11 0,16 12 0,6-12 0,8 4 0,5-6 0,6 6 0,-4-4 0,-6 4 0,-11 9 0,-6 5 0,-11 3 0,-6 2 0,-6 2 0,-5 3 0,-5 5 0,-7 7 0,0 2 0,0 4 0,-6-4 0,1 4 0,-3-4 0,2-2 0,2 1 0,-5-1 0,1 0 0,-5 0 0,11 0 0,-4 1 0,-1-1 0,1 0 0,0-7 0,6-3 0,0-16 0,0-7 0,0-5 0,0-7 0,0 5 0,0-8 0,0 2 0,8-3 0,-6 3 0,3 1 0,-3-1 0,-2-5 0,0-1 0,0 3 0,0 1 0,0 4 0,0 3 0,0 1 0,2 7 0,4 5 0,4 3 0,7 8 0,0 0 0,0 8 0,0 2 0,8 7 0,2 0 0</inkml:trace>
  <inkml:trace contextRef="#ctx0" brushRef="#br0" timeOffset="21">17398 11365 8912,'-34'5'0,"1"1"0,4-2 0,-3 4 0,3-3 0,-3 11 0,-1-1 0,4 6 0,5 4 0,6-2 0,9 3 0,-5 3 0,9 0 0,1 1 0,10 3 0,-3-5 0,11-1 0,3-2 0,6-4 0,4-2 0,1-9 0,7-3 0,-1-7 0,1 0 0,5-7 0,0-5 0,0-3 0,-5-4 0,-1-2 0,0-2 0,1-8 0,-8 10 0,-4-5 0,-4 1 0,-8 0 0,-1 4 0,-3-2 0,-3 2 0,-2 9 0,-4 3 0,-4 5 0,-5-2 0,-6 3 0,-6 8 0,4 5 0,-6 7 0,0 0 0,6 2 0,-2 2 0,7 2 0,1 0 0,7-6 0,-1-5 0,1-1 0,4 1 0,-4 5 0,4-7 0,4-1 0,4-5 0,6 2 0,3-8 0,2-2 0,0-6 0,0 3 0,1-5 0,-1 5 0,0-3 0,0 6 0,0-3 0,1 7 0,-1 0 0,0 0 0,0 7 0,-1 5 0,-3 1 0,-2-1 0,1 3 0,5-13 0,0 5 0,1-7 0,-1 0 0,0 0 0,8-7 0,2-3 0</inkml:trace>
  <inkml:trace contextRef="#ctx0" brushRef="#br0" timeOffset="22">18086 11227 8912,'-11'-11'0,"-1"1"0,-1 2 0,-2 3 0,3 7 0,1 3 0,-1 7 0,-3 9 0,4 2 0,1 9 0,4 3 0,4-1 0,-3 6 0,3-4 0,2-1 0,0-1 0,0 1 0,2-3 0,3-3 0,3-4 0,3-8 0,5-8 0,-7 7 0,8-14 0,1 3 0,-1-3 0,0-2 0,0-2 0,1-3 0,-1-7 0,0 4 0,0-7 0,0 7 0,1-3 0,-7 3 0,1 8 0,-9 2 0,3 4 0,2-2 0,-3 7 0,-1 3 0,-2 1 0,-2 4 0,0 4 0,0-4 0,0 4 0,0-4 0,6-2 0,0 0 0,7-7 0,-3-10 0,7-10 0</inkml:trace>
  <inkml:trace contextRef="#ctx0" brushRef="#br0" timeOffset="23">18430 11279 8912,'-9'0'0,"1"2"0,8 3 0,0 7 0,-5-1 0,-1 6 0,0-11 0,6 17 0,0-13 0</inkml:trace>
  <inkml:trace contextRef="#ctx0" brushRef="#br0" timeOffset="24">17949 11709 8912,'-35'-8'0,"8"4"0,5-7 0,2 5 0,3-6 0,8 1 0,9-1 0,13 3 0,8 1 0,8 1 0,11 1 0,2 4 0,8-6 0,-1 3 0,5-1 0,1-6 0,-3 7 0,-2-7 0,-4 7 0,-2-3 0,-4 2 0,-4 4 0,-2-5 0,-11 7 0,-9 0 0,-3 0 0,-7 0 0,-4 7 0,-4 3 0,-7 7 0,7 0 0,-2 0 0,4 1 0,2-1 0,0 0 0,0 0 0,0 0 0,0 1 0,0-9 0,2-1 0,4-8 0,-2-2 0,7-4 0,-7 2 0,2-7 0,-4-1 0,-2-5 0,0 0 0,0 5 0,0 1 0,-2 7 0,-2-3 0,-2-1 0,1 6 0,5-6 0,-8 8 0,6 0 0,8 0 0,13 0 0,6 0 0,-2 0 0,5 0 0,1 0 0,5 0 0,-5 2 0,0 4 0,-8-4 0,2 4 0,-4 1 0,-4 1 0,-3 1 0,3-5 0,-13 6 0,4-4 0,-5-3 0,-1 9 0,-1-8 0,-5 1 0,4-3 0,-6-2 0,8-7 0,0 3 0,0-8 0,0-1 0,6 3 0,0-1 0,7 0 0,-3-5 0,5 3 0,-2 3 0,-1 3 0,-1 1 0,7 6 0,-1 0 0,0 2 0,0 4 0,2 3 0,4 8 0,-4 1 0,4-1 0,-5 0 0,-7 0 0,4 0 0,-5 1 0,7-1 0</inkml:trace>
  <inkml:trace contextRef="#ctx0" brushRef="#br0" timeOffset="25">19188 10814 8912,'17'-1'0,"0"-3"0,0 0 0,1 6 0,6 13 0,3 16 0,2 9 0,-1 11 0,-6 9 0,0 8 0,-4 9 0,-5 5 0,-3 6 0,-3 4 0,-1-8 0,-8-6 0,-4-4-1382,-5 7 1382,0-32 0,-1 1 0,0-1 0,-3-1 0,-8 4 0,-4 0 0,1-6 0,-1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7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4922 8287 8912,'-23'-15'0,"0"1"0,2 3 0,2-2 0,3-3 0,5-1 0,5 0 0,-2 0 0,3 0 0,1-1 0,2 9 0,10 1 0,1 14 0,7 3 0,-3 5 0,-2 5 0,7 10 0,5-1 0,1 12 0,-1 6 0,4 6 0,0 5 0,5 4 0,-3 8 0,4 7-215,1 5 1,-17-36-1,0 1 215,1 3 0,-1 0 0,15 42 0,-1-5 0,-4-11-68,-2-10 1,3-2 67,-5-11 0,-6-10 0,-5-14 0,-8-7 0,1 2 0,-3-10 0,-2-1 0,0-6 0,0 5 635,0-7-635,0 4 48,0-8 0,0-2 0,-2-2-48,-3-2 0,3 0 0,-14 5 0,5-5 0,-4 4 0,-3-21 0,1 4 0</inkml:trace>
  <inkml:trace contextRef="#ctx0" brushRef="#br0" timeOffset="1">5077 9250 8912,'-18'-10'0,"7"3"0,-1 7 0,9 2 0,-3 3 0,4 7 0,2 3 0,8 2 0,3 2 0,4 4 0,3-4 0,-1 8 0,0-6 0,0 2 0,8 0 0,-6 0 0,6 0 0,0-2 0,-4-2 0,6-2 0,-2-2 0,-4-3 0,-2 3 0,-2-13 0,0 4 0,0-4 0,-7-2 0,3-2 0,-7-4 0,-2-5 0,-2-12 0,-2-4 0</inkml:trace>
  <inkml:trace contextRef="#ctx0" brushRef="#br0" timeOffset="2">5627 8992 8912,'-17'23'0,"0"2"0,0 2 0,-1 3 0,1 10 0,0 6 0,0 4 0,1 1 0,3-1 0,2-4 0,7 2 0,-2-8 0,6-4 0,6-5 0,3-7 0,9-6 0,-1-9 0,0-3 0,0-12 0,0-11 0,1-10 0</inkml:trace>
  <inkml:trace contextRef="#ctx0" brushRef="#br0" timeOffset="3">2633 7960 8912,'-17'-17'0,"1"0"0,3 2 0,2 1 0,-1 3 0,1-1 0,-1 3 0,8-6 0,-3 5 0,7 1 0,2 9 0,1 11 0,5 4 0,2 2 0,7 3 0,6 2 0,0 0 0,-6 6 0,0-5 0,0 6 0,1-1 0,-1 5 0,-2-3 0,-3-1 0,3 0 0,-4 5 0,-1-1 0,1-5 0,-7 5 0,4-14 0,-8 4 0,0-4 0,0-2 0,0 0 0</inkml:trace>
  <inkml:trace contextRef="#ctx0" brushRef="#br0" timeOffset="4">2564 7892 8912,'-8'-16'0,"-1"3"0,-3 3 0,1 3 0,7 1 0,-4-2 0,8-3 0,2 1 0,4-1 0,6-1 0,9-5 0,3 0 0,3 2 0,4 3 0,1-3 0,3 4 0,-8 3 0,3-2 0,-7 7 0,-2-3 0,-2 2 0,-2 10 0,-1 3 0,-5 9 0,-3 6 0,-8 5 0,0 3 0,0 3 0,-8-1 0,4 1 0,-7-1 0,1 0 0,-1 1 0,5-1 0,2-7 0,-1-4 0,3-12 0,-6-3 0,8-8 0</inkml:trace>
  <inkml:trace contextRef="#ctx0" brushRef="#br0" timeOffset="5">3012 7703 8912,'-12'0'0,"1"0"0,-3 0 0,-1 0 0,-2 7 0,7-3 0,4 7 0,4 3 0,2 1 0,0 2 0,0 0 0,2 1 0,4-1 0,-2 0 0,7-2 0,3-1 0,-1-3 0,-1 3 0,3-7 0,-11 7 0,7-9 0,-5 1 0,5-6 0,-7 0 0,6 0 0,-4 0 0,-5-8 0,7-1 0,-8-8 0,0-1 0,0 1 0,0 0 0,0 0 0,0 0 0,0-1 0,0 1 0,0 0 0,0 6 0,0-1 0,2 3 0,2-5 0,2 3 0,-1 7 0,3-4 0,3 8 0,-1 0 0,2 0 0,-1 0 0,6 8 0,0 2 0,-1 7 0,-3 0 0,-1 0 0,-7-5 0,7-1 0,-8 0 0,3 7 0,1-9 0,-6-1 0,7-10 0,-5-4 0,2-5 0,7-12 0,-9 4 0,8-4 0,-1 2 0,6-2 0,0 2 0,1-6 0,-1 2 0,6 2 0,0 8 0,-2 2 0,-2 1 0,-2 8 0,0-9 0,1 7 0,-1 1 0,0 5 0,-7 2 0,-5 3 0,-3-3 0,-2 8 0,0-5 0,-7-3 0,3 14 0,-8-5 0,8-3 0,-3 7 0,5-4 0,-4 5 0,4 1 0,-4 0 0,5 0 0,1 1 0,0-1 0,0-6 0,0 1 0,1-3 0,5 3 0,-2 1 0,8-7 0,-7-1 0,7-6 0,1-5 0,2-4 0,3-7 0</inkml:trace>
  <inkml:trace contextRef="#ctx0" brushRef="#br0" timeOffset="6">3700 7565 8912,'11'0'0,"1"0"0,-6-6 0,5 1 0,-7-1 0,11 6 0,-13 0 0,8 0 0,-5 0 0,-3 7 0,12 3 0,-9 7 0,1 0 0,2 1 0,-6-1 0,3 0 0,3 0 0,-2 0 0,-2 1 0,-2-1 0,-2 0 0,0-6 0,0 1 0,0-8 0,0 1 0,0-10 0,0-7 0,0-3 0,0-10 0,0-4 0,0-3 0,0-2 0,0 1 0,0 4 0,0 5 0,0 6 0,0 1 0,1 2 0,5 3 0,-2 5 0,7 9 0,3 3 0,-6 5 0,7 7 0,-6 0 0,1 1 0,5 5 0,-3-1 0,-5 1 0,7-5 0,-9-1 0,3-6 0,-4 1 0,2 1 0,-1-5 0,3-1 0,-6-14 0,4-5 0,-4-3 0,5-2 0,-5 0 0,6 1 0,-1 5 0,-5-4 0,14 5 0,-5-7 0,4 7 0,1 1 0,-3 5 0,-1-2 0,1 2 0,2 0 0,2-1 0,1 3 0,-1-4 0,0 2 0,0-1 0,1 3 0,-1-6 0,0 0 0,-6-1 0,1-6 0,1 3 0,-5-3 0,-2 3 0,-4-3 0,-2-2 0,0 0 0,0-1 0,0 1 0,-8 8 0,-4 3 0,-3 4 0,4 10 0,1 3 0,2 4 0,-3 10 0,5 4 0,1-2 0,5 1 0,0 1 0,0 0 0,1-3 0,5-1 0,4-2 0,7-13 0,0-5 0,2-3 0,4-2 0,-2-2 0,6-3 0,-2-7 0,5-11 0,-10-3 0,4-9 0,-6 1 0</inkml:trace>
  <inkml:trace contextRef="#ctx0" brushRef="#br0" timeOffset="7">4629 6843 8912,'-17'0'0,"0"6"0,0-1 0,5 9 0,2-1 0,3 6 0,3 4 0,-4 10 0,3 1 0,-1 0 0,6 6 0,8 2 0,3-1 0,4 1 0,3-4 0,-1 2 0,0 0 0,0-11 0,0-3 0,1-1 0,-1-4 0,0-2 0,0-9 0,0 5 0,1-15 0,-1 0 0,-6-7 0,1-11 0,-1-6 0,6-5 0,-5-4 0,-1-1 0,-7 0 0,2-1 0,-4 1 0,-2 5 0,0 3 0,0 1 0,0 4 0,0 2 0,-2 9 0,-4 4 0,4 4 0,-5 4 0,7 4 0,0 5 0,0 5 0,0 7 0,0 0 0,0 1 0,0-1 0,2-4 0,1 4 0,5-3 0,2-3 0,1-8 0,6 5 0,0-9 0,1-1 0,-1-2 0,0-2 0,0 0 0,1 0 0,-1 0 0,0 2 0,0 2 0,0 2 0,-7 7 0,3-9 0,-7 7 0,2 1 0,-3 5 0,-3 0 0,4 0 0,-4 6 0,-2 0 0,-8 0 0,-1-6 0</inkml:trace>
  <inkml:trace contextRef="#ctx0" brushRef="#br0" timeOffset="8">4543 7462 8912,'-11'6'0,"-1"-1"0,1 1 0,1-6 0,6-4 0,18-7 0,14-14 0,14-11 0,16-8 0,3-8 0,8-1-203,0-5 0,-1-3 0,1-8 0</inkml:trace>
  <inkml:trace contextRef="#ctx0" brushRef="#br0" timeOffset="9">6660 8115 8912,'0'-27'0,"0"4"0,0 4 0,0 2 0,0 0 0,0 0 0,0 0 0,0 7 0,0 2 0,0 31 0,0-2 0,0 23 0,0 4 0,5 2 0,3 20 0,2 13-185,-6 8 0,2-35 0,1 1 0,-3 3 0,0 0 185,0 5 0,1 0 0,-2 3 0,0 0 0,3 1 0,-1-1 0,-2 1 0,0-2 0,2-2 0,0-2 0,-1-6 0,-1-3 0,1 34 0,-2-18 0,0-22 0,2-6 0,1-7 0,1-13 0,-6-12 0,0-6 0,0-16 0,0-5 0,0-6 185,-7 0 0,-1 6 0,-5 0 0,1 0 0,1 0-185,1-1 0,-5 1 0,5 0 0,-7 0 0,0 0 0,0-1 0</inkml:trace>
  <inkml:trace contextRef="#ctx0" brushRef="#br0" timeOffset="10">6436 9301 8912,'-10'8'0,"5"4"0,3 5 0,2 6 0,7 3 0,11 9 0,10 1 0,5 2 0,1 2 0,1 6 0,-1-6 0,1-1 0,-1-11 0,0 3 0,1-8 0,-3 0 0,-3-6 0,-4-8 0,-8-3 0,0-4 0,-5-2 0,-1-2 0,3-4 0,-7-3 0,1-16 0,-8-2 0</inkml:trace>
  <inkml:trace contextRef="#ctx0" brushRef="#br0" timeOffset="11">7279 9147 8912,'-17'9'0,"-6"7"0,0-5 0,-2 4 0,4 4 0,-4 4 0,-1 6 0,-3 11 0,-5-2 0,1 8 0,4 2 0,-1-4 0,5 0 0,-2-2 0,8-2 0,2-8 0,9-3 0,-1-12 0,7-9 0,-21-16 0,4-1 0</inkml:trace>
  <inkml:trace contextRef="#ctx0" brushRef="#br0" timeOffset="12">6522 7324 8912,'-17'0'0,"2"-2"0,3-3 0,-3 3 0,3-4 0,-3 4 0,-2 0 0,0-2 0,-1-1 0,1 1 0,-2 4 0,-2 6 0,-2 5 0,2 4 0,0 10 0,0 6 0,-2 7 0,2 6 0,8 7 0,3 1 0,2 0 0,3-1 0,5-1 0,0-4 0,7-4 0,3-16 0,7-5 0,0-7 0,1-8 0,-1-5 0,0-1 0,2-17 0,2-11 0,2-14 0,0-8 0,-6-7 0,0-3 0,1-1 0,-9 0 0,-3-4 0,-4 2 0,-2 2 0,0-2 0,-8 4 0,-3 7 0,-5 8 0,-1 4 0,0 8 0,0 7 0,0 8 0,7 11 0,-3 0 0,7 12 0,2 5 0,4 7 0,6 4 0,5 7 0,5 4 0,1 7 0,0 0 0,0-2 0,0-2 0,6-1 0,0-1 0,-2 0 0,-2 1 0,4-3 0,0-3 0,2 2 0,-2-9 0,-4-6 0,4-11 0,-4-3 0,6-2 0,-6-9 0,4-8 0,-4-10 0,-1-6 0,-3-3 0,-2-2 0,-1-2 0,-8 0 0,9 7 0,-7 5 0,1-3 0,-1 8 0,-4 0 0,6 14 0,-10 3 0,-2 12 0,-2 5 0,-7 10 0,1 4 0,-3 2 0,-2 3 0,0 3 0,5 7 0,3 0 0,1-2 0,-5-2 0,11-7 0,-4 0 0,4-8 0,2 2 0,0-4 0,2-4 0,4-3 0,3-7 0,8-10 0,1-7 0,-1-11 0,-6 2 0,1-8 0,-3 1 0,3-7 0,1 1 0,-7 0 0,5 7 0,-5 4 0,-2 4 0,4 2 0,-3 0 0,3 7 0,-2 4 0,-4 12 0,7 4 0,-3 7 0,3 6 0,9 0 0,-1 5 0,0-5 0,2 2 0,2-4 0,4 0 0,0-4 0,0-3 0,5-11 0,-10 5 0,2-8 0,-2 0 0,-3-8 0,-6-3 0,1-12 0,-1-4 0,6-7 0</inkml:trace>
  <inkml:trace contextRef="#ctx0" brushRef="#br0" timeOffset="13">7124 6740 8912,'0'17'0,"0"0"0,0 2 0,0 4 0,0 4 0,2 9 0,4 4 0,-2 4 0,7 8 0,3-1 0,1-5 0,4-2 0,4-2 0,-4 0 0,4-2 0,-4-11 0,-7 9 0,-3-15 0,-1-2 0,-2-2 0,-6-2 0,-8-7 0,-2-2 0</inkml:trace>
  <inkml:trace contextRef="#ctx0" brushRef="#br0" timeOffset="14">7038 7273 8912,'10'-8'0,"3"-1"0,-7-9 0,13 1 0,-2 0 0,6-6 0,0 0 0,10-6 0,9 5 0,2-3 0,2 6 0,3-2 0,-1 4 0,-2 2 0,0 7 0,4 2 0,-4 8 0,-10 0 0,-7 0 0,-8 0 0,2 0 0,-12 0 0,-3 0 0,-22 0 0,-3 0 0,-2 0 0,0 8 0,2-6 0,-1 6 0,1-1 0,0 3 0,2 7 0,1 0 0,3 0 0,-1 1 0,1 4 0,1 1 0,3-2 0,-5 0 0,7 0 0,1 2 0,2-2 0,2-1 0,0-3 0,7-8 0,3-3 0,7-12 0,0-5 0,1-12 0,5-4 0,1-7 0,3-1 0,-4-1 0,4-2 0,-2 0 0,-4 5 0,6-1 0,-8 17 0,4-1 0,1 9 0,-1 9 0,8 4 0,-4 7 0,0 12 0,5 13 0,-5 4 0,2-1 0,-1-3 0,1-2 0,5-7 0,1-4 0,-7-6 0,1-5 0,-8-5 0,12-7 0,-7 0 0</inkml:trace>
  <inkml:trace contextRef="#ctx0" brushRef="#br0" timeOffset="15">9172 9267 8912,'6'-19'0,"2"-2"0,-1-2 0,3 2 0,-3 2 0,1 2 0,4 0 0,-7-1 0,1 1 0,-4 2 0,2 2 0,2 1 0,-1 8 0,-5-11 0,0 13 0,0-6 0,0 16 0,0-4 0,0 7 0,0 3 0,0 1 0,0 4 0,0 4 0,0 4 0,-2 7 0,-1 1 0,-3-1 0,0 0 0,6 3 0,0 1 0,0 2 0,0 15 0,-6-1 0,-1 16 0,-3 5 0,-1 3 0,-7 10 0,1 4 0,9-43 0,-1-1 0,-8 44 0,2-4 0,1-6 0,3 0-183,7-5 1,-4 5 182,8-8 0,0-7 0,0-10 0,0-3 0,0-3-60,0 1 60,0-8 0,0-8 0,0-7 0,0 2 0,0 1 0,0 0 0,0-3 0,0-4 0,0-8 0,0 0 0,0 1 363,0-9-363,0-1 62,0-8-62,0 0 0,0-8 0,0 6 0,0-5 0,0 7 0,0 0 0,8 0 0,-4 0 0,7 0 0,1 0 0,5 0 0,2 0 0,4 0 0,-4 0 0,13 0 0,-3 0 0,4 0 0,1 0 0,2 0 0,3 0 0,1 0 0,8-8 0,-6 6 0,4-4 0,5 4 0,1 2 0,-1-2 0,7-1 0,-5-3 0,-1 0 0,7 4 0,2-2 0,1-1 0,-3-1 0,-7 6 0,-1 0 0,1-6 0,-1 1 0,1-1 0,0 6 0,-1 0 0,1 0 0,7-2 0,4-2 0,4-2 0,2 1 0,0 5 0,0 0 0,0 0 0,-3 0 0,-1 0 0,-3 0 0,-3 0 0,6 0 0,-2 0 0,10 0 0,1 0 0,-1-2 0,-10-4 0,2 4 0,-8-4 0,8 4 0,-3 2 0,1 0 0,0 0 0,0 0 0,8 0 0,-1 0 0,-1 0 0,4 0 0,-20 0 0,5 0 0,-8 0 0,1 0 0,-7 0 0,13 0 0,-7 0 0,9 0 0,1 0 0,1 0 0,8 0 0,-6-2 0,-2-1 0,-2-3 0,-1 0 0,-7 6 0,-5 0 0,0 0 0,-2-2 0,2-3 0,4 3 0,-4-4 0,1 4 0,-1 2 0,-4-6 0,-9 1 0,-5 1 0,5-6 0,-14 8 0,6-11 0,-8 5 0,0-1 0,1-3 0,-7-3 0,1 3 0,-9-3 0,11 6 0,-9-9 0,7 1 0,-6 0 0,7 0 0,-9-2 0,7-2 0,3-4 0,1-2 0,2-3 0,0-11 0,1 3 0,1-8 0,4-1 0,-4-3 0,6-11 0,-8-6 0,0-6 0,8-9 0,-6 10 0,4-9 0,-4-1 0,-2 0 0,-1 2 0,-5 5 0,-5 5 0,-4 1 0,-2 2 0,0 6 0,0 9 0,0 8 0,-2 18 0,-4 3 0,2 4 0,-7 1 0,5 3 0,-3 2 0,1 1 0,-4 7 0,5-5 0,-3 2 0,6 3 0,-5-1 0,3 0 0,4 1 0,-5 5 0,-1 0 0,-4 0 0,-5 0 0,-6 0 0,4-8 0,-13 6 0,3-4 0,-5 4 0,-7 2 0,1-2 0,-9-1 0,-5-3 0,-9 0 0,-6 6 0,-11 2 0,-4 4 0,-8-2 0,0 7 0,0 2 0,-1 3-347,5-7 0,-8 7 347,4-5 0,10 4 0,-4 2 0,8-5 0,1-2 0,8-3 0,12 7 0,-4-13 0,3 5 0,-5-4 0,-2 4 0,0 0 0,2-3 0,-2-1 0,-9-2 0,9 0 0,-4 0 0,9 0 0,-3 0 0,-2 0 0,-5 2 0,1 4 0,-4-4 0,14 5 0,-4-5 0,5 4 0,1-4 0,5 4 0,8-4 0,6-2 0,4 7 0,-1-5 0,3 4 694,3-4-694,-3-2 0,5 0 0,-8 0 0,1 0 0,-8 0 0,6 0 0,-6 0 0,0 0 0,5 0 0,-5 0 0,2 0 0,0 0 0,7 0 0,1 0 0,3 0 0,-3 0 0,-3 0 0,8 0 0,3 0 0,-1 0 0,6 0 0,-14 0 0,4 0 0,-3 0 0,-3 0 0,1 0 0,0 0 0,-3 0 0,-3 0 0,4 0 0,-4 0 0,3 0 0,3 0 0,-2 0 0,-3 0 0,-1 0 0,0 0 0,11 6 0,1-1 0,-3-1 0,-1 6 0,3-8 0,2 5 0,2-1 0,4 0 0,0-1 0,0-5 0,-2 0 0,0 8 0,12-6 0,-1 4 0,1-4 0,-6-2 0,-1 0 0,1 0 0,0 0 0,0 0 0,0 7 0,-1-5 0,7 6 0,-1-8 0,1 0 0,1 0 0,3 2 0,7 3 0,0-3 0,0 6 0,0-8 0,0 0 0,-2 8 0,-4 3 0,-11 4 0,-10 10 0,-15 2 0,-2 7 0</inkml:trace>
  <inkml:trace contextRef="#ctx0" brushRef="#br0" timeOffset="16">26484 2699 8912,'-15'-23'0,"1"0"0,3 4 0,0 4 0,1 4 0,0 7 0,7 0 0,-3 8 0,2 7 0,2 6 0,2 4 0,0 2 0,2 8 0,4-2 0,5 3 0,5 1 0,1-5 0,0 5 0,0-5 0,2-3 0,2-2 0,2-4 0,6-3 0,-4-5 0,2-5 0,1-4 0,7-2 0,-1-4 0,0-8 0,-5-7 0,0-15 0,0-1 0,-3 1 0,-1-8 0,-10 6 0,-3-4 0,1 3 0,-7 3 0,0 7 0,-6 2 0,0 16 0,0 5 0,0 15 0,0 12 0,7 10 0,7 7 0,7 6 0,-2 5 0,4 5 0,-2 1 0,2-1 0,-4-3 0,6-3 0,-8-3 0,0-1 0,-7-8 0,-3 5 0,-7-9 0,-1 0 0,-5 1 0,-9-7 0,-10 1 0,-2 2 0,-2-7 0,-5 1 0,-1-10 0,1-3 0,0-4 0,-1-8 0,3 0 0,3 0 0,-2 0 0,8 0 0,-3-8 0,8-4 0,-3-3 0,20-4 0,-5-4 0,8-5 0,9-5 0,8-3 0,16-4 0,-1-4 0,16-16 0,3-1 0</inkml:trace>
  <inkml:trace contextRef="#ctx0" brushRef="#br0" timeOffset="17">27775 2699 8912,'-27'0'0,"4"0"0,4 0 0,2 0 0,7 0 0,6 0 0,16 0 0,9-5 0,19-1 0,4-8 0,8 3 0,-1-8 0,1 0 0,-2 4 0,-5-1 0,-2 9 0,-1-9 0,2 7 0</inkml:trace>
  <inkml:trace contextRef="#ctx0" brushRef="#br0" timeOffset="18">27878 3301 8912,'-27'10'0,"8"3"0,8-7 0,-1-1 0,3-5 0,5-1 0,13-7 0,12-9 0,8-10 0,7-5 0,5-3 0,-1 1 0,-2-1 0,8 1 0,-6 5 0,4 1 0,0-1 0,0 2 0,2-5 0,-10 13 0,12-14 0,-12 6 0</inkml:trace>
  <inkml:trace contextRef="#ctx0" brushRef="#br0" timeOffset="19">28704 2252 8912,'0'-11'0,"0"-1"0,0 9 0,0-1 0,0 13 0,0 8 0,0 20 0,0-3 0,0 14 0,0-2 0,2 5 0,2 9 0,2-1 0,-3 0 0,-1-9 0,-2-3 0,2-6 0,4-3 0,-4-2 0,13-9 0,-5-2 0</inkml:trace>
  <inkml:trace contextRef="#ctx0" brushRef="#br0" timeOffset="20">28945 2321 8912,'-29'0'0,"3"0"0,1 0 0,9 0 0,11 0 0,10 0 0,13-8 0,16-1 0,12-8 0,4-1 0,1-1 0,1-2 0,-1-2 0,1 2 0,0 2 0,-8 2 0,-4 2 0,-4 3 0,-9-1 0,-4 7 0,-10 2 0,-1 10 0,-8 6 0,1 11 0,-3 7 0,-2 8 0,0 14 0,0 11 0,-2 4 0,-3 2 0,3-1 0,-8 7 0,6-1 0,-1-1 0,-1-10 0,6-4 0,0-9 0,0-4 0,0-2 0,0-8 0,0-2 0,0-7 0,0-13 0,7-7 0,-5-14 0,6-3 0</inkml:trace>
  <inkml:trace contextRef="#ctx0" brushRef="#br0" timeOffset="21">29186 2837 8912,'-44'9'0,"2"7"0,7-5 0,11-1 0,4-1 0,7-1 0,9-2 0,4-6 0,16 0 0,12-2 0,18-6 0,15-9 0,12-10 0,0-7 0,7-6 0,-7 5-213,1 1 1,3-1 212,-3 7 0,1-5 0,-6-1 0</inkml:trace>
  <inkml:trace contextRef="#ctx0" brushRef="#br0" timeOffset="22">29668 2407 8912,'-17'-8'0,"-1"1"0,3-7 0,4 3 0,5 7 0,12-2 0,5 4 0,10 2 0,4 0 0,2 0 0,7 0 0,8 0 0,0 0 0,0 0 0,6 0 0,-2 0 0,2 0 0,-2 0 0,5 6 0,1 0 0,-6 7 0,5-1 0,-3 3 0,4 4 0,0 4 0,-1 6 0,-1 3 0,-4 3 0,3 1 0,-3 4 0,-4 4 0,6 9 0,-8 3 0,-1 1 0,-3 8 0,-2-4 0,1 10 0,-1 3-94,1 5 1,-7 1 0,1 0 93,2 2 0,3-3 0,4-1 0,2-2 0,1 7 0,-7-3 0,0 4 0,1 4-192,-18-42 1,0-1 0,12 41 191,0 0 0,-8 6 0,2-6 0,-11-37 0,0 1 0,0 2 0,-1 0 0,1-1 0,-1 1 0,-2 6 0,-1 0 0,1-2 0,0-1 0,-1 1 0,1 1 0,-1 3 0,-1 2 0,0 3 0,0 0 0,-2 0 0,-1 0 0,0-2 0,0 0 0,0-2 0,-1 0 0,1-1 0,-2 0 0,-1 4 0,0 0 0,2 2 0,0 0 0,-2-2 0,0 0 0,-1-1 0,0 0 0,0-1 0,0-1 0,0-1 0,0 0 0,0 4 0,0 0 0,0 1 0,0 0 0,0 0 0,0 0 0,0-2 0,0 0 0,-1-2 0,0 0 0,-1 0 0,0 0 0,-1 3 0,0 0 0,1 5 0,0 0 0,-1-4 0,-1 0 0,1 1 0,0 0 0,-1-3 0,0 0 0,2 0 0,1 0 0,-2 3 0,0 2 0,1 2 0,0 1 0,1-4 0,0 0 0,1 2 0,0-1 0,0-4 0,0 0-243,0 2 1,0 0 0,0 0-1,0 0 243,0 3 0,0-1 0,-2-2 0,-2-2 0,2-1 0,-1 0 0,-4 2 0,0 0 0,2 1 0,-1 0 0,-2 0 0,0 0 0,0 3 0,-1-1 0,1-6 0,-1-1 0,0 5 0,1-1 0,-1-3 0,1-1 0,-2 3 0,1 2 0,-2-1 0,-1 0 0,-2 0 0,-1-1 0,-1-1 0,-1-1 0,0 2 0,0 0 0,-1-4 0,0 0 0,-2 0 0,0 0 0,1 1 0,-1 1 0,-3 1 0,0 0 0,3-5 0,0 0 0,-3 3 0,0-1 0,4-5 0,0 0 0,-1 2 0,0 1 0,2-1 0,2 1-158,1-2 1,1 0 0,-2 0 0,-1-1 157,3-3 0,0-1 0,-2 2 0,-1-1 0,0 3 0,0-1 0,-4 1 0,0-1 0,-2 1 0,0-1 0,-1 0 0,-2-1 0,0-6 0,-1 0 0,-2 0 0,-2 1 0,-3 2 0,-1-1 0,1 4 0,0 0 0,-4-2 0,1 1 0,2-2 0,-1-1 0,2-6 0,-1 0 0,-2 3 0,-2 0 0,-1-1 0,0 1 0,-3 3 0,0 0-663,-3-3 0,0-1 663,-1 2 0,-2-2 0,-1-4 0,-1-2 0,2 2 0,0-1 0,2-4 0,1 0 0,2 1 0,2 1 25,-1-2 0,0-2 0,-4-1 1,0-3-1,-2 2 0,0 0 0,0-1 1,-1 1-26,1-2 0,0 1 0,0-1 0,1-1 0,5-3 0,0-1 0,-3 1 0,0 0 0,4-1 0,0 0 0,-4-1 0,-2-1 0,-2 1 0,-1-2 0,-1-1 0,-1-2 0,-5 4 0,1 0 0,5-4 0,1 1 79,5 0 1,0 0 0,-1-2 0,-2-2-80,1-1 0,-1-1 0,-7 1 0,-1 0 0,0-3 0,-1-1 0,1 1 0,0-1 0,5-2 0,0-1 0,1 1 0,-1-1 0,1 2 0,-1-2 0,-3-3 0,-1-1 0,-1 0 0,-1-2 0,3-1 0,-1 0 0,2-2 0,1 0 0,3-1 0,1-2 0,-43-7 0,4-3 0,2 1 0,-2 0 0,-4-6 0,4 1 0,-3-5 0,-1-1 0,6 1 0,4-6 0,13 6 0,-2-7 0,-6 1 0,-5-4 0,-2-1 0,0 0 0,9-1 0,10 1 154,-3-1 1,3-5-155,-4 0 0,6 0 0,0 6 0,-6-6 0,-6-1 0,2-6 0,10 1 581,4-4 0,15 1 0,2 1-581,0 2 0,0 0 0,-4-5 0,2 5 0,4 0 0,-4 0 0,0 2 0,-6-13 0,16 17 0,-3-12 0,9 2 0,3 3 0,4 1 0,2-4 0,2 8 0,1-4 131,5 6 0,-4 2-131,3-2 0,-1 7 298,1-7 1,-3 8-299,3-8 0,3 1 86,-3-1 1,7-2 0,-5-4 0,1 4-87,-1 0 0,4 4 0,-5-8 0,7 0 0,-9 2 0,7 4 0,2 4 0,0 0 0,-2-4 0,5 5 0,-5 1 0,4-1 0,-4 9 0,0-9 0,-7-5 0,2 0 0,-3 2 0,3 2 0,-5-5 0,5 1 0,1 0 0,-1 6 0,5 5 0,-5 1 0,5 7 0,-4-2 0,3 4 0,1 1 0,-2 1 0,6 8 0,-7-7 0,5 5 0,-2-4 0,1 5 0,-1-5 0,0 3 0,-7 5 0,11-9 0,-4 5 0,2 3 0,-1 2 0,3 3 0,-4-3 0,4 4 0,2-6 0,0 8 0,0 0 0,0 8 0,0-6 0,0 6 0,0-8 0,0 0 0,-8 0 0,6-2 0,-5-2 0,-1-2 0,6-2 0,-5 5 0,-1-3 0,0-2 0,-3 3 0,1 3 0,4-4 0,5 2 0,-7 0 0,0-1 0,4-3 0,-7 2 0,7 4 0,-3-5 0,7 7 0,0 0 0,-8 0 0,6 0 0,-6 0 0,8 0 0,0 0 0,8 0 0,-6 0 0,13-8 0,-5-2 0</inkml:trace>
  <inkml:trace contextRef="#ctx0" brushRef="#br0" timeOffset="23">23507 11657 8912,'10'0'0,"-3"0"0,-7 0 0,0 0 0,-7 0 0,5 0 0,-14 0 0,7 0 0,-10 0 0,-2 2 0,-2 4 0,-8-4 0,-1 13 0,-9-6 0,3 1 0,-4 5 0,2-3 0,-6-3 0,6 1 0,2-3 0,1-3 0,11 6 0,-5-8 0,8 3 0,2-3 0,2 6 0,2-6 0,7 5 0,3-7 0,7 0 0,7 0 0,-5 2 0,4 4 0,-4-2 0,-2 7 0,0-5 0,0 6 0,0-1 0,-8 6 0,6-5 0,-4-1 0,5-5 0,1 5 0,0-5 0,0 6 0,0-1 0,0 8 0,0 2 0,0 2 0,5 8 0,3-3 0,1 5 0,3 1 0,5 2 0,0 3 0,1 1 0,-1 0 0,0-6 0,0 1 0,0-1 0,1-5 0,-1-1 0,0 1 0,0-2 0,0-2 0,-7-8 0,-4 0 0,1 0 0,-1 0 0,-2 1 0,-2-1 0,-2 0 0,-23 8 0,-6 2 0</inkml:trace>
  <inkml:trace contextRef="#ctx0" brushRef="#br0" timeOffset="24">16951 14081 8912,'0'-25'0,"0"-1"0,0-9 0,0 1 0,0-1 0,0 9 0,0 3 0,0-2 0,0 2 0,0 0 0,0 6 0,0 0 0,0 7 0,-8 3 0,-2 7 0,-7 0 0,-2 15 0,-4 8 0,2 17 0,-8 11 0,1 18 0,-9 17 0,18-38 0,0 2 0,-1 2 0,0 3 0,-1 3 0,2 2-241,1 3 0,1 0 1,3 0-1,2 0 241,-1-2 0,3-1 0,3-2 0,2 0 0,2-3 0,0-1 0,3 43-72,6-22 1,13-18 71,16-22 0,1-9 0,10-8 0,-2-3 0,4-4 0,-4-5 0,-2-4 0,4-2 0,-6 0 0,0-2 0,-6-4 0,-7-3 0,-6-16 0,-4-4 0,4-3 0</inkml:trace>
  <inkml:trace contextRef="#ctx0" brushRef="#br0" timeOffset="25">17260 14528 8912,'2'-38'0,"4"4"0,-4 5 0,4 0 0,3 4 0,-7 16 0,8 3 0,-5 12 0,-1 11 0,8 12 0,-9 11 0,3 6 0,4 3 0,-1 5 0,3 1 0,-1 3 0,1-1 0,5-6 0,2 1 0,4 0 0,-2-7 0,8 1 0,-6-13 0,5 1 0,-5-19 0,4-3 0,-2-8 0,-4-4 0,-2-23 0,-2-6 0</inkml:trace>
  <inkml:trace contextRef="#ctx0" brushRef="#br0" timeOffset="26">17673 14391 8912,'-17'0'0,"0"0"0,7 0 0,3-8 0,7-3 0,7-5 0,5-1 0,11 0 0,5 0 0,7-6 0,5 0 0,4-6 0,8 6 0,-8 0 0,-4 6 0,-4 2 0,-2 3 0,-7 5 0,-4 7 0,-6 2 0,-5 3 0,-4 13 0,-8 10 0,0 10 0,0 3 0,0 6 0,0-1 0,0 4 0,0 3 0,0 3 0,0 1 0,0 0 0,0-5 0,1 0 0,5-1 0,-4-1 0,4-4 0,1-1 0,-1-10 0,0 1 0,-6-13 0,0 0 0,0-6 0,0-5 0,0-1 0,-2-7 0,-4 2 0,-3-12 0,-8-4 0,-1-7 0</inkml:trace>
  <inkml:trace contextRef="#ctx0" brushRef="#br0" timeOffset="27">17759 14752 8912,'0'-17'0,"0"5"0,0 1 0,0 7 0,10-10 0,7 9 0,2-3 0,10 2 0,2 2 0,9-7 0,4 5 0,7-5 0,3-3 0,3-1 0,-3-10 0,5-1 0</inkml:trace>
  <inkml:trace contextRef="#ctx0" brushRef="#br0" timeOffset="28">18499 14649 8912,'0'-27'0,"0"2"0,0 15 0,2 3 0,4 7 0,11-8 0,12-3 0,5 1 0,6-1 0,-1 5 0,7-6 0,-6 3 0,6-4 0,-1 1 0,-1-1 0,-7 3 0,-9-1 0,-6 7 0,10-19 0,-5 4 0</inkml:trace>
  <inkml:trace contextRef="#ctx0" brushRef="#br0" timeOffset="29">19652 14288 8912,'-23'-8'0,"0"-4"0,-1 5 0,1 1 0,-6 4 0,-11 2 0,-2 8 0,-4 3 0,-2 6 0,8 6 0,0 6 0,5 11 0,10-2 0,6 8 0,8 4 0,3 5 0,8 1 0,6 7 0,15-10 0,2-1 0,8-8 0,3-10 0,8-7 0,4-4 0,-2-6 0,2-6 0,-2-3 0,2-8 0,3-2 0,-3-4 0,-2-3 0,0-10 0,-2-4 0,-4-6 0,-7-5 0,-2-6 0,-8 1 0,2-6 0,-12-1 0,-5-6 0,-4 1 0,-2-1 0,-8 2 0,-5 3 0,-8 3 0,-8 2 0,-9 7 0,-2 7 0,-6 7 0,6-2 0,0 11 0,5 6 0,3 5 0,3 1 0,-2 0 0,8 0 0,0 9 0,4 6 0,0 6 0,2 0 0,-12-1 0,10-3 0</inkml:trace>
  <inkml:trace contextRef="#ctx0" brushRef="#br0" timeOffset="30">19205 14700 8912,'-17'-8'0,"7"7"0,2-15 0,10 14 0,4-3 0,11-3 0,12 2 0,13-7 0,10 1 0,1-3 0,10-2 0,6-6 0,6 0 0,-1 0 0,-5 6 0,-15 0 0,-8 0 0,-10 7 0,-7 4 0,-12 4 0,-17 2 0,-12 0 0,-3 0 0,-2 0 0,0 6 0,-1 0 0,1 0 0,0-6 0,0 0 0</inkml:trace>
  <inkml:trace contextRef="#ctx0" brushRef="#br0" timeOffset="31">19859 13926 8912,'-12'-7'0,"3"-5"0,1-3 0,4-2 0,2 7 0,10 3 0,4 7 0,10 2 0,7 3 0,4 7 0,1 3 0,0 12 0,1 7 0,-1 8 0,1 10 0,3 1 0,-4 5 0,5 10 0,-11 13 0,-3-3 0,-4 2 0,-7 2 0,-9 2 0,-5 2-151,-5 0 0,-11-15 151,-7-8 0,-7-8 0,1-3 0,-3-8 0,-3-4 0,3-11 0,3-6 0,4-6 0,8-6 0,0-3 0,1-10 0,5-4 0,-4 4 0,5-5 0</inkml:trace>
  <inkml:trace contextRef="#ctx0" brushRef="#br0" timeOffset="32">20513 13806 8912,'0'-17'0,"0"-6"0,0 0 0,0 2 0,7 2 0,5 2 0,5 0 0,6-1 0,-4 3 0,4 4 0,4-3 0,2 9 0,-3-7 0,3 6 0,2 2 0,1 3 0,2 1 0,-1 0 0,-4 0 0,-4 0 0,-8 0 0,8 7 0,-14 3 0,1 9 0,-9 4 0,-3-4 0,-7 13 0,-5-3 0,-3 4 0,-10 1 0,0 6 0,-3 0 0,-5 2 0,6-4 0,1 2 0,1 1 0,7-7 0,1-2 0,0-1 0,2-4 0,3-2 0,5-10 0,14-2 0,7-7 0,7-2 0,5-2 0,18-4 0,8-4 0,2-3 0,9-9 0,0 1 0,6 0 0,-1 0 0,1 0 0,-8-1 0,-3 1 0,-10 6 0,-2-1 0,-16 8 0,-1-1 0,-16 3 0,-5 2 0,-10 0 0,-4 0 0,4 0 0,-13 0 0,11 2 0,-7 3 0,5-1 0,-6 8 0,1-1 0,-6 6 0,0 1 0,-1-1 0,1 0 0</inkml:trace>
  <inkml:trace contextRef="#ctx0" brushRef="#br0" timeOffset="33">27069 13325 8912,'0'-18'0,"2"1"0,2 0 0,2 0 0,-2 0 0,-3 0 0,-1-1 0,0 1 0,-1 2 0,-5 3 0,-4 5 0,-7 7 0,0 0 0,0 0 0,-6 5 0,0 3 0,2 2 0,-6 9 0,2 2 0,-4 7 0,3 1 0,5 5 0,-2 1 0,2-1 0,1 8 0,5 2 0,4 0 0,-3 6 0,9-2 0,1 5 0,2 4 0,2 1 0,2-7 0,4 1 0,5-1 0,6-1 0,6-4 0,4-6 0,7-11 0,3-1 0,3-9 0,4-5 0,0-5 0,5-3 0,-3-6 0,4-7 0,2-3 0,-3-9 0,-3-4 0,-4 2 0,-7-8 0,-1 6 0,1-5 0,-3-3 0,-3-1 0,-4 3 0,-8 0 0,-6 1 0,1-7 0,-8 1 0,1 0 0,-3-1 0,-2-5 0,0-2 0,-2 0 0,-3 0 0,-7 4 0,3 3 0,-3 7 0,-5-5 0,-6 5 0,-2 3 0,2 2 0,-4 6 0,-7 5 0,0-1 0,-1 7 0,1 0 0,-1 6 0,3 0 0,3 0 0,-3 0 0,7 0 0,-4 0 0,6 0 0,4 8 0,9-6 0,3 5 0,7 1 0,0-4 0,0 7 0,7 1 0,3 5 0,15 0 0,2 0 0</inkml:trace>
  <inkml:trace contextRef="#ctx0" brushRef="#br0" timeOffset="34">26639 13858 8912,'-10'-12'0,"7"3"0,6 1 0,11 0 0,15 3 0,11 1 0,23-8 0,8 1 0,16-6 0,5 0 0,-43 5 0,0 1 0,4-2 0,1 1 0,0-1 0,1 1-803,-1-1 1,-1 1 802,-4 0 0,-1 1 0,37-6 0,-19 2 188,-12 3 0,-18 3-188,-13 3 0,-13 4 0,-10-4 0,-10 4 0,-5 8 0,-2 0 0,-8 0 0,6 1 0,-4 5 0,4-3 614,2 3 1,-1-7-615,1 7 0,0-1 0,0 7 0,0-1 0,-1-8 0,1-1 0</inkml:trace>
  <inkml:trace contextRef="#ctx0" brushRef="#br0" timeOffset="35">17019 6774 8912,'-2'-23'0,"-1"0"0,-5 2 0,-2 2 0,7 8 0,-3-1 0,4 8 0,2-3 0,8 7 0,-6 4 0,5 5 0,1 8 0,-6 12 0,3 2 0,-3 5 0,-2 4 0,0 8 0,0 1 0,0 9 0,0-3 0,0 0 0,-2 3 0,-1 5 0,-3 4 0,0-6 0,6-4 0,0-5 0,0-6 0,2-4 0,4-8 0,3-7 0,9-4 0,1-12 0,4-5 0,5-4 0,5-2 0,7-8 0,2-3 0,0-7 0,0-4 0,6 2 0,-12-10 0,4 7 0,-3 2 0,-10 8 0,-4 1 0,-10 3 0,-2-3 0,-7 4 0,4 8 0,-8 0 0,0 0 0,-8 0 0,6 0 0,-5 0 0,-1-15 0,-2-4 0</inkml:trace>
  <inkml:trace contextRef="#ctx0" brushRef="#br0" timeOffset="36">17794 6551 8912,'0'-12'0,"-2"3"0,-4 1 0,4 4 0,-4 10 0,5 3 0,1 9 0,0-1 0,0-8 0,0-1 0,0-8 0,0 0 0,0-8 0,0 6 0,0-5 0,0 7 0,0 0 0,-6 2 0,-2 3 0,-1 7 0,-3 3 0,1 18 0,-1 7 0,1 11 0,-6 12 0,-1 10 0,3 17 0,4 1 0,3-41 0,0 0 0,-1 45 0,-1 1 0,4-4-119,4-12 0,2-8 119,0-14 0,6-9 0,2-16 0,1-5 0,9-3 0,5-8 0,0-5 0,-4-2 0,2-3 0,2-3 0,5-2 0,-5-2 0,8 0 0,-6 0 0,5 0 0,-1 0 0,-2-6 0,1-1 0,-7-3 119,-7-3 0,-7-3-119,-7-1 0,0 0 0,0 0 0</inkml:trace>
  <inkml:trace contextRef="#ctx0" brushRef="#br0" timeOffset="37">18155 7015 8912,'-2'-10'0,"-3"5"0,1 3 0,-8 2 0,6 0 0,-3 2 0,-1 5 0,1 10 0,-3 8 0,3 10 0,1-1 0,0 0 0,7 8 0,-5 4 0,4 4 0,2 1 0,0 9 0,8-14 0,3-1 0,4-8 0,3-7 0,-1-1 0,0-16 0,0-1 0,0-8 0,1-4 0,5-8 0,-1-4 0,7-10 0,-6-7 0,8-11 0,-12 2 0,4-6 0,-4 2 0,-2-6 0,0 2 0,-7 4 0,-3 0 0,-7 9 0,0 3 0,0 3 0,0 2 0,-13 2 0,-4 6 0,-4 0 0,-2 6 0,0 1 0,2 2 0,2 3 0,2 5 0,-1 0 0,1 0 0,0 0 0,0 0 0,0 2 0,-1 3 0,9-3 0,-6 12 0,3-9 0,4 1 0,-7 2 0,6 1 0</inkml:trace>
  <inkml:trace contextRef="#ctx0" brushRef="#br0" timeOffset="38">18000 7221 8912,'-9'17'0,"-7"-1"0,5-5 0,-4 4 0,5-13 0,-5 6 0,13-8 0,-4 0 0,12 0 0,5 0 0,12 0 0,6 0 0,3-8 0,3-3 0,5-4 0,0-3 0,2 1 0,-3 0 0,1 0 0,-2 0 0,-2-1 0,-7 1 0,-2 2 0,-2 3 0,-3 5 0,-10 1 0,-1 0 0,-7 1 0,4 5 0,-14 1 0,-1 3 0,-3 2 0,6 0 0,-4-6 0</inkml:trace>
  <inkml:trace contextRef="#ctx0" brushRef="#br0" timeOffset="39">18310 6568 8912,'-11'-2'0,"1"-4"0,0-3 0,1-1 0,7 2 0,2 8 0,10 0 0,7 8 0,6 5 0,5 8 0,5 8 0,3 11 0,2 8 0,3 9 0,-3 12 0,-8 9 0,-3 16 0,-14-42 0,-1 3 0,-2 5 0,-1 2 0,-1 5 0,-2 2 0,-5 5 0,-4 1-836,-5-1 0,-2 1 836,-1 1 0,-2 1 0,-7 0 0,-2 0 0,0 0 0,0-1 0,0-1 0,0-1 0,-4-3 0,0-2 0,1-3 0,-2 0 0,-2-1 0,-1 1 0</inkml:trace>
  <inkml:trace contextRef="#ctx0" brushRef="#br0" timeOffset="40">24487 6784 8912,'-11'-7'0,"1"-4"0,-3-3 0,6-2 0,-5 0 0,5 0 0,-1 0 0,1 0 0,2 6 0,5-1 0,2 7 0,3-1 0,6 3 0,3 4 0,2 3 0,0 6 0,2 5 0,1 7 0,3 9 0,4 14 0,-4 15 0,-3 5 0,-1 3 0,-4 6 0,-3-6 0,2 7 0,-8-3 0,0-2 0,2-7 0,-5-7 0,3-9 0,-3-7 0,-2-4 0,0-10 0,0-6 0,0-12 0,-2-9 0,-3-9 0,-4-19 0,-14-6 0,-2-14 0</inkml:trace>
  <inkml:trace contextRef="#ctx0" brushRef="#br0" timeOffset="41">24503 6800 8912,'-18'-7'0,"-1"-4"0,-3-3 0,3-2 0,8 0 0,4 0 0,7 0 0,0 0 0,0 0 0,0 0 0,7 0 0,2 0 0,9 2 0,3 3 0,-3 4 0,7 2 0,-6 0 0,3 1 0,6 2 0,-1 2 0,3 0 0,2 0 0,0 7 0,-5 2 0,-2 9 0,-2 3 0,-3 4 0,-8 9 0,-1 3 0,-8-1 0,3 7 0,-12-4 0,-4 5 0,-5 1 0,-2 4 0,-5-6 0,-1-2 0,-4 2 0,-3-8 0,3 2 0,4-10 0,0-11 0,0-2 0,-2-5 0</inkml:trace>
  <inkml:trace contextRef="#ctx0" brushRef="#br0" timeOffset="42">25144 6816 8912,'-16'-7'0,"0"4"0,0-6 0,0 2 0,5-1 0,0 5 0,-1-2 0,3-1 0,-2 6 0,6 0 0,-6 0 0,8 7 0,-3 6 0,3 5 0,-3 3 0,5 7 0,-5-1 0,4 3 0,2 2 0,0 0 0,0-7 0,0-4 0,6 3 0,1-5 0,2-5 0,-4-5 0,6-9 0,1 0 0,3-2 0,1-3 0,-6-4 0,1-7 0,-8-7 0,10 5 0,-8-5 0,-1 0 0,5 5 0,-7-10 0,5 7 0,0 1 0,-5 2 0,3 2 0,2 6 0,0-1 0,2-2 0,-5 6 0,10 0 0,-5 9 0,1 3 0,1 6 0,0 3 0,5 2 0,-7 0 0,3-5 0,-7 0 0,8-8 0,-2 2 0,-4 4 0,0 0 0</inkml:trace>
  <inkml:trace contextRef="#ctx0" brushRef="#br0" timeOffset="43">25368 6688 8912,'0'-19'0,"0"3"0,0 1 0,0 1 0,0 5 0,0 2 0,7 14 0,4 4 0,3 5 0,2 4 0,0 1 0,0 7 0,0-1 0,0 3 0,0-3 0,-2-2 0,-1 0 0,-3 0 0,-4-6 0,3 2 0,-2-3 0,5-9 0,-10 5 0,5-21 0,-5-3 0,3-14 0,4-6 0,4-4 0,1-1 0,4-2 0,1-1 0,-3 6 0,0 0 0,0 0 0,4 2 0,-4 3 0,7 4 0,-12 7 0,6 2 0,-6 3 0,3-3 0,-3 12 0,0-3 0,-6 3 0,4 4 0,-2 3 0,-2 4 0,-6 0 0,-3-2 0,-3-1 0,0 1 0,0 2 0,-1 1 0,3 6 0,2 0 0,-8 0 0,7 0 0,-8 6 0,7-1 0,1-2 0,2-1 0,2-2 0,0 0 0,0 0 0,0 0 0,0-5 0,0 0 0,0 1 0,2-5 0,3-2 0,-1-5 0,7-5 0,-1-4 0,6-7 0,-5 0 0,0 0 0,1 0 0,1 0 0,-3 0 0,4 2 0,-3 3 0,-2-1 0,2 7 0,-8-1 0,11 6 0,-3 0 0,-4 0 0,8 0 0,-5 0 0,-1 0 0,2 0 0,-6 0 0,6 0 0,-6-2 0,4-3 0,-2-6 0,0-5 0,-3-3 0,3-4 0,2-2 0,-4-2 0,4-5 0,-2 0 0,-3 0 0,-2 0 0,-2 0 0,0 2 0,0 3 0,0 6 0,0 3 0,-8 2 0,5 7 0,-8 4 0,8 5 0,-3 5 0,5 11 0,1 9 0,0 7 0,1 0 0,3 0 0,1 0 0,8 2 0,-3 3 0,3-5 0,-1 2 0,-1-5 0,0-3 0,5 6 0,-6-7 0,-1-4 0,-2-3 0,4-2 0,-6 0 0,1-7 0,-5-7 0,3-9 0,1-4 0,1-5 0,1-3 0,-5-10 0,12 4 0,-4-7 0,5 0 0,1 7 0,2-3 0,1 7 0,2 1 0,1 2 0,-6 8 0,0-1 0,0 7 0,-2 1 0,-3 6 0,-2 6 0,-4 7 0,-3 0 0,3 0 0,-3 0 0,-4 0 0,-3 0 0,1 0 0,-6 0 0,4 0 0,-4-2 0,-1-1 0,2-2 0,4 1 0,-4-5 0,7 0 0,-5-9 0,9-5 0,3-9 0,4-1 0,7-10 0,0 0 0,2-5 0,1 0 0,3 0 0,-3 0 0,-1 0 0,-2 0 0,2 0 0,0 2 0,1 3 0,1 6 0,-13 10 0,7 4 0,-14 7 0,-7 7 0,-2 6 0,-2 6 0,1 8 0,-1 3 0,-5 2 0,5 0 0,2 0 0,2-2 0,4-3 0,1 2 0,2-8 0,0 0 0,2-5 0,3 0 0,4-7 0,12-4 0,1-10 0,-1-11 0,-5-11 0,0-5 0,0-5 0,-2 2 0,-3-8 0,1 7 0,-6-1 0,-1 3 0,-5 2 0,0 7 0,-7 4 0,-4 10 0,-3 4 0,-4 9 0,-3 3 0,3 6 0,-3 10 0,-4-3 0,0 5 0</inkml:trace>
  <inkml:trace contextRef="#ctx0" brushRef="#br0" timeOffset="44">26777 5872 8912,'-11'0'0,"1"-2"0,-3-1 0,-1-3 0,5 3 0,4 10 0,3 7 0,2 6 0,2 8 0,3-1 0,4 5 0,7 4 0,2 1 0,3-2 0,-3 6 0,12-2 0,-3 4 0,1-6 0,-1-3 0,-5-2 0,1-2 0,-2-3 0,0-4 0,-5-7 0,0-7 0,0-2 0,0-16 0,0-7 0,0-1 0,-1-10 0,-3-2 0,-1-1 0,1-2 0,-5 0 0,6-3 0,-8 3 0,-1 7 0,3 5 0,-2 4 0,-1 0 0,-2 7 0,-2 2 0,0 20 0,0 4 0,0 5 0,0 3 0,0 0 0,0-6 0,1 6 0,3-5 0,1 1 0,6 0 0,-6-5 0,1-2 0,1-3 0,-6-4 0,14-7 0,-14-14 0,14-4 0,-6-14 0</inkml:trace>
  <inkml:trace contextRef="#ctx0" brushRef="#br0" timeOffset="45">27226 5888 8912,'-16'-7'0,"0"5"0,0-3 0,0 3 0,5-3 0,0-1 0,8 1 0,-5 5 0,10 5 0,4 1 0,2-1 0,9-5 0,6 7 0,2 2 0</inkml:trace>
  <inkml:trace contextRef="#ctx0" brushRef="#br0" timeOffset="46">27674 5760 8912,'-23'-7'0,"0"5"0,-4-3 0,-1 3 0,4 4 0,0 3 0,-3 13 0,-3 14 0,3 9 0,4 0 0,7 1 0,7 1 0,4 5 0,3 0 0,11-7 0,7-5 0,9-8 0,7 1 0,5-8 0,4-2 0,7-8 0,5-4 0,1-7 0,1 0 0,-2 0 0,4-2 0,0-3 0,-2-11 0,-7-11 0,0-10 0,0-4 0</inkml:trace>
  <inkml:trace contextRef="#ctx0" brushRef="#br0" timeOffset="47">10394 13462 8912,'15'-19'0,"-1"-2"0,-3-2 0,3 2 0,1 2 0,0 2 0,-1 0 0,-3-1 0,-1 1 0,3 2 0,-2 4 0,-7-5 0,4 14 0,-8-13 0,-2 13 0,-2-5 0,-2-1 0,-1 6 0,1-4 0,-4 2 0,-7-1 0,0 3 0,0-4 0,0 4 0,-1 2 0,-4 0 0,-1 0 0,-2 2 0,4 2 0,-2 2 0,0-1 0,-2 1 0,-4 2 0,-3 1 0,-3-5 0,7 11 0,-3-5 0,-5-1 0,1 7 0,-5-5 0,-2 10 0,2 2 0,2-2 0,1-2 0,3-2 0,5 1 0,2-1 0,3 0 0,3 0 0,1 0 0,3 1 0,6-1 0,-1 0 0,1 0 0,-6 2 0,-1 4 0,1-4 0,0 8 0,0-4 0,7-4 0,-5 8 0,3-6 0,-1 2 0,2-2 0,5-2 0,-4 6 0,8-6 0,-5 11 0,7-7 0,0 8 0,0-2 0,0 3 0,0 2 0,0 1 0,0 7 0,0-6 0,0 4 0,0-3 0,0-3 0,0 0 0,0 1 0,0-3 0,0-3 0,6 1 0,1-7 0,3-2 0,-5-2 0,7-1 0,-1-1 0,5 0 0,-3 0 0,-1-2 0,1-3 0,2 3 0,1-3 0,-5 3 0,4-5 0,-5 5 0,7-4 0,0-1 0,0-1 0,1 1 0,-1-1 0,0-3 0,0 4 0,2-3 0,2-3 0,2-2 0,8-2 0,-4 0 0,7-8 0,1-3 0,-1-4 0,0-2 0,3-1 0,3 1 0,-4 0 0,4 0 0,-5 0 0,-6-1 0,1 1 0,-7 0 0,6 0 0,-6 0 0,-2-1 0,-2 1 0,4-6 0,0 0 0,0 0 0,-6 6 0,0-8 0,0-3 0,0-5 0,-5-3 0,-1-4 0,1-4 0,5-10 0,2-3 0,4-6 0,-9 4 0,1 2 0,-6 5 0,-5 6 0,-2 4 0,-2 8 0,-2 1 0,-3 5 0,-5 3 0,-7 8 0,0-3 0,-1-2 0,1 2 0,0-2 0,0 2 0,-1 3 0,1-2 0,0-4 0,0 4 0,-2-4 0,-2 4 0,-2 4 0,2 3 0,2-3 0,1 7 0,1-3 0,0 5 0,7 4 0,-5 4 0,4 4 0,3 3 0,0 9 0,8 1 0,2 4 0,4 7 0,5 8 0,5-1 0,1 12 0,0-5 0</inkml:trace>
  <inkml:trace contextRef="#ctx0" brushRef="#br0" timeOffset="48">22853 11537 8912,'-8'-10'0,"5"2"0,-9 8 0,6-5 0,-5-1 0,-2 2 0,-1 0 0,1 0 0,1-1 0,1-1 0,-6 6 0,5-6 0,1 1 0,5-1 0,-5 6 0,7 0 0,-4 0 0,0 0 0,6 2 0,-1 2 0,6 1 0,1 7 0,8-7 0,-5 3 0,11-2 0,-5-4 0,10 5 0,-4 1 0,6-6 0,4 4 0,3-4 0,3-2 0,-1 0 0,2 0 0,4 0 0,-3 0 0,3 0 0,-4 0 0,-1 0 0,-7 0 0,1 0 0,-8 5 0,2 1 0,-4 2 0,-2-3 0,-7-3 0,-2 6 0,-8-8 0,-2 0 0,-4 0 0,-6 0 0,3 0 0,-5 0 0,-3 0 0,-4 0 0,-9 0 0,3 0 0,-8 0 0,1 0 0,0 0 0,-7 2 0,1 2 0,2 1 0,-6 1 0,6-4 0,-8 2 0,0 2 0,2-3 0,4-1 0,6 4 0,5 0 0,-4 0 0,14-5 0,-4 5 0,12-4 0,3 6 0,16-8 0,-4 0 0,7 0 0,2 0 0,5-2 0,3-2 0,2-2 0,7-5 0,-1 3 0,3-1 0,3-5 0,-1 7 0,1-9 0,-1 7 0,1-1 0,-1-5 0,0 11 0,1-7 0,-1 7 0,1-2 0,-1-2 0,-1 3 0,-5 1 0,-3 2 0,-15 2 0,-5 0 0,-10 0 0,-5 0 0,-7 0 0,0 0 0,-6 0 0,0 0 0,-6 0 0,4 0 0,-2 0 0,1 0 0,-5 0 0,4 0 0,2 0 0,-5 0 0,3 0 0,-7 0 0,-1 0 0,9 0 0,-7 0 0,6 0 0,0 0 0,-5 8 0,13-6 0,-4 5 0,4 1 0,3-4 0,5 7 0,3-7 0,8 11 0,2-13 0,4 4 0,4-4 0,9-2 0,4 0 0,3 0 0,3 0 0,0 0 0,1 0 0,3-6 0,1-2 0,1 1 0,-1-1 0,-7-5 0,3 9 0,-5-6 0,2 3 0,-6 1 0,4 0 0,-8 1 0,0-1 0,-5 6 0,-1 0 0,-9 0 0,-2 0 0,-7 0 0,-11 0 0,-1 0 0,-4 0 0,4 0 0,-11 6 0,5-1 0,-2-1 0,6 6 0,-10-8 0,7 5 0,-3 1 0,0-4 0,-4 5 0,5-1 0,1-4 0,2 5 0,6-7 0,-1 6 0,1-1 0,8-5 0,-7 6 0,14-8 0,2 0 0,14 0 0,5 0 0,4 0 0,7 0 0,-1 0 0,4 0 0,-7-8 0,7 6 0,-6-3 0,-1 3 0,7-4 0,-4 0 0,1 3 0,-1 1 0,3 2 0,-5 0 0</inkml:trace>
  <inkml:trace contextRef="#ctx0" brushRef="#br0" timeOffset="49">23215 15577 8912,'-23'6'0,"0"-1"0,2 1 0,1 2 0,3 3 0,2 6 0,3 6 0,-1 4 0,7 8 0,3 1 0,1 2 0,2 2 0,0 0 0,0-5 0,2-1 0,3 0 0,5-7 0,5-4 0,-3-4 0,3-4 0,-4-3 0,5-6 0,-5-4 0,1-2 0,1 0 0,2 0 0,3-8 0,-1-4 0,0-10 0,-6 2 0,1-2 0,-3-3 0,5 2 0,-3 2 0,-7 2 0,2 1 0,-2 3 0,1 4 0,-3 3 0,6 0 0,-8 14 0,2-10 0,2 18 0,1 5 0,1-2 0,2 10 0,3-4 0,5-4 0,1 4 0,-4-6 0,2-4 0,5-1 0,1-8 0,-2 1 0,2-7 0,2-9 0,0-2 0,-6-16 0,0 0 0,0-5 0,-7 1 0,-4 5 0,-4-5 0,-2 8 0,0-5 0,0 1 0,-6 8 0,-2-2 0,-1 6 0,-5 6 0,7-5 0,-1 7 0,0-8 0,-1-1 0</inkml:trace>
  <inkml:trace contextRef="#ctx0" brushRef="#br0" timeOffset="50">23903 15268 8912,'0'-18'0,"0"-7"0,0 12 0,0-4 0,0 11 0,0 0 0,-2 14 0,-4 9 0,4 16 0,-3 13 0,3 3 0,2 3 0,0 5 0,0 0 0,0 1 0,2-5 0,1 1 0,3-3 0,6 3 0,-7-14 0,7 0 0,-6-6 0,5-1 0,-5-4 0,5-10 0,-5-8 0,2-9 0,-3-2 0,-1-8 0,8-9 0,-9-8 0,11-1 0,-7-7 0,3 5 0,-6-5 0,11 6 0,-5-5 0,-1 3 0,7-3 0,-13 13 0,9-4 0,-1 5 0,7 7 0,-1 5 0,-8 12 0,7 5 0,-5 10 0,4 2 0,10 8 0,-6-6 0,4 3 0,2-3 0,-2-8 0,2 1 0,-2-3 0,6-4 0,-3-3 0,3-8 0,-6-2 0,4-4 0,0-5 0,-1-4 0,-5-3 0,-2-4 0,-9-1 0,0 0 0,-3 0 0,1 0 0,-2 0 0,-14 11 0,-4 3 0,-3 1 0,-2-5 0,0 11 0,0-4 0,-3 12 0,-2 5 0,2 10 0,-3 4 0,4 2 0,8-4 0,-1 6 0,9-8 0,-5 9 0,8-7 0,2 0 0,4-8 0,5-3 0,12-3 0,6-5 0,5 2 0,6-2 0,2-10 0,4-5 0,4-5 0,-14-3 0,2-2 0,-7-2 0,-6 0 0,-10 0 0,-1 0 0,-3 2 0,-7 8 0,2 2 0,-4 7 0,-4-4 0,-4 8 0,4 0 0,-6 8 0,8 1 0,0 9 0,0-1 0,0 0 0,2 0 0,2 0 0,2 0 0,-2 1 0,-2-1 0,-1-6 0,3 1 0,2 1 0,0-5 0,-6 1 0,0-3 0,7-12 0,-5 4 0,6-15 0,0 0 0,-6 0 0,13-2 0,-4-4 0,-1 4 0,1-4 0,-5 6 0,4 3 0,-3 3 0,7 5 0,-3-5 0,-1 7 0,1-2 0,-1 12 0,1 5 0,4 6 0,-3 6 0,-2-2 0,1 8 0,-5-8 0,5 2 0,1 4 0,5-1 0</inkml:trace>
  <inkml:trace contextRef="#ctx0" brushRef="#br0" timeOffset="51">26037 15800 8912,'9'-7'0,"-1"3"0,-8-7 0,0-3 0,0-1 0,0-2 0,-2 1 0,-4 5 0,-3 3 0,-8 8 0,1 2 0,5 4 0,-5 11 0,7 14 0,-3 7 0,1 8 0,7 5 0,-2 5 0,4 3 0,2 2 0,2 6 0,4 2 0,-2 1 0,7-12 0,1-9 0,7-8 0,2-7 0,2-5 0,6-12 0,-6-11 0,7-6 0,-1-6 0,11-11 0,-6-10 0,1-8 0,-3-7 0,-9-3 0,6-5 0,-8 0 0,-6 4 0,-5-3 0,-10 5 0,0-2 0,0 0 0,-15 8 0,1-4 0,-14 7 0,5 9 0,-6 3 0,0 6 0,-5 5 0,-1 6 0,9 4 0,-5 2 0,8 0 0,0 2 0,6 4 0,2-2 0,3 7 0,6 1 0,12 5 0,4-7 0,7-5 0,0-3 0,0-2 0</inkml:trace>
  <inkml:trace contextRef="#ctx0" brushRef="#br0" timeOffset="52">25882 16230 8912,'-17'2'0,"-1"4"0,1-4 0,0 4 0,7 3 0,10-7 0,14 4 0,7-4 0,8-2 0,3 0 0,10-8 0,4-3 0,11-12 0,-3 4 0,1-6 0,-7 0 0,-6 6 0,-7-4 0,-3 6 0,-3 3 0,-6 3 0,-12 7 0,-5-4 0,-12 8 0,-5 0 0,-5 8 0,-1 3 0,0 5 0,6-5 0,-1 1 0,8-8 0,-3 3 0</inkml:trace>
  <inkml:trace contextRef="#ctx0" brushRef="#br0" timeOffset="53">27104 15938 8912,'-10'-2'0,"2"-2"0,1-1 0,3-1 0,-7 6 0,7 0 0,-4 0 0,0 0 0,6 0 0,-5-8 0,7 6 0,0-5 0,7 7 0,3 0 0,9 0 0,4 0 0,-2-2 0,8-4 0,1-2 0,11-3 0,-5-4 0,4 3 0,4-3 0,-8-2 0,5 1 0,-5 5 0,-9-4 0,-3 11 0,-6-6 0,-1 3 0,-8 1 0,-3 6 0,-12 0 0,-3 8 0,-8 3 0,-8 4 0,-2 2 0,-7 8 0,-1 2 0</inkml:trace>
  <inkml:trace contextRef="#ctx0" brushRef="#br0" timeOffset="54">27241 16213 8912,'0'-17'0,"0"0"0,8 0 0,3-1 0,5 1 0,3 6 0,4-1 0,5-3 0,5-4 0,1-4 0,7 0 0,-1 6 0,6 0 0,-6-1 0,6 1 0,-6 0 0,-6 7 0,-5 5 0,-10 1 0,-2-2 0,0-3 0,-7-9 0</inkml:trace>
  <inkml:trace contextRef="#ctx0" brushRef="#br0" timeOffset="55">28085 15577 8912,'0'-17'0,"0"7"0,-8 3 0,4 22 0,-7 8 0,7 7 0,-2 5 0,-2 1 0,3 4 0,-1-2 0,6 6 0,0-2 0,0-3 0,0 3 0,0-2 0,2 0 0,4-6 0,3-5 0,8 0 0,-5-10 0,-1-2 0,-7-8 0,11-9 0,-5 0 0</inkml:trace>
  <inkml:trace contextRef="#ctx0" brushRef="#br0" timeOffset="56">28412 15525 8912,'-18'0'0,"1"-2"0,0-3 0,5 3 0,1-4 0,7 2 0,-2-1 0,4 3 0,12-12 0,7 9 0,8-7 0,10 6 0,-1-7 0,0 2 0,3-5 0,3-1 0,-4 2 0,4 3 0,-9-1 0,-2 7 0,-8 0 0,2 6 0,-4 0 0,-2 0 0,-8 8 0,-3 4 0,2 12 0,-2 11 0,-1 1 0,-7 10 0,-1 2 0,-3 1 0,-8 3 0,3 0 0,1 5 0,-1 0 0,1-5 0,-3-6 0,3 1 0,3 3 0,-5-6 0,7-4 0,-7-9 0,6-3 0,1-7 0,5 2 0,0-9 0,0-3 0,0-7 0,-8-12 0,-2-11 0</inkml:trace>
  <inkml:trace contextRef="#ctx0" brushRef="#br0" timeOffset="57">28498 15818 8912,'-18'0'0,"1"-2"0,0-4 0,7 4 0,3-6 0,14 8 0,5 0 0,11 0 0,5 0 0,11 0 0,1 0 0,6-5 0,-6-1 0,6-5 0,-4 3 0,2-2 0,4-3 0,-8 3 0,-6-1 0,1 7 0,-9-19 0,9 4 0</inkml:trace>
  <inkml:trace contextRef="#ctx0" brushRef="#br0" timeOffset="58">29272 15749 8912,'-10'9'0,"1"5"0,3-8 0,4 7 0,-4-2 0,3 5 0,-3 1 0,2 8 0,-7 3 0,5 12 0,-6 6 0,-1 6 0,-10 5 0,0 4 0,-11 8 0,-5-8 0,-12-2 0</inkml:trace>
  <inkml:trace contextRef="#ctx0" brushRef="#br0" timeOffset="59">24299 17193 8912,'-6'-17'0,"-2"0"0,1 0 0,-1-1 0,4 1 0,2 0 0,2 0 0,0 0 0,0 7 0,0 2 0,0 10 0,0 4 0,0 11 0,0 12 0,0 7 0,0 8 0,0 10 0,0 5 0,0 4 0,0 6 0,0 1-103,0 5 1,0-6 102,0-1 0,0-1 0,2-11 0,2-7 0,2-7 0,7-9 0,-1-10 0,9-2 0,2-16 0,7 1 0,-1-6 0,3-13 0,3-4 0,5-6 0,0 0 0,-2 4 0,-7-4 0,-4 6 102,-2 5 1,-8-1-103,-6 7 0,-7-2 0,2 3 0,-4 3 0,-2-6 0,-2 8 0,-4 0 0,4 0 0,-6 0 0,8 0 0,0 0 0,-7 0 0,-3 0 0</inkml:trace>
  <inkml:trace contextRef="#ctx0" brushRef="#br0" timeOffset="60">25417 17417 8912,'-17'-12'0,"0"1"0,7 7 0,3-4 0,14 8 0,9 0 0,8 0 0,3 0 0,4 0 0,1 0 0,3 0 0,-3 0 0,-1 0 0,-3 0 0,-5-2 0,6-3 0,-8 3 0,2-4 0,-4 4 0,-2 2 0,-7 0 0,5 8 0,-13-6 0,6 5 0</inkml:trace>
  <inkml:trace contextRef="#ctx0" brushRef="#br0" timeOffset="61">25538 17932 8912,'2'-11'0,"3"0"0,5 1 0,7-1 0,2-5 0,4 5 0,-2-5 0,8-1 0,0 0 0,5 2 0,0 3 0,1-3 0,-1-2 0,1-10 0</inkml:trace>
  <inkml:trace contextRef="#ctx0" brushRef="#br0" timeOffset="62">26570 17348 8912,'-19'2'0,"-2"2"0,-4 3 0,-2 3 0,-1 9 0,-1 4 0,2 9 0,2 7 0,4 3 0,4 5 0,6 9 0,5 1 0,12 0 0,-1-7 0,13-4 0,-3 0 0,12-10 0,-1-5 0,1-7 0,4-8 0,1-7 0,3-3 0,-1 0 0,1-2 0,-1-10 0,0-6 0,3-11 0,3-5 0,-4-5 0,4-3 0,-3-6 0,-3-10 0,1 1 0,-5-14 0,-5 6 0,-8-3 0,-11 7 0,-2-2 0,-16 9 0,-11 2 0,-11 8 0,-12-2 0,0 17 0,-11 6 0,-2 11 0,1 2 0,3 10 0,1 11 0,3 16 0,-1 10 0,0 9 0</inkml:trace>
  <inkml:trace contextRef="#ctx0" brushRef="#br0" timeOffset="63">18017 16144 8912,'-17'-2'0,"0"-1"0,0-3 0,0 2 0,-2 2 0,-3 2 0,0 2 0,1 4 0,1 3 0,3 10 0,0 2 0,0 4 0,0 2 0,1 2 0,3 7 0,1 4 0,-1 6 0,3-2 0,-1 2 0,5-2 0,-3 3 0,1-1 0,4 2 0,2-6 0,2-2 0,0-3 0,0-3 0,8 8 0,2-13 0,7-1 0,0-7 0,0-5 0,0-3 0,1-2 0,-1-22 0,0-1 0</inkml:trace>
  <inkml:trace contextRef="#ctx0" brushRef="#br0" timeOffset="64">18052 16540 8912,'-10'0'0,"-5"-6"0,4 0 0,-5 1 0,-1 12 0,8 9 0,3 6 0,4 1 0,2-5 0,0 6 0,8-3 0,3 6 0,4 0 0,2-2 0,1 0 0,-1 5 0,0-11 0,0 4 0,1-4 0,-1-2 0,0 1 0,0-1 0,0-2 0,-1-1 0,-5-3 0,4-7 0,-3 2 0,-4-5 0,7-1 0,-6 0 0</inkml:trace>
  <inkml:trace contextRef="#ctx0" brushRef="#br0" timeOffset="65">18430 16609 8912,'0'-18'0,"0"7"0,0-1 0,8 3 0,4-3 0,11-3 0,5 6 0,5-3 0,1 1 0,2 7 0,5-2 0,-7 2 0,0-1 0,1 3 0,-8-6 0</inkml:trace>
  <inkml:trace contextRef="#ctx0" brushRef="#br0" timeOffset="66">18517 16901 8912,'0'-17'0,"0"-1"0,0 1 0,0 0 0,1 0 0,5 0 0,6 1 0,11 3 0,5 2 0,5-3 0,3-1 0,4-2 0,-1 5 0,6 1 0,-4 1 0,4-1 0,-6-12 0,3 4 0</inkml:trace>
  <inkml:trace contextRef="#ctx0" brushRef="#br0" timeOffset="67">19050 16540 8912,'-27'0'0,"4"0"0,4 2 0,2 3 0,0-1 0,0 8 0,5-1 0,1 6 0,7 6 0,-2 0 0,4 8 0,2-3 0,2 3 0,4-2 0,9 1 0,8-7 0,6 0 0,-4-8 0,-1-3 0,1-6 0,4-5 0,-6-1 0,6-7 0,-6-5 0,-1-5 0,-4-6 0,-1 2 0,0-7 0,-2 5 0,-3-6 0,-4 2 0,-8-3 0,0 3 0,0 2 0,-8-4 0,-4 7 0,-3-1 0,-2 5 0,0 7 0,-1 1 0,1 3 0,0 3 0,0 2 0,0-6 0,-1-1 0</inkml:trace>
  <inkml:trace contextRef="#ctx0" brushRef="#br0" timeOffset="68">19257 15972 8912,'7'-26'0,"3"-5"0,7 8 0,6 8 0,0 9 0,2 8 0,-2 10 0,5 1 0,12 16 0,-1 1 0,7 10 0,-1 4 0,7 10 0,-2 3 0,-4 6 0,-4-2 0,-8 2 0,-9 0-188,-8 6 0,-9 13 188,-14 4 0,-19 6-217,7-46 1,-4 0 0,-8 1 0,-3 1 0,-2 4 0,-1-1 0</inkml:trace>
  <inkml:trace contextRef="#ctx0" brushRef="#br0" timeOffset="69">17949 17176 8912,'-12'0'0,"1"0"0,7 0 0,-11 0 0,13 0 0,-6 0 0,8 0 0,0-8 0,2 6 0,4-3 0,5 3 0,-1-4 0,1 0 0,-5-1 0,5 1 0,-7 4 0,12-13 0,-13 11 0,9-8 0,-8 7 0,1-7 0,-1 8 0,2-1 0,-4 3 0,5 0 0,-7-4 0,0 4 0,0-5 0,0 7 0,-1 5 0,-5 1 0,-4 7 0,-7-3 0</inkml:trace>
  <inkml:trace contextRef="#ctx0" brushRef="#br0" timeOffset="70">17983 16609 8912,'0'-27'0,"0"2"0,0 8 0,0-6 0,0 0 0,6 0 0,0 6 0,1 0 0,-3-1 0,2 1 0,-1 8 0,-5 1 0,0 8 0,0 2 0,0 4 0,0 9 0,0 8 0,0 13 0,0-1 0,0 3 0,0 4 0,0 2 0,0 7 0,0 1 0,0 0 0,0-1 0,0 1 0,0-1 0,0 1 0,0-6 0,0 0 0,0-14 0,0 2 0,0-11 0,0 0 0,0-4 0,2-9 0,4-4 0,6-12 0,11-6 0,3-3 0,9-2 0,1 0 0,4 0 0,2-3 0,4-1 0,-6 0 0,-3 6 0,-3 0 0,0 9 0,-1-5 0,-4 5 0,-4 0 0,-8 6 0,0 0 0,-2 2 0,-3 4 0,-5 3 0,-7 9 0,-7 6 0,-3 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1.85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1910 10213 8912,'-15'-17'0,"3"-1"0,5 3 0,-1 4 0,6 3 0,-5 8 0,8 0 0,5 0 0,-4 0 0,8 2 0,-5 4 0,5-4 0,7 5 0,2-7 0,4 0 0,-2-6 0,6-1 0,-2-3 0,7-1 0,3-6 0,7-3 0,11-2 0,5-7 0,3-4 0,15-3 0,7-2-27,-39 18 0,2 0 1,1-3-1,1 0 1,2 3-1,0 0 1,-3 0-1,-1 0 27,40-22-274,-11 5 1,3-3 273,-3 12 0,1-9 0,5 9 0,1-7 0,-6 10 0,3-1 0,-7 3 0,1-4 0,-10 2 0,-11 4 0,-1 2 0,-5 2 0,-2-2 0,2-4 0,-8 6 0,1-2 0,-9 5 202,-7 1-202,-4 5 558,-2-7-558,-7 13 0,-2-6 0,-8 8 0,0 0 0,-8 0 0,-2 2 0,-7 4 0,0-4 0,0 13 0,0-5 0,-1-1 0,1-1 0,-8 0 0,-1 1 0</inkml:trace>
  <inkml:trace contextRef="#ctx0" brushRef="#br0" timeOffset="1">3769 8820 8912,'-25'-32'0,"6"3"0,-4-5 0,9 13 0,3 7 0,7 7 0,-2 7 0,12 0 0,-2 0 0,7 0 0,1 0 0,7 0 0,2 0 0,2 0 0,8 0 0,-3 1 0,7 5 0,5 6 0,4 3 0,7 2 0,3 2 0,3 4 0,-3 12 0,7 8 0,-7 11 0,-3 3 0,-5 4 0,-19 10 0,-10 4 0,-9 5 0,-12-31 0,-6 1 0,-8 0 0,-8-1 0,-10 10 0,-6-1-1190,-8 3 1,-3 0 1189,-6 3 0,-3 0 0,-6 4 0,-1 0 0,22-21 0,1 2 0,1-2 0,-21 20 0,2 2 0,20-19 0,1 2 0,0-1 0,-20 18 0,0-1 0</inkml:trace>
  <inkml:trace contextRef="#ctx0" brushRef="#br0" timeOffset="2">25193 9817 8912,'16'-2'0,"-5"-3"0,3-5 0,-9-7 0,1 0 0,0 0 0,0-1 0,-1-1 0,-5-2 0,0-2 0,0 2 0,0 0 0,0 0 0,2-2 0,4 2 0,-4 10 0,7-3 0,-3 9 0,-4 7 0,13 7 0,-3 10 0,3 4 0,4 4 0,2 7 0,4 1 0,2-1 0,-6-7 0,6 3 0,-4-7 0,-4 0 0,4-7 0,-4-5 0,4 2 0,0-7 0,0 0 0,-6-6 0,-2-8 0,-1-5 0,-3-8 0,2-8 0,-3-3 0,1-3 0,-7 1 0,4 0 0,-8-1 0,0 1 0,0 7 0,0 4 0,0 10 0,0 1 0,0 8 0,0 4 0,0 12 0,0 18 0,2 1 0,4 15 0,5 2 0,-1 1 0,1 3 0,1-1 0,-3 1 0,5-2 0,-9-4 0,9-4 0,-12-8 0,5-2 0,1-3 0,-6 2 0,4-8 0,-6-6 0,-6-6 0,2-5 0,-8 5 0,1-7 0,-6 2 0,0-4 0,-1-2 0,1 0 0,0 0 0,0 0 0,1-2 0,3-4 0,2-5 0,7-4 0,-2-3 0,4-1 0,2-4 0,8-3 0,-1-3 0,5 0 0,11 1 0,-4-7 0</inkml:trace>
  <inkml:trace contextRef="#ctx0" brushRef="#br0" timeOffset="3">26054 9800 8912,'-17'-8'0,"1"5"0,5-9 0,3 8 0,8-3 0,8 1 0,3-2 0,5-1 0,7 3 0,0-5 0,7-1 0,-5 1 0,6 1 0,-3 2 0,-1-3 0,2 5 0,3 1 0,-13-1 0,4 0 0,-4 0 0,-1 6 0,-3 2 0,-4 4 0,-3 0 0,-8 9 0,0 6 0,0 4 0,-8 4 0,-3 5 0,3-7 0,-7 9 0,5-5 0,1-1 0,-6-7 0,3 0 0,5-4 0,1-2 0,2-2 0,0-1 0,-2-3 0,1-7 0,12 4 0,9-8 0,7-2 0,-2-4 0,0-3 0,2-9 0,3 1 0,3 0 0,-2 0 0,-2 0 0,-2-1 0,1-6 0,3-3 0</inkml:trace>
  <inkml:trace contextRef="#ctx0" brushRef="#br0" timeOffset="4">26639 9473 8912,'0'18'0,"0"1"0,0 4 0,0 5 0,2 5 0,4 1 0,-3 8 0,9 2 0,1 2 0,3 0 0,-5-8 0,1 2 0,-1-5 0,-1-7 0,3-9 0,-7-7 0,7-8 0,-3 3 0</inkml:trace>
  <inkml:trace contextRef="#ctx0" brushRef="#br0" timeOffset="5">26863 9491 8912,'-17'0'0,"-1"0"0,9 0 0,1 0 0,23 0 0,6 0 0,4 0 0,8 0 0,-6-2 0,-1-4 0,7 4 0,-4-4 0,-5 4 0,7 2 0,-8 0 0,-2 0 0,-2 0 0,-2 8 0,-1 5 0,-5 8 0,4 6 0,-13 2 0,4 0 0,-4-1 0,-2 7 0,0-1 0,0 0 0,0 1 0,-6-3 0,0-3 0,1-4 0,5-8 0,-8-8 0,-2-1 0</inkml:trace>
  <inkml:trace contextRef="#ctx0" brushRef="#br0" timeOffset="6">27086 9714 8912,'-17'0'0,"0"0"0,0 0 0,7 0 0,5 0 0,10 0 0,7-6 0,11-1 0,5-3 0,7 1 0,5-3 0,-4-3 0,6 5 0,-7-14 0,-1-3 0</inkml:trace>
  <inkml:trace contextRef="#ctx0" brushRef="#br0" timeOffset="7">27878 9336 8912,'-34'0'0,"1"-2"0,4-4 0,5 4 0,6-3 0,1-3 0,0 2 0,7 0 0,3 14 0,7 4 0,0 3 0,0 8 0,2 2 0,3-1 0,7 1 0,-4 6 0,7-12 0,-4 4 0,5-4 0,-1-2 0,-4 0 0,5-1 0,-5-5 0,-1-3 0,1-8 0,3 0 0,1-8 0,-4 2 0,-1-9 0,-2-4 0,-3-2 0,-3 4 0,2-2 0,2-4 0,-1 4 0,-5-4 0,0 4 0,0 1 0,0 1 0,0 0 0,-7 0 0,-3 0 0</inkml:trace>
  <inkml:trace contextRef="#ctx0" brushRef="#br0" timeOffset="8">28016 9009 8912,'-12'-17'0,"1"0"0,7 7 0,-11 3 0,13 7 0,-6 2 0,8 3 0,2 5 0,4 7 0,-2 8 0,5 2 0,1 1 0,-1 1 0,-5 0 0,6-1 0,-7-1 0,3-2 0,8 5 0,-11-11 0,7 4 0,-2-4 0,-1-1 0,-3-1 0,2 0 0,0-7 0,-5 3 0,5-7 0,-4-2 0,4-10 0,-4-4 0,3-3 0,3 0 0,2-1 0,-5-11 0,7 8 0,-6-4 0,5 4 0,1 7 0,5-5 0,0 6 0,0-1 0,0 2 0,-3 3 0,3-1 0,-6 2 0,7 10 0,-3 3 0,-9 9 0,-1 1 0,-5 4 0,-1-2 0,-5 7 0,-4 1 0,-7 3 0,0-3 0,0 3 0,-1-5 0,1 0 0,0-2 0,0-8 0,0-7 0,7-3 0,2-7 0</inkml:trace>
  <inkml:trace contextRef="#ctx0" brushRef="#br0" timeOffset="9">28515 9061 8912,'-17'0'0,"1"-2"0,5-4 0,-5 4 0,5-3 0,3-5 0,1 8 0,7-6 0,5 16 0,1 4 0,8-3 0,-3 3 0,4-1 0,3 6 0,-1 0 0,0 1 0,0-1 0,0 0 0,-5 6 0,-1 0 0,-1 0 0,1-6 0,3 0 0,-9 0 0,3 6 0,-2 0 0,-4 0 0,4-6 0,-5 0 0,-1 1 0,0-1 0,0 0 0,-5-6 0,-3-1 0,0 0 0,1-1 0,-7-5 0,12 4 0,-13-24 0,6-3 0</inkml:trace>
  <inkml:trace contextRef="#ctx0" brushRef="#br0" timeOffset="10">28738 9181 8912,'-7'-9'0,"5"1"0,-6 8 0,8 0 0,8 0 0,3 0 0,-1 0 0,1 0 0,3-6 0,9 0 0,-4-1 0,4 1 0,-4 2 0,-2-7 0,-5 1 0,-1-1 0,-1-4 0,1 3 0,-5-3 0,-4-2 0,-2-1 0,0 7 0,0-1 0,-2 9 0,-4-3 0,2 4 0,-7 2 0,-1 2 0,-5 4 0,6 3 0,1 10 0,2 2 0,5 2 0,-5 8 0,2-3 0,1-1 0,5 2 0,0-8 0,0 2 0,1 2 0,5-2 0,-2-6 0,7-6 0,1-5 0,5 4 0,0-3 0,1-3 0,5-10 0,-1-5 0,3-5 0,-2-1 0,-2-8 0,8-3 0,-8 1 0,2-2 0,-6 1 0,-5-7 0,3 3 0,-4 3 0,-3 4 0,-2 6 0,-4-4 0,-2 10 0,0-4 0,0 11 0,0 0 0,0 12 0,0 0 0,0 11 0,2-9 0,3 9 0,-1 2 0,8 4 0,-1-2 0,-1-2 0,5-4 0,-4-3 0,5 3 0,1-4 0,-6 3 0,1-3 0,-1-1 0,7-4 0,-7-5 0,1 5 0,-7-6 0,5-6 0,-3-5 0,-3-4 0,-2-2 0,-2-1 0,0-1 0,0-4 0,0-1 0,0-5 0,-2-2 0,-2 6 0,-3 1 0,-3-1 0,6 2 0,-3 6 0,7 7 0,0 2 0,7 16 0,5 4 0,1 9 0,1 3 0,-3 1 0,3 0 0,-1 4 0,-2-6 0,3 0 0,-8-6 0,5 0 0,-5 0 0,5-5 0,-5-1 0,7-7 0,-9 4 0,6-10 0,-3-6 0,-3-9 0,4-2 0,-2-10 0,-1 2 0,-5-1 0,6-5 0,0 5 0,1 1 0,-1-2 0,-4 8 0,4-2 0,-4 4 0,-2 2 0,0 0 0</inkml:trace>
  <inkml:trace contextRef="#ctx0" brushRef="#br0" timeOffset="11">29823 8889 8912,'-12'-12'0,"1"1"0,5 5 0,-6-5 0,1 7 0,-6-4 0,0 8 0,-1 10 0,1 7 0,6 8 0,-1 9 0,3 1 0,-5-1 0,5 0 0,1 1 0,2-7 0,6 1 0,0-2 0,0 1 0,0-3 0,2-15 0,4-4 0,4-4 0,7-4 0,0-6 0,0-9 0,0-6 0,1-6 0,-1-1 0,0 7 0,6-6 0,0 6 0,0-2 0,-6 2 0,-2 10 0,-3-4 0,3 5 0,-3 1 0,3 5 0,-4 4 0,1 2 0,-6 8 0,5 3 0,-5 5 0,5 1 0,-5 6 0,5 0 0,-7 0 0,4-6 0,-2 0 0,-1 0 0,9 0 0,-5-7 0,9-2 0</inkml:trace>
  <inkml:trace contextRef="#ctx0" brushRef="#br0" timeOffset="12">30132 8459 8912,'-17'-17'0,"8"7"0,1 3 0,8 16 0,0 8 0,0 8 0,0 10 0,2-1 0,4 0 0,-4 3 0,3 3 0,3-4 0,-2 4 0,5-3 0,-5-3 0,5-2 0,-3-3 0,0-6 0,-1-4 0,7 6 0,-12-14 0,13 5 0,-7-18 0,3-4 0,2-5 0,-7-12 0,6-2 0,-7-4 0,9-1 0,-5 7 0,3 4 0,-1 5 0,-7-1 0,11 7 0,-3-3 0,-5 3 0,7 16 0,-8 3 0,5 5 0,-5 1 0,5 2 0,-5 2 0,0 2 0,1-2 0,-5 5 0,12-6 0,-9 3 0,1-12 0,2-3 0,1-8 0</inkml:trace>
  <inkml:trace contextRef="#ctx0" brushRef="#br0" timeOffset="13">30528 8407 8912,'-2'-17'0,"-3"0"0,3 0 0,-4 0 0,4 7 0,2-5 0,8 13 0,1 2 0,8 11 0,1 12 0,-9-4 0,-3 4 0,-4 4 0,-2-8 0,0 6 0</inkml:trace>
  <inkml:trace contextRef="#ctx0" brushRef="#br0" timeOffset="14">30167 8717 8912,'-17'-6'0,"-1"0"0,3-7 0,4 2 0,3-5 0,10-1 0,4 0 0,11 5 0,12 1 0,3 0 0,4-5 0,4 3 0,6 1 0,2 7 0,0-5 0,-2 3 0,0-7 0,5 5 0</inkml:trace>
  <inkml:trace contextRef="#ctx0" brushRef="#br0" timeOffset="15">30821 8476 8912,'-8'-17'0,"6"0"0,-4 0 0,5 5 0,1 1 0,0 7 0,0-11 0,0 15 0,0 0 0,0 7 0,0 10 0,0 6 0,0 0 0,0 0 0,0 2 0,0-6 0,0 4 0,0-4 0,0-2 0,7 1 0,-3-7 0,7 0 0,-7-7 0,12 4 0,-5-10 0,4-4 0,1-9 0,-5-8 0,-1 0 0,-5 6 0,-3 0 0,4 0 0,-6-1 0,-6 1 0,-3 2 0,-8 3 0,-1 5 0,1 7 0,0 0 0,0 0 0,0 0 0,-1 2 0,1 3 0,2 5 0,3 7 0,5-5 0,7-1 0,0-7 0,7 9 0,5-7 0,5-2 0,4-2 0,2-2 0,8-8 0,-3-3 0,-1 1 0,2-1 0,-6-1 0,5-5 0,-7 6 0,2 1 0,-4 0 0,-1 1 0,-1 5 0,0-4 0,-2 10 0,-3 4 0,-5-2 0,-7 7 0,2-5 0,4 6 0,-4-7 0,4 7 0,-4-7 0,-2 7 0,0-8 0,0 11 0,0-13 0,0 6 0,0-16 0,0-3 0,0-7 0,0-5 0,5-1 0,1-5 0,8-4 0,-3 5 0,4-3 0,3 3 0,-1 5 0,0 4 0,6 1 0,0 1 0,7 8 0,-1 3 0,4 6 0,1 6 0,0 5 0,1 12 0,-1-2 0,1 8 0,-1 1 0,1 3 0,-9-7 0,-1 7 0,-10-4 0,-3 3 0,3 2 0,-5 1 0</inkml:trace>
  <inkml:trace contextRef="#ctx0" brushRef="#br0" timeOffset="16">26106 9817 8912,'-16'-2'0,"3"-1"0,1-5 0,-1-2 0,5-1 0,3-6 0,3 0 0,7 5 0,3 2 0,2 3 0,3 3 0,8 0 0,4 0 0,0-1 0,0 1 0,5-6 0,-1-1 0,3 1 0,3-1 0,-1-3 0,1-1 0,-1-2 0,-1 0 0,-5 0 0,3-1 0,-8 1 0,-2 0 0,-4 6 0,-5-1 0,3 8 0,-13-3 0,-2 10 0,-12 9 0,-3 7 0,-2 15 0,-2 1 0,-4-1 0,-4 8 0,-7 2 0</inkml:trace>
  <inkml:trace contextRef="#ctx0" brushRef="#br0" timeOffset="17">26192 10178 8912,'-10'0'0,"2"0"0,8 0 0,2 0 0,4 0 0,4-5 0,9-3 0,2-2 0,2-3 0,7-4 0,-1-6 0,3 4 0,5-12 0,1 8 0,2 2 0,0-2 0,-5 6 0,-7-4 0,1 10 0,-8 3 0,2 2 0,-4-3 0,-2-1 0</inkml:trace>
  <inkml:trace contextRef="#ctx0" brushRef="#br0" timeOffset="18">13199 894 8912,'0'-42'0,"0"-2"0,0 0 0,2 4 0,2 4 0,3 1 0,3 1 0,-4 9 0,5 8 0,-7 7 0,4 18 0,-8 3 0,0 5 0,0 1 0,0 0 0,2 8 0,3 4 0,-1 5 0,8 6 0,-7 12 0,7 13 0,1 7 0,-3 16 0,-4-37 0,-1 1 0,-2 10 0,-2 2 0,2 13 0,0 3 0,-2 13 0,0 5-992,-1-26 1,0 2 0,0 2 991,0 10 0,0 2 0,0 1 0,0 4 0,0 0 0,0 2 0,0-19 0,0 1 0,1 0 0,0 1 0,0 1 0,0 1 0,1-1 0,-1 0 0,0 18 0,0-1 0,1-1 0,1 1 0,1 0 0,1-1 0,-1-8 0,0-1 0,1-1-248,2-4 1,1-1-1,0-1 1,-1-5-1,-1-1 1,2-2 247,1-3 0,1-1 0,0-1 0,0 20 0,1-2-171,1-6 1,-1-1 0,-4-6 0,-1-1 170,0-4 0,0 0 0,-5 2 0,1-1 0,5-3 0,0 0 0,-4 3 0,-1-2 0,2-5 0,-2-1 0,-1-7 0,-2-1 0,1 40 0,0-6-52,0-5 0,0-15 52,0-2 0,0-23 0,0-11 2046,0-8-2046,0-12 0,0-3 904,0-12 1,0 0-905,0-11 0,0 2 394,0-14 0,0-5 0,0-8-394,0-2 69,0 6 0,0-10 0,-2 6-69,-3-2 0,-5 6 0,-22-12 0,-5 6 0</inkml:trace>
  <inkml:trace contextRef="#ctx0" brushRef="#br0" timeOffset="19">11685 4986 8912,'-35'-8'0,"1"-3"0,1-2 0,5 1 0,3-1 0,8 7 0,7 0 0,2 6 0,8 0 0,8 0 0,4 0 0,5 2 0,6 2 0,7 2 0,9-2 0,4-3 0,13-1 0,7 0 0,12 0 0,14 0 0,-34-3 0,1-1 0,8-2 0,2-2-442,6-1 0,2-3 1,14-3-1,3-2 442,-23 4 0,1 0 0,1-1-196,4-2 1,2-1 0,0 2-1,1 2 1,1 1 0,0-1-1,2-1 1,0-1 0,1 0 195,-1 1 0,1 0 0,-1 0 0,-1-1 0,-1-1 0,0 1-590,-3 1 1,-1 1 0,1 0 589,-1 2 0,0 0 0,-3 0 0,22-4 0,-4 0 0,0 4 0,-2 1 0,-7 1 0,-1 1 0,-8 1 0,-1 2 0,-5 1 0,-2 1-14,-6-1 1,-3 2 0,36 2-1,-17 0 14,-16 0 0,-13 0 1020,-15 0-1020,-12 0 0,-11 0 0,-14 0 774,-9 0 1,-10 6-775,-13-1 0,4-7 0,-6-7 0</inkml:trace>
  <inkml:trace contextRef="#ctx0" brushRef="#br0" timeOffset="20">10996 1805 8912,'-5'-28'0,"-1"1"0,0 2 0,0 4 0,1 2 0,-1 9 0,6 3 0,2 12 0,4 3 0,5 0 0,4-1 0,3 7 0,-1-3 0,0 5 0,0 1 0,0 0 0,1 0 0,-1 0 0,2 2 0,4 4 0,-2-2 0,6 6 0,-2-2 0,5 5 0,-1-1 0,3 2 0,3-3 0,1 5 0,4-5 0,-3 5 0,5 1 0,-2 1 0,0-1 0,-2 0 0,-2 9 0,-1-5 0,-1 8 0,1-8 0,-1 2 0,-5 4 0,0 0 0,1 0 0,8 3 0,3-6 0,-1 4 0,-6-4 0,0-1 0,1 2 0,-1 4 0,-1-4 0,-4-2 0,1-4 0,-7-2 0,6 1 0,-6-1 0,-2 1 0,0-1 0,2 0 0,-4 1 0,6-1 0,-8 0 0,0 1 0,0-3 0,0-3 0,1 3 0,-1-3 0,0 4 0,0-1 0,1-1 0,-1-3 0,0-7 0,0 10 0,0-8 0,1-2 0,-1 4 0,0-2 0,0-1 0,0 1 0,1 0 0,-1 2 0,-2-4 0,-3 2 0,3 0 0,-4-6 0,5 6 0,1 2 0,-2 0 0,-3 0 0,3-2 0,-5 0 0,7-1 0,0 1 0,0-5 0,0-1 0,-1 0 0,-3 0 0,-2 0 0,3 1 0,1-1 0,2 0 0,-7-8 0,5 7 0,-3-5 0,-3-1 0,3 1 0,-1 1 0,6 5 0,1 0 0,-7-5 0,-1-1 0,-3 2 0,7-3 0,-3 1 0,-3 1 0,7-1 0,-3 1 0,3-1 0,2 6 0,-2-5 0,-3-1 0,3-7 0,-7 6 0,3-5 0,5-3 0,-7 6 0,1 0 0,5-6 0,-5 11 0,7-7 0,0 7 0,-6-9 0,1 5 0,1-1 0,-3 0 0,1-3 0,-5-3 0,4 6 0,-1-2 0,1-1 0,-6 9 0,11-12 0,-4 3 0,-1 3 0,1-2 0,-5 0 0,4-5 0,-3 5 0,-1-4 0,-6 6 0,0-8 0,0 0 0,8 0 0,-6 0 0,5 0 0,-7 0 0,0 0 0,-2-6 0,-3 0 0,3-7 0,-14 11 0,-1-21 0,-10 4 0</inkml:trace>
  <inkml:trace contextRef="#ctx0" brushRef="#br0" timeOffset="21">13578 4642 8912,'-10'8'0,"-5"-6"0,3 3 0,3-3 0,-3-2 0,7 0 0,-7 0 0,8 0 0,-3 0 0,7 0 0,0-2 0,2-1 0,1-5 0,3-2 0,7-1 0,-3-6 0,0 0 0,5-6 0,-4 0 0,5-8 0,1 10 0,0-8 0,0-1 0,2-8 0,4-2 0,-4-8 0,14-2 0,-4-7 0,3-16 0,4-1-242,5-8 0,-22 35 0,0 0 242,4-2 0,0 1 0,-4 1 0,0 0 0,5-4 0,2 1 0,-3 1 0,0 0 0,1-1 0,1-1 0,1 0 0,0-1 0,0 0 0,0 1 0,0-1 0,1 1-50,1-1 1,1 0-1,1-1 1,2-1-1,2 2 1,0-1-1,2 2 1,-1-1 49,2-1 0,1-1 0,1-1 0,0-1 0,5-4 0,0-2-180,1-1 1,2 0 0,1 4 0,1 2 0,4-3 0,0 1 179,-2 2 0,1 1 0,-2 2 0,-1 0 0,-5 2 0,-2 0 0,-3 2 0,-1 1 0,-3 3 0,-1 0 0,-5 6 0,-1 0 0,20-33-31,-6 12 0,-15 10 31,-4 11 0,-12 11 304,-5 6 1,-4 10-305,-2 1 0,0 7 373,0-7-373,0 8 1198,0-3-1198,0 7 39,0 0 1,-6 1-40,0 5 0,-7-2 0,1 8 0,-11-1 0,-3 0 0,-9 1 0,-7-8 0,-2 3 0</inkml:trace>
  <inkml:trace contextRef="#ctx0" brushRef="#br0" timeOffset="22">14713 4969 8912,'-17'-2'0,"0"-4"0,6 2 0,-1-5 0,1-1 0,1 1 0,2 3 0,8-5 0,8 5 0,3-6 0,5 8 0,1-1 0,8-3 0,4 2 0,-3 1 0,3 5 0,2 0 0,-1 0 0,1 0 0,-3 0 0,-7 7 0,2 5 0,-3 3 0,-3 2 0,-2 0 0,-3 1 0,1 5 0,-7 1 0,-3 3 0,-3 0 0,-5 3 0,-7-1 0,-5-2 0,-6 1 0,4 3 0,-4-8 0,4-2 0,2-2 0,-4-2 0,2-1 0,3-3 0,1-2 0,0-7 0,5-6 0,4-15 0,6-2 0,6-10 0,4-5 0,7-6 0,8-8 0,2 4 0</inkml:trace>
  <inkml:trace contextRef="#ctx0" brushRef="#br0" timeOffset="23">15195 4814 8912,'12'-25'0,"-3"-1"0,-1-1 0,3 2 0,-5 8 0,0 0 0,-8 7 0,-4 4 0,-3 8 0,-9 10 0,-6 14 0,-3 18 0,-8 8 0,1 5 0,0 2 0,-1 3 0,8-7 0,6 2 0,8-3 0,7-3 0,4-7 0,18-7 0,7-9 0,17-14 0,11-3 0,3-17 0,9-11 0,2-10 0,2-13 0,-6-11 0,-2-10 0</inkml:trace>
  <inkml:trace contextRef="#ctx0" brushRef="#br0" timeOffset="24">11530 808 8912,'-10'15'0,"5"8"0,3 12 0,4 11 0,1 13 0,3 11 0,7 9 0,-1 7 0,3-2 0,2-4 0,1-5 0,-3-12 0,-2-6 0,-3-7 0,-2-10 0,3-8 0,-5-15 0,-1 1 0,-5-9 0,0-24 0,0-14 0</inkml:trace>
  <inkml:trace contextRef="#ctx0" brushRef="#br0" timeOffset="25">11736 1083 8912,'0'-11'0,"-2"1"0,-1 1 0,-3-1 0,0-1 0,6-7 0,0 1 0,2 0 0,6 0 0,7 2 0,8 1 0,4 3 0,1 7 0,7-9 0,-1 7 0,1 2 0,-1 2 0,-5 10 0,-1 3 0,-7 6 0,2 6 0,-11 4 0,-6 9 0,-6 3 0,-6 1 0,-6 5 0,-11-4 0,4-1 0,-4-6 0,-1 0 0,1-1 0,2-4 0,1-5 0,3-8 0,0-5 0,7-3 0,-5-23 0,6-5 0</inkml:trace>
  <inkml:trace contextRef="#ctx0" brushRef="#br0" timeOffset="26">12184 791 8912,'-19'15'0,"-2"-1"0,-2-5 0,2-1 0,1 5 0,-2-3 0,-1 7 0,2 0 0,7 4 0,3 8 0,-1-1 0,3 14 0,3-7 0,4-1 0,2 1 0,8 3 0,3-4 0,6-5 0,6-2 0,-2-14 0,8 4 0,0-11 0,5 0 0,1-5 0,-1-2 0,0-5 0,1-11 0,-3-4 0,-3-8 0,3 0 0,-5-5 0</inkml:trace>
  <inkml:trace contextRef="#ctx0" brushRef="#br0" timeOffset="27">12407 413 8912,'0'-19'0,"0"-4"0,-7 4 0,5 5 0,-4 22 0,4 19 0,2 15 0,0 15 0,0 12 0,0 11 0,0 12 0,0-42 0,0 1-127,0 4 0,0 3 1,1 8-1,0 3 1,1 9-1,2 1 127,1 2 0,1 0 0,5 6 0,1 0 0,2 4 0,-1 0 0</inkml:trace>
  <inkml:trace contextRef="#ctx0" brushRef="#br0" timeOffset="28">15591 1874 8912,'-2'-17'0,"-2"0"0,-1-1 0,1 1 0,0 0 0,0 0 0,-2 0 0,1 5 0,3 3 0,-4 1 0,2 2 0,-7 6 0,5 8 0,-4 5 0,1 6 0,-1 4 0,5 6 0,-5-4 0,0 2 0,1 3 0,5 1 0,-2-3 0,4-3 0,2 0 0,0-6 0,0 6 0,0-8 0,2 0 0,4 1 0,6-9 0,9-3 0,1-4 0,1-2 0,-3 0 0,1 0 0,2 0 0,5 0 0,-5 0 0,-2 0 0,-2 0 0,-1 7 0,-3-3 0,-4 8 0,-3-5 0,-8 11 0,-8-5 0,-3 10 0,-12 4 0,2-8 0,-6 4 0,2-4 0,2 6 0,6-14 0,0 0 0,0-7 0,-1-4 0,1-15 0,0-4 0</inkml:trace>
  <inkml:trace contextRef="#ctx0" brushRef="#br0" timeOffset="29">15866 1633 8912,'-2'-17'0,"-3"0"0,3 7 0,-6 3 0,8 9 0,0 3 0,0 7 0,0 11 0,2 4 0,4 5 0,5-3 0,-3 11 0,7-12 0,-3 13 0,3-5 0,4-2 0,4 1 0,-4-3 0,4-3 0,4 3 0,0-5 0</inkml:trace>
  <inkml:trace contextRef="#ctx0" brushRef="#br0" timeOffset="30">16159 1805 8912,'-2'-17'0,"-4"0"0,4 0 0,-7 7 0,3 4 0,4 12 0,-4 6 0,5 3 0,1 2 0,0 6 0,1 0 0,5-2 0,4-2 0,7-2 0,0 0 0,0 1 0,1-9 0,-1 5 0,0-9 0,0-1 0,0-2 0,1-2 0,-1 0 0,-8-8 0,-1-1 0,-8-8 0,-2 7 0,-4 2 0,-5 1 0,-4 5 0,-3-13 0,1 5 0</inkml:trace>
  <inkml:trace contextRef="#ctx0" brushRef="#br0" timeOffset="31">16503 1530 8912,'-17'0'0,"0"0"0,7 8 0,-3 1 0,5 10 0,0 6 0,1 10 0,1 1 0,6 8 0,0-2 0,8 6 0,3-2 0,4 1 0,3-1 0,-1-4 0,0-7 0,0-1 0,1-2 0,-1-3 0,-6-4 0,1-8 0,-8-7 0,3 5 0,-7-5 0</inkml:trace>
  <inkml:trace contextRef="#ctx0" brushRef="#br0" timeOffset="32">16486 1599 8912,'2'-17'0,"2"0"0,3-1 0,3 1 0,1 8 0,8-7 0,4 7 0,6-1 0,4-3 0,1 7 0,2 0 0,1 6 0,-3 0 0,2 2 0,-13 4 0,-2 6 0,-9 10 0,1-1 0,-9 8 0,-6 4 0,-7 3 0,-7 4 0,-1 0 0,-2 0 0,0 0 0,2-1 0,-4-9 0,9-1 0,-3-8 0,5-4 0,3-9 0</inkml:trace>
  <inkml:trace contextRef="#ctx0" brushRef="#br0" timeOffset="33">16933 1547 8912,'12'0'0,"-1"0"0,1 0 0,-1 6 0,-1 2 0,-1-1 0,1 1 0,-6 5 0,11-11 0,-4 6 0,5 0 0,3-6 0,2 3 0,4-5 0,2-5 0,1 3 0,7-14 0,-1 5 0,-5-4 0,-4-5 0,-6-2 0,2 2 0,-17-4 0,5 6 0,-1 1 0,-10-4 0,-10 2 0,-5 4 0,-6 0 0,-3 7 0,-9 0 0,3 8 0,3 0 0,-2 2 0,8 4 0,-5 0 0,5 11 0,0-4 0,7 18 0,5-8 0,-2 7 0,7-1 0,0 3 0,6 3 0,0-1 0,0 1 0,8-9 0,5-3 0,8-4 0,8-1 0,3-9 0,3-3 0,5-6 0,0-6 0,8-3 0,4-16 0,9-2 0</inkml:trace>
  <inkml:trace contextRef="#ctx0" brushRef="#br0" timeOffset="34">17708 1186 8912,'-12'-9'0,"3"1"0,1 0 0,2 5 0,6-9 0,2 6 0,4-3 0,5 1 0,5 4 0,1-5 0,0 7 0,0-4 0,1 4 0,-1 2 0,0 0 0,-7 0 0,-3 0 0</inkml:trace>
  <inkml:trace contextRef="#ctx0" brushRef="#br0" timeOffset="35">17759 1461 8912,'6'18'0,"0"-1"0,0-8 0,-5-1 0,5-10 0,6-4 0,3 1 0,2-13 0,0 5 0,3-10 0,2 4 0,5 0 0,6-2 0,-3-2 0,-1 2 0,0 2 0,-3-4 0,-3 0 0,4 0 0,-8-2 0,6-1 0</inkml:trace>
  <inkml:trace contextRef="#ctx0" brushRef="#br0" timeOffset="36">18224 739 8912,'0'17'0,"0"1"0,0-1 0,0 2 0,0 4 0,0 6 0,0 11 0,0 11 0,0 12 0,2 4 0,2 4 0,3 1 0,3 3 0,-4-1 0,5-5-338,-7-15 1,11 3 0,-5-13-1</inkml:trace>
  <inkml:trace contextRef="#ctx0" brushRef="#br0" timeOffset="37">29100 5794 8912,'0'-11'0,"0"-1"0,0-1 0,0-2 0,0-3 0,0 7 0,0-1 0,0-1 0,0-2 0,-2 5 0,-4 4 0,-5 6 0,-12 8 0,-6 9 0,-3 10 0,-3 13 0,-5 4 0,0 10 0,2 1 0,1 2 0,3-1 0,7-3 0,4-1 0,12-8 0,3-2 0,8-8 0,0-7 0,13-4 0,5-12 0,1-5 0,8-4 0,1-2 0,5 0 0,3 0 0,2-2 0,2-4 0,1 4 0,-7-3 0,0 3 0,-1 2 0,-4 0 0,-5 2 0,-6 3 0,-9-1 0,-3 8 0,-4-1 0,-2 6 0,-10 0 0,-7 1 0,-10 1 0,-5 4 0,-4-2 0,-3 5 0,-1-1 0,-6-2 0,6-6 0,0-1 0,6-5 0,-1-3 0,1-8 0,7-16 0,2-3 0</inkml:trace>
  <inkml:trace contextRef="#ctx0" brushRef="#br0" timeOffset="38">29289 5743 8912,'-17'0'0,"0"0"0,0 0 0,7 0 0,2 1 0,8 5 0,0 6 0,0 11 0,0 3 0,0 1 0,0 13 0,8-11 0,3 11 0,5 2 0,1-2 0,0-2 0,6-1 0,0-3 0,0-9 0,-6-8 0,0-9 0,8 1 0,2 1 0</inkml:trace>
  <inkml:trace contextRef="#ctx0" brushRef="#br0" timeOffset="39">29599 5932 8912,'-17'7'0,"0"3"0,-1 7 0,3 8 0,2 2 0,3 1 0,2 1 0,3-6 0,5 5 0,0-6 0,0 0 0,7-2 0,5-5 0,11-4 0,-4-3 0,4-10 0,-2-4 0,2-5 0,-4-6 0,4-6 0,-4 4 0,-2-4 0,-7 4 0,-5 1 0,-3 1 0,-2 0 0,-2 0 0,-3 0 0,1 7 0,-8 4 0,-1 4 0,-2 2 0,-2-5 0,-1-1 0,7 0 0,-1 6 0,9 0 0,-5-2 0,8-3 0,0-5 0,0-7 0</inkml:trace>
  <inkml:trace contextRef="#ctx0" brushRef="#br0" timeOffset="40">29995 5794 8912,'-8'-9'0,"4"-5"0,-7 8 0,7-7 0,-6 11 0,5-4 0,1 14 0,-8 9 0,7 16 0,-7 13 0,8 11 0,-3 4 0,1 2 0,0 0 0,0 0 0,6 6 0,2-8 0,4-4 0,4-3 0,7-3 0,0-7 0,0-4 0,-5-5 0,-1-6 0,-7 3 0,-4-13 0,-9 6 0</inkml:trace>
  <inkml:trace contextRef="#ctx0" brushRef="#br0" timeOffset="41">29840 5983 8912,'-10'0'0,"3"0"0,9 0 0,3 0 0,7 0 0,11 0 0,-2 0 0,7 0 0,1 6 0,6 0 0,-9 1 0,-3-1 0,-4 2 0,-1 3 0,-3 6 0,-4 1 0,-3 1 0,-10 7 0,-4 1 0,-5 0 0,-10 0 0,-2 1 0,-6-3 0,6-8 0,0-1 0,6-5 0,0-3 0,0-8 0</inkml:trace>
  <inkml:trace contextRef="#ctx0" brushRef="#br0" timeOffset="42">30218 6035 8912,'0'9'0,"0"7"0,0-7 0,0 8 0,0-5 0,0-1 0,2-7 0,4 2 0,4-4 0,7-2 0,0 0 0,0 0 0,6-8 0,0-3 0,0-5 0,-6-1 0,1 0 0,-1 0 0,-2-2 0,-4-4 0,-3 4 0,-8-4 0,0 9 0,0 3 0,-2 1 0,-4-1 0,-3 3 0,-8 8 0,-2 0 0,-4 0 0,4 8 0,-4 5 0,3 6 0,3 4 0,0 8 0,0-2 0,5-3 0,1 3 0,7-2 0,-2 1 0,4-3 0,2-8 0,8 1 0,4-1 0,9-8 0,2-3 0,7-4 0,-1-2 0,5-2 0,6-4 0,-1-3 0,7-8 0,-6-8 0,6-4 0,-1-11 0,7-4 0</inkml:trace>
  <inkml:trace contextRef="#ctx0" brushRef="#br0" timeOffset="43">30907 5777 8912,'-16'-8'0,"5"-3"0,-2 1 0,7-1 0,0 5 0,6-5 0,0-1 0,10-5 0,7 0 0,0 7 0,6 4 0,4-1 0,2 1 0,1 2 0,-1 2 0,1 2 0,-7 0 0,-2 8 0,-9 3 0,3 5 0,-5 1 0</inkml:trace>
  <inkml:trace contextRef="#ctx0" brushRef="#br0" timeOffset="44">30941 6121 8912,'-9'0'0,"1"0"0,8 0 0,0 0 0,8-2 0,3-4 0,12 2 0,6-7 0,3-1 0,3-5 0,1-6 0,4 0 0,4-7 0,8 3 0,-1-7 0</inkml:trace>
  <inkml:trace contextRef="#ctx0" brushRef="#br0" timeOffset="45">31647 5536 8912,'0'-9'0,"-8"-7"0,4 22 0,-7 0 0,-1 22 0,-5 13 0,-2 14 0,-4 8 0,4 12 0,-4 5 0,4 6-402,2 5 0,7 3 402,7-45 0,0-1-190,1 38 1,18-17 0,3-10 0</inkml:trace>
  <inkml:trace contextRef="#ctx0" brushRef="#br0" timeOffset="46">21717 6172 8912,'0'-17'0,"0"0"0,0 0 0,0 0 0,0-1 0,0 1 0,-2 2 0,-3 3 0,-5 5 0,-7 7 0,-6 9 0,0 7 0,0 7 0,-2 3 0,6-3 0,-4 6 0,4-2 0,2 3 0,2-3 0,3-2 0,-3 5 0,3-1 0,3-4 0,-3-2 0,8 2 0,-1-2 0,3-2 0,2-2 0,7-2 0,5 0 0,5-6 0,6 1 0,4-8 0,7 3 0,1-7 0,-1 0 0,2 0 0,5 0 0,-3 0 0,6 2 0,-2 2 0,-4 2 0,-7 0 0,-3-6 0,-7 0 0,2 7 0,-11 5 0,-5 3 0,-7 2 0,-9 2 0,-8 4 0,-4-2 0,-12 8 0,-5 0 0,-4-3 0,4 7 0,-10-14 0,8 4 0,1-4 0,3-10 0,7 5 0,3-8 0,1-3 0,2-8 0,8-13 0,1-12 0,3-8 0,-1-6 0,3-16 0,1-1 0</inkml:trace>
  <inkml:trace contextRef="#ctx0" brushRef="#br0" timeOffset="47">21786 5914 8912,'-2'-21'0,"-3"4"0,3 4 0,-6 3 0,8 5 0,0 10 0,2 13 0,4 10 0,3 7 0,8 5 0,1 4 0,-1 5 0,2-1 0,4-2 0,-4 0 0,8 5 0,-6-1 0,2-4 0,0 2 0,-6-8 0,6 6 0,0-6 0,-6-8 0,-6-9 0,-7-11 0,12-5 0,-7-7 0</inkml:trace>
  <inkml:trace contextRef="#ctx0" brushRef="#br0" timeOffset="48">22216 6224 8912,'-11'2'0,"-1"4"0,1 3 0,-6 8 0,5 2 0,1 4 0,7-2 0,-2 8 0,4-2 0,2 1 0,0 3 0,0-8 0,8 0 0,3-8 0,12-3 0,4-7 0,2-3 0,0-2 0,-3-2 0,3-3 0,-4-5 0,-2-13 0,-2 0 0,-6 2 0,2 2 0,-15 2 0,4 0 0,-4-1 0,-10-6 0,-7 10 0,-8-3 0,2 2 0,-4 5 0,2 1 0,2 1 0,2 4 0,2 2 0,0 2 0,-1 0 0,9 0 0,1 0 0,16-7 0,1-3 0</inkml:trace>
  <inkml:trace contextRef="#ctx0" brushRef="#br0" timeOffset="49">22612 6121 8912,'0'-25'0,"0"12"0,0-5 0,0 13 0,0-1 0,0 12 0,0 7 0,0 16 0,0 7 0,0 16 0,6-1 0,0 3 0,-1 1 0,3 2 0,-4 3 0,7-3 0,1-4 0,3 12 0,-1-7 0,-3-3 0,0-2 0,7-1 0,-9-10 0,-3-8 0,-4-9 0,-2-6 0,0-9 0,0-10 0,0-10 0</inkml:trace>
  <inkml:trace contextRef="#ctx0" brushRef="#br0" timeOffset="50">22578 6172 8912,'0'-26'0,"7"-5"0,5 8 0,3-6 0,4 7 0,4 2 0,6 7 0,-2 0 0,1 7 0,-7 2 0,2 10 0,0 5 0,-5 12 0,1-2 0,-14 8 0,1 0 0,-6 5 0,-2 6 0,-4 2 0,-5 0 0,-4 0 0,-4-2 0,-4-5 0,4 5 0,-4 0 0,3-8 0,-2-7 0,0-8 0,7 1 0,-10-1 0,6 0 0</inkml:trace>
  <inkml:trace contextRef="#ctx0" brushRef="#br0" timeOffset="51">22905 6224 8912,'-17'8'0,"-1"-7"0,9 9 0,3-4 0,4-4 0,4 11 0,4-7 0,3-1 0,9-5 0,1 0 0,2-1 0,4-5 0,1-6 0,1-3 0,2-2 0,1 0 0,-7 0 0,-2-1 0,-9 1 0,3 0 0,-13 0 0,4 0 0,-6 1 0,-6 5 0,-5 3 0,-12 8 0,-4 2 0,0 4 0,-4 5 0,9 12 0,-7 4 0,6 7 0,0 6 0,6 1 0,1 6 0,5-1 0,3-2 0,8 0 0,0-2 0,0-4 0,8-3 0,3-7 0,7-9 0,5-7 0,-2-8 0,7 1 0,1-10 0,5-7 0,-5-7 0,0-10 0,-1-7 0,7-15 0</inkml:trace>
  <inkml:trace contextRef="#ctx0" brushRef="#br0" timeOffset="52">23404 5914 8912,'-17'0'0,"-1"0"0,1 0 0,8 0 0,3 0 0,12 0 0,5 0 0,12 0 0,-2-5 0,8-3 0,1 0 0,3 1 0,1-5 0,1 7 0,-9-3 0,-3 2 0,-3 4 0,-3-13 0,0 5 0</inkml:trace>
  <inkml:trace contextRef="#ctx0" brushRef="#br0" timeOffset="53">23473 6275 8912,'-12'12'0,"1"-1"0,-3 3 0,7-7 0,-1 1 0,16-8 0,3 0 0,12-8 0,6-5 0,3-6 0,3-4 0,-1-8 0,1 10 0,-1-7 0,0 7 0,1-2 0,-7 4 0,1 2 0,-8-1 0,2 1 0,-11 0 0,-7 0 0,-3 0 0,-2-8 0,0-2 0</inkml:trace>
  <inkml:trace contextRef="#ctx0" brushRef="#br0" timeOffset="54">24041 5364 8912,'-2'-11'0,"-4"-1"0,4 7 0,-4-7 0,4 12 0,2 6 0,0 15 0,0 25 0,0 7 0,0 16 0,0 15 0,2 12-273,1-40 1,0 2 0,1 5 0,2 0 272,2 3 0,1 0 0,-1 0 0,1 0 0,0 3 0,-1-1 0,0-8 0,-1-1 0,-1 2 0,0-2 0,2-7 0,-1-3 0,-8 1 0,-2-2 0,3 38 0,-2-8 0,1-5 0</inkml:trace>
  <inkml:trace contextRef="#ctx0" brushRef="#br0" timeOffset="55">27431 11955 8912,'-1'-10'0,"-1"1"0,-2-1 0,0 1 0,0-1 0,0 1 0,4-1 0,0 1 0,0-1 0,0 4 0,0 0 0,0 3 0,0-1 0,0 4 0,4 4 0,-1 4 0,-1 2 0,-1 5 0,-1 3 0,0 0 0,0 9 0,0 2 0,0 8 0,-1 7-249,-2 3 0,1 2 249,-5 2 0,5 1 0,0-25 0,1 1 0,0 24 0,1-5 0,0-6 0,0-11 0,4-11 0,2-6 0,6-7 0,1-2 0,-2-3 0,4-6 0,1-1 0,6-6 0,3-1 0,0-2 0,1-2 0,-2 0 0,1 1 0,2-1 498,-5 4-498,0 1 0,-7 2 0,-2 2 0,-2 1 0,-6 3 0,-1 4 0,-4 0 0,-3 1 0,0 2 0,0-1 0,3 5 0,0-4 0,0 3 0,0-4 0,0 3 0</inkml:trace>
  <inkml:trace contextRef="#ctx0" brushRef="#br0" timeOffset="56">28108 11841 8912,'-9'-13'0,"-1"0"0,1 1 0,-1 0 0,1 2 0,-1 5 0,1 0 0,-1 2 0,1 1 0,-1 2 0,1 3 0,-5 6 0,-2 7 0,1 5 0,-1 4 0,0 1 0,1 4 0,2 5 0,3 1 0,2 3 0,1 2 0,3 5 0,4-2 0,0 6 0,1 1 0,2-2 0,4-1 0,5-5-393,4-5 393,2-8 0,1-11 0,0-6 0,0-7 0,1-3 0,-1-2 0,0-1 0,0 0 0,4-4 0,-3-5 0,4 2 0,-5-1 0</inkml:trace>
  <inkml:trace contextRef="#ctx0" brushRef="#br0" timeOffset="57">28366 12003 8912,'0'-7'0,"-1"2"0,-2 1 0,1 1 0,-5 3 0,0 0 0,1 1 0,0 1 0,-1 1 0,2 4 0,-3 0 0,2 5 0,-2 3 0,1 4 0,0 0 0,4 5 0,-2 2 0,1 4 0,2 1 0,1 4 0,1-3 0,4 0 0,2-4 0,3-7 0,4-1 0,3-10 0,2-1 0,1-6 0,0-1 0,-1-5 0,-2-7 0,2-3 0,-3-6 0,3-2 0,-2-1 0,2-2 0,-7-4 0,1 3 0,-5 1 0,-4 1 0,-2 3 0,-1-2 0,-5 5 0,-5 2 0,-5 0 0,-3 1 0,-4 2 0,0-1 0,-5 7 0,3 3 0,0 2 0,0 1 0,5 0 0,4 0 0,3 0 0,4 4 0,3 2 0,1 3 0,2 0 0,5 1 0,-1-2 0,4-1 0,1 1 0,2-3 0</inkml:trace>
  <inkml:trace contextRef="#ctx0" brushRef="#br0" timeOffset="58">28271 12222 8912,'1'6'0,"2"-1"0,3 0 0,4-2 0,2-3 0,4 0 0,2 0 0,2-1 0,2-1 0,0-2 0,0-2 0,-3 2 0,0-1 0,-4 1 0,-1-2 0,0-1 0,-4-2 0,4 0 0</inkml:trace>
  <inkml:trace contextRef="#ctx0" brushRef="#br0" timeOffset="59">28623 11736 8912,'1'8'0,"1"0"0,2-2 0,-2 2 0,-1 0 0,-1 5 0,0 0 0,0 2 0,1 1 0,1 3 0,2 1 0,1 1 0,-1 2 0,2-1 0,-3-3 0,0 0 0,2 0 0,-4-4 0,-1 3 0,-6-3 0</inkml:trace>
  <inkml:trace contextRef="#ctx0" brushRef="#br0" timeOffset="60">28928 12165 8912,'-6'0'0,"0"0"0,4 0 0,-3-1 0,5-3 0,0 4 0,0 0 0,0 6 0,0 2 0,0 3 0,-1 1 0,-1 4 0,-1 2 0,-1 2 0,1 3 0,0-2 0,-2 4 0,0 1 0,0-2 0,1 2 0,-2-3 0,4-5 0,-7 0 0,4-4 0</inkml:trace>
  <inkml:trace contextRef="#ctx0" brushRef="#br0" timeOffset="61">29272 11955 8912,'0'-6'0,"0"-1"0,-1 1 0,-1 0 0,-3 0 0,1 1 0,0 0 0,-3 4 0,4 1 0,0 6 0,-1 6 0,3 4 0,-2 5 0,2 1 0,1 3 0,0-1 0,0 0 0,1-2 0,1 3 0,2-3 0,1-4 0,2 1 0,2-3 0,1-3 0,-1 0 0,1-2 0,-1-6 0,1-2 0,-1-2 0,1-1 0,-1-8 0,1-3 0</inkml:trace>
  <inkml:trace contextRef="#ctx0" brushRef="#br0" timeOffset="62">29415 11955 8912,'-10'0'0,"4"0"0,-1 0 0,4 0 0,-3 0 0,4 0 0,6 0 0,2-4 0,9-2 0,-2-3 0,1-1 0,2 1 0,1 3 0,-4-1 0,2 0 0,-3 3 0,1 0 0,-3 3 0,0 1 0,-1 0 0,0 8 0,-2 2 0,-1 4 0,-3 6 0,2 0 0,-3 4 0,1-1 0,0 1 0,-3 1 0,0-2 0,0-1 0,-1 0 0,-2-1 0,1-1 0,-4-5 0,4-1 0,-7-5 0,3-3 0,-7-2 0,-2-4 0</inkml:trace>
  <inkml:trace contextRef="#ctx0" brushRef="#br0" timeOffset="63">29481 12098 8912,'0'5'0,"0"-1"0,0-4 0,9-5 0,4-4 0,8-4 0,4-4 0,2 1 0,-2-1 0,3-1 0,-3-1 0,-3 1 0,-3 2 0,1-2 0,-6 3 0</inkml:trace>
  <inkml:trace contextRef="#ctx0" brushRef="#br0" timeOffset="64">29624 11679 8912,'4'6'0,"-1"0"0,4-3 0,0 0 0,1-2 0,2-1 0,0 0 0,2 2 0,2 3 0,0 5 0,2 6 0,2 4 0,-1 7 0,-1 4 0,-4 8 0,1-1 0,-7 7 0,1-3 0,-3 1 0,-2-5 0,-6 0 0,-2-7 0,-2 0 0,-2-1 0,1-6 0,-1-2 0,0-3 0,1-3 0,3-2 0,-1-5 0,5-3 0,-2-3 0,4-6 0,4-3 0,1-12 0,5-2 0</inkml:trace>
  <inkml:trace contextRef="#ctx0" brushRef="#br0" timeOffset="65">30206 11926 8912,'-9'0'0,"-1"0"0,0 0 0,5 0 0,2-1 0,6-2 0,4-3 0,2-2 0,4 2 0,2-2 0,4 1 0,0 0 0,0 1 0,-1-2 0,-2 5 0,-2 0 0,-5 7 0,1 1 0</inkml:trace>
  <inkml:trace contextRef="#ctx0" brushRef="#br0" timeOffset="66">30197 12136 8912,'-10'10'0,"0"-1"0,2-3 0,2 1 0,1-5 0,5 2 0,5-4 0,2-1 0,5-2 0,4-3 0,6-3 0,0-5 0,5-1 0,-1 1 0,3 0 0,-7 4 0,4-3 0,-5 2 0,2-3 0</inkml:trace>
  <inkml:trace contextRef="#ctx0" brushRef="#br0" timeOffset="67">30578 11707 8912,'-10'-6'0,"2"0"0,1-1 0,0 1 0,1 0 0,-1-1 0,1 2 0,4 0 0,-1 1 0,2 3 0,2-3 0,1 5 0,1 2 0,1 3 0,0 3 0,-2 1 0,4-1 0,-4 6 0,2 4 0,1 5 0,1 4 0,-2 5 0,4 1 0,-5 4 0,4 1 0,0 2 0,0-2 0,0 3 0,0-3 0,-5-10 0,5 2 0,-2-9 0,0 0 0,-3-2 0,3-5 0,-2-4 0,4-3 0,-3-4 0,0-10 0,-4-3 0,0-9 0,0-6 0,0-5 0</inkml:trace>
  <inkml:trace contextRef="#ctx0" brushRef="#br0" timeOffset="68">30759 11564 8912,'-4'-5'0,"3"1"0,-3 4 0,4 0 0,0 5 0,1 5 0,3 7 0,5 7 0,2 6 0,5 8 0,1 0 0,1 4 0,0 5-310,-2 4 0,2-1 310,-2-2 0,-3-6 0,-1-4 0,-5-5 0,1-7 0,-5-5 0,-1-4 0,-1-5 0,-1-1 0,0-6 0,-1 0 0,-2-5 0,1 0 0,-4 0 0,2-1 0,-2-3 0,-5-5 0,-3-6 0</inkml:trace>
  <inkml:trace contextRef="#ctx0" brushRef="#br1" timeOffset="69">31007 11707 8912,'-10'0'0,"4"0"0,0 0 0,4 1 0,-2 3 0,3-2 0,1 4 0,0 1 0,4 2 0,0 1 0,1 3 0,-2-2 0,4 1 0,-5 0 0,2 0 0,-1 0 0,0 0 0,2-2 0,-3-3 0,1-1 0,0 1 0,-3 2 0,4-3 0,3-3 0,1-3 0,2-3 0,-1-3 0,1-3 0,-1-1 0,5 1 0,-3-4 0,2 0 0,1 2 0,-2 1 0,4 4 0,-5-2 0,2 5 0,1 0 0,-1 3 0,-2 1 0,0 2 0,-6 3 0,-1 4 0,-4 3 0,0 2 0,0 4 0,-2 0 0,-3-1 0,-5-2 0,-2 2 0,0-4 0,-1 1 0,2-2 0,0-2 0,2-2 0,-1-4 0,0-1 0,-3-3 0,2-1 0,-7-9 0,3-1 0</inkml:trace>
  <inkml:trace contextRef="#ctx0" brushRef="#br1" timeOffset="70">31026 11707 8912,'0'7'0,"1"-2"0,2-1 0,-1-1 0,5-3 0,0-4 0,6-2 0,3-8 0,7-5 0,6-5 0,5-4 0,7 0 0,-3 3 0,0 3 0,-5 2 0,-8 9 0,-2 0 0,-7 7 0,-7 2 0,-6 6 0,-6 1 0,-2 4 0</inkml:trace>
  <inkml:trace contextRef="#ctx0" brushRef="#br1" timeOffset="71">31627 11755 8912,'-11'0'0,"0"0"0,-2 0 0,1 0 0,3-1 0,2-2 0,3 2 0,4-4 0,1 5 0,2 0 0,-2 0 0,8 0 0,-3 0 0,3 0 0,0 0 0,1 0 0,-1-3 0,1 0 0,4-4 0,-1 2 0,4-2 0,-1 1 0,0-2 0,3-3 0,0-2 0,0 0 0,0 4 0,-4 0 0,-2 3 0,-3-2 0,0 5 0,0-4 0,-5 6 0,-2-3 0,-6 5 0,-4 2 0,-2-1 0,-3 4 0,0 2 0,-5 0 0,3 2 0,-3-1 0,1 1 0,-1-1 0,-5 1 0,2-1 0,-3 1 0,3-1 0,1 1 0,1-2 0,2-1 0,-2 1 0,9-6 0,-2 4 0,4-2 0,5-1 0,-3-3 0,5 0 0,6 0 0,2-1 0,5-1 0,2-1 0,4-5 0,3 2 0,5-3 0,-2 0 0,-1-2 0,2-1 0,-6 4 0,0-1 0,-3 0 0,-5 4 0,0-1 0,-1 3 0,-6-1 0,-2 4 0,-6 0 0,-2 0 0,-5 0 0,2 1 0,1 1 0,0 2 0,1-1 0,-1 0 0,1 0 0,0 0 0,-1-2 0,1 3 0,3-3 0,-2 3 0,0 0 0,2-3 0,3 3 0,-4-4 0,-1 0 0</inkml:trace>
  <inkml:trace contextRef="#ctx0" brushRef="#br1" timeOffset="72">31999 11383 8912,'-10'0'0,"1"0"0,3-1 0,2-1 0,1 0 0,0 3 0,-1 3 0,6 6 0,1-1 0,3 1 0,-1 4 0,2 3 0,0 4 0,2 0 0,0 3 0,1 0 0,-2-1 0,0-2 0,-3 1 0,-1 0 0,2-2 0,-2-1 0,0-1 0,-1-2 0,-2-3 0,3-3 0,-4-1 0,0 1 0,0-4 0,0 1 0,0-5 0,0 1 0,0-6 0,5-7 0,0-5 0</inkml:trace>
  <inkml:trace contextRef="#ctx0" brushRef="#br1" timeOffset="73">32237 11336 8912,'-1'-13'0,"-1"0"0,-1 2 0,1 0 0,-1 3 0,0 1 0,2-1 0,-3 7 0,4-2 0,0 7 0,0 5 0,0 5 0,0 6 0,0 3 0,0 2 0,0 6 0,0 0 0,0 0 0,0-1 0,0-2 0,0 1 0,0-1 0,1-3 0,2-3 0,-1-3 0,5-3 0,-1-2 0,4-5 0,0-3 0,2-4 0,0-4 0,1-4 0,-2-4 0,2-3 0,-3-2 0,3 0 0,-6 3 0,0 1 0,-5-3 0,2 7 0,-4-3 0,-7 4 0,-4 1 0,-3 5 0,-3 5 0,-5 3 0,2 3 0,-2 1 0,1 0 0,3 4 0,3-3 0,2-2 0,2-4 0,2 1 0,-1-2 0</inkml:trace>
  <inkml:trace contextRef="#ctx0" brushRef="#br1" timeOffset="74">32580 10907 8912,'-8'-13'0,"0"1"0,3 0 0,1 1 0,1 2 0,3 5 0,0 5 0,0 7 0,4 11 0,2 10 0,4 10 0,1 11 0,-4-23 0,-1 2 0,1 3 0,-1 0 0,-1 2 0,-1-1-982,1 3 1,0 0 981,0 4 0,-1 0 0,0 0 0,-1 0 0,0 1 0,-1-1 0,0-1 0,0-1 0,2-5 0,-1-1 0,-2-4 0,1-2 0,1 19-504,1-8 504,-3-4 0,4-12 0,-6-3 0,-3-3 0,1-1 0,-6-4 0,-3-3 0</inkml:trace>
  <inkml:trace contextRef="#ctx0" brushRef="#br1" timeOffset="75">32857 11079 8912,'-10'0'0,"4"-1"0,0-2 0,-1-1 0,2-1 0,2 3 0,6-1 0,3 2 0,6-1 0,2-1 0,0-2 0,3 0 0,-2-3 0,0 4 0,-1-1 0,2-1 0,-4 0 0,1 2 0,-3 4 0,-1 0 0,1 0 0,-1 0 0,-3 4 0,-2-3 0,-4 8 0,0-4 0</inkml:trace>
  <inkml:trace contextRef="#ctx0" brushRef="#br1" timeOffset="76">32933 11298 8912,'-9'0'0,"-1"0"0,4 0 0,-1 0 0,5 0 0,-2-1 0,4-3 0,5 2 0,4-4 0,3-1 0,3-2 0,5 0 0,0-1 0,3 1 0,-3-1 0,-2 0 0,-2 1 0,1 3 0,-5-1 0,1 5 0,-3-6 0,-1 2 0</inkml:trace>
  <inkml:trace contextRef="#ctx0" brushRef="#br1" timeOffset="77">33314 10945 8912,'0'-6'0,"0"2"0,0 3 0,0 4 0,0 11 0,0 5 0,0 5 0,4 3 0,-1 3 0,0 2 0,1 3 0,-3 6 0,7 1 0,-5 4 0,0-2 0,0 1 0,0-2 0,1 4 0,0-4 0,1 5 0</inkml:trace>
  <inkml:trace contextRef="#ctx0" brushRef="#br1" timeOffset="78">27451 12908 8912,'-6'-5'0,"-1"0"0,4-4 0,-1-1 0,6 1 0,1-1 0,-1 4 0,4-1 0,-3 5 0,3-2 0,-2 0 0,3 3 0,-6-4 0,7 6 0,-5 4 0,-1 4 0,-1 2 0,-1 5 0,0 1 0,0 5 0,0 3 0,0 3 0,0 0 0,0 4 0,0 0 0,0 0 0,0-4 0,0 0 0,0-3 0,1-4 0,2-4 0,3-3 0,4-6 0,3-1 0,2-3 0,4-4 0,0 0 0,0-3 0,0 0 0,3-6 0,1 1 0,-2-4 0,-1-1 0,-1 4 0,-4-1 0,-2 1 0,-3-1 0,0 5 0,-5 0 0,-2 2 0,-2 1 0,-1-2 0,0 4 0,0 4 0,-4 2 0,3-1 0,-3-1 0</inkml:trace>
  <inkml:trace contextRef="#ctx0" brushRef="#br1" timeOffset="79">28242 12746 8912,'-3'-10'0,"-1"1"0,-2-1 0,-1 2 0,-2 1 0,0 4 0,-1 3 0,0 5 0,-2 8 0,-2 8 0,-1 6 0,0 6 0,-3 0 0,2 6 0,-1-1 0,4 1 0,1 2 0,2 4 0,0 1 0,5-3 0,1-4 0,4-8 0,1-2 0,2-4 0,2-2 0,5-8 0,-1-4 0,1-5 0,2 0 0,2 0 0,1-3 0,1-2 0,3-2 0,0-3 0,0-6 0,0-3 0,0-6 0,0 0 0</inkml:trace>
  <inkml:trace contextRef="#ctx0" brushRef="#br1" timeOffset="80">28423 12965 8912,'-9'0'0,"-1"0"0,0 0 0,4 0 0,0 0 0,4 4 0,-4 2 0,4 7 0,-1 3 0,0 6 0,6 1 0,0 3 0,5 2 0,-2 1 0,4-5 0,1 2 0,2-5 0,0-2 0,-1-3 0,1-2 0,-1-4 0,-2-2 0,0-8 0,-1 0 0,1-1 0,-1-3 0,1-2 0,0-7 0,-1-5 0,1-4 0,-2-4 0,-2 0 0,-1-1 0,-5-2 0,0 1 0,0 3 0,-1-1 0,-3 4 0,-1 0 0,-4 6 0,-4 3 0,0 3 0,-3 2 0,4 1 0,0 4 0,-2 5 0,1 3 0,3 1 0,2 4 0,1 0 0,4 3 0,0-3 0,3 0 0,-5-1 0,0 1 0</inkml:trace>
  <inkml:trace contextRef="#ctx0" brushRef="#br1" timeOffset="81">28375 13136 8912,'-15'7'0,"0"-1"0,1 0 0,2 0 0,3 2 0,2-2 0,3-1 0,4 0 0,0-2 0,4-2 0,5 3 0,5-4 0,0 0 0,2 0 0,6-4 0,-2-1 0,-2 0 0,-1-4 0,2 4 0,0-5 0,0 1 0,-4 3 0,-1-2 0,-2 2 0,1-3 0,0 3 0,-4-1 0,1-3 0,-1-5 0</inkml:trace>
  <inkml:trace contextRef="#ctx0" brushRef="#br1" timeOffset="82">28633 12784 8912,'0'-7'0,"-1"2"0,-1 0 0,-2 0 0,1 2 0,3 0 0,0 6 0,0 4 0,3 2 0,2 3 0,0 1 0,0 4 0,3-2 0,-3 2 0,-1-1 0,4 2 0,-6-6 0,4 4 0,-4-5 0,1 2 0,-1-2 0,-2-2 0</inkml:trace>
  <inkml:trace contextRef="#ctx0" brushRef="#br1" timeOffset="83">28928 13127 8912,'-1'-6'0,"-2"3"0,-3 2 0,2 3 0,-1 4 0,1 3 0,3 4 0,-3 0 0,1 2 0,-1 3 0,1 1 0,3 1 0,0-1 0,0 0 0,0 3 0,0 0 0,0-1 0,1 3 0,3-2 0,0-1 0,2-5 0,3 2 0,-4-3 0</inkml:trace>
  <inkml:trace contextRef="#ctx0" brushRef="#br1" timeOffset="84">29205 12898 8912,'-6'0'0,"0"1"0,2 2 0,0-2 0,1 3 0,2-3 0,-4-1 0,5 0 0,5 0 0,-4 4 0,4 1 0,-2 6 0,3 1 0,0 3 0,-1 5 0,0 2 0,1 0 0,0 4 0,0-5 0,0 5 0,-2 0 0,3-2 0,-5-1 0,5-4 0,-2-1 0,1-2 0,2-6 0,-5-3 0,4-9 0,-1 1 0</inkml:trace>
  <inkml:trace contextRef="#ctx0" brushRef="#br1" timeOffset="85">29377 12898 8912,'-7'-3'0,"2"-1"0,1-2 0,0 0 0,6 0 0,1 0 0,3 1 0,3 0 0,3 0 0,2-2 0,1 4 0,1 2 0,2 1 0,-2 0 0,-4 0 0,-1 0 0,-1 0 0,-1 0 0,0 4 0,-3 3 0,-2 2 0,-4 3 0,0 0 0,-4 5 0,-1-5 0,-4 3 0,3-1 0,-3-2 0,4-2 0,-1-1 0,-1 1 0,1-1 0,1-2 0,1-1 0,3-4 0,1 7 0,8-8 0,2 2 0,4-2 0,3-1 0,1 0 0,2-3 0,1 0 0,2 0 0,-1 2 0,-4 5 0,-2-1 0,-3 4 0,-6 1 0,-2 2 0,0 4 0,-3 1 0,-6-4 0,-2 7 0,-7-2 0,-1-1 0,-6 1 0,1-1 0,0 1 0,3-3 0,2-3 0,0-1 0,2 0 0,2-3 0,0-1 0,5-5 0,-4-5 0,4 0 0</inkml:trace>
  <inkml:trace contextRef="#ctx0" brushRef="#br1" timeOffset="86">29605 12689 8912,'-3'-13'0,"-1"0"0,0 1 0,0 2 0,0 0 0,9 4 0,1 1 0,3 0 0,4 3 0,2 1 0,3 9 0,-2 1 0,2 10 0,-2 1 0,2 4 0,1 5 0,0 5 0,0 4 0,0 0 0,-1 2 0,-2 1 0,2 2 0,-8 5-207,-1 0 0,0-5 207,-6-2 0,-4-2 0,-6-1 0,-1-8 0,-3-5 0,0-3 0,-2-4 0,1-2 0,2 2 0,0-9 0,1 1 0,3-5 0,2-5 0,4-1 0,0-2 0,4-7 0,2-5 0</inkml:trace>
  <inkml:trace contextRef="#ctx0" brushRef="#br1" timeOffset="87">30168 12993 8912,'-6'-1'0,"-1"-2"0,1 2 0,1-3 0,1 4 0,8 0 0,1-4 0,5 1 0,3-3 0,1 3 0,2-3 0,2 3 0,-3-1 0,0 0 0,-1 3 0,-1-2 0,-2 2 0,2 1 0</inkml:trace>
  <inkml:trace contextRef="#ctx0" brushRef="#br1" timeOffset="88">30177 13222 8912,'-12'6'0,"-1"0"0,1-2 0,6-1 0,2-3 0,11 0 0,4-1 0,2-2 0,0-4 0,4-1 0,-2-2 0,4 1 0,-1 3 0,-2-1 0,1 2 0,-4-1 0,-1-7 0,-2 2 0</inkml:trace>
  <inkml:trace contextRef="#ctx0" brushRef="#br1" timeOffset="89">30587 12631 8912,'-9'-9'0,"-1"-1"0,2 1 0,2-1 0,1 6 0,6 5 0,3 8 0,-2 9 0,4 8 0,1 4 0,2 1 0,-1 7 0,0-2 0,-3 0 0,-1 2 0,4-1 0,-3 1 0,0 0 0,-1 0 0,0-4 0,-1-2 0,-1-3 0,-1-3 0,-1-3 0,0-3 0,0-5 0,0-4 0,0-5 0,0-2 0</inkml:trace>
  <inkml:trace contextRef="#ctx0" brushRef="#br1" timeOffset="90">30874 12708 8912,'-2'-10'0,"0"1"0,-1-1 0,1 0 0,1 4 0,1 0 0,0 4 0,0-2 0,0 8 0,0 2 0,1 7 0,1 4 0,2 3 0,2 2 0,-4 3 0,2-1 0,0 0 0,-2-3 0,5 1 0,-5-1 0,5-3 0,-4-3 0,4-1 0,-3-4 0,1-1 0,-1-4 0,2-1 0,1-3 0,2-10 0,0-1 0</inkml:trace>
  <inkml:trace contextRef="#ctx0" brushRef="#br1" timeOffset="91">31131 12660 8912,'6'-4'0,"0"-3"0,-2-1 0,-1 2 0,-3-1 0,0 4 0,0-3 0,0 5 0,0 2 0,-1 6 0,-2 5 0,2 5 0,-2-1 0,1 2 0,2 1 0,0-1 0,0-2 0,0 0 0,0 1 0,0 1 0,0-3 0,0-2 0,-3-3 0,0 0 0,0-1 0,3-3 0,0-2 0,4-11 0,3-3 0,1-1 0,2 1 0,-1-4 0,2 2 0,0-2 0,2 0 0,4 1 0,-5 4 0,3 0 0,-2 3 0,4-3 0,-6 8 0,2-2 0,-3 2 0,0 2 0,-1 2 0,-2 6 0,-2 5 0,-1 0 0,-1 2 0,-3 3 0,0 0 0,0 0 0,-4-3 0,-2 0 0,-3 1 0,0-3 0,0 3 0,2-5 0,0 0 0,1-4 0,-3-3 0,-1-1 0,0-2 0,1-1 0,3-3 0,-1-4 0,1-1 0,-4-6 0</inkml:trace>
  <inkml:trace contextRef="#ctx0" brushRef="#br1" timeOffset="92">31179 12679 8912,'-10'-3'0,"2"-1"0,1-2 0,-1 0 0,7 0 0,-2-1 0,6 1 0,4-4 0,5 1 0,7-1 0,2 1 0,3-1 0,0 1 0,1-1 0,-2 1 0,1-1 0,-1 1 0,-1-1 0,-7 5 0,-2 2 0,-3 2 0,-4 1 0,-2 0 0,-4 0 0,-3 1 0,-1 1 0,-2 1 0,4 0 0,-2 1 0,4-3 0,0 4 0,0-5 0,4-5 0,1 0 0</inkml:trace>
  <inkml:trace contextRef="#ctx0" brushRef="#br1" timeOffset="93">31522 12727 8912,'-6'0'0,"-1"0"0,1-1 0,1-3 0,1 2 0,8-4 0,2-1 0,7-2 0,2 0 0,3 0 0,2 2 0,-1 0 0,-1 1 0,-1-3 0,-3 2 0,0 1 0,-1 4 0,-4-2 0,1 3 0,0 1 0,-5 1 0,-2 3 0,-2-3 0,-1 3 0,0-4 0</inkml:trace>
  <inkml:trace contextRef="#ctx0" brushRef="#br1" timeOffset="94">31837 12450 8912,'0'-9'0,"0"-1"0,0 4 0,0 0 0,0 3 0,0 0 0,0 8 0,0 4 0,0 5 0,0 5 0,0 3 0,0 1 0,0 2 0,0 0 0,0 4 0,0-1 0,0 3 0,0-1 0,0-4 0,1-2 0,2-2 0,-2-2 0,4-5 0,-2-3 0,-2-1 0,4-2 0</inkml:trace>
  <inkml:trace contextRef="#ctx0" brushRef="#br1" timeOffset="95">31941 12450 8912,'0'-9'0,"-4"-1"0,3 4 0,-2 0 0,2-1 0,2 1 0,3 1 0,5-1 0,2 1 0,6 2 0,-1-2 0,2 0 0,1 2 0,0 3 0,-4-3 0,-2 0 0,-3 1 0,0 5 0,-2 3 0,-1 3 0,-3 0 0,-8 4 0,-4 1 0,-3 0 0,-4 2 0,-1 2 0,1-1 0,1-1 0,-3-4 0,8 5 0,-2-5 0,4 0 0,2-4 0,-2-2 0,4 1 0,2-3 0,5 1 0,3-5 0,5 0 0,4 0 0,-1-1 0,1-1 0,1-2 0,1 1 0,-2 3 0,-1 0 0,-2 0 0,3 4 0,-3 3 0,-2 1 0,-4 2 0,1-1 0,-6 2 0,1 1 0,-2 0 0,-1 5 0,-1-5 0,-2 4 0,-6-1 0,-4 0 0,-3 3 0,4-2 0,-4-1 0,2 0 0,-1-1 0,4-2 0,-2-2 0,2-2 0,2-1 0,-1-4 0,1-2 0,-1-1 0</inkml:trace>
  <inkml:trace contextRef="#ctx0" brushRef="#br1" timeOffset="96">32266 12155 8912,'0'-13'0,"0"1"0,0 0 0,0 1 0,4 10 0,-2 5 0,3 11 0,-1 8 0,1 4 0,-3 5 0,1 3 0,1 6 0,-1 4 0,0-3 0,2-1 0,-1-2 0,4-1 0,-6 1 0,4-1 0,-4-6 0,1-3 0,-2-1 0,-1-7 0,0-3 0,0 1 0,-1-9 0,-2 3 0,2-7 0,-7 3 0,7-8 0,-8-5 0,4-7 0</inkml:trace>
  <inkml:trace contextRef="#ctx0" brushRef="#br1" timeOffset="97">32637 12393 8912,'-9'3'0,"-1"1"0,2-1 0,2 1 0,2-3 0,8 2 0,2-2 0,3-1 0,4 0 0,2 0 0,0 0 0,3-1 0,-3-1 0,1-2 0,-1-1 0,-2 2 0,2 0 0,-1 1 0,-3-1 0,-4 2 0,1-3 0,-2 4 0,3 0 0</inkml:trace>
  <inkml:trace contextRef="#ctx0" brushRef="#br1" timeOffset="98">32666 12612 8912,'-9'0'0,"3"0"0,2 0 0,11 0 0,3 0 0,7-4 0,1-2 0,4-3 0,3 0 0,-3 0 0,3 3 0,0-3 0,0 3 0,3-2 0,-12 2 0,4 3 0,-8 2 0,-2 1 0,-10 0 0,-5 0 0</inkml:trace>
  <inkml:trace contextRef="#ctx0" brushRef="#br1" timeOffset="99">33133 12212 8912,'-5'-9'0,"2"-1"0,2 1 0,1-1 0,0 1 0,0-1 0,1 1 0,2-1 0,3 0 0,6 1 0,1-1 0,3 2 0,-3 1 0,2 0 0,1 5 0,0-2 0,-1 4 0,-1 0 0,-2 4 0,-2 3 0,-1 5 0,1 4 0,-5 3 0,-2 3 0,-2 3 0,-1 3 0,-1 1 0,-2-1 0,-3 1 0,-3 0 0,0-1 0,-2 0 0,-1-3 0,-2 3 0,-3-4 0,1 0 0,0 0 0,-3-5 0,1-4 0,1 0 0,1-1 0,4-2 0,0-6 0,1-3 0,5-2 0,-1-1 0,5 0 0,-2-7 0,4-3 0,0-6 0,0 1 0,3-3 0,0-1 0,5-2 0,-2-1 0,3 2 0,0-3 0,2 4 0,2 0 0,-3 4 0,3 2 0,-5 3 0,1 1 0,1 3 0,1 3 0,1 7 0,0 5 0,0 2 0,4 5 0,0-1 0,3 0 0,0 3 0,0-6 0,0 3 0,0-1 0,0-2 0,0-2 0,0-2 0,0-1 0,-1-3 0,-2-4 0,2 0 0,-3 0 0</inkml:trace>
  <inkml:trace contextRef="#ctx0" brushRef="#br1" timeOffset="100">32590 13079 8912,'-37'0'0,"2"0"0,4 0 0,3 0 0,4 0 0,1 0 0,3 0 0,3 0 0,3 0 0,9 0 0,15-1 0,11-1 0,7-2 0,6-2 0,6-3 0,5-4 0,2-4 0,-21 9 0,1 0 0,3-1 0,0-1-905,2-1 0,1 0 905,4 1 0,-1 0 0,1-2 0,-1 1 0,4 1 0,0 1 0,1-1 0,1 1 0,3-1 0,1 1-64,0-1 0,0 0 0,-2 3 0,0 0 0,-5 0 0,-1 1 0,-2 0 0,0 0 64,-2 0 0,-1 0 0,-2 0 0,0 1 0,0-1 0,-1-1 0,-2 2 0,0 0 0,15-5 0,-3 2 0,-8 1 0,-14 3 0</inkml:trace>
  <inkml:trace contextRef="#ctx0" brushRef="#br1" timeOffset="101">33867 12731 8601,'-9'5'156,"-1"5"-1</inkml:trace>
  <inkml:trace contextRef="#ctx0" brushRef="#br1" timeOffset="102">33190 13031 8912,'-9'-3'0,"-1"-1"0,1-1 0,-1-3 0,5 0 0,2 2 0,6 0 0,3 1 0,4 1 0,3-1 0,0 2 0,4 3 0,-1-1 0,1-2 0,-3 2 0,3-3 0,-4 5 0,-2 1 0,0 2 0,-2 1 0,0 2 0,-3 2 0,-1 5 0,-7-2 0,-2 4 0,-4 0 0,-5-1 0,-2 1 0,2-1 0,-2 1 0,-1 2 0,1-7 0,2 1 0,3-1 0,0-2 0,2-2 0,1-1 0,3-4 0,5 2 0,2-4 0,5 0 0,3 0 0,5 0 0,3 0 0,3 0 0,-1 0 0,3 1 0,-3 2 0,1 0 0,1 4 0,-9-5 0,-1 5 0,-2-4 0,-2 3 0,-3 1 0,-3 2 0,-3 1 0,-3-1 0,-7 2 0,-7 0 0,-4 2 0,0 0 0,-4-4 0,2 1 0,-3-1 0,4 1 0,-2-1 0,1 1 0,0-5 0,9-1 0,1-4 0,2 0 0,3-1 0,2-2 0,-3-2 0,4-5 0</inkml:trace>
  <inkml:trace contextRef="#ctx0" brushRef="#br1" timeOffset="103">33057 13441 8912,'-12'1'0,"2"1"0,1 1 0,1 0 0,4-2 0,-1 3 0,7-3 0,5 2 0,6-2 0,6-2 0,6-2 0,9-3 0,8-3 0,7 0 0,-21 2 0,1 0 0,0-1 0,0 0-878,1-1 0,1 0 878,2-1 0,1 1 0,0-1 0,2 1 0,0 0 0,1 0 0,-2 1 0,1 0 0,-2-1 0,-1 0 0,19-1 0,-5 0 0,-8 2 0,-34 7 0</inkml:trace>
  <inkml:trace contextRef="#ctx0" brushRef="#br1" timeOffset="104">28356 16928 8912,'0'-7'0,"0"1"0,-1 1 0,-1-3 0,-1 2 0,1-1 0,1-2 0,1 0 0,0-1 0,0 4 0,1 0 0,2 2 0,-2 1 0,3 4 0,-4 2 0,0 7 0,0 2 0,0 7 0,0 5 0,0 6 0,-1 6 0,-1 4 0,-1 1 0,-4 4 0,2 2 0,-2 3-962,1-4 962,3 2 0,-1-10 0,4 0 0,4-2 0,3-7 0,2-4 0,4-9 0,3-3 0,6-3 0,-1-4 0,4-3 0,-2-2 0,4-2 0,-3-2 0,0-4 0,3-1 0,-5-2 0,0-3 0,-4 1 962,-2 0-962,-2 6 0,-5-3 0,-3 8 0,-2-3 0,-4 4 0,-1 0 0,-2 0 0,-1 1 0,-3 2 0,4 4 0,-2 1 0,4-3 0,-8 0 0,4-5 0</inkml:trace>
  <inkml:trace contextRef="#ctx0" brushRef="#br1" timeOffset="105">28995 16956 8912,'0'-6'0,"0"0"0,-1-2 0,-2 1 0,-2-1 0,-1 2 0,-2 4 0,2-1 0,-3 2 0,0 2 0,-2 3 0,-2 5 0,-3 7 0,-2 5 0,-1 9 0,0 9 0,0 8 0,10-21 0,0 1 0,1 2 0,0 1 0,1 0 0,1 0 0,1 1 0,1 0 0,0-2 0,2 1-144,-1 0 1,2 0-1,2 0 1,2 0 143,-1-3 0,2 0 0,9 15 0,3-10 0,2-11 0,1-8 0,0-3 0,1-5 0,1-1 0,1-4 0,-1-4 0,0-1 0,-2-9 0,0-1 0,0 0 0,0-1 0,0 0 0</inkml:trace>
  <inkml:trace contextRef="#ctx0" brushRef="#br1" timeOffset="106">29253 17213 8912,'-10'-4'0,"1"-2"0,-2-2 0,-2 2 0,3 2 0,-8 1 0,2 1 0,-2 3 0,-1 4 0,1 8 0,2 3 0,3 2 0,7 5 0,-2 2 0,5 7 0,1 3 0,9-2 0,1 1 0,8-5 0,1 0 0,1 0 0,1-7 0,0-4 0,0-5 0,0-6 0,-1-3 0,-1-5 0,-1-2 0,0-3 0,0-8 0,-2-4 0,0-4 0,3-4 0,-6 2 0,0-5 0,-2 2 0,-3 1 0,-4 0 0,2 2 0,-3 0 0,-1 3 0,-5-5 0,-1 6 0,-3 2 0,0 2 0,-2 1 0,0 3 0,-2 5 0,0 2 0,4 5 0,-1 1 0,1 3 0,-1 1 0,2 4 0,0 1 0,2-1 0,4 1 0,-2-1 0,2 1 0,-1 0 0,2-1 0,-3 1 0</inkml:trace>
  <inkml:trace contextRef="#ctx0" brushRef="#br1" timeOffset="107">29100 17433 8912,'-4'13'0,"-1"-2"0,-1-4 0,-2-5 0,6 3 0,-5-5 0,6-1 0,1-3 0,4-1 0,10-4 0,2-2 0,2-1 0,1 0 0,0 0 0,0-2 0,0 2 0,0-1 0,1 0 0,-1 0 0,0 1 0,0 2 0,-4 1 0,-2-1 0,1 1 0,-3-1 0,2 1 0</inkml:trace>
  <inkml:trace contextRef="#ctx0" brushRef="#br1" timeOffset="108">29377 16937 8912,'0'-15'0,"0"2"0,0 2 0,0-1 0,0 0 0,0-1 0,4 3 0,2 1 0,3-1 0,0 1 0,4-1 0,1 1 0,0-1 0,-1 2 0,3 1 0,-4 3 0,0 4 0,-1 0 0,-5 4 0,0 4 0,-2 4 0,-1 2 0,-7 9 0,-2-1 0,-6 4 0,-1 0 0,0-2 0,4 0 0,-1 0 0,4-2 0,1-2 0,0 0 0,3-1 0,1-2 0,1-7 0,0-1 0,5-4 0,1 0 0,7-5 0,1-8 0,7-2 0,1-3 0,2-2 0,1 0 0,-2 4 0,-4-3 0,0 5 0,0 3 0,0 2 0,-4 4 0,-2 0 0,-3-4 0,0-2 0</inkml:trace>
  <inkml:trace contextRef="#ctx0" brushRef="#br1" timeOffset="109">29644 17366 8912,'0'-6'0,"-2"0"0,0 1 0,-1 0 0,-1 3 0,1-2 0,-1 11 0,-3 2 0,-1 10 0,2 0 0,0 3 0,0 1 0,3-3 0,-4 2 0,5-1 0,-1 2 0,2-3 0,1 0 0,0-4 0,0-2 0,1 2 0,2-3 0,3-2 0,-1-6 0,3-1 0,2-8 0,4-1 0</inkml:trace>
  <inkml:trace contextRef="#ctx0" brushRef="#br1" timeOffset="110">29777 17242 8912,'0'-9'0,"0"-1"0,0 0 0,0 4 0,0 0 0,0 5 0,0 1 0,0 5 0,0 8 0,0-2 0,0 5 0,0 1 0,0 1 0,1 1 0,1-1 0,1-2 0,4 2 0,-4-3 0,0 1 0,1 0 0,-3-5 0,5 4 0,-3-2 0,2-3 0,5 4 0</inkml:trace>
  <inkml:trace contextRef="#ctx0" brushRef="#br1" timeOffset="111">29958 17175 8912,'-9'0'0,"-1"0"0,5 0 0,1 0 0,6-3 0,3-1 0,5-1 0,5-1 0,1 0 0,2-2 0,1 1 0,-1 0 0,-2-1 0,-3 2 0,2 4 0,-5-2 0,3 4 0,-2 0 0,-6 5 0,-2 4 0,-2 2 0,-1 5 0,0 4 0,0 0 0,0 2 0,0-1 0,-3-1 0,0 1 0,0 1 0,-1-1 0,2-5 0,-2 2 0,4-2 0,-3-1 0,0 1 0,-4-5 0,4 2 0,1-2 0,-3-6 0,4 3 0,-8-7 0,4 4 0</inkml:trace>
  <inkml:trace contextRef="#ctx0" brushRef="#br1" timeOffset="112">29968 17337 8912,'-5'6'0,"4"2"0,-7-7 0,7 3 0,1-5 0,6-2 0,4 1 0,2-4 0,4-2 0,2 0 0,1-2 0,1 1 0,-1-1 0,0 1 0,0-1 0,-1 1 0,-2-1 0,-3 1 0,-3-1 0</inkml:trace>
  <inkml:trace contextRef="#ctx0" brushRef="#br1" timeOffset="113">30054 16785 8912,'-18'-15'0,"1"1"0,2 1 0,1 1 0,2 0 0,2 2 0,4 3 0,3 1 0,3 4 0,2 0 0,4 4 0,2 4 0,1 7 0,7 3 0,0 2 0,2 5 0,3 2 0,1 3 0,-2 5 0,4-3 0,-2 5 0,0 2 0,-1 3 0,-1 1 0,1 6 0,-2-2 0,1 3 0,-6-8 0,-1-2 0,-2-2 0,-1-5 0,-7 0 0,-1-5 0,-5-4 0,-3 1 0,-7-1 0,-2 5 0,-5-4 0,-2 3 0,2 0 0,-2-4 0,1 0 0,2-2 0</inkml:trace>
  <inkml:trace contextRef="#ctx0" brushRef="#br1" timeOffset="114">30607 17385 8912,'-6'-1'0,"3"-2"0,6-2 0,5-2 0,3 1 0,4 3 0,4-3 0,0 1 0,0 0 0,0 3 0,-1-2 0,-2 3 0,-3 1 0,-7 0 0,3 5 0,-4 0 0</inkml:trace>
  <inkml:trace contextRef="#ctx0" brushRef="#br1" timeOffset="115">30654 17661 8912,'-4'9'0,"-2"-3"0,-3-3 0,4 2 0,2-5 0,6 0 0,6-8 0,7-4 0,7-4 0,2 0 0,6-2 0,0-2 0,2 5 0,-1-1 0,2 0 0,0 1 0,-1 1-86,-9 1 0,4 2 1,-4-3-1</inkml:trace>
  <inkml:trace contextRef="#ctx0" brushRef="#br1" timeOffset="116">31093 17042 8912,'-4'-10'0,"-1"1"0,-1-1 0,1 4 0,3 2 0,-2 3 0,1 7 0,3 10 0,0 10 0,0 6 0,0 8 0,0 4 0,0 5 0,0 1 0,1 3 0,0-24 0,0-1 0,1 1 0,1 0-470,-1-1 1,1 1 469,3 24 0,4-2 0,-2-5 0,-1-5 0,1-7 0,-2-8 0,0-8 0,0 1 0,-4-2 0,4-6 0,-4-1 0,1-2 0,-1-4 0,-5 0 0,-3-8 0,-3-1 0</inkml:trace>
  <inkml:trace contextRef="#ctx0" brushRef="#br1" timeOffset="117">31360 17147 8912,'-1'-13'0,"-1"0"0,-2 2 0,2 0 0,1 2 0,1 5 0,0 8 0,5 6 0,0 12 0,1 4 0,1 1 0,0 2 0,0 0 0,1-1 0,-2 1 0,2-1 0,-3-2 0,1-1 0,-3-4 0,3 1 0,-2 0 0,-2 0 0,2-6 0,-1 0 0,0-5 0,-2-5 0,-1-2 0,0-13 0,0-1 0</inkml:trace>
  <inkml:trace contextRef="#ctx0" brushRef="#br1" timeOffset="118">31512 17128 8912,'-1'-6'0,"-2"3"0,2 6 0,-2 4 0,2 2 0,1 4 0,0 2 0,0 7 0,0 1 0,0 2 0,0 0 0,1 4 0,2-2 0,3-1 0,3-3 0,0-4 0,1 0 0,3-5 0,-1-5 0,0-5 0,3-2 0,1-2 0,-1-8 0,-1-2 0,0-4 0,-2-2 0,-5-2 0,0 2 0,-5-2 0,2 4 0,-5-3 0,-2 1 0,-3 5 0,-4-2 0,-3 3 0,-1 1 0,-3 3 0,2 3 0,-1 2 0,1 1 0,2 1 0,2 2 0,6-2 0,-3 7 0,7-2 0,-4 3 0</inkml:trace>
  <inkml:trace contextRef="#ctx0" brushRef="#br1" timeOffset="119">31808 17252 8912,'0'-6'0,"3"1"0,0 2 0,6 2 0,0-2 0,2-2 0,4 1 0,0 0 0,-1 0 0,2-4 0,0 4 0,-1-3 0,-1 0 0,-2 4 0,-2-3 0,-4 4 0,1-2 0,-5 2 0,1-1 0,-2 2 0,-1-3 0,0 12 0,0-6 0,0 7 0</inkml:trace>
  <inkml:trace contextRef="#ctx0" brushRef="#br1" timeOffset="120">32189 16994 8912,'0'-9'0,"0"-1"0,0 5 0,0 1 0,0 6 0,0 4 0,0 7 0,0 5 0,0 4 0,0 3 0,0 3 0,0 1 0,1-4 0,3 0 0,-3-3 0,4 2 0,-3-3 0,1 1 0,4-3 0,-4-3 0,4-4 0,-5 2 0,5-5 0,-5-3 0,6-2 0,-2-4 0</inkml:trace>
  <inkml:trace contextRef="#ctx0" brushRef="#br1" timeOffset="121">32342 17004 8912,'-5'-10'0,"-4"1"0,8-1 0,-2 1 0,2 2 0,1 1 0,1 1 0,3-3 0,6 2 0,4-1 0,4 2 0,2-2 0,-1 3 0,0-2 0,0 1 0,0-1 0,-3 2 0,0 4 0,-5 0 0,2 0 0,-3 1 0,-4 2 0,2 2 0,-7 7 0,3 3 0,-3 4 0,-1 6 0,0-4 0,0 4 0,0-2 0,1 2 0,1-3 0,1 0 0,-1-2 0,-1-1 0,0 0 0,1-1 0,2-2 0,-1 1 0,-3-5 0,0 1 0,-1-5 0,-1 0 0,-2-2 0,1-4 0,3 3 0</inkml:trace>
  <inkml:trace contextRef="#ctx0" brushRef="#br1" timeOffset="122">32437 17128 8912,'-5'5'0,"0"-1"0,1-4 0,3 4 0,1-2 0,6-1 0,3-6 0,1 0 0,4-1 0,1-4 0,3 1 0,2-1 0,-6 1 0,4 2 0,-3 2 0,0 1 0,-1-3 0,-5 4 0,1 0 0,-1 3 0,-2 0 0,-1 0 0,0 0 0,4 0 0</inkml:trace>
  <inkml:trace contextRef="#ctx0" brushRef="#br1" timeOffset="123">32666 16680 8912,'-1'-13'0,"-1"1"0,-1 0 0,1 1 0,1 2 0,1 4 0,3 6 0,0 8 0,3 9 0,-3 8 0,4 5 0,-4 5 0,-1 4 0,-1 4 0,-1 0 0,0 1 0,0 1 0,1 3 0,2 2 0,-2 1 0,3-8 0,-3 1 0,0-17 0,2 1 0,-2-5 0,2-6 0,-2-2 0,-1-3 0,0-7 0,4-2 0,-2-4 0,2-4 0,-4-2 0,4-7 0,1-2 0</inkml:trace>
  <inkml:trace contextRef="#ctx0" brushRef="#br1" timeOffset="124">32962 16861 8912,'0'-6'0,"0"-1"0,0 0 0,0-2 0,1 1 0,2 2 0,-1-2 0,4 5 0,2 0 0,0 0 0,2-1 0,2 1 0,1 3 0,-1 0 0,-3 1 0,-1 1 0,-2 2 0,1 3 0,2-2 0</inkml:trace>
  <inkml:trace contextRef="#ctx0" brushRef="#br1" timeOffset="125">33019 17004 8912,'-10'0'0,"1"0"0,2 0 0,1 0 0,4 0 0,-2-1 0,5-1 0,2-1 0,3-5 0,6 2 0,1-3 0,4 4 0,-4-2 0,4 2 0,-1 0 0,0 3 0,0-5 0,-1 2 0,-1 0 0,3-1 0,-3-4 0</inkml:trace>
  <inkml:trace contextRef="#ctx0" brushRef="#br1" timeOffset="126">33362 16594 8912,'0'-9'0,"0"3"0,0 3 0,1 7 0,2 6 0,-1 8 0,5 7 0,0 4 0,2 3 0,-1 2 0,0 5 0,-2 2 0,0-1 0,4 5 0,-1 0 0,1 6 0,-1 2 0</inkml:trace>
  <inkml:trace contextRef="#ctx0" brushRef="#br1" timeOffset="127">29758 18099 8912,'0'-9'0,"-3"-1"0,0 1 0,-1-1 0,1 1 0,0-1 0,0 1 0,3-1 0,0 1 0,0 3 0,0 3 0,0 6 0,0 4 0,0 5 0,0 4 0,0 5 0,-1 4 0,-2 2 0,1 1 0,-4 7 0,2 1 0,1 1 0,0 0 0,-1-1 0,2-1 0,1-5 0,6 0 0,1-7 0,2-3 0,2-5 0,4-4 0,0-5 0,1-3 0,3-2 0,-3-3 0,4-3 0,0-4 0,0-3 0,2-1 0,-1 1 0,0 0 0,-2 1 0,-2 2 0,0 0 0,-4 3 0,-1-3 0,-2 8 0,-3-3 0,-6 8 0,-6 2 0</inkml:trace>
  <inkml:trace contextRef="#ctx0" brushRef="#br1" timeOffset="128">30254 18109 8912,'0'-15'0,"-1"2"0,-2 3 0,0 1 0,-3 3 0,-1 3 0,-2 6 0,-1 7 0,-2 6 0,-1 6 0,2 3 0,3 7 0,2 3 0,0 5 0,0 1 0,2 0 0,4-2 0,0-1 0,0 0 0,0 0 0,4-5 0,2-5 0,3-4 0,2-5 0,1-3 0,-1-4 0,2-5 0,0-3 0,1-4 0,1 0 0,-3 0 0,6-9 0,-4-1 0</inkml:trace>
  <inkml:trace contextRef="#ctx0" brushRef="#br1" timeOffset="129">30483 18290 8912,'-15'-1'0,"2"-1"0,1-1 0,0 0 0,1 3 0,-2 4 0,4 1 0,1 5 0,3 3 0,1 3 0,1 6 0,4-2 0,2 3 0,2 0 0,5-1 0,-1-1 0,4-2 0,0-3 0,-1-2 0,-2-4 0,0-2 0,-1-2 0,1-1 0,-1-5 0,1 0 0,-1-5 0,0 0 0,-2-6 0,-1-1 0,0-3 0,1-4 0,-2 0 0,0 0 0,2-4 0,-6 2 0,2-2 0,-2 0 0,-1 3 0,0-3 0,-4 3 0,-2 1 0,2 5 0,-5 0 0,3 5 0,-3 3 0,0 3 0,-1 6 0,4 5 0,-1 6 0,0 1 0,3-3 0,-1 5 0,1-5 0,3 5 0,-3-2 0</inkml:trace>
  <inkml:trace contextRef="#ctx0" brushRef="#br1" timeOffset="130">30435 18423 8912,'-10'6'0,"-2"1"0,-1-3 0,1 2 0,6-4 0,-3 2 0,8-4 0,-2 0 0,6 0 0,6-1 0,5-1 0,1-3 0,1 0 0,2-1 0,2-3 0,-1 2 0,0 1 0,0-1 0,-3-1 0,0 1 0,-5-1 0,2 2 0,-3-3 0,0 0 0</inkml:trace>
  <inkml:trace contextRef="#ctx0" brushRef="#br1" timeOffset="131">30607 18042 8912,'0'-9'0,"0"-1"0,4 1 0,1 3 0,5 2 0,-1 4 0,1 0 0,-4 0 0,0 0 0,0 4 0,0 3 0,-2 1 0,-4 2 0,0 2 0,0 1 0,0 0 0,0 1 0,0-4 0,-3 4 0,0-5 0,0 4 0,3 0 0,0 0 0,0-4 0,0 1 0,1-4 0,2 0 0,0-4 0,6 2 0,2-3 0,3-1 0,-2 0 0,6 0 0,-3 0 0,-1 0 0,4-5 0,-3 0 0</inkml:trace>
  <inkml:trace contextRef="#ctx0" brushRef="#br1" timeOffset="132">30864 18395 8912,'-8'-1'0,"0"-1"0,2-2 0,4 1 0,-3 4 0,5 2 0,-1 4 0,-2 5 0,2 0 0,-2 4 0,2 0 0,1 3 0,0 0 0,0 0 0,0 0 0,0 0 0,0 0 0,0 0 0,0-3 0,0 0 0,-1-4 0,-2 0 0,2-1 0,-3-2 0,-1-3 0,4-2 0,-7-8 0,2-2 0</inkml:trace>
  <inkml:trace contextRef="#ctx0" brushRef="#br1" timeOffset="133">31017 18157 8912,'-10'-4'0,"2"2"0,1 3 0,4 5 0,2 6 0,1 5 0,0 4 0,0 1 0,0 2 0,0 0 0,0 1 0,3-3 0,1 3 0,1 1 0,-1-2 0,0-4 0,-2-5 0,1-1 0,1-2 0,0-2 0,1-1 0</inkml:trace>
  <inkml:trace contextRef="#ctx0" brushRef="#br1" timeOffset="134">31121 18195 8912,'-4'-10'0,"3"1"0,-3-1 0,4 1 0,0 3 0,4 2 0,2 4 0,0-1 0,0-1 0,2-1 0,0 1 0,2 0 0,-1 2 0,-3 0 0,1 0 0,-4 4 0,3-1 0,-4 1 0,2-1 0,-3 3 0,-1 3 0,-1 1 0,-3-1 0,2-3 0,-3 1 0,1 0 0,2 2 0,-4 0 0,5 1 0,-2-1 0,2 1 0,1-1 0,0-3 0,0 2 0,0-2 0,4 3 0,3 0 0,0-2 0,1-1 0,-2 2 0,1 0 0,2 2 0,0-1 0,-2 2 0,-1 1 0,-4-1 0,1 2 0,-2-3 0,-2 0 0,-2-1 0,-2 1 0,-5-1 0,0 1 0,-3-1 0,2 1 0,-1-1 0,1 0 0,2-3 0,-1-2 0,0-4 0,1 0 0</inkml:trace>
  <inkml:trace contextRef="#ctx0" brushRef="#br1" timeOffset="135">31150 17947 8912,'10'-11'0,"-2"0"0,-2-2 0,6 1 0,-2 6 0,2-1 0,1 3 0,3 2 0,2 1 0,1 3 0,0 4 0,0 3 0,0 11 0,-3 1 0,-1 11 0,-1 3 0,-2 3 0,-3 4 0,-3 2 0,-3 3 0,-2 0 0,-1 6 0,0-1-1013,0-3 1013,-4-7 0,-1-1 0,-5-6 0,2 0 0,2-6 0,-3-3 0,4-7 0,0 0 0,-4-4 0,7 2 0,-4-4 0,3-5 0,3-4 0,6-4 0</inkml:trace>
  <inkml:trace contextRef="#ctx0" brushRef="#br1" timeOffset="136">31541 18252 8912,'-4'-10'0,"2"4"0,-4 0 0,2-2 0,1 4 0,4 0 0,2 3 0,3-1 0,3-2 0,5 1 0,2 2 0,2-1 0,1-1 0,0-4 0,-1 4 0,-1 0 0,-1-1 0,-5 3 0,2-2 0,-2 2 0,-2 1 0,-4 1 0,-1 2 0,-3 2 0,-1 5 0</inkml:trace>
  <inkml:trace contextRef="#ctx0" brushRef="#br1" timeOffset="137">31550 18423 8912,'-6'0'0,"0"0"0,4 0 0,-3 0 0,5 0 0,5 0 0,1-1 0,4-1 0,2-1 0,2-1 0,3 2 0,-1-2 0,-4 1 0,4 0 0,-3 0 0,0 0 0,-4 3 0,1 0 0</inkml:trace>
  <inkml:trace contextRef="#ctx0" brushRef="#br1" timeOffset="138">31999 17918 8912,'-10'-9'0,"2"-1"0,1 1 0,3-1 0,1 1 0,0-1 0,-1 6 0,4 4 0,4 5 0,0 8 0,0 4 0,0 4 0,4 3 0,-3 8 0,4 1 0,-2 1 0,-1 2 0,2 1 0,-3 2 0,1 2 0,-3 0 0,0 2 0,-2-1 0,-1-1 0,0-4 0,0-6 0,0 0 0,0-9 0,0-4 0,0-5 0,0-7 0,1-1 0,2-8 0,2-2 0,1-4 0,6-12 0,-1 1 0</inkml:trace>
  <inkml:trace contextRef="#ctx0" brushRef="#br1" timeOffset="139">32218 18004 8912,'-1'-6'0,"-2"-1"0,2 5 0,-4-1 0,5 6 0,0 4 0,0 5 0,0 3 0,4 7 0,-1 2 0,0 0 0,1 2 0,-3-1 0,3 0 0,1 2 0,-4 0 0,4-2 0,-3-4 0,1-3 0,-1-2 0,4-5 0,-5-1 0,7-14 0,-2-7 0</inkml:trace>
  <inkml:trace contextRef="#ctx0" brushRef="#br1" timeOffset="140">32370 18042 8912,'-4'6'0,"-1"3"0,-5 1 0,2 0 0,2 6 0,-2 0 0,5 3 0,0 3 0,3 1 0,0 2 0,0-4 0,1 1 0,2-2 0,2-5 0,5-1 0,-1-6 0,1-1 0,4-3 0,-4-4 0,3 0 0,-2-1 0,-2-3 0,1-6 0,-1 0 0,1-5 0,-2 0 0,-1 0 0,0 2 0,-4-2 0,0 3 0,-3-1 0,0-2 0,-1 6 0,-2-1 0,-2 1 0,-5 8 0,1-4 0,-1 5 0,2 2 0,1 1 0,-1-2 0,3 7 0,-5-2 0</inkml:trace>
  <inkml:trace contextRef="#ctx0" brushRef="#br1" timeOffset="141">32571 18137 8912,'-7'0'0,"1"0"0,4 0 0,-2-4 0,8 3 0,1-4 0,5 2 0,-1 2 0,1-3 0,-1 3 0,1-2 0,-1 0 0,1 1 0,-5-3 0,4-1 0,-4-3 0</inkml:trace>
  <inkml:trace contextRef="#ctx0" brushRef="#br1" timeOffset="142">32704 17890 8912,'0'-5'0,"-4"0"0,3 6 0,-2 4 0,2 4 0,1 5 0,0 8 0,0 1 0,0 2 0,0-3 0,0 2 0,0 1 0,0-1 0,3-3 0,0 1 0,0-2 0,-3 0 0,0-6 0,0-1 0,0-7 0,0 3 0,0-4 0</inkml:trace>
  <inkml:trace contextRef="#ctx0" brushRef="#br1" timeOffset="143">32800 17861 8912,'0'-9'0,"0"-1"0,0 1 0,4-1 0,2 2 0,3 1 0,0 0 0,1 4 0,-1 1 0,4-3 0,0 2 0,-1 0 0,-2 3 0,-2 4 0,-1 3 0,-3 1 0,-4 2 0,0-1 0,0 1 0,-4-1 0,2 1 0,-4-1 0,2 1 0,-3-1 0,1 1 0,1-1 0,2 1 0,2-5 0,1 4 0,0-4 0,0 4 0,0 1 0,4-4 0,2 0 0,3-2 0,-3 2 0,1-2 0,0 2 0,2 0 0,-3 0 0,0 1 0,-4-4 0,2 3 0,-3 2 0,-1 0 0,0 2 0,0-1 0,-5 1 0,-1-2 0,-2-1 0,-2 1 0,4-4 0,-1 4 0,0-2 0,-2-4 0,0 2 0,-1-4 0,1-8 0,-1-3 0</inkml:trace>
  <inkml:trace contextRef="#ctx0" brushRef="#br1" timeOffset="144">32981 17642 8912,'-6'-6'0,"3"-1"0,2 5 0,1-1 0,0 6 0,0 4 0,0 6 0,0 6 0,1 5 0,2 4 0,-2 1 0,4 1 0,-1 1 0,-2 0 0,3 4 0,0 1 0,1-3 0,-3 0 0,-1-3 0,-1 1 0,-1 0 0,0-8 0,0 4 0,0-9 0,0-2 0,0 2 0,0-3 0</inkml:trace>
  <inkml:trace contextRef="#ctx0" brushRef="#br1" timeOffset="145">32056 18757 8912,'-10'0'0,"2"-1"0,0-1 0,3-3 0,1 0 0,2 2 0,5-2 0,4-1 0,5 1 0,0 2 0,4-4 0,-1 1 0,0 1 0,3-4 0,-3 4 0,1 0 0,0 2 0,-4-2 0,0 2 0,3 0 0,-4-1 0,2-2 0</inkml:trace>
  <inkml:trace contextRef="#ctx0" brushRef="#br1" timeOffset="146">32161 18823 8912,'-10'0'0,"5"0"0,-4 0 0,9-3 0,0 0 0,5-4 0,4 0 0,5-1 0,2-2 0,1 4 0,-1 0 0,2-5 0,-3-4 0</inkml:trace>
  <inkml:trace contextRef="#ctx0" brushRef="#br1" timeOffset="147">32618 18499 8912,'0'-9'0,"0"-1"0,-4 1 0,3-1 0,-3 4 0,4 0 0,0 3 0,0-4 0,0 5 0,0-3 0,0 2 0,0 2 0,4-4 0,1 5 0,5 0 0,-4 0 0,1 0 0,-5 5 0,2 0 0,-4 4 0,0 1 0,0-1 0,0 1 0,0-1 0,0 1 0,0-1 0,-1 0 0,-2-3 0,2 3 0,-2-3 0,1-1 0,2 2 0,0-4 0,0 3 0,0-4 0,5 6 0,1-5 0,3 0 0,0-3 0,1 0 0,-1 0 0,1 0 0,-1 0 0,1 0 0,-1 0 0,-3 0 0,-2 1 0,-4 2 0,0-2 0,-1 8 0,-2-3 0,-3 3 0,-3 0 0,-2 1 0,-1-1 0,0 1 0,-4-1 0,3 1 0,0-1 0,4 1 0,-1-5 0,1-1 0</inkml:trace>
  <inkml:trace contextRef="#ctx0" brushRef="#br1" timeOffset="148">32456 18852 8912,'-16'0'0,"2"0"0,0 0 0,1 4 0,16-4 0,7 0 0,10-4 0,4-6 0,5 1 0,1-1 0,0 1 0,2-1 0,1-2 0,-1-1 0,-3-4 0,10 2 0,-2-4 0,3 0-347,5-4 1,2-1 346,-21 12 0,-1-1 0,18-13 0,-7 4 0,-5 3 0,-8 4 0,-5 1 0,-4 5 0,-9 5 0,-1 4 0,-8 1 0,-2 2 0,-2 3 0,1 6 0,1 2 0,-2 1 0,1 2 0,1 1 0,-3-3 0,4 3 0,-5-4 0</inkml:trace>
  <inkml:trace contextRef="#ctx0" brushRef="#br1" timeOffset="149">32990 18766 8912,'0'-15'0,"0"2"0,-3 3 0,0 1 0,-1 0 0,0 3 0,3 2 0,-4 5 0,2 2 0,-2 6 0,-5 7 0,1 2 0,-1 1 0,1 3 0,-1 1 0,0-2 0,1-1 0,3-2 0,0-1 0,2-1 0,-2-5 0,2 2 0,2-2 0,1-6 0,6-1 0,1-8 0,7-2 0,2-3 0,5-5 0,1 0 0,1-1 0,3-2 0,-2 3 0,-2 0 0,-1 1 0,-5 0 0,2 3 0,-5 2 0,0 2 0,-6-3 0,-1 8 0,-6-3 0,-3 4 0,-1 0 0,-9 4 0,0 1 0</inkml:trace>
  <inkml:trace contextRef="#ctx0" brushRef="#br1" timeOffset="150">33009 18776 8912,'-5'4'0,"1"-2"0,3 4 0,-2 2 0,1 0 0,-2 6 0,4 2 0,0-1 0,0 1 0,0 1 0,0 1 0,3 1 0,2 0 0,0 0 0,1-4 0,3-3 0,-2-1 0,0-2 0,-1 1 0,-1-5 0,4-1 0,-4-4 0</inkml:trace>
  <inkml:trace contextRef="#ctx0" brushRef="#br1" timeOffset="151">33400 18700 8912,'-9'0'0,"-1"0"0,0 1 0,-3 2 0,-3 4 0,-6 8 0,-5 6 0,-3 6 0,-4 3 0,-1 9 0,1 2 0,1 0 0,5 0 0,6-3 0,2-1 0,15-27-41</inkml:trace>
  <inkml:trace contextRef="#ctx0" brushRef="#br1" timeOffset="152">21282 17509 8912,'0'-10'0,"1"1"0,1-1 0,2 1 0,1-1 0,1 4 0,1-1 0,-1 1 0,2 1 0,-3-3 0,1 5 0,1 0 0,-2-1 0,2 2 0,-2-4 0,0 2 0,-3 0 0,1 1 0,-3 2 0,-3-4 0,-3 2 0,-3 0 0,0 0 0,-5 3 0,-2 0 0,-2 0 0,-2 0 0,-2 0 0,-1 0 0,-5 0 0,0 0 0,-7 0 0,-4 0 0,-5 0-216,1 0 1,-3 3 215,1 0 0,2 4 0,0-3 0,4 0 0,5 1-9,4 1 0,0 0 9,-2 4 0,2 0 0,-1 3 0,-2-2 0,1 5 0,0 0 0,4 4 0,-1 3 0,6-3 0,3 2 0,3-2 0,5-2 0,-1-1 0,3-1 0,0 1 0,1-3 0,-1-2 0,1 3 0,-1 1 215,0 2 0,1-2-215,-1 0 0,2 0 0,0 3 0,3 0 0,1 0 9,2 0 1,1-1-10,1-2 0,0 2 0,0-3 0,0 3 0,0 2 0,4-2 0,2-3 0,3 3 0,1-2 0,2 2 0,1 1 0,4-3 0,-1 0 0,2-4 0,1 0 0,4 3 0,1-4 0,5 2 0,1-3 0,1 0 0,4-1 0,6-2 0,0-1 0,5-4 0,-2 1 0,3-2 0,0-1 0,5 0 0,1 0 0,-24 0 0,0 0-721,2 0 0,-1 0 721,-1 0 0,0 0 0,4-1 0,0-1 0,-2 0 0,0 1 0,1 0 0,-1 0 0,-1-1 0,-1 0-143,0 0 1,-1 0-1,0 1 1,-1-1 142,4 2 0,-1 0 0,-2 0 0,0 0 0,24-1 0,-4-1 0,-2-1 0,1 0 0,5-2 0,1-1 0,0-2 0,-1-2 0,-9 1 0,-2-1 0,-1 0 0,-6 0-53,1-3 0,-4 2 53,1-5 0,1-1 0,-2-4 0,-3-3 0,-1 0 0,-7-1 0,-1-4 0,-1-4 0,-5-2 0,-1-2 0,-3-1 0,-3 0 0,-1 1 0,-1 2 0,-3-1 0,1 5 0,-4 4 0,-6-1 0,-8 5 0,-8 0 0,-9-1 0,-15 2 0,18 12 0,-3 1 0,-5-1 0,0 1-388,-3-1 1,0 1 387,-5 1 0,-1 1 0,-3 0 0,-1 0 0,15 4 0,-2 0 0,1 1 0,-1 0 0,1-1 0,-1 2 0,-3-1 0,-1 0 0,1 1 0,-2 1 0,0 1 0,0-1 0,-1 1 0,0 0 0,0 1 0,-1-1 0,1 2 0,1-1 0,4 1 0,0-1 0,2 1 0,-15 2 0,2 1 0,12 0 0,1 2 0,5 0 0,2 3 6,2 1 0,2 3 0,1 4 1,1 2-1,-1 2 0,0 2-6,0 3 0,-1 0 0,-1 5 0,-1 0 0,0 1 0,0 1 0,-2 1 0,0 1 0,-1-1 0</inkml:trace>
  <inkml:trace contextRef="#ctx0" brushRef="#br1" timeOffset="153">33210 11040 8912,'6'-1'0,"0"-2"0,-4 2 0,3-4 0,-5 2 0,0 2 0,0-4 0,0 5 0,-5 0 0,4 0 0,-3 0 0,4-4 0,0 3 0,1-3 0,1 3 0,2-1 0,2-1 0,0-2 0,4 2 0,-1 2 0,1-3 0,-1 4 0,1 0 0,3 0 0,-1 0 0,1 4 0,0 6 0,-1 5 0,0 3 0,-1 6 0,-2 2 0,0 4 0,-3 2 0,-2 3 0,-4-4 0,0 4 0,0-3 0,-4 0 0,-4-5 0,-6 0 0,-1-2 0,2-4 0,-3 2 0,4-4 0,-4-4 0,4-1 0,-1-4 0,2-1 0,-2 1 0,7-5 0,-7-1 0,12-5 0,-2-2 0,2 1 0,1-4 0,0-2 0,0-4 0,1 0 0,2-4 0,2 3 0,5-2 0,-1 3 0,1 3 0,2 0 0,1 2 0,3 3 0,-3 1 0,4 2 0,-2 1 0,4 1 0,0 2 0,3 4 0,0 5 0,2 0 0,-2 4 0,-1-1 0,4 0 0,-2 2 0,1-4 0,0 0 0,1 1 0,-4-8 0,11 7 0,-3-8 0</inkml:trace>
  <inkml:trace contextRef="#ctx0" brushRef="#br1" timeOffset="154">32084 11336 8912,'-9'0'0,"-1"0"0,1 0 0,4 0 0,0 0 0,13 0 0,1 0 0,4-3 0,0-2 0,2 0 0,-1-2 0,4-1 0,-2 2 0,1-3 0,-1 3 0,2-1 0,-3-1 0,0 3 0,-3 1 0,0 1 0,1 3 0,-3 0 0,4 4 0,-7 2 0,-2 6 0,-1 1 0,-1 3 0,-3 2 0,0 6 0,0 0 0,0 1 0,0 4 0,-4 0 0,2-1 0,-4 1 0,-2-1 0,3-2 0,-2-1 0,4-4 0,-3 2 0,4-6 0,-1-2 0,2-6 0,1 0 0,0-5 0,0 0 0,0-4 0,0-4 0,0 3 0,0-12 0,0 2 0</inkml:trace>
  <inkml:trace contextRef="#ctx0" brushRef="#br1" timeOffset="155">32218 11650 8912,'-5'-4'0,"-4"3"0,8-4 0,-2 1 0,2 3 0,3-7 0,3 2 0,5-3 0,7 0 0,2-1 0,4 0 0,6 0 0,0-2 0,3 0 0,2-1 0,7 3-340,1 1 0,-1-5 0,-3-1 0</inkml:trace>
  <inkml:trace contextRef="#ctx0" brushRef="#br1" timeOffset="156">33334 12936 8912,'0'-6'0,"0"-1"0,0 0 0,0 3 0,0 2 0,0 8 0,0 3 0,-2 10 0,-1 4 0,-3 3 0,-2 4 0,2 2 0,-6-2 0,2 5 0,-3 1 0,-1 1 0,-3-3 0,2-2 0,1-2 0,0-6 0,4-2 0,1-2 0,0-5 0,3-2 0,2-7 0,5-2 0,3-4 0,6 0 0,5-2 0,7-4 0,6-1 0,7-9 0,2 1 0,2-1 0,-1-3 0,0 1 0,1-3 0,2 0 0,-2 4 0,-1 1 0,-4 4 0,-6-1 0,-5 4 0,-3 3 0,-7 2 0,-7 3 0,-6 1 0,-6 5 0,-6 1 0,-4 6 0,-5 0 0,-2 0 0,2-1 0,-2-3 0,1-2 0,-1 3 0,4-4 0</inkml:trace>
  <inkml:trace contextRef="#ctx0" brushRef="#br1" timeOffset="157">33372 13041 8912,'-10'-10'0,"5"4"0,2 0 0,2 4 0,2 3 0,2 8 0,1 12 0,2 8 0,2 9 0,-5 0 0,3 7-274,-2-1 0,2 4 274,-3 3 0,4 1 0,-3-24 0,-1 1 0,1-2 0,0 1 0,1-1 0,0 0 0,4 25 0,-4-25 0,0 0 0,0 2 0,-1-1 0,6 16 0,0 3 0</inkml:trace>
  <inkml:trace contextRef="#ctx0" brushRef="#br1" timeOffset="158">22073 17375 8912,'-22'-28'0,"0"-1"0,3 2 0,4 1 0,1 4 0,1 6 0,4 5 0,-1 3 0,0 5 0,1 2 0,-2 6 0,0 6 0,-3 8 0,-1 8 0,0 11 0,-2 11 0,9-21 0,0 0 0,0 3 0,0 0 0,1 0 0,0 0 0,-1 2 0,2 1-65,1-1 0,0 0 0,1 1 0,-1 0 0,0 2 0,0 0 0,1-1 0,-1 0 65,0-2 0,0 0 0,2-3 0,0-1-430,-1-2 1,1 0 429,1 18 0,-5 3 0,4-13 0,0-9 0,3-13 0,1-6 0,2-4 0,6-6 0,8-6 0,6-6 0,5-7 0,9-9 0,-14 11 0,1-2 0,1-3 0,1-1-262,-1-1 1,0-1 0,-2-4-1,-1-2 262,1 0 0,-1-1-215,-2-2 1,0 0 0,3-3-1,-1-1 215,-1 0 0,0 0 0,-1-2 0,0 1 0,-2 0 0,-2 0 0,-2 3 0,-1 1 0,-2 4 0,-3 2 0,3-21 775,-6 26-775,-13 14 0,-5 25 0,-12 10 0,-9 13 0,12-10 0,-1 3 0,-1 3 0,1 3 0,-2 2 0,0 3 0,0 1 0,-1 0-295,-1 1 1,-1 1 0,9-12-1,0 2 1,0-1 294,-2 1 0,0-1 0,-1 1 0,0 1 0,-1-1 0,-1 0 0,1 0 0,0 0 0,-1 0 0,1-2 0,-1 1 0,0-1 0,1 0 0,0-1 0,-1 1 0,1-2 0,-1 0 0,1-1 0,-12 12 0,1-2 0,1-3 0,1-4 0,6-7 0,0-3 83,4-3 0,0-1-83,-17 10 0,16-13 0,3-3 270,3-6 0,4-4 0,-3-4 0,1-6-270,0-4 0,-2-13 0,4-5 0,5-4 0,0-10-91,5-5 0,1 20 0,1-1 0,1-1 0,0 0 91,0-1 0,0 0 0,2-3 0,0 0 0,1-2 0,0-1 0,2-5 0,-1 0 0,1-5 0,-1 0 88,1 4 0,0-1 0,-2-4 1,0 1-89,1 7 0,-1 1 0,-2 3 0,0 3 0,1 6 0,-1 2 0,-5-12 0,-6 26 154,-5 13 0,-9 19 1,-7 19-1,12-13 0,-1 2-154,-3 5 0,1 1 0,-1 2 0,0 1 0,-3 4 0,1 1-335,3 1 1,0 0 0,-2 3 0,1 0 334,1 5 0,0 1 0,0-6 0,1-1 0,1 1 0,0-2 0,1-2 0,2 0 0,2-7 0,1 0 0,3-3 0,1 0 0,-6 18 99,7-9-99,8-13 0,10-9 0,8-11 1201,4-3-1201,4-6 0,5-9 0,5-10 0,5-13 0,-16 11 0,0-3 0,2-2 0,0-2 0,2-2 0,1-1-934,2-1 0,1 1 934,2-2 0,2 2 0,-2 1 0,2 1 0,1 0 0,0 0 0</inkml:trace>
  <inkml:trace contextRef="#ctx0" brushRef="#br1" timeOffset="159">20137 18728 8912,'-3'-16'0,"0"0"0,1-1 0,1-1 0,1 0 0,1 1 0,2 2 0,6 3 0,3-1 0,0 4 0,-1 2 0,-1 3 0,3 6 0,2 5 0,-1 5 0,7 10 0,-4 4 0,0 5 0,1 3 0,2 3 0,1-1 0,0-2 0,-3-3 0,4 1 0,3-7 0,-3-6 0,6-7 0,5-6 0,4-7 0,5-7 0,5-14 0,-22 7 0,0-2 0,2-4 0,0-3-938,1 0 0,-1-2 938,0-1 0,-2-1 0,2-2 0,-1-1 0,0 1 0,-1 0 0,2 0 0,0 1 0,1 0 0,0 2 0,0 1 0,-1 3 0,-1 3 0,-2 2-485,17-10 485,-10 11 0,-4 8 0,-5 6 0,5 3 0,-4 3 0,-3 2 0,-11 5 0,1-1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2.077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2805 9026 8912,'0'-19'0,"0"-2"0,-2-2 0,-4 2 0,3 10 0,-9 5 0,6 10 0,-3 4 0,1 1 0,2-3 0,6 5 0,-5 1 0,-1 5 0,2 0 0,2 0 0,8 6 0,0 0 0,5 2 0,-5-2 0,5 4 0,-5 9 0,0 4 0,1 6 0,-5 4 0,6 9 0,-8 2 0</inkml:trace>
  <inkml:trace contextRef="#ctx0" brushRef="#br0" timeOffset="1">2426 10041 8912,'0'-17'0,"0"-1"0,0 1 0,0 0 0,6 0 0,0 0 0,0 1 0,1 5 0,3-4 0,7 3 0,2 3 0,2-1 0,2 2 0,6 3 0,-4 5 0,1 0 0,-5 0 0,2 2 0,-5 3 0,-7 7 0,2 5 0,-7 6 0,-2 4 0,-10 7 0,-3 0 0,-8 1 0,-1-1 0,1 1 0,0-1 0,-4 0 0,2-1 0,3-5 0,3-3 0,4-8 0,3 1 0,4-1 0,10-2 0,5-3 0,8-7 0,13-3 0,12-2 0,4 0 0,2 0 0,-1-2 0,1-3 0,-1-5 0,-7-7 0,-1 0 0</inkml:trace>
  <inkml:trace contextRef="#ctx0" brushRef="#br0" timeOffset="2">2599 11193 8912,'-2'-27'0,"-2"4"0,0 4 0,6 4 0,6 1 0,5 5 0,4 1 0,-4-3 0,10 5 0,-2-7 0,0 3 0,2 0 0,0 1 0,-5 3 0,-1 4 0,-2-2 0,-3 8 0,-5 6 0,-7 7 0,-2 2 0,-3 4 0,-7 6 0,-3-3 0,0 3 0,3 2 0,-3-7 0,7 7 0,-5-8 0,1-2 0,8-2 0,-1-2 0,3 0 0,2 1 0,0-1 0,2-6 0,3-1 0,7-2 0,3 5 0,2-11 0,1 4 0,-1-5 0,0 5 0,2 0 0,2-2 0,2-2 0,0-2 0,-11 2 0,-1 3 0,-5-1 0,5 8 0,-7-7 0,2 7 0,-4-1 0,-2 6 0,-2 3 0,-4 2 0,-5 7 0,-5 4 0,-9 1 0,-1 0 0</inkml:trace>
  <inkml:trace contextRef="#ctx0" brushRef="#br0" timeOffset="3">2736 12327 8912,'0'-26'0,"0"3"0,0 4 0,0 2 0,-2 7 0,-3 4 0,-5 14 0,-7 7 0,0 6 0,-3 15 0,-1 1 0,-3 5 0,-1 4 0,0-2 0,-4 5 0,6-3 0,0-4 0,6-2 0,0-3 0,5-5 0,3-1 0,1-3 0,2-7 0,8 2 0,4-11 0,7-7 0,10-3 0,12-2 0,7-13 0,10-4 0,-7-4 0,1 4 0,0-1 0,4 1 0,-6 0 0,-10 0 0,-7 0 0,-2-1 0,2 1 0</inkml:trace>
  <inkml:trace contextRef="#ctx0" brushRef="#br0" timeOffset="4">2564 12585 8912,'0'6'0,"0"6"0,0 22 0,0 8 0,6 2 0,1 9 0,1 5 0,2 7 0,-1 7 0,-5 12 0,2 8-2405,-4 0 2405,-2-6 0,-8 0 0,-1 0 0</inkml:trace>
  <inkml:trace contextRef="#ctx0" brushRef="#br0" timeOffset="5">2685 13669 8912,'-33'0'0,"2"0"0,3 0 0,-1 7 0,-3 5 0,1 3 0,4 4 0,2 4 0,8-2 0,6 8 0,7-3 0,-2 5 0,4-2 0,2 1 0,8 3 0,3-5 0,10-1 0,2-2 0,8 4 0,-2-7 0,3 1 0,4-4 0,1 2 0,-3 2 0,2 0 0,-13-5 0,0-1 0,-5 0 0,-1 0 0,-2 0 0,-3 1 0,-5 4 0,-9 1 0,-5 0 0,-9 2 0,-5 4 0,-9-2 0,1 1 0,-3-7 0,-3 2 0,1 2 0,-1-2 0,7-2 0,-1-10 0,0 5 0,-5-7 0</inkml:trace>
  <inkml:trace contextRef="#ctx0" brushRef="#br0" timeOffset="6">2633 13755 8912,'17'-44'0,"2"5"0,4 9 0,4 1 0,9 8 0,4 0 0,4 6 0,18-18 0,10 5 0,18-9 0,-38 15 0,3-1 0,10-7 0,2-2 0,3-7 0,0 0 0</inkml:trace>
  <inkml:trace contextRef="#ctx0" brushRef="#br0" timeOffset="7">6488 11674 8912,'9'0'0,"-1"0"0,-8 0 0,0 0 0,8 0 0,-7 0 0,7 0 0,-8 0 0,0 0 0,0-7 0,0 5 0,0-6 0,0 8 0,0 0 0,8 0 0,-6 0 0,5 0 0,-7 0 0,0 0 0,-7 8 0,5-6 0,-6 5 0,8-7 0,0 0 0,8-7 0,1-3 0</inkml:trace>
  <inkml:trace contextRef="#ctx0" brushRef="#br0" timeOffset="8">12855 11038 8912,'9'-8'0,"-3"-3"0,-2 1 0,0-1 0,2-2 0,-3-3 0,-1-1 0,-2 0 0,0 0 0,0-1 0,0 1 0,0 8 0,-2-5 0,-3 9 0,3 1 0,-4 10 0,4 5 0,2 4 0,0 10 0,0 6 0,0 7 0,-8 6 0,5 9 0,-9 5 0,-1 5 0,-3 4 0,-1 1 0,0 1 0,0 0 0,0-8 0,7 4 0,4-8 0,4-5 0,2-6 0,2-10 0,4-2 0,11-7 0,14-12 0,9-3 0,10-6 0,5-5 0,10-1 0,-4-9 0,8-6 0,0-6 0,-8-10 0,-1 12 0,-9-4 0,-7-2 0,-4 2 0,-9 6 0,-2 6 0,-14 5 0,2-6 0,-11 9 0,-6-5 0,-4 10 0,-8 4 0,9-4 0,-5 5 0,6-7 0,-4 0 0,4 0 0,-13 0 0,6-7 0,-9-3 0</inkml:trace>
  <inkml:trace contextRef="#ctx0" brushRef="#br0" timeOffset="9">14541 10608 8912,'-17'-25'0,"0"-1"0,0-1 0,-1 6 0,1 7 0,-2 11 0,-4 6 0,-5 9 0,-11 18 0,-3 13 0,-2 10 0,6 14 0,-2 11 0,4 4 0,1 6 0,21-40 0,1 2 0,2-2 0,1 1 0,3 1 0,1 1 0,2 1 0,2-1 0,2 45 0,6-6 0,5-10 0,5-11 0,1-10 0,8-13 0,-6-12 0,6-11 0,0-6 0,3-5 0,11-6 0,1-12 0,6-13 0,-6-16 0,8-7 0,-5-9 0</inkml:trace>
  <inkml:trace contextRef="#ctx0" brushRef="#br0" timeOffset="10">14731 11021 8912,'-18'7'0,"1"-5"0,0 16 0,2-3 0,3 6 0,-3 9 0,7-3 0,-3 9 0,5 5 0,4 4 0,4-1 0,4 0 0,5-2 0,5-2 0,3-5 0,2-3 0,4-3 0,1-6 0,-5-12 0,4-5 0,0-4 0,-6-2 0,12-2 0,-8-6 0,-2-9 0,-2-2 0,-2-11 0,-2-5 0,-3-3 0,3-2 0,-13 4 0,4-3 0,-4-1 0,-10-8 0,-1 12 0,-9-6 0,1 0 0,-6 8 0,-2-3 0,0 9 0,1 3 0,1 10 0,5 1 0,1 9 0,0-1 0,0 13 0,0 3 0</inkml:trace>
  <inkml:trace contextRef="#ctx0" brushRef="#br0" timeOffset="11">14679 11416 8912,'0'-11'0,"2"1"0,4 1 0,5-1 0,6 4 0,6-5 0,4-1 0,0 3 0,5-4 0,-3 7 0,2-6 0,-1 5 0,-3-1 0,-2 0 0,-2-5 0,-6 4 0</inkml:trace>
  <inkml:trace contextRef="#ctx0" brushRef="#br0" timeOffset="12">15281 11262 8912,'-9'0'0,"1"7"0,8 5 0,0 3 0,0 2 0,0 8 0,0 4 0,0 3 0,0 2 0,6 1 0,1 1 0,3 4 0,-4-3 0,5 3 0,3-4 0,1-2 0,2 1 0</inkml:trace>
  <inkml:trace contextRef="#ctx0" brushRef="#br0" timeOffset="13">16176 11038 8912,'-11'0'0,"-1"0"0,8 0 0,-9 10 0,7 5 0,1 8 0,-1 5 0,0 9 0,-2-1 0,5 10 0,-3 0 0,2-2 0,2 3 0,2-6 0,0-3 0,2-4 0,4-5 0,3-4 0,9-8 0</inkml:trace>
  <inkml:trace contextRef="#ctx0" brushRef="#br0" timeOffset="14">16624 10797 8912,'-2'-23'0,"-4"0"0,4 6 0,-4 6 0,2 7 0,1 0 0,-5 10 0,-2 11 0,5 8 0,-5 9 0,2 3 0,5 3 0,-5-2 0,2 8 0,2 2 0,3 1 0,6 3 0,1-1 0,5 1 0,-3-2 0,0-5 0,-1-4 0,-1-5 0,2-2 0,1 1 0</inkml:trace>
  <inkml:trace contextRef="#ctx0" brushRef="#br0" timeOffset="15">16451 10763 8912,'12'-25'0,"-2"-4"0,-3-3 0,5 5 0,-5 4 0,3 4 0,1 2 0,7 9 0,-1 8 0,0 10 0,0 13 0,2 7 0,4 7 0,6 3 0,-4 0 0,7 2 0,-3 2 0,3 0 0,-5 5 0,4-5 0,-8 6 0,-2-4 0,-2 2 0,-2-8 0,-7 6 0,-5-6 0,-5 0 0,-5-6 0,-9 1 0,-7-1 0,-5-1 0,-9-5 0,1-3 0,-1-8 0,3 0 0,3 1 0,-2-1 0,9 0 0,-1-7 0,5-3 0,1-7 0,0-15 0,0-4 0</inkml:trace>
  <inkml:trace contextRef="#ctx0" brushRef="#br0" timeOffset="16">16968 10092 8912,'11'-15'0,"1"4"0,1 5 0,2 6 0,3 8 0,-1 9 0,6 15 0,0 14 0,7 11 0,-3 8 0,2 8 0,-3 7 0,-1 4 0,-2 10 0,-4-2 0,-9-44 0,0 1 0,7 46 0,-8-7 0,-5-2 0,-4-9 0,-8-1 0,-1-9 0,-1-4 0,-5-6 0,4-11 0,-5-4 0,5-9 0,-1-5 0,7-3 0,-5-8 0,2 1 0,3-1 0,-3-15 0,-2-4 0</inkml:trace>
  <inkml:trace contextRef="#ctx0" brushRef="#br0" timeOffset="17">17966 10883 8912,'-23'-7'0,"0"-3"0,2 1 0,9-1 0,7 4 0,3 4 0,6-5 0,5 7 0,8 0 0,14 0 0,3 0 0,8 0 0,4 0 0,0 0 0,-6-6 0,6 0 0,-6 0 0,4 6 0,-3-1 0,-9-5 0,1 4 0,-10-4 0,-8 4 0,0-5 0,-5-3 0</inkml:trace>
  <inkml:trace contextRef="#ctx0" brushRef="#br0" timeOffset="18">17949 11296 8912,'-10'2'0,"4"4"0,12-5 0,6 5 0,11-6 0,7-6 0,8-5 0,8-4 0,4-2 0,2-1 0,-1 1 0,-5 0 0,-2 0 0,-2 0 0,-2-8 0,-5-2 0</inkml:trace>
  <inkml:trace contextRef="#ctx0" brushRef="#br0" timeOffset="19">20444 10196 8912,'-17'-8'0,"-1"-4"0,3-3 0,2 0 0,3 1 0,3 3 0,1 9 0,6 4 0,0 13 0,6 18 0,-1 15 0,-1 7 0,-2 8 0,4 4 0,0 2 0,-3-1 0,-1 1 0,6 0 0,0-2 0,5-4 0,-3-6 0,-3-3 0,7-3 0,-13 1 0,7-1 0</inkml:trace>
  <inkml:trace contextRef="#ctx0" brushRef="#br0" timeOffset="20">19859 11347 8912,'38'-7'0,"8"-5"0,13-5 0,12-6 0,7-2 0,8-3 0,-1 3 0,-5 0 0,-11 14 0,-14-5 0,-13 16 0,-9 2 0,-7 4 0,-8 11 0,-9 12 0,-1 3 0,-10 3 0,-8-1 0</inkml:trace>
  <inkml:trace contextRef="#ctx0" brushRef="#br0" timeOffset="21">20203 11760 8912,'-17'-8'0,"0"-1"0,-1 1 0,1 8 0,6 16 0,1 14 0,1 6 0,-1 5 0,6 6 0,-5-3 0,5 8 0,-2-1 0,2 1 0,2-8 0,4-4 0,2-6 0,2-3 0,-2-2 0,5-8 0,-5-4 0,7-11 0,1-5 0,-1-8 0,1-5 0,1-3 0,4-4 0,6-4 0,-3 4 0,2-4 0,3 4 0,-2 2 0,6 0 0,-4 1 0,0 5 0,0 5 0,-1 4 0,-3 4 0,2 4 0,0 5 0,-5 12 0,-3 10 0,-4 9 0,-5 2 0,-4 5 0,-2 7 0,0-3 0,0 5 0,-8-5 0,-1-3 0,-10-3 0,-4-1 0,4-8 0,-6-3 0,7-12 0,1-12 0,0-5 0,0-4 0,2-4 0,3-4 0,-11-19 0,4-11 0</inkml:trace>
  <inkml:trace contextRef="#ctx0" brushRef="#br0" timeOffset="22">20100 11743 8912,'9'-8'0,"14"1"0,0-5 0,17-5 0,12 0 0,15-2 0,13-10 0,4-2 0,2-1 0,-2 5 0,-3 4 0,-7 4 0,-12 4 0,-11 3 0,-9 7 0,-13 3 0,0 9 0,-10 3 0,-4 0 0,-9 5 0,-6-6 0,-10 9 0</inkml:trace>
  <inkml:trace contextRef="#ctx0" brushRef="#br0" timeOffset="23">22079 10110 8912,'0'-18'0,"0"1"0,0 0 0,0 0 0,0 0 0,-2 1 0,-4 3 0,-5 1 0,-5 9 0,-3-3 0,-6 6 0,-9 6 0,-4-3 0,-12 9 0,-4 1 0,-1 5 0,-4 4 0,5-2 0,-3 2 0,3-2 0,5-1 0,1 2 0,2 2 0,13 5 0,-1-3 0,1 4 0,1 7 0,-2 0 0,-1 10 0,1 0 0,7 6 0,4 1 0,6 3 0,3 3 0,3 2 0,7-6 0,-2 3 0,4 3 0,2 2 0,0 11 0,0 6 0,0 6 0,0 6 0,8 4 0,-7-44 0,0 1-91,2 1 0,0 1 1,-2-2-1,0 1 0,-1 2 1,2 0 90,0 0 0,1-1 0,-2 0 0,0-1 0,3-2 0,0-1 0,-1-2 0,0 0 0,2 37 0,9-4 0,3-31 0,12 1 0,3-10 0,3-2 0,-1-6 0,8-3 0,2-21 0,10-3 0,3 1 0,12-6 0,9 3 0,2-5 0,1-5 0,-9 3 0,5-8 0,-8 5 0,-16 3 0,-7-4 0,-8 4 0,-11 2 544,-4 0-544,-11 0 0,-5 0 0,-7 0 0,-7 0 0,5 0 0,-6-2 0,8-4 0,0-5 0,0-4 0,-8-18 0,-1-3 0</inkml:trace>
  <inkml:trace contextRef="#ctx0" brushRef="#br0" timeOffset="24">21975 10608 8912,'-11'-7'0,"0"-3"0,-1-1 0,3-1 0,-5 12 0,8 4 0,3 11 0,1 20 0,2-1 0,2 18 0,3 1 0,7 6 0,3 6 0,2 8 0,0 1 0,-1 3 0,-5-3 0,5-9 0,-5 2 0,4-8 0,3-9 0,-7-8 0,-1-13 0,-3-7 0,-1-2 0,-4-11 0,4-3 0,-5-12 0,5-5 0,-4-5 0,-2-16 0,0-4 0</inkml:trace>
  <inkml:trace contextRef="#ctx0" brushRef="#br0" timeOffset="25">22285 10849 8912,'0'-17'0,"0"7"0,0 2 0,0 22 0,2 5 0,4 6 0,-2 5 0,5 9 0,1 1 0,-1-2 0,3 6 0,-1-6 0,1 6 0,-1-2 0,-1-4 0,5-1 0,-3-5 0,3-3 0,0-5 0,-3-6 0,3-9 0,-5-1 0,7-8 0</inkml:trace>
  <inkml:trace contextRef="#ctx0" brushRef="#br0" timeOffset="26">22801 10849 8912,'-7'-17'0,"-3"-1"0,-7 3 0,0 4 0,0 3 0,-1 8 0,1 0 0,0 2 0,0 4 0,0 3 0,-1 8 0,7 1 0,-1-1 0,7 2 0,-5 2 0,3 2 0,1 0 0,6-4 0,2 2 0,3 2 0,5 0 0,1-6 0,1 0 0,1 0 0,3 1 0,7-3 0,0-2 0,-2-1 0,-2 1 0,0 2 0,2 3 0,2-1 0,0 0 0,-12 0 0,1 2 0,1 4 0,-5-4 0,-1 12 0,-7-8 0,0-2 0,-2 4 0,-1-2 0,-5-2 0,-2-2 0,-1-10 0,-1-1 0,1-8 0,1-2 0,-1-4 0,1-11 0,5-12 0,3-3 0,-4-4 0,4-3 0,2-1 0,8 0 0,-4 6 0,7-1 0,-7 1 0,2 0 0,3 5 0,3 0 0,-3 8 0,3-2 0,1 4 0,2-6 0,3-1 0</inkml:trace>
  <inkml:trace contextRef="#ctx0" brushRef="#br0" timeOffset="27">23163 11193 8912,'11'0'0,"1"0"0,-6-6 0,5 0 0,1-5 0,5 5 0,0-7 0,0 3 0,0 1 0,6-7 0,0 7 0,-2-1 0,4 1 0,-2 5 0,-2-2 0,6-7 0,0 3 0</inkml:trace>
  <inkml:trace contextRef="#ctx0" brushRef="#br0" timeOffset="28">23610 10918 8912,'0'17'0,"0"-6"0,0 1 0,6-1 0,0 6 0,1 6 0,-3 2 0,2 2 0,5-4 0,-5 6 0,8-1 0,-3 7 0,-1-3 0,1-1 0,2-3 0,3-9 0,-1 0 0,-3-5 0,10-10 0,-2 3 0</inkml:trace>
  <inkml:trace contextRef="#ctx0" brushRef="#br0" timeOffset="29">24127 10797 8912,'-8'-9'0,"-4"3"0,-3 4 0,-2 2 0,0 0 0,0 0 0,-1 0 0,1 0 0,0 6 0,0 1 0,-1 3 0,1 1 0,2 7 0,3-1 0,7 0 0,3 0 0,2 2 0,2 2 0,3 2 0,5 0 0,7-4 0,0 2 0,1 2 0,-1 8 0,6-12 0,0 4 0,-2-4 0,-2 4 0,-2 0 0,0-2 0,1-2 0,-9-2 0,5 0 0,-9 1 0,1-1 0,-8 0 0,-4 0 0,3-7 0,-9-5 0,-1-3 0,-3-2 0,-1 0 0,-4-2 0,2-3 0,4-7 0,1-3 0,-1-4 0,4-4 0,5-6 0,4 2 0,2-1 0,0-3 0,0-1 0,8 5 0,1-5 0,8 5 0,1 0 0,6-5 0,-3 7 0,6-6 0,-2 3 0,-2 7 0,2-12 0,2 6 0</inkml:trace>
  <inkml:trace contextRef="#ctx0" brushRef="#br0" timeOffset="30">24299 10522 8912,'0'25'0,"0"4"0,0 11 0,0 6 0,5 5 0,1 7 0,0 5 0,-6 9 0,0 3 0,0-3 0,0-3 0,0-6 0,2 2 0,4-8 0,-5-9 0,5-13 0,-4-11 0,-2-5 0,0-1 0</inkml:trace>
  <inkml:trace contextRef="#ctx0" brushRef="#br0" timeOffset="31">25056 10814 8912,'0'-17'0,"0"0"0,0 0 0,0 0 0,0 0 0,7 7 0,-5 4 0,4 14 0,-4 9 0,-2 10 0,0 0 0,0 1 0,0 1 0,0 5 0,0 1 0,0-1 0,0 0 0,6 1 0,0-1 0,-1 1 0,-5-1 0</inkml:trace>
  <inkml:trace contextRef="#ctx0" brushRef="#br0" timeOffset="32">24884 11072 8912,'-10'-7'0,"3"-3"0,14-7 0,8 0 0,8 0 0,8 1 0,-2 3 0,3 1 0,3-1 0,-1 4 0,0-1 0,1 2 0,-8-5 0,5 11 0,-13-21 0,6 4 0</inkml:trace>
  <inkml:trace contextRef="#ctx0" brushRef="#br0" timeOffset="33">25624 10557 8912,'-12'-12'0,"1"1"0,-3-3 0,7 7 0,-1 1 0,8 14 0,0 9 0,0 8 0,0 9 0,0 8 0,0 6 0,0 5 0,2 5 0,4-3 0,-4 6 0,5-2 0,-7 8 0,0 2 0,6-12 0,0 4 0,-2-9 0,-2-6 0,-2-8 0,0-4 0,0-11 0,7-11 0,3 3 0,7-5 0</inkml:trace>
  <inkml:trace contextRef="#ctx0" brushRef="#br0" timeOffset="34">26037 10797 8912,'0'-17'0,"0"0"0,0 7 0,0 3 0,0 9 0,0 5 0,0 10 0,0 4 0,0 12 0,0 3 0,0 10 0,0-8 0,2 6 0,3-2 0,-1 4 0,6-6 0,-1-2 0,1-1 0,-6-3 0,9-7 0,-7-4 0,7-4 0,-3-2 0</inkml:trace>
  <inkml:trace contextRef="#ctx0" brushRef="#br0" timeOffset="35">26346 10763 8912,'-17'0'0,"0"6"0,0-1 0,0 9 0,1-5 0,5 8 0,3 1 0,8-1 0,0 0 0,0 0 0,8 2 0,3 2 0,5 2 0,1-2 0,0 0 0,0 2 0,0-4 0,1 4 0,-3-2 0,-2 0 0,-1 2 0,-6-2 0,3-7 0,-1-3 0,-2 1 0,-6 5 0,0-6 0,0 1 0,-2-7 0,-4 7 0,2-8 0,-7 1 0,-3-3 0,-1-2 0,-2 0 0,-1 0 0,7-2 0,0-3 0,-1-13 0,-5-8 0,0-9 0</inkml:trace>
  <inkml:trace contextRef="#ctx0" brushRef="#br0" timeOffset="36">26312 10763 8912,'-9'0'0,"1"-8"0,8 6 0,8-5 0,3 1 0,10 0 0,4 2 0,4 3 0,7 1 0,-2 0 0,8 0 0,0-8 0,2-2 0</inkml:trace>
  <inkml:trace contextRef="#ctx0" brushRef="#br0" timeOffset="37">26863 11090 8912,'-12'-6'0,"1"0"0,7-7 0,-4 3 0,8-7 0,8 2 0,5 1 0,8 3 0,-1-1 0,12 1 0,-3-1 0,3-1 0,3 4 0,-1-3 0,0-7 0,1-8 0</inkml:trace>
  <inkml:trace contextRef="#ctx0" brushRef="#br0" timeOffset="38">27362 10694 8912,'0'17'0,"0"1"0,0 1 0,0 4 0,0 5 0,0 12 0,0-1 0,0 4 0,0 1 0,0 0 0,7-5 0,-5 8 0,6-7 0,0-1 0,-5-13 0,9-8 0,7-9 0,8-9 0</inkml:trace>
  <inkml:trace contextRef="#ctx0" brushRef="#br0" timeOffset="39">27947 10677 8912,'-10'-17'0,"-5"0"0,7-1 0,-3 1 0,-4 8 0,3 3 0,-3 4 0,-4 2 0,-2 0 0,-2 2 0,2 4 0,2 3 0,1 14 0,1 0 0,2 2 0,3-4 0,7 2 0,3 0 0,2 2 0,0-6 0,5 7 0,1-3 0,10-4 0,1 4 0,0-4 0,8-1 0,0-1 0,-6-2 0,4-2 0,-4-1 0,-2 1 0,0 3 0,0 1 0,-1 0 0,-5 0 0,-3-7 0,-8 5 0,0-4 0,0 5 0,-8-5 0,-5-1 0,-8-1 0,-8 1 0,4-6 0,-5 3 0,5-7 0,-2 0 0,6-7 0,2-9 0,7-6 0,3-3 0,-3 2 0,7-4 0,5-2 0,5 1 0,5-1 0,9 0 0,2 3 0,2 1 0,8 2 0,-5 0 0,9-2 0,-3 0 0,-3 0 0,4-5 0,-7 3 0</inkml:trace>
  <inkml:trace contextRef="#ctx0" brushRef="#br0" timeOffset="40">28136 10161 8912,'10'8'0,"-3"-6"0,-1 13 0,0-4 0,5 7 0,-3 6 0,2 11 0,-7 22 0,3 21 0,-4 14 0,-2-41 0,0 1 0,0 3 0,0-1 0,0 1 0,0-1 0,-1-1 0,0 1 0,-2 3 0,0 1 0,2-3 0,0 1 0,-1-2 0,-1 0 0,-1 42 0,-2-12-491,4-15 1,-13-10-1,5-7 1</inkml:trace>
  <inkml:trace contextRef="#ctx0" brushRef="#br0" timeOffset="41">28446 10797 8912,'0'17'0,"-2"-1"0,-2-3 0,-2-1 0,3-9 0,10 3 0,10-4 0,8-4 0,10-2 0,-1-3 0,1-3 0,-1-1 0,0-5 0,1 3 0,-1 2 0,1 7 0,-9-10 0,-3 9 0,-3-1 0,-3-2 0,-8 6 0,-1-13 0,-8 6 0</inkml:trace>
  <inkml:trace contextRef="#ctx0" brushRef="#br0" timeOffset="42">28738 10591 8912,'0'-17'0,"0"0"0,-7 7 0,5 2 0,-11 24 0,7 7 0,2 7 0,2 12 0,2 4 0,0 4 0,0 1 0,0 1 0,0-1 0,0-5 0,0 0 0,2 0 0,4-2 0,5-4 0,-3-4 0,7-17 0,-5-3 0,7-16 0</inkml:trace>
  <inkml:trace contextRef="#ctx0" brushRef="#br0" timeOffset="43">29238 10161 8912,'-10'0'0,"0"-6"0,5 1 0,3-1 0,-6 16 0,8 7 0,0 13 0,0 14 0,0 10 0,0 14 0,0 9 0,0 3 0,0 12 0,0-2 0,2 5 0,2-3 0,2-8 0,1-6 0,-1-9 0,-2-8 0,7-4 0,-5-13 0,5-9 0,3-10 0,-6-14 0,7-3 0,-4-8 0,5-16 0,1-3 0</inkml:trace>
  <inkml:trace contextRef="#ctx0" brushRef="#br0" timeOffset="44">29565 10557 8912,'-10'11'0,"4"1"0,4-1 0,2 6 0,0 8 0,0 4 0,0 3 0,0 3 0,0-1 0,0 6 0,0 0 0,0 2 0,2-4 0,4 2 0,-4-1 0,4-11 0,-4-3 0,-2-8 0,0-7 0,0-2 0</inkml:trace>
  <inkml:trace contextRef="#ctx0" brushRef="#br0" timeOffset="45">29719 10677 8912,'10'-12'0,"-4"1"0,-4-2 0,-2-3 0,7 5 0,5-1 0,5 9 0,6-3 0,-4 4 0,4 4 0,-4 4 0,-2 3 0,-5 8 0,-3 2 0,-1 4 0,-2 2 0,-6 6 0,0-3 0,-2 1 0,-4 5 0,2-5 0,-5-2 0,1-2 0,-5-2 0,11-6 0,-6 0 0,0 0 0,6 0 0,2-7 0,6-2 0,10-8 0,3 0 0,4-8 0,0-3 0,3-5 0,9-9 0,-1-1 0,1-9 0</inkml:trace>
  <inkml:trace contextRef="#ctx0" brushRef="#br0" timeOffset="46">30253 10780 8912,'-10'0'0,"3"0"0,9-2 0,3-4 0,5 5 0,7-5 0,8 2 0,4-2 0,3 2 0,3-5 0,1-1 0,4 1 0,-11 5 0,18-19 0,-10 4 0</inkml:trace>
  <inkml:trace contextRef="#ctx0" brushRef="#br0" timeOffset="47">30752 10453 8912,'0'18'0,"0"-1"0,0 0 0,0 0 0,-6 8 0,0 4 0,3 3 0,-1 4 0,-2 5 0,4-5 0,-6 8 0,8-6 0,0 2 0,0-2 0,0-9 0,0 3 0,8-12 0,4 1 0,3-8 0,2-7 0,8-12 0,2-4 0</inkml:trace>
  <inkml:trace contextRef="#ctx0" brushRef="#br0" timeOffset="48">31148 10436 8912,'-18'-11'0,"1"-1"0,0 1 0,0 1 0,0 3 0,-1 7 0,1 0 0,0 2 0,0 3 0,0 7 0,-1 3 0,9 2 0,3 0 0,4 1 0,2 5 0,0-1 0,0 7 0,0-6 0,2 0 0,4-4 0,5 2 0,5 2 0,1 0 0,-6-6 0,1 2 0,1 4 0,2-4 0,3 8 0,-1-4 0,-6-4 0,1 4 0,-3-4 0,3-2 0,-6 2 0,-5 4 0,-1-4 0,0 4 0,0-4 0,-7-3 0,-5-5 0,-5-3 0,-4-8 0,-2 0 0,4-2 0,6-4 0,-3-3 0,9-10 0,-5-3 0,7 0 0,3-9 0,2 4 0,2-7 0,3-1 0,7 1 0,9 2 0,4-1 0,1-1 0,-5 11 0,12-17 0,-4 11 0,3-3 0,-5 5 0,13-13 0,-4 3 0</inkml:trace>
  <inkml:trace contextRef="#ctx0" brushRef="#br0" timeOffset="49">31681 10041 8912,'0'17'0,"0"8"0,0 11 0,0 16 0,-7 16 0,-3 20 0,5-38 0,0 2-52,-2 3 0,-1 0 0,4 2 0,0-1 0,-1-2 0,-1-1 0,2-2 0,0-1 52,0-1 0,1 0 0,1 46 0,-2-46 0,0 0 0,-4 42 0,-1-3 0,-8-2 0</inkml:trace>
  <inkml:trace contextRef="#ctx0" brushRef="#br0" timeOffset="50">24230 12792 8912,'2'-10'0,"3"3"0,7 1 0,3 0 0,2 2 0,8-3 0,4 1 0,3 0 0,3-2 0,1 7 0,2-5 0,5 2 0,1-2 0,-12 4 0,2-3 0,-3 3 0,-4 0 0,-4-4 0,-6 2 0,-6-7 0,-11-1 0,-9-5 0</inkml:trace>
  <inkml:trace contextRef="#ctx0" brushRef="#br0" timeOffset="51">24488 12465 8912,'10'2'0,"-5"4"0,-3 5 0,-2 6 0,0 6 0,0 6 0,0 11 0,2 6 0,4 9 0,5 4 0,5 3 0,1-1 0,0 2 0,0-6 0,0-11 0,8-4 0,-6-15 0,6-2 0</inkml:trace>
  <inkml:trace contextRef="#ctx0" brushRef="#br0" timeOffset="52">25383 12156 8912,'0'24'0,"0"7"0,0 7 0,6 10 0,1 13 0,1 8 0,1 3 0,1 5 0,-4-1 0,3 6 0,-1-1 0,-2-13 0,-4-3 0,3-11 0,-3-14 0,4-2 0,-4-7 0,-2-14 0,0-9 0,7-24 0,3-3 0</inkml:trace>
  <inkml:trace contextRef="#ctx0" brushRef="#br0" timeOffset="53">25865 12603 8912,'0'-12'0,"2"1"0,3-3 0,-1 1 0,6 0 0,-1 3 0,1 2 0,3 5 0,2 1 0,-3 4 0,-1 3 0,-7 7 0,2 11 0,-4 5 0,-4 5 0,-4 1 0,4 1 0,-5 5 0,5 0 0,-2-2 0,-2-4 0,2-5 0,2 2 0,2-8 0,2-2 0,4-8 0,6-4 0,3-1 0,2-2 0,2-14 0,4-3 0,6-5 0,11-8 0,-4-1 0,4-6 0,-3 3 0,-10-1 0,5-5 0,-5-1 0</inkml:trace>
  <inkml:trace contextRef="#ctx0" brushRef="#br0" timeOffset="54">26364 12465 8912,'-10'0'0,"2"-2"0,8-4 0,8-3 0,2-8 0,7-1 0,0 3 0,0 4 0,1 5 0,-1 4 0,-8 12 0,-3 7 0,2 8 0,-3 9 0,1 6 0,-6 2 0,0 2 0,0-6 0,0 10 0,0-8 0,0-2 0,0-3 0,0-7 0,0-5 0,0-4 0,0-1 0,8-9 0,3-5 0,5-8 0,8-5 0,-3-9 0,6-1 0,-2-4 0,-2 4 0,-6-21 0,0 4 0</inkml:trace>
  <inkml:trace contextRef="#ctx0" brushRef="#br0" timeOffset="55">26897 12603 8912,'0'-18'0,"10"1"0,7 0 0,0 6 0,6-1 0,4 3 0,0-5 0,-1 3 0,5 1 0,-8-1 0,8-12 0,-5 4 0</inkml:trace>
  <inkml:trace contextRef="#ctx0" brushRef="#br0" timeOffset="56">27276 12276 8912,'7'9'0,"-5"7"0,6-7 0,-8 8 0,0 1 0,0-1 0,0 6 0,2 2 0,4 1 0,-3 3 0,7 5 0,-2 1 0,-1 5 0,-3-2 0,2-3 0,-2-5 0,-2-9 0,5 4 0,3-8 0</inkml:trace>
  <inkml:trace contextRef="#ctx0" brushRef="#br0" timeOffset="57">27878 12242 8912,'-23'-6'0,"0"-2"0,2 1 0,2-1 0,0-4 0,-4 7 0,4-1 0,-4 6 0,4 2 0,2 4 0,-1 1 0,1 5 0,0 11 0,7-10 0,5 16 0,3-8 0,2 2 0,0-4 0,2-2 0,3 0 0,7 0 0,3 0 0,2 1 0,8-1 0,-6 0 0,6 0 0,-2 0 0,2-1 0,2-5 0,-6 12 0,4-11 0,-8 10 0,0-2 0,-2-3 0,-3 0 0,-5 6 0,-7 0 0,0 0 0,-1-4 0,-5 0 0,-6-2 0,-5 8 0,-6-14 0,2 7 0,-8-13 0,8 1 0,-9-8 0,7-5 0,2-11 0,4-1 0,5-9 0,-1-1 0,7-5 0,0-1 0,6 1 0,0-1 0,8 1 0,3 0 0,5-1 0,7 1 0,0-1 0,7 9 0,-9-5 0,6 8 0,-2 2 0,5-6 0,-3 1 0</inkml:trace>
  <inkml:trace contextRef="#ctx0" brushRef="#br0" timeOffset="58">28033 11932 8912,'0'-17'0,"0"0"0,0 7 0,0 6 0,2 16 0,2 13 0,1 13 0,-1 13 0,-2 16 0,-2 12 0,0-1 0,6 14 0,0 1 0,-4-41 0,-1 1 0,1 0 0,-2-1-239,0 3 0,0-1 0,0 44 1,0-5-1</inkml:trace>
  <inkml:trace contextRef="#ctx0" brushRef="#br0" timeOffset="59">28515 12568 8912,'-19'6'0,"-2"0"0,-2-3 0,2-1 0,11-2 0,10 0 0,12 0 0,9 0 0,0 0 0,5 0 0,1 0 0,0 0 0,0 0 0,3 0 0,-3 2 0,-2 4 0,4-4 0,-6 6 0,-2-3 0,-2 1 0,6 0 0,-6-6 0,4 0 0,-4 0 0,-2 0 0</inkml:trace>
  <inkml:trace contextRef="#ctx0" brushRef="#br0" timeOffset="60">28687 12259 8912,'-2'11'0,"-2"1"0,-2 1 0,-5 2 0,5 2 0,-1 6 0,3 4 0,-2 6 0,0 3 0,6 14 0,0-1 0,2 5 0,4-1 0,3 6 0,9-1 0,1-3 0,2-9 0,0-8 0,-6-7 0,10 1 0,-6-5 0</inkml:trace>
  <inkml:trace contextRef="#ctx0" brushRef="#br0" timeOffset="61">29478 12018 8912,'0'-17'0,"0"0"0,0 7 0,0 10 0,-1 13 0,-3 10 0,-2 12 0,-2 3 0,5 12 0,-3 3 0,2 3 0,2 3 0,2 2 0,0 8 0,0-1 0,0-5 0,0-1 0,0-3 0,0-2 0,6-13 0,0-4 0,-3-4 0,-1-9 0,-2 6 0,0-7 0</inkml:trace>
  <inkml:trace contextRef="#ctx0" brushRef="#br0" timeOffset="62">29960 12327 8912,'-11'2'0,"-1"2"0,-1 2 0,3 0 0,-1-6 0,7 0 0,-4 0 0,8 0 0,0 2 0,0 3 0,8 5 0,-6 1 0,4 1 0,-4 1 0,0 2 0,3 3 0,-3-7 0,4 1 0,-4-1 0,-2 6 0,0-7 0,2 5 0,4-3 0,-5-5 0,7 3 0,-8-5 0,0-1 0,0 8 0,0 1 0,0-3 0,0 1 0,0-5 0,0 5 0,0 1 0,0 5 0,0 0 0,0 0 0,-2-1 0,-4-5 0,5 4 0,-7-13 0,8 6 0,8-8 0,-7 0 0,15-15 0,-7-4 0</inkml:trace>
  <inkml:trace contextRef="#ctx0" brushRef="#br0" timeOffset="63">30425 12362 8912,'-12'-6'0,"1"-2"0,-2-1 0,-3-4 0,-1 3 0,0-1 0,0 7 0,-1-10 0,1 9 0,0 1 0,0 2 0,2 4 0,3 4 0,4 3 0,8 8 0,0 0 0,0 1 0,0-1 0,0 0 0,0 8 0,8-6 0,4 6 0,3 0 0,2-4 0,0 5 0,0 1 0,1 0 0,-1-4 0,0 5 0,-5-6 0,-1 0 0,-7 5 0,5-8 0,-5 4 0,2-4 0,0-1 0,-8-3 0,-2-2 0,-4-3 0,-1-1 0,-5 1 0,-1-6 0,-2 1 0,0-10 0,-1-5 0,1-7 0,0-2 0,2-4 0,3-6 0,5-3 0,7-3 0,0 1 0,0 0 0,2 1 0,3 3 0,7 3 0,3 2 0,10-6 0,-4 12 0,8-4 0,-1-3 0,7-1 0</inkml:trace>
  <inkml:trace contextRef="#ctx0" brushRef="#br0" timeOffset="64">30769 12499 8912,'0'-17'0,"0"0"0,2 0 0,4 0 0,3 5 0,9 3 0,-1-1 0,0 1 0,6 3 0,0-4 0,0 3 0,2 3 0,-6-6 0,6 1 0,-8-9 0</inkml:trace>
  <inkml:trace contextRef="#ctx0" brushRef="#br0" timeOffset="65">31165 12224 8912,'0'18'0,"0"-1"0,0 0 0,0 6 0,-2 2 0,-2-1 0,-2 1 0,1 6 0,5-4 0,0 5 0,2-1 0,1-3 0,3 3 0,8-4 0,-3 1 0,2-7 0,-1 2 0,3-6 0,-3-5 0,11-4 0,3-8 0</inkml:trace>
  <inkml:trace contextRef="#ctx0" brushRef="#br0" timeOffset="66">31630 12173 8912,'-12'-12'0,"1"1"0,1 5 0,-1-5 0,-5 7 0,12-4 0,-7 8 0,-2 0 0,-1 2 0,1 4 0,1 5 0,-1 5 0,3 6 0,-1 1 0,7 8 0,-2-2 0,4-3 0,2 3 0,0 0 0,0 3 0,2-1 0,4-3 0,-2-1 0,7 2 0,1 1 0,5-7 0,0 0 0,0-2 0,1-2 0,-1-3 0,-2-3 0,-3 4 0,3 0 0,-13-5 0,4-1 0,-12-5 0,-6 4 0,-3-3 0,-2-3 0,0-8 0,-1-2 0,-1-7 0,-4 2 0,6-10 0,-2-4 0,8-2 0,3-4 0,2-1 0,6-2 0,0-1 0,0 1 0,2 5 0,4 2 0,7 1 0,8-1 0,0 6 0,8-2 0,0 4 0,5-6 0,1-2 0</inkml:trace>
  <inkml:trace contextRef="#ctx0" brushRef="#br0" timeOffset="67">31905 11760 8912,'9'0'0,"-1"4"0,-8 7 0,0 10 0,0 20 0,0 2 0,0 24 0,0 8 0,0 9 0,0 8 0,0 5 0,0-46 0,0-1 0,0 44 0,-2-6-843,-4-6 843,-3-17 0,-8 9 0,-1-13 0</inkml:trace>
  <inkml:trace contextRef="#ctx0" brushRef="#br0" timeOffset="68">32025 10075 8912,'-28'-17'0,"1"0"0,4 0 0,6 1 0,5 3 0,7 3 0,6 3 0,9-5 0,13 7 0,6-1 0,11 6 0,6 0 0,3 0 0,9 0 0,-1 2 0,-1 5 0,-3 11 0,-9-1 0,4 17 0,-6-1 0,2 5 0,-6 17 0,2 3 0,-1 10 0,1 13 0,-4 1 0,-16-34 0,0 1 0,-1 1 0,-1 1 0,-1 2 0,0 1-55,1 6 0,-2 1 0,1 7 1,-1 1-1,-1 4 0,-1 1 1,-2 1-1,-2-1 0,0 1 0,-2-1 55,-2 2 0,-1-1-152,0 1 1,-2 1 0,-3 2-1,-2 1 1,-1-3 0,-2-2 151,-2-3 0,-3-2 0,-1-4 0,-3 0 0,-3-4 0,-2 0 0,-1-1 0,0 0 0,-2-1 0,-2-1 0,0-9 0,-2-1-5,1-2 0,-2-2 0,-24 33 1,-1-13-1,-1-4 5,-5-2 0,5-1 0,-8-13-141,3 1 0,-5-8 141,-11 3 0,-12-5 0,37-19 0,0 0 0,-1 1 0,-1-1 0,-1-3 0,0 0 0,1 0 0,-1-1 0,0 0 0,-1 1 0,-1-1 0,-1 1 0,2-4 0,1 1 0,0-1 0,1-1 0,-37 2 0,11 2 0,16-3 0,19 0 0,6-3 0,7-7 0,17-6 0,5 1 0</inkml:trace>
  <inkml:trace contextRef="#ctx0" brushRef="#br0" timeOffset="69">32111 11949 8912,'-17'-5'0,"-2"-1"0,-2 2 0,-6 2 0,-7 6 0,-14 9 0,-11 16 0,-20 13 0,34-14 0,-3 1 0,-7 2 0,-3 1 0,-14 6 0,-3 1-158,17-11 1,-2 1 0,0 0 0,-1 1 0,0 1 0,-1-1 0,-6 3 0,-2 0 0,0-1 0,0-1 0,1-1-1,-1 0 1,1 0 0,0-2 0,1 0 157,1-1 0,1 0 0,0 0 0,2 0 0,0 0 0,3-1 0,-21 9 0,3-1 0,9-3 0,2 1 0,9-2 0,2 1 0,8-5 0,4 1 0,-16 38 0,19-9 0,15-7 0,0 1 0,16-10 0,-1 0 0</inkml:trace>
  <inkml:trace contextRef="#ctx0" brushRef="#br0" timeOffset="70">24694 10574 8912,'8'-35'0,"4"1"0,3 2 0,2 3 0,-2-4 0,-1 7 0,-5-1 0,-1 4 0,-4 4 0,-6 9 0,-10 5 0,-7 12 0,-19 10 0,-6 10 0,-8 6 0,-11 9 0,0 4-70,-11 11 1,32-26 0,-2 1 0,-7 5-1,-2 0 1,-5 5 0,-2 0 0,-9 5-1,-2 2 70,-5 4 0,-3 3-213,18-13 0,-2 1 0,0 1 0,1-2 0,0 1 0,-1 0 0,-5 4 0,-1 0 0,1 0 213,1-1 0,1-1 0,0 0 0,3-2 0,0-1 0,2 0 0,2-1 0,2 1 0,1-2 0,-23 16 0,3-3 0,5-4 0,2-3 0,9-4 0,4-3 0,13-10 0,3-1 0,-25 19-163,18-10 163,16-8 0,16-20 0,15-4 0,7-12 0,18-4 0,2-7 0</inkml:trace>
  <inkml:trace contextRef="#ctx0" brushRef="#br0" timeOffset="71">26966 9731 8912,'-6'-17'0,"-1"0"0,-1 0 0,0 0 0,4-1 0,3 7 0,2 1 0,5 3 0,6-7 0,9 5 0,4-1 0,1 4 0,3-1 0,4-1 0,-3 1 0,-1-1 0,1 4 0,-5 2 0,-2 2 0,-4 0 0,-1 0 0,-9 2 0,-3 4 0,-4 3 0,-8 3 0,-2-1 0,-1 3 0,-3-1 0,-3 0 0,2-1 0,1 1 0,1 3 0,1-5 0,2-1 0,1-3 0,5 7 0,-8-7 0,7 7 0,-3-3 0,0 1 0,6 5 0,0 0 0,0 0 0,0-5 0,0-1 0,0 0 0,2 7 0,4-1 0,-4 0 0,3 0 0,3-3 0,-2 1 0,-2 4 0,-3 0 0,-1 0 0,0-2 0,0 3 0,0 2 0,-7-2 0,-3 6 0,-9-5 0,-4 2 0,4 8 0,-21-12 0,4 6 0</inkml:trace>
  <inkml:trace contextRef="#ctx0" brushRef="#br0" timeOffset="72">30322 9044 8912,'-16'2'0,"3"3"0,2 7 0,-3 5 0,-1 6 0,-2 5 0,-1 7 0,3 5 0,4 6 0,-3 5 0,9 7 0,1 3 0,2 0 0,4 4 0,3-6 0,9-2 0,7-3 0,-2-8 0,4-18 0,-4-7 0,-2-7 0,0-7 0,1-7 0,-1 0 0,-8-13 0,-1-6 0,-2-4 0,0-2 0,-1-5 0,-5 3 0,0-7 0,0-1 0,-7 7 0,-5 1 0,-3 2 0,-2 4 0,-1 9 0,-6 5 0,-5 11 0,-4 7 0,-1 8 0,-6 17 0,0 5 0,-16 3 0,3 7 0</inkml:trace>
  <inkml:trace contextRef="#ctx0" brushRef="#br0" timeOffset="73">27104 13359 8912,'0'-23'0,"0"0"0,0 0 0,-2 8 0,-4 4 0,2 3 0,-5 10 0,-1 4 0,1 5 0,-3 6 0,-5 4 0,0 4 0,-1 2 0,1-4 0,0 5 0,-2 3 0,-2 1 0,-2 3 0,0-7 0,6 1 0,1 0 0,3 5 0,2 1 0,7-9 0,-2-3 0,4-4 0,4-1 0,6-3 0,9-4 0,10-5 0,13-4 0,4-10 0,7-3 0,1-4 0,0-8 0,-1 0 0,1-8 0,-6 10 0,-4-6 0,-6 1 0,-9-1 0,-6-2 0,-4-5 0</inkml:trace>
  <inkml:trace contextRef="#ctx0" brushRef="#br0" timeOffset="74">27086 13479 8912,'8'21'0,"4"8"0,3 7 0,2 33 0,2 11 0,4 14 0,-14-38 0,-1 3 0,2 1 0,-1 0-519,-1 1 0,-2 0 1,-1-3-1,1-1 0,3-2 1,0 1-1</inkml:trace>
  <inkml:trace contextRef="#ctx0" brushRef="#br0" timeOffset="75">18757 13755 8912,'20'-18'0,"3"1"0,5 0 0,7 0 0,5 0 0,-2-1 0,6 1 0,0 0 0,0 0 0,-13 7 0,9-13 0,-14 4 0</inkml:trace>
  <inkml:trace contextRef="#ctx0" brushRef="#br0" timeOffset="76">19033 14081 8912,'-12'0'0,"1"-2"0,-3-3 0,1-5 0,4-7 0,9 0 0,7-1 0,18-1 0,4-2 0,3-4 0,3-1 0,5 3 0,0-6 0,6 6 0,-6-5 0,8-1 0,-4-5 0</inkml:trace>
  <inkml:trace contextRef="#ctx0" brushRef="#br0" timeOffset="77">19928 13342 8912,'-10'0'0,"-3"2"0,7 4 0,0 3 0,6 10 0,0 4 0,0 6 0,0 3 0,0 3 0,8 5 0,1 0 0,1-2 0,5 4 0,-3-2 0,-3 0 0,1-7 0,-2-5 0,-5-5 0,7-4 0,-1-1 0</inkml:trace>
  <inkml:trace contextRef="#ctx0" brushRef="#br0" timeOffset="78">20186 13342 8912,'-10'-12'0,"4"1"0,5 7 0,8-4 0,7 8 0,5-1 0,4-5 0,7 4 0,-1-4 0,3 4 0,1 2 0,-4 0 0,-5 0 0,-6 0 0,-3 2 0,-4 4 0,-5 5 0,-4 5 0,-2 1 0,0 0 0,-6 6 0,1 0 0,-9 0 0,3-6 0,-5 0 0,7 0 0,3 1 0,-1-7 0,1 1 0,4 1 0,6 2 0,0 0 0,7-3 0,0 3 0,7-5 0,1 5 0,4-3 0,-4 3 0,4-4 0,-4 5 0,-2 1 0,0-8 0,-7 7 0,-4-5 0,-4 4 0,-2 4 0,0 4 0,-8-4 0,-4 4 0,-9 2 0,-2-2 0,1-2 0,-3-2 0,6-2 0,-4 1 0,-2-9 0,2-3 0,-8-4 0,4-2 0</inkml:trace>
  <inkml:trace contextRef="#ctx0" brushRef="#br0" timeOffset="79">19773 14219 8912,'0'9'0,"0"-1"0,7-8 0,5 0 0,3 0 0,12-8 0,7-3 0,8-12 0,12-8 0,3-7 0,10 2 0,6-2 0,-6 7 0,2 6 0,-18 10 0,3 3 0,-8 7 0,-6 5 0,-8 5 0,-12 13 0,-5 8 0,-6 9 0</inkml:trace>
  <inkml:trace contextRef="#ctx0" brushRef="#br0" timeOffset="80">20289 14769 8912,'-23'-15'0,"0"3"0,0-1 0,6 7 0,0 2 0,-6 2 0,0 2 0,-6 8 0,6 3 0,2 5 0,4 1 0,6 0 0,-3 6 0,8 0 0,3-2 0,3 0 0,5 2 0,5-4 0,7 4 0,6 2 0,0-2 0,8 0 0,-3-6 0,5 6 0,1 0 0,1 0 0,-1-6 0,-1 0 0,-5 0 0,3-5 0,-8-1 0,0 1 0,-8 5 0,-4 0 0,-3 0 0,-8 0 0,-8 1 0,-3-1 0,-10 0 0,-4-2 0,-2-3 0,-1 3 0,-7-6 0,1 1 0,-1-2 0,1-8 0,0 0 0,-8-16 0,-2-3 0</inkml:trace>
  <inkml:trace contextRef="#ctx0" brushRef="#br0" timeOffset="81">19979 14769 8912,'0'-27'0,"0"2"0,2 8 0,4 0 0,2 0 0,7 0 0,2-1 0,0 1 0,18 0 0,9-2 0,9-4 0,8 4 0,8-6 0,0 8 0,0 0-395,0 7 0,-8-5 0,-2 5 0</inkml:trace>
  <inkml:trace contextRef="#ctx0" brushRef="#br0" timeOffset="82">21149 14408 8912,'-9'-8'0,"-1"6"0,7-5 0,-3-1 0,0 4 0,8-7 0,4-3 0,-1 1 0,11 0 0,3 1 0,4 1 0,-2-5 0,2 5 0,0 3 0,2 1 0,-6 5 0,4-4 0,-4 6 0,-2 6 0,-2 3 0,-3 9 0,3 6 0,-5 3 0</inkml:trace>
  <inkml:trace contextRef="#ctx0" brushRef="#br0" timeOffset="83">21322 14838 8912,'-18'9'0,"9"-1"0,1-8 0,10-2 0,6-4 0,9-5 0,8-6 0,9-6 0,1 2 0,-1-6 0,0 2 0,1-6 0,-1 5 0</inkml:trace>
  <inkml:trace contextRef="#ctx0" brushRef="#br0" timeOffset="84">22148 14391 8912,'-12'-2'0,"3"-4"0,1-5 0,2-5 0,10-1 0,7 0 0,3 5 0,15 1 0,-1 7 0,7-2 0,-1 5 0,0 2 0,1 5 0,7 4 0,-6 13 0,2 1 0,-7 5 0,-8 7 0,-6 6 0,-3 10 0,-3 0 0,-9 5 0,-4 2 0,-13 2 0,-12 0 0,-13 2 0,4 2 0,-5-9 0,5-7 0,2-5 0,1-17 0,4-4 0,7-4 0,10-9 0,4-5 0,8-12 0,0-10 0,0-10 0,0-6 0,0-1 0,2 0 0,2-1 0,4 1 0,1-1 0,3 1 0,3 7 0,-2 4 0,-1 4 0,1 2 0,10 0 0,-2 7 0,8 5 0,0 5 0,5 5 0,2 7 0,5 11 0,-5 2 0,6 5 0,-2-1 0,0 1 0,0-5 0,1 6 0,-1-8 0,-2-2 0,-9-2 0,3-10 0,-5-1 0</inkml:trace>
  <inkml:trace contextRef="#ctx0" brushRef="#br0" timeOffset="85">23163 14906 8912,'0'10'0,"0"-2"0,-2-8 0,-4 0 0,4 0 0,-5 0 0,7 0 0,7-8 0,3 4 0,7-7 0,8-8 0,2-8 0</inkml:trace>
  <inkml:trace contextRef="#ctx0" brushRef="#br0" timeOffset="86">23748 14270 8912,'-17'8'0,"0"-4"0,-1 9 0,1 6 0,0 14 0,2 14 0,1 9 0,3 7 0,7 4 0,-2 7 0,12 1 0,5-3 0,7-3 0,5-6 0,9-11 0,8-12 0,8-11 0,-2-7 0,2-4 0,-2-7 0,-4-3 0,-8-8 0,-15-8 0,2-1 0,-15-9 0,-2 1 0,-14 0 0,-11-2 0,-15-2 0,-12-2 0,-7 2 0,-14 9 0,6-1 0,0 7 0,5 3 0,-5 8 0,8 7 0,-3 11 0,12 3 0,4 16 0,10 4 0,3 4 0,-3 17 0,5 4 0</inkml:trace>
  <inkml:trace contextRef="#ctx0" brushRef="#br0" timeOffset="87">8174 16609 8912,'0'-18'0,"0"1"0,-2 2 0,-2 2 0,-1 1 0,1-1 0,2 3 0,2-1 0,0-3 0,0-1 0,0-2 0,0 0 0,0-1 0,0 1 0,0 0 0,0 0 0,0 0 0,0-1 0,0 7 0,0 0 0,0-1 0,0 3 0,0 9 0,0 13 0,0 8 0,-2 15 0,-4 16 0,-3 7 0,-7 12 0,3 1 0,2 3 0,-3-3 0,5-1 0,-3-2 0,8-2 0,-1-4 0,3-12 0,4-9 0,3-9 0,7-4 0,9-5 0,2-6 0,7-9 0,-3-1 0,8-8 0,-1 0 0,0 0 0,3 0 0,1-2 0,2-4 0,0-3 0,-5-3 0,-1 1 0,-7 1 0,-4-3 0,-4 3 0,-2 2 0,0-5 0,-7 11 0,-2 2 0,-8 12 0,0 3 0,-8-5 0,-2-3 0</inkml:trace>
  <inkml:trace contextRef="#ctx0" brushRef="#br0" timeOffset="88">9568 16333 8912,'-8'-38'0,"-3"4"0,-2 7 0,-1 6 0,3 4 0,-1 0 0,-5 1 0,0 5 0,0 3 0,-3 10 0,-1 4 0,-2 5 0,1 20 0,-1 2 0,0 18 0,2 8 0,1 6 0,5 10 0,2 1 0,1 3 0,8 1 0,-9 6 0,7 2 0,3 1 0,1 1 0,2-6 0,7-7 0,5-14 0,9-4 0,2-8 0,7-9 0,-1-7 0,4-8 0,7-12 0,0-4 0,8-11 0,-4-9 0</inkml:trace>
  <inkml:trace contextRef="#ctx0" brushRef="#br0" timeOffset="89">9792 16643 8912,'-25'-8'0,"-2"6"0,-7-3 0,7 3 0,4 2 0,6 13 0,3 6 0,3 6 0,7 6 0,-2 9 0,4 6 0,10 3 0,4 3 0,5-2 0,6-5 0,2-3 0,3-7 0,5-1 0,-6-7 0,7-4 0,0-4 0,1-9 0,-3-7 0,-1-6 0,-2-9 0,-8-3 0,2-2 0,-2-10 0,2-8 0,-10-7 0,4-9 0,-4-1 0,5 1 0,-9-9 0,-1 7 0,-8-4 0,0 3 0,-10-1 0,-7 3 0,-8-1 0,-9 14 0,-1 5 0,1 4 0,-8 9 0,11 3 0,-1 13 0,5 3 0,6 2 0,8 9 0,1 8 0,3 6 0,-5 8 0,3-2 0,-1-1 0,-5 7 0</inkml:trace>
  <inkml:trace contextRef="#ctx0" brushRef="#br0" timeOffset="90">9706 16866 8912,'-18'0'0,"1"-1"0,0-5 0,6 4 0,-1-4 0,8 2 0,-1-1 0,3 1 0,5-6 0,9 1 0,11-1 0,7 1 0,5-3 0,7-1 0,4 7 0,4-7 0,-5 11 0,1-4 0,0-4 0,6 1 0</inkml:trace>
  <inkml:trace contextRef="#ctx0" brushRef="#br0" timeOffset="91">10222 16832 8912,'-17'0'0,"1"-2"0,5-4 0,3 5 0,10-9 0,4 4 0,4 2 0,9-5 0,4 1 0,3-3 0,9 3 0,-1 0 0,1 1 0,-3 1 0,-3 6 0,-4 0 0,-8 0 0,-8 10 0,-3 7 0,-8 15 0,-9 14 0,-1 4 0,-20 0 0,5-3 0,0-1 0,2 0 0,8 4 0,0-6 0,0-10 0,7 0 0,3-15 0,7 4 0,7-11 0,10-6 0,14-12 0,7-6 0,-1-3 0,18-10 0,-3-3 0,3 1 0,-1 0 0,3 2 0,-3 2 0,3 6 0,-5 2 0,-7 3 0,-10 5 0,-3-1 0,-5-1 0</inkml:trace>
  <inkml:trace contextRef="#ctx0" brushRef="#br0" timeOffset="92">11409 16660 8912,'-9'-17'0,"-7"9"0,7 10 0,-1 14 0,5 10 0,-3 9 0,2 5 0,1 4 0,-3 0 0,6 5 0,-6-7 0,8 6 0,0-2 0,-5-2 0,-1 2 0,2-8 0,2-7 0,2-7 0,0-5 0,0 4 0,0-11 0,8-5 0,1-16 0,9-8 0</inkml:trace>
  <inkml:trace contextRef="#ctx0" brushRef="#br0" timeOffset="93">11719 16540 8912,'0'-17'0,"0"-1"0,0 1 0,0 0 0,0 7 0,0 10 0,0 12 0,0 11 0,0 4 0,0 9 0,0 2 0,0 4 0,0 2 0,0 2 0,0 4 0,0-3 0,0-1 0,2-6 0,4 6 0,-4-8 0,3 2 0,-3-11 0,-2-4 0</inkml:trace>
  <inkml:trace contextRef="#ctx0" brushRef="#br0" timeOffset="94">11650 16523 8912,'-17'-19'0,"0"-4"0,7 3 0,5-2 0,3 8 0,2 3 0,3 1 0,9-1 0,-1-5 0,24 13 0,-1-9 0,3 8 0,7-1 0,0 3 0,0 2 0,1 0 0,5 3 0,-4 9 0,-4-1 0,-9 22 0,-5-4 0,-11 5 0,-11 6 0,-6 10 0,-7 9 0,-11 0 0,-8 0 0,-9 6 0,-5-2 0,4 2 0,-4-2 0,3 2 0,3-9 0,-1-7 0,9 1 0,3-10 0,4 0 0,7-13 0,1-4 0,7-19 0,-4-6 0</inkml:trace>
  <inkml:trace contextRef="#ctx0" brushRef="#br0" timeOffset="95">12270 15663 8912,'7'-34'0,"5"9"0,11 8 0,-2 7 0,8 10 0,1 4 0,3 7 0,-5 10 0,-1 19 0,0 8 0,0 8 0,-6 12 0,4 11 0,-8 9 0,0 3 0,-8-42 0,-1 0 0,1 2 0,-1 1-85,1 2 0,0 1 0,0 40 0,-3-1 85,-4-10 0,-6-12 0,-8 3 0,1-4 0,-21-10 0,3-4 0,-4-5 0,-1-6 0,5 1 0,2-7 0,3-3 0,3-7 84,1-7-84,11-11 0,1-5 0</inkml:trace>
  <inkml:trace contextRef="#ctx0" brushRef="#br0" timeOffset="96">13044 16385 8912,'-15'-17'0,"3"0"0,7-1 0,3 9 0,11 1 0,7 8 0,5 0 0,9 0 0,-1 0 0,3 0 0,3 0 0,-1 0 0,1 0 0,-1 0 0,-1 0 0,-5 0 0,-3 0 0,-8 0 0,-15 8 0,-4 1 0</inkml:trace>
  <inkml:trace contextRef="#ctx0" brushRef="#br0" timeOffset="97">13233 16729 8912,'0'-17'0,"0"0"0,0 5 0,0 1 0,0 7 0,2-11 0,4 3 0,2 3 0,7-1 0,0 0 0,6 3 0,4-1 0,4-5 0,5 11 0,3-6 0,3 1 0,4-3 0,7-7 0</inkml:trace>
  <inkml:trace contextRef="#ctx0" brushRef="#br0" timeOffset="98">14008 15766 8912,'0'-17'0,"2"9"0,2 8 0,3 12 0,3 9 0,1 11 0,5 10 0,-5 2 0,2 10 0,-5 9 0,0 5 0,-1 7 0,-1 5 0,-6 12 0,0-43 0,0 1 0,1 4 0,-2-1 0,-2 0 0,-2-1-437,1 3 1,-3-1 0,-16 36 0,-4-6 0</inkml:trace>
  <inkml:trace contextRef="#ctx0" brushRef="#br0" timeOffset="99">13836 16935 8912,'-17'0'0,"1"-2"0,3-1 0,1-3 0,10 0 0,2 6 0,10 0 0,21 0 0,-1-8 0,16-3 0,4-4 0,5-3 0,1 1 0,7 2 0,2 4 0,-6-5 0,0 16 0,-9 0 0,-4 10 0,-12 5 0,-9 2 0</inkml:trace>
  <inkml:trace contextRef="#ctx0" brushRef="#br0" timeOffset="100">14146 17245 8912,'-44'0'0,"5"2"0,9 3 0,-7 3 0,9 5 0,3-1 0,4 5 0,6 6 0,3-2 0,4 4 0,8-2 0,0-2 0,0-2 0,8 4 0,5 0 0,7-2 0,2-2 0,7-2 0,-4-2 0,2-3 0,1 3 0,13-5 0,-3 7 0,-6 0 0,3 0 0,-10 2 0,3 4 0,-3-4 0,-8 6 0,-1-2 0,-5 0 0,-5 6 0,-12-6 0,-5 7 0,-12-3 0,-6 0 0,-3 5 0,-3-3 0,1-4 0,-1-2 0,1-12 0,-1-3 0,1-8 0</inkml:trace>
  <inkml:trace contextRef="#ctx0" brushRef="#br0" timeOffset="101">13956 17468 8912,'0'-17'0,"8"-2"0,3-4 0,12 0 0,10-11 0,13-8 0,17-6 0,-20 18 0,4-1 0,6-4 0,3 1-359,5 0 1,2-1 0,1-5-1,0 0 359,2 5 0,0 1 0,-8 4 0,-1 1 0,-5 6 0,-1 0 0,33-23 0,-42 21 0,0-1 0</inkml:trace>
  <inkml:trace contextRef="#ctx0" brushRef="#br0" timeOffset="102">15608 15886 8912,'-23'-15'0,"0"2"0,2 1 0,8 9 0,1-3 0,-1 4 0,0 0 0,-1-2 0,3-2 0,-1 1 0,-5 5 0,0 0 0,0 7 0,-2 3 0,-2 1 0,-2 1 0,2 1 0,-4 8 0,2 2 0,2-2 0,2-2 0,1-2 0,1 1 0,0-1 0,0 0 0,7 0 0,5 0 0,-3 1 0,2-1 0,0 0 0,6 0 0,0 8 0,0 6 0,0 9 0,0 11 0,0 8 0,-7 18 0,-5 7 0,-3 11 0,7-40 0,1 1-854,1 7 0,0 0 854,-2 1 0,1-2 0,5-5 0,2-1 0,-3-2 0,0-1 0,3-3 0,0-1 0,6 39 0,6-11 0,3-18 0,2-19 0,0-11 0,0-6 0,8-4 0,-4-4 0,6-2 0,0-3 0,0-2 0,3-5 0,8-1 0,3-2 0,-1 0 0,-6 0 0,6-5 0,2-3 569,2-2 0,-5 7 1,1-3-570,-4 4 0,-1 2 0,-16 8 0,-8 3 0,-15 4 0,-5 3 0</inkml:trace>
  <inkml:trace contextRef="#ctx0" brushRef="#br0" timeOffset="103">15832 16144 8912,'-11'-5'0,"1"-3"0,0 0 0,3-1 0,-3-1 0,1-3 0,5 3 0,-2-1 0,4 9 0,2 2 0,0 8 0,2 9 0,2 0 0,2 0 0,-3 2 0,-1 4 0,0 4 0,4 7 0,-4 1 0,4-1 0,-4 0 0,-2 7 0,0 1 0,0 2 0,0 1 0,-2 7 0,-2 0 0,-2-1 0,0 1 0,6-6 0,0-2 0,0-2 0,-2 0 0,-3-2 0,3-6 0,-4 0 0,-4 1 0,1-24 0,-8 5 0</inkml:trace>
  <inkml:trace contextRef="#ctx0" brushRef="#br0" timeOffset="104">16176 16265 8912,'0'-12'0,"0"1"0,0 7 0,0-11 0,0 15 0,0 0 0,0 9 0,0 7 0,0 3 0,0 4 0,0 5 0,0 10 0,-2 4 0,-2 2 0,-1 4 0,-1-4 0,6 2 0,0 0 0,0 3 0,0-3 0,0-6 0,0 4 0,0-13 0,0 3 0,-8-18 0,-1-1 0</inkml:trace>
  <inkml:trace contextRef="#ctx0" brushRef="#br0" timeOffset="105">16297 16316 8912,'0'-17'0,"0"0"0,0 0 0,7 5 0,5 1 0,5 7 0,6-4 0,6 3 0,3-1 0,2 0 0,3 0 0,1 1 0,2 1 0,-2 2 0,-1 2 0,-3 0 0,-7 0 0,-4 0 0,-6 2 0,-5 4 0,1 5 0,-7 12 0,-1 4 0,-6 9 0,-5 4 0,-6 6 0,-3-2 0,-2 2 0,0 2 0,-1 1 0,1 3 0,0-1 0,0 1 0,0 0 0,5-7 0,1 1 0,1-9 0,-1-3 0,3-7 0,8-10 0,-2-8 0,-4-3 0,4-12 0,-5-3 0</inkml:trace>
  <inkml:trace contextRef="#ctx0" brushRef="#br0" timeOffset="106">16555 16609 8912,'-17'-16'0,"1"11"0,5-13 0,3 5 0,10 3 0,4 5 0,5 3 0,12 2 0,4 0 0,7 0 0,7 0 0,-1 0 0,6 0 0,-6 0 0,0 0 0,-6 0 0,1 0 0</inkml:trace>
  <inkml:trace contextRef="#ctx0" brushRef="#br0" timeOffset="107">17019 16609 8912,'0'-18'0,"0"1"0,2 2 0,4 3 0,4 3 0,7 5 0,0-2 0,2-5 0,2 5 0,2 2 0,6 2 0,-4 2 0,-1 0 0,1 0 0,-2 0 0,-5 0 0</inkml:trace>
  <inkml:trace contextRef="#ctx0" brushRef="#br0" timeOffset="108">17587 16282 8912,'10'-17'0,"-3"7"0,-7 10 0,0 12 0,-1 12 0,-5 11 0,-2 7 0,-3 9 0,-5 1 0,5 0 0,-2-1 0,1 1 0,-1 5 0,7-2 0,2-3 0,2-4 0,10-10 0,1 4 0</inkml:trace>
  <inkml:trace contextRef="#ctx0" brushRef="#br0" timeOffset="109">18104 16368 8912,'-18'-52'0,"9"8"0,3 4 0,2 12 0,-2 5 0,-1 9 0,-7 5 0,1 1 0,-6 4 0,0 2 0,-10 2 0,0 10 0,-5 7 0,0 8 0,-1 9 0,3 3 0,3 3 0,4-4 0,8 4 0,7-4 0,5-1 0,3-3 0,2-1 0,2-4 0,3-3 0,7-1 0,11-5 0,-2-3 0,8-4 0,5 3 0,6-9 0,2 1 0,-2-6 0,-3 0 0,-1 2 0,-7 4 0,-10-2 0,0 5 0,-6-1 0,-11 5 0,-4-1 0,-13 3 0,-12 2 0,-13-7 0,2 5 0,-6-4 0,2 3 0,4-3 0,1-5 0,9-4 0,-1-2 0,8 0 0,4-10 0,11-5 0,4-6 0,2-11 0,0-3 0,13 1 0,5-6 0,10 3 0,1 3 0,3 0 0,3-1 0,-3 7 0,-3-1 0,11 0 0,-4-5 0</inkml:trace>
  <inkml:trace contextRef="#ctx0" brushRef="#br0" timeOffset="110">18396 15904 8912,'2'-16'0,"2"3"0,2 2 0,7 7 0,-11 11 0,4 16 0,-3 15 0,3 8 0,-4 14 0,4 6 0,-4 9 0,-2 3 0,0 10 0,-6-6 0,0 4 0,2-2 0,-3-2 0,1 1 0,0-5 0,-1-2 0,5-9-64,-14-15 1,15-18 0,-7-9 0</inkml:trace>
  <inkml:trace contextRef="#ctx0" brushRef="#br0" timeOffset="111">18895 16505 8912,'-15'-7'0,"1"-5"0,5-3 0,1-2 0,4 7 0,12 3 0,9-1 0,6 6 0,8-4 0,-3 3 0,3-3 0,7 2 0,2-7 0,1-1 0,1 3 0,-4-7 0,6 5 0,0-5 0,0-1 0,-6 0 0,2 0 0,-11 7 0,-6 5 0,-27-5 0,-7 1 0</inkml:trace>
  <inkml:trace contextRef="#ctx0" brushRef="#br0" timeOffset="112">19136 16110 8912,'0'19'0,"0"4"0,0 6 0,0 3 0,0 10 0,-2 4 0,-2 6 0,-1 5 0,-3-2 0,2 8 0,4-7 0,-3 1 0,-5-3 0,0-3 0</inkml:trace>
  <inkml:trace contextRef="#ctx0" brushRef="#br0" timeOffset="113">19945 15869 8912,'-15'14'0,"3"3"0,4 8 0,3 9 0,-1 14 0,2 15 0,2 13 0,0 16 0,-2 3 0,-1 1 0,1-46 0,0-1 0,0 41 0,-1-8 0,1-11 0,0-12 0,-2-13 0,4-4 0,-3-9 0,1-5 0,-2-5 0,4-4 0,-4-2 0,4 6 0,2 0 0,0-2 0,0-2 0,-7-9 0,-3-2 0</inkml:trace>
  <inkml:trace contextRef="#ctx0" brushRef="#br0" timeOffset="114">20530 16316 8912,'0'-17'0,"0"0"0,0 0 0,0 0 0,0-1 0,0 1 0,0 6 0,0-1 0,0 6 0,0-5 0,0 7 0,0 4 0,0 14 0,0 7 0,0 7 0,0 12 0,0 6 0,0 4 0,-6-4 0,0 0 0,1-1 0,-1 7 0,0 0 0,1-7 0,5-1 0,0 0 0,0 0 0,0-6 0,7-3 0,3-10 0</inkml:trace>
  <inkml:trace contextRef="#ctx0" brushRef="#br0" timeOffset="115">20822 16282 8912,'-17'-8'0,"0"-3"0,0 3 0,7 2 0,5 12 0,3-2 0,4 7 0,3 3 0,7 1 0,3 8 0,2 0 0,6 2 0,0-2 0,6-4 0,-6 4 0,5 2 0,-3-3 0,0 0 0,0-3 0,-2 5 0,-2-4 0,-2 2 0,-4-2 0,-9 4 0,2-4 0,-8 2 0,-2 3 0,-6 0 0,-9 2 0,-10 2 0,-5-3 0,-8 1 0,-1-4 0,-1-6 0,2 0 0,4-7 0,-6-18 0,7-1 0</inkml:trace>
  <inkml:trace contextRef="#ctx0" brushRef="#br0" timeOffset="116">20960 16230 8912,'10'-26'0,"5"-5"0,-4 8 0,5 8 0,3 7 0,4 8 0,6 2 0,3 4 0,8 1 0,2 7 0,2-3 0,-6-7 0,5 4 0</inkml:trace>
  <inkml:trace contextRef="#ctx0" brushRef="#br0" timeOffset="117">21528 16540 8912,'-17'-8'0,"0"6"0,7-13 0,10 13 0,12-4 0,7-1 0,7 1 0,9 2 0,1 2 0,6-4 0,-2 1 0,8-9 0,-4 5 0,8-8 0</inkml:trace>
  <inkml:trace contextRef="#ctx0" brushRef="#br0" timeOffset="118">22044 16333 8912,'-7'18'0,"5"-1"0,-6 2 0,8 2 0,0 2 0,-6 7 0,1-1 0,-1 9 0,6 2 0,0 1 0,0 1 0,0 0 0,0 3 0,0-10 0,0-3 0,0-5 0</inkml:trace>
  <inkml:trace contextRef="#ctx0" brushRef="#br0" timeOffset="119">22423 16162 8912,'15'-18'0,"-1"1"0,-3 0 0,2 0 0,5 5 0,5 1 0,-4 5 0,4-3 0,-4 1 0,0 2 0,2 6 0,2 0 0,6 8 0,-6 3 0,-1 5 0,-4 1 0,-3 8 0,-4 3 0,5 5 0,-5 1 0,-3 1 0,-2-1 0,-5 0 0,-1 1 0,0 7 0,-1-4 0,-5 6 0,-6-2 0,-3 6 0,-2-10 0,0 6 0,-1-4 0,1-8 0,0-5 0,0-10 0,0 1 0</inkml:trace>
  <inkml:trace contextRef="#ctx0" brushRef="#br0" timeOffset="120">22509 16540 8912,'0'-27'0,"2"2"0,4 8 0,3 7 0,14-3 0,0 7 0,13-5 0,1 3 0,3 1 0,4-1 0,0 4 0,-6 2 0,4 2 0,-9 0 0,-5 0 0,5-7 0,-14 5 0,6-21 0,-8 4 0</inkml:trace>
  <inkml:trace contextRef="#ctx0" brushRef="#br0" timeOffset="121">23042 15835 8912,'0'25'0,"0"3"0,0 12 0,0 14 0,-1 17 0,-5 13 0,-4 4 0,2-40 0,-1 1 0,0 1 0,1-1 0,2 1 0,0 0 0,1 0 0,1-1 0,-4 45 0,4-6-1221,-5-6 1221,7-29 0,-6-3 0,8-16 0</inkml:trace>
  <inkml:trace contextRef="#ctx0" brushRef="#br0" timeOffset="122">23851 16110 8912,'10'-8'0,"-4"-3"0,3 3 0,-7 10 0,2 15 0,-8 10 0,-7 15 0,-11 8 0,0 7 0,1 4 0,1 2 0,3 6 0,0 0 0,0 0 0,5-1 0,3 1 0,-1-2 0,1-4 0,3-6 0,-6-11 0,1-11 0,-6-11 0</inkml:trace>
  <inkml:trace contextRef="#ctx0" brushRef="#br0" timeOffset="123">23473 16609 8912,'-12'-14'0,"3"-3"0,1-2 0,2 7 0,8 3 0,4 3 0,5 4 0,12-3 0,6 1 0,11 0 0,6-2 0,4 2 0,3 2 0,5 2 0,-5 0-169,6 0 1,1 0 0,1 0-1</inkml:trace>
  <inkml:trace contextRef="#ctx0" brushRef="#br0" timeOffset="124">24505 16248 8912,'-9'-46'0,"1"2"0,2 2 0,0 3 0,3 5 0,1 5 0,2 7 0,-2 10 0,-2 4 0,-2 1 0,-1 13 0,3 1 0,-2 12 0,-7 23 0,1 16 0,-1 7 0,-1 3 0,3 1 0,7 6 0,-2-1 0,3 6 0,-1-5 0,-2-3 0,0-1 0,6-4 0,0-4 0,0 12 0,6-20 0,0 6 0,-2-11 0,5-8 0,-7-15 0,6-3 0</inkml:trace>
  <inkml:trace contextRef="#ctx0" brushRef="#br0" timeOffset="125">24970 16402 8912,'-10'-17'0,"-3"0"0,7 0 0,-2 1 0,3 5 0,1 5 0,-8 14 0,-1 7 0,-2 6 0,5 10 0,4-3 0,-1 7 0,1 5 0,0-4 0,6 8 0,2-6 0,4 2 0,-2 6 0,5-4 0,-1 2 0,13 2 0,-2 6 0</inkml:trace>
  <inkml:trace contextRef="#ctx0" brushRef="#br0" timeOffset="126">25193 16454 8912,'-9'-12'0,"3"1"0,4 5 0,2-5 0,0 7 0,2-4 0,6 8 0,9 0 0,2 0 0,12 2 0,5 4 0,-3-2 0,1 7 0,0 1 0,-5 5 0,-4 0 0,-4 2 0,-8 2 0,-7 2 0,-4 8 0,-6 1 0,-5 10 0,-9 2 0,-10-6 0,-1 2 0,4-3 0,2-3 0,0-1 0,4-5 0,4-5 0,11-11 0,4-7 0,17-3 0,18-2 0,7-7 0,9-5 0,1-3 0,0-10 0,-1-2 0</inkml:trace>
  <inkml:trace contextRef="#ctx0" brushRef="#br0" timeOffset="127">26037 16609 8912,'0'-25'0,"7"-2"0,1 0 0,5 6 0,-1 8 0,-1-1 0,7 9 0,-1-1 0,0 6 0,6 0 0,2 0 0,2 0 0,9 8 0,8 1 0</inkml:trace>
  <inkml:trace contextRef="#ctx0" brushRef="#br0" timeOffset="128">26725 16196 8912,'-11'-8'0,"-1"-3"0,8 3 0,-3 8 0,7 15 0,0 12 0,0 4 0,0 5 0,0 8 0,0-2 0,0 2 0,0-6 0,0 12 0,0-6 0,0 0 0,-6 5 0,0-5 0,0 0 0,-1-4 0,-3-3 0,1-11 0,1-1 0</inkml:trace>
  <inkml:trace contextRef="#ctx0" brushRef="#br0" timeOffset="129">27035 16213 8912,'0'-32'0,"0"1"0,0 4 0,0 3 0,2 6 0,3 7 0,7 5 0,11-3 0,6-1 0,3 0 0,2-1 0,-5 1 0,0 5 0,1 3 0,3 2 0,-6 2 0,-4 3 0,-4 5 0,-4 9 0,-3 4 0,-5 8 0,1 7 0,-6 0 0,4 8 0,-10-6 0,-2 6 0,-7 0 0,1 5 0,-3-1 0,-2-4 0,-1 2 0,1-8 0,0-2 0,0-2 0,-8-9 0,-2-2 0</inkml:trace>
  <inkml:trace contextRef="#ctx0" brushRef="#br0" timeOffset="130">27121 16540 8912,'-12'-2'0,"3"-4"0,-1-3 0,1-1 0,5 2 0,-4 1 0,22 3 0,7-6 0,9 3 0,3-5 0,13 5 0,1-3 0,3-3 0,9-10 0,3-4 0</inkml:trace>
  <inkml:trace contextRef="#ctx0" brushRef="#br0" timeOffset="131">27740 15904 8912,'-5'17'0,"-1"2"0,0 6 0,-1 9 0,-3 10 0,-7 13 0,-8 12 0,-2 11 0,0 6 0,4 6 0,-1-2 0,12-41 0,1-1-365,-12 42 0,5-12 0,1-11 0</inkml:trace>
  <inkml:trace contextRef="#ctx0" brushRef="#br0" timeOffset="132">28308 16007 8912,'0'-17'0,"0"7"0,-7 2 0,-3 24 0,-7 9 0,0 11 0,-1 10 0,1 11 0,2 6 0,2 4 0,1 2 0,6-1 0,-3-1 0,1-4 0,-5-3 0,3-9 0</inkml:trace>
  <inkml:trace contextRef="#ctx0" brushRef="#br0" timeOffset="133">28050 16402 8912,'-9'-26'0,"1"-5"0,10 8 0,4 2 0,11 4 0,13 3 0,9 3 0,20 0 0,15-7 0,9 1 0,3 8 0,-2 3 0,-4 2 0,-5-2 0,-12 4 0,-12-13 0,-8 6 0</inkml:trace>
  <inkml:trace contextRef="#ctx0" brushRef="#br0" timeOffset="134">29289 15233 8912,'-6'-27'0,"1"4"0,-1 6 0,0 4 0,-1 3 0,-3 3 0,0 9 0,-3 11 0,2 8 0,7 15 0,-4 14 0,2 7 0,1 6 0,1 8 0,2-2 0,2 7 0,0-1 0,0-1 0,8 1 0,-5-7 0,7 1 0,-2 0 0,-3-4 0,3-8 0,-6-7 0,4-16 0,-4-7 0,-4-4 0,-4-4 0,-4-7 0,-7-1 0,6-7 0,-1 2 0,6-5 0,-5-1 0,7 0 0,-11 0 0,13 0 0,-6 0 0</inkml:trace>
  <inkml:trace contextRef="#ctx0" brushRef="#br0" timeOffset="135">29582 15663 8912,'17'-17'0,"0"5"0,0 3 0,2-1 0,4 3 0,6-3 0,4 0 0,7 7 0,0-3 0,-2 4 0,-7 4 0,-6 4 0,-6 7 0,-10 8 0,-7 8 0,-9 9 0,-11 4 0,-8 2 0,-7-4 0,1 4 0,1-2 0,2-4 0,3-2 0,-3-1 0,6-1 0,6-7 0,3-6 0,5-6 0,1-3 0,2-8 0,6 3 0,8-7 0,5 0 0,8 0 0,6-2 0,8-3 0,-3-7 0,-3-3 0,3-2 0,-13-8 0,6-2 0</inkml:trace>
  <inkml:trace contextRef="#ctx0" brushRef="#br0" timeOffset="136">30098 15646 8912,'17'-17'0,"6"5"0,0 1 0,6 5 0,-6-4 0,-2 3 0,-2 3 0,-2 2 0,-7 10 0,-3 7 0,-7 10 0,0 0 0,0-1 0,-7 7 0,-3-2 0,0 3 0,-5 1 0,4-5 0,-3 3 0,3-8 0,1 5 0,6-5 0,-1-2 0,-1-2 0,8-3 0,4-5 0,3 3 0,8-9 0,6-1 0,0-10 0,8-11 0,-4-10 0</inkml:trace>
  <inkml:trace contextRef="#ctx0" brushRef="#br0" timeOffset="137">30545 15732 8912,'0'-17'0,"0"5"0,0 1 0,2 7 0,4-2 0,4 2 0,7-1 0,8 3 0,3-4 0,5 4 0,1 2 0,6 0 0,1 0 0,-1 8 0,-6 1 0</inkml:trace>
  <inkml:trace contextRef="#ctx0" brushRef="#br0" timeOffset="138">30958 15405 8912,'10'8'0,"0"1"0,-7 8 0,3 1 0,0 6 0,-6 5 0,-6 6 0,0 5 0,-7 2 0,0 5 0,-8-1 0,1 0 0,-3 6 0,4-1 0,2-7 0,0-4 0,7-11 0,3-4 0</inkml:trace>
  <inkml:trace contextRef="#ctx0" brushRef="#br0" timeOffset="139">31217 15319 8912,'22'-27'0,"3"4"0,2 6 0,4 6 0,-5 3 0,3 8 0,-2 0 0,4 0 0,-3 0 0,3 0 0,-6 0 0,-2 0 0,-4 0 0,-2 0 0,-6 2 0,1 4 0,-8-2 0,1 7 0,-3 2 0,-2 3 0,-7 9 0,3-3 0,-8 11 0,-1 3 0,5 8 0,3-4 0,-3 8 0,2-2 0,0-4 0,6 0 0,0-2 0,0 0 0,0 8 0,-5-17 0,-3 1 0,-1-5 0,-3-12 0,3 0 0,-14-13 0,3 6 0</inkml:trace>
  <inkml:trace contextRef="#ctx0" brushRef="#br0" timeOffset="140">31182 15646 8912,'17'-35'0,"8"9"0,4 3 0,5 6 0,6 5 0,-1-1 0,7 5 0,1 0 0,3 1 0,9-7 0,-13 12 0,-2-5 0,-11-1 0,-8 6 0,-8-13 0,0-2 0,0-10 0</inkml:trace>
  <inkml:trace contextRef="#ctx0" brushRef="#br0" timeOffset="141">31939 14872 8912,'10'10'0,"3"7"0,-7 2 0,-2 13 0,-4 12 0,-6 14 0,-13 12 0,-15 16 0,12-39 0,0 2 0,-1 5 0,2 1 0,-2 1 0,2 0-283,0 1 0,0-1 0,-2 3 0,0-1 283,2-4 0,1 1 0,1 3 0,0 0 0,4 0 0,2-1 0,-1-3 0,3 1 0,2-3 0,2-1 0,-4 42 0,3-20 0,8-6 0</inkml:trace>
  <inkml:trace contextRef="#ctx0" brushRef="#br0" timeOffset="142">23679 17984 8912,'-9'-8'0,"3"-3"0,4 1 0,4 1 0,4-1 0,5 1 0,12 3 0,8-4 0,7 1 0,8-1 0,9-1 0,6-6 0,2-1 0,2 1 0,-1 2 0,-15 2 0,-3 3 0,-6 2 0,-3 3 0,-11 5 0,-5 2 0,-7 3 0,-22 5 0,-11 7 0</inkml:trace>
  <inkml:trace contextRef="#ctx0" brushRef="#br0" timeOffset="143">24144 17503 8912,'-10'-25'0,"-5"6"0,13 1 0,-6 26 0,8 15 0,0 15 0,0 12 0,0 9 0,0 2 0,0 4 0,0 2 0,2 2 0,4 0 0,-2-2 0,7-4 0,-5 3 0,6-3 0,-7-9 0,7-6 0,1-10 0,2-11 0,3-14 0,-1-5 0</inkml:trace>
  <inkml:trace contextRef="#ctx0" brushRef="#br0" timeOffset="144">24884 17434 8912,'0'-44'0,"0"6"0,0 7 0,0 8 0,0 12 0,0 5 0,2 14 0,3 9 0,-3 8 0,4 11 0,-4 4 0,-2 4 0,2 13 0,2 3 0,1 1 0,1-6 0,-6 2 0,0-3 0,0-3 0,2 7 0,4-1 0,-4-1 0,3-11 0,-3 3 0,-2-8 0,0-7 0,0-10 0,8-12 0,2-3 0</inkml:trace>
  <inkml:trace contextRef="#ctx0" brushRef="#br0" timeOffset="145">25417 17503 8912,'0'-18'0,"0"9"0,0 3 0,0 12 0,-6 11 0,1 12 0,-3 5 0,4 6 0,-1 6 0,1 4 0,2 5 0,2-3 0,0 3 0,0-9 0,0-4 0,0-2 0,0 0 0,0-5 0,7-7 0,5-16 0,11-5 0,4-7 0</inkml:trace>
  <inkml:trace contextRef="#ctx0" brushRef="#br0" timeOffset="146">25727 17657 8912,'-27'-26'0,"4"5"0,4 5 0,2 5 0,0 7 0,0-4 0,1 10 0,3 4 0,1 5 0,9 5 0,-3 1 0,4 2 0,2 4 0,2-4 0,4 4 0,3-2 0,8 2 0,1-4 0,-1 4 0,6-4 0,0-2 0,0-5 0,-6-1 0,0 1 0,0-3 0,-2 7 0,-3-5 0,1-1 0,-7 1 0,0 0 0,-6 7 0,-8-1 0,-3 0 0,-7-2 0,-4-3 0,2 3 0,-12-13 0,5 4 0,-2-4 0,3-2 0,1 0 0,4-8 0,9-3 0,5-5 0,7-7 0,2-2 0,3-1 0,5-3 0,15 0 0,3 3 0,5 1 0,1-4 0,1 6 0,7-7 0,2 3 0</inkml:trace>
  <inkml:trace contextRef="#ctx0" brushRef="#br0" timeOffset="147">26226 17864 8912,'0'-18'0,"10"1"0,7 0 0,0 6 0,8 1 0,0 1 0,3-1 0,5 6 0,1-3 0,1 7 0,-1 0 0,1 0 0,-1 0 0</inkml:trace>
  <inkml:trace contextRef="#ctx0" brushRef="#br0" timeOffset="148">26983 17571 8912,'-9'-7'0,"1"5"0,0-6 0,5 16 0,-9 3 0,6 14 0,-5 10 0,1 1 0,-3 12 0,1 3 0,-1 5 0,3 7 0,-1-6 0,7-2 0,-2-9 0,5-4 0,1-7 0,0-1 0</inkml:trace>
  <inkml:trace contextRef="#ctx0" brushRef="#br0" timeOffset="149">27241 17503 8912,'0'-18'0,"2"-3"0,4 4 0,4-4 0,7 12 0,2-3 0,4 1 0,4 5 0,7-5 0,0 7 0,1-2 0,5-2 0,0 3 0,-2-1 0,-9 6 0,2 0 0,-8 0 0,-2 0 0,-8 0 0,-2 0 0,-7 8 0,2 3 0,-4 12 0,-10 0 0,-1 9 0,-1 5 0,-5 7 0,3-4 0,-1 6 0,2-6 0,-5 0 0,5-6 0,1 4 0,-1-3 0,5 3 0,-5-9 0,5-5 0,-4 1 0,1-4 0,-1-4 0,-1 4 0,-7-11 0</inkml:trace>
  <inkml:trace contextRef="#ctx0" brushRef="#br0" timeOffset="150">27379 17778 8912,'0'-17'0,"0"-1"0,2 1 0,4 0 0,5 5 0,12 1 0,8 0 0,7 1 0,6-5 0,13 11 0,1-8 0,5 9 0,-6-3 0,0-11 0,-5-2 0</inkml:trace>
  <inkml:trace contextRef="#ctx0" brushRef="#br0" timeOffset="151">28102 17210 8912,'-12'21'0,"1"8"0,-3 13 0,-1 12 0,-2 9 0,0 11 0,0 10 0,-1 10 0,1 1 0,8-45 0,1 0 0,-4 36-415,1-6 0,7-15 1,-4-6-1</inkml:trace>
  <inkml:trace contextRef="#ctx0" brushRef="#br0" timeOffset="152">29324 16815 8912,'-16'-27'0,"3"4"0,3 4 0,5 4 0,7 3 0,9 7 0,10 3 0,6-4 0,7 0 0,3 1 0,3-3 0,4 4 0,7-7 0,1-1 0,0 3 0,-3-5 0,-3 7 0,-6-1 0,-3 0 0,-5 3 0,-3 5 0,-6 0 0,-4 0 0,-2 9 0,0 8 0,-5 10 0,-3 13 0,-1 8 0,-4 7 0,-4 6 0,-6 8 0,4 6-179,-4-1 0,-3 6 179,-3-5 0,3 5 0,-3-5 0,3 5 0,-7-7 0,-1-8 0,-8-12 0,-5-9 0,-14-12 0,-6-3 0,-5-8 0,-3-6-27,-1-3 1,4-8 26,-8 1 0,-1-3 0,-4-2 0,-3 0-214,-4 0 0,-5 0 214,-12 0 0,41 0 0,-1 0 0,0 0 0,1 0 0,-2 1 0,1 2 0,2 2 0,0 2 0,1 1 0,1 3 0,-4 5 0,0 2 0,0 2 0,1 0 0,1 1 0,1 2 0,2 1 0,2 2 0,3 1 0,0 1 0</inkml:trace>
  <inkml:trace contextRef="#ctx0" brushRef="#br0" timeOffset="153">29909 18311 8912,'-27'-33'0,"6"5"0,7 5 0,9 4 0,5 9 0,5 4 0,7 4 0,11 0 0,6-1 0,3-5 0,3-2 0,-1-1 0,0-4 0,-1 3 0,-4 6 0,-5-1 0,-6 1 0,-3 2 0,-4 10 0,-11 4 0,-9 7 0</inkml:trace>
  <inkml:trace contextRef="#ctx0" brushRef="#br0" timeOffset="154">29702 18741 8912,'0'-35'0,"4"6"0,7 1 0,18 7 0,23-2 0,7 4 0,10 2 0,0-1 0,0 1 0,-1 0 0,-6 2 0,-9 3 0,-11 7 0,-2 3 0,-13 2 0</inkml:trace>
  <inkml:trace contextRef="#ctx0" brushRef="#br0" timeOffset="155">16899 15010 8912,'0'-27'0,"0"4"0,0 4 0,0 2 0,0 15 0,2 7 0,2 11 0,1 7 0,1 3 0,-4 9 0,2 1 0,2 2 0,-3 4 0,-1 2 0,4 10 0,0 9 0,0 11 0,-6 8 0,0 8 0,-8-2 0,-2 6 0</inkml:trace>
  <inkml:trace contextRef="#ctx0" brushRef="#br0" timeOffset="156">21115 15439 8912,'2'-9'0,"2"1"0,3 3 0,3-1 0,3 0 0,3-2 0,1 7 0,0-7 0,0 0 0,1 6 0,-1-5 0,0-1 0,-6 6 0,1-4 0,1 4 0,-5 2 0,0 2 0,-8 4 0,0 6 0,-2 3 0,-4 2 0,-6 2 0,-3 4 0,4-4 0,-1 4 0,6-4 0,-5-2 0,7 1 0,-3-1 0,7 0 0,0 0 0,7-2 0,5-3 0,3-6 0,10 3 0,2-7 0,7 4 0,0-4 0,1-10 0,7-9 0,2-10 0</inkml:trace>
  <inkml:trace contextRef="#ctx0" brushRef="#br0" timeOffset="157">25933 15147 8912,'-17'0'0,"0"6"0,0 0 0,0-1 0,-1 3 0,1-4 0,0 7 0,7 1 0,5 5 0,3 0 0,11 0 0,9 1 0,8-1 0,7 0 0,3 2 0,4 4 0,2-4 0,4 6 0,-6 0 0,-3-6 0,-3 6 0,1-1 0,-9-4 0,-3 6 0,-11-5 0,-6 2 0,-5 2 0,-1-2 0,-15-4 0,-10 4 0,-11-4 0,-2-2 0,-6 1 0,2-1 0,-6 0 0,12 0 0,-5 0 0,5 0 0,7-7 0,1-4 0,-1-12 0,-5-4 0</inkml:trace>
  <inkml:trace contextRef="#ctx0" brushRef="#br0" timeOffset="158">25779 15216 8912,'0'-17'0,"7"5"0,5 1 0,18 5 0,14-3 0,16 1 0,20-5 0,-30 7 0,3 0 0,2-1 0,1-1 0,0 0 0,1-1 0,0-3 0,-1-1-272,-7-1 0,-1-1 0,5-1 0,-1 0 0,36-19 0</inkml:trace>
  <inkml:trace contextRef="#ctx0" brushRef="#br0" timeOffset="159">30855 14202 8912,'-9'-8'0,"3"-4"0,2-3 0,0-2 0,-2 0 0,1 5 0,5 1 0,0-3 0,0-1 0,2 0 0,3 3 0,-3 3 0,4 3 0,-4 4 0,-2-5 0,0 7 0,0 7 0,-2 5 0,-2 5 0,-3 6 0,-1 4 0,0-1 0,-5 7 0,11-6 0,-4 7 0,4-2 0,2-3 0,2 4 0,4-7 0,5 1 0,-1-2 0,1-8 0,3 0 0,1 0 0,2 1 0,1-9 0,-1-3 0,0 3 0,-6-7 0,1 4 0,-10-4 0,-2-2 0,-10 0 0,-5 0 0,-2 0 0,-8 8 0,-4 3 0,4-3 0,-7 7 0,3-3 0,-1 3 0,1 2 0,2-2 0,4-3 0,-4 3 0,-7-5 0</inkml:trace>
  <inkml:trace contextRef="#ctx0" brushRef="#br0" timeOffset="160">30821 14288 8912,'0'-12'0,"0"1"0,-2 7 0,-2-4 0,-2 0 0,1 7 0,5-7 0,7 6 0,5-2 0,3-2 0,10 1 0,5 5 0,9 0 0,7 0 0,5-6 0,7 0 0,10-7 0,11 3 0</inkml:trace>
  <inkml:trace contextRef="#ctx0" brushRef="#br0" timeOffset="161">26123 18448 8912,'-8'-17'0,"6"0"0,-5 7 0,7 10 0,0 12 0,0 3 0,0 2 0,0 2 0,0 4 0,0 6 0,-8 5 0,-2 8 0,-1 10 0,-1 9 0,-1 6 0,-10 2 0,-4-1 0</inkml:trace>
  <inkml:trace contextRef="#ctx0" brushRef="#br0" timeOffset="162">30855 17589 8912,'-6'-35'0,"1"1"0,1 1 0,2 5 0,2 12 0,0 16 0,0 10 0,0 11 0,0 4 0,0 2 0,0 3 0,0 3 0,0 1 0,0 6 0,0 0 0,0-2 0,0-1 0,0-1 0,2 2 0,4 2 0,-4 0 0,3-5 0,-3-8 0,6-3 0,1-6 0</inkml:trace>
  <inkml:trace contextRef="#ctx0" brushRef="#br0" timeOffset="163">31199 17606 8912,'-2'-17'0,"-3"-1"0,-5 1 0,1 0 0,-7 7 0,12 3 0,-7 7 0,7 0 0,-9 7 0,7 5 0,0 3 0,1 4 0,-1 2 0,2 2 0,2 0 0,2-6 0,0 2 0,0 4 0,0-4 0,2 6 0,4-7 0,5-7 0,12 0 0,-2-7 0,8 2 0,0-4 0,5-2 0,0 0 0,1 0 0,-8-2 0,-4-4 0,-4 2 0,-2-7 0,0-2 0,0-3 0,0-1 0</inkml:trace>
  <inkml:trace contextRef="#ctx0" brushRef="#br0" timeOffset="164">31337 17554 8912,'-10'0'0,"-5"0"0,13 0 0,-5 2 0,7 4 0,5 11 0,1 12 0,6 3 0,-7 3 0,7 5 0,-7 0 0,1 9 0,-6 3 0,0 2 0,0 9 0,-15 0 0,2 5 0,-16-1 0,-2-4 0,-1-3 0,-18-9 0,-4 1 0</inkml:trace>
  <inkml:trace contextRef="#ctx0" brushRef="#br0" timeOffset="165">30855 18362 8912,'-15'-7'0,"1"-5"0,5-3 0,1-2 0,4 0 0,10-1 0,11-1 0,12-4 0,4 4 0,3-11 0,4 5 0,6-2 0,11 6 0,6-2 0,4 4 0,0 4 0,-4 3 0,-5 7 0,-12 5 0,-6 5 0,-17 5 0,-6 7 0,-11 0 0,1 8 0,-7 2 0</inkml:trace>
  <inkml:trace contextRef="#ctx0" brushRef="#br0" timeOffset="166">31165 18569 8912,'-8'-18'0,"1"7"0,-5-1 0,-3 3 0,3-4 0,-3 3 0,-2 2 0,0 3 0,-1 5 0,-6 3 0,-5 9 0,2-1 0,-2 12 0,8 4 0,-2 2 0,10 3 0,2 3 0,7-7 0,-2 1 0,4-8 0,2 2 0,0 4 0,8-5 0,3 3 0,5-9 0,1-7 0,0 3 0,0-7 0,0 3 0,1-2 0,-1-4 0,-6 7 0,1-3 0,-8-2 0,1 7 0,-5-5 0,-5 5 0,-5 1 0,-7 5 0,0 6 0,-1 0 0,1 0 0,1-7 0</inkml:trace>
  <inkml:trace contextRef="#ctx0" brushRef="#br0" timeOffset="167">30890 18689 8912,'0'-17'0,"0"0"0,5-3 0,1-2 0,0 10 0,7-17 0,4 14 0,2 2 0,10-4 0,4 7 0,7-1 0,4-1 0,2 8 0,11-3 0,0 7 0,-1 0 0,-3 0 0,-1 0 0</inkml:trace>
  <inkml:trace contextRef="#ctx0" brushRef="#br0" timeOffset="168">31870 18036 8912,'0'-18'0,"0"1"0,0 0 0,10 6 0,5 1 0,8 2 0,4 5 0,2-7 0,5 8 0,1-4 0,-1 4 0,0 2 0,8 0 0,2 0 0</inkml:trace>
  <inkml:trace contextRef="#ctx0" brushRef="#br0" timeOffset="169">31991 18414 8912,'-27'-8'0,"4"-1"0,4-1 0,11-5 0,7 3 0,4-3 0,18-2 0,-1 0 0,14 0 0,0 1 0,3 3 0,3 1 0,-2 1 0,8-6 0,-8 0 0,4-8 0,-7-2 0</inkml:trace>
  <inkml:trace contextRef="#ctx0" brushRef="#br0" timeOffset="170">32421 17795 8912,'8'-25'0,"-4"4"0,7-8 0,2 8 0,9-2 0,2 4 0,3 2 0,2 8 0,1 1 0,1 8 0,0 0 0,3 2 0,-11 4 0,-2 7 0,-2 8 0,-2 6 0,-7 9 0,-4 2 0,-4 2 0,-8 8 0,0-2 0,-13-2 0,2 0 0,-2-2 0,-1-4 0,-4-2 0,-5-1 0,-5-1 0,-7 1 0,5-1 0,-4 0 0,4-7 0,1-4 0,1 2 0,-1-2 0,9-8 0,3-9 0,11-4 0,6-12 0,12-7 0,4-6 0,7-6 0,2-3 0,4 3 0,-4 4 0,4 2 0,-4 4 0,0 2 0,2 0 0,2 0 0,0 7 0,-6 4 0,6 3 0,0-3 0,0 4 0,-6-4 0,1 6 0,-1 6 0,-6 4 0,1 7 0,-1 0 0,5 2 0,-3 2 0,-2 2 0,-7 8 0,10-7 0,-9 5 0,9-4 0,-5-8 0</inkml:trace>
  <inkml:trace contextRef="#ctx0" brushRef="#br0" timeOffset="171">33023 18225 8912,'-11'-14'0,"1"-3"0,3-2 0,3 0 0,2 2 0,2 0 0,8-1 0,1 3 0,8 4 0,-7 3 0,11 8 0,-4 0 0,2 0 0,2 0 0,2 0 0,4 0 0,8 0 0</inkml:trace>
  <inkml:trace contextRef="#ctx0" brushRef="#br0" timeOffset="172">33626 17881 8912,'-35'-27'0,"1"2"0,-1 8 0,-1 2 0,-4 3 0,4 5 0,-4 7 0,5 0 0,6 0 0,5 7 0,6 5 0,9 3 0,3 4 0,4 2 0,2 2 0,8 0 0,1 0 0,10 2 0,4 2 0,-3-6 0,2 2 0,5-4 0,-6-2 0,8 0 0,-8 0 0,2 0 0,-4 1 0,-2-1 0,-7 0 0,-4 0 0,-5 0 0,-1 1 0,-7 4 0,-5 1 0,-5 0 0,-6-5 0,2-1 0,-7 0 0,6-8 0,-8-1 0,7-8 0,2 0 0,9-4 0,7-7 0,3-14 0,2-11 0,17-8 0,12-8 0,13-7 0,15-4 0,4-4-263,8-2 1,-31 34 0,1 0 262,1-2 0,0-1 0,2-4 0,0-2 0,3 0 0,-39 38 0</inkml:trace>
  <inkml:trace contextRef="#ctx0" brushRef="#br1" timeOffset="173">12390 7926 8912,'-11'0'0,"1"-2"0,3-4 0,1 3 0,6-9 0,0 1 0,6-7 0,-1 1 0,7 6 0,-6-1 0,-1 9 0,-5-13 0,0 14 0,0-13 0,-2 13 0,-3-4 0,-5 4 0,-1 2 0,-1 0 0,-1 0 0,-5 0 0,-3 0 0,-3 0 0,-3 0 0,-2 0 0,-5 0 0,-1 0 0,1 0 0,-8 0 0,-2 6 0,-8 0 0,1 7 0,-1-3 0,0-1 0,-1 7 0,-3-7 0,-3 3 0,-2-1 0,5-7 0,-5 9 0,4-7 0,1 6 0,-5-5 0,2 3 0,2-6 0,5 1 0,0 3 0,1-2 0,-9-1 0,5 1 0,-6 2 0,2 1 0,-1-5 0,5 2 0,-3-4 0,9-2 0,9 0 0,3 0 0,5 0 0,3 0 0,-3 0 0,3 0 0,4 7 0,-7-5 0,3 4 0,-11 4 0,-4-1 0,0 1 0,-6 5 0,2-5 0,-5 1 0,-5 1 0,1-1 0,7 6 0,4 0 0,6 1 0,4-1 0,1-2 0,1-4 0,7 5 0,4-5 0,4 5 0,2 1 0,0 0 0,-6 0 0,0 2 0,0 2 0,-2 2 0,-2 8 0,-7-5 0,0 9 0,-1-1 0,-7 1 0,6-3 0,-4-1 0,3-3 0,10-1 0,5 4 0,4-5 0,7-1 0,-4-2 0,13-6 0,-4 1 0,4-7 0,2 0 0,2-5 0,4 6 0,-4-7 0,5 7 0,1 1 0,-4-3 0,7 1 0,-7 1 0,11 5 0,-11 0 0,8 0 0,1 0 0,2 1 0,2-1 0,3 0 0,2 0 0,-2 0 0,4 1 0,-1-3 0,0-4 0,8 5 0,-10-9 0,8 7 0,1-3 0,-5-7 0,6 9 0,-8-7 0,5 2 0,-3-5 0,0 5 0,2 0 0,0-1 0,-6 5 0,2-6 0,3 1 0,3-1 0,-4-4 0,7 7 0,-3-5 0,5 2 0,7-2 0,3-2 0,5-2 0,-3 0 0,2 0 0,-8 0 0,8 0 0,-2 0 0,-10 2 0,-1 3 0,-5-3 0,5 4 0,-7-4 0,-1 0 0,-2 2 0,-4 1 0,4 1 0,-2-6 0,2 2 0,-2 4 0,-4-4 0,4 3 0,-4-3 0,-2 4 0,0 0 0,0-2 0,1-1 0,1 1 0,4 2 0,-4 0 0,4-6 0,-4 0 0,6 0 0,-6 0 0,4 0 0,-4 0 0,-2 0 0,0 0 0,1 2 0,-1 3 0,0-3 0,0 4 0,0-4 0,1-2 0,1 0 0,2 0 0,2 0 0,0 8 0,0-7 0,1 5 0,3-4 0,2-2 0,5 0 0,6 0 0,2 0 0,2 0 0,2 0 0,6 0 0,0 0 0,-1 0 0,-7 0 0,-2 0 0,0 0 0,-5 0 0,3 0 0,-4 0 0,-1 0 0,-1 0 0,0 0 0,1 0 0,-1 0 0,8 0 0,-5 0 0,3 0 0,-4 0 0,0 0 0,5 0 0,3 0 0,0 0 0,-2 0 0,-8 0 0,0 0 0,-3 2 0,3 4 0,-9-4 0,10 3 0,-5 3 0,5-2 0,-5-1 0,3-5 0,3 0 0,1 0 0,1 0 0,0 0 0,2 0 0,16 0 0,-16 0 0,11 0 0,-1 0 0,0-5 0,1-1 0,-5-5 0,-2 3 0,-2-2 0,-3 7 0,-9-3 0,-1 4 0,0-6 0,3 6 0,-3-3 0,1 3 0,-5 2 0,2 0 0,2 0 0,5 0 0,0 0 0,-1 0 0,-4 0 0,5 0 0,0 0 0,1 0 0,5 0 0,-4 0 0,-1 0 0,-1 0 0,1 0 0,-1 0 0,0 0 0,1-6 0,-1 0 0,3-5 0,3 5 0,6 2 0,-4 2 0,0 2 0,0 0 0,-4 0 0,8 0 0,-2 2 0,2 4 0,-4-2 0,-8 7 0,3-5 0,3 5 0,-10-1 0,5 1 0,-3-5 0,1-4 0,1 4 0,-1 0 0,-5-3 0,5-1 0,-6-2 0,7 0 0,1 0 0,-1 0 0,0 0 0,1 0 0,-1 0 0,1 0 0,5 0 0,0 0 0,-2 0 0,-1-7 0,3 5 0,0-4 0,-2 4 0,4 2 0,-2 0 0,6-2 0,-6-4 0,8 5 0,-4-5 0,0 4 0,6 0 0,-4-4 0,-4 4 0,0-3 0,0 3 0,-6 2 0,6 0 0,-7 0 0,-1 0 0,1 0 0,-1-6 0,0 0 0,1 0 0,-1 6 0,1 0 0,1 0 0,4 0 0,-4 0 0,7 0 0,-3 0 0,0 0 0,8 0 0,-6 0 0,6 0 0,-3 0 0,-6 0 0,3-5 0,-8-3 0,-1-1 0,-5-5 0,5-1 0,-5-2 0,-1 0 0,2-1 0,-6 1 0,4 0 0,-2 0 0,-1 0 0,-1-1 0,-4 1 0,4 0 0,-3 0 0,-11 0 0,-3-3 0,-4-2 0,-2-5 0,0-13 0,0 0 0,-14-8 0,-3 2 0,-12-4 0,1-1 0,-5-1 0,-1 1 0,-1-1 0,1 2 0,0 4 0,7-3 0,-6 5 0,5-6 0,-5 4 0,-1 4 0,-3 8 0,-3 0 0,-6-1 0,-19 8 0,-2 3 0,-19 8 0,-7 5 0,1-4 0,-6 13 0,14-6 0,10 2 0,7 1 0,11-1 0,-3 4 0,0-4 0,13 4 0,-12-11 0,15 5 0,-1-1 0,-6-3 0,12 1 0,-6-1 0,0-1 0,0-2 0,-6-3 0,-13 1 0,-2 2 0,-15 4 0,-8-5 0,-8 7-1356,0-1 1356,45 2 0,1 1 0,-25 3 0,3-6 0,11 1 0,11-1 0,-4 7 0,7-3 0,-3 4 0,-6-6 0,7 6 0,-9-3 0,-1-3 0,2 0 0,-6 1 0,-6-1 0,-6 4 0,-13 2 0,38 2 0,-3 0-31,-9 0 1,-2 0 0,2 1-1,-1 0 1,-3 1 0,-1 2 0,2 1-1,2 1 1,-1 1 0,1 0 30,1-2 0,0 1 0,-4 2 0,2 0 0,10-6 0,1-1 0,2 4 0,1 0 0,-36 3 327,9-3 0,6-5 1,-1 2-1,-7 2-327,-5 2 0,0 5 0,-12-3 0,3 1-125,40-3 1,-1 0 0,1 2 0,-1 1 0,-9 0 0,-3-1 124,-2 1 0,-1-1 0,0 4 0,0-1 0,-1 1 0,1-1 0,4-1 0,3-1 0,6-2 0,3 0 0,-29 8 0,17-5 0,19 9-162,6 4 162,4 3 0,3 24 0,3 11 0,-1 18 0,13-31 0,0 3 0,-4 6 0,0 2 0,-1 2 0,0 1 0,-2 3 0,-2 1 0,0 0 0,-1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2.25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30717 14133 8912,'-9'-8'0,"3"-3"0,12 1 0,5-1 0,14 5 0,10-6 0,7 9 0,13-13 0,8 7 0,12-3 0,9 1 0,8-2 0,3-3 0,-45 8 0,0 1 0,42-6-309,-12 1 1,-15-7-1,-6-8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2.2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5352 13273 8912,'-23'-2'0,"-2"-4"0,-2-5 0,6 3 0,-4-7 0,8 6 0,0-1 0,0 4 0,0-3 0,1 5 0,5-8 0,-3 7 0,7-5 0,-3 2 0,5-3 0,-5 3 0,2-1 0,-5 5 0,9-6 0,-7 7 0,-3-3 0,-1-6 0,-2 5 0,0-3 0,-3 6 0,-3-1 0,-3-5 0,-9 8 0,-1-3 0,-4 1 0,-6 0 0,-4-2 0,-1 0 0,-1 6 0,0 0 0,1 0 0,-1 0 0,0 0 0,1 0 0,-1 0 0,1 0 0,1 0 0,4 0 0,-6 6 0,3 0 0,-7-2 0,-1 0 0,5 1 0,8-3 0,-6 12 0,6-7 0,2 1 0,6 1 0,6 1 0,1-4 0,-6 5 0,-1 1 0,-2 5 0,-4 2 0,-2 4 0,-2-4 0,-6 13 0,1-5 0,-1 0 0,0 3 0,3-7 0,3-2 0,-4 4 0,8-2 0,4-2 0,-2-2 0,13 4 0,-8 0 0,1-2 0,2-2 0,3-2 0,-4-7 0,12 5 0,-7-3 0,7 3 0,-2 2 0,4 0 0,1 2 0,1 4 0,6-2 0,-1 8 0,6 0 0,-5 5 0,7 0 0,-5 9 0,5 4 0,-4 9 0,0 7 0,1 4 0,-5 9 0,7 4-298,-1 4 1,0 10 297,3-45 0,0-1 0,-2 48 0,5 1 0,0-7 0,0 2 0,0-4 0,0-4 0,0-6 0,2-9-325,3-10 325,-3-13 0,13 4 0,-3-7-93,3 1 93,2-2 0,-5-7 0,-1-1 0,7-5 0,5-1 0,0 1 0,-1 0 0,1-1 284,8-7 1,-4 6-285,7-4 0,3-9 170,3 3 1,-2-6-171,8 1 0,0 1 0,7-7 0,5-2 0,5-3 0,4-1 0,3 6 0,5 0 0,3 0-152,8-6 1,-5 0 151,-1 0 0,-7 0 0,11 0 0,-4 0 0,4 0 0,4 0 0,2 0 0,2 0 0,5-2 0,-5-2 0,-2-2 0,-2 0 0,6 6-266,3 0 0,-44-2 1,1-1 265,1 0 0,-1 0 0,-2 0 0,-1 0 0,47 3 0,-48 0 0,1 0 0,2 0 0,1-2 0,3-1 0,1 1 0,1 1 0,1 0 0,0-2 0,0 0 0,-2 2 0,-1 0 0,0 1 0,1 0 0,0 0 0,2 0 0,6 0 0,0 0 0,-4 0 0,0 0 0,4 0 0,0 0 0,-6 0 0,-1 0 0,-2 0 0,1 0 0,0 0 0,2 0 0,4 0 0,0 0 0,1 1 0,0 0 0,-3 2 0,-1 0 0,0-2 0,0 0 0,-5 3 0,1-1 0,4-2 0,2-2 0,3 1 0,0 0 0,-4 0 0,0 0 0,6 0 0,0 0 0,-7 0 0,-2 0 0,2 0 0,-1 0 0,2 1 0,0 0 0,2 1 0,0 0 0,2 1 0,0 0 0,-1-1 0,-2 0 0,1-1 0,-1-1 0,-1 1 0,2-2 0,2 1 0,2 0-961,6 0 1,1 0 960,-8 0 0,0 0 0,5 1 0,-1 0 0,-9 1 0,-2 0 0,3 1 0,1 0 0,4 1 0,1 0 0,4-2 0,0-1 0,-1 2 0,-1 0 0,-2-1 0,0 0 0,-2-1 0,-1 0 0,4-1 0,0 0 0,1 0 0,1 0-694,3 0 1,0 0 693,-7 0 0,1 0 0,6 0 0,-1 0 0,-4 0 0,0 0-19,2 0 1,1 0 0,2 0 0,-1 0 0,3 0-1,-1 0 1,-1 0 0,0 0 18,-4 0 0,1 0 0,1 0 0,1 0 0,1 0 0,-1 0 0,1-3 0,0-2-78,2 0 0,0-1 0,-1 1 0,-1 0 78,6-1 0,-1 1 0,-1 2 0,-1 0 0,0-2 0,1-1 0,1-1 0,0 0 0,4 2 0,1 1 0,0-2 0,2 0 0,-2 2 0,0-1 0,-5-2 0,0 0 0,3 1 0,1 1 0,-1 0 0,0 0 0,3 0 0,0-1 0,-5-1 0,1 0 91,4 4 0,0 1 1,-2-4-1,0 0-91,2 3 0,0 0 0,-2 0 0,0-1 0,1 2 0,1 0 0,0-1 0,0-2 0,-2 0 0,0 1 0,1 1 0,0 0 0,-5-3 0,1 1 0,5 2 0,2 0 0,-2-3 0,0 0 0,-2 3 0,0 1 0,-2-3 0,-1 0 0,0 0 0,0 1 0,2-1 0,0 0 0,4 0 0,0 0 0,-1 0 0,1-1 0,1 1 0,-1 0 0,-3 2 0,-1 1 0,2-2 0,0 0 0,1-1 0,0-1 0,3-1 0,0 0 0,0 4 0,0 1 0,-1-4 0,0 0 0,-4 2 0,0 0 0,-1 0 0,0-1 0,1-2 0,1 0 0,3 4 0,1-1 0,-5-3 0,-1 0 0,1 3 0,0 1 0,-2-2 0,0 0 0,3 0 0,1-1 0,2-3 0,1 1 0,0 0 0,-2 0 0,-2 1 0,-1 1 0,-1 0 0,0 1 0,1-2 0,0 0 0,0 2 0,0 1 0,-1-2 0,1 0 0,5 1 0,2-1 0,-5-3 0,0 0 0,0 3 0,0 1 0,-9-1 0,1 1 0,2 0 0,2 0 0,1-2 0,0 1 0,2 0 0,-1 0 0,-1 0 0,0-1 0,-2-1 0,1 1 0,-2 1 0,0 0 0,1 0 0,-1 1 0,-1-2 0,1 0 0,1 0 0,0 1 0,-1 0 0,1 0 0,-1-1 0,0-1 108,-2 2 0,-1 1 1,-2 0-1,-1 0 0,2-1 1,-1 1-1,2-1 0,-1 0-108,1 2 0,-1-1 0,3-3 0,-1 0 0,-6 2 0,-1 1 0,2 0 0,0 0 0,-2 0 0,1-1 0,1 1 0,0 0 0,0-1 0,1-1 0,-5 2 0,-1 0 0,-3 2 0,-1-1 0,1-3 0,1 0 0,3 1 0,0 1 0,1 0 0,0 0-57,-1 0 1,-1-1 0,0 1 0,-2 0 56,-8 0 0,-1-1 0,3-1 0,0 0 0,3 3 0,1 1 0,2-2 0,0 0 0,-7 1 0,0-1 0,-3-2 0,-1 0 110,-4 1 1,-1 1 0,2 2-1,1 0-110,5-2 0,-1-1 0,1 1 0,-1 0 0,-2 0 0,-1-1 0,-3-2 0,-1 0 0,36-3 0,2-2 0,4 1 0,4-3 0,-45 10 0,1 0 0,-1-2 0,-1-1 0,-1 2 0,0 1 0,44-9 437,-7 8 0,-1-5-437,-5 5 0,10-5 0,-4 3 0,0 1 0,-4-1 0,-2-4 0,-11 7 0,-4-3 289,-13 2 0,1 2-289,5-7 0,-5 7 0,5-3 0,-5 1 436,-1 0 1,-2-5-437,-5 5 0,3-2 347,-8 3 0,1 1-347,-7-8 0,0 7 0,1-5 0,-1 0 248,1 1 0,1 3-248,4-5 0,-2 5 3,8-6 0,-8 7-3,3-7 0,-3 8 0,2-1 0,-9-3 0,3 0 0,-3 1 0,-5-1 0,-1-3 0,-8 5 0,-5-7 0,-1 1 0,-1 3 0,1-3 0,5 1 0,-7-7 0,3 1 0,-1 0 0,1-2 0,5-4 0,-4-2 0,5-3 0,-5-11 0,10 5 0,2-12 0,0-2 0,3-5 0,9-4 0,-3-8 0,8 11 0,-9-1 0,-5 7 0,-3 6 0,-2 2 0,-2 0 0,-6 1 0,1 3 0,-11 2 0,-1-1 0,-2 1 0,-2 7 0,0-5 0,0 5 0,0 0 0,-6-5 0,1 3 0,-3-3 0,2-3 0,-3 1 0,-8 0 0,-1-1 0,1 1 0,-8-1 0,4 1 0,-6 0 0,3-1 0,-7 7 0,2-1 0,-3 2 0,-3-1 0,1-3 0,0 8 0,-3 0 0,-3-2 0,-4 6 0,-15-6 0,-4 10 0,-4 4 0,-4-3 0,-4 8 0,1-5-207,-12 5 0,9-5 207,-9 5 0,2 0 0,-9 6 0,42 0 0,-2 0 0,-3 0 0,-1 0 0,2 0 0,0 0 0,0 0 0,1 0 0,-3 0 0,1 0 0,1 0 0,1 0 0,-6 0 0,-1 0 0,-2 0 0,0 0 0,-1 0 0,0 0 0,3 0 0,2 0 0,3 0 0,1 0 0,-1 0 0,1 0 0,-4 0 0,-1 0-208,-3 0 0,0 0 1,2 0-1,2 0 208,1 0 0,1 0 0,2 1 0,1 0 0,-3 1 0,-1 0 0,0 2 0,-1 0 0,0 1 0,0-1 0,0-1 0,-1 0 0,3 3 0,0-1 0,1-2 0,1 0 0,3 3 0,0 0 0,-3-4 0,0 0 0,-3 0 0,1 1 0,0-1 0,1-2 0,-1 0 0,-1 0 0,2 0 0,0 0 0,-4 0 0,1 0 0,0 0 0,-1 0 0,-1 0 0,0 0 0,-2 0 0,0 0 0,0 0 0,0 0 0,1 0 0,1 0 0,-2 0 0,0 0 0,-2 0 0,0 0 0,4 0 0,0 0 0,-2 0 0,-1 0 0,3 0 0,0 0 0,1 0 0,0 0 0,0 0 0,-1 0 0,-2 0 0,0 0 0,0 0 0,0 0 0,0 0 0,0 0 0,2 0 0,1 0 0,3 0 0,-1 0 0,1 0 0,0 0 0,-1 4 0,1 0 0,0-3 0,-1 0 0,1 2 0,0-1 0,-2 0 0,1-2 0,-1 0 0,-1 0 0,2 0 0,0 0 0,-1 0 0,1 0 0,0 0 0,-1 0 0,-3 1 0,0 0 0,2 2 0,0 0 0,0-2 0,-1 0 0,-2 2 0,0 0 0,-1-1 0,0-1 0,0 1 0,0 0 0,-1 2 0,0 0 0,-2 1 0,0-1 0,3-1 0,0-2 0,1 2 0,0 0 0,-5 1 0,0 0-248,-1-2 1,0 1 0,-2 3-1,1 0 248,1-3 0,0 0 0,3 2 0,0 1 0,0-3 0,0 0 0,-4 1 0,-1-1 0,-2-1 0,0 0 0,4 1 0,1 0 0,2-1 0,0 0 0,-1 1 0,0 1 0,1-1 0,0 0 0,-4 0 0,0 0 0,2-3 0,-1 0 0,-2 0 0,0 0 0,9 0 0,0 0 0,-4 0 0,0 0 0,-3 1 0,0 0 0,-1 0 0,-1 2 0,-1-1 0,0 1 0,1 1 0,1-2 0,7-2 0,0 0 0,-3 1 0,0 0 0,-5 2 0,-2 0 0,2-2 0,-1 0 0,0 2 0,1-1 0,-1 0 0,0-2 0,6 1 0,0 0 0,-2 1 0,-1 0 0,-3 1 0,0 0 0,1 1 0,-1-1 0,0 1 0,0-2 0,4-1 0,1 0 0,6 2 0,1 0 0,-3-2 0,0 0-183,0-1 0,0 0 0,-2 0 0,0 0 183,4 0 0,1 0 0,0 0 0,0 0 0,3 0 0,1 2 0,-5-1 0,0 1 0,-3 1 0,0 0 0,2 0 0,1 0 0,1-3 0,0 0 0,2 0 0,1 2 0,2 1 0,1-1 0,-3 0 0,-1 0 0,-5 4 0,0 0 0,5-4 0,1 0 0,0 0 0,0 1 0,0 2 0,1 0 0,0 0 0,-1 1 0,-2 2 0,-1 0 0,-3 0 0,-2 1 0,3-1 0,0 1 0,2 0 0,0-1 0,-1 1 0,1-1 0,3 1 0,-1 0 0,-4-1 0,-2 1 0,0-1 0,0 1 0,1 0 0,0-1 0,2 1 0,1-1 0,5 1 0,0 0 0,-3 0 0,1-1 0,-1-2 0,-1-1 0,-4 1 0,0 0 0,6-1 0,-1 1 0,-4 0 0,0 0 0,6-1 0,1-1 0,-1 0 0,-1 0 0,-1-2 0,0 0 0,-3-1 0,-1 0 0,2-1 0,0 0-52,3 0 0,1 0 1,2 0-1,1 0 52,1 0 0,1 0 0,-3 0 0,1 0 0,-3 0 0,-1 0 0,-2 0 0,-1 0 0,2 0 0,0 0 0,0 0 0,1 0 0,2 0 0,1 0 0,2 0 0,-1 0 0,-9 0 0,-1 0 0,4 0 0,0 0 0,1 0 0,-1 0 0,0 0 0,0 0 0,4 0 0,1 0 0,-2 0 0,1 0 0,-4 0 0,1 0 0,5 0 0,-1 0 0,-8 0 0,0 0 0,7 0 0,1 0 0,0 0 0,1 0 0,-1-1 0,1 2 0,-1-1 0,1 1 0,-2 1 0,1 0 0,0 1 0,1 0 0,-4 0 0,1 0 0,3-3 0,1 0 0,-3 0 0,1 0 0,1 0 0,0 0 0,2 0 0,-1 0 0,0 0 0,-1 0 0,0 0 0,-1 0 0,-1 0 0,1 0 0,0 0 0,1 0 0,0 0 0,1 0 0,1-1 0,0 0 0,3-2 0,-1 0 0,-3 2 0,1 0 0,-1-2 0,0 0 0,1 2 0,-1 1 0,-3-1 0,1 2 0,-43-1 0,5 0 0,2 0 0,-2 0 0,2 0 0,-7 0 0,7 0 0,4 0 0,11 0 0,5 5 0,-1 1 0,-2-2 0,-3-2 157,-3-2 1,-1 2-158,-6 3 0,0-3 0,2 6 0,3-8 0,7 0 0,3 0 0,2 0 0,-7 0 0,-5 0 0,3 0 0,-2 0 0,9 0 0,2 0 0,0-6 0,10-1 0,0-1 0,1 0 0,9-5 0,-18 5 0,4-3 387,-4 5 0,-2 2-387,0-2 0,2 5 0,4-5 0,-4 4 0,6 2 0,-2 0 0,0 0 0,0 2 0,-6 4 0,-8-5 0,7 7 0,-5-8 0,10 0 0,4 0 0,0 0 273,-1 0 1,5 0 0,-4 0-274,2 0 0,-1 0 0,3 0 0,-2 0 0,-4 0 0,5 2 0,5 4 0,-7 13 0,-3 15 0,22-3 0,0 3 0,2 2 0,0 3 0,-6 10 0,0 3 0,1 3 0,0 1 0,-1 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2.2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12476 6757 8912,'-17'0'0,"0"0"0,2-2 0,3-4 0,-3 4 0,13-5 0,-6-1 0,8-3 0,8-5 0,3-1 0,5-6 0,3-2 0,4-1 0,-2-9 0,6-7 0,-1-4 0,1-7 0,7-8 0,7-14 0,-18 30 0,1-1 0,0-6 0,0-2 0,3-1 0,2 0-710,1-3 1,3-1 709,4-3 0,0-2 0,0-1 0,-1 0 0,4-4 0,0 1 0,-4 3 0,-1 2-21,-1 2 1,1 1 0,-1 4 0,-1 1 0,-4 7 0,-1 1 0,0 3 0,0 2 0,25-31 20,-1 14 0,-1 10 0,-7 16 0,-3 4 0,-3 3 0,2 3 0,-11 6 0,-1-1 0,-7 1 0,-3 8 1390,-9-1-1390,-1 2 105,-1 8 0,-3 0-105,8 0 0,-1 0 0,1-7 0,-3-5 0,-1-3 0,-2-2 0,-6-6 0,-2 0 0,-4 2 0,-11-13 0,-10-3 0</inkml:trace>
  <inkml:trace contextRef="#ctx0" brushRef="#br0" timeOffset="1">13750 4367 8912,'-12'0'0,"1"0"0,7 0 0,-4 0 0,8 0 0,2-6 0,4-1 0,7-3 0,8-3 0,6-3 0,8-1 0,7 2 0,4 4 0,3 3 0,-1 8 0,2 0 0,3 0 0,3 9 0,-7 11 0,-3 12 0,-6 12 0,-11 6 0,-4 9 0,-8 4 0,-7 4 0,-4 2 0,-6-6 0,-6-2 0,-6-2 0,-3-17 0,-10-2 0,-2-13 0</inkml:trace>
  <inkml:trace contextRef="#ctx0" brushRef="#br0" timeOffset="2">15126 4419 8912,'-17'-18'0,"2"1"0,3 0 0,-1 0 0,7 0 0,-1-1 0,3 1 0,-2 0 0,2 0 0,0 2 0,-1 3 0,-5 6 0,-7 12 0,2 6 0,1 11 0,3 5 0,5 7 0,-5 5 0,5 4 0,-4 5 0,3-3 0,1 2 0,6-8 0,0 0 0,0-5 0,0-9 0,0-1 0,2-10 0,4-3 0,5-6 0,6-14 0,4-11 0,2-14 0,8-9 0,-6-11 0,3-3 0,-5-1 0,-4 0 0,-7 3 0,-1-3 0,-7 7 0,2-7 0,-4 13 0,-2-7 0,-6 3 0,-2 0 0,-1 8 0,-3 2 0,-5 15 0,8 7 0,1 11 0,8 12 0,0 11 0,0-1 0,0 21 0,2-2 0,4 6 0,-3 4 0,9 6 0,-2-3 0,1-3 0,4 4 0,-5-8 0,7 4 0,0-6 0,2-4 0,2-1 0,4-3 0,2-3 0,-6-10 0,2-8 0,2-7 0,-2 2 0,0-4 0,-6-10 0,0-5 0,0-8 0,-1 2 0,-5-4 0,3-2 0,-9 2 0,1 0 0,-6 6 0,0 0 0,0-1 0,0 1 0,0 8 0,0-3 0,0 12 0,-6-2 0,1 14 0,-1-1 0,0 8 0,0 4 0,1-4 0,5 4 0,-6-4 0,0-1 0,0-1 0,6-8 0,2-1 0,4-8 0,-2-2 0,5-4 0,1-5 0,-2-4 0,-1-3 0,5 1 0,-7 0 0,1 0 0,-4 2 0,4 3 0,-2-1 0,7 7 0,-7 0 0,9 8 0,-7 4 0,7 9 0,-1 8 0,3-2 0,2-2 0,1 4 0,-1 0 0,2 2 0,4-2 0,-4-12 0,8 12 0,-6-13 0,2-1 0,2-1 0,-2-8 0,-12 0 0,12 0 0,-13-15 0,7-4 0</inkml:trace>
  <inkml:trace contextRef="#ctx0" brushRef="#br0" timeOffset="3">16021 4161 8912,'-9'0'0,"1"7"0,8 5 0,0 11 0,0-2 0,0 7 0,0 3 0,2 1 0,4 3 0,5-1 0,4 1 0,10-9 0,-4-1 0,6-8 0,-2 1 0,-2-1 0,2-8 0,2-1 0</inkml:trace>
  <inkml:trace contextRef="#ctx0" brushRef="#br0" timeOffset="4">16021 4487 8912,'-26'8'0,"-5"-6"0,8 4 0,8-4 0,11-4 0,15-4 0,5-4 0,18-7 0,-1-6 0,12 0 0,-1-7 0,2 1 0,4 4 0,-12-7 0,8 3 0,-8 2 0,3-1 0,-13 7 0,5-12 0,-7 7 0</inkml:trace>
  <inkml:trace contextRef="#ctx0" brushRef="#br0" timeOffset="5">16520 4178 8912,'-25'9'0,"4"7"0,-5-3 0,1 8 0,2-2 0,6 14 0,-1-5 0,1 5 0,0 1 0,6-1 0,1-5 0,2-5 0,3-4 0,5-1 0,0-1 0,7-8 0,5-3 0,3-4 0,2-2 0,-7 0 0,5-10 0,-3-7 0,3 0 0,2-6 0,0-2 0,-1 2 0,-5 2 0,4 2 0,-5 2 0,7 0 0,-5 0 0,-1-1 0,1 1 0,5 2 0,0 4 0,0 3 0,0 8 0,1 0 0,-1 0 0,6 8 0,0 3 0,2 4 0,-3 4 0,7 4 0,4-4 0,-1 4 0,-1-11 0,-3-6 0,1 3 0,6 1 0</inkml:trace>
  <inkml:trace contextRef="#ctx0" brushRef="#br0" timeOffset="6">15591 5072 8912,'-11'-17'0,"1"0"0,0-1 0,3 1 0,-1 0 0,4 0 0,-3 0 0,1-1 0,2 1 0,-5 8 0,-3 3 0,3 6 0,-3 6 0,-1 7 0,-3 10 0,-1 11 0,-6 14 0,0 11 0,2 2 0,8 1 0,3 1 0,3-6 0,5-5 0,6-7 0,5-3 0,12-17 0,8-8 0,1-9 0,16-17 0,2-14 0,2-16 0,1-16 0,1-6 0,0 0 0,-8-6 0,-10 15 0,-11 1 0,-11 7 0,-11 11 0,-10 5 0,-10 3 0,-23 15 0,-4 5 0,-4 3 0,0 7 0,3 3 0,5 2 0,5 3 0,7 2 0,12 2 0,1 1 0,8-1 0,3 0 0,14-6 0,9 1 0,10-10 0,13-2 0,4-10 0,7-13 0,9-3 0,1-9 0</inkml:trace>
  <inkml:trace contextRef="#ctx0" brushRef="#br0" timeOffset="7">16211 4608 8912,'-8'-17'0,"4"5"0,-7 1 0,7 7 0,-4 4 0,8 11 0,0 12 0,0 6 0,0 11 0,6 2 0,2 6 0,1-4 0,4-2 0,-3 0 0,2-2 0,-3-4 0,3 4 0,3-3 0,-4-3 0,-3-7 0,-2-4 0,3-4 0,-7-10 0,6-1 0,-8-8 0,0-13 0,0-7 0,2-2 0,2-5 0,1 0 0,1 0 0,-6-1 0,2-3 0,4 8 0,-2-5 0,7 5 0,-5 0 0,5 5 0,3 1 0,-7 8 0,9-5 0,-5 9 0,4 1 0,2 2 0,1 2 0,-1 0 0,-8 9 0,-3 9 0,-4 5 0,-2 5 0,0 5 0,-2-5 0,-5 5 0,-11 1 0,1 6 0,-6 0 0,4-1 0,2-11 0,2 3 0,3-8 0,-1 0 0,7-6 0,0-8 0,6-9 0,8-17 0,1-17 0,9-10 0</inkml:trace>
  <inkml:trace contextRef="#ctx0" brushRef="#br0" timeOffset="8">16778 4745 8912,'-17'2'0,"0"4"0,0 4 0,0 5 0,-1-4 0,9 5 0,-5-7 0,9 8 0,-1 0 0,14-5 0,3-1 0,4-7 0,5 4 0,1-2 0,2-1 0,5 3 0,-5-2 0,6-2 0,-6 7 0,0-5 0,-6 5 0,-6 1 0,1 5 0,-8 0 0,3 6 0,-7 0 0,-2 0 0,-3-6 0,-1 2 0,-9 2 0,-4 2 0,-2-2 0,3-10 0,9 5 0,-7-14 0,5 3 0,3-6 0,3-11 0,3 1 0,2-14 0,0 0 0,7-2 0,5-7 0,3 1 0,2 5 0,1-3 0,-1 8 0,0-5 0,0 5 0,0 0 0,1 5 0,-3 7 0,-4 0 0,5 7 0,-14-4 0,5 16 0,-7 3 0,0 4 0,8 3 0,1-9 0,3-1 0,-1-8 0,1 0 0,5 0 0,0-8 0,0-3 0,1-5 0,-1-1 0,0-6 0,0 0 0,-1 1 0,-3 2 0,-4-1 0,-1-2 0,-2 1 0,-14 12 0,-3 4 0,-5 4 0,-1 2 0,0 10 0,0 7 0,0 8 0,-1 9 0,3 1 0,4-1 0,5 0 0,-4-7 0,8 6 0,-3-7 0,3 3 0,4-2 0,3-2 0,-3-2 0,14-12 0,-5 1 0,10-9 0,2 3 0,-2-4 0,4-10 0,-2-3 0,8-12 0,-12-2 0,4-5 0,-4 1 0,-2 2 0,0-3 0,0 1 0,-5 2 0,-1-1 0,-7-3 0,2 8 0,-4-6 0,-2 6 0,0 1 0,0 4 0,0 9 0,0 3 0,0 12 0,0 5 0,0 5 0,0 1 0,7 0 0,3 0 0,1 0 0,1 1 0,-1-3 0,7-4 0,-1 5 0,0-15 0,0 5 0,0-4 0,-5-2 0,-1 0 0,1 0 0,5 0 0,-5-2 0,-1-4 0,-7-3 0,2-8 0,-5 0 0,-1-1 0,6-5 0,0 0 0,0 1 0,-6-1 0,0-2 0,0-2 0,0 12 0,0-2 0,0 3 0,0 5 0,0 1 0,2 21 0,3 5 0,3 3 0,5-4 0,-1 0 0,1 0 0,3-7 0,-5 3 0,0-7 0,-5 5 0,6-5 0,-1 0 0,4-8 0,-3-4 0,3-3 0,-13-9 0,4 1 0,-4 0 0,0-8 0,2-2 0,1 1 0,-1 3 0,6-4 0,-8 8 0,13-4 0,-4 11 0,5-1 0,1 7 0,0 3 0,0 1 0,0 4 0,1 1 0,-1 3 0,0 7 0,0-1 0,0 3 0,-1 2 0,-5 1 0,3-1 0,-9 0 0,-1 0 0,-2-5 0,-2-1 0,0-7 0,0 4 0,8-8 0,1-8 0,9-5 0,-1-8 0,2 0 0,2-8 0,2-2 0,-2-1 0,-2 5 0,-2-5 0,0 3 0,-5 4 0,-3 2 0,-1 4 0,-2-6 0,-14 14 0,-7-3 0,-8 20 0,0 4 0,0 9 0,0 4 0,2 5 0,2 3 0,2 1 0,0 3 0,1-10 0,5 9 0,3-5 0,8-1 0,4-1 0,7-8 0,12-2 0,10-3 0,7-14 0,-4 0 0,14-10 0,-4-7 0,4-10 0,-4-3 0,-2-1 0,-2 2 0,-8 1 0,-7-7 0,-2 1 0,-4 7 0,-10 4 0,-3 4 0,-8 2 0,-2 2 0,-4 3 0,2 5 0,-9 7 0,-4 0 0,-4 0 0,-2 0 0,6 5 0,-1 1 0,1 8 0,0-3 0,2 4 0,3 2 0,-3 1 0,11-1 0,-6 0 0,3 0 0,1-5 0,6-1 0,0 3 0,8-7 0,-4 1 0,7-8 0,0-2 0,7-4 0,-1 0 0,0-9 0,0-4 0,1-10 0,4 3 0,0-9 0,-5-1 0,-4-4 0,0-6 0,3-4 0,-5-3 0,1-4 0,-8-3 0,1-3 0,-1 0 0,0 12 0,2 7 0,-1 6 0,-5 15 0,0 13 0,0 20 0,0 28 0,0 19 0,-7 16 0,5 11 0,-4 7-855,4-1 855,2-2 0,0-4 0,2 0 0,4-2 0,7-1-113,8-11 1,8-7 112,11-11 0,4-16 0,8-7 0,1-6 0,1-8 0,-3-9 0,-3-12 0</inkml:trace>
  <inkml:trace contextRef="#ctx0" brushRef="#br0" timeOffset="9">9189 15800 8912,'-17'-1'0,"2"-5"0,2-4 0,1-1 0,-1-1 0,3 7 0,1-7 0,1-1 0,2 5 0,6-7 0,0 13 0,-2-6 0,-3 8 0,-3 8 0,-6 3 0,3 5 0,0 1 0,-7 0 0,7 6 0,-1 0 0,9 2 0,-5-4 0,2 2 0,0-2 0,1 5 0,7-6 0,3 3 0,5-10 0,7-2 0,8-7 0,4 2 0,3-4 0,-5-2 0,4-2 0,-7-4 0,3-5 0,-6-5 0,-4 3 0,-11-4 0,2 3 0,-4-8 0,-6 2 0,-6-2 0,-11-1 0,-4 2 0,-4 1 0,-7 3 0,5 6 0,0-1 0,3 9 0,-3-3 0,0 6 0,12 6 0,-2 3 0,13 8 0,2 0 0,10 1 0,6-1 0,18 0 0,7 0 0</inkml:trace>
  <inkml:trace contextRef="#ctx0" brushRef="#br0" timeOffset="10">9775 15302 8912,'-35'-34'0,"8"7"0,4 4 0,4 9 0,2 5 0,0 1 0,5 3 0,1 5 0,-1 7 0,1 10 0,-1 12 0,3 4 0,-3 1 0,3 8 0,3 4 0,4 5 0,-3 3 0,3-3 0,2 5 0,0-12 0,0 0 0,0 5 0,0-3 0,0-4 0,0-2 0,0 0 0,0-5 0,-6 7 0,0-13 0,0-1 0,6-18 0,0-3 0</inkml:trace>
  <inkml:trace contextRef="#ctx0" brushRef="#br0" timeOffset="11">9499 15800 8912,'-23'-5'0,"2"-3"0,6-1 0,-2 5 0,15-4 0,-4 8 0,12-2 0,5-4 0,12 3 0,6-9 0,11 1 0,6-6 0,6-1 0,3 1 0,4 0 0,2 0 0,10-8 0,8-2 0</inkml:trace>
  <inkml:trace contextRef="#ctx0" brushRef="#br0" timeOffset="12">10807 15010 8912,'-2'-29'0,"-2"2"0,-1 2 0,-7 2 0,3 8 0,-5 2 0,-5 1 0,-4 9 0,0-3 0,-4 6 0,-7 6 0,5 3 0,3 8 0,1 2 0,4 2 0,1 2 0,11 8 0,-4-4 0,7 7 0,2 0 0,2 7 0,2-1 0,0 0 0,0 2 0,0 2 0,0 0 0,0 13 0,6-11 0,1 11 0,3-3 0,-6-3 0,2 1 0,-5-1 0,-1 1 0,0-1 0,-7-7 0,-5-3 0,3-7 0,-3-5 0,1-6 0,-6-12 0,-1-11 0,1-10 0</inkml:trace>
  <inkml:trace contextRef="#ctx0" brushRef="#br0" timeOffset="13">10342 15715 8912,'-32'0'0,"3"0"0,-1-6 0,7 0 0,0 0 0,13 6 0,4 0 0,12 0 0,6 0 0,11 0 0,5 0 0,5 0 0,15-5 0,3-1 0,14-7 0,4 1 0,0-11 0,7-4 0</inkml:trace>
  <inkml:trace contextRef="#ctx0" brushRef="#br0" timeOffset="14">11151 15543 8912,'0'-33'0,"2"4"0,2 7 0,2 2 0,-2 3 0,-3 0 0,-1 0 0,0 7 0,8 3 0,-6 9 0,4 3 0,-4 9 0,-2 5 0,0 4 0,0 7 0,0-9 0,0 6 0,0 0 0,0-2 0,0-1 0,2-1 0,3-5 0,-3-1 0,8 0 0,-5 0 0,-1-2 0,8-3 0,1-6 0,2-4 0,3-2 0,-1-2 0,0-4 0,0-6 0,1-3 0,-1-2 0,-2 0 0,-4 0 0,5-1 0,-12 1 0,7 0 0,-7 7 0,4 3 0,-8 14 0,0 7 0,0 5 0,0 4 0,7 0 0,-3 0 0,8 0 0,-7 0 0,7-6 0,-1 0 0,6-2 0,1-3 0,-9-5 0,6-7 0,-3-2 0,3-3 0,1-5 0,-5-9 0,-5-2 0,-4-2 0,-2-7 0,0 1 0,0 2 0,0-2 0,-8 8 0,-3-1 0,-5 2 0,-1 3 0,7 8 0,-5-5 0,4 9 0,3 6 0,0 9 0</inkml:trace>
  <inkml:trace contextRef="#ctx0" brushRef="#br0" timeOffset="15">11754 15680 8912,'-10'-9'0,"0"-5"0,5 8 0,3 1 0,-6 5 0,8 0 0,8 7 0,3 5 0,5 3 0,1 2 0,0 2 0,0 4 0,0-4 0,-5 6 0,-1-8 0,3 1 0,-7-1 0,7-6 0,-9 1 0,-1 1 0,6-5 0,-8-1 0,3-7 0,-10 0 0,3-9 0,-4-8 0,-2 0 0,3-8 0,1 0 0,2 6 0,2-6 0,0 2 0,0 0 0,0 0 0,0 6 0,0 0 0,8 1 0,3 3 0,4 2 0,10-1 0,2-5 0</inkml:trace>
  <inkml:trace contextRef="#ctx0" brushRef="#br0" timeOffset="16">12425 15199 8912,'-21'-2'0,"3"-4"0,3-5 0,0 3 0,5 0 0,-3 16 0,5 5 0,-1 8 0,-1 8 0,-3 11 0,3 6 0,3 4 0,1 1 0,6 1 0,0-1 0,0 1 0,0-6 0,0 0 0,0-8 0,0 2 0,0-11 0,7 3 0,3-13 0,7-2 0,0-11 0,1-12 0,-1-3 0</inkml:trace>
  <inkml:trace contextRef="#ctx0" brushRef="#br0" timeOffset="17">12373 15525 8912,'-27'-17'0,"2"2"0,8 3 0,8-3 0,1 13 0,10-5 0,4 7 0,7 0 0,8 0 0,6 0 0,9 0 0,2 0 0,3 0 0,6-8 0,-1-3 0,4-5 0,2-1 0</inkml:trace>
  <inkml:trace contextRef="#ctx0" brushRef="#br0" timeOffset="18">13182 15233 8912,'-19'0'0,"-4"0"0,4 0 0,-2-2 0,7-4 0,-1 5 0,3-5 0,-3 4 0,6 6 0,3 7 0,4 8 0,2 16 0,0 7 0,2 2 0,4 2 0,5-1 0,4-6 0,3 1 0,-1 4 0,2-16 0,4 1 0,-4-10 0,4-7 0,-4-7 0,-2-3 0,0-2 0,1-7 0,-1-5 0,0-11 0,0-6 0,1-11 0,-1-6 0,-6 3 0,-1-3 0,-1 0 0,1 2 0,-6-4 0,1 8 0,-3 0 0,-9 13 0,-5 4 0,3 4 0,-3 4 0,-1 3 0,-2 5 0,-3 7 0,3 4 0,4 7 0,-3-3 0,8 15 0,-7-16 0,11 24 0,-6-12 0</inkml:trace>
  <inkml:trace contextRef="#ctx0" brushRef="#br0" timeOffset="19">13061 15508 8912,'-32'6'0,"3"0"0,6-3 0,12 7 0,5-8 0,14 4 0,9-4 0,12-2 0,9 0 0,6-8 0,9-2 0,3-7 0,1 0 0,8 0 0,-2 0 0,2-1 0,-2 1-308,4 0 0,-13-8 0,5-2 0</inkml:trace>
  <inkml:trace contextRef="#ctx0" brushRef="#br0" timeOffset="20">11117 18036 8912,'0'-18'0,"0"1"0,0 0 0,0 0 0,0 0 0,0-1 0,0 1 0,0 6 0,0-1 0,0 7 0,0-7 0,0 6 0,0-5 0,0 7 0,0-4 0,-8 16 0,-3 4 0,-5 11 0,-1 5 0,0 12 0,0-2 0,0 8 0,-1 2 0,9 0 0,3-2 0,-2 3 0,3-3 0,-1-4 0,6-2 0,8-5 0,3-5 0,6-5 0,6-6 0,-2-5 0,8-14 0,2-4 0,9-8 0,2-1 0,4-16 0,1-5 0,-6-6 0,-1-6 0,-6 6 0,-7-8 0,-2 12 0,-10-4 0,-3 3 0,-9 3 0,-14 0 0,-8-1 0,-16 1 0,-1 5 0,-2 4 0,-2 4 0,1 6 0,3 4 0,2-1 0,-1 4 0,7 8 0,1 2 0,2 4 0,2 6 0,6 11 0,5-2 0,3 7 0,1 1 0,4-2 0,2-3 0,2-6 0,8-1 0,2 0 0</inkml:trace>
  <inkml:trace contextRef="#ctx0" brushRef="#br0" timeOffset="21">10979 18242 8912,'-17'0'0,"0"0"0,0 0 0,5 0 0,1 0 0,7 8 0,-2-7 0,12 5 0,3-4 0,16-2 0,6 0 0,7 0 0,8-8 0,11-1 0,6-1 0,12-13 0,3 4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2.2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7124 550 8912,'10'-7'0,"5"3"0,-5-8 0,-1-1 0,5 3 0,-9-1 0,3 1 0,-4-3 0,2 1 0,-1 7 0,-5-7 0,0 7 0,0-7 0,0 8 0,0-3 0,0 7 0,-7 0 0,-3 0 0,-7 0 0,0 0 0,0 0 0,-1 0 0,-1 0 0,-4 2 0,-5 3 0,-5-1 0,-3 6 0,-4-1 0,-6 1 0,-4-6 0,-3 9 0,-3-5 0,-1 1 0,-8-5 0,9 9 0,-7-5 0,-2 2 0,-2-7 0,-2 5 0,1 0 0,4-6 0,1 3 0,8-3 0,-2-2 0,5 0 0,6 0 0,-2 0 0,8 0 0,-2 0 0,2 0 0,-6 0 0,-6 0 0,-5 0 0,-4 0 0,-10 0 0,-2 0 0,-1 0-199,-1 8 0,-1-1 199,-5 5 0,-5 3 0,-3-5 0,-3-1 0,4-3 0,6-4 0,5 6 0,8-6 0,2 3 0,4-3 0,4 6 0,5-6 0,-3 3 0,-6-3 0,-10 4 0,-3 2 0,-1-1 0,1 1 0,1 5 0,-3-3-327,-8 7 0,-10 0 327,42-8 0,-1-1 0,0 1 0,-1 0 0,-1-1 0,0 1 0,2-1 0,1 1 0,2 2 0,0 1 0,3-1 0,1-1 0,-42 7 0,8-3 0,-2-3 0,13 4 0,-4-3 0,14 1 0,8-5 0,5-1 0,0 1-30,-2-4 30,-1 5 0,-9-5 0,-3 6 0,-4-3 0,-11 9 0,-8 1 0,2 0 0,-2 6 0,2-2 0,7 0 0,-1 2 0,-6 6-34,-2-6 1,-2 0 33,13-6 0,2 0 0,10 0 0,0 6 0,12 0 0,3 6 0,13-6 0,1 5 0,0-3 0,1 2 323,4 3 1,4 1-324,8-2 0,2 5 10,3 0 1,5 8-1,7 8-10,0-4 117,0 4 1,0-7 0,0 9 0,2 0-118,3-1 0,-1 1 0,8-1 0,-1 1 0,6 0 0,-5-1 0,-1 1 0,3-1 0,1 8 0,2-5 0,2 5 0,4 0 0,-4-11 0,4 2 0,-2-6 0,2-6 0,-3-2 0,12 2 0,-3-3 0,-3 1 0,3-13 0,6 0 0,5-6 0,2 0 0,-2 1 0,6-3 0,4-2 0,1-1 0,1-7 0,-1 7 0,9-8 0,-7 5 0,5-3 0,-3-4 0,2 4 0,7-4 0,2-2 0,11 0 0,3 0 0,10 0-133,2 0 1,5 0 0,-7 0 132,-6 0 0,8-6 0,-4 0 0,6 2 0,1-3 0,-46 4 0,0 0 0,39-3 0,-10 8 0,-1 4 0,-3 3 0,-3 7 0,2-3 0,1-2 0,9 1 0,-3 5 0,2-2 0,-2-3 0,-3 3 0,-1-13 0,5 4 0,7-4 0,9-2 0,-7 0 0,8 0 0,-9 0 0,-3 0 0,-5-6 0,-3-2 0,-1-1 0,5 5 0,-6-9 0,7 7 0,-3 2 0,-4 2 0,-1 2 0,-10 0 0,-4 0 0,0 0 0,10 0 0,4 0 0,5 0 0,-4 8 0,9-6 0,-5 3 0,6-3 0,6-2 0,-4 0 0,7 0 0,-45 0 0,0 0 0,3 0 0,1 0 0,1 1 0,1-2 0,1-2 0,0-1 0,-5-2 0,0 0 0,-2 2 0,-1 1 0,45-7 0,-46 7 0,1 0 0,0 2 0,0-2 0,3-2 0,-1-1 0,41-5 0,-43 3 0,-1 0 0,42-5 0,-4 1 0,10 1 0,-46 3 0,1 1 0,3 1 0,-1 0 0,-2-2 0,0 1 0,-1 6 0,-1 0 0,43-7 0,-2 1 0,-40 3 0,1 0 0,0-2 0,1 1 0,1 1 0,-1 0 0,1 0 0,0 0 0,-2 4 0,1-2 0,-1-2 0,1-1 0,-1 3 0,-1 0 0,-1-1 0,0 0 0,45-2 0,-1 3 0,-44-1 0,0 0 0,1 1 0,1 0 0,0-3 0,-1-1 0,0 0 0,-2 0 0,44-3 0,-2-5 0,1 9 0,5-1 0,-45 5 0,-1 2 0,48-1 0,-12 0 0,-2 0 0,-4 0 0,14 0 0,-44 0 0,1 0 0,2 0 0,0 0 0,-2 0 0,-1 2 0,44 4 0,-6-5 0,0 7 0,-1-8 0,0 0 0,10 0 0,-17-6 0,14 1 0,0 1 0,-6-4 0,2 0 0,-6 1 0,-4-1 0,2 1 0,10 1 0,-6 2 0,0-7 0,-8 7 0,-9-10 0,2 9 0,0-1 0,-2-2 0,3 6 0,-9-3 0,4 3 0,-6 2 0,6 0 0,-3 0 0,-5 2 0,-2 1 0,-3 3 0,1 0 0,8 2 0,0-7 0,12 5 0,3 2-995,3-2 995,10-1 0,-5 1 0,2 0 0,-7-2 0,-5-1-186,-3 3 1,7-4 185,6 4 0,0-4 0,6-2 0,-12 0 0,3 0 0,-9 0 0,4 0 0,-5 0 0,-2 0 57,2 0 1,5 0 0,0 0-58,6 0 0,-9 0 0,9 0 0,-15 0 0,0-6 0,2 0 0,3 2 0,5 2 0,-1 2 0,-2 0 0,-1 2 0,0 2 0,-3 2 0,-9 7 0,-1-9 0,-7 6 0,2-3 0,10 1 0,0-4 0,6 2 0,0-3 0,-3-1 0,-7 4 0,0 0 0,2-2 0,-5-3 0,1-1 0,-4 0 0,4 0 0,8 0 0,0-1 0,-2-3 0,-4-2 0,4 0 0,-13 6 0,5 0 0,0 0 0,2-7 0,2 5 0,1-6 0,1 2 0,1 1 0,9-7 0,-2 4 0,-6-1 243,1 5 0,-8-11 0,5 5 1,-2-1-244,2-1 0,2 3 0,2-3 0,-1-1 105,1 7 0,-2-5 0,-2 3 1,-6 1-106,-5-1 0,1 0 98,-9 2 0,4 3-98,2-9 0,-1 8 0,1-1 0,2 3 0,3 2 0,2 0 0,6 0 0,-2 0 0,-7 0 0,5 0 0,-6 0 0,3 0 0,-1 5 0,-5 1 0,-1-2 0,1-2 0,7 6 0,-5-7 0,3 5 0,2-4 0,-1-2 0,-1 0 0,-7 0 0,-4 0 0,-6 0 0,-10 0 0,-3-2 0,-2-4 0,6 5 0,-6-15 0,3 5 0,7 1 0,-1-1 0,8-1 0,10-5 0,-1 0 0,-1 0 0,-2 0 0,-2-1 0,2 1 0,1-8 0,-3 6 0,-2-4 0,-2 4 0,0-4 0,-2 0 0,-3-7 0,11 3 0,-6-9 0,2-2 0,2-4 0,-3-2 0,15-10 0,-14-1 0,9-8 0,-5-2 0,-2-8 0,4-5 0,-4-2 0,-6-3 0,-12 3 0,-5 19 0,-9 4 0,-3 3 0,-7-5 0,4 11 0,-8-3 0,0 1 0,-8 6 0,-3-2 0,-5-2 0,-1 6 0,0 2 0,-2 10 0,-4 1 0,-4 6 0,-9-4 0,-4 3 0,-4 1 0,-18 11 0,-4 3 0,-11-1 0,-5 2 0,-6 1 0,-2 1 0,-4 6-154,-3 0 0,42-1 1,-1 0-1,-4 0 1,-1-2 153,-3 1 0,-2-1-230,2-4 0,0 0 1,-1 5-1,0 0 230,2-3 0,0-1 0,-3 1 0,-2 0 0,-4-1 0,-1-1 0,-1 1 0,1 1 0,3-2 0,2-2 0,5-1 0,2-1 0,4 2 0,1-1 0,1-2 0,1 1 0,0 5 0,-1 1 0,-2-2 0,-1 0 0,4 4 0,-1 1 0,2 0 0,-1 0 0,-4-2 0,0-2 0,-5 1 0,-1-1 0,0 1 0,-2 0 0,-5 0 0,-1-1 0,2-1 0,0 0 0,1 0 0,-1-1 0,-2 0 0,-2-1 0,-3 0 0,0 1 0,1-1 0,0 1 0,1-1 0,1 0 0,5 1 0,3-1 0,8 1 0,1-1 0,1 1 0,1 1 0,4 0 0,1 2 0,1 2 0,0 1 0,-43 0-217,4 2 1,2 0 216,0 0 0,-7-6 0,43 3 0,0 0 0,-2 1 0,-1 0 0,-2 1 0,-1-1 0,0-1 0,-1 0 0,4 2 0,-1 0 0,-8-4 0,-2 0 0,1 3 0,0 1 0,-4-2 0,0 0 0,-5 0 0,-1 0 0,3 3 0,0 0 0,-2 0 0,-1 0 0,1-1 0,0 0 0,0-2 0,1 0 0,3 3 0,2-1 0,5-2 0,2 0-490,3 1 0,1 2 490,2 3 0,1 2 0,0-2 0,0 1 0,1 3 0,1 0 0,1-1 0,0-1 0,-1 0 0,-1 0 0,-44 8 0,-1-4 0,4-1 0,4-2 0,-6 0 0,45-3 0,-1-1 0,-3 0 0,-1 0 0,2-1 0,-1 0 0,-5 0 0,-1 0 0,4 1 0,1 0 0,1 1 0,-1 0 42,1-1 1,1-1 0,1 0-1,1 0 1,0 0 0,0 0-43,1 2 0,1 0 0,-35-1 0,1 11 0,15-5 0,0-1 0,-7 3 0,-8 0 0,7 1 0,27-6 0,-1 0 0,-38 0 0,0-1 0,2 0 0,3 2 0,-2-3 0,2-1 0,-8-2 0,-8 0 0,5 0 0,1 0 0,19 0 0,10 0 264,8 0 1,5 0 0,0 0-265,-1 0 0,3 0 0,-19 0 0,2 0 0,-8 2 0,-7 4 0,-10-2 0,-4 5 0,-1-1 27,47-1 1,-2-1 0,-5-3 0,-2-2 0,-1 4 0,1 0 0,0 0 0,1-1-28,4 1 0,3 0 0,-28 1 0,14 3 0,8-1 0,3 5 0,6-5 0,0 5 0,-2-3 557,-1-3 1,-13 7-558,-6-3 0,-1-1 0,-8 1 0,1 3 0,-4-5 0,32-3 0,-2 0-125,-7 0 1,-1 1 0,1 1 0,-2-1 124,-10 2 0,0-1 0,10-1 0,1-2 0,4 0 0,1 0 0,-37 2 0,22-1 0,18-4 0,14 4 0,3-5 0,10 7 0,2 0 57,2-6 1,2 5 0,0-5-1,-1 2-57,1 2 12,0-1 1,-2-5 0,-4 2-13,-6 4 188,-3-4 0,-10 8 0,-4-7 1,-4 5-1,-2 0-188,1-1 0,-1 7 0,8-12 0,4 3 0,4-3 0,9-2 0,2 0 0,8 0 0,0 0 0,-1 0 0,9 0 0,-6 0 0,3 0 0,3 0 0,-3 0 0,-1 0 0,-5 0 0,-5 0 0,-9 0 0,-8 0 0,-2 6 0,2 0 0,1-1 0,-3-5 0,4 0 0,6 0 0,9 2 0,0 4 0,4-4 0,1 4 0,1-4 0,0-2 0,0 0 0,3 0 0,-1 0 0,-4-2 0,0-4 0,-8-4 0,0-5 0,-7 2 0,-1 1 0,-7 1 0,-2-4 0,-9 1 0,-5 3 0,-5 1 0,-11-1 0,-5 5 0,1 4 0,2 2 0,1-6 0,0 1 0,3-1 0,9 6 0,11-6 0,12 0 0,11-7 0,6 2 0,0-5 0,4-1 0,4 0 0,0 0 0,-1 0 0,-1-1 0,0 1 0,-8 8 0,2-5 0,-11 8 0,-7 3 0,-18 10 0,-10 12 0,-7 12 0,-3 7 0,-5-5 0,14-16 0,-7-10 0</inkml:trace>
  <inkml:trace contextRef="#ctx0" brushRef="#br0" timeOffset="1">26501 516 8912,'-17'-2'0,"0"-2"0,0-2 0,0 3 0,-1 1 0,1 2 0,0 0 0,0 2 0,1 3 0,3 7 0,2 3 0,5 4 0,-4 4 0,3 4 0,3 0 0,2 5 0,2-3 0,0 1 0,0-1 0,2 1 0,4-5 0,5 0 0,4 0 0,2-4 0,1-10 0,1-3 0,2-8 0,4 0 0,1 0 0,1-10 0,2-7 0,2-2 0,-9-9 0,3 5 0,-2-6 0,-4 6 0,4-6 0,-5 3 0,-5-3 0,-2 4 0,3 0 0,-7 12 0,-1-4 0,-4 3 0,-2 5 0,0 1 0,0 23 0,0 8 0,6-5 0,0-1 0,5-4 0,-5 4 0,7 1 0,-9-7 0,7-1 0,3-3 0,1 7 0,2-13 0,1 5 0,-1-4 0,2-2 0,4 0 0,-4-2 0,4-4 0,-2-3 0,0-8 0,2 0 0,-2-1 0,-2 9 0,-7-6 0,-1 5 0,2 0 0,-5-5 0,0 13 0,-8-5 0,0 14 0,0 3 0,0 7 0,0 0 0,0 0 0,0 1 0,0-1 0,0 0 0,2 0 0,3 0 0,5-7 0,7-4 0,0-5 0,2-1 0,4 0 0,-4-1 0,4-5 0,-3-6 0,4-11 0,3-3 0</inkml:trace>
  <inkml:trace contextRef="#ctx0" brushRef="#br0" timeOffset="2">27379 447 8912,'-17'0'0,"0"0"0,-1 0 0,1 0 0,0 0 0,0 0 0,0 0 0,-1 0 0,9 8 0,3 3 0,4 4 0,4 3 0,2-1 0,2 0 0,7 6 0,-2 0 0,5 0 0,1 0 0,0 0 0,-2 0 0,-1-8 0,-3-2 0,3-3 0,1-3 0,2 5 0,0-6 0,1-1 0,-1-5 0,0 0 0,0 0 0,0-7 0,1-5 0,1-3 0,4-2 0,-4 0 0,6-1 0,-8 3 0,0 4 0,-5-3 0,-1 8 0,1 1 0,5 5 0,-8 0 0,5 2 0,-9 3 0,-1 7 0,-8 9 0,-1 2 0,-9 0 0,3-4 0,-4 2 0,-3 2 0,-3 0 0,4-6 0,-4 0 0,12-5 0,-9-1 0,3-5 0,4 5 0,-5-7 0,14 2 0,-3-12 0,10-4 0,5-9 0,7-4 0,0-5 0,8-5 0,2-1 0</inkml:trace>
  <inkml:trace contextRef="#ctx0" brushRef="#br0" timeOffset="3">27861 550 8912,'17'0'0,"0"0"0,-5 0 0,-1 0 0,-7 0 0,6 2 0,-7 4 0,3 5 0,0-1 0,-6 1 0,0 3 0,0 9 0,0-4 0,-6 7 0,0-3 0,-5-4 0,5 4 0,-1 2 0,3-2 0,-2-2 0,2-2 0,2-2 0,2 1 0,0-9 0,8-9 0,1-9 0</inkml:trace>
  <inkml:trace contextRef="#ctx0" brushRef="#br0" timeOffset="4">27912 395 8912,'-7'-22'0,"-5"-1"0,-3 0 0,-2 13 0,0 2 0,7 16 0,2 2 0,10 7 0,4 0 0,9 0 0,8 0 0,8-7 0,-4-2 0</inkml:trace>
  <inkml:trace contextRef="#ctx0" brushRef="#br0" timeOffset="5">28446 309 8912,'-59'25'0,"11"-4"0,-4 8 0,6 2 0,0 9 0,6 6 0,6 1 0,7 1 0,10-6 0,9-4 0,6-5 0,10-5 0,5 1 0,8-6 0,8-4 0,-4-2 0,15-7 0,-2-4 0,6-5 0,2-1 0,0-1 0,4-5 0,-4-6 0,2-3 0,-8-2 0,7-8 0,-3-2 0</inkml:trace>
  <inkml:trace contextRef="#ctx0" brushRef="#br0" timeOffset="6">28876 344 8912,'-23'-8'0,"0"-1"0,2-1 0,2 2 0,2 8 0,0 0 0,1 2 0,5 4 0,3-2 0,8 7 0,0 3 0,0 1 0,8 2 0,3 0 0,5-7 0,9 5 0,1-5 0</inkml:trace>
  <inkml:trace contextRef="#ctx0" brushRef="#br0" timeOffset="7">28945 774 8912,'-25'5'0,"-2"1"0,1-2 0,6-2 0,9-2 0,7 0 0,-3 0 0,8-2 0,5-4 0,4-3 0,15-16 0,1-2 0</inkml:trace>
  <inkml:trace contextRef="#ctx0" brushRef="#br0" timeOffset="8">28498 7376 8912,'-10'0'0,"2"-2"0,8-4 0,0 2 0,-2-5 0,-3 1 0,3 1 0,-4 1 0,-2 2 0,1-6 0,-3 3 0,1-1 0,-5 4 0,3-1 0,-3 1 0,-1 2 0,-4 2 0,-2 0 0,-4 0 0,-2 0 0,4 6 0,-5 1 0,-3 3 0,6 1 0,-7 5 0,5-1 0,-2 0 0,1 4 0,1 8 0,-2-2 0,6 2 0,-4 1 0,8 9 0,-4 1 0,4 2 0,2 8 0,0-10 0,0 6 0,-1-2 0,3 6 0,2-5 0,3 1 0,3-3 0,-7 2 0,12-4 0,-3 7 0,3-14 0,2 2 0,0-3 0,0 3 0,0 1 0,0-1 0,7-5 0,5-3 0,3-1 0,2-2 0,0-4 0,1 2 0,-1 2 0,8 0 0,-6-6 0,4 1 0,4-3 0,1-4 0,-1 3 0,2-9 0,-6 1 0,5-6 0,-5 0 0,6 0 0,2 0 0,-1 0 0,-1 0 0,3-6 0,-3-3 0,3-6 0,3 1 0,-1-11 0,1 1 0,-1 4 0,-5-12 0,0 5 0,1 1 0,-3-7 0,2 4 0,-8-1 0,2 1 0,-4-3 0,-2 3 0,0-3 0,0-3 0,-7 8 0,5-5 0,-5 5 0,-1 0 0,-1 3 0,-2 1 0,-1 0 0,1-6 0,-6 6 0,6-2 0,0 4 0,-3-2 0,-1-7 0,-2 1 0,-2-3 0,-3-3 0,3 1 0,-8 1 0,4 3 0,-5 1 0,3 1 0,-7 1 0,4 4 0,-5 4 0,-9 2 0,4 1 0,-7 5 0,5 1 0,-6 5 0,6 3 0,-4-4 0,1 6 0,-1 6 0,6-2 0,-2 5 0,4-1 0,9 5 0,-5-3 0,13 1 0,-4 1 0,4 1 0,2-5 0,0 1 0,0-3 0,0 3 0,8 9 0,3-1 0,5 0 0,-7 0 0,14 8 0,-4 2 0</inkml:trace>
  <inkml:trace contextRef="#ctx0" brushRef="#br0" timeOffset="9">5438 13204 8912,'-33'0'0,"3"2"0,1 2 0,0 4 0,3 3 0,3 8 0,4 8 0,3 11 0,5 6 0,5 4 0,4 5 0,2 1 0,14-1 0,5-3 0,4-2 0,2-2 0,7-8 0,2 2 0,-5-11 0,6-8 0,-3-8 0,1-7 0,-5-4 0,-1-2 0,-2 0 0,4-10 0,-7-7 0,1-8 0,-5-11 0,-1-4 0,-2-6 0,-3-4 0,1-1 0,-7-1 0,-1 0 0,-5 1 0,-1-1 0,-5 1 0,-6 1 0,-11 4 0,2 4 0,-5 12 0,1 7 0,-4 2 0,6 17 0,2 6 0,2 7 0,9 7 0,3 10 0,7 7 0,0 5 0,7-6 0,3 1 0,15 1 0,2 10 0</inkml:trace>
  <inkml:trace contextRef="#ctx0" brushRef="#br0" timeOffset="10">5438 13669 8912,'-17'17'0,"0"-6"0,-1 1 0,1-9 0,2 3 0,3-12 0,12 5 0,12-9 0,13 4 0,9-5 0,8-6 0,10-4 0,1-2 0,5 2 0,-5 2 0,6-4 0,-7 0 0,-2 0 0,-2 6 0,-2-1 0,-8 1 0,4 0 0</inkml:trace>
  <inkml:trace contextRef="#ctx0" brushRef="#br0" timeOffset="11">6402 13393 8912,'-27'0'0,"4"0"0,4 0 0,2 0 0,9 0 0,8 0 0,9-1 0,14-5 0,8-6 0,7-3 0,1 4 0,4-1 0,0 1 0,-5 1 0,-4 1 0,-5 3 0,3 4 0,-5-6 0</inkml:trace>
  <inkml:trace contextRef="#ctx0" brushRef="#br0" timeOffset="12">6574 13823 8912,'-17'0'0,"5"0"0,1 0 0,14-5 0,3-1 0,8 2 0,10-6 0,7 1 0,5-3 0,4 1 0,6 0 0,-6-7 0,8 1 0,-4 0 0</inkml:trace>
  <inkml:trace contextRef="#ctx0" brushRef="#br0" timeOffset="13">7400 13342 8912,'0'-27'0,"0"4"0,0 4 0,2 2 0,3 0 0,-1 5 0,8 1 0,1-1 0,2 3 0,8-5 0,2 7 0,2-1 0,4 0 0,-5 3 0,1 5 0,-2 0 0,-4 2 0,-10 3 0,-3 5 0,-8 7 0,-2 6 0,-4 2 0,-5 2 0,-4-4 0,-3 3 0,1-1 0,0-4 0,0-2 0,5-2 0,1 1 0,-1-1 0,3-6 0,3 1 0,6-3 0,6 3 0,5-6 0,12-5 0,6-1 0,11 0 0,6 0 0,4 0 0,-1 2 0,-3 4 0,-2-2 0,-7 7 0,-3 3 0,-7 1 0,-6 2 0,-12 0 0,-1 2 0,-8 4 0,-15-2 0,-10 6 0,-11-2 0,-10 6 0,-12-3 0,3 5 0,-6 1 0,1-1 0,5-5 0,9-3 0,-4-8 0,6 0 0</inkml:trace>
  <inkml:trace contextRef="#ctx0" brushRef="#br0" timeOffset="14">8604 13067 8912,'-11'0'0,"-1"0"0,-1 0 0,3-2 0,-1-4 0,5 4 0,-5-3 0,7 1 0,-2-2 0,4 4 0,4-8 0,6 7 0,7-5 0,6-2 0,10 5 0,-3-7 0,5-1 0,1 0 0,1-1 0,-3 5 0,-3 1 0,-4 2 0,-8 6 0,0 0 0,0 0 0</inkml:trace>
  <inkml:trace contextRef="#ctx0" brushRef="#br0" timeOffset="15">8708 13307 8912,'-27'27'0,"4"-4"0,4-4 0,9-2 0,4 1 0,5-9 0,8-1 0,5-10 0,3-2 0,2-2 0,8-13 0,4 2 0,3-2 0,-5-8 0,9 2 0,-5-5 0,0 1 0,-9 1 0,3-7 0,-7 1 0</inkml:trace>
  <inkml:trace contextRef="#ctx0" brushRef="#br0" timeOffset="16">8862 12843 8912,'-9'0'0,"1"0"0,8-2 0,0-3 0,10-3 0,7-3 0,8 1 0,9 6 0,1-2 0,5 1 0,0 7 0,-2 3 0,-1 5 0,-9 9 0,-1 4 0,-2 6 0,-8 3 0,-7 4 0,-3 4 0,-3 6 0,-10 4 0,-5 2 0,-12-1 0,2 5 0,-8-5 0,1 5 0,1-20 0,2 6 0</inkml:trace>
  <inkml:trace contextRef="#ctx0" brushRef="#br0" timeOffset="17">9637 12792 8912,'-19'-17'0,"-2"1"0,-2 5 0,0 3 0,6 8 0,-1 0 0,1 0 0,6 8 0,-1 5 0,1 8 0,1 8 0,3 11 0,7-2 0,0 8 0,0-2 0,1 4 0,3-4 0,4-2 0,2-4 0,1 6 0,6-16 0,0 1 0,1-10 0,-1-7 0,0-5 0,0-9 0,0-3 0,-1-13 0,-3-10 0,-1-7 0,1-5 0,-3-2 0,-1-5 0,-1 1 0,-3 0 0,-5-6 0,0-5 0,0-2 0,0-2 0,-7-2 0,-5-4 0,-3 4 0,-2-4 0,2 23 0,3 4 0,-1 11 0,7 12 0,0 15 0,6 10 0,2 15 0,4-2 0,3 5 0,16-1 0,4 4 0,-4-4 0,15-8 0,-4 0 0</inkml:trace>
  <inkml:trace contextRef="#ctx0" brushRef="#br0" timeOffset="18">10205 12706 8912,'-17'-33'0,"-1"3"0,3 3 0,2 0 0,3 2 0,2 1 0,3 1 0,5 15 0,0 8 0,0 10 0,-2 14 0,-2 11 0,-2 11 0,2 7 0,2 4 0,2 8 0,0-2 0,0 2 0,0 0 0,0-4 0,0-1 0,0 3 0,0-6 0,0 4 0,0-9 0,0 3 0,-1-19 0,-3 3 0,-2-9 0,-7-5 0,1-8 0,-3-7 0,-2-3 0</inkml:trace>
  <inkml:trace contextRef="#ctx0" brushRef="#br0" timeOffset="19">9878 13187 8912,'-17'0'0,"1"-2"0,5-4 0,3 5 0,12-13 0,7 7 0,14-3 0,12-3 0,14-5 0,12-4 0,10 1 0,2-6 0,-3 0 0,-1 0 0,-2 6 0,-2-9-499,-4 7 0,-12-8 0,-8 4 1</inkml:trace>
  <inkml:trace contextRef="#ctx0" brushRef="#br0" timeOffset="20">10687 12620 8912,'-6'-12'0,"-2"3"0,-1 1 0,-5 4 0,-1 2 0,-2 12 0,-2 7 0,-2 12 0,-2 9 0,0 6 0,5 8 0,1 1 0,0 2 0,2 3 0,3-1 0,7 2 0,3-11 0,2 2 0,2-6 0,3-6 0,5-10 0,7-5 0,0-5 0,0-7 0,8-11 0,2-10 0</inkml:trace>
  <inkml:trace contextRef="#ctx0" brushRef="#br0" timeOffset="21">10790 12878 8912,'-23'0'0,"0"0"0,2 0 0,2 0 0,7 7 0,1 5 0,-1 3 0,3 4 0,3 4 0,4-4 0,4 12 0,4-6 0,5-1 0,5 1 0,7-2 0,1-8 0,3-3 0,4-6 0,-6 1 0,-2-1 0,1-2 0,-1-10 0,-4-5 0,-3-5 0,-5-1 0,-7 0 0,4 0 0,-8 0 0,0-6 0,0 0 0,-2 0 0,-4 6 0,-5-1 0,-5 1 0,-1 6 0,0 1 0,0 3 0,-1 3 0,1 2 0,0-6 0,0-1 0</inkml:trace>
  <inkml:trace contextRef="#ctx0" brushRef="#br0" timeOffset="22">10738 13067 8912,'-19'9'0,"-4"-3"0,10-2 0,-4 2 0,11-4 0,0 5 0,12-7 0,5 0 0,6-6 0,6-1 0,6-3 0,4-3 0,1-2 0,6-3 0,0 1 0,8-8 0,-4-1 0</inkml:trace>
  <inkml:trace contextRef="#ctx0" brushRef="#br0" timeOffset="23">11048 12551 8912,'8'17'0,"1"0"0,8 1 0,3 6 0,1 5 0,3 4 0,3 1 0,-6 8 0,4 2 0,-8 7 0,-1 3 0,-5 1 0,-5 3 0,-6 5 0,-8-6 0,-9-2 0,-16 7 0,-11-1 0</inkml:trace>
  <inkml:trace contextRef="#ctx0" brushRef="#br0" timeOffset="24">9103 14098 8912,'-23'0'0,"0"-2"0,2-3 0,2 3 0,17-8 0,10 6 0,13-3 0,14-3 0,7 5 0,11-7 0,4-1 0,5-3 0,-1-1 0,6 0 0,-14 0 0,5 0 0,-1 7 0,-7 4 0,-12 4 0,-11 2 0,-8 8 0,-2 2 0</inkml:trace>
  <inkml:trace contextRef="#ctx0" brushRef="#br0" timeOffset="25">9430 14305 8912,'-61'0'0,"2"7"0,13-3 0,2 10 0,2 5 0,2 5 0,5 11 0,9 1 0,3 2 0,5 4 0,7 2 0,3 0 0,8 2 0,0-6 0,2-5 0,4-7 0,4-5 0,7-11 0,0-5 0,0-9 0,2-3 0,4-7 0,2-11 0,4-5 0,1-7 0,-7-5 0,-2-4 0,-2-4 0,-1-3 0,-1 9 0,0-10 0,-2 10 0,-3-4 0,-3 6 0,-3-6 0,-4 8 0,6-2 0,-8 11 0,0 5 0,0 6 0,7 11 0,5 7 0,3 15 0,2 12 0</inkml:trace>
  <inkml:trace contextRef="#ctx0" brushRef="#br0" timeOffset="26">9654 14288 8912,'-27'0'0,"2"0"0,2 0 0,1 0 0,-1 7 0,0 3 0,0 7 0,2 0 0,3 8 0,7 4 0,-2 3 0,7 2 0,2 3 0,2 3 0,2 4 0,8 0 0,3-4 0,5-4 0,1-3 0,0-5 0,0-5 0,6-11 0,0-7 0,-2-5 0,-2-5 0,-2-7 0,1-11 0,-1-5 0,-2-5 0,-3-1 0,3-1 0,-4 1 0,-3 0 0,-2-1 0,-4 1 0,-2-1 0,0 7 0,0-1 0,0 8 0,0-2 0,0 4 0,0 2 0,-8 0 0,-2 0 0</inkml:trace>
  <inkml:trace contextRef="#ctx0" brushRef="#br0" timeOffset="27">9568 14597 8912,'-17'-6'0,"0"1"0,-1 1 0,9 0 0,3-2 0,4 4 0,4-5 0,4 5 0,5-2 0,5-2 0,8-7 0,5 5 0,9-5 0,3 1 0,6-7 0,-3-8 0,8-7 0</inkml:trace>
  <inkml:trace contextRef="#ctx0" brushRef="#br0" timeOffset="28">11254 13548 8912,'-17'0'0,"0"-2"0,0-3 0,9 3 0,10-6 0,11 2 0,10 1 0,4 1 0,2 2 0,5 2 0,1 0 0,-1 0 0,1 0 0,-1 0 0,0 7 0,1 3 0</inkml:trace>
  <inkml:trace contextRef="#ctx0" brushRef="#br0" timeOffset="29">11358 13840 8912,'-29'25'0,"2"-6"0,2-5 0,10-10 0,7 3 0,12-14 0,8-3 0,11-3 0,9-3 0,8-3 0,4-4 0,8 2 0,0-2 0,-1 2 0,1-5 0,-1-1 0,1-7 0</inkml:trace>
  <inkml:trace contextRef="#ctx0" brushRef="#br0" timeOffset="30">12012 13393 8912,'-35'29'0,"1"0"0,-1 1 0,9 3 0,-5 9 0,8 2 0,2 0 0,4-4 0,5-4 0,5-1 0,14-9 0,7-3 0,7-4 0,0-9 0,8-4 0,-1-5 0,7-8 0,-1-5 0,-1-11 0,-5-3 0,-5-3 0,-4 0 0,-2-1 0,-1-3 0,-5-1 0,-3 0 0,-8-7 0,-2 1 0,-4 2 0,-5 2 0,-5 1 0,-8 9 0,3 1 0,-8 8 0,-7 7 0,-8 2 0</inkml:trace>
  <inkml:trace contextRef="#ctx0" brushRef="#br0" timeOffset="31">13165 13651 8912,'-8'18'0,"4"-9"0,-7-3 0,-3-4 0,7-2 0,-1 0 0,21 0 0,7 0 0,4 0 0,5 0 0,5 0 0,1 0 0,7 2 0,6 1 0,7 3 0,10 2 0,16-2 0,1-5 0,-34 2 0,1 0 0,2-1 0,0 0 0,2 0 0,1 0 0,2 1 0,2 0-155,9 0 0,0-1 0,-1-2 0,0-2 0,6 1 0,0-1 155,-3-1 0,1 0-360,2-4 1,1 0 0,6 3 0,1-1 359,9-3 0,0-1 0,-3 1 0,0 0 0,4 2 0,0 1 0,-4 1 0,0 0 0,0 1 0,0 1 0,1-1 0,2 0 0,8 0 0,-1 0 0,-10 2 0,0 0 0,6-2 0,0 1 0,-3 1 0,0 0-367,2-2 1,1 0-1,3 1 1,1 0 366,2-1 0,-1 0 0,-1 2 0,0-1 0,-30-2 0,1 0 0,0 0 0,1 2 0,-1 0 0,1 0 0,0-1 0,0-1 0,1 0 0,0-1 0,1 1 0,1-1 0,4 2 0,0 1 0,1 0 0,-2-1 0,0 1 0,-1-1 0,1 1 0,-1 0 0,0 0 0,-1 1 0,-1-1 0,0 0 0,4 0 0,-1 0 0,1 0 0,-2 0 0,0 0 0,1 0 0,4 1 0,1-1 0,-1 0 0,-1-2 0,-1 0 0,1 0 0,1 2 0,0 0 0,1 0 0,0 1 0,0 0 0,0 0-278,0 0 0,1 0 1,0 1-1,2-1 1,0 2-1,1-1 278,-1 0 0,0 0 0,0 0 0,-2-1 0,0 1 0,-1-1 0,-2-1 0,0 0 0,-1 0 0,-3 1 0,-1 1 0,1-1 0,-2-1 0,-1 0 0,1 0-4,-1 2 1,-1-1-1,0 0 1,-2 0 0,0-1-1,-2 0 1,29-2-1,-2 0 1,-8 0 0,0 0 3,-2 1 0,-2-1 0,-2-3 0,-1 0 0,1 3 0,-1 1 0,-4-2 0,-2-2 0,-8 0 0,0-1 0,-3 3 0,0 0 0,0 0 0,-1-1 0,-2 0 0,0 1 0,-1-2 0,-3 0 417,34 0 0,-22-7-417,-20 8 0,-4 1 0,-11 3 1269,-1-4-1269,-8 4 0,-4-7 0,-15 5 1196,-12-2 0,-3-5-1196,-16 5 0,8-8 0,-11-3 0,5-9 0</inkml:trace>
  <inkml:trace contextRef="#ctx0" brushRef="#br0" timeOffset="32">24901 12895 8912,'34'0'0,"1"0"0,-1 4 0,1 7 0,-1 8 0,0 18 0,-1 5 0,-4 9 0,-5 3 0,-8 11 0,-5 5 0,-3-1 0,-8 4 0,-4-6 0,-7-4 0,-9-8 0,-22 2 0,-3-11 0,-7-6 0,-5-3 0,-12-5 0,-14-1 0,-6-3 0,-7-14 0,44-7 0,1 1 0</inkml:trace>
  <inkml:trace contextRef="#ctx0" brushRef="#br0" timeOffset="33">4767 13583 8912,'0'-20'0,"0"-1"0,-2 0 0,-4 6 0,-5 8 0,-5 5 0,-10 2 0,-9 0 0,-9 3 0,-5 9 0,-18-1 0,-4 20 0,-19-6 0,42-12 0,-2 1 0,-3 0 0,-3 0 0,-1 0 0,-2-1 0,-1 2 0,-1 0-234,1-3 0,0-1 0,7 4 0,1-1 234,2-2 0,2-1 0,-32 6 0,11-5 0,6-3 0,9 5 0,1-5 129,3-1-129,10-3 0,4-5 0,7 0 0,8 0 0,-2 0 0,4 0 0,2 0 703,7 0-703,3 0 26,7-7 0,0-3 0,0-7 0</inkml:trace>
  <inkml:trace contextRef="#ctx0" brushRef="#br0" timeOffset="34">3080 13376 8912,'0'-23'0,"-2"-1"0,-3-3 0,3 6 0,-4-2 0,4 9 0,0 5 0,-4 1 0,-5 4 0,-4 10 0,-4 6 0,-4 12 0,-8 11 0,-9 9 0,-12 5 0,1 11 0,-11 3 0,5 11-560,26-34 0,-1 0 560,-2 2 0,1 1 0,0 5 0,1 3 0,2 0 0,3 1 0,0 0 0,4 1 0,6-3 0,2-1 0,0-1 0,1 0-116,-9 46 0,11-12 116,7-14 0,16-4 0,6-7 0,14-4 0,1 5 0,7-5 0,16-9 0,-7 4 0,15-8 0,4 0 0,6 2 0,3 0 0,4 4 0,-5-6 0,-4-4 0</inkml:trace>
  <inkml:trace contextRef="#ctx0" brushRef="#br0" timeOffset="35">28377 8064 8912,'-17'-6'0,"0"-2"0,-1 1 0,3-3 0,2 2 0,1 1 0,9 1 0,3 6 0,11 2 0,4 4 0,4 7 0,4 8 0,4 13 0,6 12 0,-3 6 0,-1 5 0,-2-1 0,1 7 0,3 7 0,-6 14 0,-11-37 0,-1 2 0,-5 2 0,-1 3 0,1 6 0,-1 2-951,-1 1 1,-2 0 950,-1 5 0,-1 2 0,-1 4 0,-2 1 0,1 3 0,0 0 0,1 0 0,-2-1 0,-2 3 0,-1-1 0,-1-4 0,-2 1 0,0 2 0,-1 2 0,-1 3 0,1 0 0,0 10 0,-1 0 0,-3-5 0,1 1 0,-1 6 0,1 1 0,0 1 0,1-1 0,1-30 0,0-1 0,0 1 0,2 3 0,0 1 0,0-1 0,-2 2 0,-1 0 0,0-1 0,1-2 0,0-1 0,0 1 0,0 1 0,0 0 0,-1-1 0,-1 0 0,0 0 0,0 1 0,2 0 0,0 2 0,0-1 0,0 0 0,0 1 0,1 0 0,-1-1 0,1-1 0,2 0 0,-1 28 0,2-1 0,2-6 0,1-2-260,0-5 1,2-2 0,0-7 0,0-1 259,0-3 0,0-2 0,0-6 0,0-2 0,0-8 0,0-1 0,0 41 0,0-6 0,0-6-643,0-6 643,-8-3 0,6-19 0,-4-12 0,4-12 1518,2-18-1518,0-10 0,-5-4 580,-1-7 1,0 5-581,6-5 0,-2 7 902,-3-2-902,3-4 0,-14 1 0,13-3 0,-9 1 0,6 5 0,-5-3 0,-4-1 0,-5 2 0,-2 1 0,-1-7 0,5 3 0,1-4 0,0-4 0,0-4 0,5 4 0,3-6 0,-1 2 0,1 0 0,5-8 0,-10 10 0,7-5 0,-3 1 0,6 2 0,-3 6 0,-1-1 0,6 9 0,-6 7 0,10 19 0,4 19 0,6 16 0,11 17 0,-2 11 0,7 10 0,-12-43 0,1-1 0,0 1 0,2 0 0,0 0 0,2 0 0,27 37 0,-4-17 0,8-18 0,-1-12 0,-1-18 0,-4-14 0,0-12 0,-12-10 0,4-8 0,-13-17 0,4-4 0,2-4 0,-10-1 0,-6-1 0,2 0 0,-7 1 0</inkml:trace>
  <inkml:trace contextRef="#ctx0" brushRef="#br0" timeOffset="36">28738 13875 8912,'-17'9'0,"0"-3"0,0-4 0,0 0 0,-1 4 0,7 5 0,1 12 0,1 8 0,-1 7 0,6 6 0,-1 7 0,-5 11 0,-1 6 0,-5 3-216,-1 9 1,0 0 215,0 6 0,-8-7 0,8 3 0,-2-11 0,5-10 0,3-10 0,-14-16 0,-2-1 0</inkml:trace>
  <inkml:trace contextRef="#ctx0" brushRef="#br0" timeOffset="37">26759 15800 8912,'-26'-19'0,"3"0"0,6 0 0,5 4 0,4 19 0,10 7 0,4 14 0,6 7 0,-3 3 0,3 1 0,-1 2 0,-1 3 0,5 4 0,-6-5 0,1-1 0,3-9 0,-7-3 0,0-2 0,2-4 0,-7-10 0,7-5 0,-8-14 0,0-9 0,0-10 0,0-13 0,-2-9 0,-2-9 0,-1 3 0,1 1 0,2 3 0,2 7 0,0 4 0,2 5 0,4 7 0,3 3 0,14 15 0,0 5 0,8 5 0,-3 5 0,-1 13 0,2 10 0,-1-1 0,7 0 0,-1-2 0,1-4 0,-1-8 0,0-2 0,-1-7 0,-4 2 0,-3-12 0,-3-5 0,-3-6 0,2-6 0,-10-4 0,1-7 0,-7-1 0,-2 1 0,-2-1 0,-2 1 0,0 2 0,0 3 0,-8-4 0,-1 16 0,-9 0 0,1 9 0,6 14 0,-1 6 0,3 18 0,-5 10 0,5 8 0,1 5 0,4 5 0,2-5 0,2 10 0,2-9 0,4-5 0,4-8 0,7-1 0,6-10 0,0-1 0,7-16 0,-1-1 0,-2-16 0,1-8 0,-7-10 0,10-5 0,-8-8 0,-2 1 0,-2 0 0,-2-1 0,1-1 0,-1-4 0,-8 4 0,1-1 0,-6 11 0,1 1 0,1 2 0,-6 6 0,0-1 0,0 9 0,0 1 0,0 23 0,8 5 0,-4 8 0,7 1 0,2 0 0,3-3 0,1-3 0,-2-2 0,-3 2 0,3-11 0,-5 11 0,7-12 0,0 4 0,-6-5 0,1-4 0,-1 3 0,7-7 0,-1 6 0,0-16 0,0-2 0</inkml:trace>
  <inkml:trace contextRef="#ctx0" brushRef="#br0" timeOffset="38">27809 15044 8912,'-27'-17'0,"5"0"0,4-1 0,5 1 0,3 0 0,3 0 0,1 7 0,6 3 0,2 7 0,4 2 0,5 3 0,-1-3 0,1 4 0,1 3 0,5 3 0,0 1 0,0 1 0,0-3 0,1 3 0,6 1 0,3 2 0</inkml:trace>
  <inkml:trace contextRef="#ctx0" brushRef="#br0" timeOffset="39">28102 15027 8912,'17'34'0,"0"2"0,0 5 0,4 4 0,4 15 0,8 7 0,3 5 0,-3 3 0,7-9 0,-4-2 0,-1-7 0,-9-6 0,-3-5 0,-11-11 0,-7-12 0,-3-4 0,-17-10 0,-8-3 0,-7-12 0,-5-3 0</inkml:trace>
  <inkml:trace contextRef="#ctx0" brushRef="#br0" timeOffset="40">28153 15611 8912,'0'-17'0,"0"0"0,0 0 0,0 0 0,0-1 0,0 7 0,0-1 0,0 1 0,0-6 0,10-2 0,7-4 0,2 2 0,10-8 0,5 6 0,7-5 0,6 5 0,-1-6 0,2 2 0,-2-1 0,-6-3 0,-11 8 0,-4 0 0,-10 6 0,-4 0 0,-5 0 0,-4 7 0,-4-3 0,-4 7 0,4 0 0,-13 6 0,13 10 0,-3 7 0,3 8 0,2 11 0,0 4 0,0 6 0,2 4 0,3 1 0,-1 1 0,8-1 0,-7-5 0,7 0 0,-7-8 0,7 2 0,-8-11 0,3-12 0,1-9 0,-6-10 0,4-6 0,-4-9 0,-2-15 0,5-6 0,3-8 0,2-2 0,-7 6 0,7 0 0,-6 7 0,2 1 0,5 5 0,-5 1 0,5 12 0,-3 1 0,1 6 0,3 3 0,-1 14 0,1 3 0,-3 10 0,5 2 0,-3-2 0,1-2 0,5-2 0,0-1 0,0-3 0,1-4 0,-1-1 0,0-2 0,0-6 0,0 0 0,1-2 0,-3-4 0,-4-5 0,-3 3 0,-8-7 0,0 3 0,-2-3 0,-2-2 0,-1 0 0,-9 5 0,3 1 0,1 7 0,-1-2 0,-3 4 0,-1 10 0,4 2 0,1 7 0,2 0 0,3 0 0,5 0 0,0 0 0,0 1 0,0-9 0,7 5 0,5-9 0,3 1 0,2-6 0,0 0 0,3-2 0,2-4 0,3-3 0,6-8 0,-2-1 0,1 1 0,1 2 0,-3 4 0,5-5 0,-14 9 0,4-5 0,2 3 0,-2 5 0,-2-2 0,4 0 0,-2 6 0,0 0 0,-6 0 0,0 0 0,0 0 0,0-7 0,1-5 0,-1-3 0,0-2 0</inkml:trace>
  <inkml:trace contextRef="#ctx0" brushRef="#br0" timeOffset="41">30098 14373 8912,'-17'-1'0,"0"-3"0,-1-2 0,9 8 0,3 11 0,4 8 0,2 8 0,0 9 0,0 2 0,0 0 0,0 2 0,6-5 0,2 3 0,-1-4 0,1-1 0,-1-7 0,-3-1 0,2-2 0,0-10 0,-6-7 0,0-10 0,0-6 0,-2-7 0,-4-6 0,2-10 0,-7 3 0,7-11 0,-2-1 0,-1-6 0,1 6 0,0-7 0,6 12 0,0-1 0,0 5 0,0 10 0,2-2 0,4 12 0,3 3 0,9 18 0,-1 7 0,0 2 0,0 10 0,-2-2 0,-3 1 0,3 5 0,-5-7 0,-1 1 0,-3-4 0,2 2 0,-3-2 0,1 0 0,-6-6 0,0-8 0,0-1 0,2-8 0,2-2 0,2-4 0,-1-9 0,-5-8 0,6-7 0,0 1 0,2 4 0,-5 0 0,3 1 0,0 4 0,0-4 0,1 8 0,3 5 0,-6-4 0,11 13 0,-4-4 0,-1 2 0,1-2 0,1 4 0,5-3 0,0 3 0,2 2 0,2-2 0,2-4 0,8 4 0,-4-5 0,7 7 0,3-8 0,1-2 0,2 1 0,0-6 0,-7 5 0,-5-7 0,-5 0 0,0 0 0,-6-1 0,-3-1 0,-14-4 0,0 4 0,0-4 0,-2 4 0,-4 4 0,-5 1 0,-5 3 0,7 7 0,-7-3 0,5 7 0,-4 1 0,-3 5 0,1 6 0,0 3 0,0 2 0,7 0 0,5 1 0,-3 4 0,2 1 0,2-2 0,2-1 0,2-3 0,0 0 0,0 0 0,2 0 0,4 0 0,4-7 0,7-4 0,0-4 0,0-2 0,0-8 0,1-3 0,-1-7 0,0-5 0,4 4 0,-4-4 0,4-1 0,-9 1 0,3 2 0,0 2 0,-1 3 0,-3 5 0,-7-4 0,6 13 0,-5-4 0,5 4 0,5 4 0,-3 4 0,3-3 0,-3 9 0,3-3 0,2 3 0,0 1 0,0-7 0,1 0 0,-1-6 0,0 0 0,0 0 0,0 0 0,1 0 0</inkml:trace>
  <inkml:trace contextRef="#ctx0" brushRef="#br0" timeOffset="42">31182 13806 8912,'17'10'0,"2"-1"0,4-3 0,-2 3 0,8 7 0,2-5 0,1 6 0,3-1 0,-1 5 0,0 2 0,-5-6 0,-2 0 0,-2 0 0,-2-1 0,-6-5 0,-8-3 0,7-1 0,-7 3 0</inkml:trace>
  <inkml:trace contextRef="#ctx0" brushRef="#br0" timeOffset="43">31543 13737 8912,'-5'12'0,"-3"-3"0,0 3 0,1 3 0,-7-2 0,5 22 0,-6-1 0,3 10 0,-3 13 0,5-1 0,-7 7 0,6 0 0,1 6 0,2 0 0,3-10 0,5-6 0,0-7 0,0-4 0,0-9 0,7-16 0,3-10 0</inkml:trace>
  <inkml:trace contextRef="#ctx0" brushRef="#br0" timeOffset="44">31870 13239 8912,'0'-33'0,"0"5"0,0 5 0,0 15 0,0 16 0,0 18 0,0 22 0,0 15 0,0 12 0,0 5 0,0 4 0,0 4 0,2 2 0,4 1-95,-2-37 1,2-1 0,13 37 0,-9-41 0,1 0 94,12 40 0,0-10 0,-6-11 0,0-10 0,0-20 0,1-6 0</inkml:trace>
  <inkml:trace contextRef="#ctx0" brushRef="#br0" timeOffset="45">32301 13823 8912,'0'-17'0,"0"8"0,0 9 0,0 11 0,0 12 0,0 6 0,2 3 0,1 2 0,3 1 0,-2-1 0,-2 1 0,0-3 0,2-1 0,1-3 0,1-7 0,-6 2 0,0-4 0,6-5 0,0-9 0,-1-6 0,-5-24 0,0-6 0,0-7 0,0 0 0,0-8 0,0 2 0,0-2 0,2-2 0,2 8 0,2 4 0,-2 5 0,3 7 0,-1 6 0,7 7 0,-1-1 0,-3 9 0,3-3 0,-1 12 0,5 9 0,-5 8 0,4 0 0,-3-4 0,3 4 0,-5-4 0,5 6 0,-5-8 0,-1 0 0,5-5 0,-7-3 0,3-1 0,3-4 0,2-3 0,-3-1 0,-1-1 0,3-5 0,7-2 0,2-3 0,0-5 0,-6 5 0,0-4 0,0-1 0,1 5 0,-9-4 0,6 13 0,-13-6 0,8 10 0,-4 4 0,-4-4 0,11 13 0,-5-6 0,1 1 0,3 5 0,5-7 0,0 3 0,0-5 0,0-4 0,1-2 0,-1 0 0,0 0 0,0 0 0,0 0 0,1 0 0,-9-8 0,7 5 0,-7-9 0,1-1 0,5 5 0,-11-5 0,5 5 0,-1-1 0,5-3 0,-5 1 0,3-1 0,5 8 0,-5-1 0,-1 3 0,1 2 0,-5 0 0,5 0 0,-7 0 0,12 0 0,-5 0 0,-3 0 0,-1 0 0,-7 0 0,0-8 0,0-1 0</inkml:trace>
  <inkml:trace contextRef="#ctx0" brushRef="#br0" timeOffset="46">33092 13393 8912,'-26'-22'0,"3"-1"0,5 5 0,7 7 0,3 7 0,8-4 0,2 8 0,4 0 0,3 0 0,16-7 0,2-3 0</inkml:trace>
  <inkml:trace contextRef="#ctx0" brushRef="#br0" timeOffset="47">25383 14511 8912,'-8'17'0,"0"0"0,-5-1 0,2-5 0,7-1 0,-2-5 0,4-5 0,4-1 0,4-15 0,3-9 0,10-11 0,3-2 0,0-2 0,7-6 0,-6 6 0,-2 0 0,-2-2 0,4 5 0,0-3 0,0 4 0,-6 2 0,-5 1 0,-1 4 0,1 7 0,-3 2 0,-1 11 0,-8-6 0,0 13 0,0-6 0,-2 8 0,-4 0 0,-5 0 0,-4 2 0,-1 4 0,5 5 0,-5 6 0,5 6 0,-4 8 0,-3 7 0,1 6 0,6 13 0,-1 2 0,-1 3 0,-2 1 0,5 4 0,4-4 0,4-6 0,2-11 0,0-6 0,0-12 0,0-5 0,0-3 0,6-13 0,2-9 0,1-13 0,3-10 0,9-19 0,-2-5 0,-4-7 0,-3-7 0,-1 6 0,-5-1 0,-4-1 0,-2 6 0,0-12 0,0 7 0,-6 1 0,0 6 0,-7 7 0,2 5 0,-5 9 0,-1 13 0,0 13 0,2 15 0,3 12 0,-3 23 0,3 11 0,3 8 0,-3 4 0,7-2 0,-7-4 0,8 2 0,-2-8 0,5-7 0,1-8 0,1-4 0,5-3 0,-2-12 0,8-18 0,-1-3 0,6-6 0,0-7 0,1-10 0,-1-17 0,0-4 0,0-4 0,0-8 0,-7 3 0,-2-8 0,-8 7 0,0 0 0,0 1 0,-8-1 0,-3 3 0,-5 3 0,-3 11 0,-2 12 0,-2 6 0,2 6 0,2 3 0,2 25 0,0 12 0,-1 13 0,1 15 0,2 4 0,3 6 0,7-4 0,3-3 0,2-9 0,0-1 0,0-4 0,7-12 0,5-13 0,5-8 0,6-7 0,4-12 0,1-7 0,-1-16 0,-2-11 0,-2-8 0,-6-11 0,0-4 0,-7 4 0,-4 2 0,-4 3 0,-2 3 0,0-1 0,-8 10 0,-5 8 0,-6 11 0,-4 9 0,-8 14 0,10 21 0,-6 21 0,2 19 0,-5 22 0,16 12-191,5-43 0,1-1 0,5-2 0,2 0 191,1 48 0,23-11 0,19-6 0,12-15 0,15-32 0,11-16 0,6-11 0,6-6 0,3 0 0</inkml:trace>
  <inkml:trace contextRef="#ctx0" brushRef="#br0" timeOffset="48">10928 17313 8912,'-18'-9'0,"1"-6"0,0-6 0,0 2 0,-1 3 0,1 5 0,6 7 0,-1-2 0,-1 4 0,3 6 0,1 6 0,1 7 0,1 12 0,3 1 0,-2 6 0,2 5 0,-4 4 0,3-4 0,-3 4 0,4-5 0,-3-1 0,-3-3 0,-1-2 0,-5 1 0,3-3 0,1-3 0,-1-6 0,-2-4 0,-2-2 0,-1-7 0,9-3 0,1-16 0,8-8 0,8-16 0,3-13 0,10-11 0,2-6 0,6-6 0,-4-2 0,0 3 0,-1 7 0,-1 5 0,-5 5 0,-9 7 0,5 3 0,-9 13 0,7 13 0,-6 15 0,-1 9 0,-5 14 0,8 6 0,3 11 0,1 4 0,5 7 0,-4 3 0,10 3 0,-2-3 0,0 3 0,4-4 0,2-1 0,-4-8 0,6-4 0,-8-7 0,2-11 0,-10-1 0,-1-15 0,-7-2 0,7-10 0,-7-3 0,7-8 0,-1-14 0,7-3 0,-1-14 0,0-4 0,-7 1 0,-5-7 0,3 7 0,-2 5 0,-1-4 0,-5 8 0,0 2 0,0 6 0,0 11 0,8 6 0,-6 11 0,6 12 0,-1 5 0,-5 12 0,21-4 0,-4 6 0</inkml:trace>
  <inkml:trace contextRef="#ctx0" brushRef="#br0" timeOffset="49">11857 17761 8912,'-42'0'0,"3"0"0,-6 0 0,-1 1 0,-6 3 0,2 4 0,4 1 0,4 3 0,16 11 0,5 0 0,7 0 0,8 0 0,5 0 0,10-6 0,8-6 0,8-1 0,10 1 0,7-3 0,4-8 0,1-2 0,-1-4 0,4-3 0,-12-14 0,4-2 0,-5-2 0,-1 0 0,-13-1 0,-2-5 0,-10 5 0,3 1 0,-10-2 0,-6-1 0,-8-3 0,-15 6 0,-9 4 0,-1 4 0,-5 2 0,0 8 0,6 3 0,-3 4 0,14 2 0,2 8 0,10 3 0,5 4 0,12 3 0,3 6 0,16-4 0,4 2 0,4-2 0,7-9 0,2-1 0,0-3 0,0-3 0,13-2-149,-9-10 1,21-9 0,-6-10 0</inkml:trace>
  <inkml:trace contextRef="#ctx0" brushRef="#br0" timeOffset="50">12614 17090 8912,'0'-17'0,"0"5"0,0 1 0,0-1 0,-8 3 0,4 9 0,-7 11 0,7 7 0,-2 4 0,5 7 0,1 9 0,0 4 0,0 2 0,0 2 0,0 6 0,0 1 0,0 4 0,0 7 0,0 10 0,0 2-273,0 5 0,0 3 0,0-6 0</inkml:trace>
  <inkml:trace contextRef="#ctx0" brushRef="#br0" timeOffset="51">12631 18208 8912,'-17'0'0,"0"0"0,7 0 0,1 0 0,3 0 0,8 0 0,4 0 0,13 5 0,21 1 0,11 7 0,11-3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2.32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5059 10729 8912,'10'-8'0,"-2"-5"0,-3-7 0,1-4 0,-2-1 0,-2 0 0,-2 0 0,0 4 0,0-2 0,-2 0 0,-4 2 0,-5 4 0,1-2 0,-1 13 0,-3 0 0,-1-1 0,-2 5 0,0-2 0,-1 8 0,1 7 0,0 5 0,0 1 0,-1 6 0,1 2 0,2 1 0,3 5 0,-1 1 0,7 3 0,1-7 0,5 1 0,0-6 0,0 4 0,2-2 0,3-4 0,5-2 0,7-2 0,8-6 0,4 1 0,3-3 0,3 3 0,-3 3 0,-3-3 0,1-3 0,-7 3 0,0-1 0,-6 6 0,1 0 0,-9 1 0,-3-1 0,-4 0 0,-4 2 0,-6 2 0,-9 2 0,-8 6 0,-9-6 0,-3 0 0,-3 1 0,4-5 0,-4 4 0,11-11 0,-1-4 0,7-8 0,2 0 0,9-2 0,6-4 0,4-11 0,4-16 0,4-7 0,11-15 0,10 1 0</inkml:trace>
  <inkml:trace contextRef="#ctx0" brushRef="#br0" timeOffset="1">5438 10866 8912,'-17'0'0,"7"0"0,3 0 0,7 0 0,1 6 0,7 0 0,7-3 0,6-1 0,10-2 0,-2 0 0,5-2 0,4-3 0,1-5 0,-7 1 0,3-7 0,-7 5 0,-3-5 0,-2-1 0,-12 0 0,-3 0 0,-8 0 0,-8 0 0,-1 1 0,-10 5 0,-4 7 0,-4 8 0,0 7 0,-5 12 0,3 6 0,-1 5 0,1 6 0,6 4 0,4 0 0,9 12 0,4-5 0,12-1 0,6-4 0,18-10 0,10-2 0,10-7 0,8-10 0,-5-7 0,6-10 0,-7-17 0,0-10 0</inkml:trace>
  <inkml:trace contextRef="#ctx0" brushRef="#br0" timeOffset="2">6281 10694 8912,'-11'12'0,"-1"-1"0,5-5 0,-9 5 0,-3 3 0,-4 7 0,2 3 0,-2 3 0,2 4 0,-6 9 0,14-2 0,-4 8 0,11-8 0,2 2 0,8-3 0,9-5 0,9-3 0,6-12 0,12-11 0,-3-4 0,12-2 0,-3-4 0,4-8 0,-4-7 0,0-15 0,-8-8 0,4-2 0</inkml:trace>
  <inkml:trace contextRef="#ctx0" brushRef="#br0" timeOffset="3">6625 10797 8912,'-11'16'0,"-1"-3"0,-1-2 0,-2 3 0,-2 1 0,-1 2 0,3 0 0,4 1 0,-5-1 0,12 2 0,-5 2 0,1 2 0,2 0 0,8-6 0,4 0 0,4-7 0,7-5 0,2-3 0,4-2 0,-4 0 0,12-2 0,-6-3 0,1-7 0,-5-3 0,4-2 0,-8 0 0,1-1 0,-9 1 0,5 0 0,-9 0 0,-1 0 0,-2-1 0,-4 7 0,-4 0 0,-3 7 0,-8-2 0,-1-2 0,1 3 0,0 1 0,0 2 0,0 2 0,7 0 0,-5 8 0,5 1 0</inkml:trace>
  <inkml:trace contextRef="#ctx0" brushRef="#br0" timeOffset="4">6952 10900 8912,'-7'10'0,"3"3"0,-8-7 0,7 6 0,-7-5 0,-1 3 0,5 1 0,-5 1 0,7-1 0,2 3 0,2 1 0,2 2 0,0 0 0,0 0 0,0 1 0,0-1 0,0 0 0,0 0 0,0 0 0,0 1 0,0-9 0,0-3 0,0-12 0,8-11 0,-4-4 0,7-8 0,3-3 0,1-5 0,2-3 0,0 8 0,1-1 0,-1 7 0,0-1 0,0 2 0,0 8 0,-1 0 0,-5-1 0,4 9 0,-3 3 0,3 4 0,0 4 0,-3 4 0,3 9 0,-1 8 0,7-2 0,0 4 0,7-2 0,3-2 0,1-2 0,3-9 0,-1 5 0,1-6 0</inkml:trace>
  <inkml:trace contextRef="#ctx0" brushRef="#br0" timeOffset="5">7641 10814 8912,'-10'-7'0,"-5"5"0,3-4 0,-5 4 0,-6 2 0,-6 0 0,-3 0 0,-2 0 0,-1 14 0,3 5 0,3 6 0,6 5 0,-4 3 0,10 1 0,-2 0 0,6 1 0,9-1 0,-4-5 0,10-2 0,4-3 0,-4-8 0,13-3 0,-4-7 0,10 0 0,2-6 0,2-10 0,-4-7 0,2-10 0,-2-5 0,4-3 0,-2 1 0,0-6 0,-6 0 0,0-1 0,1-1 0,-1-3 0,0-13 0,-6-3 0,-1-8 0,-2 1 0,-3 1 0,-5 4 0,0 5 0,0 13 0,0 10 0,-1 18 0,-3 15 0,-2 12 0,-7 11 0,1 21 0,-3 11 0,-2 14 0,7 2 0,-3 9-127,7-3 1,-6-7 126,7 1 0,1-2 0,10-10 0,-1 1 0,13-9 0,6-3 0,15-11 0,-1-13 0,8-10 0,2-4 0,9-8 0,6 0 0,4 0 0</inkml:trace>
  <inkml:trace contextRef="#ctx0" brushRef="#br0" timeOffset="6">8897 11090 8912,'0'-18'0,"2"-1"0,2-4 0,1-5 0,-5 3 0,-7 2 0,-3 6 0,-3 5 0,-3-1 0,-1 7 0,-6 0 0,-2 6 0,1 2 0,-3 6 0,0 9 0,-2 8 0,-5 9 0,5 8 0,3 2 0,1 0 0,4 4 0,7-8 0,5-2 0,1-1 0,2-5 0,6-3 0,8-12 0,5-11 0,8-4 0,8-12 0,11-7 0,2-10 0,6-15 0,-4-8 0,-2-5 0,-7-10 0,-7 2 0,-7 2 0,2-2 0,-11 0 0,-7-6 0,-3 0 0,-2 8 0,0 4 0,-5 19 0,-3 9 0,-2 8 0,7 11 0,-5 12 0,8 16 0,0 10 0,0 10 0,0 8 0,6 4 0,-1 2 0,7-1 0,-6 1 0,7-1 0,-3-1 0,5-2 0,-4-2 0,5-8 0,-5 4 0,10-10 0,2-3 0,0-6 0,-6-12 0,6-3 0,2-10 0,2-6 0,3-9 0,-3-8 0,0-9 0,-2 0 0,-4-1 0,-4 1 0,-6-1 0,-5 1 0,-4 0 0,-2 7 0,0 4 0,-2 4 0,-4 2 0,-3 7 0,-3 2 0,1 10 0,-2 4 0,3 9 0,0 10 0,1 4 0,-1 7 0,6 0 0,-1 10 0,3-7 0,4 3 0,3-8 0,7 0 0,3-7 0,4-4 0,4-4 0,4-4 0,6-5 0,-5-10 0,5-8 0,-5-9 0,5 0 0,-6-8 0,-4-4 0,-4-1 0,-4-1 0,-3 3 0,1 1 0,-7-2 0,-2 6 0,-3 4 0,-1 2 0,-1 2 0,-5 3 0,2 5 0,-6 9 0,3 3 0,1 5 0,6 7 0,0 0 0,0 0 0,0 1 0,2-1 0,4 0 0,-3-2 0,9-3 0,-1 1 0,7-7 0,-7 5 0,1-5 0,1-2 0,2-2 0,2-4 0,1-4 0,-1 2 0,0-7 0,0-1 0,-1-5 0,-3 0 0,-2 2 0,3 3 0,-6-3 0,-1 5 0,-1-1 0,0-1 0,-1 11 0,-5 1 0,6 7 0,0 10 0,0 6 0,-5 0 0,5-2 0,-2 4 0,8-2 0,-9 0 0,13 0 0,-5-2 0,4-6 0,-5 2 0,5-15 0,-5-2 0,7-9 0</inkml:trace>
  <inkml:trace contextRef="#ctx0" brushRef="#br0" timeOffset="7">9843 10729 8912,'25'7'0,"2"-5"0,7 6 0</inkml:trace>
  <inkml:trace contextRef="#ctx0" brushRef="#br0" timeOffset="8">10342 10866 8912,'0'12'0,"0"-1"0,0 2 0,0 3 0,0 3 0,0 4 0,0 5 0,0 5 0,0 1 0,0 1 0,0-3 0,0-3 0,0 3 0,6-13 0,0 4 0,7-11 0,-1-9 0,3-6 0,0-9 0,-3-11 0,3-3 0,-3-9 0,9-1 0,2-4 0,-1 3 0,-2-5 0,3 8 0,-2 0 0,5 1 0,-1 5 0,13-5 0,-1 6 0</inkml:trace>
  <inkml:trace contextRef="#ctx0" brushRef="#br0" timeOffset="9">10979 10797 8912,'-17'10'0,"0"-3"0,0-5 0,-3 2 0,-3 2 0,2 7 0,-7-1 0,7 3 0,-6 2 0,6 0 0,-2 1 0,2-1 0,8 0 0,3 0 0,2 0 0,3 1 0,5-1 0,0 0 0,7-7 0,9-5 0,6-10 0,1 3 0,-5-14 0,-1 5 0,0-4 0,0-1 0,0 5 0,1-3 0,-1 7 0,0-1 0,0 1 0,1-7 0,-1 12 0,0-5 0,0 7 0,-5 0 0,-1 0 0,2 0 0,3 0 0,1 0 0,0-6 0,0 0 0,1-1 0,-1 1 0,0-4 0,0-7 0</inkml:trace>
  <inkml:trace contextRef="#ctx0" brushRef="#br0" timeOffset="10">11323 10574 8912,'10'-10'0,"-4"3"0,-12 7 0,-4 13 0,-7 4 0,0 12 0,0 1 0,-1 9 0,1-3 0,0 14 0,0-5 0,7 3 0,5 0 0,3-2 0,2-8 0,0 0 0,2-7 0,3-8 0,5-4 0,9-10 0,4-3 0,-4-8 0,4-7 0,-4-9 0,4-10 0,0-1 0,0-1 0,-6-1 0,0 2 0,1-1 0,-7-1 0,1 3 0,-1 3 0,-1 7 0,5 1 0,-8 10 0,5 7 0,-6 9 0,-4 6 0,3 8 0,1 0 0,-2-2 0,-2-2 0,4 4 0,-1 0 0,9-2 0,-3-9 0,4 3 0,3-5 0</inkml:trace>
  <inkml:trace contextRef="#ctx0" brushRef="#br0" timeOffset="11">11736 10643 8912,'-7'-10'0,"5"-5"0,-6 13 0,8-6 0,0 8 0,2 2 0,2 4 0,2 5 0,-3 5 0,7 1 0,0 0 0</inkml:trace>
  <inkml:trace contextRef="#ctx0" brushRef="#br0" timeOffset="12">11134 10969 8912,'17'-17'0,"10"0"0,7 0 0,16-8 0,13-2 0,6-2 0,6 1 0,-5 7-128,-1-12 0,-2 14 1,-6-6-1</inkml:trace>
  <inkml:trace contextRef="#ctx0" brushRef="#br0" timeOffset="13">11994 10694 8912,'10'12'0,"-4"-1"0,3-7 0,-7 4 0,6-8 0,-8 7 0,0-3 0,0 7 0,0 3 0,0-5 0,0 3 0,0-1 0,0 6 0,0 1 0,0-7 0,0 1 0,0 1 0,0-5 0,0-1 0,2-7 0,4 0 0,-3-2 0,9-3 0,1-7 0,2-3 0,-3-2 0,-1-1 0,1 1 0,5 0 0,-5 2 0,-3 1 0,-1 3 0,5 5 0,-1-3 0,3 1 0,-5 2 0,-1 14 0,-5 3 0,2 5 0,-1 1 0,3 2 0,2 2 0,3 2 0,2-2 0,4-2 0,2 6 0,-1-14 0,2 1 0,0-8 0,6-4 0,-7 0 0,2 0 0,0-8 0,-6-3 0,4-10 0,-11-4 0,-1 0 0,-3-2 0,-4 0 0,-2 6 0,0-5 0,0 3 0,0 4 0,-8-4 0,-3 11 0,-4 6 0,-3 12 0,3 6 0,4 3 0,-5 8 0,5 0 0,3 7 0,-5-5 0,7 4 0,0 1 0,6-7 0,0-2 0,10-2 0,5-3 0,6-5 0,10 3 0,-2-9 0,3-1 0,3-10 0,14-11 0,5-10 0</inkml:trace>
  <inkml:trace contextRef="#ctx0" brushRef="#br0" timeOffset="14">13629 10144 8912,'-32'-2'0,"1"-2"0,4-2 0,3 3 0,-7 3 0,2 7 0,-3 11 0,-3 8 0,9 7 0,1 9 0,8 6 0,1 7 0,5 6 0,5 0 0,4-2 0,2-7 0,2 0 0,4-1 0,9-9 0,8-7 0,0-9 0,0-10 0,2-5 0,0-5 0,-1-4 0,5-2 0,-6 0 0,2-8 0,-2-3 0,-4-5 0,4-1 0,-4 0 0,-4-2 0,-1-2 0,-5-2 0,-1 2 0,-2 2 0,-6 7 0,0 1 0,-8 7 0,-2-4 0,-7 10 0,0 4 0,0 5 0,0 3 0,-1-1 0,1-1 0,8-1 0,-1 4 0,4-3 0,4 3 0,-3-3 0,5-5 0,7-1 0,11-4 0,1-2 0,9 0 0,3 0 0,1 0 0,3-8 0,-3 4 0,-3-7 0,4 5 0,-5-5 0,-3 5 0,-2-3 0,-4 1 0,-7 2 0,-1 6 0,3 0 0,-7 0 0,1 8 0,-8 3 0,0 5 0,0 1 0,0 0 0,0 0 0,0 0 0,0 6 0,0 0 0,0 0 0,-6-6 0,0 0 0,-7 1 0,3-3 0,-7-4 0,2-5 0,3-12 0,5-11 0,7-10 0</inkml:trace>
  <inkml:trace contextRef="#ctx0" brushRef="#br0" timeOffset="15">14438 10161 8912,'10'10'0,"-3"5"0,-1-5 0,0 7 0,-1 0 0,-5 8 0,0 3 0,0 7 0,0 5 0,0-2 0,0 8 0,0 2 0,0-6 0,6 6 0,0-8 0,0 0 0,-6-6 0,5-1 0,1-5 0,-2-5 0,-2-4 0,-2-2 0,0-7 0,0-2 0</inkml:trace>
  <inkml:trace contextRef="#ctx0" brushRef="#br0" timeOffset="16">14507 10505 8912,'-15'-11'0,"3"-1"0,-3 8 0,5-3 0,1 7 0,9 7 0,9-3 0,12 6 0,8-3 0,7-1 0,16-6 0,0 0 0,1 0 0,4 0 0,-3 0 0,-2-8 0,-12-3 0,-12-4 0,-3-3 0</inkml:trace>
  <inkml:trace contextRef="#ctx0" brushRef="#br0" timeOffset="17">13406 10711 8912,'-18'10'0,"1"-4"0,0-4 0,7-10 0,5-4 0,18-3 0,14-2 0,15-2 0,15-4 0,16 4 0,5-6 0,8 8-840,0 0 840,-7-1 0,5-6 0,-6-3 0</inkml:trace>
  <inkml:trace contextRef="#ctx0" brushRef="#br0" timeOffset="18">15264 10281 8912,'-2'-22'0,"-2"-1"0,-3 4 0,-3 5 0,-1 1 0,-7 9 0,1 6 0,0 6 0,0 11 0,0 4 0,7-4 0,-5 13 0,5-5 0</inkml:trace>
  <inkml:trace contextRef="#ctx0" brushRef="#br0" timeOffset="19">15178 10797 8912,'-17'17'0,"0"-7"0,7-2 0,2-10 0,8-4 0,8-4 0,2-7 0,7 0 0,8-8 0,1-1 0</inkml:trace>
  <inkml:trace contextRef="#ctx0" brushRef="#br0" timeOffset="20">15557 11296 8912,'-19'-8'0,"-4"-3"0,-6-3 0,-4 3 0,-1 5 0,-10-1 0,-8 1 0,-9 2 0,-13 2 0,-7 2 0,-5 0 0,-6 2 0,44 1 0,-1 0 0,-1-3 0,-1 2 0,-4 4 0,-1 1 0,-2-3 0,-1 0 0,-3 0 0,-2-1-241,-4 1 0,-2 0 1,-1 3-1,-1-1 1,-4-1-1,1 0 241,0-1 0,1 1-160,-1 3 1,0 0 0,-5-4 0,-2 1 0,-2 3 0,0 1 159,-4 0 0,0 0 0,4-1 0,1 1 0,0 0 0,0-1 0,3 0 0,1-1 0,2-1 0,-1 0 0,-2 2 0,-2-1 0,-1-2 0,0 0 0,-2 2 0,1 1 0,5-2 0,0-1 0,-1 3 0,-1 0 0,-1-4 0,0-1 0,-5 4 0,0 0 0,-2-1 0,0-1 0,4 1 0,2 0 0,-3 2 0,-1 1 0,2-1 0,0 1 0,0 0 0,0-1 0,-1 1 0,0-1 0,-2 1 0,0 0 0,2-1 0,2 1 0,4-1 0,1 1 0,4 0 0,1-1 0,9-2 0,0 0 0,0-1 0,0 1 0,-2 1 0,0-1 0,5-1 0,0-2 0,-4 0 0,0 0 0,3-2 0,2 0-446,0-1 1,1 0 445,0 0 0,0 0 0,-7 0 0,0 0 0,0 0 0,0 0 0,3 0 0,0 0 0,-1-4 0,2 0 0,6 2 0,1 0 0,-6-2 0,0-1 0,-4 1 0,0 0 0,4-2 0,1-1 0,-1 1 0,0 0 0,7-1 0,1-1-291,4 0 1,1-1 290,0 0 0,0 1 0,-2-1 0,-1 0 0,0 1 0,1 1 164,-1 1 0,0 1-164,-43-3 0,3 8 0,8 0 270,-2 0 1,9 8-1,-9 3 1,2 4-271,0 3 0,6-1 0,3 0 0,12 0 0,11 0 0,12 1 0,6-3 199,5-4 1,-1-3-1,7-8 1,2 0-1,1 0-199,3 0 267,0 0 0,0 0 0,0 0-267,-1 0 315,1 0 1,0 0-316,0 0 32,7 0-32,3 0 0,12 0 0,13 0 0,10-15 0,32-12 0,1-17 0</inkml:trace>
  <inkml:trace contextRef="#ctx0" brushRef="#br0" timeOffset="21">27723 11124 8912,'10'0'0,"-3"-2"0,-7-4 0,0 3 0,0-9 0,0 10 0,0 2 0,0 14 0,0 10 0,0 3 0,0 4 0,-5 7 0,-3 4 0,0 2 0,1 4 0,-7 1 0,7-5 0,-7-4 0,3-3 0,-3-3 0,7-7 0,-1-4 0,0-4 0,7-10 0,-7-3 0,8-14 0,0-9 0,8-15 0,3-14 0,4-4 0,1-1 0,-1-1 0,-2 2 0,1 5 0,11-3 0,-8 8 0,4-8 0,-4 19 0,0 1 0,0 7 0,1 11 0,-1 4 0,-2 8 0,-1 10 0,-5 11 0,-1 7 0,5 5 0,-5 1 0,3 4 0,5-9 0,-5 3 0,-1-5 0,3-1 0,6-5 0,-2-4 0,6-2 0,4-7 0,-8-2 0,6-8 0,-8 0 0</inkml:trace>
  <inkml:trace contextRef="#ctx0" brushRef="#br0" timeOffset="22">28343 11176 8912,'0'17'0,"0"-8"0,0 7 0,-2-5 0,-4 4 0,-4 3 0,-9 4 0,-2 3 0,-2 2 0,6-4 0,6 6 0,-1-1 0,3 1 0,5-2 0,8-3 0,7-4 0,4-7 0,10 2 0,2-13 0,7 4 0,1-4 0,-1-10 0,-5-7 0,0-8 0,-8-8 0,2 3 0,-6-5 0,-6-1 0,-5-1 0,-6 7 0,-8 1 0,-7 2 0,-6 4 0,-10 10 0,5 3 0,-7 8 0,5 0 0,-3 2 0,8 4 0,0 1 0,6 5 0,7 3 0,3-5 0</inkml:trace>
  <inkml:trace contextRef="#ctx0" brushRef="#br0" timeOffset="23">28825 10832 8912,'0'-12'0,"0"1"0,0-3 0,0-1 0,-2 0 0,-4 3 0,4 3 0,-6 5 0,1-2 0,5 14 0,-4 11 0,2 8 0,-2 9 0,5 6 0,-5 10 0,4-1 0,2 1 0,0-1 0,2 7 0,2-1 0,1-4 0,1-3 0,2-4 0,-1-8 0,7 2 0,-5-5 0,-1-7 0,-2-3 0,-6-15 0,0 5 0,0-5 0</inkml:trace>
  <inkml:trace contextRef="#ctx0" brushRef="#br0" timeOffset="24">28687 11210 8912,'-17'-2'0,"-1"-2"0,1-2 0,8-1 0,7 3 0,11-2 0,10-7 0,16 1 0,7-3 0,8-2 0,11-2 0,6-4 0,0 4 0,11-4 0,-1 4 0,-5 2 0,-1 7 0,-2-13 0,0 4 0</inkml:trace>
  <inkml:trace contextRef="#ctx0" brushRef="#br0" timeOffset="25">29857 10866 8912,'-25'0'0,"-2"0"0,1 0 0,3-2 0,4-2 0,1-1 0,9-3 0,5 4 0,8-2 0,0-5 0,7 5 0,1-1 0,7 3 0,4-2 0,-2-2 0,7 5 0,1-3 0,-2 2 0,5 2 0,-3 2 0,4 0 0,-7 0 0,7 0 0,-6 0 0,-1 0 0,5 2 0,-8 4 0,-2 7 0,-2 8 0,-9 0 0,-5 8 0,-3-1 0,-2 7 0,0-1 0,-7 1 0,-7 1 0,-7 4 0,2-11 0,-8 11 0,6-13 0,-2-1 0,6-1 0,6-8 0,7-7 0,11-18 0,13-11 0</inkml:trace>
  <inkml:trace contextRef="#ctx0" brushRef="#br0" timeOffset="26">30735 10694 8912,'-29'0'0,"0"2"0,-1 4 0,-3-2 0,1 9 0,1 4 0,4 4 0,3 0 0,8 6 0,10 2 0,5 3 0,4-3 0,7-3 0,7-1 0,12-2 0,0-6 0,3-7 0,2-4 0,1-4 0,-1-2 0,1-8 0,-3-2 0,-3-7 0,-6 0 0,-4-2 0,-2-2 0,-2-4 0,-3-2 0,-3 4 0,-3-5 0,-4 7 0,4-10 0,-12 8 0,-5 2 0,-5 4 0,-1 6 0,0 5 0,0 4 0,5 2 0,1 0 0,7 0 0,-11 0 0,5 0 0</inkml:trace>
  <inkml:trace contextRef="#ctx0" brushRef="#br0" timeOffset="27">31733 10694 8912,'-2'-15'0,"-2"1"0,-2 3 0,1 0 0,-1-1 0,-2 3 0,-1 1 0,-5 4 0,-1 10 0,-2 7 0,0 8 0,-1 8 0,1 3 0,0 8 0,0 1 0,7 4 0,4-4 0,4-3 0,2-2 0,0-2 0,0-7 0,8-2 0,4-8 0,3-7 0,2-5 0,0-3 0,6-17 0,2-8 0,0-7 0,0-5 0,2-1 0,-10-4 0,4 4 0,-10-5 0,-3 5 0,-2 2 0,-6 1 0,-6 5 0,-4 3 0,-13 9 0,-1 3 0,-3 2 0,6 7 0,-4 2 0,10 11 0,3 7 0,5-9 0,7 11 0,0-5 0,0 4 0,0 0 0</inkml:trace>
  <inkml:trace contextRef="#ctx0" brushRef="#br0" timeOffset="28">32146 10694 8912,'7'-17'0,"-5"0"0,14 1 0,-5 5 0,4 5 0,3 4 0,-1 2 0,0 0 0,0 10 0,-1 5 0,-5 6 0,4 10 0,-3-3 0,-3 5 0,3 1 0,-8-7 0,1-4 0,-3 2 0,-2-2 0,0 0 0,0-6 0,0-8 0,0-1 0,0-21 0,0-6 0,0-6 0,2-6 0,4-9 0,5-6 0,5-3 0,1-3 0,8 0 0,3 1 0,5-1 0,3 6 0,3 4 0,1 6 0,-2 13 0,-9 17 0,-6 6 0,-12 6 0,-3 11 0,-8 10 0</inkml:trace>
  <inkml:trace contextRef="#ctx0" brushRef="#br0" timeOffset="29">30304 11674 8912,'10'10'0,"-4"-3"0,-12-7 0,4 8 0,-13-4 0,3 7 0,-3 3 0,-2 1 0,0 8 0,-1 2 0,1 1 0,-8 3 0,6 5 0,-4-1 0,6-2 0,6-3 0,-3-1 0,8 2 0,3-7 0,1-10 0,4 1 0,5-7 0,9-2 0,5-2 0,11-4 0,1-4 0,5-5 0,10-5 0,-4-1 0,7 0 0,1 0 0,-8 0 0,6 5 0,-6 3 0,0 1 0,-2-3 0,-8 5 0,0-8 0,1 5 0</inkml:trace>
  <inkml:trace contextRef="#ctx0" brushRef="#br0" timeOffset="30">30958 11726 8912,'-17'-17'0,"0"7"0,0 4 0,0 4 0,-1 2 0,1 2 0,0 6 0,0 9 0,1 8 0,5 9 0,3 1 0,8-1 0,0 6 0,0 0 0,2 0 0,4-5 0,5-8 0,10-5 0,2-2 0,6-11 0,-6-3 0,6-6 0,-6-6 0,7-3 0,-9-11 0,6-2 0,-2-7 0,-4-4 0,-8-1 0,-3 0 0,-2-1 0,-3 1 0,-7-1 0,-3 1 0,-7 0 0,-5 7 0,-6 4 0,2 12 0,-8 5 0,8 4 0,-2 2 0,4 2 0,2 4 0,7 3 0,3 8 0</inkml:trace>
  <inkml:trace contextRef="#ctx0" brushRef="#br0" timeOffset="31">32197 11709 8912,'-17'-8'0,"0"0"0,0-5 0,0 1 0,-6 3 0,0-5 0,2 5 0,2 1 0,-1 3 0,-3 5 0,2 0 0,-5 1 0,1 5 0,-4 4 0,6 7 0,2 0 0,2 8 0,2 4 0,5 3 0,3 1 0,1-5 0,1 5 0,1-5 0,4-3 0,-4-2 0,6-6 0,6-5 0,-2-5 0,7-7 0,1 0 0,11-3 0,0-7 0,-2-7 0,0-6 0,0 0 0,2-6 0,0-1 0,-6-1 0,0 3 0,-8-1 0,7 0 0,-5 4 0,5 6 0,-7-2 0,1 14 0,-5-5 0,-3-3 0,6 17 0,-8 2 0,0 11 0,0 14 0,2-1 0,2 3 0,1-3 0,7 5 0,-6-4 0,7-3 0,-1 3 0,3-8 0,2 4 0,0-8 0,6-7 0,0-5 0,0 3 0,-6-2 0,0-4 0,1-6 0,-1-13 0,8-10 0,2-8 0</inkml:trace>
  <inkml:trace contextRef="#ctx0" brushRef="#br0" timeOffset="32">32438 11399 8912,'-17'0'0,"0"0"0,0 0 0,5 6 0,1 0 0,1 7 0,-1-2 0,-3 12 0,9 6 0,-1 3 0,-2 3 0,6-1 0,-5 1 0,7-1 0,0 0 0,7 1 0,-5-7 0,6-1 0,0-2 0,1-2 0,3-14 0,-1-3 0,2-4 0,-5-2 0,7-2 0,-3-4 0,1-7 0,-1-8 0,3 0 0,-5-6 0,-1 2 0,6-5 0,-7 9 0,5-6 0,-1 2 0,-8-5 0,9 16 0,-7-3 0,2 6 0,-3-1 0,-3-3 0,6 13 0,-8 2 0,0 12 0,0 3 0,0 2 0,2 0 0,2 0 0,1 1 0,3-1 0,-2 0 0,-3-2 0,9-3 0,-1-5 0,1-7 0,-1 0 0,3 0 0,1 0 0,2-2 0,0-1 0,1-3 0,-3-7 0,-2 1 0,-1-3 0,1-2 0,-5-1 0,5 7 0,-7-1 0,7 1 0,-11 1 0,6 3 0,-8 7 0,0 7 0,0 5 0,6 3 0,1 2 0,1 1 0,0-1 0,5-6 0,-2 1 0,-1-7 0,2 7 0,-1-8 0,6 3 0,0-7 0,-5 0 0,-3-2 0,-1-3 0,5-3 0,-3-5 0,2 1 0,-1-1 0,0 5 0,1-5 0,-1 5 0,3-1 0,1 5 0,2-10 0,0 7 0,1-3 0,5 5 0,0-5 0,-2 0 0,-2 1 0,-2 5 0,0-6 0,0 5 0,-7-5 0,-2-1 0,-8-1 0,-8 8 0,-4-1 0,-5 3 0,-6 2 0,4 0 0,-11 2 0,7 3 0,2 7 0,-6-4 0,13 7 0,-3-4 0,6 5 0,-1 1 0,-1-6 0,7 1 0,2 1 0,2 2 0,2 3 0,8-9 0,4-3 0,3-4 0,2-2 0,0 0 0,0 0 0,8-8 0,-6 4 0,4-7 0,-3 5 0,-3-5 0,0-3 0,-6 7 0,-1-1 0,0 2 0,-1 1 0,-5-1 0,4 4 0,-8-4 0,0 4 0,7-5 0,-5 7 0,13 0 0,-3 0 0,3 0 0,2 0 0,-5 0 0,-1 0 0,1 0 0,5 0 0,0 0 0,-5 0 0,-1 0 0,-5 0 0,5 0 0,-7 0 0,4 0 0,-6 0 0,4 0 0,-5 7 0,7 5 0,-8 9 0,0 2 0,0 7 0,0-1 0,0 9 0,0 2 0,0 8 0,-2-6 0,-4 4 0,-5-4 0,-4 0 0,-4-6 0,-2 2 0,-2-7 0,-8-6 0,12-8 0,-4-2 0,4-3 0,2-5 0,-1-7 0,3-7 0,4-5 0,3-5 0,8-4 0,2-4 0,4-2 0,9-1 0,8-7 0,-2 1 0,6 0 0,-1-1 0,9-1 0,-1-4 0,1 4 0,1-8 0,2 5 0,2-1 0,1-7 0,-1 10 0,-2-3 0,-6 4 0,-1 9 0,-12 4 0,-4 4 0,-9 10 0,0 3 0,-12 12 0,-3 3 0,-3 8 0,1 0 0,-3 1 0,7 6 0,-1-4 0,6 4 0,-4 1 0,4 0 0,-3 6 0,3-3 0,2 3 0,0-6 0,-2 7 0,-2-3 0,-2 3 0,-7 3 0,3-1 0,-7 0 0,-8-5 0,-3 0 0,-14-6 0,-10 5 0,-9 3 0,-6-4 0,-4-1 0,-3-1 0,-5 6 0,-7-4 0</inkml:trace>
  <inkml:trace contextRef="#ctx0" brushRef="#br0" timeOffset="33">4113 14769 8912,'0'-40'0,"0"0"0,0 1 0,0 3 0,-2 2 0,-4 1 0,-5 5 0,-5 9 0,-1 9 0,-2 2 0,-4 5 0,-4 3 0,-7 7 0,0 12 0,-1 14 0,6 5 0,1 14 0,-1 5 0,2 2 0,8 6 0,8-8 0,7 10 0,-2-2 0,4 2 0,2 6 0,2-12 0,4 0 0,3 6 0,9-4 0,1 2 0,4-2 0,-2-10 0,7-9 0,5-2 0,5-4 0,-1-9 0,5-6 0,-8-12 0,8-18 0,2-12 0</inkml:trace>
  <inkml:trace contextRef="#ctx0" brushRef="#br0" timeOffset="34">4371 14838 8912,'-17'-6'0,"1"-2"0,3 1 0,2-1 0,7 2 0,-4 6 0,10 6 0,4 2 0,5-1 0,5 1 0,3 5 0,4-3 0,5-1 0,5 7 0,1-14 0,1 5 0,-1 1 0,1-4 0,-1 5 0,0 1 0,1-1 0,-8 3 0,3 5 0,-7 0 0,-6 2 0,-7 2 0,-3 2 0,-8 8 0,-11-4 0,-11 7 0,-2 0 0,-5 1 0,1-3 0,-2-3 0,7 1 0,1-7 0,4-2 0,1-9 0,7 3 0,-1-3 0,9-5 0,-5 1 0,8-8 0,0-15 0,0-5 0</inkml:trace>
  <inkml:trace contextRef="#ctx0" brushRef="#br0" timeOffset="35">5317 14855 8912,'10'0'0,"-2"-2"0,-8-4 0,0 4 0,-2-5 0,-4 7 0,-5 2 0,-5 3 0,1 5 0,4 7 0,-3 6 0,8 0 0,-1 7 0,3-1 0,-2 4 0,2-5 0,10 1 0,6 0 0,3-3 0,10 7 0,-4-20 0,7 2 0,3-5 0,2-4 0,1-6 0,0-2 0,1-4 0,-1-11 0,-7-4 0,-4-8 0,-4 1 0,-4-7 0,-3 1 0,-6-1 0,-5 1 0,-8 0 0,-10 5 0,-12 0 0,-4 8 0,-1-2 0,1 4 0,3 2 0,1 0 0,8 7 0,-2 5 0,12 3 0,3 15 0,8 4 0,0 2 0,8 8 0,1 0 0</inkml:trace>
  <inkml:trace contextRef="#ctx0" brushRef="#br0" timeOffset="36">6935 14666 8912,'-2'-27'0,"-4"4"0,-5 4 0,-4 2 0,-3 2 0,-1 1 0,-4 5 0,-5 1 0,1 2 0,-2 8 0,-1 4 0,5 0 0,2 9 0,4 6 0,2 4 0,1 9 0,3 8 0,3 0 0,3 0 0,1 0 0,6-4 0,2 3 0,4-3 0,-3-4 0,9-5 0,1-6 0,3-12 0,-1-3 0,-2-2 0,-1-1 0,-1-7 0,6-9 0,1-12 0,-1-6 0,0-11 0,0 2 0,0-6 0,1 2 0,-7-4 0,-1 4 0,-3-2 0,5 12 0,-6-3 0,-1 12 0,-5 1 0,0 8 0,0 3 0,0 7 0,0-2 0,0 14 0,0 9 0,2 8 0,2 9 0,2 1 0,7-1 0,-1 0 0,3-1 0,2-5 0,0-3 0,1-8 0,-1-1 0,0-5 0,8-3 0,-4-10 0,8-4 0,1-5 0,1-14 0,-3-9 0,-3-3 0,-8-9 0,1 1 0,-3-5 0,-4 2 0,-5 2 0,-6 2 0,-6-2 0,-3 4 0,-14 8 0,0 0 0,0 7 0,6 6 0,0 8 0,-1-3 0,3 18 0,4 4 0,3 5 0,8 18 0,0 2 0,0 1 0,0 10 0,6-6 0,1 5 0,3-5 0,1 6 0,7-8 0,-1 3 0,0-7 0,0-9 0,0 6 0,1-4 0,-1-10 0,0 2 0,0-5 0,0-4 0,1-6 0,-7-2 0,1-4 0,-1-5 0,-1-5 0,5-9 0,-7 4 0,3-7 0,-1 7 0,-5-2 0,-3-2 0,4 2 0,-4 0 0,-2 6 0,0 0 0,0 0 0,0 7 0,0 2 0,0 22 0,0 3 0,8 4 0,-5-4 0,9 0 0,-6 1 0,5-1 0,1-8 0,-1-1 0,1-8 0,-7 0 0,7 0 0,-7 0 0,7 0 0,-1-8 0,7-3 0,-9-4 0,6 5 0,-13-5 0,14 13 0,-13-6 0,9 8 0,-8 0 0,9 2 0,-5 2 0,1 2 0,1 1 0,1-1 0,5-4 0,-5 4 0,4 1 0,3-1 0,-1 0 0,0-6 0,0-8 0,-1 4 0,-3-7 0,-2-3 0,-7-1 0,2-2 0,-4 0 0,-2 0 0,0-1 0,0 1 0,-2 0 0,-4 0 0,4 0 0,-11-1 0,7 1 0,1 8 0,5-1 0,0 4 0,1 5 0,5-5 0,4 4 0,15 2 0,1 0 0</inkml:trace>
  <inkml:trace contextRef="#ctx0" brushRef="#br0" timeOffset="37">8260 14425 8912,'-11'-6'0,"-1"1"0,1-1 0,-6 6 0,-1 0 0,-5 0 0,0 2 0,2 3 0,2 7 0,2 3 0,0 2 0,2 6 0,3 0 0,-1 6 0,7-6 0,2-2 0,2-2 0,2-2 0,2 0 0,4-1 0,5-5 0,5-3 0,3-10 0,2-6 0,2-9 0,0 0 0,-6-14 0,0 6 0,0-1 0,1 5 0,-1-4 0,-2 8 0,-3-1 0,1 1 0,-7 0 0,1 6 0,-1-1 0,-4 8 0,6-1 0,-8 10 0,1 3 0,3 5 0,2-1 0,7-1 0,-3 1 0,7-1 0,0 3 0,1-7 0,1 1 0,2-8 0,2 0 0,5 0 0,-5 0 0,-2 0 0,-1 0 0,-3-6 0,0 0 0,0-7 0,0 2 0,-7-5 0,-2-1 0,-7 2 0,5 3 0,-4-3 0,4 4 0,-4-5 0,-10 7 0,6-7 0,-5 15 0,14-7 0,3 8 0,7 0 0,6 6 0,0-1 0,2 3 0,-4-4 0,2 2 0,7-1 0,-11-5 0,6 0 0,0 0 0,-6 0 0,0-5 0,-9-3 0,-2-2 0,3-1 0,-5-6 0,-2 0 0,-2 7 0,-2 0 0,0 5 0,0 3 0,0-6 0,0 10 0,0 6 0,0 9 0,1 8 0,5 9 0,6 2 0,3 4 0,2 4 0,0 8 0,1 0 0,-1 7 0,-2-6 0,-2 7 0,-1-1 0,-8-13 0,3 15 0,-9-17 0,-1-6 0,-3-6 0,-13-16 0,2-1 0,-3-6 0,1-3 0,-4-8 0,0-5 0,2-11 0,2 1 0,4-15 0,2 3 0,3-1 0,2 1 0,3-4 0,5 5 0,0-5 0,0 7 0,0 1 0,0 8 0,0-1 0,2-1 0,3-2 0,7-2 0,3 2 0,2-5 0,6 6 0,0-2 0,8-5 0,-3-2 0,7 2 0,5-1 0,-2-1 0,8-5 0,-8-6 0,3-1 0,-5 3 0,-9-4 0,-6 2 0,-6 2 0,-4 2 0,-7 1 0,4 8 0,-10 6 0,-4 8 0,4-2 0,-13 13 0,4-4 0,-3 6 0,3 6 0,-3 3 0,9 9 0,-9 6 0,12-3 0,-3 8 0,3 2 0,2-6 0,2 7 0,3-3 0,7 3 0,3 1 0,2-3 0,1-1 0,-1 1 0,8 3 0,-6-4 0,4-3 0,-4-1 0,-2 6 0,-2-7 0,-3 5 0,-5 2 0,-7-8 0,-2 7 0,-3-1 0,-7 3 0,-11-3 0,-5-2 0,-5-1 0,-1 1 0,-8-6 0,5 4 0,-5-8 0,0 0 0,6-7 0,-6-2 0,0-16 0,-2-2 0</inkml:trace>
  <inkml:trace contextRef="#ctx0" brushRef="#br0" timeOffset="38">9069 13565 8912,'17'-44'0,"-3"4"0,3 12 0,-4-1 0,12 12 0,0 9 0,4 10 0,3 15 0,4 18 0,3 12 0,1 9 0,6 15 0,-6 16 0,-21-37 0,0 2 0,0 3 0,-2 2-113,1 6 1,-1 0 0,-1-2-1,0-1 1,-1 1 0,-3 0 112,-2-3 0,-3 1 0,-1-2 0,-2 0 0,-3 4 0,-2 0 0,0 1 0,0 1 0,-1 0 0,-2 0-979,-3-3 1,-3-2 978,-2-6 0,-3-1 0,-4 1 0,-2-1 0,1-2 0,0-2 0,1 0 0,0 0 0,1-1 0,-1 1 0</inkml:trace>
  <inkml:trace contextRef="#ctx0" brushRef="#br0" timeOffset="39">16211 14133 8912,'1'-27'0,"3"4"0,2 4 0,0 0 0,0-2 0,1-2 0,1 2 0,-1 2 0,1 7 0,-4 1 0,2-2 0,1-1 0,-1 3 0,-4 3 0,-2 8 0,-10 8 0,-9 5 0,-4 10 0,-5 11 0,-5 10 0,-3 14 0,-4 5 0,3 11 0,-12 1-105,3 11 1,24-42 0,2 1-1,0 6 1,1 2 104,4-2 0,0 1 0,0-2 0,1 1 0,4-2 0,3-1 0,-3 44 0,7-19 0,6-14 0,9-15 0,-1-12 0,22-14 0,-6-3 0,1-4 0,1-5 0,0-4 0,5 0 0,0 4 0,-1-5 0,-4 5 0,3-12 0,-5-11 0,7-9 0</inkml:trace>
  <inkml:trace contextRef="#ctx0" brushRef="#br0" timeOffset="40">17054 14253 8912,'6'-17'0,"-1"0"0,-1 0 0,-2-1 0,-8 7 0,-1 1 0,-3 3 0,-1 1 0,-7 8 0,1 4 0,0 5 0,0 4 0,0 8 0,-3 2 0,-3 2 0,-5 3 0,-5 3 0,-1 3 0,-1 4 0,9-3 0,-7 5 0,5-8 0,3 6 0,2 0 0,4-2 0,3-7 0,5-2 0,3-8 0,8 4 0,0-8 0,2-2 0,6-2 0,7-3 0,6-2 0,10-3 0,-10 1 0,7 0 0,3-2 0,9-3 0,-4-1 0,6 0 0,1 0 0,-7 0 0,8 0 0,-6 0 0,2-1 0,-1-5 0,-5-2 0,-5-5 0,-6 1 0,-4 9 0,-4-7 0,-4 4 0,-3 4 0,-8-5 0,-2 7 0,-4 0 0,-5 2 0,-4 1 0,-3 3 0,9 0 0,-6 0 0,5 1 0,0 3 0,-5-6 0,13 3 0,-13-14 0,5-3 0</inkml:trace>
  <inkml:trace contextRef="#ctx0" brushRef="#br0" timeOffset="41">17983 14339 8912,'6'-19'0,"0"-2"0,-3-2 0,-1 2 0,-2 2 0,-7 9 0,-5 5 0,-5 3 0,-6 2 0,4 9 0,-4 7 0,2 6 0,-2 5 0,4 10 0,-4 6 0,6 5 0,3 2 0,3 3 0,7 3 0,-2-5 0,4-1 0,4-2 0,4-6 0,5-6 0,12 2 0,2-20 0,6-1 0,-2-10 0,-1-7 0,7-5 0,-1-9 0,0-7 0,1-13 0,-3-4 0,-1-8 0,-2-2 0,-8-2 0,2-1 0,-10 1 0,-1 4 0,-9 4 0,-3 8 0,-13-1 0,-8 3 0,-8 3 0,1 6 0,-7 12 0,6-2 0,-5 7 0,0 2 0,5 10 0,4-2 0,2 7 0,10 6 0,3 6 0,3-2 0,1 6 0,6 0 0</inkml:trace>
  <inkml:trace contextRef="#ctx0" brushRef="#br0" timeOffset="42">19170 14477 8912,'0'-25'0,"-7"0"0,-5-4 0,-3 6 0,-2 4 0,-2 4 0,-4 4 0,-6-3 0,-9 8 0,-2 3 0,1 1 0,11 2 0,-5 7 0,6 5 0,1 3 0,1 4 0,8 4 0,1 4 0,5 7 0,-2 1 0,7-1 0,2 0 0,2 1 0,2-8 0,0 3 0,0-7 0,0 0 0,0-6 0,2-2 0,4-3 0,-2-4 0,7-8 0,0-2 0,7-4 0,-1-6 0,2-5 0,2-4 0,2-4 0,-2-1 0,-2 5 0,-2-10 0,1 8 0,-1 0 0,0 6 0,-6-4 0,1 4 0,-6-4 0,5 9 0,-5 5 0,5 1 0,-7 8 0,2 7 0,-2 11 0,1 4 0,-3-3 0,12 12 0,-7-4 0,3 3 0,1-5 0,1 3 0,-1-7 0,3-2 0,1-2 0,2-1 0,0-1 0,1-8 0,-1-3 0,-2-12 0,-3-5 0,3-12 0,-13-4 0,13-15 0,-5-2 0</inkml:trace>
  <inkml:trace contextRef="#ctx0" brushRef="#br0" timeOffset="43">19308 14202 8912,'0'-27'0,"0"2"0,-2 10 0,-4 3 0,5 5 0,-7 7 0,8 15 0,0 8 0,0 9 0,0 6 0,0 3 0,0-3 0,0 4 0,0-2 0,0-2 0,0 6 0,8-10 0,3 1 0,-1-3 0,1-9 0,1 0 0,5-6 0,0 1 0,-6-9 0,1-3 0,1-6 0,3-6 0,1-3 0,-2-16 0,-2-4 0,-1-3 0,-1-3 0,1 1 0,-1-1 0,1 1 0,-3 0 0,-3-1 0,2 9 0,-2 3 0,-1-4 0,-5 15 0,0-3 0,0 23 0,0 3 0,0 12 0,0 6 0,0 3 0,2 3 0,2 1 0,2 4 0,-1-9 0,-3 1 0,4-5 0,-4-4 0,11-6 0,-5-2 0,2-3 0,1-5 0,6-9 0,1-3 0,-9-5 0,6-13 0,-3 0 0,-3-7 0,3 1 0,-3 2 0,5 1 0,-5 1 0,-1 4 0,0 2 0,-3 1 0,5 9 0,0 1 0,-3 16 0,-5 3 0,4 5 0,-4 3 0,3 4 0,-1-4 0,0 4 0,4-4 0,1-2 0,-5 0 0,11-7 0,-3-5 0,3-3 0,-3-4 0,-1-3 0,1-7 0,-3-3 0,1-10 0,-6-3 0,1-5 0,1 6 0,-6-5 0,0 3 0,0 2 0,-2 1 0,-4 1 0,3 2 0,-9 6 0,8 0 0,-5 7 0,3 4 0,4 4 0,-6 10 0,8 2 0,0 7 0</inkml:trace>
  <inkml:trace contextRef="#ctx0" brushRef="#br0" timeOffset="44">20444 14288 8912,'-29'-12'0,"1"2"0,-3 3 0,0-5 0,3 7 0,5 1 0,-2 10 0,2 5 0,-6 4 0,6 3 0,6 4 0,6 1 0,1 6 0,-1-6 0,-3 6 0,8-6 0,1 7 0,5-11 0,2 2 0,3-7 0,-1-7 0,8-7 0,1 0 0,2 0 0,3-7 0,1-7 0,4-7 0,-4 2 0,6-8 0,-8 6 0,0-2 0,-6 2 0,-1 8 0,0 2 0,-1-3 0,3 7 0,-3-9 0,1 14 0,-4-3 0,-5 3 0,7 4 0,-8 3 0,2 5 0,2 7 0,2 0 0,7 0 0,-2-1 0,5-5 0,1 4 0,0-13 0,0 4 0,1-4 0,-9-2 0,6 0 0,-3-2 0,3-4 0,-5-3 0,3-8 0,-7-1 0,0 1 0,1 0 0,-5 0 0,4 0 0,-4 0 0,-2 7 0,0-5 0,0 13 0,0-4 0,0 12 0,7 3 0,-3 7 0,6-3 0,-1-2 0,1 3 0,1-7 0,7 1 0,-1 0 0,0-6 0,0 5 0,0-7 0,1-7 0,-1-3 0,0-7 0,0 0 0,0 0 0,-1-1 0,-3 1 0,-3 0 0,-3 0 0,1 1 0,-2 5 0,-4 3 0,5 10 0,-7 4 0,-5 9 0,-1 8 0,-2 13 0,2-1 0,5 9 0,-5-4 0,4 8 0,0-4 0,-4 0 0,2 3 0,-7-7 0,5 6 0,-5-6 0,-3-1 0,-1-5 0,-2-5 0,0-5 0,-1-6 0,-1-3 0,-4-4 0,4-11 0,-6-11 0,10-12 0,4-6 0,1-3 0,4-2 0,4 5 0,-3 0 0,3-1 0,2 5 0,0 2 0,0 4 0,7 2 0,-5-1 0,6 1 0,0 0 0,-6 7 0,13-3 0,-4 5 0,5 1 0,1-1 0,6-3 0,2 3 0,1-1 0,3-3 0,5-5 0,1 0 0,5-1 0,0 1 0,0 0 0,-3-2 0,3-4 0,-11-4 0,11-5 0,-14 1 0,1 3 0,-4-1 0,-9-4 0,-5 5 0,-1 5 0,-4 4 0,-10 2 0,-4 7 0,-13-3 0,0 7 0,-1 2 0,1 10 0,3 3 0,-2 9 0,4 5 0,7-1 0,5-1 0,4 4 0,2 0 0,0 0 0,0 0 0,0-2 0,8 0 0,3 0 0,5-2 0,1-2 0,0-2 0,0 0 0,0 0 0,1 0 0,-1-5 0,0-1 0,0 3 0,-7 1 0,-4 2 0,-4 0 0,-2-7 0,-10 5 0,-7-3 0,-10 3 0,-11 0 0,-2-3 0,-8 11 0,-2-12 0,-7 12 0,1-10 0,10-1 0,-3-8 0,5 3 0</inkml:trace>
  <inkml:trace contextRef="#ctx0" brushRef="#br0" timeOffset="45">21459 13067 8912,'25'-27'0,"4"6"0,5 10 0,6 11 0,-3 15 0,3 14 0,2 13 0,-2 9 0,-4 12 0,-5 10 0,-6 13 0,-16-38 0,-3 1 0,0 4 0,-2 1-267,-3 0 0,-2 1 0,-6 1 0,-4 1 267,-4 0 0,-4 0 0,-4 1 0,-4 1-763,-3 7 0,-3 0 763,-7 0 0,-2 0 0,0 0 0,-2 1 0,-5 1 0,-1 0 0,1 2 0,0 1 0,0 2 0,-1-1 0,-9 4 0,-3-1 0,17-21 0,-1-1 0,-1 1 0,1-1 0,-1 0 0,-1-1 0,-5 4 0,-1-1 0</inkml:trace>
  <inkml:trace contextRef="#ctx0" brushRef="#br1" timeOffset="46">4922 15663 8912,'0'-17'0,"0"5"0,0 1 0,0-3 0,0-1 0,0 4 0,0-1 0,0 1 0,2-4 0,3 3 0,-3 2 0,4 5 0,-4 3 0,-2-6 0,0 10 0,0 4 0,0 3 0,-2 9 0,-4-1 0,-5 0 0,-5 8 0,-1 3 0,-2 13 0,-6 4 0,-7 9 0,-6 9 0,-10 8 0,2 15 0,21-37 0,0 1-208,-1 1 0,1 1 0,1 4 0,2 1 208,-2-2 0,2-1 0,5-3 0,1-1 0,-1-3 0,0-2 0,-6 29-74,0-5 0,4-12 74,2 1 0,5-18 0,1-6 0,1-17 0,-3-1 0,1-7 0,8-3 0,-3-6 0,7-2 819,0-4-819,0 4 161,0-5-161,0 7 0,0 0 0,-8 7 0,-1 3 0</inkml:trace>
  <inkml:trace contextRef="#ctx0" brushRef="#br1" timeOffset="47">4078 16454 8912,'-26'-27'0,"1"-3"0,8 7 0,7 0 0,2 13 0,10 2 0,4 8 0,-2 8 0,5 5 0,-1 9 0,-4 6 0,4 5 0,-3 1 0,3 8 0,-2 4 0,-4 4 0,11-5 0,-5-1 0,1-2 0,-5-1 0,6-7 0,-7-2 0,3-3 0,2-4 0,-2-8 0,-3 0 0,9 0 0,-6-7 0,5-4 0,-5-4 0,5-2 0,1 0 0,-3 0 0,7-8 0,-7-2 0</inkml:trace>
  <inkml:trace contextRef="#ctx0" brushRef="#br1" timeOffset="48">5197 16437 8912,'0'-18'0,"0"1"0,0 0 0,0 0 0,0 5 0,2 3 0,4 1 0,-4 2 0,5 6 0,-7 2 0,-2 4 0,-3 6 0,-5 9 0,-7 2 0,0 1 0,-1-1 0,-1-2 0,-4 8 0,2-2 0,-7 1 0,-1 5 0,-5-5 0,-3 5 0,-3 1 0,-4 1 0,-8-1 0,-1 2 0,-4 5 0,-5 2 0,1 1 0,2 0 0,7-4 0,6-3 0,0 3 0,8-10 0,-2-1 0,11-8 0,6 2 0,10-6 0,2-5 0,7 3 0,-2-13 0,12 4 0,5-4 0,5-2 0,3 0 0,4 0 0,3 0 0,9 0 0</inkml:trace>
  <inkml:trace contextRef="#ctx0" brushRef="#br1" timeOffset="49">1721 17365 8912,'-6'-17'0,"-2"0"0,-1-1 0,-3 1 0,1 2 0,0 4 0,7 1 0,-4 6 0,0-2 0,5 1 0,-7 7 0,0 5 0,1 10 0,-3 3 0,-7 10 0,-2 6 0,-2 10 0,2 10 0,2-1 0,0 10 0,0 4 0,2 3 0,-4 11 0,9-3 0,5 2 0,1-2 0,4-7 0,2-8 0,15-6 0,-3-23 0,13-7 0,-1-8 0,3-12 0,8-3 0,-1-4 0,0-2 0,1 0 0,-1 0 0,1-8 0,-1 5 0,-1-9 0,-5-1 0,-1-4 0,-4-6 0,-10 0 0,5-12 0,-5 5 0,4-12 0</inkml:trace>
  <inkml:trace contextRef="#ctx0" brushRef="#br1" timeOffset="50">1962 17967 8912,'-10'-8'0,"-5"-1"0,13-9 0,-6 9 0,8 3 0,0 12 0,0 0 0,0 9 0,0 4 0,0 10 0,0-1 0,0 5 0,0-1 0,0-1 0,0-3 0,8-5 0,3 6 0,-1-8 0,2 2 0,-1-4 0,6-4 0,0-3 0,1-4 0,-1-8 0,0 0 0,0-8 0,0-4 0,1-9 0,-1-2 0,-8-7 0,-3 1 0,-4-3 0,-2-3 0,0 1 0,-8 7 0,-3 4 0,-4 4 0,-4 4 0,-2 3 0,-2 5 0,2-1 0,1 6 0,5-3 0,4 10 0,5 7 0,4-5 0,2 9 0,0-7 0</inkml:trace>
  <inkml:trace contextRef="#ctx0" brushRef="#br1" timeOffset="51">2375 17898 8912,'-2'-15'0,"-2"1"0,-2 3 0,-7 7 0,11-11 0,-6 13 0,8-4 0,0 12 0,0 5 0,8 10 0,2 4 0,1 0 0,1 0 0,-9 5 0,11-9 0,-7 6 0,3-2 0,-6 6 0,9-12 0,-7 4 0,-2-4 0,3-2 0,-1 0 0,-2 0 0,-2 1 0,-2-1 0,0-8 0,0-1 0,0-8 0,-6-2 0,0-4 0,3-7 0,1-8 0,-4-6 0,0-7 0,2-3 0,2-3 0,4 4 0,4-4 0,-4 4 0,11 7 0,-7 0 0,7 8 0,-1-2 0,3 4 0,2 8 0,1-1 0,5 9 0,0-1 0,-2 8 0,-2 7 0,6 4 0,-6 10 0,4 4 0,-4-2 0,-2 1 0,0 1 0,0 5 0,1 1 0,-7-1 0,-1-2 0,-1-1 0,1-2 0,-6-3 0,1 3 0,5-4 0,-8-16 0,5-1 0,-7-8 0</inkml:trace>
  <inkml:trace contextRef="#ctx0" brushRef="#br1" timeOffset="52">2891 17898 8912,'0'-17'0,"-6"5"0,1 1 0,-1 5 0,6-5 0,0 7 0,0-4 0,0 8 0,0 0 0,2 8 0,3 3 0,7 5 0,3 1 0,2 0 0,1 0 0,-1 4 0,0-2 0,0-3 0,1-1 0,-7-6 0,0 3 0,1-8 0,5 2 0,0-5 0,1-1 0,-9 0 0,5-1 0,-9-5 0,1-4 0,-6-7 0,0-8 0,0-2 0,0 1 0,-6-7 0,-1 5 0,-1-3 0,0 2 0,1-3 0,1 3 0,4 4 0,-4 2 0,-3 4 0,-1 2 0</inkml:trace>
  <inkml:trace contextRef="#ctx0" brushRef="#br1" timeOffset="53">3545 17950 8912,'-10'0'0,"3"0"0,7 0 0,0 7 0,0-3 0,0 8 0,0-9 0,0 5 0,7-8 0,-5 0 0,12-8 0,-7-3 0,3-4 0,-6-3 0,1 1 0,-3 0 0,-2-6 0,0 0 0,0 2 0,0-4 0,0 2 0,-2 6 0,-3 8 0,-7 1 0,-3 2 0,0 10 0,3 8 0,-3 7 0,5 17 0,1 4 0,-5 4 0,9 8 0,-1-1 0,6 1 0,2-1 0,4 1 0,3 0 0,10-3 0,4-3 0,-2-6 0,8-11 0,-6-6 0,6-12 0,-6-3 0,3-8 0,-1 0 0,-4-15 0,-9-8 0,3-16 0,-6-4 0</inkml:trace>
  <inkml:trace contextRef="#ctx0" brushRef="#br1" timeOffset="54">3803 17864 8912,'0'-18'0,"0"7"0,0 0 0,2 5 0,4-6 0,-4 9 0,13-5 0,-4 8 0,5 0 0,3 0 0,4 0 0,9 8 0,8 3 0,1 4 0,1 2 0,2 1 0,7 5 0,-1 0 0,-4-2 0,-4 3 0,-8-1 0,1 0 0,-1-6 0,-1 1 0,-5-1 0,-3 0 0,-15 0 0,-4 0 0,-5-15 0,-1-4 0</inkml:trace>
  <inkml:trace contextRef="#ctx0" brushRef="#br1" timeOffset="55">4354 17640 8912,'0'-27'0,"0"3"0,0 6 0,-6 7 0,0-1 0,1 9 0,5-3 0,0 12 0,-2 5 0,-4 12 0,-6 10 0,-5 10 0,-6 15 0,4 7 0,-15 5 0,1 5 0,-5 5-234,-2 4 0,22-38 1,0 2 233,-3 0 0,1 1 0,2 3 0,-2-1 0,-2 2 0,-2-1 0,1 1 0,-2-2 0,1-4 0,-1-3 0,-27 33 0</inkml:trace>
  <inkml:trace contextRef="#ctx0" brushRef="#br1" timeOffset="56">17759 15388 8912,'-2'-17'0,"-3"-1"0,1 1 0,-6 0 0,1 2 0,-1 3 0,6 5 0,-3 7 0,7 0 0,0 0 0,0 7 0,0-3 0,0 8 0,2 1 0,1 10 0,3 6 0,-2 5 0,-2 6 0,-2 4 0,6 15 0,-1 4 0,1 14 0,-6 9 0,6 9-257,-3-41 0,0 1 1,0 5-1,-1 0 257,-1 6 0,-2 0 0,1 3 0,0 0 0,0 1 0,0-1 0,0 0 0,0-2 0,0-4 0,0-2 0,0-5 0,0-1 0,0 37 0,0-12 0,0-8 0,0-26 0,0-11 0,0-12 0,8-14 0,-6-1 0,6-8 0,-8 0 0,0-8 1027,0 6-1027,0-5 0,-2 7 0,-4 0 0,-4 0 0,-7 0 0,0 0 0</inkml:trace>
  <inkml:trace contextRef="#ctx0" brushRef="#br1" timeOffset="57">17553 16798 8912,'-19'-12'0,"-4"1"0,-6-3 0,12 7 0,2-1 0,15 10 0,0 4 0,7 11 0,5 12 0,3 3 0,10 2 0,-4 9 0,6 0 0,-2 1 0,-3 6 0,1-14 0,2 6 0,2 0 0,-6-5 0,2 1 0,-2-6 0,2-3 0,-4-8 0,6 4 0,-8-8 0,0-7 0,1-5 0,-1-3 0,0-2 0,-2-2 0,-3-3 0,3-5 0,-5-7 0</inkml:trace>
  <inkml:trace contextRef="#ctx0" brushRef="#br1" timeOffset="58">18379 16798 8912,'6'-23'0,"-1"0"0,1-8 0,-8 16 0,-4 4 0,-11 18 0,-10 22 0,-9 13 0,-4 9 0,-4 1 0,-8 15 0,-1-4 0,-1 2 0,3-2 0,-3-4 0,14-7 0,2-1 0,9 1 0,4-10 0,10-6 0,3-5 0,-3-10 0,13 6 0,-4-6 0,5 1 0,1 1 0,-8-5 0,-2-1 0</inkml:trace>
  <inkml:trace contextRef="#ctx0" brushRef="#br1" timeOffset="59">15058 17761 8912,'-6'-33'0,"0"4"0,-5-1 0,5 7 0,2 2 0,0 0 0,-1-2 0,1 6 0,-6-2 0,2 5 0,5 1 0,-5 3 0,0 1 0,-1 1 0,3 4 0,-5 10 0,-3 7 0,-1 8 0,3 8 0,1 13 0,-2 10 0,-3 7 0,1 12 0,2 1 0,1 3 0,8-1 0,-1-5 0,5-6 0,5 0 0,5 0 0,9-9 0,4-9 0,6-6 0,11-20 0,4 2 0,7-15 0,1-3 0,0-1 0,-3-11 0,-3-9 0,-4-14 0,-7-12 0</inkml:trace>
  <inkml:trace contextRef="#ctx0" brushRef="#br1" timeOffset="60">15367 18001 8912,'-26'0'0,"1"0"0,8 2 0,-1 4 0,1 3 0,0 9 0,5 1 0,1 4 0,7-4 0,-4 11 0,8-5 0,0 2 0,8-4 0,4 2 0,3-4 0,2-6 0,8-9 0,-4 1 0,8-7 0,-8 0 0,2-2 0,-4-3 0,2-5 0,-4-7 0,4-6 0,-11 0 0,-1 2 0,-3 2 0,-4-6 0,-2 6 0,0-4 0,0 4 0,-8 2 0,-1 5 0,-9 3 0,1 1 0,0 2 0,0 6 0,0 0 0,-1 0 0,3 2 0,4 4 0,5 6 0,4-3 0,2 3 0,0-1 0,0 6 0,8-7 0,1 3 0,8-7 0,1-2 0,-1-2 0,0-2 0,0 0 0,0-8 0,-5 6 0,-1-4 0,1-3 0,5 5 0,0-6 0,0 3 0,-5 1 0,-3 8 0,1 4 0,0 5 0,-7 12 0,11-2 0,-8 8 0,-3 1 0,-1 3 0,4 1 0,0-1 0,-2-5 0,-3 3 0,-1-8 0,0-2 0,0-2 0,0-10 0,0-1 0,0-8 0,0-8 0,0-5 0,2-8 0,4-8 0,-4-3 0,8-2 0,-7-1 0,5-1 0,2-4 0,1 3 0,6-3 0,-5 6 0,-1 5 0,1-1 0,5 7 0,-8 7 0,5 13 0,-8 14 0,1 8 0,-3 16 0,2 1 0,-2 4 0,5-4 0,-1 12 0,5-8 0,-1-2 0,-1-1 0,6-3 0,1 0 0,1-1 0,2-4 0,2-8 0,0-8 0,2-7 0,1-4 0,1-10 0,6-9 0,-7-10 0</inkml:trace>
  <inkml:trace contextRef="#ctx0" brushRef="#br1" timeOffset="61">16228 18018 8912,'0'-17'0,"0"0"0,-6 6 0,0-1 0,-7 8 0,1-1 0,-3 3 0,-2 15 0,0 8 0,0 10 0,-8-1 0,11 22 0,-3-3 0,2 7 0,7 1 0,2-5 0,6-3 0,6-3 0,-4 4 0,19-14 0,-2 4 0,6-3 0,-4-11 0,12-8 0,-7-13 0,1-3 0,6-4 0,-5-3 0,5-13 0,1-8 0</inkml:trace>
  <inkml:trace contextRef="#ctx0" brushRef="#br1" timeOffset="62">16727 18122 8912,'-25'0'0,"-4"0"0,-3 0 0,-3 0 0,7 7 0,-1 5 0,8 9 0,-2 2 0,6 5 0,5-3 0,7 0 0,3 0 0,2 5 0,0-3 0,5 0 0,1-4 0,8-6 0,-3-6 0,4-5 0,3-4 0,-1-2 0,0 0 0,0 0 0,0-8 0,1-3 0,-1-4 0,0-3 0,0-1 0,0-2 0,1-2 0,-7 1 0,1 4 0,-3 1 0,3 0 0,-5 0 0,1 0 0,-6-1 0,5 9 0,1 1 0,-6 10 0,4 4 0,-4 5 0,-2 5 0,0 1 0,5 6 0,3 0 0,2-2 0,-7-2 0,13-2 0,-5 0 0,-1-2 0,1-3 0,-5 3 0,5-3 0,-5-5 0,6-1 0,-9-4 0,13-17 0,-7-5 0</inkml:trace>
  <inkml:trace contextRef="#ctx0" brushRef="#br1" timeOffset="63">16951 18156 8912,'7'-17'0,"-3"1"0,7 5 0,-7 3 0,4 6 0,-6-1 0,4-3 0,-4 0 0,7 14 0,-5 5 0,2 8 0,1 0 0,-3 6 0,4 0 0,1-1 0,-5 3 0,10 0 0,-7-2 0,3-3 0,-6-1 0,5-6 0,-3 1 0,-4-7 0,5-1 0,-1-5 0,0-7 0,7 2 0,-11-21 0,4 4 0,-4-6 0,-2 0 0,0-1 0,0-5 0,0 4 0,0 8 0,0 0 0,0 0 0,0-1 0,0 1 0,0 0 0,0 0 0</inkml:trace>
  <inkml:trace contextRef="#ctx0" brushRef="#br1" timeOffset="64">17484 18087 8912,'-10'8'0,"-3"-4"0,7 7 0,1-7 0,5 11 0,0-3 0,0 3 0,2 2 0,3 0 0,5-7 0,3 3 0,4-7 0,-3 5 0,9-5 0,-4 0 0,0-6 0,4 0 0,-4-6 0,4-1 0,-4-3 0,-2-3 0,1-10 0,-7 2 0,-1-6 0,-3 2 0,-1-5 0,-8 9 0,-4-6 0,-5 2 0,-10-4 0,-4 8 0,-4 4 0,-7 4 0,1 9 0,-8-4 0,2 8 0,5 14 0,-4 3 0,4 13 0,1 5 0,1 7 0,-1 9 0,14 3 0,6 1 0,5 3 0,7-3 0,10 4 0,10-3 0,10-7 0,6-5 0,9-11 0,4-5 0,-2 3 0,0-8 0,-2-2 0,-6-2 0,-5-2 0,1 0 0,-13-5 0,4-1 0,-4 1 0,-1 5 0</inkml:trace>
  <inkml:trace contextRef="#ctx0" brushRef="#br1" timeOffset="65">27861 14202 8912,'-19'0'0,"-2"0"0,-2 0 0,2 1 0,2 7 0,-1 7 0,-1 10 0,-2 8 0,-5-1 0,5 14 0,2 2 0,2 17 0,2 9 0,-1 12 0,1 10 0,8-45 0,1 1 0,2 2 0,0 1 0,1-2 0,1 1 0,0 0 0,0 1 0,1-1 0,0 1 0,3-5 0,0 1 0,0 46 0,0-5 0,0-12 0,0-7 0,0-8 0,0-8 0,0-13 0,-1-10 0,-5-9 0,4-6 0,-8-2 0,5 1 0,3-7 0,-4 1 0,2-9 0,0 5 0,-1 0 0,-3-6 0,2 3 0,-5-3 0,-5-2 0,-8 0 0,-3-7 0,-8-3 0</inkml:trace>
  <inkml:trace contextRef="#ctx0" brushRef="#br1" timeOffset="66">27018 15715 8912,'-18'-8'0,"3"-4"0,2-1 0,1 2 0,8-5 0,-11 14 0,13 2 0,-4 12 0,5 3 0,8 8 0,5 2 0,5 2 0,6 3 0,4 8 0,7 3 0,0-3 0,9-2 0,-7 0 0,6 3 0,0 1 0,-6 7 0,12-10 0,-8 3 0,6 0 0,-4-4 0,0-3 0,0-5 0,-3-7 0,-3 2 0,-9-15 0,-2 3 0,-1-5 0,-4-4 0,4-17 0,-6-4 0</inkml:trace>
  <inkml:trace contextRef="#ctx0" brushRef="#br1" timeOffset="67">28188 15663 8912,'-12'0'0,"1"0"0,-1 0 0,-5 0 0,0 0 0,-2 8 0,-2 5 0,-4 6 0,-2 4 0,0 8 0,-3-1 0,1 8 0,0 6 0,-11 10 0,-2 1 0,-2 2 0,-2 8 0,-5-2 0,-1 4 0,1 2 0,-1 8-309,0-14 1,1 11 0,-1-13 0</inkml:trace>
  <inkml:trace contextRef="#ctx0" brushRef="#br1" timeOffset="68">24281 17331 8912,'-17'-18'0,"2"1"0,2 0 0,1 0 0,1 0 0,-1 0 0,1-1 0,7 1 0,-4 10 0,8 7 0,0 11 0,0 10 0,2 6 0,2 9 0,2 2 0,-3 2 0,7 8 0,-8-10 0,4 8 0,-4 2 0,0-6 0,1-2 0,3-4 0,-2-1 0,-2-9 0,-2-1 0,0-7 0,0-9 0,0-30 0,0-19 0,0-10 0,0-3 0,0 1 0,2 1 0,3-1 0,-3 8 0,12 2 0,-9 8 0,7 1 0,-6 5 0,7 5 0,-1 11 0,-3 8 0,1 16 0,-3 11 0,7 7 0,-3 5 0,10-1 0,2 0 0,8 1 0,-3-3 0,11-3 0,3-4 0,2 0 0,2-14 0,5 1 0,1-9 0,-1-10 0,-5-3 0,-4-7 0,-5 0 0,-7-6 0,-14 0 0,-5 2 0,-5 2 0,-4-6 0,-4 6 0,-4-2 0,-5 8 0,-12-3 0,2 9 0,-8-5 0,-2 6 0,-1 4 0,-3 10 0,1 6 0,0 7 0,-1-2 0,8 11 0,5-5 0,2 2 0,3 1 0,8 5 0,3-3 0,6-3 0,6-2 0,5 4 0,12-8 0,6-6 0,3-5 0,10-10 0,4 0 0,-2-2 0,2-6 0,0-7 0,-2-8 0,-4-4 0,-4 6 0,-9-6 0,-4 4 0,0 4 0,-6-4 0,-3 4 0,-12 4 0,3 3 0,-3 3 0,4 3 0,-12 4 0,4-3 0,-3 10 0,3-1 0,2 9 0,0 5 0,0 3 0,0 2 0,2-4 0,3 2 0,7 2 0,-5 0 0,9-6 0,-7 0 0,3 0 0,-1 0 0,1-5 0,3-1 0,-4 3 0,5-7 0,-14 9 0,5-15 0,-7 7 0</inkml:trace>
  <inkml:trace contextRef="#ctx0" brushRef="#br1" timeOffset="69">25176 17279 8912,'-7'-27'0,"-3"-5"0,-1 13 0,-1-4 0,8 9 0,-1 3 0,3 7 0,2-3 0,2 7 0,3 1 0,7 3 0,3 2 0,10 7 0,-6-11 0,4 4 0,4 4 0,0-1 0</inkml:trace>
  <inkml:trace contextRef="#ctx0" brushRef="#br1" timeOffset="70">25727 16987 8912,'-17'0'0,"7"0"0,-5 9 0,5 9 0,1 8 0,-5 9 0,9 5 0,-7-2 0,6 8 0,1 0 0,7 5 0,1 1 0,3-1 0,8 9 0,-5-9 0,8 1 0,1-2 0,-1-10 0,-6-2 0,1-10 0,-1-10 0,6-11 0</inkml:trace>
  <inkml:trace contextRef="#ctx0" brushRef="#br1" timeOffset="71">25607 17399 8912,'-18'-17'0,"1"0"0,0 0 0,7 5 0,5 1 0,3 7 0,2-4 0,0 8 0,15 0 0,8 0 0,8 0 0,3 0 0,2-7 0,2-3 0,5-1 0,1-1 0,1 1 0,1-8 0,0-2 0,2-2 0,-6-8 0,-2 10 0,-11-7 0,-6-3 0,-6 1 0,-5 1 0,-7 6 0,-3 4 0,-2 2 0,0 5 0,-2 3 0,-3 1 0,3 2 0,-14 14 0,7 5 0,-1 8 0,1 8 0,5 9 0,-2 4 0,2 2 0,2-6 0,2 6 0,0-6 0,0 3 0,0 6 0,0-12 0,2 3 0,4-2 0,-4-13 0,11 10 0,-5-16 0,2 0 0,-5-2 0,7-3 0,1-7 0,-5-3 0,-1-5 0,-7-9 0,8 1 0,-6-16 0,6 4 0,-1-6 0,-3-3 0,8-1 0,-1 3 0,-1 1 0,3 8 0,-7-2 0,7 10 0,-1 1 0,3 9 0,2-5 0,0 16 0,0 3 0,1 6 0,-1 4 0,0 2 0,0 0 0,1 0 0,-1 0 0,2-2 0,4-10 0,-4 3 0,4-8 0,-4-1 0,-2-5 0,0 0 0,1-2 0,-1-3 0,-8-5 0,-3-7 0,-4 0 0,-2-8 0,0 6 0,-2-4 0,-4 4 0,4 1 0,-13 1 0,4 0 0,1 8 0,-1 3 0,-3 6 0,-1 6 0,-2 3 0,7 8 0,4 0 0,5 3 0,1 3 0,0-4 0,0 4 0,7-4 0,7-4 0,7-2 0,7-3 0,5-2 0,1 5 0,6-11 0,2 5 0,2 1 0,2-6 0,4 6 0,-2-6 0,-2 3 0,-2-3 0,2 4 0,1-2 0,-6 1 0,-1-3 0,-6 6 0</inkml:trace>
  <inkml:trace contextRef="#ctx0" brushRef="#br1" timeOffset="72">27104 17468 8912,'-10'-25'0,"4"-1"0,4-1 0,2 4 0,0 4 0,0 2 0,0-1 0,2 1 0,4 2 0,6 4 0,3 1 0,2 6 0,0-2 0,0 3 0,6 1 0,2 4 0,0 3 0,2 9 0,0 7 0,-6 0 0,2 7 0,-6 1 0,-6-2 0,5 5 0,-14-11 0,3 6 0,-3-2 0,-2-4 0,-2-2 0,-3-2 0,1 0 0,-8-1 0,-1-5 0,5-3 0,1-10 0,7-4 0,0-13 0,1-15 0,5-8 0,6-2 0,11-14 0,-2 13 0,7-11 0,3 8 0,1 6 0,3 10 0,-1 3 0,1-3 0,-1 13 0,1-6 0</inkml:trace>
  <inkml:trace contextRef="#ctx0" brushRef="#br1" timeOffset="73">28308 17038 8912,'-23'-11'0,"0"1"0,0 3 0,-1 3 0,-3 10 0,-2 11 0,0 12 0,-1 3 0,-3 2 0,7 6 0,3 1 0,5 4 0,7-3 0,5 2 0,6-5 0,6 1 0,4-12 0,7 1 0,2-10 0,4-4 0,-2-9 0,8 0 0,1-6 0,3-6 0,1-11 0,0-2 0,-1-4 0,-4 4 0,3-6 0,-13 6 0,4-4 0,-4-2 0,-3 2 0,-5 0 0,-5 0 0,-4 0 0,-2 1 0,0 10 0,0 1 0,0 7 0,-2-4 0,-4 8 0,4 4 0,-4 6 0,5 7 0,1 4 0,0 4 0,0-6 0,1 11 0,5-7 0,4 0 0,7-6 0,6-1 0,0-5 0,2-3 0,-4-8 0,2 0 0,-2-2 0,-2-4 0,-2-4 0,0-7 0,-1 0 0,-5 0 0,-3-2 0,-8-4 0,-2 4 0,-4-4 0,-4 4 0,-1 2 0,-1 1 0,-1 3 0,-2 1 0,-2 9 0,-1-3 0,1 4 0,8 2 0,3 0 0,12 0 0,5 0 0,12 0 0,4 0 0</inkml:trace>
  <inkml:trace contextRef="#ctx0" brushRef="#br1" timeOffset="74">28756 17159 8912,'0'-10'0,"2"-3"0,3 7 0,-3 0 0,6 14 0,-2 2 0,-1 7 0,1 0 0,-6 0 0,0 0 0,0 6 0,0 0 0,0 0 0,0-6 0,0 0 0,0 1 0,0-1 0,0-8 0,0 7 0,0-14 0,0 3 0,0-10 0,0-13 0,8-3 0,3-7 0,5 1 0,1-4 0,0 3 0,0-1 0,0 2 0,1 3 0,-1 6 0,0 3 0,0 4 0,0-5 0,1 14 0,-1-3 0,-6 10 0,1 7 0,1 3 0,2 2 0,3 1 0,-1-1 0,0 0 0,0 0 0,0 0 0,1-7 0,-1 3 0,0-7 0,8 0 0,2-6 0</inkml:trace>
  <inkml:trace contextRef="#ctx0" brushRef="#br1" timeOffset="75">29358 16970 8912,'-15'-18'0,"1"3"0,3 4 0,-1 3 0,-5 8 0,0 8 0,-2 3 0,-2 12 0,-2 6 0,0 5 0,6 6 0,1 2 0,5 4 0,3 2 0,8-8 0,4 0 0,8-6 0,1-7 0,18-4 0,3-6 0,4-5 0,10-5 0,-12-7 0,6-1 0,0-5 0,-5-4 0,-1-13 0,-7-1 0,1-3 0,-5-2 0,8-5 0,-6-1 0,-1 1 0,-1 1 0,-10 3 0,-1 3 0,-3 2 0,-7 2 0,2 8 0,-12 4 0,-5 5 0,-12 4 0,-2 4 0,-6 4 0,3 5 0,7 12 0,-10-2 0,8 8 0,2 1 0,2-5 0,7 6 0,3-8 0,1-2 0,2 5 0,6-7 0,0 4 0,2-9 0,4-3 0,4-7 0,7 2 0,2-6 0,2-6 0,2-5 0,-2-5 0,-2-1 0,-2-2 0,1-2 0,-1-2 0,0 0 0,-6 4 0,1 0 0,1 2 0,-5-4 0,0 11 0,-1 1 0,-5-7 0,6 14 0,-8-3 0,0 10 0,0-3 0,2 14 0,3-7 0,5 3 0,1-1 0,1 2 0,-1-5 0,7 5 0,-1-7 0,0-2 0,0-2 0,0-2 0,8 8 0,2 1 0</inkml:trace>
  <inkml:trace contextRef="#ctx0" brushRef="#br1" timeOffset="76">30029 17073 8912,'0'-17'0,"0"7"0,0 2 0,0 10 0,0 4 0,2 4 0,4 7 0,-2 6 0,7 0 0,-7 0 0,9-6 0,-5 0 0,1 0 0,-3 0 0,6 1 0,1-1 0,-5-8 0,1-1 0,-3-8 0,4 0 0,-1-8 0,6-1 0,-11-14 0,6 0 0,-3 2 0,7-6 0,-5 0 0</inkml:trace>
  <inkml:trace contextRef="#ctx0" brushRef="#br1" timeOffset="77">30442 17073 8912,'10'0'0,"-3"0"0,-1-2 0,0-4 0,7 4 0,-1-3 0,3 1 0,2-2 0,0 4 0,-5-8 0,-1 7 0,3-3 0,-5-7 0,1 1 0,-3-3 0,-1 5 0,-8 3 0,-3 7 0,-1 0 0,-11 0 0,3 2 0,-9 3 0,2 7 0,-2 3 0,2 10 0,-7 4 0,8 3 0,3 2 0,2 1 0,9-1 0,2 1 0,3 7 0,10-6 0,10 2 0,14-7 0,3-5 0,10-7 0,2-1 0,5 1 0,-1-13 0,3-1 0,-11-20 0,8-4 0</inkml:trace>
  <inkml:trace contextRef="#ctx0" brushRef="#br1" timeOffset="78">25572 18379 8912,'-11'-32'0,"-3"3"0,1 6 0,7 4 0,-2 12 0,8 7 0,8 13 0,2 10 0,1 0 0,-1 2 0,-3 3 0,5 3 0,-6 0 0,-3-3 0,-1-1 0,-2 3 0,0-3 0,0-2 0,0-2 0,0-6 0,0 0 0,0 1 0,0-1 0,0-10 0,0-7 0,8-9 0,3-14 0,5-4 0,1-9 0,0-2 0,0-2 0,6-1 0,0 7 0,-2 2 0,-2 3 0,-1-4 0,-3 20 0,-4-4 0,3 13 0,-9 4 0,1 8 0,-6 11 0,0 4 0,0 3 0,0 7 0,0-4 0,8 3 0,1-5 0,3 0 0,-1-5 0,3-2 0,1-11 0,4-1 0,2-8 0,2 0 0,8 0 0,-10-14 0,6-5 0,-3-6 0,7 4 0,-12-11 0,2 5 0,-6-1 0,-5 1 0,-2 2 0,-3 2 0,-5 6 0,0 7 0,0 3 0,-5 9 0,-1 3 0,-6 7 0,7 11 0,1 5 0,2 5 0,2 1 0,2-1 0,4-5 0,3 5 0,10-14 0,4 4 0,-2-6 0,8-5 0,0-5 0,3-9 0,-3-3 0,1-5 0,-7-9 0,-2-2 0,-1-2 0,-11-8 0,-1 7 0,-8-7 0,0 2 0,0 8 0,-10-4 0,-5 10 0,-6 4 0,-10 3 0,4 8 0,-5 2 0,3 4 0,3 3 0,4 8 0,1 1 0,6-1 0,-2 0 0,15-5 0,-2-3 0,8-1 0,6 5 0,22-3 0,4 7 0</inkml:trace>
  <inkml:trace contextRef="#ctx0" brushRef="#br1" timeOffset="79">26656 18362 8912,'12'-23'0,"-1"0"0,1 1 0,5 14 0,0 8 0,-7 15 0,3 12 0,-7 7 0,-2 1 0,3 1 0,-1 2 0,0 2 0,1-2 0,-5-1 0,6-3 0,-8 1 0,8-9 0,-7-1 0,7-15 0,-8-3 0,0-9 0,0-3 0,0-9 0,2-7 0,2-7 0,2-5 0,7-1 0,-9-3 0,7-1 0,3-2 0,-7 0 0,9 8 0,-5 3 0,4 6 0,3 4 0,5 4 0,1 3 0,3 6 0,2-3 0,5-1 0</inkml:trace>
  <inkml:trace contextRef="#ctx0" brushRef="#br1" timeOffset="80">27809 18294 8912,'-25'-2'0,"-3"-2"0,-5-2 0,1 2 0,1 10 0,2 7 0,-1 8 0,5 6 0,0 7 0,8 1 0,0-1 0,7 4 0,4-3 0,6 3 0,6-9 0,4 3 0,7-7 0,2-6 0,4-7 0,6-5 0,3-1 0,3-8 0,-1-4 0,0-3 0,1-8 0,-3-1 0,-3 1 0,-2 0 0,-8 0 0,0 0 0,-4-1 0,-9 1 0,7 0 0,-7 0 0,0 5 0,-6 1 0,0 7 0,-8-4 0,-1 10 0,-1 4 0,4 6 0,4 3 0,2 2 0,0 0 0,2 0 0,4 1 0,4-7 0,7 1 0,0 1 0,0-5 0,6-1 0,0-7 0,6 0 0,-6 0 0,0-6 0,-8-1 0,-3-3 0,-7-3 0,-3-2 0,-2-3 0,-7 3 0,-5 4 0,-3 1 0,-2 4 0,-3 4 0,-1-3 0,-2 3 0,-7 2 0,3 0 0</inkml:trace>
  <inkml:trace contextRef="#ctx0" brushRef="#br1" timeOffset="81">28394 18448 8912,'10'-27'0,"5"-3"0,-3 7 0,3 8 0,-6 7 0,-1 10 0,-6 4 0,4 5 0,-4 12 0,3 6 0,-3 3 0,-2 3 0,-2-1 0,-3 0 0,3-1 0,-4-4 0,4-5 0,-4-6 0,1-1 0,1 0 0,2-6 0,2 1 0,0-8 0,2-4 0,4-12 0,-5-11 0,15 2 0,-5-9 0,5-7 0,1 11 0,0-14 0,0 11 0,0-2 0,1 1 0,-1 1 0,-6 8 0,1 0 0,1 8 0,-3 5 0,1 8 0,-7 8 0,9 3 0,-5 12 0,2 6 0,-5-2 0,7 1 0,1 3 0,2 1 0,3-5 0,-1 4 0,0-9 0,0 7 0,1-6 0,-1 0 0,0-14 0,0-9 0,0-9 0</inkml:trace>
  <inkml:trace contextRef="#ctx0" brushRef="#br1" timeOffset="82">28911 18431 8912,'0'-17'0,"5"5"0,1 1 0,7 1 0,-1-1 0,-3 3 0,3 10 0,1 6 0,3 9 0,1 8 0,-2 4 0,-3-1 0,3-1 0,-4 3 0,5-1 0,-1-8 0,-4 2 0,5-4 0,-14-2 0,7-5 0,-5-5 0,4-3 0,1-6 0,-5-15 0,2 0 0,1-12 0,-1 1 0,8-5 0,-3-1 0,-3-1 0,7 1 0,-4 0 0,5-1 0,1 1 0,8-8 0,2-2 0</inkml:trace>
  <inkml:trace contextRef="#ctx0" brushRef="#br1" timeOffset="83">29461 18414 8912,'17'-8'0,"3"-1"0,3-9 0,-4 1 0,6 0 0,-3 0 0,1 0 0,0 0 0,-5-1 0,-7 1 0,-1 0 0,-5 0 0,-7 0 0,-5 7 0,-12 2 0,-4 10 0,-6 4 0,4 4 0,-7 9 0,3 4 0,2-2 0,-1 7 0,6 1 0,1 5 0,8 1 0,5-3 0,8-1 0,0-3 0,0 3 0,8-6 0,9 0 0,12-8 0,3-2 0,5-3 0,3-7 0,-4-3 0,4-2 0,-3 0 0,-3 0 0,1-15 0,-1-4 0</inkml:trace>
  <inkml:trace contextRef="#ctx0" brushRef="#br1" timeOffset="84">30150 18208 8912,'0'24'0,"7"-3"0,5 8 0,3 0 0,4 5 0,4 0 0,6 1 0,3 5 0,3 0 0,1-6 0,4-5 0,-4-4 0,5-2 0,-5 0 0,-2-21 0,1 5 0</inkml:trace>
  <inkml:trace contextRef="#ctx0" brushRef="#br1" timeOffset="85">30459 18104 8912,'-23'0'0,"0"0"0,1 2 0,-3 4 0,-4 13 0,-11 16 0,-4 22 0,-10 23 0,25-29 0,-1 3-512,-4 4 0,-1 3 0,-4 10 0,-2 3 512,-7 8 0,-2 2-240,16-25 0,0 0 0,-3 1 0,14-27 108</inkml:trace>
  <inkml:trace contextRef="#ctx0" brushRef="#br1" timeOffset="86">5283 17761 8912,'10'-12'0,"-5"1"0,-3-3 0,-2-1 0,0-2 0,0 0 0,0-1 0,0 1 0,-2 0 0,-3 0 0,-5 0 0,-7-1 0,0 1 0,-1 8 0,1 3 0,0 4 0,0 2 0,0 8 0,-1 5 0,1 8 0,0 6 0,2 7 0,1 1 0,3-1 0,7 0 0,-4 1 0,8-1 0,0-1 0,0-5 0,8-3 0,3-10 0,5-3 0,7-5 0,0-8 0,-2-5 0,-2-4 0,0-9 0,2-4 0,2-5 0,0-3 0,-8 0 0,-1 5 0,-3 1 0,-7 2 0,9 6 0,-7 0 0,0 7 0,-1 4 0,1 12 0,-2 5 0,4 12 0,-1 6 0,1 5 0,0 7 0,-3 2 0,1 7 0,0-2 0,-2-2 0,-2 0 0,-4 5 0,-2-1 0,-2-4 0,-7-4 0,1-10 0,-3-1 0,-2-3 0,-1-7 0,1 2 0,0-11 0,-2-5 0,-4-7 0,10 0 0,-5-3 0,3-9 0,2-7 0,1-15 0,7-3 0,3-3 0,2 4 0,2-12 0,3 8 0,5 0 0,7 6 0,0-1 0,2 1 0,4-1 0,-4 1 0,14 7 0,-4 4 0,3 4 0,3-6 0,-1 8 0,0 0 0,1-8 0,-1 6 0</inkml:trace>
  <inkml:trace contextRef="#ctx0" brushRef="#br1" timeOffset="87">5713 17657 8912,'-7'-9'0,"-3"-5"0,-7 9 0,0 1 0,-1 2 0,1 4 0,0 4 0,0 3 0,7 10 0,5 4 0,3-4 0,2 4 0,0-2 0,0 0 0,0 2 0,7 0 0,1-11 0,3-1 0,5-5 0,-5 5 0,-1-7 0,1 2 0,3-4 0,-5-4 0,1-4 0,-1-5 0,1-5 0,-6-1 0,3 0 0,-5 0 0,4 0 0,-4-3 0,4-3 0,-5 4 0,-2-5 0,-5 6 0,2 7 0,-7 1 0,-3 3 0,-9-7 0,4 12 0,-6-5 0</inkml:trace>
  <inkml:trace contextRef="#ctx0" brushRef="#br1" timeOffset="88">5989 17623 8912,'-12'-17'0,"1"0"0,-3-1 0,-1 3 0,-2 4 0,0 3 0,7 16 0,4 3 0,4 6 0,2 6 0,0 4 0,0 0 0,2 3 0,2-5 0,2 2 0,0-6 0,-1 4 0,3-10 0,2-4 0,1 3 0,6-8 0,0-1 0,1-7 0,-3-3 0,-4-7 0,5-11 0,-9-2 0,5-3 0,-5-3 0,-7 8 0,0-5 0,0 5 0,0 2 0,-5-4 0,-1 2 0,-7 0 0,3 6 0</inkml:trace>
  <inkml:trace contextRef="#ctx0" brushRef="#br1" timeOffset="89">6367 17520 8912,'-7'-17'0,"-3"7"0,-7 4 0,-8 4 0,6 2 0,-6 2 0,2 4 0,0 6 0,0 3 0,6 2 0,2 2 0,3 4 0,4-4 0,8 4 0,0-2 0,0 2 0,0-4 0,2 2 0,4-8 0,4 1 0,7-6 0,0 1 0,0-5 0,1 2 0,-1-6 0,2-6 0,4-6 0,-4-11 0,6-1 0,-8-7 0,0 2 0,0-7 0,-1-2 0,-3-6 0,-1 2 0,-9-6 0,5 10 0,-8-8 0,0-2 0,0-1 0,0 5 0,-2 6 0,-4 7 0,4 6 0,-7 14 0,3-1 0,4 16 0,-5 8 0,7 22 0,0 10 0,0 11 0,2 4 0,3 3 0,-1 1 0,8 5 0,1 1 0,2 8 0,-3-7-1138,-1 5 1138,-7-12 0,9 6 0,-7-8 0,-6-6 0,-9-3 0,-11-6 0</inkml:trace>
  <inkml:trace contextRef="#ctx0" brushRef="#br1" timeOffset="90">4543 17967 8912,'-11'-10'0,"1"3"0,2-1 0,5-3 0,10 1 0,9-1 0,8-3 0,9-1 0,-3-2 0,13-1 0,-1 1 0,0 2 0,4 2 0,-6 1 0,-4 1 0,-2-6 0</inkml:trace>
  <inkml:trace contextRef="#ctx0" brushRef="#br1" timeOffset="91">7245 16918 8912,'-10'-8'0,"3"-1"0,1-3 0,0 1 0,0 11 0,6 4 0,0 13 0,0 10 0,0 9 0,6 6 0,0 8 0,0-3 0,1-1 0,-5 0 0,6 6 0,-2-1 0,-1 1 0,1-2 0,-4-3 0,2-3 0,2-2 0,-3-2 0,-8-5 0,-7-8 0,-11-5 0,-4-2 0,-7-3 0</inkml:trace>
  <inkml:trace contextRef="#ctx0" brushRef="#br1" timeOffset="92">6970 17451 8912,'-6'-17'0,"0"0"0,-5-1 0,5 1 0,2 6 0,10-1 0,5-1 0,12-2 0,6 3 0,11 1 0,4-1 0,8-5 0,-1 0 0,1 0 0,1 0 0,1-1 0,-2 1 0,1 0 0,-13 0 0,0-8 0,-7 12 0,-4-3 0,-6 7 0,-12-5 0,-3 12 0,-16 2 0,-3 12 0,-5 3 0,-1 10 0,2-4 0,3 8 0,-1-6 0,7 5 0,0-5 0,6 4 0,0-2 0,2-2 0,2-6 0,4-2 0,1-3 0,3 3 0,5-13 0,0 4 0,0-5 0,1-8 0,-1-3 0,0-9 0,0-4 0,0 4 0,-7-11 0,-4 5 0,-4 0 0,-2 0 0,-2-4 0,-4 6 0,-5 2 0,-5 10 0,-1-4 0,0 5 0,0 1 0,7 1 0,-5 0 0,5-1 0</inkml:trace>
  <inkml:trace contextRef="#ctx0" brushRef="#br1" timeOffset="93">8140 17038 8912,'-6'-23'0,"-2"1"0,1 1 0,-1 1 0,2 11 0,6-6 0,0 15 0,0 0 0,0 9 0,0 6 0,0 3 0,2 1 0,4 4 0,-4-2 0,4 5 0,-5-1 0,5 0 0,0-2 0,0-4 0,-6 4 0,0-4 0,0-2 0,0 1 0,0-9 0,0-22 0,0-16 0,0 0 0,0-3 0,0 3 0,0-1 0,0 1 0,2-2 0,1 9 0,3 1 0,2 7 0,-2 3 0,-5 7 0,15-9 0,-5 9 0,5 6 0,1 5 0,-6 10 0,1 1 0,1-1 0,-5 0 0,5-6 0,-5 1 0,1 1 0,-5-3 0,4-1 0,-1-1 0,-3-2 0,8-6 0,-7 0 0,7 0 0,-8 0 0,9-2 0,-5-4 0,1-5 0,-5-5 0,10 5 0,-7 1 0,3 3 0,-4-7 0,5 3 0,-7 3 0,5 1 0,-3 7 0,-4 0 0,13 0 0,-5 0 0,7 0 0,0 0 0,1 0 0,-9 0 0,6-2 0,-3-4 0,3-2 0,0-5 0,-3 2 0,3 7 0,-13-6 0,4 4 0,3 5 0,-7-7 0,6 8 0,-2 8 0,-1 3 0,1 4 0,0-3 0,2-3 0,-1 1 0,1-1 0,0 1 0,-5 3 0,3-1 0,7-1 0,-11-1 0,6 5 0,-8-5 0</inkml:trace>
  <inkml:trace contextRef="#ctx0" brushRef="#br1" timeOffset="94">8587 16677 8912,'-11'-11'0,"-1"-1"0,6 3 0,-5-3 0,7-3 0,-3 13 0,14-5 0,8 7 0,10 0 0,2 0 0,2 0 0,5 0 0,1 0 0</inkml:trace>
  <inkml:trace contextRef="#ctx0" brushRef="#br1" timeOffset="95">8845 16935 8912,'0'10'0,"-2"-3"0,-3-7 0,3 8 0,-6-4 0,8 7 0,0-7 0,0 6 0,0-5 0,0-3 0,0 14 0,0-14 0,0 5 0,0-14 0,0 3 0,0-8 0,2 3 0,4-3 0,-4-3 0,3 4 0,3 1 0,0 0 0,1 3 0,-3 1 0,5 6 0,-5 0 0,6 0 0,1 0 0,2 0 0,3 0 0,-1 0 0,0 2 0,0 4 0,0-4 0,1 5 0,-1-7 0,-2-2 0,-3-3 0,3 1 0,-4-8 0,3 1 0,-1-8 0,-3-2 0,-1-4 0,1-2 0,1 6 0,1-4 0,-3 8 0,-1 0 0,-2 0 0,1 0 0,-3 7 0,8 4 0,-9 6 0,3 6 0,2 5 0,-2 12 0,1 4 0,-3 8 0,2-1 0,-2 0 0,3 1 0,-1-3 0,-2-3 0,5 3 0,-5-13 0,6 4 0,-3-4 0,-1-9 0,2 5 0,1-5 0</inkml:trace>
  <inkml:trace contextRef="#ctx0" brushRef="#br1" timeOffset="96">9172 16609 8912,'-9'0'0,"-5"-8"0,9-4 0,-1 5 0,6-1 0,7 8 0,5 0 0,11 0 0,6 0 0,3 0 0,10 8 0,2 1 0</inkml:trace>
  <inkml:trace contextRef="#ctx0" brushRef="#br1" timeOffset="97">9499 16884 8912,'-11'0'0,"-1"0"0,7 0 0,-7 0 0,8 0 0,-5 0 0,3 0 0,4 0 0,-6 2 0,8 3 0,0-3 0,0 8 0,0-4 0,0-5 0,0 7 0,0-8 0,0 0 0,0-8 0,6 5 0,0-9 0,1 3 0,-3-5 0,2 3 0,7 5 0,-1-4 0,3 3 0,2-5 0,1 7 0,-1-1 0,-6 6 0,1 0 0,1 0 0,2 0 0,3 0 0,-1 0 0,0 0 0,0-2 0,0-4 0,1-5 0,-9 3 0,5-1 0,-9 3 0,9-4 0,-12-1 0,5 1 0,1 3 0,-6-7 0,6 12 0,-8-5 0,1 7 0,5 0 0,2 2 0,5 5 0,-3 9 0,-3 5 0,7 9 0,-10-3 0,7 7 0,-1 1 0,1-1 0,3 6 0,-7 0 0,3-2 0,-6-1 0,1-3 0,-3-1 0,-2-5 0,0 5 0,-2-16 0,-3 2 0,-7-6 0,-11-9 0,4 4 0,-6-8 0</inkml:trace>
  <inkml:trace contextRef="#ctx0" brushRef="#br1" timeOffset="98">9671 16591 8912,'17'-11'0,"1"-1"0,-1-1 0,6 4 0,0-1 0,-2 2 0,6-5 0,-1 3 0,9-7 0</inkml:trace>
  <inkml:trace contextRef="#ctx0" brushRef="#br1" timeOffset="99">10033 16746 8912,'-10'0'0,"1"-6"0,3 1 0,4-1 0,-4 4 0,12-4 0,-4 4 0,13-5 0,-3 7 0,3 0 0,2 2 0,0 1 0,0 5 0,1 2 0,-9 1 0,7 1 0,-5-1 0,-1 1 0,1 5 0,-5 0 0,3 0 0,-1 0 0,3 0 0,-5 1 0,6 1 0,-7 4 0,9-4 0,-12 6 0,5-6 0,1 4 0,-6-4 0,4 6 0,-4-2 0,-2-1 0,0 3 0,0-2 0,0-4 0,-14 12 0,-3-8 0,-6 0 0,2-6 0,-2 0 0,-8 0 0,10-1 0,-7-5 0,7 2 0,-2-7 0,4-2 0,7-2 0,1-2 0,7-8 0,4 4 0,13-7 0,8-2 0,6-3 0,7-1 0,1 0 0,1-2 0,2-4 0,3-6 0,-1 4 0,2-13 0,4 2 0,3-6 0,11-4 0,-7-7-155,5-5 0,-7 5 155,-5-5 0,-11 7 0,-14 5 0,-8 6 0,-9 11 0,-16 8 0,-11 8 0,-13 7 0,-4 12 0,-8 11 0,12 12 0,-4 11 0,3 11 0,5 11 0,3-1 0,10 6 0,8-4 0,7-2 0,-2 2 0,19-8 0,12 1 0,12-9 0,8-7 0,15-13 0,9-10-1471,7-7 1471,2-10 0,10 2 0,-7-4 0,-5-6 0,-3-1 0</inkml:trace>
  <inkml:trace contextRef="#ctx0" brushRef="#br1" timeOffset="100">17880 18448 8912,'-10'-7'0,"1"5"0,3-4 0,4 4 0,2 0 0,13-2 0,8-1 0,8 1 0,6 0 0,3-2 0,4-3 0,2-1 0,2-5 0,5 1 0,1-7 0,-2 2 0,-4-2 0,-8 6 0,-8 4 0,-5-1 0,-8 3 0,-9 1 0,-10 8 0,-13 0 0,-10 0 0,-9 8 0,-3 3 0,-3 4 0,4 3 0,-14-1 0,6-2 0,0-4 0,-4 5 0,8-7 0,2 3 0,2-1 0,9 1 0,2-3 0,8-3 0,7-4 0,6-2 0,16 0 0,9-2 0,19-4 0,6-5 0,4-5 0,-6-1 0,5 0 0,-3 0 0,-4-4 0,0 2 0,0 3 0,-7 5 0,-1 0 0,-3 1 0,-12 6 0,-4-2 0,1 3 0,-9 1 0,1 2 0,-8 0 0</inkml:trace>
  <inkml:trace contextRef="#ctx0" brushRef="#br1" timeOffset="101">19084 17726 8912,'-5'-17'0,"-1"0"0,-6 0 0,5-1 0,-1 1 0,-1 0 0,1 0 0,0 0 0,-3 5 0,3 3 0,-1 1 0,-3-4 0,-5 7 0,0 1 0,0 2 0,-1 2 0,1 0 0,0 8 0,0 3 0,-1 4 0,1 3 0,2 6 0,4 5 0,-5 4 0,14 1 0,-3 0 0,3-1 0,2-3 0,0-1 0,0-8 0,0 4 0,2-10 0,3-3 0,5-5 0,9-7 0,4-2 0,6-3 0,-3-7 0,1-11 0,0-5 0,0-5 0,-6-1 0,4-1 0,-8 1 0,0 0 0,0-1 0,-5 3 0,-3 3 0,-1 6 0,-2 4 0,-6 9 0,-6 12 0,-2 16 0,1 10 0,-1 10 0,2 14 0,6 3 0,0 7 0,0-3 0,0 0 0,0-2 0,0-3 0,6 11 0,0-8 0,1-2 0,-3-7 0,2-2 0,0-6 0,-6 2 0,0-6 0,0-9 0,-8-13 0,-2-7 0,-7-7 0,-6 0 0,0-2 0,2-3 0,2-7 0,2-11 0,-6-4 0,0-7 0,4 0 0,6-1 0,-3-7 0,14 6 0,-3-4 0,3 4 0,2 1 0,2 7 0,3-1 0,7-2 0,5 1 0,6 1 0,4 4 0,7 8 0,1 6 0,-1-1 0,0-1 0,1-3 0,-1-1 0</inkml:trace>
  <inkml:trace contextRef="#ctx0" brushRef="#br1" timeOffset="102">19429 17709 8912,'-35'9'0,"3"-1"0,3 0 0,4 1 0,8 10 0,0 4 0,0 6 0,-1 3 0,9 1 0,3-2 0,4-3 0,2-7 0,8-2 0,3-9 0,5-3 0,1-1 0,6-6 0,2 0 0,1 0 0,1-13 0,4-4 0,-3-4 0,3-4 0,-6 6 0,0-14 0,-8 5 0,-2 1 0,-3-2 0,-5 8 0,-7-2 0,0 4 0,-7 2 0,-5 2 0,-13 3 0,-9 6 0,-1 5 0,-5 1 0,6 1 0,5 5 0,-3 4 0,13 7 0,-4 0 0,4 0 0,1 1 0</inkml:trace>
  <inkml:trace contextRef="#ctx0" brushRef="#br1" timeOffset="103">19928 17571 8912,'-25'2'0,"-4"4"0,2-2 0,-1 7 0,-3 3 0,-1 9 0,-3 5 0,1 5 0,7 1 0,-2-1 0,10-3 0,4-1 0,9-8 0,0 2 0,6-4 0,6-2 0,4 0 0,15-7 0,1-4 0,1-5 0,6-8 0,-7-3 0,7-7 0,-4 0 0,-5 0 0,-6-2 0,-1-2 0,0-2 0,-2 0 0,-3 6 0,-6-1 0,-5 1 0,-1 0 0,-1 2 0,-7 1 0,-9 3 0,-1 7 0,-14-4 0,3 8 0,-3 0 0,-10 0 0,-2 0 0</inkml:trace>
  <inkml:trace contextRef="#ctx0" brushRef="#br1" timeOffset="104">20220 17520 8912,'-17'-17'0,"0"-1"0,0 3 0,-1 2 0,1 3 0,0 3 0,0 3 0,0 2 0,-1 2 0,1 0 0,0 0 0,2 7 0,1 5 0,5 5 0,1 6 0,2 2 0,6 5 0,0-1 0,0 2 0,0 1 0,0-3 0,0-2 0,2-3 0,4-3 0,-2-1 0,7-3 0,1-8 0,5-1 0,0-10 0,0-4 0,1-5 0,1-12 0,4-6 0,-10-3 0,4-3 0,-9-5 0,1-2 0,-1-2 0,-2 6 0,-6-10 0,0 6 0,0-2 0,-8 6 0,-1-4 0,-14 10 0,0 1 0,2 2 0,0 14 0,0 0 0,-2 5 0,2 6 0,7 4 0,5 8 0,1 9 0,2 16 0,6 5 0,0 8 0,0 2 0,8 1 0,3 3 0,5 1 0,1 5 0,8-5 0,2 1 0,7-9 0,0 3 0,1-6 0,5 6 0,0-10 0,-2-5 0,-9 1 0,4-15 0,-7 6 0</inkml:trace>
  <inkml:trace contextRef="#ctx0" brushRef="#br1" timeOffset="105">20702 17038 8912,'-10'-34'0,"-5"0"0,13 11 0,-3 11 0,3 16 0,2 23 0,0 9 0,0 6 0,2 4 0,1 6 0,3-1 0,0-1 0,1-4 0,-5 3 0,6-3 0,-2 4 0,0 1 0,1 1 0,-1 0 0,-4-3 0,4-1 0,-5-4 0,-1-2 0,0-10 0,-7-14 0,-5-13 0,-3-3 0,-2-2 0,0-9 0,1-7 0,5-5 0,-3-9 0,9 1 0,-7-3 0,7-3 0,1 1 0,2 0 0,2 1 0,0 4 0,0-3 0,0 3 0,2 4 0,3 3 0,-1 2 0,8 5 0,3 2 0,6 1 0,-2 9 0,14-5 0,-5 8 0,5 0 0,1 0 0,6 0 0,1 0 0,-3 0 0,-2 0 0,-1 0 0,-1 0 0,-7 0 0,-4 0 0,-10 6 0,-1-1 0,-9 3 0,1-4 0,-8 2 0,-5-1 0,-8 3 0,-1 3 0,1 5 0,0 3 0,2 2 0,1 2 0,3-2 0,7 5 0,-4-6 0,8 2 0,0-2 0,0-3 0,8-6 0,3-1 0,5-3 0,9-1 0,-6-13 0,6-5 0,-1-3 0,-2-4 0,6-4 0,-9 2 0,0-6 0,-5 2 0,-10-3 0,1 5 0,-3 2 0,-2 1 0,-7 5 0,-7 4 0,-7 5 0,-7 4 0,-13 2 0,-18 15 0,-12 4 0</inkml:trace>
  <inkml:trace contextRef="#ctx0" brushRef="#br1" timeOffset="106">19291 18689 8912,'-15'-17'0,"3"0"0,-1 5 0,5 3 0,-1 1 0,5 4 0,-2 10 0,4 5 0,2 5 0,6 1 0,0 2 0,-1 2 0,3 2 0,0 2 0,5-4 0,-3 2 0,-3-2 0,-3-2 0,4-8 0,-3 1 0,3-7 0,-4 7 0,2 1 0,-1-5 0,-5-1 0,0-8 0,0-5 0,0-4 0,0-7 0,2-2 0,4-4 0,-4-4 0,7-5 0,-3 3 0,-2-1 0,7 5 0,3-2 0,-5 6 0,3-2 0,-1 6 0,7 4 0,-1 3 0,0 2 0,0 3 0,0 5 0,1 0 0,-1 7 0,-2 5 0,-3 3 0,1 2 0,-7 0 0,1-5 0,-1-1 0,-4 1 0,6 5 0,-8-6 0,0 1 0,7-8 0,5 1 0,3-3 0,2-2 0,-7-7 0,5 3 0,-3-6 0,3 3 0,2 1 0,8 6 0,-6 0 0,4 0 0,-4 0 0,-2 0 0,1 0 0,-1 0 0,-6 0 0,1 0 0,-1 0 0,-1 0 0,5 0 0,-13-8 0,6-1 0,-1-1 0,-5-5 0,4 3 0,-4-3 0,-2-2 0,-8 7 0,6 3 0,-7 9 0,5 3 0,-2 7 0,0 3 0,6 2 0,0 1 0,0-1 0,0 0 0,0-6 0,2 1 0,4 1 0,2-3 0,3 1 0,5-7 0,-7 4 0,8-8 0,0 0 0,1-8 0,-1-1 0</inkml:trace>
  <inkml:trace contextRef="#ctx0" brushRef="#br1" timeOffset="107">20083 18534 8912,'0'-9'0,"-2"-5"0,-4 9 0,4-1 0,2 6 0,11 2 0,12 3 0,-3 5 0,6 1 0,-3 1 0,6 1 0,3-3 0,3 1 0,-3 1 0,-1 3 0,-4-2 0,-2-1 0,-3-1 0,1 7 0,0-1 0,-7-8 0,-1-1 0,-13-8 0,6-2 0,-8-4 0,-6-3 0,0-8 0,2-1 0,-3 1 0,1 0 0,-6 0 0,5 0 0,-3-1 0,6 9 0,-5 1 0,3 8 0,-5 0 0,1 2 0,-1 4 0,-1 9 0,-5 8 0,0 8 0,-1-5 0,1 9 0,0-1 0,0 1 0,2-1 0,3 0 0,-1-1 0,7-5 0,-7-3 0,11-8 0,-6 1 0</inkml:trace>
  <inkml:trace contextRef="#ctx0" brushRef="#br1" timeOffset="108">20633 18551 8912,'0'-9'0,"-7"1"0,-5 8 0,4 8 0,3 3 0,3 5 0,2 1 0,0 0 0,0 0 0,0 0 0,0 1 0,0-1 0,0 0 0,0 0 0,0 0 0,2-1 0,3-5 0,-3 4 0,6-5 0,-8 7 0</inkml:trace>
  <inkml:trace contextRef="#ctx0" brushRef="#br1" timeOffset="109">20564 18517 8912,'-9'-27'0,"-6"2"0,13 8 0,-4 0 0,4 0 0,2 7 0,2 1 0,4 3 0,3 4 0,8-4 0,2 4 0,4 2 0,-3 8 0,4 2 0</inkml:trace>
  <inkml:trace contextRef="#ctx0" brushRef="#br1" timeOffset="110">20943 18655 8912,'-17'5'0,"0"1"0,-1-2 0,1 5 0,0 3 0,0 3 0,-1 2 0,1 1 0,8-7 0,3 0 0,-2-5 0,3 6 0,-1-9 0,6 5 0,8-8 0,-7 0 0,9-2 0,-6-4 0,2-5 0,-1-4 0,3-2 0,-6-8 0,7 6 0,-5-6 0,4 2 0,1 0 0,-3-2 0,6 6 0,1 2 0,-3-4 0,1 9 0,1 5 0,5-1 0,0 8 0,0 0 0,0 2 0,-1 4 0,-5 5 0,4 4 0,-5 3 0,7-1 0,-1 0 0,-3 0 0,-2 0 0,1-7 0,-1 3 0,1-7 0,1-2 0,2-2 0,3-2 0,-1-2 0,0-4 0,0-3 0,-5-9 0,-1 1 0,3 0 0,-7-8 0,7 12 0,-9-4 0,3 3 0,-2-3 0,-4 7 0,5 3 0,-1 14 0,0 5 0,0 3 0,-6 2 0,1-5 0,5-1 0,-4 1 0,13-3 0,-5 7 0,7-5 0,0-3 0,-7 7 0,5-5 0,-13 7 0,4 0 0,-4 0 0,-2 0 0,0-7 0,-8-2 0,-1-8 0</inkml:trace>
  <inkml:trace contextRef="#ctx0" brushRef="#br1" timeOffset="111">21322 18379 8912,'-16'-17'0,"5"0"0,-5 8 0,15 1 0,1 8 0,9 0 0</inkml:trace>
  <inkml:trace contextRef="#ctx0" brushRef="#br1" timeOffset="112">21614 18500 8912,'-19'-12'0,"-2"3"0,-2-1 0,2 1 0,9 5 0,-1-6 0,7 5 0,8 3 0,10-4 0,5-2 0,6 3 0,4-7 0,7 6 0,1 1 0,-1 5 0,-5 0 0,-3 0 0,-1 0 0,-4 0 0,6 0 0,-14 0 0,5 0 0,-7 7 0,1 5 0,-5 3 0,-9 2 0,-3 2 0,-7 4 0,-3 2 0,-2 4 0,5 3 0,1-3 0,-1-2 0,-3-1 0,3 1 0,7 0 0,-5-6 0,8 4 0,-4-8 0,5 0 0,1 0 0,0-7 0,0-3 0,0-22 0,0 11 0,0-19 0,0 12 0,0-4 0,1 3 0,5 1 0,4 1 0,7-3 0,0 3 0,0 3 0,8-7 0,0 7 0,4-5 0,5-3 0,1 3 0,-7-3 0,5-2 0,-6 0 0,1 2 0,-5 3 0,-8-3 0,1 5 0,-16 1 0,0 3 0,-10 4 0,-7 4 0,-4 2 0,-4 3 0,-2 3 0,-1 9 0,-1 2 0,2 6 0,2-2 0,2 5 0,8-11 0,4 6 0,5 0 0,4-6 0,4 6 0,4-8 0,13-2 0,15-3 0,3-5 0,8-7 0,-6-7 0,3-3 0</inkml:trace>
  <inkml:trace contextRef="#ctx0" brushRef="#br1" timeOffset="113">7314 17898 8912,'-2'-27'0,"-2"2"0,-2 3 0,0-1 0,1 2 0,-3 2 0,-1 1 0,5 9 0,-12-1 0,5 6 0,-6-1 0,-4 1 0,-2 2 0,-6 11 0,6 9 0,-6 7 0,7 9 0,-7 8 0,4 4 0,0 3 0,0 3 0,-2 7 0,10 4 0,-4 4 0,14 2 0,-5-2 0,6-2 0,4-4 0,2-2 0,8-2 0,9-7 0,12-4 0,4-6 0,3-6 0,4-5 0,2 0 0,4-12 0,4-4 0,-14-13 0,6 0 0</inkml:trace>
  <inkml:trace contextRef="#ctx0" brushRef="#br1" timeOffset="114">7520 18122 8912,'-2'-23'0,"-2"0"0,-1 2 0,1 2 0,2 1 0,2 7 0,0-1 0,0 1 0,0 3 0,0 8 0,0 10 0,0 7 0,0 6 0,0 10 0,0 7 0,0 13 0,0-1 0,0 1 0,0 1 0,0-3 0,0 1 0,0-6 0,0-2 0,0-2 0,0-2 0,0-8 0,0-3 0,6-10 0,3-9 0,7-3 0,-3-1 0,14-8 0,-4-4 0,5-5 0,7-10 0,5-2 0,-4-6 0,4 6 0,-3 0 0,-3-1 0,1-3 0,-1-8 0</inkml:trace>
  <inkml:trace contextRef="#ctx0" brushRef="#br1" timeOffset="115">8036 18328 8912,'-17'-10'0,"0"5"0,0 3 0,0 4 0,-1 3 0,1 5 0,0 9 0,0 4 0,0-4 0,7 13 0,4-3 0,4-2 0,2 2 0,2-7 0,4 5 0,5-2 0,5-6 0,1-5 0,2-5 0,4-3 0,-4-4 0,6 3 0,-8-10 0,0-7 0,1-11 0,-1 2 0,0-7 0,-5 5 0,-3-4 0,-1 2 0,-3-5 0,-5 3 0,0 0 0,-5 2 0,-3 10 0,-1 4 0,-3 3 0,-11 2 0,0 0 0,2 3 0,4 8 0,5 7 0,5 3 0,-1 2 0,-1 0 0</inkml:trace>
  <inkml:trace contextRef="#ctx0" brushRef="#br1" timeOffset="116">8536 18087 8912,'-29'-6'0,"-2"1"0,-5 1 0,3 2 0,-1 2 0,0 6 0,7 1 0,0 3 0,-2 1 0,12 7 0,4-1 0,13 0 0,0 0 0,0 0 0,0 1 0,9-1 0,9 0 0,1-6 0,9-1 0,3-2 0,1 3 0,3-5 0,-3 5 0,-3-5 0,2 0 0,-8-6 0,0 5 0,-6 3 0,0 0 0,0-1 0,-7 7 0,5-5 0,-15 8 0,0 1 0,-10-1 0,-7 6 0,-6 0 0,-3 0 0,-9 0 0,1-1 0,5 1 0,2-7 0,2-3 0,4-1 0,2-9 0,10 5 0,16-18 0,16-7 0,8-15 0,3-12 0</inkml:trace>
  <inkml:trace contextRef="#ctx0" brushRef="#br1" timeOffset="117">8983 18053 8912,'-2'-12'0,"-2"1"0,-2-2 0,-7 5 0,4-7 0,-9 13 0,1-4 0,4 4 0,-5 2 0,5 2 0,-10 4 0,10-3 0,1 9 0,1 3 0,1 6 0,1-2 0,3 4 0,4-2 0,-4 2 0,4-4 0,2 12 0,0-8 0,0 5 0,2-3 0,4 2 0,4-6 0,1 4 0,1-8 0,1 0 0,2 0 0,2 1 0,-7-1 0,3 0 0,-7 0 0,0-5 0,-4-1 0,4 3 0,-5-5 0,5 3 0,-6-3 0,-6 3 0,-3 3 0,-8-4 0,-1 5 0,1 1 0,0 0 0,0 0 0,0-7 0,-1 5 0,1-5 0</inkml:trace>
  <inkml:trace contextRef="#ctx0" brushRef="#br1" timeOffset="118">9585 17709 8912,'-7'-27'0,"-5"4"0,-3 4 0,3 8 0,1-1 0,-1 8 0,-5 1 0,-2 6 0,-4 9 0,4 3 0,-6 10 0,8 6 0,0 7 0,0 6 0,-1 7 0,9 1 0,1-1 0,8 1 0,0 0 0,0-1 0,0 6 0,0 1 0,0-1 0,0-5 0,6-1 0,0 1 0,1-8 0,-3-4 0,2-4 0,-2-3 0,-10-5 0,-4 5 0,-7-6 0</inkml:trace>
  <inkml:trace contextRef="#ctx0" brushRef="#br1" timeOffset="119">9207 18362 8912,'0'-23'0,"0"0"0,0 2 0,7 0 0,7 0 0,7-2 0,-2 1 0,13-1 0,-3 0 0,4 2 0,9 2 0,-4 3 0,6 3 0,-2 3 0,-4 3 0,-2-7 0,-3 5 0,-4-1 0,-5 3 0,-14 5 0,-4-4 0,-4 4 0,-2-6 0,-8 14 0,-3 2 0,-3 1 0,3 5 0,-3 1 0,9 2 0,-7 0 0,6 2 0,3 4 0,1-3 0,2 4 0,0-6 0,0-1 0,0 0 0,7 0 0,3 0 0,-1 1 0,7-9 0,-5-3 0,4-4 0,3-2 0,-1 0 0,0 0 0,0-2 0,1-4 0,-7-3 0,0-9 0,-1 1 0,2 0 0,-5 0 0,-1 0 0,0-1 0,-1 1 0,3 8 0,-6 1 0,6 8 0,-1 0 0,3 0 0,5 2 0,-3 4 0,3-4 0,-6 5 0,9-7 0,-1 0 0,0 0 0,0 0 0,-5 0 0,-1 0 0,3 0 0,-5-2 0,3-3 0,-7 3 0,7-4 0,-8 4 0,3 2 0,-7 0 0,0 0 0,0 8 0,0 3 0,0-1 0,0 1 0,0-7 0,0 4 0,0-1 0,0-5 0,0 6 0,0-10 0,0-4 0,8-3 0,-4-3 0,7 1 0,-5 5 0,5-6 0,1 3 0,5-3 0,-5 3 0,-1 3 0,-5 4 0,5-4 0,-5 5 0,5 1 0,-5 1 0,6 5 0,-7-2 0,7 7 0,-3 1 0,3 5 0,1 0 0,-7 1 0,15-1 0,-2 0 0</inkml:trace>
  <inkml:trace contextRef="#ctx0" brushRef="#br1" timeOffset="120">10480 18001 8912,'-25'0'0,"6"0"0,-6 0 0,8 0 0,0 4 0,0 8 0,5-1 0,1 12 0,7 4 0,-2 1 0,4 5 0,4 3 0,6 2 0,9 2 0,0-1 0,6-11 0,2 3 0,0-8 0,2-2 0,-6-2 0,9-10 0,-7-3 0,-2-4 0,-2-10 0,6-9 0,2-10 0</inkml:trace>
  <inkml:trace contextRef="#ctx0" brushRef="#br1" timeOffset="121">10773 17692 8912,'-10'-27'0,"-5"4"0,5 10 0,-1 3 0,-1 3 0,7 3 0,-5 11 0,2 11 0,-5 6 0,1 11 0,-1 7 0,2 4 0,-5 3 0,14-3 0,-3 0 0,3 0 0,2 4 0,0-5 0,0-5 0,2-9 0,3-2 0,-1-8 0,8 0 0,1-8 0,-3 0 0,1-7 0,1-2 0,5-10 0,8-3 0,-6-10 0,4-4 0,-4 2 0,-2-6 0,0 2 0,6-4 0,0 7 0,-6-7 0,-5 8 0,-1 4 0,-1 3 0,5 3 0,-11 1 0,7 5 0,-7 3 0,6 4 0,-4 3 0,-5 5 0,7 13 0,-8 0 0,0-2 0,0 4 0,0-3 0,0-1 0,0 4 0,0-2 0,0-2 0,8 6 0,-6-16 0,13 5 0,-5-16 0</inkml:trace>
  <inkml:trace contextRef="#ctx0" brushRef="#br1" timeOffset="122">10996 17829 8912,'-25'-25'0,"8"4"0,0-5 0,9 1 0,7 4 0,1 7 0,0 3 0,0 7 0,7-3 0,3 7 0,7 0 0,-6 1 0,1 5 0,-6 6 0,5 11 0,-7-4 0,4 6 0</inkml:trace>
  <inkml:trace contextRef="#ctx0" brushRef="#br1" timeOffset="123">10446 18173 8912,'-25'0'0,"6"0"0,-4 0 0,4-2 0,1-3 0,9 1 0,3-8 0,8 1 0,10-6 0,14-1 0,20-5 0,12 1 0,10-7 0,11 4 0,1 0 0,0 0 0,3 4 0,-7 2-216,1 2 0,-16-8 0,-2-2 0</inkml:trace>
  <inkml:trace contextRef="#ctx0" brushRef="#br1" timeOffset="124">11220 17864 8912,'-25'0'0,"6"0"0,-4 0 0,4 0 0,2 7 0,0-5 0,-1 6 0,1 0 0,6 1 0,-1 8 0,6 0 0,-5 1 0,7-1 0,-3 2 0,8 0 0,5-2 0,2 4 0,5-9 0,-1 1 0,1-1 0,2-5 0,3-7 0,-1 0 0,0-6 0,0 1 0,-1-14 0,-5 1 0,-5-1 0,3 0 0,-7-4 0,4 0 0,-4 0 0,-2 6 0,0 0 0,0 0 0,0 0 0,0-1 0,2 9 0,2 1 0,1 1 0,3 5 0,-2-4 0,-2 4 0,7 2 0,0 0 0,7 2 0,-1 4 0,0-4 0,0 13 0,-5-11 0,-1 7 0,-7-5 0,2 5 0,-2-5 0,1 6 0,-3-7 0,4 7 0,-4-6 0,-2 5 0,0 2 0,0 3 0,0-5 0,0 1 0,0 1 0,0-5 0,0 7 0,0-4 0,0-3 0,0 7 0,0-13 0,0 6 0,2-16 0,4-3 0,5-5 0,4-1 0,3 2 0,-1 2 0,0 1 0,0 1 0,0-7 0,1 3 0,-1 4 0,-6-3 0,1 9 0,-1-1 0,-1-2 0,5 6 0,-11-5 0,7 7 0,1 0 0,-1-6 0,1 0 0,-8 0 0,11-1 0,-4-5 0,-3 3 0,-2-3 0,-4-1 0,-2 5 0,0-7 0,0 11 0,0-7 0,0 7 0,-8-2 0,-3 12 0,-5 5 0,1 12 0,4 6 0,-5 3 0,7 3 0,-1 1 0,4 4 0,-3-3 0,7 7 0,-4-4 0,4-6 0,2 2 0,0-5 0,8-2 0,-6-3 0,4-3 0,-5-4 0,-1-1 0,0-1 0,-1 0 0,-7-2 0,-7-1 0,-6-3 0,-10-7 0,-3 3 0,-3-14 0,-5-3 0</inkml:trace>
  <inkml:trace contextRef="#ctx0" brushRef="#br1" timeOffset="125">11547 17193 8912,'17'-17'0,"0"0"0,8 1 0,4 5 0,3 5 0,11 4 0,2 2 0,-2 10 0,-3 7 0,0 12 0,-4 17 0,-5 13 0,-4 12 0,-5 7 0,-16-30 0,-4 3 0,-1 1 0,-4 1-856,-3 2 0,-3 1 856,-6 5 0,-3 0 0,-3 1 0,-2 0 0,-2 4 0,-1 0 0,-1-3 0,0 0 0,-1 3 0,-1 0 0,1-3 0,0 0 0,-3 3 0,-1 0 0,1 0 0,-1 0 0</inkml:trace>
  <inkml:trace contextRef="#ctx0" brushRef="#br1" timeOffset="126">13801 15749 8912,'-46'11'0,"1"3"0,-3 5 0,-2 8 0,0 7 0,4 6 0,4 10 0,10 9 0,5 2 0,10 6 0,9 6 0,6-3 0,2 3 0,4-8 0,8-8 0,1-5 0,16-6 0,-1-12 0,7-11 0,1-4 0,4-2 0,-1 0 0,6 1 0,1-7 0,6 0 0,-6-7 0,-2 2 0,-2-4 0,-4-2 0,-9-15 0,-4-4 0</inkml:trace>
  <inkml:trace contextRef="#ctx0" brushRef="#br1" timeOffset="127">13991 16299 8912,'-10'-8'0,"-5"1"0,3-7 0,-1 3 0,1-2 0,-3 3 0,4-1 0,-5-3 0,-1 7 0,6-7 0,-1 8 0,8-1 0,-1 1 0,3 4 0,2 2 0,0 14 0,0 7 0,0 7 0,0 5 0,0 1 0,0 0 0,0 3 0,0 3 0,0-4 0,0 6 0,0-9 0,0-5 0,0 5 0,0-8 0,0 3 0,0-3 0,-6-13 0,0-1 0,1-9 0,5-2 0,1-11 0,5-10 0,-4-6 0,12-15 0,-7-2 0,3 0 0,1-13 0,1 11 0,-1-12 0,3 5 0,-7 1 0,8 3 0,-3 3 0,-3 4 0,1 9 0,-2 5 0,3 9 0,-5 7 0,0 10 0,-6 4 0,0 13 0,0 10 0,0 10 0,0-1 0,0 0 0,0 1 0,0-1 0,0 1 0,0-1 0,0-7 0,0-4 0,0 1 0,0-1 0,5 0 0,1-6 0,8-5 0,-1-3 0,8-1 0,-2-2 0,6-8 0,0-4 0,3-5 0,5-5 0,1-1 0,-7 0 0,4 0 0,-8 0 0,-6-1 0,-6 1 0,-1 0 0,1 0 0,-5 0 0,-4 5 0,-4 1 0,-4-1 0,-5 3 0,-4 1 0,-3 8 0,1 0 0,0 0 0,0 8 0,0 1 0,-1 10 0,1 4 0,8 4 0,-1 2 0,4-1 0,4 1 0,-3 5 0,10-1 0,9-3 0,7-1 0,7-8 0,11 0 0,1-7 0,8-7 0,-2-7 0,3 0 0,3-15 0,0-4 0</inkml:trace>
  <inkml:trace contextRef="#ctx0" brushRef="#br1" timeOffset="128">14679 16248 8912,'-15'-2'0,"1"-2"0,3-2 0,7 0 0,-4 14 0,8 3 0,0 5 0,0 1 0,0 0 0,0 0 0,2 0 0,2 1 0,2-1 0,5 0 0,-5 0 0,6-5 0,-5-3 0,3-1 0,-5 3 0,7-5 0,-1 0 0,-1-6 0,0 0 0,-7-2 0,3-4 0,2-3 0,-3-9 0,-3 1 0,4 0 0,-2 6 0,2-1 0,-4 1 0,13 1 0,-13 1 0,5 5 0,1-2 0,-4 2 0,7 10 0,-1 3 0,1 9 0,-1-7 0,-4 1 0,3-9 0,3 11 0,-1-8 0,1 7 0,-1-11 0,1 2 0,1-8 0,2 2 0,-3-15 0,-3 1 0,-1-5 0,3-3 0,-5 1 0,6 2 0,-7-6 0,-1 2 0,-2 4 0,-2 10 0,0-5 0,0 16 0,0 0 0,8 16 0,1 10 0</inkml:trace>
  <inkml:trace contextRef="#ctx0" brushRef="#br1" timeOffset="129">15471 16299 8912,'-18'-15'0,"1"3"0,0 5 0,0 7 0,0-6 0,-1 0 0,-1 2 0,-4 10 0,4-2 0,-4 7 0,4 1 0,2 5 0,7-5 0,5-1 0,3 2 0,2 3 0,0-5 0,0 1 0,2-9 0,3 3 0,5-4 0,7-2 0,2 0 0,4 0 0,-4 0 0,6-2 0,-10-4 0,-3-5 0,3 1 0,-3-1 0,1 5 0,-1-5 0,1 5 0,-7-5 0,1 7 0,-3-4 0,4 2 0,1 1 0,-5-1 0,6 0 0,-5 0 0,-1 1 0,8 5 0,-7-6 0,7 0 0,-6 1 0,5 5 0,3 0 0,1 0 0,-4 0 0,1 0 0,1 0 0,2 1 0,3 5 0,-7-2 0,1 6 0,-1-1 0,-1 1 0,-3 1 0,-7 6 0,0 0 0,0 1 0,0-7 0,0 1 0,-2-3 0,-3 3 0,3 3 0,-14-13 0,15 5 0,-7-7 0,8-1 0,0-5 0,2-6 0,4-3 0,3-2 0,8 0 0,2-1 0,4 1 0,4 0 0,8-2 0,-1-2 0,0-2 0,7 2 0,1 8 0,0 1 0,0-1 0,-2 5 0,-8 1 0,-3 5 0,-6-4 0,-4 4 0,-2-4 0,-7 4 0,-2 0 0,-10-1 0,-4-3 0,-6 2 0,-10 2 0,0 2 0,-6 2 0,-3 4 0,4 3 0,-1 9 0,-1-1 0,2 0 0,2 0 0,2 6 0,2 0 0,6-2 0,0-2 0,7-2 0,1 0 0,-1 1 0,2-9 0,6 7 0,8-15 0,5 3 0,8-8 0,0-5 0,8-10 0,2-4 0,-5 0 0,1-10 0,-2-3 0,4-4 0,-6 0 0,0 4 0,-8-14 0,-2 4 0,-1-4 0,-8-1 0,3 7 0,-7 4 0,-2 11 0,-2 6 0,-1 4 0,-9 10 0,10 9 0,-5 13 0,1 8 0,3 6 0,5 7 0,0 6 0,0 0 0,0 8 0,0-2 0,0 4 0,5-5 0,1 1 0,7-8 0,-1 3 0,3-3 0,2 2 0,1-11 0,6 3 0,-4-15 0,4 0 0</inkml:trace>
  <inkml:trace contextRef="#ctx0" brushRef="#br1" timeOffset="130">17037 15818 8912,'-25'-18'0,"0"3"0,-6 4 0,3 5 0,-3 4 0,6 2 0,-7 2 0,5 4 0,0 7 0,4 6 0,4 4 0,8 8 0,-1-3 0,8 7 0,-1 5 0,3-4 0,4 6 0,3 0 0,5-4 0,7 6 0,0-2 0,0 4 0,1-6 0,-7 0 0,1-5 0,-9 5 0,3 0 0,-4-7 0,-2-9 0,0-6 0</inkml:trace>
  <inkml:trace contextRef="#ctx0" brushRef="#br1" timeOffset="131">16641 16368 8912,'0'-27'0,"6"0"0,-1 4 0,9 4 0,-3-4 0,6 4 0,6 2 0,-2 0 0,8 0 0,0 0 0,5-1 0,1 3 0,-1 4 0,-2-5 0,-3 5 0,2-3 0,-8 3 0,-2 5 0,-10 4 0,-3 2 0,-8 0 0,0 8 0,-2 3 0,-4 5 0,4 3 0,-4 2 0,5 2 0,1-2 0,0-2 0,0-2 0,0 0 0,0 1 0,7-3 0,3-2 0,-1-1 0,7-9 0,-5 3 0,4-4 0,3-2 0,-1-2 0,0-4 0,4-3 0,-4-8 0,4-2 0,-9-4 0,3 4 0,2-4 0,-7 4 0,3 1 0,-7 1 0,0 0 0,-6 7 0,0 3 0,0 9 0,2 3 0,3 7 0,-3 3 0,4 2 0,-4 1 0,-2-7 0,0 0 0,2-5 0,4 6 0,-5-9 0,9 5 0,-4-8 0,5 0 0,5 0 0,-1-2 0,-4-4 0,5 5 0,-5-7 0,4 0 0,3 6 0,-1-3 0,-6 3 0,1 2 0,1 0 0,2 0 0,-5 0 0,5 0 0,-5-8 0,7-1 0</inkml:trace>
  <inkml:trace contextRef="#ctx0" brushRef="#br1" timeOffset="132">17691 16041 8912,'-6'17'0,"-2"-1"0,-1-5 0,-3 4 0,-5-3 0,0-1 0,-1 7 0,-1-5 0,-4 10 0,4-4 0,0 0 0,10 2 0,1 2 0,2 6 0,6-6 0,0-1 0,2-4 0,6-1 0,9 0 0,2-7 0,10-5 0,-1-3 0,7-2 0</inkml:trace>
  <inkml:trace contextRef="#ctx0" brushRef="#br1" timeOffset="133">18035 15800 8912,'-18'0'0,"1"0"0,0 0 0,0 0 0,0 0 0,5 4 0,3 6 0,1 7 0,0 6 0,3 0 0,3-2 0,-4 8 0,6-1 0,4 7 0,3-1 0,3 0 0,1 1 0,1-3 0,-1-3 0,1-2 0,5-8 0,0-2 0,-5 2 0,-1-13 0,1 0 0,5-6 0,0 0 0,0 0 0,1 0 0,-1-8 0,0 4 0,0-5 0,0 1 0,-5 2 0,-1 6 0,-5-6 0,6 1 0,-9 1 0,3 10 0,-4-5 0,-2 15 0,0-7 0,0 9 0,0-9 0,8-1 0,1-8 0</inkml:trace>
  <inkml:trace contextRef="#ctx0" brushRef="#br1" timeOffset="134">18413 15818 8912,'0'-18'0,"0"1"0,0 0 0,0 0 0,0 7 0,-5 5 0,-1 10 0,-2 7 0,2 11 0,5 3 0,-7 1 0,0 6 0,-1-7 0</inkml:trace>
  <inkml:trace contextRef="#ctx0" brushRef="#br1" timeOffset="135">17794 16179 8912,'-17'0'0,"-1"0"0,1 0 0,8-8 0,9-1 0,23-7 0,15 3 0,10 1 0,9 1 0,18-6 0,-3-2 0,8-2 0,3-2 0,1 2 0,-8 2 0,-7 1 0,-8 1 0,-11 6 0,-6 1 0,-10 3 0,-7 1 0,-17 6 0,-5 2 0,-10 3 0,-5 7 0,1 3 0,-7 2 0,5 1 0,3-1 0,-1 0 0,3 0 0,4 0 0,-4 1 0,4-1 0,2 0 0,0 0 0,0-7 0,0-3 0,2-7 0,4 0 0,-2-2 0,7-1 0,3-5 0,1-2 0,2 1 0,0-4 0,1 1 0,-9 8 0,12-11 0,-4 3 0,4 5 0,-3 1 0,-3 2 0,-4-1 0,5 3 0,-12-6 0,7 8 0,-7 0 0,11 0 0,-11 0 0,7 0 0,-5 0 0,6 0 0,-3-2 0,5-2 0,-3-1 0,1-1 0,5 0 0,0-2 0,0-1 0,0 5 0,2-9 0,3 7 0,0 2 0,7-3 0,-4 1 0,0 2 0,0 2 0,-2 2 0,-6 0 0,0 0 0,0 6 0,1 0 0,-9 7 0,-3-2 0,-4 5 0,-2 1 0</inkml:trace>
  <inkml:trace contextRef="#ctx0" brushRef="#br1" timeOffset="136">19188 15543 8912,'9'-8'0,"7"6"0,-5-4 0,6 6 0,4 8 0,2 9 0,0 18 0,-6 16 0,1 10 0,-9 14 0,4 7-300,-9-34 0,-2 1 1,1 7-1,0 1 300,-2 8 0,-2 2-187,-5-3 0,-3 0 0,-3-3 1,-3-2-1,-7-3 0,0-1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2.464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3338 4505 8912,'-19'-18'0,"-2"1"0,-2 0 0,2 2 0,2 1 0,2 3 0,2 5 0,3-5 0,5 7 0,7-4 0,2 8 0,3 0 0,7 0 0,3 2 0,2 4 0,8-4 0,4 4 0,9-3 0,2 3 0,6-4 0,-4 4 0,2-4 0,4-2 0,2 0 0,1 0 0,3 0 0,3 0 0,4 0 0,10-2 0,4-4-175,3 4 0,0-11 175,-3 7 0,-4 0 0,-2 6 0,3-5 0,-3-1 0,-6 2-73,-2 2 1,-3 8 72,11 0 0,1-1 0,11-5 0,1 6 0,-8 0 0,9-1-218,-3-5 0,10 0 218,2 0 0,-40 0 0,1 0 0,-2 0 0,1 0 0,4 0 0,1 0 0,-2 0 0,-1 0 0,-1 0 0,-1 0 0,-1 0 0,-1 0 0,48 0 0,-1 0 0,-45 3 0,0 0 0,-1 0 0,1 0 0,0-1 0,-1 0 0,45 7 0,-3-5 0,-7 6 0,0-3 0,8-1 0,2-6 0,-1 0 0,-3 0 0,-12 0 0,3 0 0,-5-2 0,6-4 0,-2 4 0,12-5 0,-8 7 0,0 0 0,-7 0 0,3 0 0,-8 0 0,-1 0 0,5 0 0,3 0 0,3 0 0,2 0 0,0 0 0,-8 0 0,-3 0 0,-6-6-8,-6 0 1,4 1 0,-4 5 7,4 0 0,2 0 0,1 0 0,1 0 0,-2 0 0,4 0 0,-18-6 0,8 0 0,2 0 0,10 6 0,-4 0 26,3 0 0,3-5-26,-3-1 0,3-5 0,-7 3 0,1-2 33,-4-3 1,-8 3-1,4-1-33,2-2 0,10 5 0,-10-5 0,2 5 0,-6-2 0,-5 7 442,-11-3-442,-2 4 0,-11-4 0,-3 0 11,-6 3 1,-10 1-12,-2 2 294,1 0-294,-2 0 42,-3 0-42,-7 0 0,0 0 0,-7 0 0,5 0 0,-14-6 0,5 0 0,-4-7 0,-12 9 0,-8-7 0,-30-9 0,-15-6 0</inkml:trace>
  <inkml:trace contextRef="#ctx0" brushRef="#br0" timeOffset="1">13079 4763 8912,'-18'0'0,"1"0"0,0 0 0,0 0 0,9 0 0,8 0 0,8 0 0,9 0 0,0 0 0,0 0 0,3 0 0,1 0 0,3 1 0,3 5 0,2-4 0,5 4 0,6-4 0,1-2 0,12-2 0,3-4 0,9-5 0,11-5 0,14-3 0,-42 9 0,0-1 0,-1 0 0,1-1-112,3-3 1,-1 0 0,-2 2 0,0 1 0,5-3 0,1-1 111,3 1 0,1 2 0,-1 2 0,1 1 0,2-3 0,0 1 0,-5 3 0,-1 3 0,-1-1 0,-1 2 0,-2 0 0,0 1 0,0 1 0,1 2 0,2-2 0,1 0 0,1 1 0,1 0 0,-3 1 0,1 0 0,2 1 0,-1 0 0,-3 0 0,-1 0 0,1 0 0,-1 0 0,1 0 0,0 0 0,0 0 0,1 0 0,1 0 0,1 0 0,2 0 0,1 0 0,-3 4 0,0 0 0,4-3 0,-1 0 0,-3 2 0,-1 0 0,2-2 0,-1-1 0,-1 1 0,1-2 0,2 1 0,1 0 0,-2 0 0,1 0 0,-3 0 0,1 0 0,-5 1 0,-1-2 0,48 0 0,-16-5 0,11 4 0,-44-1 0,1 0 0,1 1 0,-1 0 0,47-2 0,-10-1 0,-7-1 0,-11 6 0,1 0 0,2 0 0,4 0 0,1 6 0,4 1 0,-5 3 0,-4 1 0,1-1 0,-5-2 0,-11-1 0,-3-3 0,-7 8 0,2-7 0,-2 5 0,-6-3 0,-4-3 0,-3-2 0,-5-2 0,-3 0 667,-8 0-667,1 0 0,-9 0 0,-1 0 0,-8 0 0,-2 0 0,-4 0 0,4 0 0,-5 0 0,7 0 0,0 0 0,7 0 0,5 0 0,3 0 0,2 0 0,8-7 0,-6-11 0,6-8 0</inkml:trace>
  <inkml:trace contextRef="#ctx0" brushRef="#br0" timeOffset="2">15952 1410 8912,'10'-17'0,"-4"-1"0,-2 1 0,-1 0 0,3 0 0,0 0 0,2-1 0,-7 1 0,7 0 0,0 0 0,-6 0 0,5 0 0,-1-1 0,0 1 0,-1 6 0,-5-1 0,6 1 0,0-6 0,2 5 0,-5 1 0,5-3 0,2-1 0,-7-2 0,13 0 0,-14 5 0,3 1 0,-3 7 0,-9-4 0,-3 8 0,-7 0 0,0 0 0,5 2 0,1 2 0,-3 2 0,-1-1 0,-2-5 0,-2 2 0,-4 4 0,-6 4 0,-11 7 0,0 10 0,-12 7 0,4 10 0,-11 15 0,0 12 0,27-31 0,1 4-336,-3 12 0,1 4 0,1 6 0,1 2 336,-2 11 0,3 3 0,2 3 0,2 3-314,8-25 0,1 0 1,0 1-1,-4 28 0,2 1 314,6-1 0,3-1 0,4-12 0,5-5 0,4-12 0,5-4 0,2-8 0,3-4 0,16 21-14,3-14 14,3-16 0,-1-13 0,2-6 0,5-1 0,3-8 0,9-3 0,1-6 0,-3-6 0,5-11 0,-8-10 0,3-7 0,-7 0 0,-6-1 0</inkml:trace>
  <inkml:trace contextRef="#ctx0" brushRef="#br0" timeOffset="3">16211 1908 8912,'-16'-17'0,"3"0"0,1 2 0,1 1 0,1 3 0,3-1 0,1 1 0,0 0 0,-5 5 0,5-6 0,0 9 0,6-5 0,0 10 0,0 4 0,0 3 0,2 8 0,2 2 0,4 2 0,1 2 0,-5 8 0,6 1 0,-5 8 0,-3 1 0,4-7 0,-4 0 0,-2 6 0,0-1 0,0-5 0,0-3 0,0-3 0,0-1 0,0-4 0,0-4 0,0-2 0,0-7 0,0-3 0,0-8 0,0-7 0,0-9 0,0-12 0,0-9 0,8-6 0,-5-8 0,9 1 0,-3 5 0,5 0 0,-3-2 0,-1 1 0,1 1 0,5 4 0,-5 7 0,4 9 0,3 3 0,-1 11 0,0 6 0,0 12 0,0 13 0,3 16 0,3 9 0,-4 5 0,4 3 0,-4-3 0,-2-3 0,-8 4 0,7-12 0,-5 8 0,-3-13 0,-2 1 0,-3-11 0,3 0 0,-4-12 0,-2-18 0,-2-7 0,-4-14 0,5-3 0,1-7 0,0-2 0,0-8 0,0 2 0,0-4 0,1 1 0,5 3 0,-4 6 0,6 11 0,-3 6 0,1 4 0,8 10 0,-5 1 0,10 12 0,4 7 0,2 8 0,4 16 0,1-1 0,-7 0 0,8 1 0,-2-1 0,3-1 0,3-5 0,-1-3 0,2-8 0,2-1 0,3-5 0,5 2 0,-8-9 0,-4-6 0,-3-7 0,-10-14 0,4-4 0</inkml:trace>
  <inkml:trace contextRef="#ctx0" brushRef="#br0" timeOffset="4">17381 1805 8912,'-17'-5'0,"-1"-1"0,-5-6 0,0 7 0,-1-1 0,1 6 0,4 0 0,-6 0 0,0 0 0,8 8 0,-1 3 0,1 10 0,6 2 0,1 8 0,-1-3 0,7 5 0,-2 1 0,4-2 0,2-3 0,0 4 0,0-5 0,0-3 0,2-2 0,4-4 0,-2-9 0,7-5 0,-7-3 0,9-4 0,-7-3 0,2-5 0,-3-7 0,3-6 0,4 0 0,1-6 0,-7 7 0,5-7 0,-5 4 0,0 0 0,1 0 0,-5 2 0,8 6 0,-4 0 0,-5 8 0,7-7 0,-8 14 0,0-5 0,0 7 0,0 0 0,0 7 0,0-5 0,0 6 0,0-8 0,-8 8 0,7-7 0,-7 7 0,8-8 0,-8-8 0,-1-1 0</inkml:trace>
  <inkml:trace contextRef="#ctx0" brushRef="#br0" timeOffset="5">17346 1857 8912,'-17'-17'0,"2"-1"0,1 3 0,3 4 0,5 1 0,-5 4 0,7 5 0,-4 1 0,8 11 0,0 6 0,0 6 0,8 4 0,2 7 0,7 1 0,0-3 0,0-1 0,0-3 0,2-7 0,4 2 0,-3-4 0,4-3 0,-1-3 0,0-2 0,6-7 0,-6 2 0,0-4 0,0-10 0,0-3 0,0-4 0,-8-5 0,-4-2 0,3 2 0,-8-4 0,-3-1 0,7-2 0,0-7 0</inkml:trace>
  <inkml:trace contextRef="#ctx0" brushRef="#br0" timeOffset="6">17708 1805 8912,'-12'-5'0,"1"-1"0,7 0 0,-11-2 0,11 7 0,-8-5 0,7-2 0,-7 2 0,8-7 0,-3 11 0,7-5 0,0-1 0,2 6 0,3-4 0,-3 4 0,8 2 0,-4 0 0,-5 0 0,9 0 0,-4 0 0,-4 0 0,5 2 0,-7 4 0,0-4 0,-2 6 0,-3-8 0,1 0 0,-8 0 0,9-8 0,-5 6 0,0-6 0,6 8 0,-5 0 0,7 2 0,0 4 0,0 4 0,0 7 0,2 0 0,1 0 0,5 0 0,2 0 0,-7 1 0,11-1 0,-7 2 0,3 4 0,2-10 0,5 4 0,0-5 0,0 1 0,0-1 0,1-8 0,-1 1 0,2-10 0,4-7 0,-4-5 0,4-6 0,-4-6 0,-2-3 0,0-3 0,1 1 0,-9 5 0,-3 3 0,-4 1 0,-2-4 0,0 6 0,0 0 0,0 14 0,-2 1 0,-4 8 0,4 4 0,-3 6 0,3 7 0,2 11 0,0 1 0,2 5 0,3 5 0,5 3 0,-1 2 0,7 1 0,-7 7 0,8 0 0,-5 1 0,-1 4 0,-1-1 0,1 7 0,-5 2 0,-6-6 0,-6-4 0,-7-5 0,-8-4 0,-6-8 0,-1-3 0,-1-13 0,0-4 0,-5-7 0,1-3 0,3-8 0,5-2 0,4-4 0,6-5 0,9-14 0,0-10 0,4-7 0,2-9 0,0-1 0,15-7 0,5-2 0</inkml:trace>
  <inkml:trace contextRef="#ctx0" brushRef="#br0" timeOffset="7">19067 1375 8912,'-25'-17'0,"-1"2"0,-1 4 0,8-3 0,7 8 0,6 3 0,-3 8 0,1 7 0,4 3 0,3 10 0,1 2 0,0 7 0,0 0 0,0 7 0,0 1 0,0 2 0,0 3 0,0 3 0,0 2 0,0-1 0,5-5 0,1 0 0,0-8 0,-6 2 0,0-4 0,-6-9 0,0-4 0,2-4 0,-5-9 0,7-3 0,-6-9 0,10-5 0,4-10 0,-2-2 0,7-10 0,3-2 0,1 1 0,2-1 0,2 4 0,4 3 0,-4 1 0,4 5 0,-4 1 0,-1 2 0,-1 4 0,2 3 0,2 8 0,2 0 0,6 0 0,-5 0 0,3 2 0,4 4 0,1-5 0,3 13 0,-1-8 0,1-1 0,-1-5 0,6 0 0,-2 0 0,-5 0 0,-6-7 0,-10-5 0,-2-3 0,-3-2 0,-5-8 0,-7 6 0,0-4 0,-5 4 0,-1 2 0,-8 1 0,1 5 0,-8 5 0,2-2 0,-4 3 0,4 1 0,2 2 0,-1 10 0,3-5 0,4 9 0,-5 1 0,5 10 0,1-4 0,1 4 0,1-4 0,2-1 0,6-1 0,0 0 0,0 0 0,0 0 0,0-5 0,0-1 0,2-7 0,4 2 0,0-4 0,9-2 0,4 0 0,4-4 0,-2-6 0,4-7 0,2-2 0,-6 0 0,4-4 0,-6 0 0,4 2 0,-12-6 0,16 8 0,-14-4 0,1 4 0,-3 8 0,3 1 0,-3 3 0,-7 1 0,4 6 0,-8 7 0,5 3 0,1 7 0,2-2 0,-4-1 0,1-3 0,1-7 0,2 11 0,-6-13 0,13 6 0,-11-8 0,7-2 0,3-4 0,-7 4 0,7-13 0,-9 4 0,7-5 0,-7-1 0,9 0 0,-5 0 0,1 0 0,0-1 0,-7 1 0,3 0 0,6 6 0,-7-1 0,1 1 0,-4 1 0,4 4 0,-4 6 0,5 6 0,1 6 0,-4-3 0,7 3 0,1-1 0,5 6 0,0-5 0,0-1 0,2-5 0,4 5 0,-2-7 0,6 2 0,-2-4 0,4-4 0,-4-4 0,1-5 0,-5-5 0,2-1 0,2-6 0,-2 0 0,2-5 0,-2 5 0,-10-6 0,5 6 0,-3 2 0,-8-6 0,3 8 0,-4-4 0,-4 4 0,5 10 0,-7 1 0,0 8 0,0 8 0,0-6 0,0 7 0,0-3 0,0-4 0,0 5 0,0-7 0,0 0 0,0 8 0,-7-6 0,3 8 0,-8-5 0,7-1 0,-7 8 0,6-7 0,-5 7 0,1-6 0,-1 5 0,1-1 0,7 3 0,-3-2 0,2 3 0,2 1 0,2 2 0,0 0 0,0 1 0,0-7 0,0 1 0,2-1 0,4 6 0,3-5 0,8-3 0,1-1 0,-1-2 0,0-6 0,0 0 0,1 0 0,6 0 0,-3-8 0,6-4 0,-2-3 0,6-2 0,-12-15 0,6-5 0</inkml:trace>
  <inkml:trace contextRef="#ctx0" brushRef="#br0" timeOffset="8">21752 1410 8912,'5'-23'0,"1"-2"0,-2 0 0,-2 0 0,-2-5 0,0 3 0,0 0 0,-2 1 0,-4 5 0,-5 0 0,-4 5 0,-3 1 0,-1 9 0,-4 2 0,-2 3 0,-5 2 0,1 5 0,-1 6 0,5 3 0,0 2 0,8 0 0,5 6 0,1 0 0,7 2 0,-2-2 0,4-4 0,2 6 0,0-2 0,0 0 0,0-2 0,8 5 0,1-6 0,11 3 0,2-4 0,5-2 0,8 0 0,1 0 0,4 0 0,-4 1 0,5-5 0,-11 2 0,-3 4 0,-2 0 0,-4 1 0,-10-3 0,-5 6 0,-12 0 0,-3 0 0,-8-6 0,-8 0 0,-4 0 0,-3-5 0,-1-3 0,4-1 0,-3-3 0,13-12 0,-6-3 0</inkml:trace>
  <inkml:trace contextRef="#ctx0" brushRef="#br0" timeOffset="9">21907 1479 8912,'0'17'0,"0"0"0,-8-7 0,6-3 0,-4-7 0,12 0 0,9-7 0,8-5 0,8-3 0,0-2 0,5-2 0,4-4 0,8 2 0,-2-8 0,-2 0 0,2-5 0,-8-1 0,2 3 0,-11 3 0,-1-3 0,-10 3 0,-5-1 0,-13 1 0,0 6 0,-10 4 0,-5 4 0,-8 3 0,-4 6 0,-1 5 0,-7 4 0,1 7 0,-1 7 0,1 12 0,1-1 0,3 11 0,1 1 0,8 6 0,0-6 0,6-2 0,3-2 0,9 6 0,-3-11 0,12 1 0,5-5 0,4-4 0,10-13 0,4-5 0,5-3 0,6-2 0,-1-7 0,5-7 0,0-5 0,0-4 0,1-7 0,7 1 0,-8-4 0,-4-1 0,-3 3 0,-3-3 0,-7 9 0,-4-9 0,-6 3 0,-6-1 0,-5 3 0,-4-3 0,-10 9 0,-3-2 0,-4 8 0,-5 11 0,-1 0 0,-1 4 0,0 2 0,3 8 0,2 7 0,0 8 0,0 8 0,0-3 0,-1 5 0,3 1 0,4 1 0,3-7 0,8 1 0,0 0 0,0-3 0,15-1 0,4-8 0,16 1 0,7-9 0,4-3 0,3-4 0,3-2 0,0-14 0,-1-5 0,-1-4 0,-6-3 0,-10-1 0,1-2 0,-16 1 0,4-1 0,-4-2 0,-9 7 0,-3-7 0,-7 8 0,0 0 0,0 6 0,0 0 0,0 0 0,0 7 0,0 2 0,0 22 0,0 3 0,0 4 0,0 2 0,0 0 0,0-2 0,0 4 0,0-2 0,0 0 0,0 1 0,0-5 0,0 6 0,0-8 0,0 1 0,0-7 0,-2-1 0,-3-3 0,3-1 0,-14-6 0,5 0 0,3-8 0,1-3 0,7-12 0,0-6 0,1-5 0,3-6 0,4-4 0,2 0 0,1-6 0,6 14 0,0-4 0,1 4 0,-1 9 0,0 4 0,0 11 0,2 5 0,2 11 0,2 7 0,-2 12 0,-1 8 0,2 9 0,1 0 0,6 6 0,-4-6 0,2-2 0,3-2 0,3-1 0,-6-1 0,13 0 0,-4 1 0</inkml:trace>
  <inkml:trace contextRef="#ctx0" brushRef="#br0" timeOffset="10">24832 756 8912,'-17'-17'0,"2"6"0,1-1 0,3-1 0,-3-2 0,5 3 0,-3 1 0,9-1 0,-5 5 0,8 9 0,2 15 0,4 15 0,5 12 0,4 14 0,2 3 0,1 9 0,-1 3 0,0 0 0,0-7 0,-1 3 0,-5-6 0,4-4 0,-13-1 0,4-12 0,-4-6 0,-2-12 0,0-9 0,-2-9 0,-4-2 0,4-3 0,-11-12 0,5-7 0,-1-7 0,-1-5 0,-1-9 0,5-1 0,4-4 0,2-4 0,4-2 0,5 0 0,9-2 0,3 6 0,2 0 0,2 10 0,1 3 0,3-3 0,5 15 0,-1-1 0,-4 11 0,3 5 0,-15 17 0,1 10 0,-11 9 0,-5 6 0,-4 10 0,-4 2 0,-5-1 0,-12 7 0,-2-5 0,-5-3 0,1-4 0,0 3 0,2-18 0,4 3 0,4-1 0,10-8 0,1-8 0,23-33 0,5-12 0</inkml:trace>
  <inkml:trace contextRef="#ctx0" brushRef="#br0" timeOffset="11">25434 1204 8912,'-17'11'0,"0"-1"0,0-3 0,7 7 0,-5-5 0,7 3 0,-3-1 0,5-7 0,12 2 0,5-5 0,5-1 0,8 0 0,3-9 0,8-8 0,5-2 0,0-10 0,0 8 0,-5-2 0,-9-2 0,-3 0 0,-2 1 0,-2-1 0,-1 4 0,-5 2 0,-15 1 0,-6 3 0,-9 4 0,-8 3 0,-11 10 0,-2 4 0,-2 5 0,-8 4 0,6 10 0,-4 4 0,6 3 0,11 3 0,0-1 0,10 2 0,6 3 0,3 1 0,6-6 0,12-7 0,9-2 0,8-2 0,17-14 0,6-3 0,7-4 0,7-2 0,1-8 0,0-3 0,0-12 0,6-4 0</inkml:trace>
  <inkml:trace contextRef="#ctx0" brushRef="#br0" timeOffset="12">26260 619 8912,'-23'-17'0,"-1"1"0,-3 5 0,4 3 0,-6 8 0,8 0 0,-2 0 0,6 10 0,4 5 0,3 10 0,2 6 0,5 5 0,1 10 0,2-8 0,0 8 0,0 2 0,0 9 0,7-4 0,5 5 0,-3-11 0,3-1 0,-1 2 0,-1 0 0,-4-2 0,3-4 0,-9-14 0,0-3 0,-9-6 0,-14 2 0,4-19 0,-22 13 0,5-5 0</inkml:trace>
  <inkml:trace contextRef="#ctx0" brushRef="#br0" timeOffset="13">25830 1238 8912,'0'-17'0,"0"0"0,2-1 0,4 1 0,-4 0 0,13 2 0,-3 1 0,3 3 0,2-1 0,8-5 0,4 2 0,1 2 0,-1 1 0,7 1 0,-5-5 0,-1 5 0,1-4 0,-4 13 0,-4-4 0,-4-2 0,-2 3 0,-7 1 0,-5 9 0,-3 7 0,-2 11 0,-2-4 0,-3 4 0,1 2 0,-8-2 0,8 5 0,-1-5 0,-3 0 0,2-4 0,3 4 0,1-9 0,2 3 0,0-2 0,0 0 0,2-5 0,3-4 0,-1-5 0,8-1 0,-9-1 0,3-5 0,2-4 0,-3-7 0,-1 0 0,-2 0 0,-2 0 0,0-1 0,0 7 0,0-1 0,0-1 0,0 5 0,0 1 0,-2 7 0,-3 0 0,3 0 0,-6 0 0</inkml:trace>
  <inkml:trace contextRef="#ctx0" brushRef="#br0" timeOffset="14">26467 1118 8912,'0'-10'0,"0"0"0,0 5 0,0 3 0,8-6 0,1 10 0,8 2 0,1 2 0,-9 7 0,6-3 0,-7 7 0,4 0 0,-3-2 0,-5-1 0,2-3 0,-1 1 0,-5 5 0,0-8 0,0-1 0,0-10 0,0-4 0,6 2 0,0-9 0,-2-6 0,5 2 0,3-8 0,3 2 0,2 0 0,0-7 0,3 10 0,3-3 0,-2 4 0,7 2 0,-1 0 0,2 0 0,-3 2 0,-5 3 0,2 4 0,-2 3 0,-1-1 0,4 0 0,-10 12 0,3 0 0,-4 13 0,5-2 0,-7 6 0,1 0 0,-7 2 0,5 3 0,-2-5 0,-5-4 0,1-1 0,2-1 0,-2-2 0,7-4 0,-5-3 0,5-8 0,1-2 0,5-4 0,0-5 0,0-12 0,1-6 0,-1-3 0,0-2 0,0-1 0,-7 3 0,-4 3 0,1-3 0,-1 5 0,-2 0 0,-10 2 0,-5 8 0,-7 2 0,-3 3 0,-2 7 0,2 3 0,-5 2 0,5 2 0,-8 3 0,8 11 0,-2 7 0,4 7 0,2-1 0,-1 3 0,7 3 0,1-1 0,3 0 0,3 1 0,10-1 0,3 1 0,10-3 0,4-3 0,4-4 0,15-14 0,2-1 0,0-3 0,6-1 0,-14-14 0,6-1 0,-4-5 0,-3-3 0,3 4 0,-19-20 0,6 7 0</inkml:trace>
  <inkml:trace contextRef="#ctx0" brushRef="#br0" timeOffset="15">27844 464 8912,'-10'-17'0,"2"0"0,16 7 0,9 10 0,12 14 0,3 7 0,-3 13 0,0 12 0,0 7 0,-3 10 0,3 4 0,-12 19-39,4 4 0,-19-39 0,-2 1 0,2 1 1,0 1-1,-4 1 0,-2 1 0,-3 1 0,-3 1 39,-2-3 0,-3 0-200,0 3 1,-2-1 0,-4-1 0,0-1 199,-2 2 0,0 0 0,-2 4 0,0-1 0,0-5 0,-2-1 0,0 0 0,-1-1 0,0-7 0,1-1 0,-1 4 0,0 0 0,-1 1 0,1 1 0</inkml:trace>
  <inkml:trace contextRef="#ctx0" brushRef="#br0" timeOffset="16">8122 8648 8912,'0'-9'0,"0"-7"0,0 5 0,-1-3 0,-5 3 0,-6 5 0,-3-1 0,-2 1 0,0 2 0,-1-4 0,1 3 0,0 1 0,0 2 0,0 2 0,-1 0 0,7-2 0,-1-2 0,-1-1 0,4-1 0,-3 6 0,-1 0 0,5 0 0,-7-6 0,1-2 0,-7-1 0,-5 3 0,-9-3 0,-1-1 0,-4 0 0,-4-1 0,-18-6 0,-6 0 0,-11-1-146,-13 1 0,41 9 0,-3-1 0,-5 0 0,-2-1 146,-3-2 0,-2 1 0,-6 2 0,0-1 0,3-5 0,-1-1 0,-2 4 0,0 1 0,1 1 0,-1-1 0,-2 2 0,-1-1 0,1 2 0,1-1 0,-5 1 0,1-1 0,4 0 0,0 1-195,0 3 0,-1 0 1,-3-2-1,-1 1 1,-5 2-1,-2 2 195,-3 0 0,0 0-339,5 1 0,0 0 1,-9 1-1,0 0 339,6 0 0,0 0 0,-5 4 0,-1 2 0,-2 1 0,0 1 0,-1 2 0,-1 1 0,1 0 0,1-1 0,6 0 0,2-1 0,7 0 0,3 0 0,5 2 0,2 0 0,3 1 0,0-1 0,6 1 0,2-1-38,3-2 1,1-1 0,4 3 0,2 1-1,-24 11 38,-1-2 0,6-2 0,-8-1 0,7-1 0,5 0 0,3 0 0,16-5 523,4-1-523,11 1 1024,12-3-1024,10-1 809,7-8 1,2 0-810,3 0 0,7-2 274,11-4-274,-4-3 0,29-24 0,-3-3 0</inkml:trace>
  <inkml:trace contextRef="#ctx0" brushRef="#br0" timeOffset="17">7142 7978 8912,'0'-18'0,"0"7"0,0 0 0,9 9 0,6 2 0,6 9 0,18 12 0,1 6 0,8 5 0,3 10 0,7 8 0,-1 7 0,-2 6 0,-5 4 0,-10 2 0,-9 0 0,-20-2 0,-7-2 0,-8-2 0,-13-8 0,-11 2 0,-20-9 0,-10-4 0,-9 0 0,-7 0 0,-5-6 0,-8 4-180,41-24 1,0-1 0,-1-1 0,0 0 179,-1-1 0,-1-1 0,-3 0 0,0-2 0,-43 8 0,1-3 0,45-12 0,0-1 0,0-2 0,-1 0 0</inkml:trace>
  <inkml:trace contextRef="#ctx0" brushRef="#br0" timeOffset="18">946 6654 8912,'12'-17'0,"-2"-1"0,-3 1 0,-1 2 0,0 2 0,-1 1 0,1 6 0,-8-3 0,-2 3 0,-1 8 0,-3 7 0,4 14 0,-3 8 0,-3 7 0,6 0 0,-4 10 0,3 4 0,-1 3 0,-2 2 0,5-5 0,-3 0 0,0-3 0,6-1 0,0-6 0,0-6 0,0 3 0,6-20 0,0 4 0,7-12 0,-2-5 0,7-8 0,5-8 0,5-7 0,5-13 0,-1-3 0,-1-7 0,-2-4 0,-1-2 0,-1 4 0,-4 6 0,-4 5 0,-9 10 0,-5-2 0,5 12 0,-8 5 0,4 12 0,-5 11 0,-1 4 0,0 8 0,0-2 0,0 1 0,0 3 0,0-8 0,0-2 0,0-2 0,0-2 0,2-2 0,4-3 0,-2-5 0,7-7 0,-7-2 0,2-3 0,4-12 0,-1-10 0</inkml:trace>
  <inkml:trace contextRef="#ctx0" brushRef="#br0" timeOffset="19">1222 6826 8912,'-17'-18'0,"-1"1"0,1 0 0,2 6 0,3-1 0,5 8 0,7-3 0,0 7 0,7 5 0,5 1 0,3 0 0,10 2 0,2 1 0</inkml:trace>
  <inkml:trace contextRef="#ctx0" brushRef="#br0" timeOffset="20">1394 7015 8912,'-10'0'0,"3"0"0,7 7 0,0-5 0,0 14 0,0-14 0,0 13 0,0-13 0,0 5 0,2-7 0,3 0 0,-3 0 0,6-2 0,-8-3 0,6-5 0,1-5 0,3 3 0,-4 3 0,5 3 0,-5 4 0,5-3 0,-5 3 0,5 2 0,1 0 0,5 0 0,0 0 0,-1 2 0,-5 3 0,4 3 0,-1 5 0,5-3 0,4-3 0,-2-3 0,-2 6 0,4-8 0,0 3 0,-2-3 0,6-9 0,-8 3 0,6-8 0,0-1 0,-6-2 0,0-8 0,-10 0 0,-1 2 0,-2 2 0,-6 2 0,-2 1 0,-4 5 0,-3-4 0,-9 13 0,-1-4 0,-4 4 0,4 10 0,-6 1 0,8 8 0,0 1 0,7-1 0,-3 2 0,7 4 0,0-4 0,6 4 0,2-4 0,4-2 0,11-7 0,10-3 0,7-7 0,9 0 0,2 0 0,3 0 0,-2 0 0,12-15 0,-5-4 0</inkml:trace>
  <inkml:trace contextRef="#ctx0" brushRef="#br0" timeOffset="21">2409 6619 8912,'-28'0'0,"-1"0"0,-2 0 0,4 6 0,1 2 0,1 1 0,4 5 0,2 1 0,-2 2 0,2 2 0,3 4 0,11-4 0,-3 12 0,8-6 0,0 1 0,0-5 0,8 6 0,3-6 0,4 2 0,3-2 0,4-2 0,1-2 0,-2 1 0,6-1 0,-8 0 0,4 0 0,-4 0 0,-1 1 0,-9-7 0,-1 0 0,-1 3 0,-7 1 0,0 0 0,-9-3 0,-6 3 0,-5-7 0,-2 3 0,2-3 0,-3-8 0,-1 0 0,1 0 0,2 0 0,2 0 0,7-2 0,1-4 0,7-5 0,-2-12 0,4-6 0,2-3 0,0-3 0</inkml:trace>
  <inkml:trace contextRef="#ctx0" brushRef="#br0" timeOffset="22">2444 6929 8912,'-10'0'0,"2"0"0,12-2 0,8-4 0,-1 4 0,24-19 0,-1 2 0,10-6 0,6 2 0,1-5 0,1-5 0,0-5 0,-1 2 0,-7-4 0,-6 9 0,-7 2 0,-6 8 0,-10-9 0,-3 7 0,-7 8 0,-10 9 0,-11 4 0,-7 2 0,-7 8 0,3 3 0,-2 6 0,1 6 0,-1-4 0,2 14 0,4-5 0,4-1 0,2 2 0,5-8 0,3 4 0,1 0 0,3-6 0,6 0 0,5-8 0,11-7 0,12 2 0,4-4 0,1-2 0,0 0 0,1-10 0,-1-5 0,1-8 0,-1-4 0,-7 6 0,-2-6 0,-8 6 0,0-2 0,-7-7 0,3 11 0,-7-4 0,0 4 0,-6 2 0,-8-1 0,-4 1 0,-3 8 0,-2 1 0,0 8 0,0 0 0,-1 0 0,9 8 0,3 3 0,-2-1 0,3 1 0,1 2 0,2-5 0,2 7 0,0-3 0,6 3 0,-1 2 0,9 6 0,-3 0 0,-1 2 0,-1-2 0,1 6 0,-2 5 0,-1 6 0,7-4 0,-13 6 0,5-5 0,-4 3 0,-2-4 0,0 6 0,0-7 0,0-3 0,0-3 0,-8-4 0,-1-8 0,-1 0 0,-5-8 0,4-3 0,-5-4 0,-1-10 0,6-1 0,-1-8 0,3-8 0,-3-4 0,4-3 0,8-5 0,0-3 0,0 4 0,2-6 0,4 8 0,6-1 0,3 3 0,2 1 0,0 4 0,1 3 0,-1 1 0,8 4 0,3-4 0,7 4 0,5-4 0,4 4 0,7 1 0,3 1 0,3 0 0,-5 2 0,-2 3 0,-14 6 0,-9 5 0,-12-1 0,-3-4 0,-5 4 0,-14-6 0,-5 8 0,3 0 0,-3 0 0,1 0 0,-7 0 0,3 8 0,4 3 0,3 5 0,8 1 0,0 2 0,0 2 0,0 2 0,0-2 0,0-2 0,0-2 0,0 1 0,0-1 0,0 0 0,0-6 0,0 1 0,0 1 0,0-5 0,0-2 0,0-12 0,0-4 0,0-9 0,0-4 0,0-5 0,0-13 0,8 5 0,1-6 0,1 0 0,5 6 0,-4-4 0,5 3 0,1 3 0,0 7 0,0 2 0,1 8 0,-1 8 0,0 3 0,0 6 0,0 6 0,1 11 0,-3 2 0,-4 4 0,3 2 0,-8-2 0,7 5 0,-2-5 0,5-4 0,1-5 0,0-1 0,0-7 0,1-2 0,6-2 0,3-2 0,8-2 0,-1-2 0,0-2 0,7-13 0,-1 2 0,-2-2 0,-2 0 0,-7 1 0,-2 1 0,-2 0 0,-4 0 0,-10 0 0,-5-1 0,-4 9 0,-6-4 0,-6 7 0,-7 2 0,-4 2 0,2 2 0,-4 0 0,4 0 0,-4 0 0,-2 2 0,2 2 0,2 2 0,2 7 0,-4-5 0,0 5 0,2-2 0,4 1 0,4 5 0,3 0 0,2 0 0,3 1 0,5-1 0,3-2 0,9-3 0,7 3 0,15-13 0,1 3 0,7-3 0,4-2 0,3-2 0,3-3 0,0-7 0,-1-3 0,-1-8 0,-4 0 0,-6 2 0,-9 2 0,-6 2 0,-4 2 0,-6 3 0,-9-3 0,1 13 0,-14-6 0,3 8 0,-8 0 0,1 0 0,-6 8 0,-1 1 0,3 9 0,4-1 0,3 0 0,0-7 0,6-1 0,-3-3 0,3-4 0,2 5 0,0-7 0,0 0 0,6-7 0,-1-5 0,1-3 0,2-2 0,1 0 0,7-1 0,-3 1 0,-2 0 0,1 0 0,-1 2 0,1 1 0,1 3 0,3 7 0,1-6 0,0 5 0,0 3 0,0-4 0,1 4 0,-1 4 0,0 4 0,0-2 0,0 5 0,1-1 0,-1-4 0,8-3 0,-6-1 0,4 0 0,-4 0 0,6-7 0,-6-5 0,4-11 0,-4 1 0,0-11 0,2-7 0,2-6 0,-2-7 0,-2-3 0,-7-1 0,-1 0 0,-5-3 0,5 3 0,-7 19 0,2 3 0,-4 13 0,-2 12 0,0 2 0,-2 31 0,-2 14 0,-4 14 0,1 14 0,-1 8 0,-5 13 0,5 2 0,-3 1-757,5-7 757,4 3 0,2-15 0,0 5 0,8-14 0,3-10 0,2-7 0,-1-9 0,3-14 0,-3-4 0,3-11 0,2 1 0</inkml:trace>
  <inkml:trace contextRef="#ctx0" brushRef="#br0" timeOffset="23">4887 6052 8912,'-17'0'0,"0"0"0,7 0 0,5 2 0,10 4 0,12-3 0,12 9 0,19-8 0,9 1 0,8-10 0,4-7 0,8-3 0,1-4 0,0-4 0,-1-11 0,-8-10 0</inkml:trace>
  <inkml:trace contextRef="#ctx0" brushRef="#br0" timeOffset="24">1050 8407 8912,'7'-24'0,"3"-5"0,-1-4 0,-3-1 0,-4 2 0,-4 3 0,-4 6 0,-5 4 0,-10 2 0,-4 0 0,0 1 0,0 5 0,-3-3 0,3 9 0,-2 1 0,4 8 0,-4 3 0,3 5 0,3 5 0,1 4 0,5 10 0,4-3 0,-5 5 0,7-1 0,-1-3 0,3 3 0,7-3 0,0 3 0,0 3 0,0-1 0,1-5 0,5 0 0,-4-8 0,19 5 0,-2-7 0,4 0 0,4-3 0,0-1 0,1-7 0,7 5 0,-1-5 0,1 1 0,-1-5 0,1 2 0,-9 1 0,-3 1 0,-4 2 0,-9 1 0,-4 6 0,-12-5 0,-6-1 0,-11 1 0,-3 5 0,-9-2 0,1-3 0,1 1 0,5-7 0,-5-1 0,5-5 0,3 0 0,-8-15 0,6-4 0</inkml:trace>
  <inkml:trace contextRef="#ctx0" brushRef="#br0" timeOffset="25">1291 7978 8912,'2'-18'0,"3"1"0,-3 8 0,6 1 0,-8 16 0,2 5 0,4 8 0,-3 13 0,7 12 0,-1 4 0,1 2 0,-6-1 0,9 1 0,-5-1 0,1 1 0,3-1 0,-1 1 0,-1 0 0,-2-1 0,-3-7 0,-5 2 0,-2-14 0,-3-11 0,-5-1 0,-7-11 0</inkml:trace>
  <inkml:trace contextRef="#ctx0" brushRef="#br0" timeOffset="26">1256 8476 8912,'0'-17'0,"0"0"0,0 5 0,0 1 0,2-1 0,2-5 0,4 0 0,1 0 0,5 5 0,9 1 0,1-1 0,9-5 0,-1 0 0,5-2 0,-1-4 0,0 4 0,14-14 0,4 7 0</inkml:trace>
  <inkml:trace contextRef="#ctx0" brushRef="#br0" timeOffset="27">1738 8098 8912,'-13'17'0,"-5"0"0,-3-1 0,4-5 0,-6 4 0,-2-3 0,-1 3 0,5 2 0,-2 1 0,5 1 0,7 4 0,-2-4 0,7 4 0,0-4 0,6-8 0,0 1 0,2-7 0,4 5 0,5-2 0,5-3 0,3-5 0,2-2 0,2-3 0,7-5 0,-9-13 0,6 0 0,-2 2 0,-2-4 0,-6 2 0,8-7 0,-12 9 0,5-6 0,-5 2 0,-2 4 0,1 2 0,-8 2 0,3 0 0,1 0 0,-6 7 0,6 4 0,-8 12 0,0 5 0,-6 5 0,0 1 0,2 0 0,2 6 0,2 0 0,0 0 0,8-6 0,-4 0 0,7 1 0,3-1 0,1-8 0,2-3 0,-7-4 0,5-10 0,-4-3 0,5-6 0,1-4 0,0-4 0,0-2 0,-5 4 0,-1-6 0,-5 7 0,6-7 0,-7 8 0,7-2 0,-8 4 0,1 2 0,-3 5 0,-2 1 0,0 7 0,0-2 0,0 12 0,2-2 0,2 7 0,2 3 0,-1-7 0,-5 8 0,8-5 0,4 7 0,-5-7 0,9-3 0,-5-7 0,4-2 0,3-1 0,1-5 0,4-2 0,-4-1 0,4-6 0,-4-6 0,-2 0 0,0 0 0,0 6 0,-5 0 0,-1-1 0,-7 1 0,2 0 0,-4 6 0,-2-1 0,0 8 0,0-3 0,0 7 0,0 0 0,0 7 0,0 5 0,0 3 0,0 2 0,7 0 0,5 1 0,-3 1 0,3 4 0,-2-4 0,3 6 0,-2-2 0,3-1 0,-5 7 0,3-6 0,-8 6 0,1-4 0,-3 1 0,-2 3 0,0-2 0,-7 5 0,-5-11 0,-11 8 0,2-8 0,-8 2 0,3-6 0,-3-6 0,-2-3 0,8-8 0,1 0 0,4 0 0,7-8 0,-1-3 0,9-10 0,-3-2 0,6-2 0,6 2 0,-3 4 0,9-4 0,5 2 0,6-2 0,8 4 0,-5-6 0,1 1 0,8 4 0,-3-4 0,8-1 0,4-4 0,2-3 0,11 1 0,1-1 0,-3-5 0,-9-1 0,-4 4 0,-9-1 0,-5 1 0,-8 0 0,-9-1 0,-7 8 0,3-5 0,-14 15 0,-5 0 0,3 7 0,-3 10 0,-1 0 0,0 2 0,1 4 0,-3 5 0,3 12 0,5-4 0,-1 14 0,8-5 0,0 5 0,0 1 0,2-5 0,4-1 0,3 1 0,8 5 0,1-1 0,-1-4 0,-2 1 0,-3-7 0,3 6 0,-6-6 0,3-2 0,-1-2 0,-7 0 0,2 4 0,-14-4 0,-9 4 0,-8 2 0,-9-2 0,-2 5 0,-5-5 0,-10 8 0,-10-5 0,-8 9 0</inkml:trace>
  <inkml:trace contextRef="#ctx0" brushRef="#br0" timeOffset="28">843 9577 8912,'10'-23'0,"-4"11"0,-5 18 0,-1 13 0,0 14 0,0 7 0,0-2 0,0-2 0,0-3 0,0-3 0,0-1 0,0 1 0,0-3 0,0 0 0,0-2 0,0-2 0,0-6 0,0 0 0</inkml:trace>
  <inkml:trace contextRef="#ctx0" brushRef="#br0" timeOffset="29">826 9456 8912,'0'-19'0,"0"-2"0,-2 0 0,-4 6 0,4-2 0,-5 15 0,-1-6 0,-1 8 0</inkml:trace>
  <inkml:trace contextRef="#ctx0" brushRef="#br0" timeOffset="30">1239 9456 8912,'-19'0'0,"-2"0"0,-2 0 0,2 0 0,8-6 0,3-1 0,2-3 0,3 6 0,6-3 0,5 7 0,-2 7 0,8 5 0,-1 5 0,0 4 0,1 2 0,-8 8 0,3-10 0,-7 7 0,6-1 0,0 2 0,0 1 0,-6-7 0,0-6 0,0-5 0,0 1 0,0-5 0,0 0 0,0-10 0,0-4 0,0-4 0,2-9 0,3-4 0,-1-5 0,8-11 0,1-1 0,2 2 0,-5 2 0,5 1 0,-3 1 0,3 2 0,2 1 0,0 4 0,-1 2 0,-5 4 0,4 10 0,-11 3 0,8 8 0,-3 2 0,5 4 0,-3 5 0,-1 7 0,1 5 0,4-2 0,-3 5 0,3-1 0,2-4 0,1-2 0,1-2 0,4 1 0,-2-3 0,7-4 0,-5-3 0,6-8 0,0-8 0,5-1 0</inkml:trace>
  <inkml:trace contextRef="#ctx0" brushRef="#br0" timeOffset="31">1893 9233 8912,'-25'0'0,"-2"-6"0,-7 0 0,5 1 0,1 5 0,1 5 0,-4 5 0,3 5 0,-1-2 0,4 12 0,6-6 0,5 4 0,11-4 0,-3 6 0,14-8 0,7 1 0,10-3 0,7-4 0,-1 5 0,11-14 0,-8 3 0,-1 3 0,-5-2 0,3 1 0,-8-3 0,-2 2 0,-2 0 0,-2-1 0,1 1 0,-1 2 0,0-3 0,-6-1 0,-1 8 0,-2 1 0,-3-3 0,-6 1 0,-5 1 0,-6-3 0,-3 6 0,-4-7 0,-4 4 0,4 1 0,-4-7 0,4 5 0,2-5 0,-1-2 0,1-2 0,0-10 0,0-2 0</inkml:trace>
  <inkml:trace contextRef="#ctx0" brushRef="#br0" timeOffset="32">2048 9353 8912,'17'0'0,"0"-2"0,0-4 0,-7 5 0,5-9 0,-3 4 0,-5 4 0,9-5 0,-14 14 0,11-3 0,-7 8 0,1-1 0,-1 6 0,-4-5 0,4-1 0,-4 3 0,-2-7 0,7 8 0,3-5 0</inkml:trace>
  <inkml:trace contextRef="#ctx0" brushRef="#br0" timeOffset="33">2099 9216 8912,'0'-27'0,"2"-4"0,4 8 0,-2-5 0,7 5 0,1 0 0,5 6 0,2 5 0,4 1 0,-4 7 0,14-11 0,-6 5 0</inkml:trace>
  <inkml:trace contextRef="#ctx0" brushRef="#br0" timeOffset="34">2633 9044 8912,'-17'9'0,"-6"5"0,0-9 0,-6 9 0,6-3 0,-5-1 0,5 1 0,-6 6 0,8 6 0,6-2 0,-3 6 0,7 2 0,3-3 0,3 1 0,3-2 0,2 4 0,0-6 0,0-1 0,0-4 0,5-1 0,1 0 0,7-7 0,-3-3 0,7-7 0,0 0 0,1-7 0,5-5 0,0-11 0,7-4 0,-1-5 0,3 3 0,1-9 0,-5 4 0,5-6 0,-4-1 0,1 5 0,-1-4 0,-6 4 0,-4 1 0,-2 1 0,-1 7 0,-5 4 0,-5 4 0,-4 10 0,-2 11 0,0 17 0,0 13 0,0 3 0,-6 20 0,0-3 0,0 9 0,6-4 0,0 0 0,2-5 0,4-1 0,4-1 0,7-4 0,0-4 0,0-17 0,0-8 0,3-2 0,3-11 0,3-6 0,3-9 0,0-10 0,7-14 0,0-9 0,4-7 0,-3-1 0,-3 1 0,-7-1 0,-4-1 0,-4-5 0,-4-1 0,-5-4 0,-10 6 0,-10 3 0,-5 10 0,-10 10 0,-3 13 0,-5 8 0,-1 20 0,-7 22 0,1 22 0,0 11 0,8 12 0,3 4 0,6 3 0,4-1 0,9-8 0,3 11 0,7-9-238,0-1 238,7-10 0,12-14 0,14-14 0,5-10 0,14-8 0,-4-6 0,-1-5 0,1-19 0,4-10 0,-6-8 0,0-3 0,-8-14 0,2-4 0,-2-7 0,-5 4 0,-6-1 0,-3-1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2.499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8776 6430 8912,'0'-17'0,"0"6"0,0-1 0,0 6 0,0-5 0,0-2 0,0 5 0,0-2 0,0 5 0,0 1 0,0-8 0,0 9 0,0-5 0,0 8 0,0-8 0,-7 6 0,-5-3 0,3 3 0,-3 2 0,-1 0 0,-8 2 0,-4 1 0,-2 3 0,2 8 0,-9-3 0,3 4 0,-9 2 0,-2 3 0,0 1 0,-2 2 0,0 7 0,-2-1 0,6-3 0,9 3 0,3 2 0,5 1 0,-6 3 0,10-3 0,2-3 0,2 5 0,9 0 0,0 1 0,6 5 0,0-2 0,0 2 0,0-3 0,0 3 0,-6 2 0,1-2 0,-1 0 0,6-6 0,0 1 0,0-1 0,0 2 0,0 5 0,0-11 0,0 4 0,2-3 0,4 3 0,1 1 0,5-1 0,1-5 0,-5-2 0,1-3 0,1 1 0,1-2 0,5-4 0,-7 6 0,8-8 0,-5-5 0,-1-1 0,1-1 0,5 1 0,0 3 0,0-7 0,1 3 0,-1-6 0,2 3 0,2-1 0,2 0 0,7-1 0,-8-3 0,6 4 0,3-4 0,9 4 0,-4-2 0,4 1 0,-3-3 0,-3 4 0,1-4 0,-1-2 0,0 0 0,1 0 0,-6 0 0,-1 0 0,1-2 0,3-2 0,-1-5 0,-2-5 0,1-5 0,3-10 0,1 8 0,1-7 0,-1-1 0,0-5 0,1 5 0,-1 2 0,1 3 0,-1-7 0,-1 6 0,-3-5 0,-1 1 0,-8 6 0,4-4 0,0 2 0,-6-3 0,4 5 0,-4-2 0,-2 2 0,0-2 0,0-3 0,-5-5 0,-3 6 0,-1 1 0,6-7 0,-11 6 0,7-7 0,-2 0 0,-3 5 0,-5 0 0,0 1 0,0-7 0,0 1 0,0 3 0,0-3 0,-2 3 0,-3-9 0,1-2 0,-8 2 0,9 0 0,-5 6 0,0-1 0,-1-7 0,-3 6 0,1-4 0,-1 5 0,-5 7 0,0-5 0,-2 5 0,-2-3 0,-2 2 0,-8 5 0,2 6 0,-5 1 0,-6 0 0,-10 2 0,-7 3 0,-8 5 0,2 7 0,-4 5 0,-2 1 0,2 13 0,4-2 0,11 4 0,12-3 0,4-1 0,1 2 0,1 4 0,7-12 0,2 12 0,8-11 0,0 3 0,0 2 0,7 0 0,3-5 0,7-1 0,0-7 0,0 4 0,1-8 0,5 0 0,4 0 0,7 0 0,8-2 0,3-4 0,13-11 0,3-10 0</inkml:trace>
  <inkml:trace contextRef="#ctx0" brushRef="#br0" timeOffset="1">10532 5089 8912,'11'0'0,"1"0"0,-9-7 0,5 5 0,-16-6 0,-3 8 0,-4 2 0,-3 4 0,-4 11 0,-3 13 0,-2 9 0,-4 6 0,-7 9 0,-4 7 0,-2 10 0,-6 5 0,23-35 0,-1 0 0,2 2 0,-2-2 0,-5 0 0,-1-1 0,4-2 0,-1 0 0,-28 33 0,7-10 0,10-6 0,8-17 0,5-3 0,4-5 0,14-11 0,-1-7 0,9-10 0,-3-8 0,4-3 0,2-18 0,0-8 0,8-7 0,1-9 0</inkml:trace>
  <inkml:trace contextRef="#ctx0" brushRef="#br0" timeOffset="2">9929 5536 8912,'-17'-21'0,"0"2"0,0 4 0,5 9 0,1 0 0,-1 4 0,-12 18 0,4 5 0,-3 19 0,4 6 0,-6 11 0,6 4 0,-4 8 0,6 0 0,6-1 0,-3 7 0,9-1 0,1-7 0,10-9 0,5-13 0,12-4 0,-2-9 0,8-9 0,5-8 0,6-15 0,14-2 0,-1-5 0,7-10 0,3-8 0,5-10-3392,1 1 3392,0-16 0,-6 8 0,-3-15 0,-7-4 0,-5-4 0</inkml:trace>
  <inkml:trace contextRef="#ctx0" brushRef="#br0" timeOffset="3">11065 5158 8912,'0'-12'0,"0"1"0,-2 0 0,-3 1 0,1-5 0,-8 3 0,6 5 0,-5 1 0,7 12 0,-2 7 0,5 8 0,1 8 0,1 5 0,5 6 0,-2-4 0,7 6 0,1-3 0,-2-5 0,5 4 0,-4-9 0,5-4 0,1-2 0,0-12 0,0-11 0,0-11 0,1-18 0,-1-5 0,-2-12 0,-3 0 0,-7-4 0,-3 1 0,-2 3 0,0 6 0,-13 3 0,-4 3 0,-6 7 0,0 4 0,4 12 0,-4 5 0,6 12 0,5 5 0,4 5 0,8 1 0,2 6 0,4 0 0,4 0 0,7-6 0,6-2 0,0-4 0,7-3 0,-1-8 0,3 0 0,11-2 0,2-4 0,-3-3 0,-1-8 0,1 0 0,-2-1 0,-8 1 0,-9 0 0,-5 0 0,-7 0 0,-5-1 0,-4 1 0,-2 6 0,0-1 0,0 10 0,0 2 0,-8 8 0,6 11 0,-4 4 0,4-2 0,2 8 0,0-3 0,0 3 0,2-4 0,2-6 0,2 4 0,7-12 0,-5 12 0,5-13 0,-1-1 0,-1-1 0,6-8 0,-1-2 0,-3-5 0,-3-9 0,-1-7 0,1-3 0,-6 5 0,3-10 0,-7 8 0,6 0 0,0 6 0,0 0 0,-6 0 0,0 5 0,0 1 0,0 7 0,0-2 0,0 12 0,0 3 0,1 11 0,5 2 0,-2-1 0,6 6 0,-3-2 0,7 4 0,-3-6 0,4 0 0,3-6 0,-1-8 0,0-3 0,6-4 0,0-2 0,2-8 0,-2-3 0,-4-12 0,4-6 0,-4-3 0,-2-3 0,0-1 0,0-4 0,-7-2 0,-2-6 0,-3 2 0,1-1 0,0 5 0,-6 1 0,-2 7 0,-4 5 0,4 5 0,-3 6 0,-5 9 0,8 11 0,-4 15 0,4 10 0,2 13 0,0-2 0,2 8 0,4 2 0,4-6 0,1 5 0,1-7 0,1-1 0,4-5 0,6-5 0,-4-4 0,8-8 0,-4 0 0,-4-8 0,4-3 0,-4-4 0,-9-2 0,5-8 0,-5-1 0</inkml:trace>
  <inkml:trace contextRef="#ctx0" brushRef="#br0" timeOffset="4">12029 4969 8912,'0'17'0,"0"-7"0,0 5 0,0-13 0,2 5 0,4-7 0,5 0 0,12-5 0,8-3 0,7-3 0,8-9 0,5 1-3392,7-9 3392,-5-1 0,14-5 0,-6-1 0</inkml:trace>
  <inkml:trace contextRef="#ctx0" brushRef="#br0" timeOffset="5">12769 4625 8912,'-23'0'0,"-2"2"0,0 2 0,0 1 0,-5 9 0,1-3 0,2 6 0,-1 6 0,7-4 0,-2 4 0,3 2 0,3-2 0,8 0 0,3-6 0,4 0 0,2 1 0,0-1 0,2 0 0,4 0 0,3-5 0,8-3 0,1 1 0,-1-1 0,0-5 0,0 2 0,1-2 0,-1 0 0,0 1 0,0-1 0,0-2 0,1-2 0,-1 6 0,0-1 0,-2 1 0,-3 2 0,3-6 0,-3 3 0,3 3 0,0 0 0,-3 1 0,-3-3 0,-3 6 0,-4-7 0,4 7 0,-6-1 0,-6 6 0,-2-5 0,-5-1 0,1 3 0,-1 1 0,0-4 0,1 1 0,-3-8 0,13 1 0,-4-10 0,4-5 0,2-9 0,2-2 0,4-2 0,0-7 0,11 1 0,-4 2 0,10-2 0,-4 3 0,-2-3 0,3 4 0,3 8 0,-10-4 0,4 4 0,-3-4 0,3 9 0,0 5 0,0 1 0,0 4 0,1 2 0,-7 0 0,0 0 0,-1 8 0,2 3 0,1 4 0,-7 3 0,1-1 0,-3 0 0,2 0 0,0 6 0,-6 0 0,0 0 0,0-6 0,0 0 0,0 1 0,0-1 0,-8 0 0,-2 0 0</inkml:trace>
  <inkml:trace contextRef="#ctx0" brushRef="#br0" timeOffset="6">12975 4866 8912,'0'-25'0,"-5"0"0,-3-6 0,-2 3 0,7-1 0,-5 0 0,8 1 0,0 7 0,0-2 0,2 4 0,4 2 0,3 5 0,8 1 0,2 7 0,4-2 0,6 4 0,4-5 0,1 5 0,0-6 0</inkml:trace>
  <inkml:trace contextRef="#ctx0" brushRef="#br0" timeOffset="7">13750 4711 8912,'-25'9'0,"-2"1"0,-5-4 0,3 5 0,-4-3 0,7 7 0,-9-5 0,1-1 0,-1 14 0,3-11 0,3 11 0,4 1 0,8 1 0,2 2 0,3 2 0,7-3 0,3 5 0,2-8 0,0 0 0,0-6 0,0 0 0,2-2 0,3-3 0,-3-4 0,12-10 0,-9-4 0,9-4 0,-5-9 0,3-4 0,-1-7 0,3-8 0,1 1 0,-4-12 0,1 3 0,1-4 0,3-9 0,-5 5 0,1-3 0,1 4 0,-5 9 0,5 2 0,-7 7 0,5 8 0,-5 5 0,-2 2 0,-2 26 0,-2 2 0,0 24 0,0 5 0,0 8 0,2-1 0,1 8 0,3 0 0,8-1 0,-5-7 0,8-4 0,0-4 0,1-3 0,-1-2 0,0-5 0,0-1 0,8-10 0,-4-7 0,6-8 0,-2 0 0,5-8 0,-5-3 0,4-10 0,-6-2 0,-4-8 0,-2 10 0,0-7 0,-1 5 0,-5-4 0,-5 0 0,-4 1 0,-2 5 0,0-2 0,-8 4 0,-3 3 0,-5 5 0,-1 3 0,-6 10 0,0 6 0,2 9 0,-5 8 0,6 9 0,-3 2 0,4 5 0,8-5 0,1 4 0,3-4 0,3-1 0,2-1 0,6-2 0,5-3 0,9-6 0,10-11 0,1-5 0,9-7 0,2 0 0,0-7 0,-5-11 0,-1-8 0,1-9 0</inkml:trace>
  <inkml:trace contextRef="#ctx0" brushRef="#br0" timeOffset="8">14645 4539 8912,'-18'-2'0,"1"-2"0,0-1 0,7 1 0,5 9 0,3 7 0,4 11 0,3 5 0,3 3 0,5 0 0,-1-3 0,1 5 0,3 5 0,1-9 0,-2 11 0,-2-12 0,-1 3 0,1-2 0,1 1 0,-1-7 0,-1-2 0,-9-9 0,5 3 0,-8-6 0</inkml:trace>
  <inkml:trace contextRef="#ctx0" brushRef="#br0" timeOffset="9">14559 4831 8912,'-27'10'0,"4"-4"0,4-5 0,9-1 0,1 0 0,3 0 0,12 0 0,-1 0 0,11-7 0,7-5 0,5-1 0,5-2 0,1-2 0,1 3 0,-1-11 0,-1 8 0,-5 0 0,5-8 0,-14 4 0,4-8 0,4 1 0,-1-7 0</inkml:trace>
  <inkml:trace contextRef="#ctx0" brushRef="#br0" timeOffset="10">14868 4453 8912,'10'-10'0,"-2"1"0,-8 3 0,0 4 0,0-5 0,0 7 0,0 2 0,0 3 0,0 7 0,0 11 0,0-2 0,0 7 0,0 3 0,5 1 0,1 3 0,-2-1 0,-2 1 0,-2-9 0,0 7 0,0-5 0,5-3 0,1-2 0,0-9 0,-6-3 0,0-7 0,0 3 0,2-8 0,4-5 0,-5-4 0,7-7 0,-2 0 0,0 0 0,1 0 0,-1-1 0,-2 3 0,5 2 0,1 3 0,-1 2 0,3 3 0,5 5 0,0 0 0,1 5 0,-1 1 0,0 6 0,0-7 0,0 1 0,6-6 0,0 0 0,2 0 0,-2 0 0,2-2 0,6-4 0,-5-5 0,-1-4 0,2-10 0,-10-4 0,8 2 0,-14-1 0,1 1 0,-12-2 0,0 7 0,-2 2 0,-4 5 0,-5 4 0,-4 5 0,-3 12 0,1 5 0,-6 14 0,0 9 0,0 1 0,6 12 0,2-4 0,3 0 0,-3-4 0,13 3 0,-4-8 0,6-1 0,6-3 0,6-1 0,5-14 0,4 2 0,4-3 0,1-5 0,3-1 0,6-18 0,-1-7 0,8-8 0,2-9 0</inkml:trace>
  <inkml:trace contextRef="#ctx0" brushRef="#br0" timeOffset="11">16038 4573 8912,'-17'6'0,"0"0"0,0-2 0,0-2 0,1-1 0,5 5 0,5 6 0,4 3 0,2 2 0,0 0 0,6 2 0,2 2 0,-1 2 0,1-2 0,3-1 0,-5-3 0,0 0 0,2 0 0,-7 0 0,5 0 0,-4 1 0,-2-1 0,0-6 0,0 1 0,-8-1 0,-1 6 0</inkml:trace>
  <inkml:trace contextRef="#ctx0" brushRef="#br0" timeOffset="12">15866 4522 8912,'-17'-8'0,"6"4"0,-1-7 0,8 5 0,-1-5 0,3 7 0,9-4 0,5 8 0,11-7 0,4-3 0</inkml:trace>
  <inkml:trace contextRef="#ctx0" brushRef="#br0" timeOffset="13">15884 4591 8912,'-18'0'0,"1"-2"0,0-2 0,0-2 0,5-5 0,3 3 0,1-2 0,2-1 0,8 1 0,4 5 0,5 3 0,7 2 0,5 0 0,-4 7 0,4 5 0,2 3 0,-3 2 0,1 8 0,-5 4 0,-1 3 0,0 3 0,-2-1 0,-1 1 0,-5-1 0,-1 0 0,3 1 0,-5-1 0,-2 0 0,-2 1 0,-2-8 0,-2-3 0,-4-6 0,2-9 0,-5-5 0,1-8 0,2-13 0,1-12 0,-1-11 0,0 0 0,8-10 0,2-3 0,2-1 0,5-5 0,-5 2 0,7 5 0,-1 6 0,-3 8 0,3-2 0,1 6 0,3 5 0,1 12 0,0 11 0,-6 4 0,1 2 0,-1 8 0,7 1 0</inkml:trace>
  <inkml:trace contextRef="#ctx0" brushRef="#br0" timeOffset="14">16348 4745 8912,'10'0'0,"-3"0"0,-1 2 0,0 4 0,0-4 0,-6 6 0,2-8 0,3 0 0,-1-8 0,8-4 0,1-3 0,2-2 0,2 0 0,1-8 0,-1 0 0,0-4 0,0-3 0,1 3 0,-3-1 0,-4 1 0,-3-2 0,-8 7 0,0-1 0,0 0 0,-8 4 0,-3 10 0,-6-3 0,-6 8 0,-4 4 0,-2 8 0,1 11 0,1 8 0,-2 10 0,4 1 0,8 4 0,2 2 0,3 4 0,5 4 0,9-14 0,3 4 0,7-4 0,11-3 0,5-5 0,13-5 0,6-11 0,7-6 0,3-5 0,8-8 0,-9-5 0,5-12 0,-2-11 0,-1-7 0,-7-9 0</inkml:trace>
  <inkml:trace contextRef="#ctx0" brushRef="#br0" timeOffset="15">17019 4384 8912,'-7'-9'0,"3"-5"0,-8 9 0,1-1 0,-6 6 0,0 0 0,-1 0 0,1 0 0,-8 8 0,6 7 0,-4 8 0,-2 7 0,4-1 0,4 3 0,4 3 0,3-3 0,-1-3 0,3 1 0,8-7 0,0-2 0,2-3 0,4-7 0,3-3 0,8-8 0,1 0 0,-1 0 0,0 0 0,0 0 0,1 0 0,-1-6 0,0 0 0,0 2 0,0 4 0,1 6 0,-1-4 0,0 15 0,0 0 0,-5 3 0,-3 6 0,-1 1 0,-2 0 0,1 3 0,-5 9 0,4 1 0,-12 0 0,-5-6 0,-5-7 0,-3 5 0,-2-5 0,-2 0 0,-2-4 0,4-10 0,-2-3 0,2-3 0,2-1 0,2-8 0,0-4 0,7-5 0,5-10 0,3-4 0,2-2 0,0-3 0,0-3 0,2-1 0,3 0 0,5-1 0,7 1 0,0-1 0,1 7 0,-1 1 0,0 0 0,0 1 0,8 5 0,-6-4 0,4 8 0,2-1 0,0 1 0,2 0 0,-6 7 0,9-3 0,-7 7 0,-2 2 0,-2 3 0,4 8 0,0 5 0,-2 3 0,-7 4 0,-3 4 0,2 6 0,-5-3 0,-2 3 0,-4-6 0,-2 6 0,0-8 0,0 2 0,0-4 0,0-2 0,0 0 0,0 0 0,-8-7 0,-1 3 0,-9-9 0,1-6 0,0-6 0,0-9 0</inkml:trace>
  <inkml:trace contextRef="#ctx0" brushRef="#br0" timeOffset="16">17209 4522 8912,'0'-35'0,"0"1"0,0 0 0,-8 7 0,8 2 0,0 8 0,8 5 0,9 1 0,8 7 0,3-2 0,13 4 0,4 2 0,13-7 0,3-3 0</inkml:trace>
  <inkml:trace contextRef="#ctx0" brushRef="#br0" timeOffset="17">17725 4401 8630,'-29'16'0,"1"-3"70,-3-1 0,4-1-70,-1 6 0,5 0 0,-4 3 47,2 2-47,2-2 0,8 12 0,3-5 12,7 0 0,3 3-12,2-7 0,7 0 23,5-6 1,5-2 0,6-3-24,6-6 0,1-4 0,1-2 0,-3 0 0,-1-8 0,2-4 0,-2-3 0,-4-2 0,-10-6 0,4 0 0,-9 0 0,3 6 0,-7-2 0,2-4 0,-4 4 0,-4-6 0,-4 8 0,-5 0 0,-5-1 0,-1 3 0,0 2 0,0 1 0,0 8 0,-1-1 0,1 1 0,0-2 0,5 4 0,1-3 0,7 3 0,-5 4 0,3 3 0,4-3 0,2 12 0,11-9 0,7 3 0,3-4 0,2 1 0,-2-1 0,-2-2 0,4 6 0,0 1 0,-2 1 0,-2 5 0,-2-3 0,0 5 0,0 6 0,1-4 0,-3 6 0,-4 0 0,-3-1 0,-8 7 0,0-2 0,-2-8 0,-4 2 0,4-4 0,-13-4 0,6-2 0,-1-1 0,-5-8 0,3 1 0,-3-3 0,-2-9 0,5-5 0,3-11 0,1-5 0,2-5 0,6-1 0,0-8 0,0-4 0,0-4 0,6 4 0,0 0 0,9 8 0,2-2 0,2 4 0,8 5 0,-2 8 0,6 0 0,-3 22 0,11-1 0,1 11 0,0 12 0,-6 19 0,-1 6 0,-4 11 0,-5 5 0,-6 6 0,-1 1 0,-2 0 0,-3 0 0,1-8 0,-7-4 0,15-11 0,-2-4 0</inkml:trace>
  <inkml:trace contextRef="#ctx0" brushRef="#br0" timeOffset="18">26587 10711 8912,'-17'0'0,"8"0"0,-1 0 0,6-2 0,-1-3 0,-1 3 0,6-6 0,0 8 0,7 0 0,-5 0 0,8 0 0,-4 0 0,-3 0 0,9 0 0,-1-6 0,7 1 0,-1-9 0,2 5 0,2-8 0,2 1 0,-2 5 0,-2-4 0,-2 3 0,8 4 0,-4-5 0,8 5 0,1-1 0,-3 5 0,2-2 0,0 4 0,5 2 0,0 0 0,-5 8 0,0 4 0,-1 3 0,7 2 0,-3 0 0,-1-2 0,-2-3 0,-3 1 0,5-7 0,-2-2 0,1-2 0,-3-2 0,2 0 0,-8-8 0,6-9 0,-6-10 0,2 0 0,-1-5 0,-4 5 0,-1-1 0,0-1 0,-5 10 0,-1 2 0,-7-1 0,4 16 0,-7-5 0,5 7 0,-2 0 0,7 2 0,3 2 0,1 1 0,2 7 0,1-6 0,6 7 0,-3-9 0,8 7 0,-6-7 0,6 2 0,1-4 0,1-2 0,-2 0 0,1 0 0,-7 0 0,8 0 0,-10 0 0,7 0 0,-7 0 0,2 0 0,-3 0 0,-3 0 0,0 0 0,0 0 0,0 2 0,1 3 0,-1 5 0,0 7 0,0 0 0,0 0 0,1 1 0,1 5 0,4-1 0,-4 3 0,4-2 0,-6-4 0,-6 4 0,5-4 0,-5-1 0,-3-1 0,7-8 0,-5 7 0,7-22 0,0 0 0,-2-11 0,-3-12 0,-4-7 0,-8-16 0</inkml:trace>
  <inkml:trace contextRef="#ctx0" brushRef="#br0" timeOffset="19">27999 9267 8912,'-2'-11'0,"-2"-1"0,-2-1 0,0 5 0,4 1 0,-3 7 0,3 1 0,-4 7 0,2 9 0,-2 10 0,3 15 0,-9 10 0,1 14 0,-8 17 0,-2 6 0,10-40 0,-1 0 0,-3 1 0,-1 1 0,2 1 0,-1-1 0,-1 0 0,0-1 0,-1 0 0,-1-2 0,-14 38 0,3-14 0,6-8 0,4-13 0,4-9 0,3-13 0,-3-4 0,13-16 0,-4-3 0,12-12 0,4-3 0,-1-16 0,-3-8 0,-4-11 0,-10-1 0,-1-15 0</inkml:trace>
  <inkml:trace contextRef="#ctx0" brushRef="#br0" timeOffset="20">27534 9852 8912,'-25'0'0,"0"2"0,-4 3 0,5-1 0,6 8 0,9 1 0,3 8 0,4 6 0,2 5 0,8 1 0,3 13 0,5-1 0,1 7 0,0 0 0,0-1 0,0-1 0,1-4 0,-3 1 0,-2-8 0,-1-7 0,-1-5 0,7-10 0,-1-2 0,0-3 0,2-5 0,4-7 0,4-7 0,7-5 0,3-11 0,3-5 0,-4-5 0,6-3 0,0-4 0,-6 2 0,5-8 0,-5-2 0,-2-2 0,1-1 0</inkml:trace>
  <inkml:trace contextRef="#ctx0" brushRef="#br0" timeOffset="21">27190 8648 8912,'-18'0'0,"1"-2"0,0-2 0,0-1 0,0-1 0,-1 8 0,1 4 0,0 5 0,0 4 0,5 12 0,1 7 0,1 3 0,-1 9 0,3 5 0,8 7 0,0 1 0,2-6 0,4-1 0,5-8 0,5-8 0,1-7 0,6-6 0,0-12 0,0 2 0,-6-7 0,0 0 0,0-14 0,0-3 0,6-6 0,0-6 0,-2-6 0,-1-11 0,-5 2 0,-4-8 0,-5-2 0,-4 0 0,-2 2 0,-2-1 0,-4 7 0,-3 1 0,-10 11 0,-4 5 0,-6 4 0,-4 9 0,-1 4 0,2 6 0,3 6 0,-4 11 0,14 10 0,-2 8 0,8-1 0,5 0 0,8 1 0,4-7 0,7 1 0,1-8 0,20 2 0,-3-12 0,4-5 0,1-4 0,0-2 0,1 0 0,7-15 0,2-4 0</inkml:trace>
  <inkml:trace contextRef="#ctx0" brushRef="#br0" timeOffset="22">27499 8734 8912,'-17'-9'0,"8"1"0,1 16 0,8 7 0,0 8 0,2 7 0,4-1 0,5 3 0,-1 3 0,1-1 0,1-7 0,5-4 0,-6-4 0,1-2 0,-1 0 0,7-1 0,-1-5 0,0-5 0,0-4 0,-5-2 0,-1-2 0,2-4 0,-3-5 0,1-12 0,-5 2 0,4-10 0,-3-3 0,-3-4 0,0 3 0,2 7 0,-4 7 0,3-2 0,-3 4 0,-2 1 0,0 9 0,0 5 0,0 15 0,6 9 0,0 14 0,7 8 0,-1 4 0,3 2 0,2-3 0,2-3 0,2-9 0,2-4 0,0-5 0,-4-8 0,4-5 0,-4-3 0,6-10 0,-7-4 0,-1-11 0,-2-14 0,-2-9 0,-1-9 0,1-7 0,-5-9 0,0 4 0,-8-8 0,5 1 0,1-1 0,-2 0 0,-2 2 0,-2 4 0,-6 12 0,0 12 0,2 9 0,3 13 0,-1 18 0,-4 17 0,4 14 0,-4 16 0,4 7 0,2 6 0,0 8 0,0 0 0,0 0 0,6-8 0,2-2 0,1-2 0,5 1 0,1-9 0,2-1 0,-2-8 0,-3-2 0,1-3 0,-7-7 0,7-10 0,-11-3 0,-2-13 0,-9 6 0</inkml:trace>
  <inkml:trace contextRef="#ctx0" brushRef="#br0" timeOffset="23">28050 8889 8912,'-11'0'0,"-1"0"0,8-2 0,-1-4 0,3 4 0,17-15 0,8 2 0,9-8 0,9-2 0,5 0 0,3-5 0,3 1 0,-1-3 0,7-3 0,-1 1 0,-1-1 0,-10 1 0,-6 7 0,-10 2 0,-1 1 0,-19 12 0,-10 1 0,-8 7 0,-17 6 0,8 3 0,-8 11 0,-2 9 0,0 1 0,3-3 0,6 6 0,1-6 0,0 5 0,5-5 0,3 4 0,1-2 0,4-4 0,3-2 0,1-2 0,0 1 0,0-1 0,0 0 0,7-8 0,5-3 0,3-4 0,4-2 0,4 0 0,-2 0 0,8 0 0,-8 0 0,2 0 0,2 0 0,-3 0 0,1 2 0,-5 2 0,-3 3 0,-4 3 0,5 1 0,-14 12 0,3 2 0,-3 2 0,-2 2 0,-7-1 0,-5 1 0,3-2 0,-3 1 0,-1-5 0,-1-4 0,1-1 0,1-3 0,-1-4 0,5-3 0,1-10 0,7-4 0,-8-11 0,-1-10 0</inkml:trace>
  <inkml:trace contextRef="#ctx0" brushRef="#br0" timeOffset="24">28807 8631 8912,'10'17'0,"-4"0"0,1 2 0,-1 4 0,2-2 0,-3 8 0,-3 0 0,4 5 0,-6-1 0,-6-5 0,-3 5 0,-8-7 0</inkml:trace>
  <inkml:trace contextRef="#ctx0" brushRef="#br0" timeOffset="25">28738 8545 8912,'-7'-27'0,"-5"4"0,5 4 0,1 2 0,4 0 0,2 0 0,0-1 0,8 9 0,3 1 0,6 3 0,6-1 0,-4 0 0,14 6 0,1 0 0,10 0 0</inkml:trace>
  <inkml:trace contextRef="#ctx0" brushRef="#br0" timeOffset="26">29427 8528 8912,'-27'11'0,"2"1"0,0 1 0,6-3 0,-4 1 0,4 1 0,4 10 0,1 3 0,3 2 0,1 0 0,-1 1 0,3 5 0,8-4 0,0 3 0,0 2 0,6-7 0,0-4 0,7-4 0,-3-3 0,7-7 0,0-9 0,-2-15 0,-3-14 0,3-5 0,-3-6 0,-3 1 0,3-6 0,-8-1 0,9-6 0,-5 1 0,-1 1 0,3 2 0,-1 2 0,-3 2 0,6-1 0,-9 2 0,7 11 0,-4 3 0,-4 5 0,5 14 0,-7 4 0,0 12 0,0 5 0,0 14 0,2 8 0,4 5 0,-4 10 0,5-4 0,-1 1 0,0 1 0,7-7 0,-5 1 0,5-10 0,-1-1 0,-1-8 0,6 2 0,1-4 0,-1-2 0,6-7 0,0-5 0,0-3 0,2-2 0,-6-7 0,8-9 0,-5-7 0,-4-1 0,-1 1 0,-2 2 0,-9-8 0,0 8 0,-8-2 0,-4 4 0,-4 9 0,-7 5 0,0 3 0,0 4 0,-2 3 0,-4 7 0,4 11 0,-6 4 0,8 7 0,5 6 0,1 0 0,7 6 0,0-6 0,8-2 0,9-1 0,16-5 0,11-3 0,15-6 0,9-12 0,10-5 0,6-12 0,-3-11-325,-3-12 0,-10-18 1,-5-7-1</inkml:trace>
  <inkml:trace contextRef="#ctx0" brushRef="#br0" timeOffset="27">30631 8012 8912,'-26'10'0,"-7"-3"0,12-9 0,-8-3 0,16 3 0,-2-6 0,22 12 0,7 7 0,7 12 0,-2 8 0,8 17 0,-6 5 0,2 4 0,-4 4 0,-6 1 0,3 1 0,-15 0 0,5 0 0,-4-8 0,-4 1 0,-4-9 0,-3-12 0,-16-3 0,-2-5 0</inkml:trace>
  <inkml:trace contextRef="#ctx0" brushRef="#br0" timeOffset="28">30459 8562 8912,'0'-17'0,"-5"0"0,-1 0 0,0-1 0,6 1 0,0 8 0,2-7 0,4 7 0,5-1 0,6-5 0,6 5 0,8-1 0,7 0 0,-1-9 0,10 1 0,-5-4 0,2 4 0,-5-6 0,7 4 0,-10-7 0,-4-3 0,-9-1 0,0 3 0,-11 0 0,-7 1 0,-3 1 0,-4 2 0,-3 8 0,1 6 0,-8-1 0,1 8 0,-6-1 0,7 3 0,1 2 0,5 2 0,-2 3 0,0 7 0,6 11 0,0 5 0,0 5 0,0 1 0,0 1 0,2-1 0,4 0 0,-4 1 0,4-1 0,3-7 0,-5 3 0,8-7 0,-7 0 0,7-6 0,-1-7 0,6-4 0,1-6 0,-1-6 0,-4-5 0,4-12 0,-9-4 0,9-8 0,-3 1 0,3 0 0,-6 5 0,1 0 0,-8 8 0,9 2 0,-7 8 0,-2-3 0,-3 7 0,-1-1 0,8 22 0,4 3 0,3 2 0,2-8 0,8 5 0,4-5 0,3-3 0,4-3 0,3-3 0,1-2 0,6 0 0,-6 0 0,0-9 0,-6-8 0,1-3 0,-1-8 0,-1 1 0,-4-2 0,-12 5 0,-10 1 0,-7 0 0,-2 6 0,-3 7 0,-7 4 0,-3 8 0,-10 6 0,-4 9 0,-1 6 0,1 0 0,4 7 0,8-1 0,0-4 0,7 5 0,5-7 0,5 0 0,5-5 0,7-1 0,18-8 0,12-3 0,14-6 0,13-6 0,7-3 0,10-8 0,4-3-1166,-4-3 1166,-4 4 0,-20-5 0,-1 4 0,-12 1 0,-8 2 0,-13 4 0</inkml:trace>
  <inkml:trace contextRef="#ctx0" brushRef="#br0" timeOffset="29">29737 9336 8912,'-10'-8'0,"-5"6"0,13-5 0,-6 14 0,10 7 0,4 5 0,5 6 0,5 1 0,-5 3 0,1 7 0,1 4 0,0-3 0,1 3 0,-5-4 0,-1-1 0,3-7 0,-5-1 0,0-2 0,1-4 0,-5-8 0,4-1 0,4-9 0,-1 1 0,1-8 0,7-5 0,0-8 0,0-6 0,6 0 0,-3 0 0,-3 6 0,0 1 0,0 5 0,0 3 0,1 3 0,-1-1 0,0 0 0,0 6 0,0 2 0,1 4 0,-1-4 0,0 5 0,0 1 0,0-6 0,1 6 0,-3-10 0,-4-4 0,5 4 0,-7-13 0,8 1 0,1-7 0,-7 2 0,-1-4 0,-3 4 0,-3 2 0,-2 0 0,-2 0 0,0-1 0,-8 9 0,-1-5 0,-8 9 0,-1 1 0,1 10 0,0 5 0,2 4 0,3 3 0,-3 6 0,13-4 0,-4 4 0,4 1 0,2-6 0,2 6 0,4-8 0,4-7 0,7-4 0,8-4 0,5-2 0,9 0 0,-1-2 0,8-6 0,0-7 0,-2-6 0,-2-10 0,-8 10 0,-1-6 0,-5 3 0,-5-5 0,-11 6 0,-5 0 0,-7 6 0,0 0 0,-7 5 0,-5 1 0,-3 7 0,-2-2 0,-1 4 0,-1 2 0,-4 0 0,6 8 0,-2 3 0,6 5 0,-1 1 0,7 0 0,-7 0 0,9 0 0,-1 1 0,6-1 0,2-2 0,3-3 0,-1-3 0,8-5 0,1 2 0,2-1 0,3-5 0,-1 0 0,0 0 0,2 0 0,2-2 0,2-1 0,-2-3 0,-2-7 0,-2 5 0,-1-5 0,-5 1 0,5 3 0,-7-5 0,3 5 0,-1 1 0,-1-5 0,1 1 0,4-1 0,-3 1 0,-4-11 0,-1 4 0</inkml:trace>
  <inkml:trace contextRef="#ctx0" brushRef="#br0" timeOffset="30">30838 9301 8912,'-12'0'0,"1"0"0,7 0 0,-3-7 0,7 5 0,7-8 0,5 7 0,3-3 0,2 2 0,0 2 0,1 4 0,-1 4 0,0 5 0,-6-1 0,1 1 0,-6 1 0,5 5 0,-7-8 0,4 7 0,-8-5 0,0 4 0,0-3 0,0-1 0,0 3 0,0-5 0,0 3 0,-8-8 0,6 3 0,-6-14 0,8-5 0,0-3 0,0-2 0,0-2 0,0-2 0,0-2 0,8-2 0,4 4 0,3-2 0,-4-6 0,1 6 0,-1-2 0,5 2 0,-5-5 0,12 3 0,-4 0 0</inkml:trace>
  <inkml:trace contextRef="#ctx0" brushRef="#br0" timeOffset="31">31234 8940 8912,'-12'6'0,"1"0"0,7 0 0,-4 1 0,8 5 0,0 3 0,0 8 0,0 0 0,8 7 0,3-1 0,5 4 0,-3 1 0,2 0 0,5 1 0,1-3 0,-4-1 0,0-4 0,0-3 0,-7-8 0,5-3 0,-3-7 0,3-2 0,2-3 0,-2-2 0,-1-5 0,-3-6 0,-7-11 0,11-3 0,-5-9 0</inkml:trace>
  <inkml:trace contextRef="#ctx0" brushRef="#br0" timeOffset="32">31148 9198 8912,'-25'10'0,"6"3"0,-4-7 0,11 0 0,5-6 0,10 0 0,9 0 0,11 0 0,7 0 0,13-6 0,2-2 0,5-1 0,2-3 0,-1-5 0,-1 0 0,-4 0 0,-4 0 0,8-8 0,3-2 0</inkml:trace>
  <inkml:trace contextRef="#ctx0" brushRef="#br0" timeOffset="33">31733 8614 8912,'-10'0'0,"3"0"0,1 7 0,0 5 0,0 5 0,6 6 0,0-2 0,0 8 0,0 1 0,2 8 0,2 3 0,2-3 0,0-2 0,-1-9 0,1-4 0,7-4 0,-3-2 0</inkml:trace>
  <inkml:trace contextRef="#ctx0" brushRef="#br0" timeOffset="34">31888 8648 8912,'-12'2'0,"1"4"0,1-2 0,-1 7 0,3 1 0,8 5 0,0 8 0,0 3 0,0 7 0,0 5 0,0 4-53,0 0 1,0 5 0,0-5 0</inkml:trace>
  <inkml:trace contextRef="#ctx0" brushRef="#br0" timeOffset="35">28738 9422 8912,'-9'2'0,"1"2"0,3 3 0,-1 3 0,0-5 0,8 7 0,4 1 0,5 5 0,4 4 0,3-1 0,1 6 0,4-2 0,-2-2 0,6-8 0,-3-3 0,-3-7 0,-1-3 0,-3-2 0,0-7 0,0-3 0</inkml:trace>
  <inkml:trace contextRef="#ctx0" brushRef="#br0" timeOffset="36">29031 9284 8912,'-10'0'0,"5"0"0,10 0 0,5 8 0,7 3 0,8 7 0,4 5 0,3 5 0,3-1 0,-1 2 0,1-8 0,-1 3 0</inkml:trace>
  <inkml:trace contextRef="#ctx0" brushRef="#br0" timeOffset="37">3941 9181 8912,'-17'0'0,"-1"0"0,9 0 0,3 0 0,12 0 0,1 8 0,7 5 0,-3 8 0,1 8 0,5 11 0,0 6 0,0 11 0,1 14 0,-3 13 0,-2 4 0,-1-2 0,1-4 0,-3-10 0,1 3 0,-7-14 0,2-9 0,-4-10 0,-2-14 0,0-10 0,0-20 0,-2-16 0,-4-8 0,-4-7 0,-7-15 0,0-5 0,0-6 0,0-4 0,-1-6 0,-1-2 0,-4-3 0,4-5 0,-4 7 0,12 3 0,3 6 0,8 0 0,0 4 0,2 9 0,4 4 0,11 4 0,8 17 0,4 8 0,1 2 0,-5 9 0,0 4 0,0 6 0,-4 8 0,-10 3 0,3 10 0,-7 3 0,3 5 0,-6 1 0,3 8 0,-7 2 0,0 0 0,0 6 0,0-6 0,0 1 0,0 1 0,0-7 0,2 3 0,2-8 0,2 0 0,7-7 0,-9-4 0,7-12 0,1-3 0,5-8 0,-5-2 0,1-4 0,6-5 0,-2-6 0,6-6 0,4-4 0,2-7 0,3-1 0,1 1 0,-3 0 0,-1-1 0,-8 1 0,4 7 0,-10 4 0,-3 4 0,-5 10 0,-7 1 0,-2 8 0,-3 2 0,-7 4 0,-5 7 0,-6 8 0,4 6 0,-6 7 0,8 0 0,0 1 0,-1-1 0,9 2 0,3 3 0,4 1 0,2-8 0,2-1 0,6-10 0,9-6 0,10-7 0,15-10 0,9-10 0,11-11 0,5-15 0,7-11-265,1-9 1,-3-1 264,-9 2 0,-11 3 0,-12-3 0,-5 5 0,-7 7 0,-5 4 0,-11 11 0,-7 1 0,-3 16 0,-9-8 0,-5 15 0,-3 2 0,-2 2 0,0 2 0,1 2 0,5 4 0,-5 4 264,5 7 1,3 2-265,3 4 0,3-4 0,2 6 0,0 0 0,0-6 0,0 5 0,2-6 0,3-1 0,5 0 0,7 0 0,0 0 0,1 1 0,-1-1 0,2 0 0,4 0 0,-4 0 0,4 1 0,-4 1 0,-2 4 0,0 5 0,1 12 0,-9-3 0,-3 5 0,-4 0 0,-2-6 0,-6 6 0,-2-8 0,-1 1 0,-4-8 0,-9-4 0,0-6 0,1-6 0,1-3 0,3-8 0,0-8 0,0-3 0,7-12 0,4-6 0,5-9 0,1-2 0,7-8 0,5 0 0,3-7 0,10 1 0,-6-5 0,6 8 0,-2 1 0,0 4 0,7-2 0,-1 8 0,3 2 0,3 9 0,-3 5 0,-1 8 0,-2 5 0,-8 3 0,4 8 0,-8 2 0,0 4 0,0 3 0,0 14 0,-1 2 0,-3 2 0,-1 3 0,-7-3 0,5 2 0,-2 1 0,5-5 0,-11 0 0,5-8 0,1 0 0,-6 8 0,6-11 0,-8 3 0,-2-6 0,-4 1 0,-9-7 0,-8-10 0,-8-12 0,4-10 0</inkml:trace>
  <inkml:trace contextRef="#ctx0" brushRef="#br0" timeOffset="38">5404 9095 8912,'0'-23'0,"0"0"0,0 0 0,0 6 0,0 0 0,1 2 0,5 3 0,4 5 0,9 7 0,4 0 0,-2 0 0,8 0 0,-1 7 0,7 3 0,1 1 0,4 1 0,-4-1 0,3 4 0,-9-3 0,3 3 0,-12-7 0,4 5 0,-6-1 0,2-1 0,-19 1 0,5-3 0,1-1 0,-6 5 0,2-1 0,-6 3 0,-4 2 0,-7 8 0,9-4 0,-8 8 0,7-6 0,-7 5 0,8-5 0,-1 6 0,-3-8 0,2 2 0,1-4 0,6-4 0,5-3 0,-2 1 0,7-7 0,3-4 0,1-6 0,2-6 0,1-9 0,-1-4 0,0-5 0,-7-5 0,3-1 0,-7-1 0,-1 3 0,-5 3 0,0-1 0,0 7 0,0 2 0,0 2 0,-2 7 0,-3 1 0,-5 7 0,1-4 0,1 8 0,16 0 0,9 8 0,10 1 0</inkml:trace>
  <inkml:trace contextRef="#ctx0" brushRef="#br0" timeOffset="39">6126 9112 8912,'27'0'0,"-8"6"0,-7 0 0,1-2 0,-5-2 0,-1-1 0,-7 5 0,0 6 0,0 3 0,0 4 0,0 4 0,0-4 0,0 6 0,0-8 0,0 0 0,0 0 0,2 1 0,4-1 0,-4-8 0,6-1 0,-8-8 0,0-2 0,0-4 0,0-5 0,0-4 0,-6-4 0,0-4 0,2-6 0,2 2 0,2 1 0,0-1 0,0 0 0,0 6 0,2-10 0,2 9 0,2 1 0,7 3 0,-1 7 0,11-4 0,-2 7 0,7-4 0,-5 5 0,4 7 0,-2 0 0,5 7 0,-3 5 0,0 3 0,-4 2 0,-4 1 0,-2-1 0,8 8 0,2 1 0</inkml:trace>
  <inkml:trace contextRef="#ctx0" brushRef="#br0" timeOffset="40">6970 8940 8912,'-35'18'0,"1"-1"0,-1 2 0,1 4 0,7 4 0,4 7 0,4-7 0,4 3 0,3-7 0,5 0 0,7-6 0,2 1 0,3-3 0,7-4 0,3-3 0,8-8 0,0 0 0,7-8 0,-1-3 0,-4-4 0,0-3 0,0 1 0,-14-8 0,12 6 0,-13-4 0,-1 4 0,-1-6 0,-8 6 0,-2-4 0,-4 4 0,1 2 0,-11 0 0,-3 2 0,0 3 0,0-3 0,0 7 0,-2-5 0,-2 1 0,0 1 0,6-6 0</inkml:trace>
  <inkml:trace contextRef="#ctx0" brushRef="#br0" timeOffset="41">7434 8442 8912,'0'-25'0,"0"-2"0,-2 1 0,-4 3 0,-3 3 0,-8 3 0,5 8 0,1 3 0,1 14 0,-1 9 0,1 10 0,6 13 0,-1 6 0,-1 11 0,6 4 0,0 8 0,6 0 0,-1-1 0,7 1 0,-3-2 0,7-4 0,-3-2 0,10-5 0,-4-1 0,-2-5 0,1-6 0,-1-18 0,-8-1 0,-1-8 0</inkml:trace>
  <inkml:trace contextRef="#ctx0" brushRef="#br0" timeOffset="42">7296 9044 8912,'-26'0'0,"3"0"0,4 0 0,9 0 0,2 0 0,31-4 0,12-6 0,11-7 0,7-10 0,5 4 0,-3-1 0,8 1 0,-7 5 0,-1-1 0,-7 6 0,-14 9 0,-17 4 0,-17 17 0,-9 10 0</inkml:trace>
  <inkml:trace contextRef="#ctx0" brushRef="#br0" timeOffset="43">5817 10729 8912,'-10'-27'0,"-3"2"0,7 8 0,-2 5 0,2 1 0,5 15 0,-5 3 0,4 12 0,2 10 0,0 4 0,0 1 0,0 2 0,2 2 0,2 3 0,3-3 0,3-2 0,-6-2 0,1 1 0,3-1 0,-2 1 0,7-9 0,-11 7 0,6-6 0</inkml:trace>
  <inkml:trace contextRef="#ctx0" brushRef="#br0" timeOffset="44">5817 10608 8912,'-18'-34'0,"1"1"0,2 3 0,3 3 0,7 2 0,3 4 0,2 12 0,0 9 0,0 9 0,0 14 0,0 4 0,0 0 0,0 3 0,0-7 0,0-2 0,0-2 0,0-2 0,0 1 0,5-7 0,1 0 0,2-7 0,-2 2 0,-5-12 0,7-3 0,-8-8 0,0-1 0,0 1 0,0 0 0,0 0 0,0 5 0,0 1 0,0 7 0,8-4 0,-6 8 0,5 0 0,1 16 0,2 3 0</inkml:trace>
  <inkml:trace contextRef="#ctx0" brushRef="#br0" timeOffset="45">6230 10694 8912,'-10'0'0,"-3"2"0,7 4 0,-8-4 0,13 7 0,-5-3 0,4-2 0,2 7 0,0 3 0,0 1 0,0 2 0,0 0 0,6 0 0,-1 1 0,3-7 0,-2 1 0,-4-9 0,5 5 0,-7-10 0,0-4 0,0-5 0,0-4 0,6-4 0,0-4 0,5 4 0,-5-4 0,7-2 0,-1 2 0,3 0 0,2 8 0,1 3 0,-1-1 0,0 7 0,0-5 0,2 5 0,2 2 0,2 2 0,0 10 0,-4-4 0,4 7 0,-4 1 0,4 5 0,-3-2 0,-3-2 0,0-1 0,0-8 0,0 11 0,1-13 0,-1 6 0</inkml:trace>
  <inkml:trace contextRef="#ctx0" brushRef="#br0" timeOffset="46">6711 9955 8912,'-7'-12'0,"-5"1"0,3 7 0,-3-2 0,8 4 0,-9 10 0,7 4 0,-5 16 0,5 10 0,2 10 0,2 11 0,2 6 0,0 4 0,0 11 0,2 1 0,4-5 0,4-3 0,12-12 0,1-4 0,6-11 0,-4-8 0,0-9 0,2-10 0,-1-6 0,-5-9 0,4 2 0,-8-12 0,1-9 0,-1-8 0,0-8 0,-2 3 0,-3-5 0,-4-9 0,-8 6 0,0-4 0,0 3 0,-8-1 0,-2 2 0,-1 5 0,-1 5 0,1 3 0,-1 11 0,1 1 0,5 9 0,-5 2 0,7 9 0,-2 14 0,4 6 0,2 3 0,0 5 0,2 1 0,4 2 0,5-2 0,7-1 0,5-3 0,1-7 0,5-4 0,4-6 0,-5-6 0,3-3 0,-2-8 0,-3-2 0,-7-4 0,-1-5 0,3-4 0,-19-3 0,3 1 0,-10-8 0,-5-1 0</inkml:trace>
  <inkml:trace contextRef="#ctx0" brushRef="#br0" timeOffset="47">6591 10557 8912,'-17'9'0,"0"-3"0,-1-4 0,9-2 0,1 0 0,18-8 0,7-5 0,12-8 0,7-6 0,6-2 0,2 1 0,-6-1 0,4-5 0,-7-1 0</inkml:trace>
  <inkml:trace contextRef="#ctx0" brushRef="#br0" timeOffset="48">7210 10264 8912,'-11'16'0,"-1"-5"0,9-3 0,-5-8 0,8 0 0,0 0 0,8 0 0,3 2 0,4 3 0,3 7 0,-1 3 0,0-5 0,-5 5 0,-1-4 0,-7 5 0,2 1 0,-3 0 0,1 0 0,2 0 0,0 1 0,-6-7 0,0 1 0,0-9 0,0 3 0,0-12 0,0-3 0,0-8 0,2-2 0,3-4 0,5 3 0,5-10 0,0 5 0,3-2 0,-13 6 0,18-4 0,-11 10 0,3 4 0,2-5 0,1 9 0,-1-5 0,0-1 0,0 5 0,0 1 0,1-3 0,-1 1 0,0 5 0,0-11 0,0 5 0,-7-7 0,-4 0 0,-4-1 0,-4 9 0,-4 3 0,-5 4 0,-5 2 0,-1 0 0,0 0 0,0 8 0,1 1 0,5 9 0,-4 1 0,3 4 0,4-2 0,3 7 0,3-5 0,2 6 0,0-8 0,0 2 0,0-2 0,2 0 0,3 0 0,7-4 0,3-4 0,10-9 0,2 4 0,7-8 0,1 0 0,-1-8 0,-5-7 0,-1-8 0,-5-8 0,4 3 0,-2-5 0,-2-1 0,-12 1 0,1 5 0,-8-5 0,1 7 0,-3-1 0,-2 2 0,0 8 0,0 0 0,0-1 0,0 1 0,-7 8 0,5 1 0,-12 10 0,9 4 0,7 3 0,1 8 0,9 1 0,1-1 0,3 0 0,3 0 0,2 0 0,2 1 0,0-1 0,-6 0 0,0 2 0,0 4 0,0-4 0,-7 8 0,-4-4 0,-6 5 0,-6 13 0,-5 1 0,-12 5 0,-8-1 0,-7 2 0,0-4 0,-8 2 0,7-14 0,-1 3 0,4-14 0,1-4 0,7-8 0,-1-9 0,0-7 0,-5-3 0</inkml:trace>
  <inkml:trace contextRef="#ctx0" brushRef="#br0" timeOffset="49">8157 9508 8912,'9'-17'0,"-1"-1"0,-8 1 0,0 0 0,0 7 0,0 3 0,0 7 0,8 9 0,3 9 0,5 14 0,1 14 0,2 11 0,4 6 0,5 4 0,5 0 0,1-4 0,1 4 0,-1-6 0,1 6-221,-1-4 221,1-11 0,-9-5 0,-5-7 0,-7-1 0,1 5 0,-15-14 0,0 1 0,-10-10 0,-5-8 0,-10-13 0,-1 0 0</inkml:trace>
  <inkml:trace contextRef="#ctx0" brushRef="#br0" timeOffset="50">8209 10006 8912,'-18'0'0,"9"0"0,24 0 0,19-17 0,37-13 0,-26 7 0,2-2 0,5-4 0,3-1 0,10-9 0,2-1 0,5-1 0,1-2 0,9-2 0,3-1-1418,-24 13 1,1 1 0,0 1 1417,2 1 0,0 1 0,-3-2 0,21-15 0,-5-1 0,-6 4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2.550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4543 14425 8912,'-23'-17'0,"0"2"0,2 3 0,2 6 0,9 6 0,5 6 0,12-2 0,11 7 0,1-5 0,9 4 0,3-3 0,3 1 0,7-2 0,3-4 0,7 3 0,1-3 0,7 4 0,4 0 0,-2-1 0,2-5 0,1 8 0,6 2 0,5 3 0,5 4 0,4-2 0,2 14 0,-39-12 0,0 1-616,2 0 0,0 4 616,1 5 0,1 1 0,-3-5 0,0 0 0,-2 5 0,-1 1 0,-1-2 0,0 0 0,42 19 0,-42-24 0,0-1 0,44 21 0,-2-3 0,4-11 0,-27-3 0,0-10-351,-7-3 351,-5 3 0,-7-11 0,-3 8 0,-7-9 0,-5 3 0,-6-4 0,-12-2 0,-3 0 394,-8 0 1,-2 0 0,-4 0-395,-5 0 0,1 0 199,-1 0 1,-1-2-200,-5-4 0,0-3 0,-1-16 0,1-2 0</inkml:trace>
  <inkml:trace contextRef="#ctx0" brushRef="#br0" timeOffset="1">6746 14494 8912,'-2'-17'0,"-4"-1"0,4 1 0,-5 6 0,9 3 0,3 6 0,5 8 0,7 17 0,8 6 0,4 11 0,1 11 0,1 12 0,-4 6 0,-3 6 0,-1-5 0,-7 16 0,-5 0-1136,-5 10 1136,-8-42 0,-2 1 0,-1-6 0,-1 1 0,-5 2 0,-3-1 0,-3 0 0,-1-1 0,2-3 0,-2 0 0,-9 4 0,-2-1 0,3-3 0,-1-2 0,-2-3 0,-1 0 0,-1 3 0,-1-2 0,-37 22 0,0-6 0,0-7 0</inkml:trace>
  <inkml:trace contextRef="#ctx0" brushRef="#br0" timeOffset="2">1463 13136 8912,'-17'-39'0,"-3"3"0,-1 5 0,-2 5 0,2 5 0,2 2 0,0 3 0,-2 5 0,-2 5 0,2 4 0,2 2 0,2 0 0,0 0 0,-1 8 0,1 5 0,2 8 0,3 8 0,-3 3 0,13 16 0,-4 6 0,5 7 0,1 9 0,0 5 0,0 7 0,0-2-110,7 1 0,3 5 0,7 0 110,0-1 0,0 1 0,-5-7 0,-1-7 0,3-7 0,-7-7 0,-1-13 0,-4-4 0,-6-20 0,-7-10 0,3-1 0,-15-5 0,0 1 0</inkml:trace>
  <inkml:trace contextRef="#ctx0" brushRef="#br0" timeOffset="3">809 13909 8912,'0'-17'0,"0"0"0,-8 0 0,6 5 0,-2 3 0,8 1 0,8-3 0,11 5 0,13-8 0,16 3 0,9-2 0,6 1 0,9-3 0,3 5 0,7-5-817,0 4 817,-8-5 0,-9 14 0,-2-13 0,-6 6 0</inkml:trace>
  <inkml:trace contextRef="#ctx0" brushRef="#br0" timeOffset="4">2151 13634 8912,'-17'0'0,"0"0"0,-1 0 0,1 0 0,0 8 0,2-4 0,3 9 0,7 4 0,3 4 0,2 0 0,0 6 0,2-6 0,3 8 0,5-8 0,7 2 0,0-4 0,0-2 0,1 0 0,5-7 0,0-5 0,-2-3 0,-2-2 0,-2 0 0,6-7 0,0-5 0,0-9 0,-6-2 0,-7 0 0,3 6 0,-7 0 0,-3 0 0,1 0 0,2-1 0,-4 7 0,4-1 0,-4 9 0,-2-5 0,2 8 0,3 0 0,-3 8 0,4 3 0,3 10 0,1 4 0,1 2 0,1 3 0,-2 1 0,1-3 0,2 3 0,-7-8 0,6 0 0,-7-6 0,-1 0 0,-2 0 0,-4-7 0,-4-4 0,-5-6 0,-12-6 0,-4-11 0,-7-10 0</inkml:trace>
  <inkml:trace contextRef="#ctx0" brushRef="#br0" timeOffset="5">2203 13359 8912,'-17'-2'0,"-1"-2"0,1-1 0,0 1 0,0 2 0,-1 2 0,9 2 0,3 4 0,4-5 0,4 7 0,4-8 0,5 0 0,12 0 0,4 0 0,0 0 0,5-6 0,-3 1 0,4-9 0,1 5 0</inkml:trace>
  <inkml:trace contextRef="#ctx0" brushRef="#br0" timeOffset="6">3184 13342 8912,'-20'-17'0,"-1"-1"0,-1 1 0,-3 8 0,2 3 0,4 6 0,-4 8 0,4 9 0,1 8 0,3 11 0,2 4 0,1 6 0,8-4 0,-3 8 0,7-5 0,0 5 0,2-4 0,3 0 0,5-14 0,7 3 0,0-12 0,1-2 0,-1-8 0,0-7 0,0-4 0,2-4 0,2-6 0,2-9 0,8 0 0,-12-16 0,4 5 0,-4-5 0,-2-1 0,0-1 0,-1 3 0,-5 3 0,5 4 0,-15 2 0,5 1 0,-4 6 0,-2 1 0,0 15 0,0 2 0,-2 11 0,-2 10 0,-1 4 0,-1 2 0,6 5 0,0 0 0,0 1 0,8-9 0,1 5 0,8-8 0,6 0 0,2-8 0,0-1 0,0-5 0,-4-1 0,4-4 0,-2-10 0,0-4 0,-6-15 0,0-3 0,-7 1 0,-5-2 0,-3 1 0,-2-5 0,0 5 0,-13-3 0,-6 8 0,-6 2 0,-4 4 0,-5 5 0,-1 7 0,1 3 0,1 2 0,5 0 0,5 0 0,11 0 0,8 6 0,16-1 0,7 7 0,17-7 0,5-1 0,4-2 0,5-2 0,2 0 0</inkml:trace>
  <inkml:trace contextRef="#ctx0" brushRef="#br0" timeOffset="7">3769 13479 8912,'-18'0'0,"9"0"0,-4 2 0,7 4 0,2 6 0,0-3 0,-2 3 0,5-1 0,-7 12 0,8 0 0,0-2 0,0-2 0,0-2 0,8 8 0,-7-6 0,5 4 0,-4-4 0,-2-2 0,0-5 0,2-1 0,4 3 0,-4-7 0,5 1 0,-7-10 0,0-4 0,0-11 0,0-10 0,2-7 0,4 0 0,2-1 0,5 1 0,-2-1 0,3 1 0,1 0 0,2 7 0,1 4 0,-1 4 0,-8 9 0,7 3 0,-5 7 0,4 7 0,3 7 0,-1 7 0,0 7 0,0 5 0,0 1 0,-5 1 0,-1-3 0,3-3 0,1 1 0,2-7 0,-1 0 0,-5-6 0,4-1 0,-3-5 0,3-5 0,2-4 0,0-4 0,1-4 0,-1-3 0,0-16 0,0-2 0</inkml:trace>
  <inkml:trace contextRef="#ctx0" brushRef="#br0" timeOffset="8">4405 13514 8912,'-17'0'0,"6"2"0,-1 3 0,1-3 0,1 14 0,3-7 0,7 8 0,0 1 0,0-1 0,0 0 0,0 0 0,5 0 0,1 1 0,7-1 0,-3 0 0,0 0 0,5 0 0,-11-7 0,7-4 0,3-4 0,1-2 0,-6 0 0,5-8 0,-7-4 0,3-3 0,-6-10 0,5 4 0,-5-5 0,2 1 0,0-6 0,-1 10 0,3-6 0,0 3 0,-1 3 0,1 1 0,-2 5 0,5 4 0,-3-5 0,7 14 0,2-13 0,10 6 0</inkml:trace>
  <inkml:trace contextRef="#ctx0" brushRef="#br0" timeOffset="9">4853 13583 8912,'0'17'0,"0"-8"0,-6 1 0,0-4 0,-7-4 0,11 5 0,-6-7 0,10-2 0,6-3 0,9-7 0,0-3 0,6-2 0,-4-1 0,-1 1 0,-1 0 0,0 0 0,-2 5 0,-3 1 0,-4-1 0,-8-5 0,0 0 0,-8 2 0,-4 3 0,-5 7 0,-6 3 0,-4 4 0,-5 3 0,3 7 0,-3 3 0,7 8 0,-6 2 0,3 2 0,14 1 0,-1 7 0,15-1 0,0 0 0,10-5 0,7-2 0,11-4 0,11-8 0,-1-5 0,8-10 0,0 0 0,5-2 0,1-4 0,-8-4 0,-2-7 0</inkml:trace>
  <inkml:trace contextRef="#ctx0" brushRef="#br0" timeOffset="10">5335 13325 8912,'-18'0'0,"1"0"0,8 2 0,3 3 0,6 5 0,6 7 0,3 0 0,10 0 0,4 1 0,2 5 0,6 1 0,-3 3 0,1-6 0,6 6 0,-1-6 0,0 2 0,-7-6 0,-2-5 0,-2-1 0,0-1 0,0 5 0,-12-13 0,1 3 0,-8-3 0,3-2 0</inkml:trace>
  <inkml:trace contextRef="#ctx0" brushRef="#br0" timeOffset="11">5730 13239 8912,'-17'0'0,"0"5"0,0 1 0,0 8 0,-2 1 0,-2 10 0,-2 9 0,-8 12 0,6 5 0,-4 13 0,-1-3 0,7 0 0,2-2 0,4-4 0,5-1 0,5-10 0,7 0 0,0-4 0,0-4 0,-8 6 0,-2-7 0</inkml:trace>
  <inkml:trace contextRef="#ctx0" brushRef="#br0" timeOffset="12">4715 14116 8912,'0'-18'0,"0"1"0,0 0 0,0 0 0,0 0 0,0-1 0,-7 9 0,-5 3 0,-9 4 0,-4 2 0,-2 2 0,-3 4 0,-3 3 0,-1 11 0,-2 4 0,-5 11 0,5-1 0,-12 14 0,6-6 0,0 0 0,2 2 0,7 0 0,1-6 0,9 2 0,8 4 0,7-8 0,10 4 0,8-1 0,12 1 0,7 2 0,17 6 0,2-3 0,2-6 0,9 3 0,2-8 0</inkml:trace>
  <inkml:trace contextRef="#ctx0" brushRef="#br0" timeOffset="13">5558 5072 8912,'-7'-17'0,"-5"0"0,-1-1 0,1 1 0,-1-6 0,7 0 0,1 12 0,6 17 0,5 17 0,6 13 0,3 10 0,4 11 0,2 4 0,2 0 0,2 6 0,-2-4 0,-2-2 0,8-1 0,1-5 0,3-5 0,-7-18 0,7 6 0,-4-17 0,3-5 0,3-7 0,-1-20 0,-2-10 0,-3-12 0,4-13 0,-7 0 0,-1-3 0,-7-3 0,-9 1 0,-17-1 0,-1 0 0</inkml:trace>
  <inkml:trace contextRef="#ctx0" brushRef="#br0" timeOffset="14">5765 5450 8912,'-17'0'0,"7"0"0,-5 0 0,13 0 0,2-9 0,11-9 0,10-6 0,4-11 0,2 1 0,2-2 0,5-3 0,1-1 0,-3 0 0,-3 6 0,-4-1 0,-10 3 0,-4 3 0,-3-3 0,-8 5 0</inkml:trace>
  <inkml:trace contextRef="#ctx0" brushRef="#br0" timeOffset="15">5576 5124 8912,'-18'-2'0,"1"-4"0,8-4 0,1-7 0,8 0 0,10-2 0,7-4 0,10-6 0,13-9 0,6-2 0,9-6 0,2 6 0,8-8 0,-2 2 0,-3 12 0,-5 3 0,-7 5 0,2 7 0,-6-6 0</inkml:trace>
  <inkml:trace contextRef="#ctx0" brushRef="#br0" timeOffset="16">6419 4969 8912,'0'17'0,"0"-6"0,0 1 0,2 1 0,3 10 0,7 6 0,-2 5 0,1 6 0,0 4 0,7 8 0,-1-1 0,6 1 0,0 0 0,-6-3 0,-6-3 0,1 2 0,5-8 0,-2-7 0,-3-11 0,-4-10 0,-8-4 0</inkml:trace>
  <inkml:trace contextRef="#ctx0" brushRef="#br0" timeOffset="17">6453 5106 8912,'-17'-15'0,"0"4"0,7-5 0,3 7 0,9-1 0,3 3 0,7-1 0,3-4 0,10 3 0,4-3 0,3-1 0,3-2 0,-1 5 0,0 3 0,1-1 0,-1 6 0,-7-4 0,-4 12 0,-4 6 0,-4 5 0,-3 8 0,-6 7 0,-5 6 0,-8 10 0,-1-10 0,-5 8 0,1 2 0,1-6 0,-4 0 0,1-10 0,3-3 0,7-4 0,-10-18 0,9-7 0,-1-11 0,8-18 0,4-11 0,3-8 0,8-3 0</inkml:trace>
  <inkml:trace contextRef="#ctx0" brushRef="#br0" timeOffset="18">6952 4900 8912,'0'-17'0,"0"7"0,0 3 0,2 7 0,4 0 0,-4 7 0,6 3 0,-8 9 0,0 4 0,7-4 0,-3 13 0,6-5 0,-3 0 0,7-2 0,-5-8 0,6 0 0,-1 0 0,-3 1 0,-7-9 0,4-1 0</inkml:trace>
  <inkml:trace contextRef="#ctx0" brushRef="#br0" timeOffset="19">6901 4711 8912,'0'-25'0,"0"6"0,0-4 0,0 4 0,2 4 0,3 1 0,9 5 0,7 1 0,7 4 0,5-5 0,9-1 0,2-7 0</inkml:trace>
  <inkml:trace contextRef="#ctx0" brushRef="#br0" timeOffset="20">7296 4797 8912,'-44'17'0,"2"8"0,10-6 0,3 4 0,2-4 0,5-2 0,10 0 0,-1-1 0,18-5 0,5-3 0,7-8 0,2 0 0,4 0 0,4 0 0,0 0 0,5 0 0,-5 0 0,7 0 0,-7 2 0,-2 2 0,0 1 0,-4 11 0,8 1 0,-8 0 0,4 14 0,-8-9 0,2 11 0,4 1 0,-6 3 0,0 8 0,-1 1 0,-11 6 0,1-1 0,-6 1 0,-2 0 0,-4-3 0,-5-3 0,-6-6 0,-6-3 0,4-3 0,-8-7 0,4-4 0,4-12 0,-4-5 0,4-4 0,2-4 0,-1-4 0,7-5 0,-1-12 0,9-4 0,-3-7 0,4-8 0,2-2 0,0 0 0,0-6 0,0 4 0,2-4 0,4-1 0,3-1 0,8 1 0,1-1 0,-1 1 0,0-5 0,0 5 0,0-3 0,1 14 0,-1-2 0,0 2 0,-2 4 0,-3-5 0,1 13 0,-7 5 0,7 11 0,-11 5 0,6 7 0,-8 7 0,0-3 0,0 8 0,0-7 0,0 7 0,0 1 0,0 3 0,6 1 0,-1 0 0,9-6 0,-3 1 0,3-1 0,-3 6 0,4 1 0,-3-1 0,3 0 0,2 0 0,0-1 0,1-5 0,-3 4 0,-4-3 0,5 1 0,-5-1 0,5 3 0,1-4 0,0-3 0,2-2 0,4-4 0,-4-10 0,6 2 0,-8-9 0,0-4 0,-1-2 0,-5-4 0,4-2 0,-7-1 0,4-1 0,-3 2 0,-3-1 0,-4 1 0,4 6 0,-5-2 0,-1 8 0,-7 1 0,-5 8 0,-3 3 0,-2 1 0,0 4 0,-1 3 0,-5 5 0,1 9 0,0 2 0,3 2 0,4 0 0,4-6 0,-3 0 0,8 0 0,-7 1 0,11-1 0,-5 0 0,8-7 0,5-5 0,4-3 0,7-2 0,2-7 0,2-5 0,2-3 0,-2-2 0,-2-6 0,-2 0 0,1 6 0,-1 5 0,-6 1 0,1-6 0,-6 7 0,5 4 0,-7-3 0,11 7 0,-11 0 0,7 8 0,-7 7 0,4-3 0,0 1 0,3 0 0,4-7 0,2 4 0,1-8 0,-1 0 0,0 0 0,0 0 0,-5 0 0,-1 0 0,-7 0 0,4-8 0,-8-1 0,0-8 0,0-1 0,0 1 0,0 0 0,0 0 0,0 0 0,0-1 0,0 1 0,-8 8 0,6-7 0,-5 14 0,7-3 0,0 10 0,1 7 0,5 11 0,-2 4 0,7 7 0,-5 0 0,6 3 0,-1 3 0,1 4 0,-1 0 0,1 5 0,-1-11 0,1 8 0,-3-7 0,3 1 0,1-4 0,-7-4 0,-2-3 0,5-4 0,-7-16 0,-2-1 0,-10-8 0</inkml:trace>
  <inkml:trace contextRef="#ctx0" brushRef="#br0" timeOffset="21">8191 4728 8912,'0'-25'0,"0"6"0,0-6 0,0 8 0,-2 2 0,-3 3 0,3-3 0,-6 13 0,10-7 0,4 3 0,3 2 0,9-7 0,4 5 0,3-4 0,2 1 0,4 1 0,1 1 0,-5 1 0,5 6 0,-3 0 0,-4 0 0,-2 0 0,-6 7 0,-5 5 0,-5 11 0,-7 5 0,-2 5 0,-3 3 0,-7 4 0,-3-3 0,-2 7 0,-1-6 0,1 2 0,0-8 0,0-1 0,0-8 0,-1 0 0,1-14 0,0-1 0</inkml:trace>
  <inkml:trace contextRef="#ctx0" brushRef="#br0" timeOffset="22">8570 4315 8912,'0'-17'0,"0"0"0,0 0 0,-8 0 0,6 7 0,-3 6 0,10 16 0,5 9 0,7 19 0,0 6 0,-1 3 0,-5 3 0,12 0 0,-11 5 0,10 0 0,-2 6 0,-3-5 0,0-1 0,-2-4 0,-3 5 0,3-12 0,-13 3 0,4-14 0,-4-9 0,-2-3 0,0-4 0,-2-11 0,-4-8 0,2-8 0,-5-13 0,-1-5 0,0-9 0,7-11 0,-3 1 0,4-5 0,2-2 0,0 3 0,0 3 0,0 6 0,0 11 0,0 6 0,8 4 0,3 2 0,4 7 0,5 10 0,1 14 0,2 7 0,7 13 0,-1 10 0,3 0 0,-3 4 0,0-8 0,1 6 0,10-6 0,2-8 0,4-9 0,12-4 0,-5-2 0</inkml:trace>
  <inkml:trace contextRef="#ctx0" brushRef="#br0" timeOffset="23">11702 4470 8912,'-35'0'0,"3"2"0,1 2 0,5 2 0,1-2 0,4-4 0,2-6 0,3 2 0,5-8 0,3 1 0,8-6 0,0 0 0,15-2 0,8-4 0,12-6 0,11-5 0,11-7 0,16-10 0,-30 21 0,4-1 0,7-4 0,3-1 0,6-2 0,4 0-240,4-5 0,3 0 1,-19 11-1,2 1 0,1-2 1,3-2-1,2-2 0,0 0 240,6-1 0,1 0 0,0 0 0,-1 1 0,-1 0 0,1 2 0,1 0 0,1 0 0,-1 2 0,-5 1 0,0 2 0,0 0 0,-3 2 0,0 0 0,-1 2 0,20-10 0,-1 3 0,0 6 0,-2 2-117,-16 4 0,-3 2 1,-2 5-1,-3 2 117,20-6 0,-7 3 0,-9 9-24,-5 3 24,-9 1 0,-15 7 0,-14 3 0,-5 2 0,-5-7 1805,-5 5-1805,0-8 0,-1 0 0,-7 0 573,-9 0-573,0 0 0,-24 0 0,5 0 0</inkml:trace>
  <inkml:trace contextRef="#ctx0" brushRef="#br0" timeOffset="24">14283 2785 8912,'-9'-7'0,"-7"5"0,16-6 0,0 8 0,8 2 0,9 4 0,8 9 0,4 8 0,5 6 0,4-5 0,3 3 0,-3 4 0,6 9 0,-6-2 0,8 8 0,-14 0 0,3 5 0,-12 9 0,-2 3 0,-8 3 0,-5-4 0,-10-3 0,-4-8 0,-11 1 0,-10 0 0</inkml:trace>
  <inkml:trace contextRef="#ctx0" brushRef="#br0" timeOffset="25">15763 2682 8912,'-8'-34'0,"-1"-1"0,-1 1 0,-3 7 0,5 6 0,-1 8 0,1 7 0,-7 12 0,-4 5 0,-10 10 0,0 6 0,-3 4 0,-3 5 0,1 2 0,7-3 0,4-1 0,4 0 0,4 1 0,1-1 0,3 2 0,-2 4 0,5-3 0,0 3 0,8-11 0,-5 3 0,-1-3 0,2 3 0,2-5 0,2-4 0,0-4 0,0-8 0,0 1 0,8-8 0,7 3 0,10-7 0,2 0 0,1-7 0,1-1 0,0-3 0,-8 1 0,2 6 0,-4-2 0,-2 3 0,0 1 0,0 2 0,-5 0 0,-1 0 0,-7 7 0,2 5 0,-4 9 0,-2 2 0,-10 7 0,-7-1 0,0 9 0,-6 2 0,4 0 0,2-5 0,-1-3 0,3-1 0,4-2 0,-3-8 0,9 1 0,1-2 0,2-3 0,2 0 0,0 0 0,7 2 0,5 4 0,3-4 0,2 6 0,3-8 0,2 0 0,-2 8 0,12-4 0,-5 6 0,0-2 0,-2 5 0,-3-3 0,1 8 0,-2-1 0,-9-5 0,-6-1 0,-3 3 0,3 1 0,-4-5 0,-2 6 0,-9-7 0</inkml:trace>
  <inkml:trace contextRef="#ctx0" brushRef="#br0" timeOffset="26">16503 2940 8912,'12'0'0,"-1"0"0,2 0 0,-3 0 0,1-2 0,3-4 0,1-5 0,-3-2 0,-3-3 0,-1-1 0,3 9 0,-5-11 0,-2 0 0,-2-2 0,-2-2 0,0 6 0,0 0 0,0 0 0,-8 7 0,-1 10 0,-9 15 0,1 12 0,-6 13 0,-2 23 0,1 12 0,-1 7 0,13-32 0,1 1 0,2 0 0,0 1 0,1 5 0,1 1-450,1-3 0,1-1 450,-1-1 0,4-1 0,17 43 0,10-5 0,12-8 0,1-13-97,8-11 1,5-15 96,7-8 0,-1-1 0,-7-13 0,-4 8 0,1-6 0,-6 2 0,-3-6 0,-2-6 0</inkml:trace>
  <inkml:trace contextRef="#ctx0" brushRef="#br0" timeOffset="27">17037 3198 8912,'-18'-8'0,"1"-3"0,2 1 0,3-1 0,12 7 0,14-2 0,7 6 0,7 6 0,5 5 0,1-3 0,7 9 0,-1-1 0,0 5 0,0 0 0,0-2 0,-7 4 0,-10 0 0,-4-1 0,-2 3 0,-7 2 0,-7 9 0,-14 3 0,-14 3 0,-11 2 0,-6-1 0,-6 3 0,2-6 0,0-5 0,2-7 0,2 5 0,15-22 0,4 1 0,4-8 0,10-20 0,1-3 0</inkml:trace>
  <inkml:trace contextRef="#ctx0" brushRef="#br0" timeOffset="28">17415 3215 8912,'-11'0'0,"-1"0"0,1 0 0,-6 0 0,-1 0 0,1 0 0,0 2 0,2 4 0,1 5 0,3 5 0,7 8 0,-4-3 0,8 8 0,0 2 0,0 1 0,8 2 0,5 1 0,8-1 0,6-7 0,8 4 0,-1-9 0,0-1 0,1-9 0,-1 1 0,1-7 0,-1-8 0,0-7 0</inkml:trace>
  <inkml:trace contextRef="#ctx0" brushRef="#br0" timeOffset="29">17828 3404 8912,'17'16'0,"-1"-3"0,-5-2 0,-3-7 0,-8 11 0,0-1 0,-2 5 0,-2 4 0,-2-2 0,1 6 0,-1-8 0,0 6 0,2-1 0,-3 1 0,1 6 0,2-3 0,2-5 0,2 6 0,0-6 0,0 6 0,0-16 0,0 2 0</inkml:trace>
  <inkml:trace contextRef="#ctx0" brushRef="#br1" timeOffset="30">18310 2992 8912,'-11'-18'0,"1"1"0,0 2 0,3 2 0,-3 3 0,1 2 0,3 3 0,-6 5 0,9 2 0,-3 3 0,4 7 0,2 3 0,0 2 0,2 2 0,4 2 0,5 2 0,2 0 0,1-6 0,-3 1 0,1-7 0,5 0 0,0 1 0,0-2 0,-5-1 0,-1-3 0,1-4 0,5 5 0,0-7 0,0-7 0,1-5 0,-1-3 0,0-4 0,-2-2 0,-1-4 0,-3-2 0,-7 6 0,9-4 0,-7 8 0,0 6 0,-6-1 0,0 7 0,0-7 0,0 10 0,2 4 0,2 13 0,1 12 0,1 6 0,0 7 0,0 0 0,5 8 0,-5-3 0,7 5 0,-1 2 0,-3-6 0,3-1 0,-7-8 0,5-1 0,-2-5 0,-3-9 0,-7 5 0,-3-2 0,-5-2 0,-13-12 0,0 1 0,-7-8 0,1 1 0,4-3 0,0-2 0,0 0 0,8-7 0,-2-5 0,8-3 0,3-2 0,2-2 0,6-4 0,0 4 0,0-14 0,0 6 0</inkml:trace>
  <inkml:trace contextRef="#ctx0" brushRef="#br1" timeOffset="31">18843 2699 8912,'-28'-7'0,"1"-3"0,2-1 0,4 1 0,2 2 0,11-3 0,8 5 0,10 2 0,13 10 0,6 8 0,3 7 0,8 5 0,2 11 0,2 1 0,4 2 0,2 13 0,1-1 0,-7 5 0,-2 1 0,-3 7 0,-5 7 0,2 5 0,-13 3 0,-2-4 0,-9-9 0,-6-4 0,-14-4 0,-7-9 0,-6-6 0,0-10 0,2-7 0,1-12 0,1-3 0,0-6 0,0-5 0,5-16 0,1-8 0,-1-7 0,-5-5 0</inkml:trace>
  <inkml:trace contextRef="#ctx0" brushRef="#br1" timeOffset="32">19807 2854 8912,'-7'-9'0,"5"1"0,-6 8 0,8 0 0,2 0 0,4 0 0,3 0 0,8 0 0,1 8 0,-1 1 0</inkml:trace>
  <inkml:trace contextRef="#ctx0" brushRef="#br1" timeOffset="33">20065 3301 8912,'0'12'0,"0"-1"0,0-5 0,0 5 0,0-7 0,-7 4 0,5-8 0,-6 0 0,8 0 0,0 0 0</inkml:trace>
  <inkml:trace contextRef="#ctx0" brushRef="#br1" timeOffset="34">21236 2717 8912,'-23'-16'0,"-2"3"0,0 3 0,-2 1 0,2 1 0,0 0 0,1 3 0,2 7 0,0 3 0,0 7 0,3 3 0,2 2 0,8 8 0,3 4 0,4 5 0,2 6 0,2 2 0,4 4 0,9 10 0,10-3 0,0 4 0,-1 5 0,-2-1 0,-3-6 0,4 4 0,-2-9 0,-4-2 0,-4-4 0,1-2 0,-7-8 0,-1-5 0,-4-8 0,-2-4 0,-8-9 0,-9-16 0,-10-2 0</inkml:trace>
  <inkml:trace contextRef="#ctx0" brushRef="#br1" timeOffset="35">20874 3301 8912,'35'-17'0,"9"-2"0,7-4 0,10-6 0,6-3 0,8-8 0,-1-1 0,-9 7-122,-13 5 0,0 1 0,-8-7 0</inkml:trace>
  <inkml:trace contextRef="#ctx0" brushRef="#br1" timeOffset="36">21872 2734 8912,'-27'-6'0,"3"-2"0,1 1 0,0-1 0,2 4 0,2 4 0,1 8 0,1 9 0,0 8 0,0 9 0,1 6 0,3 2 0,2 2 0,7 8 0,0 5 0,6 1 0,4 1 0,7-6 0,-3 1 0,7-12 0,0-6 0,8 2 0,-6-13 0,6 4 0,0-6 0,-6-12 0,6-3 0,-8-8 0,0 0 0,0 0 0,0-8 0,8-9 0,2-10 0</inkml:trace>
  <inkml:trace contextRef="#ctx0" brushRef="#br1" timeOffset="37">21993 2974 8912,'-12'0'0,"1"0"0,5 0 0,-5 0 0,7-1 0,-2-5 0,4 4 0,12-6 0,7 8 0,2 0 0,8 0 0,-2 0 0,5 8 0,-11-4 0,4 7 0,2 1 0,-2 5 0,-2 0 0,-8 0 0,-1 0 0,-8 6 0,1 2 0,-3 2 0,-2 3 0,-7 3 0,-5 1 0,-3 1 0,-8-1 0,0-1 0,2-5 0,10-11 0,-5-9 0,7-8 0,-8 0 0</inkml:trace>
  <inkml:trace contextRef="#ctx0" brushRef="#br1" timeOffset="38">22285 2923 8912,'-7'15'0,"-5"-2"0,-3-1 0,-2-1 0,5 7 0,1-1 0,7 6 0,-2 0 0,4 5 0,2-5 0,0 2 0,2-4 0,4 2 0,5-2 0,5-2 0,1-2 0,0-5 0,2-3 0,4-1 0,-4-2 0,4-6 0,2-2 0,-2-4 0,8-3 0,-12-9 0,6-7 0,-8-1 0</inkml:trace>
  <inkml:trace contextRef="#ctx0" brushRef="#br1" timeOffset="39">22320 2613 8912,'-8'-9'0,"6"1"0,8 22 0,11 3 0,12 11 0,-1 1 0,5 4 0,1 9 0,1 1 0,-1 3 0,1 0 0,-1 2 0,0 2 0,-7 7 0,-4 0 0,-6 1 0,-5-7 0,-6 1 0,-6-6 0,-6-3 0,-6-2 0,-3-9 0,-2 2 0,-2-16 0,-4-1 0,-4 0 0,-7-7 0</inkml:trace>
  <inkml:trace contextRef="#ctx0" brushRef="#br1" timeOffset="40">23318 2802 8912,'-16'-11'0,"5"0"0,1 7 0,5-2 0,-5 6 0,-7 6 0,0 5 0,0 10 0,1 4 0,3 2 0,1 3 0,1 9 0,-6 1 0,-1-2 0,9 4 0,1-2 0,3-4 0,-1-5 0,0-1 0,6-7 0,0-2 0,8-1 0,9-11 0,4-3 0,8-12 0,-1-5 0,7-12 0,5 4 0,0-4 0,-2 4 0,-1 1 0,-3 1 0,-7 8 0,5-14 0,-5 4 0</inkml:trace>
  <inkml:trace contextRef="#ctx0" brushRef="#br1" timeOffset="41">23283 3387 8912,'-11'10'0,"-1"-5"0,9-3 0,-5-2 0,10 0 0,4 0 0,7-2 0,8-3 0,6-5 0,7-7 0,8 0 0,-5-1 0,3 1 0,-4 0 0,-2-15 0,1-5 0</inkml:trace>
  <inkml:trace contextRef="#ctx0" brushRef="#br1" timeOffset="42">24247 2682 8912,'-8'-11'0,"-1"-1"0,-3 1 0,1 1 0,1 4 0,-1 12 0,3 4 0,8 7 0,0 2 0,0 4 0,0-4 0,6 6 0,2-8 0,1 0 0,3-1 0,5-3 0,0-4 0,0-1 0,0-2 0,1-6 0,-1 0 0,0 0 0,0-2 0,0-4 0,1-3 0,-1-14 0,0 0 0,0-2 0,-1 2 0,-5-6 0,4 3 0,-3-3 0,-4 2 0,-1-1 0,1 5 0,-6 4 0,5 9 0,-7 4 0,0 12 0,2 11 0,2 14 0,2 7 0,1 0 0,-1 6 0,6 0 0,3 0 0,2 2 0,-2 0 0,-3 0 0,3-8 0,-3 2 0,-5-4 0,-1-3 0,-4-5 0,-4-3 0,-4 0 0,-5-6 0,-12 4 0,-10-4 0,-7-2 0,0-7 0,6-4 0,-1-4 0,7-2 0,1 0 0,2 0 0,2-16 0,6-3 0,0-15 0</inkml:trace>
  <inkml:trace contextRef="#ctx0" brushRef="#br1" timeOffset="43">25159 1668 8912,'0'-17'0,"0"-1"0,0 7 0,0-1 0,0-1 0,0-2 0,0 3 0,2 3 0,4-1 0,5 1 0,4-5 0,5 5 0,3-1 0,5 1 0,5-1 0,3 1 0,2-3 0,2 6 0,6 4 0,-5 2 0,-3 0 0,-4 4 0,-5 8 0,-4 1 0,-8 16 0,-8 7 0,-5 12 0,-8 5 0,-7 5 0,-4 7 0,-4-10 0,-4 8 0,4-6 0,-4 6 0,5-9 0,7-3 0,5-9 0,4-5 0,4-3 0,6-3 0,7-8 0,10-12 0,7-7 0,1-4 0,13 0 0,0-15 0,-2 1 0,-4-14 0,2 5 0,-2-6 0,-2 6 0,-9-2 0,-6 6 0,-4-2 0,-4 21 0,-3 0 0,-4 12 0,-8 16 0,-2 9 0,-4 14 0,4 14 0,-4 4 0,4 11 0,4-2 0,4 8 0,4 0 0,-1 0 0,6-2-168,-3-3 0,-5-5 168,-1-7 0,-4-6 0,-2 0 0,-15-2 0,-8 2 0,-17-4 0,-12-5 0,-9 3 0,-14-9 0,-5 3 0,38-26 0,-2 0 0,-2 0 0,0 0 0,-1 1 0,-1-1 0,-2-1 0,0-2 0,4-1 0,0 0 0,-34 15 0,6 3 0,7-14 0,5-4 0,3-6 0</inkml:trace>
  <inkml:trace contextRef="#ctx0" brushRef="#br1" timeOffset="44">10360 7376 8912,'-6'-12'0,"-2"3"0,1-1 0,-3 1 0,0-5 0,5 5 0,-7-3 0,1 3 0,-6-3 0,-1 5 0,1 7 0,0 0 0,0 9 0,0 8 0,-1 10 0,7 8 0,1 5 0,3 6 0,1 3 0,6 3 0,0-1 0,0 1 0,0 0 0,2-1 0,2-1 0,3-4 0,3-6 0,-6-12 0,5 3 0,-5-8 0,2-2 0,0-10 0,-6 5 0,0-14 0,0-2 0,0-10 0</inkml:trace>
  <inkml:trace contextRef="#ctx0" brushRef="#br1" timeOffset="45">10015 7771 8912,'0'-9'0,"0"1"0,2 6 0,6-2 0,9-1 0,8-9 0,9 3 0,3-10 0,3-2 0,2-2 0,6 4 0,-4-4 0,-2-2 0,-2 6 0,2-11 0,2 5 0</inkml:trace>
  <inkml:trace contextRef="#ctx0" brushRef="#br1" timeOffset="46">10704 7187 8912,'-27'0'0,"2"2"0,2 1 0,0 3 0,0 8 0,6 1 0,0 10 0,0 1 0,7 11 0,4 9 0,4 3 0,2 3 0,0-1 0,6-5 0,0 0 0,7-8 0,-1 2 0,3-5 0,2-7 0,1-5 0,1-9 0,2-5 0,2-1 0,-2-4 0,-2-2 0,-2-10 0,0-9 0,0-10 0</inkml:trace>
  <inkml:trace contextRef="#ctx0" brushRef="#br1" timeOffset="47">10841 7359 8912,'0'-10'0,"8"-5"0,-4 13 0,7-4 0,3 4 0,1 8 0,2 0 0,1 7 0,-3 0 0,-4 8 0,3-1 0,-7 4 0,3 1 0,-6 0 0,1 4 0,-3-4 0,-2-1 0,0-4 0,-2 10 0,-1-7 0,-3-2 0,-8-2 0,13-7 0,-5-1 0,4-9 0,2-2 0,0-10 0,0-12 0,0-5 0</inkml:trace>
  <inkml:trace contextRef="#ctx0" brushRef="#br1" timeOffset="48">11100 7290 8912,'-2'17'0,"-2"0"0,-2 0 0,-7 6 0,1 0 0,5 8 0,-1-10 0,8 8 0,-6-1 0,0 5 0,3-3 0,1-1 0,7-8 0,1 2 0,8-10 0,-3-1 0,4-8 0,3 1 0,-1-3 0,0-2 0,-2-2 0,-3-3 0,3-5 0,-5-7 0</inkml:trace>
  <inkml:trace contextRef="#ctx0" brushRef="#br1" timeOffset="49">11151 7015 8912,'2'17'0,"4"0"0,3 8 0,9 4 0,-1 3 0,8 12 0,3 8 0,5 9 0,1 6 0,-1 7 0,-5 1 0,-5-3-102,-11 7 0,-4-7 1,-12 7 101,-8-3-399,-7-9 0,-23-8 0,-2-7 0</inkml:trace>
  <inkml:trace contextRef="#ctx0" brushRef="#br1" timeOffset="50">11581 11141 8912,'-15'-17'0,"2"2"0,3 1 0,3 3 0,1 7 0,13-4 0,5 10 0,3 2 0,2 2 0,3 7 0,1-1 0,3 3 0,3 2 0,-6-2 0,2-1 0,-2-3 0,2 3 0,-4 3 0,2 4 0,-7 2 0,-1 0 0,-5-4 0,-1 2 0,1 2 0,-2 7 0,-8-9 0,-4 8 0,-5 2 0,-5-5 0,-1 3 0,-6-6 0,0 6 0,0-8 0,6 0 0,0-8 0,7-5 0,-5-16 0,5-2 0</inkml:trace>
  <inkml:trace contextRef="#ctx0" brushRef="#br1" timeOffset="51">11857 10935 8912,'-29'34'0,"-1"3"0,-1 3 0,14 7 0,-1 16 0,7 6 0,0 11 0,3 1 0,10-11 0,4-5 0,7-4 0,8-5 0,6-10 0,13-4 0,0-8 0,10-7 0,-1-4 0,7-4 0,1-10 0,-5-1 0,0-16 0,-1-1 0</inkml:trace>
  <inkml:trace contextRef="#ctx0" brushRef="#br1" timeOffset="52">6505 6963 8912,'-17'-17'0,"-1"0"0,1 2 0,0 3 0,0 6 0,0 6 0,-1 6 0,-6 11 0,-3 12 0,0 3 0,-4 3 0,8-1 0,2 1 0,2-1 0,2 0 0,2 1 0,3-3 0,7-1 0,3-3 0,2-7 0,2 4 0,3-8 0,-1-7 0,8-4 0,1-4 0,2-2 0,3 0 0,4 0 0,1 0 0,6-10 0,-6-5 0,0-8 0,2-4 0,-6 6 0,6-9 0,-8 7 0,0-6 0,-1 4 0,-5-2 0,2 6 0,-7-2 0,0 4 0,-6 2 0,0 0 0,-8 7 0,-3 5 0,-10 3 0,-2 4 0,0 3 0,-2 7 0,6 3 0,-6 8 0,8 0 0,1 0 0,3 0 0,2 0 0,7 0 0,-4-6 0,8 0 0,0 0 0,0-7 0,8 3 0,3-7 0,6 0 0,5-6 0,0 0 0,7-8 0,-4-3 0,0-3 0,0 3 0,-2-5 0,-12 7 0,1-8 0,-9 0 0,3-1 0,-4 1 0,-2 8 0,-8-5 0,-3 8 0,-4 3 0,-3 1 0,1 2 0,0 0 0,0 0 0,0 7 0,-1 3 0,1 7 0,0 0 0,0 1 0,1-1 0,5 0 0,3 0 0,8 0 0,0-5 0,0-1 0,2-7 0,4 2 0,4-4 0,13-2 0,-1 0 0,7-8 0,-6-3 0,-2-5 0,-2-1 0,-2 0 0,1 0 0,-3 0 0,-4-1 0,-3 1 0,-8 6 0,0-1 0,0 6 0,0-5 0,-8 7 0,-5-2 0,-8 5 0,2 8 0,-6 5 0,2 5 0,0 6 0,-7-4 0,10 8 0,-3-6 0,4 2 0,2 0 0,2-6 0,1 0 0,3 0 0,7 0 0,-3-5 0,7-1 0,1-7 0,5 2 0,8-8 0,7-10 0,5-1 0,9-16 0,5 1 0,-2-7 0,-5 1 0,1 0 0,-15 7 0,4 4 0,-9 4 0,-3 2 0,-7 5 0,2 1 0,-6 7 0,-6-2 0,-6 4 0,-9 4 0,-2 4 0,0 5 0,-1 5 0,4 8 0,-10-4 0,7 2 0,2-2 0,2 2 0,2 1 0,-1 0 0,3-5 0,2-3 0,1-4 0,8 5 0,-1-15 0,10 5 0,13-12 0,8-11 0,9-11 0,1-5 0,4-1 0,-9-1 0,1 3 0,-5 1 0,-6 5 0,-2 1 0,-9 2 0,-2 11 0,-8 1 0,-8 9 0,-6 4 0,-7 11 0,-7 8 0,-5 10 0,6-4 0,5 5 0,2-3 0,5-6 0,4-4 0,5-10 0,12-3 0,3-4 0,8-2 0</inkml:trace>
  <inkml:trace contextRef="#ctx0" brushRef="#br1" timeOffset="53">7210 6190 8912,'-24'0'0,"4"0"0,-10-6 0,5 2 0,-2 6 0,0 7 0,-1 14 0,-3 12 0,8 9 0,4 3 0,6 5 0,5-4 0,8 19 0,2-6 0,4 0 0,7-4 0,8-3 0,6-3 0,7-1 0,1-6 0,-1-10 0,-7-7 0,4-10 0,-7-1 0,3-5 0,-13-3 0,8-24 0,-12-3 0</inkml:trace>
  <inkml:trace contextRef="#ctx0" brushRef="#br1" timeOffset="54">7314 6430 8912,'-12'-11'0,"1"-1"0,7 8 0,-4-5 0,8 3 0,2 4 0,4-5 0,5-1 0,10 6 0,2-4 0,8-1 0,-2 1 0,3 0 0,3 6 0,-1 0 0,0 0 0,-5 2 0,-2 4 0,-4 7 0,-8 8 0,-5 6 0,-10 7 0,0 7 0,0-1 0,-16 7 0,5-8 0,-14 5 0,0-2 0,6-2 0,-4-6 0,4-15 0,2 2 0,0-15 0,7-16 0,2-9 0</inkml:trace>
  <inkml:trace contextRef="#ctx0" brushRef="#br1" timeOffset="55">7830 6224 8912,'-17'0'0,"5"6"0,1-1 0,1 9 0,-1-3 0,-5 12 0,5 6 0,-2 3 0,1 3 0,-1-1 0,7 2 0,2 3 0,2 1 0,10 0 0,1-12 0,9 1 0,5-8 0,0 2 0,5-12 0,-5-5 0,-2-4 0,-2-4 0,-1-4 0,6-11 0,3-9 0</inkml:trace>
  <inkml:trace contextRef="#ctx0" brushRef="#br1" timeOffset="56">8105 6379 8912,'-11'5'0,"-1"1"0,9 2 0,-3-3 0,-4 5 0,8 7 0,-3 0 0,3 1 0,2-1 0,2 6 0,3 0 0,-1 0 0,8-6 0,-3-6 0,5-1 0,-3-3 0,0-1 0,7-6 0,-1 0 0</inkml:trace>
  <inkml:trace contextRef="#ctx0" brushRef="#br1" timeOffset="57">8346 6138 8912,'0'11'0,"0"1"0,0-8 0,6 11 0,0-4 0,7-1 0,-1 1 0,9-1 0,2 3 0,-2-3 0,-2-2 0,4-3 0,0-5 0,1 0 0,-3 0 0,2 0 0,0-7 0,-5-5 0,-7-9 0,0-2 0,-1-5 0,2 5 0,3-8 0,-13 6 0,3-3 0,-3 5 0,-2 4 0,0 1 0,0 1 0,0 8 0,0 9 0,0 13 0,0 8 0,0 8 0,0 3 0,0 8 0,0 0 0,6 1 0,2-7 0,1 2 0,5 2 0,1 3 0,0-3 0,-3-10 0,-3 5 0,-3-4 0,-4-3 0,4 3 0,-4-2 0,-2 1 0,-8 3 0,-3-8 0,-7 2 0,-5-2 0,4-6 0,-4 0 0,4-9 0,2-6 0,0-10 0,0-2 0</inkml:trace>
  <inkml:trace contextRef="#ctx0" brushRef="#br1" timeOffset="58">8656 5657 8912,'8'-35'0,"-6"8"0,13 3 0,-4 6 0,5 1 0,8 2 0,3 3 0,2 7 0,0 3 0,-1 17 0,7 6 0,-3 19 0,-3 6 0,-2 11 0,-6 8 0,0 8 0,-6 7 0,2 12 0,-15 3 0,1-44 0,0 0-175,-1 46 1,-8-47 0,-2-1 174,-9 43 0,-6-2 0,2-10 0,-2-5 0,-5-5 0,5-1 0,-8-15 0,8 1 0,-4-15 0,4-2 0,0-1 0</inkml:trace>
  <inkml:trace contextRef="#ctx0" brushRef="#br1" timeOffset="59">6281 9783 8912,'-11'-21'0,"-1"4"0,8-4 0,-3 11 0,1-1 0,-2 1 0,-1 2 0,5 3 0,-4 5 0,6 2 0,-1 3 0,-3 7 0,2 3 0,2 8 0,2 2 0,0 2 0,-6 1 0,1 7 0,1-1 0,2 0 0,2-7 0,0-2 0,0-8 0,0 0 0,0 1 0,0-1 0,8-8 0,3-3 0,4-4 0,3-10 0,1-3 0,4-4 0,-4-10 0,6 4 0,-8-8 0,0-1 0,-6-1 0,-1 0 0,-2 5 0,-4 1 0,-3-6 0,-2 12 0,-5-4 0,2 6 0,-8 6 0,1 3 0,-6 8 0,0 0 0,-1 8 0,1 5 0,0 8 0,0 8 0,0 3 0,1 2 0,5 1 0,-3-6 0,9-1 0,-1-7 0,6 2 0,0-4 0,0-2 0,0 1 0,8-9 0,1-1 0,8-8 0,1-10 0,-1-7 0,0 0 0,0-6 0,0 4 0,1 2 0,-7-6 0,-1 0 0,-3 2 0,-3 2 0,-2 7 0,-2 1 0,-2-1 0,-4-5 0,-3 8 0,-8 3 0,-1 4 0,1 2 0,0 2 0,0 4 0,0 5 0,-1 10 0,1 4 0,2 0 0,3 0 0,-3 5 0,11-9 0,-7 8 0,7-8 0,-2 2 0,4-4 0,2-2 0,8-7 0,3-5 0,5-3 0,1-2 0,8-7 0,-4-5 0,7-9 0,3-2 0,-6-7 0,0 10 0,-8-2 0,-2 2 0,-1 1 0,-5-2 0,-1-2 0,-2 0 0,-14 14 0,-3 3 0,-5 4 0,-1 2 0,-2 0 0,-2 2 0,-2 4 0,0-4 0,6 13 0,1-3 0,5 3 0,-4 0 0,5-1 0,1-3 0,-7 0 0,14 7 0,-5-1 0,9-8 0,3-3 0,5-4 0,13-10 0,0-3 0,-2-4 0,-2-3 0,-2 3 0,0 4 0,1-5 0,-1 5 0,-8 1 0,-3-1 0,4 7 0,-8-4 0,-4 8 0,-14 2 0,-5 4 0,-7 4 0,5 7 0,2 0 0,2 0 0,1-5 0,3-1 0,4 3 0,-5-7 0,14 3 0,-3-5 0,3-3 0,11 4 0,7-12 0,5-5 0,2-4 0,-6-3 0</inkml:trace>
  <inkml:trace contextRef="#ctx0" brushRef="#br1" timeOffset="60">5421 8493 8912,'-12'0'0,"1"-1"0,-3-3 0,-1-2 0,-2-6 0,0 7 0,-1 1 0,1 4 0,0 6 0,2 5 0,1 14 0,3 9 0,7 8 0,-2 12 0,4 3 0,2 6 0,0 4 0,0 9 0,8-12 0,4-1 0,3-8 0,2-3 0,0-10 0,0-8 0,1-9 0,-1-6 0,0-10 0,0-3 0,1-4 0,-9-10 0,-1-1 0</inkml:trace>
  <inkml:trace contextRef="#ctx0" brushRef="#br1" timeOffset="61">5507 8751 8912,'11'0'0,"-1"-2"0,-1-3 0,1-7 0,1 5 0,7-9 0,-1 5 0,6-4 0,0-3 0,7 7 0,-1-1 0,2 9 0,-3-3 0,3 4 0,-8 2 0,0 13 0,-8 6 0,-3 6 0,-7 6 0,-3 7 0,-2 2 0,-7 6 0,-5-6 0,-3 6 0,-4-4 0,-4 2 0,4-6 0,-6-3 0,7-13 0,1-2 0,0-3 0,8-8 0,-7-9 0,7-9 0</inkml:trace>
  <inkml:trace contextRef="#ctx0" brushRef="#br1" timeOffset="62">5903 8683 8912,'0'17'0,"0"0"0,0 0 0,-2 0 0,-4 1 0,4-1 0,-8 6 0,5 0 0,3-1 0,-4-4 0,4 5 0,2 0 0,0-2 0,8-2 0,-1-2 0,5 0 0,3 0 0,-3 0 0,3 1 0,2-1 0,0 0 0</inkml:trace>
  <inkml:trace contextRef="#ctx0" brushRef="#br1" timeOffset="63">6178 8854 8912,'11'6'0,"-1"2"0,-2 1 0,-3 3 0,-5 5 0,0 2 0,0 4 0,-7 4 0,3 7 0,-6 1 0,3-1 0,3 0 0,2 6 0,2 1 0,0-3 0,0-10 0,0-3 0,0-8 0</inkml:trace>
  <inkml:trace contextRef="#ctx0" brushRef="#br1" timeOffset="64">6660 8459 8912,'0'-17'0,"0"0"0,0-1 0,0 1 0,0 0 0,0 0 0,0 7 0,-2 12 0,-4 15 0,2 16 0,-5 13 0,1 3 0,-5 3 0,11 5 0,-4 3 0,4 1 0,-4 2 0,1 5 0,1-1 0,2-4 0,2 4 0,-2-13 0,-4 3 0,-3-11 0,-8-4 0</inkml:trace>
  <inkml:trace contextRef="#ctx0" brushRef="#br1" timeOffset="65">6436 8854 8912,'-17'0'0,"0"0"0,15 0 0,9 0 0,18 0 0,2 0 0,2 0 0,3 0 0,-1 0 0,-3 0 0,-1-1 0,4-3 0,-3-2 0,1 0 0,-2-1 0,4 3 0,-9-8 0,0-1 0,-3-10 0,-2-4 0</inkml:trace>
  <inkml:trace contextRef="#ctx0" brushRef="#br1" timeOffset="66">6883 8442 8912,'-5'-17'0,"-3"-1"0,-1 1 0,-1 0 0,-3 2 0,1 3 0,1 5 0,-7 7 0,1 0 0,-2 9 0,-4 8 0,4 3 0,-4 8 0,4 1 0,2-2 0,1 5 0,5-3 0,-2-3 0,7 3 0,2 2 0,2-6 0,2 5 0,0-7 0,0-2 0,8-10 0,1-3 0</inkml:trace>
  <inkml:trace contextRef="#ctx0" brushRef="#br1" timeOffset="67">7434 8167 8912,'-17'0'0,"5"0"0,1 2 0,-2 3 0,-3-1 0,-1 10 0,0 5 0,0 7 0,-1 9 0,1 7 0,0 9 0,0 14 0,-2 14 0,0 3 0,1 6 0,-3 2 0,19-6 0,-3-4 0,3-6 0,9-18 0,5-10 0,3-16 0,2-9 0,1-8 0,-1-5 0,8-23 0,1-4 0</inkml:trace>
  <inkml:trace contextRef="#ctx0" brushRef="#br1" timeOffset="68">7348 8545 8912,'-9'-2'0,"3"-4"0,4 4 0,2-5 0,0 5 0,2-2 0,4-2 0,3 1 0,8 5 0,1 2 0,-1 3 0,0 3 0,0 3 0,0 5 0,1-5 0,-9 10 0,-3 2 0,-4 0 0,-2 2 0,0 0 0,0 3 0,-2 5 0,-4-5 0,-3-3 0,-9-2 0,9-11 0,-7 3 0,7-6 0</inkml:trace>
  <inkml:trace contextRef="#ctx0" brushRef="#br1" timeOffset="69">7572 8425 8912,'0'17'0,"0"0"0,-2 0 0,-2 0 0,-2 1 0,-5 5 0,5-1 0,0 9 0,6-2 0,0-3 0,2 1 0,2-2 0,2-4 0,7-2 0,-3-2 0,7 1 0,0-1 0,0-8 0,-7-1 0,5-16 0,-5-1 0</inkml:trace>
  <inkml:trace contextRef="#ctx0" brushRef="#br1" timeOffset="70">7623 8218 8912,'10'0'0,"5"0"0,-5 2 0,7 2 0,0 2 0,0 7 0,6-3 0,2 9 0,2 4 0,-6 3 0,2 11 0,-6 3 0,-5 6 0,3-4 0,-13 7 0,2-3 0,-8 4 0,-6 2 0,-9-7 0,-4 1 0,-3-9 0,-9-3 0,1-9 0,-1-6 0,1-2 0</inkml:trace>
  <inkml:trace contextRef="#ctx0" brushRef="#br1" timeOffset="71">7727 7737 8912,'11'-40'0,"3"2"0,5 5 0,0 6 0,9 10 0,3 0 0,-4 7 0,0 9 0,-1 10 0,1 14 0,2 15 0,3 16 0,-3 16 0,-6 14-321,-4 10 0,-13-35 1,-2 2 320,-1 4 0,-1 2 0,-1 9 0,-4 3 0,-1 5 0,-5 2 0,-4 2 0,-5 0 0,-4 4 0,-3 1 0,6-29 0,-2 0 0,-1-1 0,-1 0 0,-2-1 0,-1 0 0,1-1 0,-1-1 0,0-1 0,-14 27 0,0 0 0</inkml:trace>
  <inkml:trace contextRef="#ctx0" brushRef="#br1" timeOffset="72">26037 5966 8912,'-8'10'0,"6"5"0,-13-13 0,11 5 0,-7-7 0,7 0 0,-6 0 0,4 0 0,5 0 0,-7 0 0,8 0 0,0 0 0,0-7 0,0 5 0,0-6 0,0 8 0,0 0 0,0-7 0,0 3 0,0-8 0,0 8 0,0-5 0,0 3 0,0 4 0,0-7 0,0 3 0,0 4 0,0-13 0,0 3 0,0 3 0,0-3 0,0 9 0,0-7 0,0 4 0,-2 4 0,-4-3 0,-3 3 0,-7 4 0,5 3 0,3 5 0,3 1 0,-3 1 0,-2 1 0,6 4 0,-3 4 0,1 2 0,0-2 0,1-2 0,5-1 0,0 1 0,0 4 0,0-4 0,0 0 0,0-8 0,0 3 0,7 1 0,-3-4 0,8-1 0,1-2 0,-3-3 0,1-3 0,2 4 0,3-4 0,1 6 0,0-8 0,-7-2 0,-3-2 0,1-2 0,-6-7 0,6 3 0,-8-7 0,0-2 0,0-4 0,0 4 0,-2-6 0,-2 8 0,-4 0 0,-1-1 0,3 1 0,-6 0 0,3 0 0,-3 0 0,-3 1 0,4 5 0,1-2 0,-1 7 0,-3 2 0,-1 2 0,3 2 0,1 2 0,-2 2 0,-3 3 0,-1 3 0,7 1 0,3 7 0,-1-1 0,6 6 0,-3 0 0,3 2 0,2-3 0,0-2 0,2 2 0,3-2 0,-1 2 0,8 1 0,1-2 0,2-1 0,2-3 0,1-8 0,-1-3 0,0-4 0,0-2 0,0 0 0,1 0 0,-1-2 0,0-4 0,-2-5 0,-3-4 0,1-3 0,-7 1 0,5-2 0,-5-4 0,2 4 0,-2-4 0,-5-2 0,5 2 0,-4-7 0,-8 9 0,-1-6 0,-3 2 0,-1 4 0,1 2 0,-5 4 0,3 1 0,-3 5 0,-2 1 0,7 2 0,-5 6 0,4 0 0,-5 0 0,-1 8 0,2 4 0,1 5 0,3 6 0,-1-4 0,3 8 0,1-6 0,2 3 0,1 1 0,1 0 0,-4 4 0,3-6 0,-1 1 0,6-1 0,0-3 0,0 4 0,0-6 0,0-1 0,6-6 0,-1 1 0,9-3 0,-3 3 0,3-5 0,-3 1 0,4-6 0,1 5 0,7-7 0,-2 0 0,-2-5 0,-2-1 0,0-7 0,-2 1 0,-1-3 0,-3-2 0,-1-2 0,1-4 0,-1 4 0,-4-4 0,-5-4 0,5-2 0,-4 3 0,-2-3 0,0 8 0,-8-10 0,-1 8 0,-1 2 0,-5 4 0,4 4 0,-5 1 0,5 9 0,-1-3 0,1-2 0,-6 2 0,-1 3 0,1 1 0,6 9 0,-1 3 0,-1-1 0,5 7 0,1-5 0,1 6 0,0 6 0,0-4 0,6 4 0,0 2 0,0-2 0,0 0 0,0-6 0,0 6 0,0 0 0,0 0 0,0-6 0,6 0 0,0 1 0,0-1 0,1 0 0,-3-8 0,8-1 0,1 0 0,2-6 0,2 3 0,1-3 0,-1-2 0,-6-2 0,1-3 0,1-7 0,3-3 0,1-8 0,-2 0 0,-2 0 0,-1-2 0,-6 4 0,5-7 0,-7 5 0,2-6 0,-4 8 0,-4-2 0,-2 4 0,-2 2 0,-7 2 0,1 3 0,-3 6 0,-2 4 0,-8 2 0,6 0 0,-6 2 0,0 4 0,4 4 0,-6 9 0,2 2 0,4 2 0,2 5 0,4-3 0,2 0 0,1 0 0,8-2 0,-1-6 0,3 0 0,2 0 0,0 1 0,0-1 0,7-6 0,5 1 0,5-9 0,6 3 0,-4-4 0,6-2 0,-8 0 0</inkml:trace>
  <inkml:trace contextRef="#ctx0" brushRef="#br1" timeOffset="73">26192 7874 8912,'-8'10'0,"4"3"0,-7-7 0,7 0 0,-4-6 0,8 0 0,0 0 0,0-8 0,0 6 0,0-5 0,0 7 0,0 0 0,0-8 0,0 6 0,0-6 0,-6 7 0,1-5 0,-3 4 0,2-4 0,4-3 0,-7 7 0,3-4 0,2 2 0,-7-2 0,5 5 0,-5-7 0,-3 0 0,-1 6 0,-2-5 0,5 7 0,1 0 0,-1 7 0,1 1 0,-1 3 0,9 5 0,-11-7 0,8 8 0,3 1 0,1-9 0,2 6 0,0-3 0,0-2 0,0 1 0,7 0 0,3 7 0,7-7 0,0-1 0,1-3 0,-9-1 0,6-6 0,-3 0 0,3 0 0,2 0 0,-5-2 0,-1-4 0,1-3 0,5-8 0,-7-1 0,-3 1 0,-7 0 0,0 0 0,0 0 0,0-1 0,0 1 0,0 0 0,-7 0 0,3 0 0,-8-1 0,-1 1 0,3 6 0,-1-1 0,-3 9 0,-7-3 0,-2 4 0,1 2 0,4 0 0,1 0 0,0 8 0,0 1 0,-1 8 0,1 2 0,0 4 0,6-4 0,1 6 0,2 0 0,3-6 0,5 4 0,0-2 0,0 2 0,0-4 0,2 0 0,1-7 0,3 1 0,7 2 0,-3-3 0,7-3 0,0-1 0,1-2 0,-1-6 0,0 0 0,0 0 0,1 0 0,-1 0 0,0 0 0,0 0 0,0-8 0,1-1 0,-1-9 0,-8 1 0,-3 0 0,-4-2 0,-2-4 0,0 4 0,0-12 0,0 8 0,-8-5 0,-3 5 0,1-8 0,-1 4 0,-3 1 0,-1 1 0,-2 8 0,0 0 0,0 5 0,-1 1 0,1 7 0,6-2 0,-1 12 0,1 3 0,-5 10 0,5 4 0,-2 4 0,5 7 0,0 1 0,1-1 0,1 8 0,6-7 0,0 1 0,0-5 0,2-9 0,3 7 0,-3-8 0,12 4 0,-7-10 0,3-3 0,1 1 0,7-7 0,-1-2 0,0-2 0,0-2 0,1 0 0,-5-8 0,0-4 0,1-3 0,5-10 0,-12 4 0,5-7 0,-3-1 0,-3-5 0,-4 5 0,4 0 0,-4 1 0,-4-1 0,-4 0 0,-3 8 0,-3-4 0,1 8 0,-1 2 0,-5 4 0,0 3 0,0 8 0,-1 0 0,1 0 0,0 0 0,-6 9 0,2 7 0,4 7 0,3 3 0,5 1 0,-3 2 0,5 3 0,7-7 0,0 4 0,0-6 0,0-4 0,2 2 0,1-2 0,5-4 0,2-1 0,3-5 0,-5 6 0,7-13 0,-4 4 0,5-4 0,1-2 0,0 0 0,0 0 0,1-2 0,-1-4 0,-2 3 0,-2-7 0,-1 2 0,-8-5 0,3 3 0,-5-7 0,4 0 0,-4 0 0,4-2 0,-10-2 0,-4-2 0,-1 2 0,-3-4 0,-5 2 0,0 2 0,0 2 0,-1 2 0,1-1 0,0 7 0,0 0 0,-1 7 0,1 0 0,0 8 0,0 7 0,0 12 0,-1 6 0,1 3 0,8 3 0,-5 5 0,9 0 0,-1 0 0,6-6 0,0-5 0,0-2 0,0-2 0,0-2 0,2-6 0,3-2 0,7-4 0,3-3 0,2-8 0,3 0 0,2 0 0,-2-8 0,10-7 0,-7-8 0,6-7 0,-6 1 0,5-3 0,-5-3 0,-3 1 0,-7-1 0,0 3 0,-7 3 0,0-1 0,-6 7 0,0 2 0,0 2 0,-8 9 0,-5 4 0,-6 4 0,-4 2 0,-6 2 0,6 4 0,-8 9 0,7 8 0,3-2 0,-2 6 0,21-8 0,-14 6 0,7-8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2.62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8398 4298 8912,'0'-25'0,"0"-3"0,0-3 0,0 3 0,0 5 0,0 4 0,0 1 0,0 1 0,0 0 0,0 6 0,0-1 0,0 6 0,0-5 0,0 7 0,0-4 0,2 16 0,2 5 0,1 8 0,1 21 0,-6 16 0,-8 22 0,3-26 0,-1 5-484,-5 10 0,-1 5 0,-2 14 1,-1 5 483,3-22 0,-2 2 0,0 1 0,0 8 0,-1 1 0,0 2 0,3-13 0,-1 1 0,0 1 0,0 0 0,-1 1 0,1 0 0,0 0 0,-1 0 0,0-1 0,1 1 0,-1 0 0,0-1 0,-5 22 0,0-1 0,-1 0-290,1-1 0,0-2 0,0-3 0,2-14 0,0-3 0,-1-1 290,1-4 0,0-2 0,0-2 0,-9 21 0,0-4 0,0-7 0,0-2 0,6-6 0,2-1-91,0-2 0,2-3 0,4-9 0,3-3 91,-9 33 0,11-22 0,13-12 0,-3-18 0,9-11 0,-1-7 723,6-10 0,8-2-723,4-4 0,11-15 0,6-19 0,4-15 0,1-18 0,-25 31 0,-2-4-589,0-4 0,-2-3 589,0-5 0,-2-2 0,-2-4 0,-2-2 0,2-3 0,-1 0 0,0 1 0,0-1 0</inkml:trace>
  <inkml:trace contextRef="#ctx0" brushRef="#br0" timeOffset="1">9861 3748 8912,'-6'-17'0,"-2"0"0,1 0 0,-1-1 0,2 1 0,6 13 0,0 16 0,0 20 0,-7 33 0,-7 23 0,4-34 0,-1 3 0,-3 15 0,-1 5 0,-4 12 0,-2 5 0,6-23 0,-1 2 0,-1 1-1313,-1 6 0,-1 1 1,1 3 1312,0 6 0,1 2 0,-2 1 0,3-21 0,0 0 0,-2 1 0,2 0 0,-1 2 0,1 1 0,0-1 0,0 1 0,-2-1 0,0 0 0,0 0 0,-1-2 0,-5 17 0,0-2 0,-1-1-379,-1 0 0,-1-1 1,0-1 378,3-4 0,0-1 0,-1-2 0,0-3 0,-1-2 0,1 1-175,1-2 0,1 1 0,1 0 1,1-1-1,1 0 0,0-1 175,1-3 0,0-1 0,-1-1 0,1-1 0,-1-1 0,0-2 0,-9 21 0,-1-2 0,0-3 0,1-1 0,-1-5 0,0-1-66,2-2 0,1-4 0,4-12 0,2-5 66,-14 27 1692,16-20-1692,12-28 0,9-10 697,3-11 1,11-8-1,10-11-697,7-16 0,5-28 0,14-24 0,-26 32 0,-1-3 397,2-7 1,-2-2-398,1-3 0,0 0 0,-3-5 0,0 0 0,0 0 0,-1 1 0,0-1 0,0 0 0,1 0 0,0 1 0,-2-1 0,0 0 0</inkml:trace>
  <inkml:trace contextRef="#ctx0" brushRef="#br0" timeOffset="2">11375 3731 8912,'0'-17'0,"0"0"0,0-1 0,0 1 0,0 0 0,0 0 0,-2 7 0,-4 4 0,4 6 0,-3 6 0,3 9 0,2 20 0,0 11 0,-8 42 0,2-38 0,-1 3 0,-3 9 0,-1 4 0,-3 8 0,-1 3 0,-5 10 0,-2 5 0,6-22 0,-1 3 0,0 0-942,-1 4 0,-1 1 0,1 0 942,-1 5 0,0 1 0,-1-1 0,1-2 0,0-1 0,0 0 0,0 1 0,0 0 0,0-2 0,0-7 0,-1-1 0,1 0-51,2-3 0,0 0 0,0-4 0,-6 16 1,2-3-1,1-4 0,0-3 0,1-10 1,1-3 50,1-6 0,0-3 0,-16 38 0,7-13-165,8-8 165,1-14 0,15-11 0,-4-11 0,8-6 0,8-12 0,7-5 0,18-23 0,1-19 0,6-24 0,6-16 0,-6-8 0,0-2 0</inkml:trace>
  <inkml:trace contextRef="#ctx0" brushRef="#br0" timeOffset="3">13354 3421 8912,'0'-26'0,"0"3"0,0 4 0,0 1 0,0 1 0,0 0 0,0 0 0,0 11 0,0 12 0,-8 19 0,-11 30 0,-15 20 0,12-30 0,0 3 0,-4 6 0,0 1 0,-2 5 0,-1 0 0,-1 7 0,-1 0 0,-4 2 0,1 0-228,-1 2 0,1 3 1,-1 7-1,1 2 1,0 0-1,1 0 228,1 0 0,1-1 0,4-4 0,2-2 0,6-12 0,0-3 0,4-6 0,0-1 0,-12 35-63,4-14 0,10-18 63,-5-5 0,11-14 0,-5-4 0,8-7 0,-1-10 0,3-7 0,4-6 0,3-18 0,7-14 0,11-28 0,4-15 0</inkml:trace>
  <inkml:trace contextRef="#ctx0" brushRef="#br0" timeOffset="4">14696 3267 8912,'-17'0'0,"6"0"0,-1 0 0,2 13 0,-5 6 0,0 8 0,-4 9 0,-18 22 0,-3 16 0,14-29 0,-3 2 0,-3 5 0,-1 3 0,-3 4 0,-1 2-378,-3 4 0,0 0 1,5 0-1,1 0 378,2-7 0,1-2 0,6-1 0,2-1 0,3-4 0,2-2 0,-13 42 0,8-8 0,12-15 178,5-16 0,4-9-178,2-13 0,2-6 0,4-12 0,5-5 0,10-12 0,2-5 0,0-20 0,2-5 0,-6-16 0,6 1 0</inkml:trace>
  <inkml:trace contextRef="#ctx0" brushRef="#br0" timeOffset="5">15488 3215 8912,'-8'-9'0,"-1"1"0,-9 8 0,1 2 0,0 4 0,-6 3 0,0 10 0,2 4 0,-6 13 0,-1 16 0,-5 9 0,-3 14 0,-4 5-138,18-31 0,0 1 0,-5 2 0,0 1 0,-1 7 0,1 1 138,-2-1 0,0 0 0,-4 4 0,1 0 0,8-3 0,0 0 0,-2 2 0,1 0 0,5-2 0,2-1 0,0-3 0,1 0 0,4-2 0,1-1 0,-2-4 0,2-2 0,-2 36 0,-3-16 0,5-8 0,1-14 0,5-6 0,4-4 0</inkml:trace>
  <inkml:trace contextRef="#ctx0" brushRef="#br1" timeOffset="6">8639 6104 8912,'0'-18'0,"0"7"0,0-1 0,0-1 0,-2 5 0,-2 1 0,-2-1 0,-1 6 0,1-3 0,-4 3 0,1 2 0,-5 2 0,7 3 0,-3 7 0,6 9 0,-3 4 0,1 3 0,0 9 0,-7-3 0,11 8 0,-4-8 0,4 1 0,2-1 0,6-1 0,2-5 0,1-5 0,1-4 0,3-3 0,-1-5 0,1-5 0,2-4 0,3-2 0,-1-2 0,0-4 0,-6-5 0,1-10 0,-1-4 0,-1-2 0,-2 6 0,-8-12 0,0 7 0,0-1 0,0-6 0,0 14 0,0-4 0,-6 4 0,0 2 0,-7 0 0,3 7 0,-7 5 0,2 7 0,3 9 0,-3 8 0,5 14 0,-7-5 0,6 10 0,-1-3 0,6 1 0,-3-5 0,1-3 0,3-7 0,5 4 0,0 0 0,0-6 0,0-2 0,7-9 0,3-10 0,7-4 0,0-5 0,0-10 0,-1-4 0,-3 0 0,-2 0 0,-7 2 0,10 1 0,-9-1 0,1 0 0,-6 5 0,0 1 0,0 0 0,0 8 0,-6 5 0,-1 13 0,-3 10 0,-3 6 0,5 4 0,-1 3 0,5-1 0,-2-2 0,0-8 0,6 3 0,0-6 0,0-1 0,0 0 0,8-7 0,3-5 0,5-3 0,1-6 0,0-7 0,0-2 0,1-16 0,-1 2 0,0-3 0,0 1 0,-7 8 0,-1-10 0,-3 8 0,-6 2 0,0 10 0,-8 11 0,-7 9 0,4 9 0,5-1 0,4 0 0,2 0 0</inkml:trace>
  <inkml:trace contextRef="#ctx0" brushRef="#br1" timeOffset="7">12407 4195 8912,'-15'-17'0,"2"2"0,3 1 0,3 3 0,-1 7 0,2-2 0,-3 4 0,-9 4 0,1 4 0,6 4 0,-1 7 0,1 0 0,1 0 0,-3 2 0,5 2 0,-1 2 0,5 0 0,-2-4 0,4 4 0,2-4 0,0 6 0,0-8 0,8-7 0,-4-3 0,7-7 0,2 0 0,3 0 0,1-1 0,0-5 0,0-6 0,1-3 0,-7-2 0,1 0 0,-7-1 0,7 1 0,-8 0 0,1 0 0,-3 0 0,-2 5 0,0 1 0,0-3 0,0 7 0,-7-1 0,-5 8 0,-3 0 0,-2 8 0,1 3 0,5 5 0,-4 8 0,7-5 0,-4 4 0,3-4 0,5-1 0,-2-1 0,2 0 0,3 0 0,1-5 0,0-1 0,1-7 0,5 2 0,-4-4 0,13-4 0,-3-4 0,-3-2 0,3-5 0,1 2 0,-5-1 0,0-5 0,-1 0 0,-5-1 0,6 1 0,-8 0 0,0 6 0,0-1 0,0 8 0,0-3 0,0 9 0,0 3 0,0 7 0,0 3 0,0 2 0,0-7 0,0 5 0,0-3 0,0 3 0,0 2 0,0 0 0,0-5 0,0-1 0,0-5 0,0 5 0,7-7 0,1 2 0,4-12 0,-3 2 0,-5-7 0,2-2 0,7 5 0,-11-7 0,4 3 0,-4-3 0,-2-2 0,0-1 0,0 1 0,0 0 0,0 8 0,-2 1 0,-4 8 0,-4 0 0,-7 8 0,0 3 0,0 6 0,2 4 0,3 2 0,-3 8 0,7-12 0,-3 4 0,1-4 0,4-2 0,4 0 0,-3 0 0,3-7 0,9-2 0,5-8 0,5-4 0,4-6 0,2-7 0,-2-2 0,-2-8 0,-3 6 0,-3-6 0,-2 3 0,-7 1 0,10 0 0,-9 0 0,1 0 0,-6 6 0,0 7 0,-8 12 0,-3 13 0,-4 6 0,-3 10 0,7 1 0,0 9 0,1-3 0,-2-10 0,5 3 0,7-8 0,0-2 0,0-2 0,0-2 0,7-7 0,1-10 0,6-12 0,-3-3 0,-7-2 0,3-6 0,-7 0 0,8-8 0,2 5 0</inkml:trace>
  <inkml:trace contextRef="#ctx0" brushRef="#br1" timeOffset="8">8570 6447 8912,'-17'0'0,"0"0"0,1-1 0,3-3 0,1-2 0,9-7 0,-5 3 0,8 0 0,8 3 0,-7 7 0,7 0 0,0 0 0,-6 0 0,5 0 0,1 0 0,3 0 0,-1 0 0,1 0 0,-5 0 0,6 0 0,-3-2 0,5-2 0,-3-2 0,1 1 0,5-1 0,2-2 0,4-1 0,-4-3 0,6-3 0,0 4 0,-4-5 0,7 5 0,1-5 0,5-1 0,-1-2 0,-4-4 0,3 4 0,-3-4 0,9 4 0,2 2 0,0 0 0,-3-2 0,1-2 0,2-2 0,8-2 0,-2 2 0,-4 2 0,-2-8 0,2 6 0,0-3 0,2 1 0,-6-6 0,4 10 0,-7-6 0,-1 3 0,3-1 0,1 4 0,2-4 0,-2-2 0,6 6 0,0-4 0,8 8 0,-6-6 0,0 0 0,-8 0 0,2 6 0,-4 0 0,-1 0 0,-3 0 0,-3-1 0,-6 1 0,2 0 0,0 0 0,-1 0 0,1-1 0,6 1 0,-12 6 0,4-1 0,2 1 0,-2-6 0,7-1 0,-1 1 0,5 0 0,5 0 0,3 0 0,2 0 0,4-1 0,-6-7 0,5 6 0,-6-4 0,-3 4 0,-2-5 0,-1 4 0,-1-2 0,0 2 0,-7 3 0,6 0 0,-5 0 0,5 0 0,1-1 0,1 1 0,-1-2 0,1-4 0,7 4 0,-6-6 0,4 8 0,-4 0 0,6 0 0,-5 0 0,3-1 0,-4 1 0,-1-2 0,-1-2 0,1-2 0,-1 2 0,0 2 0,-5 2 0,0 0 0,-6-1 0,5 1 0,-5 0 0,6 0 0,-6 2 0,4 1 0,-2 5 0,-4-1 0,-2 0 0,6 7 0,-4-13 0,7 5 0,1 1 0,5-1 0,3-1 0,1-5 0,2 0 0,0-8 0,-5 6 0,-1-4 0,0 4 0,-1 4 0,-4 1 0,-6 3 0,-4 7 0,-2-11 0,-7 13 0,-3-6 0,-7 8 0,0 0 0,-7 0 0,5 0 0,-6 0 0,8 0 0,0 0 0,-8 8 0,-3-4 0,-12 7 0,-4 1 0,-7 5 0</inkml:trace>
  <inkml:trace contextRef="#ctx0" brushRef="#br1" timeOffset="9">9568 8476 8912,'-17'0'0,"2"2"0,1 2 0,3 2 0,-3-2 0,-1-3 0,5-1 0,3 0 0,7 0 0,0 8 0,0 4 0,0 3 0,0 2 0,0 0 0,0 6 0,0 0 0,6 8 0,-1-3 0,9 5 0,-5 1 0,3-1 0,-1-5 0,-5 3 0,5-8 0,-5-6 0,6-6 0,-1-7 0,0 4 0,-1-10 0,-2-4 0,5-3 0,-9-10 0,7-4 0,-7-2 0,2-6 0,-4 3 0,-2-3 0,0 0 0,0 3 0,-2 3 0,-2 8 0,-2 0 0,1-1 0,-3 1 0,-3 0 0,3 7 0,-7 3 0,7 14 0,-5 5 0,3 5 0,2 6 0,5 6 0,-7 3 0,8 3 0,-4-3 0,4-3 0,2 3 0,0-13 0,0 4 0,0-4 0,2-7 0,4-3 0,6-1 0,3-2 0,-4-8 0,1-4 0,-7-4 0,7-7 0,-6 0 0,5 0 0,-7 0 0,2 0 0,-4-3 0,-2-1 0,0-2 0,0 1 0,-2 6 0,-2 3 0,-2 1 0,-7 1 0,9-1 0,-8 1 0,7 7 0,-7-2 0,7-1 0,-5 3 0,2 6 0,-3 13 0,5 14 0,2 3 0,2 3 0,2-1 0,6 1 0,0-1 0,7 0 0,-3-5 0,7 0 0,0-8 0,0 0 0,1-8 0,-1-7 0,0-4 0,0-10 0,-1-3 0,-5-12 0,2-2 0,-7-4 0,0-3 0,-6 3 0,0-3 0,0-1 0,0 4 0,-8-1 0,-3 7 0,-3 0 0,1 6 0,2 1 0,-3 5 0,-1-4 0,3 13 0,1-4 0,-2 4 0,5 2 0,-2 2 0,5 4 0,3 3 0,-4 10 0,4 2 0,2 2 0,0-2 0,0-1 0,0-9 0,0 0 0,0 1 0,8-3 0,1-1 0,8-10 0,1-4 0,-9-3 0,1-8 0,-6-2 0,1-4 0,1 4 0,-6-6 0,0 6 0,0-4 0,-8 4 0,-1-4 0,-1 4 0,-5 9 0,5 2 0,-7 8 0,2 8 0,3 4 0,-1 10 0,7 7 0,-5 4 0,5 1 0,2-2 0,2-3 0,2-6 0,0-4 0,2-4 0,4-3 0,6-6 0,3-4 0,8-6 0,2-8 0,1-11 0,-5-7 0,4-5 0,-8 1 0</inkml:trace>
  <inkml:trace contextRef="#ctx0" brushRef="#br1" timeOffset="10">14059 4883 8912,'0'9'0,"0"-1"0,0-6 0,0 4 0,-5-2 0,-1 7 0,-5 0 0,5 7 0,0-1 0,-2 0 0,7 2 0,-5 2 0,4 2 0,2 8 0,0-5 0,0 1 0,0-4 0,0-4 0,0-2 0,0 1 0,0-1 0,0-8 0,2-1 0,4-10 0,3-4 0,1-5 0,-3-4 0,-7-3 0,8 1 0,-6 0 0,4-2 0,-5-4 0,-1 4 0,0-4 0,0 4 0,0 2 0,-5 5 0,-1 1 0,0 7 0,4-4 0,-3 8 0,-3 8 0,-5 3 0,3 5 0,2 1 0,-5 8 0,11-6 0,-4 4 0,4-4 0,2-2 0,-5 0 0,-1 0 0,2 1 0,2-7 0,2 0 0,8-7 0,-4 4 0,7-8 0,-5-8 0,5-3 0,-5-3 0,4-1 0,-3-2 0,-1 11 0,0-22 0,0 10 0,-1 3 0,-5 4 0,0-3 0,0-1 0,0-2 0,-2 5 0,-3 1 0,3 7 0,-8-4 0,4 8 0,5 8 0,-13 2 0,8 7 0,-1 0 0,3 0 0,-2 0 0,0 1 0,6-7 0,0 0 0,0-7 0,0 4 0,0-8 0,8-2 0,4-4 0,1-3 0,-2-8 0,3-1 0,-8 1 0,-1 6 0,-5-1 0,0-1 0,0-2 0,0-3 0,0 1 0,0 0 0,-5 6 0,-3 1 0,-2 2 0,7 3 0,-13 5 0,5 0 0,-5 0 0,7 7 0,1 5 0,1 3 0,5-5 0,-8 5 0,6-4 0,-1 5 0,-1-5 0,6 1 0,0-9 0,0 7 0,0-4 0,7-4 0,3 5 0,7-7 0,0-6 0,-1-1 0,-5-3 0,5 1 0,-5-3 0,2-3 0,-1 3 0,-6-3 0,3-2 0,-7 6 0,4-1 0,-4 1 0,-2-7 0,0 1 0,0 0 0,-2 7 0,-4 5 0,2 3 0,-7 2 0,5 2 0,-5 3 0,1 5 0,-1 7 0,-3 0 0,6 3 0,1 1 0,-1 1 0,1 1 0,1-5 0,4-1 0,-4 0 0,6-2 0,6-3 0,-4 3 0,13-13 0,-3 4 0,3-4 0,4-8 0,2-2 0,2-3 0,-2-8 0,6 1 0,-10-6 0,0 6 0,-2-5 0,-9 1 0,6-1 0,-7 5 0,1-6 0,-6 4 0,0-2 0,-2 4 0,-3 7 0,-7 5 0,4 4 0,-5 10 0,5 5 0,-1 8 0,-3-2 0,1 12 0,1-8 0,3-2 0,-7 6 0,12-8 0,-3 4 0,3-4 0,2-2 0,0-6 0,0 1 0,0 1 0,0-5 0,0 0 0,7-10 0,5-4 0,1 2 0,-1-7 0,1-1 0,-5-5 0,1 0 0,-5 0 0,2-1 0,-4 1 0,-2 0 0,0 7 0,0-5 0,0 4 0,0-5 0,0-1 0,0 0 0,-8 7 0,4 3 0,-7 7 0,1 7 0,-1 5 0,-3 3 0,7 2 0,-1 1 0,0-1 0,3 0 0,5-6 0,-2 1 0,-4 1 0,4-5 0,-6 7 0,10-13 0,4 4 0,-4-4 0,13-10 0,-3-3 0,-3-5 0,3-1 0,-8 0 0,1 0 0,3-6 0,-2 0 0,-2 2 0,-2 2 0,-2 2 0,0 7 0,0-5 0,0 3 0,0 5 0,-2-1 0,-2 10 0,-2 4 0,-7 3 0,11 8 0,-6-1 0,0-5 0,7 4 0,-7-11 0,8 8 0,0-1 0,0-1 0,0-3 0,0-7 0</inkml:trace>
  <inkml:trace contextRef="#ctx0" brushRef="#br1" timeOffset="11">9551 8786 8912,'-10'0'0,"3"0"0,7 0 0,0 0 0,7 0 0,3-6 0,7 0 0,0-1 0,0 3 0,1-2 0,-7-5 0,1 3 0,1 0 0,2 1 0,2-7 0,1 5 0,1-8 0,2-1 0,2 1 0,7-2 0,-1-4 0,4 2 0,3-8 0,4-1 0,-4 3 0,5-2 0,-5 1 0,-2-7 0,1 1 0,-1 5 0,1 1 0,-1-3 0,0-1 0,1-3 0,7 1 0,-12-2 0,5-4 0,1 3 0,4-3 0,4 2 0,2-2 0,-6 3 0,12-3 0,-4 4 0,2 2 0,-5-1 0,5 1 0,-15 1 0,-1 5 0,-2-3 0,-9 8 0,2 0 0,-2 6 0,-4 0 0,4 2 0,-4 3 0,-1-3 0,-1 3 0,6-3 0,0-2 0,5-6 0,-5 0 0,10-7 0,-1 3 0,7 0 0,8-5 0,-8 7 0,7-6 0,1 3 0,-5-1 0,6-5 0,-8-1 0,0 1 0,-5-1 0,-1 1 0,1 0 0,-3 1 0,-1 3 0,-2 1 0,-1 0 0,1 1 0,0-1 0,1-2 0,3-1 0,1 3 0,0 1 0,3-1 0,3-5 0,-2-1 0,8 1 0,-6 1 0,6 5 0,-6-5 0,6 5 0,-8-3 0,3 0 0,-5 3 0,-9-1 0,5-5 0,-3-1 0,1 9 0,-1 3 0,4-2 0,-5 2 0,-1-2 0,2 4 0,1-4 0,3-2 0,1 5 0,1-7 0,-1 6 0,1-6 0,-1 3 0,0-3 0,1 2 0,-1 6 0,1-2 0,-1-7 0,-5 11 0,-2-6 0,-3 0 0,7 6 0,-10-8 0,6 6 0,-2-2 0,-2 0 0,-6 6 0,0 7 0,4-5 0,-2 4 0,-2-3 0,4 3 0,-2-4 0,10 3 0,-2-9 0,4-2 0,-3 2 0,1 2 0,0 2 0,-3 0 0,-1-1 0,0 1 0,-2 0 0,-10 2 0,5 3 0,-7-3 0,1 4 0,3 3 0,-13-7 0,7 11 0,-3-8 0,-2 7 0,5-7 0,-1-1 0,5-2 0,-1-3 0,11-1 0,6-4 0,3 2 0,2-7 0,7-1 0,1-5 0,2-1 0,-6 8 0,6 3 0,-8 6 0,-1 1 0,3 0 0,-19 2 0,4 1 0,-4 3 0,-9 7 0,-3-4 0,-7 8 0,0 0 0,-7 0 0,5 8 0,-6-6 0,8 6 0,-8-8 0,7 0 0,-7 0 0,8 0 0,0 0 0,-6 2 0,-2 1 0,-1 3 0,-10 0 0,-8-6 0</inkml:trace>
  <inkml:trace contextRef="#ctx0" brushRef="#br1" timeOffset="12">9671 7204 8912,'-11'-15'0,"-1"3"0,7-1 0,-7 7 0,8 0 0,-3 16 0,7 5 0,2 6 0,3 0 0,-3 4 0,6-2 0,-2 0 0,-1 2 0,7-6 0,-6 4 0,-1-6 0,3-6 0,-6 5 0,4-5 0,3-3 0,-5 5 0,7-7 0,3-2 0,-5-10 0,3-5 0,-3-5 0,3-1 0,1-6 0,-7-2 0,-2-1 0,-2 5 0,-2-10 0,0 8 0,0 0 0,0 6 0,-8 7 0,-1 5 0,-9 10 0,1 5 0,0 7 0,5 8 0,1 4 0,5-5 0,-5-1 0,7-4 0,-2-1 0,4-1 0,2 0 0,0-7 0,8-12 0,3-16 0,5 1 0,1-8 0,0 1 0,-7 5 0,5-6 0,-13 8 0,6-1 0,-8 9 0,-2 1 0,-4 8 0,4 8 0,-4 3 0,4 5 0,2 1 0,4-2 0,8-4 0,7-3 0,30-16 0,5-1 0</inkml:trace>
  <inkml:trace contextRef="#ctx0" brushRef="#br1" timeOffset="13">13853 4625 8912,'-8'-27'0,"-1"4"0,-3 4 0,3 2 0,-1 2 0,3 1 0,-3 5 0,0 1 0,7 2 0,-7 6 0,4 0 0,4 0 0,-5 0 0,7 2 0,0 4 0,0 4 0,-2 7 0,-2 0 0,-2 0 0,1 0 0,5 1 0,0-1 0,0-8 0,0 7 0,0-5 0,0-3 0,7-1 0,3-7 0,7 0 0,0 0 0,-5-2 0,-1-1 0,1-5 0,-1 0 0,1 1 0,-9-7 0,7 12 0,-4-3 0,-4 1 0,3-2 0,-3 4 0,-2-4 0,-2 12 0,-3 6 0,-5 3 0,-1 8 0,-1 0 0,2 5 0,-1-5 0,3 2 0,8-2 0,0-4 0,0 4 0,0-4 0,8-2 0,2-7 0,7-4 0,0-6 0,0-6 0,-5-4 0,-1-7 0,-7 0 0,2 0 0,-4 0 0,-2-8 0,0 6 0,0-4 0,0 4 0,0 2 0,-6 5 0,0 1 0,-7 7 0,1-2 0,5 4 0,-9 4 0,5 4 0,3-4 0,-1 11 0,3-7 0,4 1 0,-4-1 0,4 6 0,2-5 0,0 1 0,0-8 0,0 8 0,0-7 0,0-8 0,0 3 0,-2-11 0,-3 15 0,3 0 0,-8 0 0,4 0 0,5 0 0,-15 15 0,7-4 0,-8 14 0</inkml:trace>
  <inkml:trace contextRef="#ctx0" brushRef="#br1" timeOffset="14">9534 7427 8912,'-10'0'0,"2"0"0,8 0 0,0 0 0,8 0 0,4 0 0,-3-5 0,3-3 0,1 0 0,2-1 0,2-1 0,6 5 0,2-7 0,2-1 0,4-3 0,3-1 0,6 0 0,6-2 0,4-4 0,1 4 0,-1-12 0,-2 8 0,-4 2 0,-2 2 0,-2 2 0,-5 0 0,-9 2 0,-3 1 0,-4 3 0,6-1 0,-6 1 0,4-1 0,-4 3 0,-1-4 0,-1 1 0,0 1 0,0-7 0,2 1 0,4 0 0,-4 0 0,12 0 0,-6-1 0,2 1 0,-6 0 0,11 6 0,-3-1 0,3-1 0,3-10 0,-1 8 0,-1-5 0,-5 5 0,5-10 0,-3 8 0,7-4 0,3-4 0,0 6 0,-5-11 0,-1 7 0,2-8 0,3 4 0,1 1 0,2-5 0,-2 8 0,-4 0 0,6 2 0,-7 2 0,-1 4 0,1 0 0,-9 1 0,-3 3 0,2-3 0,-2 9 0,0-9 0,-6 5 0,0-1 0,8-5 0,-6 5 0,4-7 0,-4 0 0,-1 0 0,5 0 0,0-3 0,-2-2 0,-2 2 0,-2-3 0,0 4 0,0 2 0,1 0 0,-1 0 0,0 0 0,-6 5 0,1 1 0,-1 1 0,7-3 0,-1 1 0,0 1 0,0-6 0,2-1 0,4 1 0,-4 0 0,12 0 0,-6 0 0,2-1 0,1 1 0,1 0 0,0 0 0,1 0 0,-5 1 0,-2 3 0,-4 3 0,-2 3 0,1-7 0,-1 7 0,0-5 0,0-3 0,0 4 0,1-5 0,-1-1 0,0 0 0,0 0 0,6 5 0,0 1 0,-2-3 0,-2-1 0,4-8 0,0 0 0,8 0 0,-3 6 0,3 0 0,0 0 0,-3 0 0,1-8 0,5 6 0,-1-4 0,-4 4 0,3 1 0,-3 1 0,3 0 0,3 0 0,-7 0 0,1 0 0,-6-1 0,6 1 0,-8 0 0,6 0 0,-5 0 0,-2-1 0,3 1 0,1 0 0,-1 2 0,0 1 0,2 3 0,-6-1 0,4-5 0,2 2 0,-2 3 0,0-1 0,-6 5 0,0-1 0,8-3 0,-6 1 0,4 0 0,-4 1 0,-1-2 0,5-3 0,0 6 0,-2-1 0,-2-5 0,-2 5 0,0 1 0,0-7 0,-1 13 0,-3-7 0,-2 2 0,1-5 0,1 9 0,3-7 0,3-3 0,-4 5 0,-3-3 0,1 1 0,2 1 0,2-5 0,-5 13 0,-1-4 0,-7-3 0,4 7 0,-8-6 0,0 8 0,0 0 0,0 8 0,0-6 0,0 13 0,0-5 0,0 7 0,0 0 0,0 0 0</inkml:trace>
  <inkml:trace contextRef="#ctx0" brushRef="#br1" timeOffset="15">20083 7393 8912,'-2'-17'0,"-4"2"0,-6 3 0,3 4 0,-3 10 0,-1 4 0,-2 6 0,3 10 0,3 5 0,1 2 0,2 0 0,-1 1 0,5-5 0,-4 0 0,4-2 0,2 0 0,0-6 0,2-8 0,4-1 0,-2-4 0,7-10 0,0-3 0,7-11 0,-1-2 0,0-7 0,-2-4 0,-3 1 0,-6 1 0,-4 3 0,5 7 0,-5-4 0,4 8 0,-4-1 0,-2 1 0,0 8 0,0 1 0,0 10 0,0 4 0,0 7 0,0 8 0,0 8 0,2-2 0,3 1 0,5 1 0,9 3 0,4-3 0,4-4 0,7-8 0,-7 0 0,13 8 0,-4 2 0</inkml:trace>
  <inkml:trace contextRef="#ctx0" brushRef="#br1" timeOffset="16">21700 8597 8912,'-17'-6'0,"-2"-2"0,-2 1 0,-2-1 0,6 4 0,7 10 0,2 5 0,3 6 0,5 4 0,0 2 0,0 0 0,0-5 0,7-3 0,5-4 0,-3 3 0,3-9 0,-8 1 0,11-6 0,-13-8 0,4-3 0,-6-4 0,-6-2 0,-11-8 0,-10-2 0</inkml:trace>
  <inkml:trace contextRef="#ctx0" brushRef="#br1" timeOffset="17">20048 7582 8912,'-8'-9'0,"1"-7"0,-5 5 0,7 3 0,12 4 0,12 10 0,14 11 0,17 16 0,11 13 0,8 11 0,-30-22 0,0 3 0,3 6 0,0 3 0,5 7 0,0 1 0,2 5 0,1 2-1042,2 5 0,1-2 1042,4-4 0,1-1 0,-3-1 0,1-4 0,1-9 0,1-4 0,-4-5 0,1-3 0,-5-7 0,-1-3 0,37 15 146,-4-17 1,-28-8 0,3-7-147,-3 3 0,-2-6 0,-9 5 0,-4-5 0,-9 2 0,-5 0 0,-15-6 0,-5-2 0,-10-4 0,-5-3 0</inkml:trace>
  <inkml:trace contextRef="#ctx0" brushRef="#br1" timeOffset="18">25383 8476 8912,'-17'-9'0,"-1"1"0,1 2 0,0 1 0,0 1 0,0 4 0,-1 5 0,9 5 0,3 7 0,4 0 0,-4 1 0,1-1 0,1 0 0,4-7 0,4-3 0,3-1 0,3 0 0,-4-1 0,5-5 0,-7 0 0,5-5 0,-5-3 0,2-2 0,0-1 0,-6-6 0,0 7 0,-8 3 0,6 7 0,-4 0 0,12 0 0,4-8 0,7-2 0</inkml:trace>
  <inkml:trace contextRef="#ctx0" brushRef="#br1" timeOffset="19">26605 6568 8912,'17'-27'0,"-6"4"0,1 10 0,1 1 0,-3 3 0,1-5 0,3 5 0,1 1 0,-4 2 0,1 6 0,-6 0 0,5 0 0,0 0 0,7 0 0,-7 2 0,1 4 0,-7-4 0,7 4 0,-8-4 0,3-2 0,-7-8 0,0-2 0,2-7 0,4 0 0,-4 0 0,4 0 0,-4-1 0,-1 3 0,5 4 0,-4-5 0,4 15 0,-12-3 0,-5 8 0,-5 7 0,-1 12 0,-15 4 0,-5 7 0</inkml:trace>
  <inkml:trace contextRef="#ctx0" brushRef="#br1" timeOffset="20">25417 8253 8912,'-17'0'0,"0"0"0,0 0 0,-1 0 0,1 0 0,8 0 0,1 0 0,10-2 0,6-2 0,9-6 0,9-5 0,9-8 0,5-17 0,6-11 0,11-13 0,-26 27 0,1-2 0,5-3 0,1-2 0,3-5 0,2-1-423,4-6 1,2-1 0,4-8 0,3-2 422,-13 17 0,1-2 0,1-1 0,1 0 0,0-1 0,1-1-287,4-2 0,2-1 0,-2 1 1,-3 3-1,-1-1 0,0 2 287,-1 0 0,-1 2 0,1 0 0,20-19 0,0 4 0,0 8 0,0 2 0,-5-1 0,-1 3 0,-7 11 0,-1 2 0,-9 1 0,-2 0 0,22-25 0,-23 17 0,-17 10 0,-6 7 0,-5 8 0,-5 12 0,-14 3 0,-5 8 0,-3 0 0,-4 2 675,-4 4 0,4-2-675,-4 7 1030,11 1 0,5 5-1030,7 0 0,0 0 0,0 0 0,0 1 0,0-1 0,7-8 0,3-1 0</inkml:trace>
  <inkml:trace contextRef="#ctx0" brushRef="#br1" timeOffset="21">13388 7548 8912,'-25'-8'0,"-1"-3"0,-1-3 0,4 3 0,4 5 0,9 14 0,5 9 0,3 10 0,2 19 0,0 7 0,0 8 0,0 10 0,5 7 0,1 12 0,0 2 0,2-3 0,-1-6 0,5-7 0,-7-5 0,5-3 0,0-18 0,-1-12 0,-1-17 0,-8-13 0,0-19 0,0-10 0,0-16 0,0-11 0,-8-7 0,4-16 0,-5-1 0,1-3 0,-3-5-147,5 6 1,-6-1 146,7 6 0,-1 8 0,6 4 0,0 13 0,0 8 0,2 9 0,4 8 0,11 5 0,4 24 0,7 7 0,7 10 0,7 11 0,2 2 0,2 0 0,4 0 0,-3-1 0,-1-7 0,-2 1 0,2-12 0,-8-4 0,-7-4 97,-6-9 1,-8 4 0,-2-10-98,-3-4 0,-5-11 0,-7-12 0,0-9 0,0-6 0,0-6 0,-2 3 0,-3-11 0,-7 5 0,-11 1 0,4 1 0,-4 1 0,4 4 0,10 4 0,-7 15 0,16 12 0,0 15 0,10 15 0,13 14 0,5 3 0,11 9 0,1-1 0,8 0 0,-12-12 0,4 1 0,4-8 0,0 4 0</inkml:trace>
  <inkml:trace contextRef="#ctx0" brushRef="#br1" timeOffset="22">14576 7427 8912,'-17'-5'0,"-1"-1"0,1 2 0,0 2 0,-6 10 0,0 3 0,0 20 0,4 9 0,0 8 0,2 3 0,-2 9 0,13 3 0,0-4 0,8-2 0,4-3 0,11-12 0,12-8 0,9-15 0,2-15 0,0-10 0,2-11 0,-5-8 0,3-13 0,-12-6 0,-5-7 0,-4-13 0,-3 5 0,-5-4 0,-5 4 0,-12 7 0,-5 1 0,-12 1 0,-6 4 0,-5 12 0,-5 13 0,-3 8 0,-2 7 0,-2 19 0,3 16 0,2 22 0,7 9 0,5 8-95,12 1 1,2 0 0,5 0 0</inkml:trace>
  <inkml:trace contextRef="#ctx0" brushRef="#br1" timeOffset="23">26656 7806 8912,'-17'-35'0,"2"3"0,1 3 0,5 10 0,1 11 0,8 10 0,8 17 0,1 4 0,3 10 0,5 9 0,0 2 0,0 4 0,1-1 0,-1-1 0,0-6 0,0-3 0,6-5 0,0-1 0,-2-7 0,-2-4 0,4-1 0,2-16 0,2-4 0,3-17 0,9-20 0,5-21 0,-19 19 0,-1-4 0,4-6 0,0-3 0,6-9 0,1-2-380,3-8 0,0-2 0,1 3 1,1-1 379,2-6 0,2 1 0,2 7 0,1 1 0,1 2 0,0 2 0,0 6 0,0 2 0,-2 2 0,-1 3 0,-8 11 0,-1 3 0,25-25-478,-11 17 478,-8 10 0,-15 11 0,-4 6 0,-4 6 0,-10 9 0,1-4 0,-4 8 0,-4 0 1436,5 0-1436,-7 0 561,0 0-561,0 8 0,0-6 0,-2 6 0,-3-8 0,-5 0 0,-7 0 0</inkml:trace>
  <inkml:trace contextRef="#ctx0" brushRef="#br1" timeOffset="24">11134 14975 8912,'-10'0'0,"3"-7"0,7 5 0,7-6 0,3 0 0,7-3 0,-7 1 0,-4-1 0,-3 5 0,3-5 0,-4 7 0,6-4 0,-3 18 0,1 7 0,0 10 0,-6 13 0,0 4 0,0 17 0,0 6 0,0 5 0,0 1 0,0-2 0,0-3 0,0-3 0,0-9 0,0-16 0,0-11 0,0-12 0,0-8 0,0-3 0,0-12 0,0-5 0,0-14 0,0-9 0,-8-1 0,6-14 0,-3 1 0,3-8 0,2 1 0,0-8 0,0 8 0,0-7 0,0 7 0,0-2 0,0-1 0,5 14 0,1 6 0,-2 8 0,0 7 0,1 11 0,-1 14 0,8 15 0,-1 8 0,6 12 0,1 3 0,-1 4 0,0 7 0,8 1 0,0-8 0,5-4 0,-1-4 0,0-1 0,-1-9 0,-1-5 0,0-7 0,-2-9 0,0-3 0,5-17 0,-11-4 0,4-17 0,-4-5 0,6-2 0,-6-17 0,4-3 0,-5-4 0,-7-1 0,-3-1 0,-8 0 0,0 0 0,0 2 0,0 4 0,-6 14 0,0 14 0,-7 9 0,3 10 0,-7 5 0,0 5 0,0 20 0,-1 8 0,1 24 0,8 2 0,3 13 0,4-2 0,2-1 0,0-7 0</inkml:trace>
  <inkml:trace contextRef="#ctx0" brushRef="#br1" timeOffset="25">12339 14735 8912,'-25'-8'0,"4"6"0,-8-4 0,0 22 0,-5 12 0,0 14 0,5 10 0,0 5 0,14-2 0,0 7 0,5-3 0,4-9 0,20-10 0,5-12 0,6-5 0,1-6 0,5-5 0,-2-6 0,1-20 0,10-9 0,4-9 0,8-8 0,-8-4 0,-4-10 0,-4-3 0,-9-4 0,-2-8 0,-10 0 0,-3 1 0,-4 6 0,-18 5 0,-7 11 0,-10 6 0,-13 11 0,-6 12 0,-11 15 0,-7 12 0,5 9 0,-8 31 0,6 7 0,2 10 0,7 5 0,10 3 0,6-1 0,1-5 0,1 0 0</inkml:trace>
  <inkml:trace contextRef="#ctx0" brushRef="#br1" timeOffset="26">9551 13944 8912,'-27'-8'0,"6"-3"0,6-5 0,3-1 0,10 8 0,2 5 0,10 8 0,5-3 0,2 5 0,1-4 0,-1-2 0,0 0 0,0-8 0,0-1 0</inkml:trace>
  <inkml:trace contextRef="#ctx0" brushRef="#br1" timeOffset="27">13233 13686 8912,'-7'11'0,"-5"1"0,-1 1 0,1 2 0,5-5 0,9-4 0,3-12 0,-3 2 0,6-7 0,-2-3 0,0-1 0,5-2 0,-5 0 0,5-1 0,-5 1 0,5 6 0,-5-1 0,0 8 0,-8-1 0,-4 10 0,-3 5 0,-3 7 0,1 0 0,-3 1 0,5-3 0,-1-2 0,3-1 0,1-1 0,6 1 0,0-1 0,0-5 0,0 5 0,0-7 0,-8 4 0,-1-8 0</inkml:trace>
  <inkml:trace contextRef="#ctx0" brushRef="#br1" timeOffset="28">8191 14683 8912,'27'-46'0,"0"0"0,1-1 0,1 1 0,3-2 0,1 0 0,2-1 0,1 1 0,1-2 0,1 0 0,-1 0 0,0-1 0,1-2 0,-1-1 0,0-1 0,0-1 0,0 3 0,-1-1 0,-3 0 0,-1-1 0,-1 3 0,1-1 0,0 2 0,1-1 0,4 1 0,1-1 0,1 0 0,2-1-49,1-2 0,0 1 0,-2 8 0,0 0 0,0 0 0,-1 1 0,-1 2 0,0 2 0,-2 1 0,-1-1 49,-3 1 0,1 0 0,3-2 0,1 0 0,-2-1 0,0 0 0,3 3 0,1 2 0,1 1 0,2 1 0,0 2 0,0-1 0,5 1 0,0 0 0,0 0 0,0 1 0,-1 0 0,1 1 0,0 0 0,0-1 0,3-2 0,1-1 0,4 1 0,1 0-60,7-5 0,0-1 0,1 3 0,-1 0 0,-1 0 0,0 1 0,-6 5 0,-1 1 60,-4 3 0,-1 1 0,-5 4 0,0 2 0,1 0 0,0 2 0,38-10 0,-9 6 0,-9 4 0,-16 10 0,-2 3 137,-2 4-137,-8 10 0,14 1 0,-1 8 0,12 1 0,20-1 0,-36-8 0,3-1 0,7 1 0,1-1 0,5 1 0,0-1 0,-4-1 0,-1-2 0,-5 0 0,-1-1 0,-3 1 0,-1 0 0,46 5 0,-2 9 0,-16 2 0,-7 7 0,-10 3 0,-13 3 0,-5 6 0,-7 4 0,-5 8 0,-5-1 0,-6 1 0,-1 2 0,0 3 0,6 2 0,2 6 0,4-2 0,7 2 0,6 2 0,10 2 0,-1-8-23,1-4 0,-1-5 23,1-6 0,-8-4 0,-4-8 0,-5-7 481,-7-4-481,-10-4 101,-3-10-101,-6 7 0,1-15 0,-2 7 148,-8-8 1,0-2-149,0-4 0,0 5 0,0-15 0,0 7 0,0-8 0,0 5 0,0 1 0,0-1 0,-4 3 0,-8 3 0,-14 12 0,-18 3 0</inkml:trace>
  <inkml:trace contextRef="#ctx0" brushRef="#br1" timeOffset="29">19308 12654 8912,'0'-40'0,"0"-2"0,0 0 0,0 0 0,0 6 0,0 3 0,0 5 0,0 1 0,0-2 0,0 6 0,0 4 0,0 10 0,0 1 0,0 25 0,0 14 0,0 16 0,0 28 0,0 17 0,0-35 0,-2 2-170,-1 6 1,0 2 0,2 13 0,-1 4 0,-4 9 0,0 3 169,2-28 0,-1 0 0,1 3 0,-1 9 0,1 2 0,-1 2-436,1 10 0,1 1 0,-1 3 0,0-21 1,0 1-1,0 2 0,1 0 436,-1 5 0,2 2 0,-1 0 0,0-2 0,1-6 0,-1-1 0,1-1 0,0 0 0,-1-1 0,0-1 0,0 0 0,0-3 0,1 13 0,2-2 0,-2-2-171,0-9 0,0-1 1,1-2-1,-1 21 1,2-5 170,0-11 0,0-4 0,0-13 0,0-4 0,0 35 0,0-13 0,0-5 0,2-14 0,1-6 0,3-8 195,15-14 0,-7-5 0,14-11-195,3-7 1459,1-3 0,5-25-1459,3-11 0,10-29 0,-22 24 0,1-2 0,0-11 0,-3-3 0,-1-7 0,-4-2 0,0-3 0,-2 0 0,0-2 0,-1 0 0,-1 1 0,0-1 0</inkml:trace>
  <inkml:trace contextRef="#ctx0" brushRef="#br1" timeOffset="30">20668 12104 8912,'-2'-23'0,"-4"0"0,-6 4 0,-3 6 0,-2-3 0,0 14 0,0-3 0,1 18 0,3 12 0,1 11 0,1 16 0,1 18 0,3 20 0,3-38 0,0 3 0,2 10 0,0 4 0,-2 14 0,-1 4 0,1-22 0,1 2 0,0 2-1073,0 5 1,0 3-1,0 1 1073,-1 7 0,0 3 0,0 1 0,-1 4 0,0 2 0,0 1 0,2-21 0,0 1 0,0 1 0,0-1 0,0 0 0,-1 1 0,1 0 0,0-1-284,1 22 1,0-1 0,0 0 0,0-5 0,0-1 0,0-3 283,2-11 0,0-3 0,0-1 0,0-4 0,0-2 0,0-1-56,1 22 1,-2-4 0,-1-10 0,-1-5 0,0-10 0,0-5 55,-1 30 0,2-23 0,4-21 0,2-11 0,2-8 0,7-11 0,-3-7 0,9-14 2287,4-12-2287,-4-23 0,11-15 0,-7-19 0,-10 31 0,-3-2 0,-4 0 0,-2-3 0,0-6 0,0 0 0</inkml:trace>
  <inkml:trace contextRef="#ctx0" brushRef="#br1" timeOffset="31">22320 11674 8912,'-8'14'0,"-5"1"0,-7 8 0,-2 7 0,1 12 0,3 12 0,5 5 0,3 0 0,3 0 0,-7 6 0,12-2 0,-3 12 0,3 9 0,2 12 0,0-43 0,0 2 0,0 10 0,0 2 0,0 8 0,0 3 0,-1 11 0,0 4-1242,-1-28 1,0 1-1,0 1 1242,0 4 0,-1 2 0,-1-1 0,-2 2 0,-1 1 0,0 0 0,1 2 0,-1 1 0,-1 0 0,1 0 0,-1 0 0,0 1 0,1-1 0,0 1 0,0-1 0,1-8 0,0 0 0,-1-2 0,-1 29 0,-1-3-280,0-12 1,1-4 279,3-10 0,0-4 0,-2 32 0,7-20 0,0-15 0,0-19 0,0-19 0,2-11 0,3-7 0,5-12 0,9-12 0,4-14 0,-4-22 0,4-14 0,-4-11 0,-9-6 0,-3-10 0</inkml:trace>
  <inkml:trace contextRef="#ctx0" brushRef="#br1" timeOffset="32">24058 11915 8912,'-10'4'0,"4"7"0,5 12 0,-1 19 0,-2 17 0,-2 20 0,-1-23 0,-1 4 0,0 10 0,-1 3 0,-4 7 0,-1 1 0,-3 7 0,-1 2 0,0 0 0,-2-1 0,0-1 0,0-2-1322,1-5 1,0-2 1321,0-6 0,1-4 0,5-10 0,0-2 0,1-7 0,1-2 0,-7 40 0,5-25 294,2-14 1,7-10-295,-2-11 0,4-11 0,4-3 0,2-10 0,4-8 0,1-11 0,4-18 0,8-15 0,2-7 0,0-6 0,-5-8 0,-1 0 0</inkml:trace>
  <inkml:trace contextRef="#ctx0" brushRef="#br1" timeOffset="33">25572 11623 8912,'-17'7'0,"-2"-3"0,-4 7 0,9-5 0,-1 6 0,6 3 0,5 6 0,0 8 0,-2 11 0,2 11 0,-7 12 0,-2 20 0,-10 8 0,9-40 0,-1 1 0,-1 6 0,-1-1-89,0-4 0,0 1 0,0 5 0,0 0 0,0-7 0,1 0 89,1 0 0,1-1 0,-11 37 0,10-1 0,4-18 0,3-11 0,8-20 0,0-8 0,0-7 0,8-11 0,-4-5 0,9-9 0,6-3 0,-2-12 0,14-16 0,-8-7 0,0-8 0,-6 2 0,8-3 0,2-3 0</inkml:trace>
  <inkml:trace contextRef="#ctx0" brushRef="#br1" timeOffset="34">26398 11416 8912,'10'-32'0,"-3"3"0,1 6 0,-6 12 0,7 3 0,-3 8 0,-4 15 0,-2 8 0,-13 23 0,-8 11 0,0 18 0,-8 11 0,2 8-737,13-43 1,0 1 736,-3 3 0,1 0 0,3-1 0,-1-1 0,-3 4 0,0 1 0,0 1 0,-1 1 0,1 2 0,0 0 0,1-7 0,-1-1 0,2-1 0,0-1-852,-14 39 852,8-1 0,-4-25 0,8 2 0,0-6 0,2-6 0,1-9 0,3-6 0,-3-3 0,1-9 0,1 1 0,5 0 0</inkml:trace>
  <inkml:trace contextRef="#ctx0" brushRef="#br1" timeOffset="35">18981 16987 8912,'-11'-12'0,"1"1"0,1-2 0,-1-3 0,-3-1 0,-3 0 0,-1 7 0,0 3 0,7 9 0,5 3 0,-3 7 0,2 11 0,-7 11 0,11 4 0,-4 10 0,4 6 0,2-5 0,0 5 0,0-8 0,0-4 0,0 5 0,0-12 0,2-1 0,4-9 0,-4-14 0,13 3 0,-3-8 0,-3-3 0,3-8 0,-3-11 0,5-10 0,-3-7 0,-1 3 0,1-11 0,-5 3 0,-4-2 0,-2 4 0,-2-6 0,-4 7 0,-3 1 0,-9 2 0,-1 3 0,-2 6 0,-2 4 0,-7 9 0,9 3 0,-6 7 0,2 0 0,2 7 0,8 10 0,1 12 0,3 4 0,7 9 0,-4-6 0,8 4 0,0-6 0,0-5 0,0 2 0,0-8 0,2-8 0,4-9 0,4-5 0,7-1 0,0-1 0,0-5 0,0-6 0,1-11 0,-1-3 0,0-7 0,0 3 0,-1 1 0,-5-2 0,-3 7 0,-8-7 0,0 8 0,0 2 0,0 2 0,-2 2 0,-4 0 0,4 7 0,-7 2 0,5 10 0,-2 4 0,-2 6 0,5 9 0,-5 3 0,-2 3 0,7 2 0,-5 3 0,8-1 0,0-3 0,0-6 0,0 0 0,-2-2 0,-4-3 0,4-8 0,-5 1 0,7-4 0,0-5 0,2 3 0,1-13 0,3-8 0,-2-3 0,4-1 0,-3 0 0,-1-2 0,6 1 0,-8 2 0,3-1 0,-3-1 0,-9 1 0,-5 9 0,3-3 0,-3 3 0,6 5 0,-5-1 0,-2 0 0,-3 6 0,-1 2 0,0 12 0,5 11 0,3 7 0,1 9 0,2-1 0,6 8 0,0 0 0,0-3 0,0-2 0,2-7 0,4-5 0,4-5 0,7-6 0,0-11 0,0-7 0,6-17 0,0-17 0,-2-10 0,-2-6 0,-3-1 0,-5-1 0,-5 0 0,-12 1 0,-5 7 0,-12 4 0,-4 7 0,-8 10 0,7 2 0,-1 16 0,-1 1 0,-1 13 0,2 12 0,6 16 0,4 10 0,2 1 0,7 13 0,5-3 0,5-13 0,7 1 0,12-11 0,16-12 0,15-12 0,16-15-159,13-21 0,-36 2 1,0-5-1,0-8 1,0 1-1</inkml:trace>
  <inkml:trace contextRef="#ctx0" brushRef="#br1" timeOffset="36">26656 12035 8912,'-7'-9'0,"3"1"0,-6 6 0,1-2 0,1 0 0,0 6 0,5 8 0,-1 5 0,0 4 0,-2 2 0,2 2 0,2 6 0,2-6 0,0-2 0,0-2 0,6-2 0,0 0 0,0 1 0,1-1 0,-5-8 0,13-1 0,-3-8 0,3 0 0,-3-10 0,-3-5 0,-1-6 0,-2-4 0,-6 2 0,7 4 0,-5-6 0,4 8 0,-4 0 0,-8 0 0,0 0 0,-7 7 0,2 4 0,-5 6 0,-1 6 0,-8 4 0,6 9 0,-4 2 0,4 2 0,4 5 0,3-5 0,-3 0 0,13-6 0,-4 1 0,4-7 0,2 0 0,0-7 0,8 2 0,3-10 0,5-3 0,1-3 0,0-1 0,0-7 0,1 1 0,-9 0 0,-9 7 0,-9 5 0,-9 10 0,1 7 0,0 11 0,0-4 0,1 4 0,5-4 0,5-2 0,-3-7 0,-1-3 0</inkml:trace>
  <inkml:trace contextRef="#ctx0" brushRef="#br1" timeOffset="37">18499 12379 8912,'-26'-11'0,"1"-1"0,2 4 0,0 5 0,4 6 0,5 9 0,1 7 0,5 17 0,1 4 0,-1 6 0,2 4 0,6 0 0,0-3 0,0-1 0,8-9 0,3-1 0,5-6 0,-5-10 0,1-3 0,1-10 0,2-12 0,2-7 0,1-13 0,-1-9 0,-2-8 0,-1-10 0,-5 3 0,-1 3 0,-2-4 0,-6 14 0,-2-4 0,-4 3 0,-4 3 0,-7 9 0,0 8 0,0 2 0,-1 9 0,-1 10 0,-2 13 0,-2 10 0,0 21 0,6 9 0,2 8 0,3 4 0,5-1 0,7-8 0,0-9 0,2-7 0,3-10 0,5-13 0,7-5 0,0-7 0,8-11 0,-4-15 0,6-13 0,-2-9 0,6-12 0,-14-3 0,0-1 0,-9 5 0,-6 4 0,-2 8 0,0-2 0,-2 6 0,-4 5 0,-9 10 0,-8 9 0,2 3 0,-6 9 0,6 17 0,-6 15 0,2 10 0,-2 8 0,8 3 0,4 2 0,0-1 0,7-3 0,0-9 0,8-4 0,8-3 0,4-3 0,10-15 0,7-7 0,4-9 0,1-3 0,8-9 0,4-8 0,11-16 0,5-11 0</inkml:trace>
  <inkml:trace contextRef="#ctx0" brushRef="#br1" timeOffset="38">22853 12276 8912,'0'-17'0,"0"0"0,0 5 0,0 1 0,0 7 0,0-2 0,0 12 0,6 3 0,0 9 0,-3-1 0,-1-6 0,0-1 0,4-3 0,4-1 0,7-6 0,-2-2 0,-2-4 0,-1-5 0,1-4 0,-5-2 0,5-1 0,-7 1 0,0-6 0,-6 0 0,0 0 0,-2 8 0,-4 4 0,-3 3 0,-9 8 0,-5 10 0,0 7 0,-5 8 0,5 9 0,-6 0 0,6 1 0,2-1 0,8 0 0,1 1 0,9-3 0,-3-3 0,4-6 0,2-4 0,0-9 0,8-3 0,3-7 0,6-7 0,6-5 0,-2-11 0,6-5 0,-2-5 0,3-1 0,-5-1 0,-2 3 0,-1 3 0,-3-3 0,-8 7 0,-3-4 0,-4 6 0,-2 4 0,-8 4 0,-3 3 0,-10 7 0,-4 10 0,-4 9 0,-5 7 0,-4 7 0,-3 5 0,7 7 0,0 0 0,1 2 0,4-2 0,7-9 0,10 1 0,6-5 0,4-4 0,2-6 0,16-9 0,7-8 0,9-14 0,6-10 0,3-3 0,-1-9 0,-6 5 0,1-3 0,-1 3 0,0-3 0,-9 7 0,-6 4 0,-7 4 0,-5 2 0,-1 5 0,-8 3 0,-3 1 0,-13 10 0,-3 9 0,-7 12 0,-1-2 0,-5 8 0,-1-2 0,3 3 0,3-1 0,-2-8 0,8 4 0,2 0 0,2-6 0,2 4 0,7-10 0,5-1 0,3-9 0,2 5 0,2-10 0,5-4 0,11-7 0,6-8 0,5-8 0,0-3 0,-1 5 0,-1-5 0,-4 3 0,0 2 0,-6-1 0,4 7 0,-9-2 0,-4 9 0,-3 3 0,-3-3 0,-2 7 0,0-1 0,-7 10 0,-5 4 0,-3 3 0,-2 10 0,-1 4 0,1-4 0,2 4 0,3-3 0,-1-9 0,7 0 0,0-5 0,6 6 0,0-9 0,8 5 0,2-8 0,7-2 0,0-4 0,0-3 0,1-8 0</inkml:trace>
  <inkml:trace contextRef="#ctx0" brushRef="#br1" timeOffset="39">18637 17038 8912,'-2'-9'0,"-2"1"0,-1 1 0,-1-3 0,8-5 0,3 3 0,1-5 0,11 0 0,8-10 0,6-5 0,11-10 0,4-6 0,7-9 0,10-12 0,-30 27 0,-1-2 0,9-8 0,1-1 0,3-7 0,1-3 0,7-6 0,2-3 0,1-4 0,2-3 0,-15 23 0,2-2 0,-1 0-119,1 1 0,-1 0 0,1 0 0,0-2 0,-1-1 0,1 1 0,0-1 0,0 0 0,1 0 0,-1 0 0,1 0 1,0 1 118,2-1 0,1 0 0,0 0-194,1 1 1,0-1 0,1 1 0,-2 1 0,1 1 0,0-1 0,0-1 0,1-1 0,1 1 193,1-2 0,1 0 0,1 0-292,4-4 1,1-1 0,1 2 0,-1 0 0,1 2 0,0-1 291,-2-1 0,0 1 0,0 0 0,2 2 0,0 1 0,-1 0 0,-2 2 0,0 1 0,0 0 0,0 1 0,1-1 0,-2 2 0,-2 2 0,-2 1 0,0 0 0,-5 5 0,-1 1 0,-1 2-41,15-15 0,-3 3 1,-14 10-1,-2 2 1,-6 8-1,-1 2 41,24-18 0,-25 16 0,-18 26 0,-26 3 0,-7 7 0,-12 2 0,-9 3 0,-8 9 0,-4 7 0,-1 5 0,1 9 0,4-1 709,6 1-709,11-1 0,-3 0 0,3 1 0,-3-1 0</inkml:trace>
  <inkml:trace contextRef="#ctx0" brushRef="#br1" timeOffset="40">18379 13273 8912,'-6'-40'0,"0"2"0,3 5 0,3 10 0,7 8 0,10 6 0,10 1 0,11 2 0,6 6 0,6 0 0,15 0 0,23-2 0,-38 1 0,1-2 0,5 1 0,1-1 0,2 1 0,1 0 0,5-2 0,2 0 0,3 0 0,3 1 0,7-2 0,3 0-179,6-2 1,1 1 0,-4 2 0,0 0 0,7 0 0,0 0 0,1 1 0,1-1 178,-30 0 0,1 0 0,0 0-70,2 2 0,0-1 1,1 1-1,3-3 1,1 0-1,0 1 1,-1 2-1,1 0 1,0 1-1,-2-1 1,1 2-1,-1 0 70,-1 0 0,0 1 0,0 1 0,1 2 0,1 2 0,-1 0 0,2 1 0,1 2 0,-1 0-818,3 0 0,0 0 0,0-1 818,1-2 0,1-2 0,0 0 0,2 1 0,0 0 0,1-2 0,1-4 0,0-2 0,1-1 0,2 0 0,2-2 0,-1-1 0,0-2 0,-1-2 0,2-1 0,4-2 0,2-2 0,-2 0 0,-1-1 0,-2 0 0,0-1 0,-4 0 0,-1-2 0,-1 1 0,-3 1 0,1 1 0,-2-1 0,-4-2 0,0 0 0,-1 0 0,1 3 0,-1 0 0,-2 0 0,-4-1 0,-2-1 0,-2 0-90,25-7 0,-3 1 1,-4-1-1,-2 2 1,-10 5-1,-2 0 90,-4-1 0,-2 0 0,-8 3 0,-3 1 0,27-7 0,-23 6 594,-22 6-594,-19 3 0,-7 10 819,-12 4-819,-18 11 0,-15 10 0,-18 7 0,-12 0 0,-9 1 0</inkml:trace>
  <inkml:trace contextRef="#ctx0" brushRef="#br1" timeOffset="41">22526 12499 8912,'6'-28'0,"3"1"0,5 2 0,7 4 0,4 2 0,3 8 0,9 1 0,3 2 0,6 5 0,3 1 0,20 9 0,14 5 0,-35-4 0,3-1 0,11-1 0,4 0 0,7-1 0,3-1 0,6 0 0,3 0-626,5-2 1,1 0 0,1 1-1,2 1 626,-28-2 0,2 0 0,-2 0 0,31 1 0,0 0 0,-31-4 0,1 0 0,0-1 0,0-1 0,0 0 0,0-1 0,0-1 0,0-2 0,0 0 0,28-4 0,-1-3 0,0-3 0,0-2 0,-2 0 0,1 0 0,2-3 0,-1-2 0,-2 0 0,-2 0 0,-9 3 0,-1 0 0,-7 1 0,-3 0 0,-10 5 0,-1 1 0,-6 2 0,-1 1 0,26-2 0,-22 4 281,-18 1 0,-21 6-281,-17 13 0,-19 3 0,-21 15 0,0-7 0,-18 7 0,1 0 0</inkml:trace>
  <inkml:trace contextRef="#ctx0" brushRef="#br1" timeOffset="42">18757 16643 8912,'0'-11'0,"2"-1"0,4-1 0,6 3 0,11-1 0,9-1 0,12 3 0,4-12 0,17 2 0,6-8 0,7-10 0,-29 16 0,3-3 0,6-6 0,1-3 0,7-5 0,2-3 0,5-4 0,1-1 0,3-5 0,-1-2-152,-3-4 1,1 0 0,-19 21 0,1 1 0,0-1 0,-1-2 0,0 0 0,1-1 0,2 0 0,0 0 0,0-1 151,2-2 0,0 1 0,0 0 0,-2 1 0,1 2 0,0-1 0,1-1 0,2 0 0,-1 0-253,1 0 0,-1 0 1,2 1-1,-1 1 1,1 1-1,1 0 253,0-2 0,1 1 0,1 0 0,1 0 0,1 0 0,0-1 0,0-1 0,1 0 0,0 0 0,1 0 0,-1 1 0,1 0 0,-2-1 0,-1 1 0,2 1 0,3 0 0,0 0 0,2-1 0,4-1 0,1-1 0,1 0 0,2-2 0,1-2 0,-1 1 0,-4 1 0,0 1 0,1-1 0,2 1 0,0 1 0,0 0 0,-2 2 0,-1 0 0,0 1 0,0-2 0,-1 0 0,1 1 0,1 2 0,0 2 0,0-2 0,1-1 0,-1-2 0,0 0 0,0-1 0,0 1 0,0-1 0,-5 0 0,0 1 0,-1 0-742,-3 3 1,-2 1-1,1 0 742,-1-1 0,-1 0 0,1 2 0,-3 5 0,0 2 0,0-1 0,-3-2 0,-1 0 0,-1 1 0,22-11 0,-3 2 0,-9 2 0,-1 1-17,0 3 0,-2 1 0,-2-1 0,-2 1 0,-8 4 0,-3 1 0,-6 2 0,-4 0 17,25-17 0,-8 6 0,-28 3 0,0 5 668,-10 5-668,0 4 723,-19 1 1,3 3-724,-10 4 0,1-3 1567,-8 9 1,-1-7-1568,-10 6 0,2 1 144,-8 5 1,1 1-145,-7 5 0,1 4 0,-8 7 0,-2 0 0</inkml:trace>
  <inkml:trace contextRef="#ctx0" brushRef="#br1" timeOffset="43">25297 15560 8912,'-25'-6'0,"-2"-2"0,2 3 0,10 3 0,13 9 0,10 14 0,11 8 0,6 4 0,9 1 0,2 6 0,8 0 0,0-4 0,0-5 0,-3-8 0,4-12 0,3-7 0,2-8 0,2-20 0,7-32 0,-27 14 0,-1-6 0,3-8 0,1-4-224,1-8 0,2-4 0,8-11 0,2-4 1,-13 26-1,1 0 0,0-2 224,1-2 0,0-1 0,0 0 0,0-1 0,1 0 0,-2 1 0,-4 6 0,-1 0 0,0 2 0,13-25 0,0 2 0,-3 6 0,0 5 0,-5 13 0,0 5 0,-2 7 0,1 6 0,28-13 0,-11 12 0,-4 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2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11771 4401 8912,'-16'-17'0,"3"0"0,2 0 0,-3 2 0,-1 1 0,-2 5 0,-1 1 0,-1 2 0,-2 6 0,-2 0 0,0 0 0,4 0 0,-2 0 0,-2 2 0,2 4 0,-5 3 0,5 3 0,-6-1 0,2 3 0,2 1 0,6 4 0,0 4 0,-5 2 0,3 5 0,4-1 0,7 0 0,-3 5 0,7 1 0,-4-3 0,8-3 0,8 1 0,6-7 0,7-2 0,1 2 0,11-4 0,3-3 0,1-1 0,7-8 0,-8 7 0,4-7 0,-4 3 0,-3-4 0,-2 3 0,-3-1 0,-7 3 0,2-5 0,-11 0 0,-5 1 0,-16 1 0,-8 6 0,-10-3 0,-6 0 0,-9 7 0,-2-1 0,0 0 0,-4-2 0,8-1 0,2-5 0,2-1 0,9-2 0,4-8 0,12-4 0,3-6 0,8-10 0,4-11 0,7-7 0,16-8 0,17 4 0</inkml:trace>
  <inkml:trace contextRef="#ctx0" brushRef="#br0" timeOffset="1">11908 4453 8912,'10'-17'0,"-2"5"0,-8 1 0,0-2 0,0 5 0,0-2 0,0 5 0,-2 3 0,-4-4 0,-4 6 0,-7 6 0,0 7 0,0 6 0,0 4 0,1 8 0,5-3 0,-4 5 0,11-5 0,-8 1 0,8-2 0,-1 2 0,3 1 0,2-7 0,0-2 0,0-2 0,2-7 0,3-3 0,7-1 0,-3-2 0,3-6 0,-3-8 0,3-4 0,1-9 0,-7-2 0,7-7 0,-1 1 0,-4 2 0,-3 1 0,-3 1 0,4 2 0,0 6 0,-3 0 0,-1 7 0,6 2 0,-6 18 0,4 7 0,-2 10 0,-1 11 0,3 2 0,6 6 0,-5-4 0,3 0 0,3 0 0,2-9 0,3-3 0,-1-7 0,0-2 0,0-2 0,-5-9 0,-3-6 0,-1-8 0,5-8 0,-3-11 0,-1-5 0,-3-5 0,2-3 0,-2-4 0,-1 2 0,-5-8 0,0 8 0,0-3 0,-2 5 0,-3 2 0,3 5 0,-4 2 0,4 3 0,4 6 0,4 7 0,-2 1 0,7-1 0,8-12 0,8 4 0</inkml:trace>
  <inkml:trace contextRef="#ctx0" brushRef="#br0" timeOffset="2">12390 4384 8912,'0'17'0,"-2"1"0,-3-1 0,3-8 0,-8 7 0,4-5 0,4 4 0,-11 3 0,7-1 0,1 0 0,5 2 0,0 4 0,0-4 0,0 4 0,0-4 0,0-2 0,0 1 0,2-7 0,3 0 0,-3-7 0,13 4 0,-3-8 0,-2-2 0,-1-6 0,1-7 0,-1-6 0,-3-2 0,5 6 0,-5 0 0,6 0 0,-9-1 0,5 1 0,0 0 0,-6 7 0,5-5 0,1 13 0,-4-5 0,7 7 0,1 5 0,3 3 0,-4 2 0,5-7 0,-7 7 0,9-6 0,-1 1 0,8 1 0,-4-6 0,5 0 0,-1 0 0,-2-7 0,0-3 0,0-7 0,-2 0 0,-4-1 0,-3 1 0,-3 0 0,-7 0 0,4 0 0,-16-1 0,-2 9 0,-7 3 0,0 4 0,0 10 0,2 1 0,1 9 0,5-1 0,-1 0 0,0 0 0,7 0 0,-5 1 0,8-1 0,0-6 0,0 1 0,0 1 0,0-5 0,0-1 0,8-7 0,1 0 0,8-2 0,1-3 0,-5-5 0,4-7 0,-9 0 0,9 0 0,-4 1 0,5 5 0,-7-4 0,1 3 0,-1 3 0,6-3 0,1 8 0,-1-1 0,0 3 0,0 2 0,0 0 0,1 5 0,-1 1 0,-2 7 0,-3-1 0,1-3 0,-7 3 0,5-6 0,-5 5 0,2-1 0,-3 1 0,-3-3 0,6-8 0,-8-2 0,0-4 0,0-3 0,2-9 0,3 1 0,-3 0 0,6 0 0,0 0 0,-6-1 0,11 1 0,-5 2 0,1 4 0,-5-5 0,9 12 0,-5-5 0,2 1 0,-5 1 0,7 3 0,1-2 0,-3 0 0,1 6 0,1 0 0,5 0 0,0-7 0,6 5 0,2-4 0,2 4 0,-6 2 0,4 0 0,-1 0 0,5 0 0,-4-8 0,0 7 0,-8-5 0,0 4 0,0 2 0,-7-2 0,-4-4 0,-6 4 0,-6-3 0,-4 3 0,-1 2 0,-1 0 0,-1 0 0,-2 0 0,-2 2 0,-1 3 0,3-1 0,4 8 0,-3-7 0,9 7 0,1 1 0,-4-3 0,2 1 0,2 3 0,10 1 0,6-4 0,11-1 0,5-2 0,12-3 0,4-5 0,8 0 0,5-5 0,1-1 0,-9-8 0,-8 3 0,-7-2 0,-5-1 0,-6 3 0,-4 7 0,-10-11 0,-9 13 0,-11-4 0,-4 4 0,-3 10 0,1-1 0,-2 7 0,-4-3 0,10-1 0,-4 3 0,1-1 0,9-9 0,-9 13 0,14-14 0,-5 5 0,7-7 0,2-2 0,3-3 0,-1-7 0,8-11 0,-1-5 0,-1-5 0,5-9 0,-7-2 0,5-11 0,-1-8 0,-9-8 0,11-15 0,-9 4 0,-1 7 0,4 5 0,-2 20 0,-3 12 0,-1 11 0,-2 16 0,0 3 0,-2 31 0,-1 13 0,-3 16 0,-6 18 0,7 16 0,-1 2 0,6 8 0,0 1 0,2 1 0,0-49 0,2 1-75,-1-1 1,3-1-1,17 37 1,2-3 74,2-2 0,1-2 0,11 2 0,7-5 0,7-4 0</inkml:trace>
  <inkml:trace contextRef="#ctx0" brushRef="#br0" timeOffset="3">21132 7290 8912,'-5'-17'0,"-3"0"0,-2-1 0,6 1 0,-3 2 0,1 1 0,0 3 0,3-2 0,1-3 0,2 5 0,0-1 0,0 9 0,0-1 0,0 15 0,2 10 0,1 21 0,5 10 0,2 9 0,-7 8 0,5 3 0,0 3 0,-6 5-422,3-5 422,-3-1 0,0-7 0,2-6 0,2-9 0,-2-10 0,-3-8 0,-1-5 0,8-12 0,-6-13 0,4-16 0,-6-7 0,-6-15 0,2-10 0,-5-8 0,1-9 0,-5-6 0,5-9 0,-5-4 105,1-4 1,8 0-1,-3 1 1,1 5-106,0 2 0,0 11 0,6 13 0,2 12 0,4 17 0,4 8 0,13 17 0,0 3 0,7 9 0,-1 14 0,3 7 0,3 11 0,5 9 0,-2-3 0,-3 3 0,-5 2 0,1 1 0,1 7 0,1-18 0,-5 5 0,-5-2 0,0-3 0,-6-1 0,5 4 0,-21-16 0,5 1 0,-8-9 0,-9-8 0,-8-1 0,-16 0 0</inkml:trace>
  <inkml:trace contextRef="#ctx0" brushRef="#br0" timeOffset="4">21253 7668 8912,'-10'-7'0,"3"3"0,7-8 0,1 6 0,7-5 0,9-2 0,16-10 0,11-4 0,7-7 0,9-1 0,3 1 0,9-8-2236,3-4 2236,-8-4 0,0-9 0,-6-2 0</inkml:trace>
  <inkml:trace contextRef="#ctx0" brushRef="#br0" timeOffset="5">21907 6946 8912,'-23'0'0,"0"0"0,0 8 0,6 3 0,7 4 0,-3 10 0,7 4 0,0 3 0,8 3 0,2 1 0,4 4 0,1 6 0,3-4 0,-1 2 0,1-4 0,-7-2 0,7 8 0,-3-13 0,3 1 0,-5-11 0,-7 0 0,6-10 0,0-1 0,0-10 0,-4-4 0,3-14 0,5-1 0,1-15 0,1 3 0,-1-1 0,6 1 0,1-2 0,-1 8 0,2-5 0,4 5 0,-4 0 0,4 6 0,2 5 0,0 3 0,2 1 0,3 4 0,1 2 0,-3 2 0,3 2 0,-8 4 0,-2 5 0,-10 12 0,-3-2 0,-12 10 0,-7 5 0,-1-1 0,-22 12 0,1-7 0,-5-1 0,-2 5 0,0-10 0,2 2 0,5-5 0,1-12 0,9-2 0,2-9 0,9-6 0,10-18 0,8-6 0,13-17 0,0-8 0,6-9 0,4 3 0,5-7 0</inkml:trace>
  <inkml:trace contextRef="#ctx0" brushRef="#br0" timeOffset="6">22629 6998 8912,'-17'-10'0,"0"4"0,0 4 0,-2 2 0,-4 0 0,-4 8 0,-7 7 0,-1 10 0,1 2 0,7-4 0,4 5 0,4 1 0,2-2 0,7 5 0,2-13 0,10 4 0,4-3 0,4-3 0,13-2 0,1-2 0,3-1 0,2-1 0,0 1 0,-1-1 0,-1-1 0,2 3 0,-6-1 0,2-1 0,-3 6 0,1 2 0,-7 2 0,-5 2 0,-5-2 0,-4-2 0,-2-1 0,0 1 0,0 4 0,-8-4 0,-1 6 0,-9-8 0,-1 0 0,-2 0 0,-2-2 0,2-1 0,2-3 0,2-7 0,5 4 0,1-8 0,7-2 0,-2-4 0,5-5 0,1-12 0,15-4 0,4-7 0</inkml:trace>
  <inkml:trace contextRef="#ctx0" brushRef="#br0" timeOffset="7">22836 7135 8912,'9'0'0,"-1"0"0,-8 8 0,0 1 0,0 9 0,-6 6 0,1 5 0,-7 4 0,5 1 0,-1 0 0,0 1 0,2-1 0,6 0 0,0 1 0,0-8 0,8-3 0,4-8 0,3-5 0,2-3 0,2-10 0,2-6 0,2-9 0,0-2 0,-6-10 0,1-1 0,-1-3 0,-8-1 0,-1 5 0,-8 1 0,-8 7 0,-3-2 0,-10 4 0,-2 1 0,-8 9 0,1 3 0,-7 4 0,-1 4 0,6 4 0,-3 3 0,16 9 0,-2-1 0,8 0 0,5 0 0,8-7 0,8-3 0,1-7 0</inkml:trace>
  <inkml:trace contextRef="#ctx0" brushRef="#br0" timeOffset="8">23180 6894 8912,'-8'-24'0,"-3"-5"0,1 4 0,-1 2 0,-1 12 0,-5 3 0,6 23 0,1 8 0,3 10 0,3 9 0,2 9 0,2 1 0,0 7 0,0-7 0,0-6 0,0-1 0,2-1 0,2 2 0,1-6 0,9-3 0,-5-5 0,8-3 0,1-6 0,-1-6 0,0-6 0,0-5 0,0-4 0,1-2 0,5-8 0,-2-3 0,-6-4 0,2-10 0,-7 0 0,7-8 0,0-1 0,-7 4 0,-3-11 0,-1 7 0,0 5 0,0-3 0,-4 13 0,1-4 0,3 4 0,0 2 0,-6 7 0,0 4 0,0 12 0,0 5 0,0 5 0,0 1 0,0 0 0,6 0 0,-1 1 0,3-1 0,-2 0 0,3-2 0,8-3 0,1-5 0,-1-7 0,-2-7 0,-3-5 0,1-3 0,-5-2 0,1 0 0,-5-1 0,4 1 0,-1 0 0,-5 0 0,6 0 0,-8 7 0,8 2 0,-7 10 0,5 4 0,2 5 0,-2 10 0,-1 2 0,3-2 0,-4 4 0,7-2 0,-5 0 0,5-6 0,-5 1 0,4-1 0,-3 0 0,7-8 0,-12 7 0,13-14 0,-5 5 0</inkml:trace>
  <inkml:trace contextRef="#ctx0" brushRef="#br0" timeOffset="9">24006 6516 8912,'-11'-6'0,"-1"1"0,8-1 0,-5 16 0,5 7 0,-2 9 0,0 9 0,6 5 0,0 6 0,0 5 0,0 7 0,0 3 0,0 6 0,0-4 0,8 4 0,-4-14 0,7 4 0,-1-13 0,3-7 0,-1-9 0,1-3 0,-3-8 0,1-5 0,1-8 0,5 1 0,0-8 0,0-3 0,2-9 0,4-3 0,-2-1 0,8-9 0,-8-1 0,4-5 0,0-1 0,-6 1 0,4-1 0,-6 3 0,-5 3 0,-5-3 0,-1 13 0,0-4 0,-2 11 0,-10 7 0,0 3 0,-9 5 0,-4 9 0,-2 7 0,3 17 0,1 4 0,0 6 0,0-2 0,2 0 0,3 0 0,6 0 0,4-6 0,2-1 0,0-9 0,8-5 0,4 6 0,9-14 0,1 0 0,0-5 0,4-4 0,-5-6 0,6 0 0,-2 0 0,-4-2 0,-2-4 0,-7 2 0,-1-7 0,-7-8 0,4-1 0,-8-4 0</inkml:trace>
  <inkml:trace contextRef="#ctx0" brushRef="#br0" timeOffset="10">23800 7049 8912,'-50'12'0,"6"-3"0,9-1 0,9 5 0,18-5 0,8 3 0,12-5 0,9-4 0,5-2 0,22-2 0,4-4 0,17-9 0,-1-8 0,11-6 0,-5 7 0,1-3 0,-8 4 0,-4-2 0,-6 2 0,-3-14 0,-2-1 0</inkml:trace>
  <inkml:trace contextRef="#ctx0" brushRef="#br0" timeOffset="11">25211 6465 8912,'-12'2'0,"3"7"0,-1 14 0,1 15 0,5 18 0,-4 9 0,2 7 0,1 8 0,-1 10 0,6 2 0,0-8 0,0-11 0,2-7 0,4-3 0,3-9 0,8-3 0,0-16 0,1-18 0,7-15 0,1-12 0</inkml:trace>
  <inkml:trace contextRef="#ctx0" brushRef="#br0" timeOffset="12">25572 6946 8912,'-29'8'0,"1"3"0,1 12 0,-2 6 0,-1 9 0,7 2 0,2 6 0,9-6 0,5 0 0,7-5 0,9-3 0,8-3 0,8-6 0,10-10 0,-3-4 0,-3-1 0,3-4 0,-3-10 0,2-3 0,-3-9 0,-3-1 0,-8-4 0,-1 2 0,-5-7 0,-3 1 0,-8-4 0,-2 3 0,-4-3 0,-9 1 0,-8 1 0,-8 4 0,3 8 0,-5 2 0,-1 3 0,5-1 0,0 7 0,8 0 0,0 8 0,8 4 0,9 2 0,16 3 0,14 4 0,18-5 0</inkml:trace>
  <inkml:trace contextRef="#ctx0" brushRef="#br0" timeOffset="13">26484 6671 8912,'0'-44'0,"0"4"0,0 11 0,-2 12 0,-4 11 0,-11 4 0,-11 2 0,-7 10 0,-5 7 0,-6 10 0,-11 13 0,3 4 0,-3 8 0,11-1 0,8 1 0,9-1 0,12 1 0,7-1 0,10 1 0,10-10 0,7-8 0,10-5 0,13-6 0,2-8 0,4 8 0,2-13 0,-8 7 0,0-11 0,-6-1 0,-5 3 0,-2-2 0,0-2 0,-1-2 0,-3-2 0,6 0 0,-6 0 0,6 0 0,-1-2 0,7-4 0,-7 4 0,1-4 0,-8 2 0,2 1 0,-4-3 0,-11 8 0,-8 9 0,-10 5 0,-13 1 0,2 2 0,-7 4 0,7-4 0,-2 4 0,4-4 0,3-2 0,3-2 0,1-3 0,9-5 0,-5-7 0,23-7 0,4-3 0</inkml:trace>
  <inkml:trace contextRef="#ctx0" brushRef="#br0" timeOffset="14">27224 6533 8912,'17'-44'0,"-1"4"0,-5 12 0,4 3 0,-13 15 0,-2 6 0,-11 16 0,-14 1 0,-9 16 0,-9 5 0,-6 6 0,1 1 0,2 1 0,6 0 0,-6 3 0,10 5 0,1-4 0,10 2 0,14-2 0,5-4 0,12-8 0,5-5 0,12-1 0,6-7 0,11 2 0,-3-9 0,1-3 0,-6 2 0,-3 3 0,-8-1 0,2-3 0,-4 3 0,-2-4 0,-1 5 0,-5 1 0,-3 0 0,-8 0 0,-16 0 0,-7 2 0,-11 2 0,-12 2 0,-7 8 0,-16-2 0,-8 3-280,-3 2 1,-4 1 279,-2-1 0,13 1 0,4-1 0,-1-3 0,-1-5 0,10-3 0,9 0 0</inkml:trace>
  <inkml:trace contextRef="#ctx0" brushRef="#br0" timeOffset="15">7314 11915 8912,'0'-17'0,"0"5"0,-2 1 0,-4-3 0,4 7 0,-6-9 0,8 16 0,0 0 0,2 0 0,4 6 0,-2 4 0,7 1 0,-5-3 0,6-2 0,-9 3 0,7-7 0,-4 4 0,-4-4 0,5-2 0,-5 0 0,2-2 0,2-4 0,0 2 0,-6-7 0,0-1 0,0-5 0,0 0 0,0 5 0,0 1 0,0-2 0,0 5 0,-8 0 0,4 16 0,-7 3 0,5 5 0,-6 1 0,9 0 0,-3 0 0,-2 0 0,2 1 0,1-1 0,5 0 0,0 0 0,0-7 0,5-4 0,1-12 0,0-4 0,-6-7 0,6 0 0,-1 0 0,1-6 0,-6 0 0,0 6 0,0 5 0,0 1 0,0-7 0,0 1 0,0 8 0,0 3 0,0 12 0,0 3 0,0 8 0,0 1 0,0-1 0,0 0 0,0 0 0,2-1 0,4-5 0,-2 4 0,7-3 0,1-5 0,5 1 0,-8-8 0,7 0 0,-15 0 0,5 0 0,-12 0 0,-3 8 0,-8 1 0</inkml:trace>
  <inkml:trace contextRef="#ctx0" brushRef="#br0" timeOffset="16">15557 9697 8912,'-2'-17'0,"-4"0"0,4 5 0,-4 1 0,4 7 0,-3-2 0,-1 12 0,0 5 0,-1 5 0,3 6 0,-6 3 0,1 0 0,-1 0 0,4 0 0,-5-2 0,7-4 0,-2 4 0,2-6 0,1-4 0,-3-1 0,0-1 0,8-1 0,4-4 0,5-5 0,5-2 0,1-5 0,0-4 0,0-7 0,-1-6 0,-3-2 0,-2-1 0,-7 5 0,2-2 0,2-2 0,-3 2 0,1 0 0,-6 6 0,-8 0 0,-1 1 0,-8 5 0,-2 5 0,-4 12 0,3-2 0,-2 9 0,2 4 0,3 4 0,0 0 0,7-2 0,-5-1 0,13-1 0,-4 0 0,6-8 0,6-3 0,6-4 0,3-2 0,2 0 0,2-2 0,4-4 0,-2-3 0,8-8 0,-8 0 0,-2-1 0,-7 1 0,-9 0 0,3 0 0,-4 0 0,-4 1 0,-6 3 0,-9 1 0,-8 9 0,-9-3 0,0 8 0,-1 7 0,1 9 0,7 10 0,-6-1 0,7 7 0</inkml:trace>
  <inkml:trace contextRef="#ctx0" brushRef="#br0" timeOffset="17">7262 12156 8912,'-15'-18'0,"3"1"0,7 0 0,3 6 0,2-1 0,2 8 0,3-2 0,5-1 0,7 1 0,0 0 0,0 6 0,3-5 0,3-3 0,3 0 0,3-1 0,0-1 0,7 5 0,10-7 0,6 1 0,5-7 0,6 1 0,10 0 0,1 0 0,8-2 0,-3-2-210,-1-2 0,1-2 210,-5 2 0,5 4 0,7-4 0,0 4 0,5-4 0,1 0 0,-2 2 0,-8 2 0,-1 2 0,-3 0 0,2-1 0,6 1 0,0 0 0,2 0 0,-39 8 0,0 1 0,33-10 0,8 5 0,-15-4 0,7 9 0,-2-9 0,10 4 0,2-3 0,-2 5 0,-4-2 0,-6 5 0,-5-2 0,7 5 0,-2-7 0,10 1 0,-4-7 0,8-1 0,-43 8 0,1-1 0,-2 2 0,-1-1 0,45-15 0,-8 1 0,-2 0 0,6 4 0,2-2 0,-43 9 0,-1-1 0,44-7 0,-6-3 0,-6 2 0,-7 4 0,2-4 0,-3-2 0,1 2-12,2 2 1,7 2 0,-4 0 11,1-4 0,3 2 0,-8-8 0,1 6-232,-6-5 0,9 5 232,8-6 0,4 0 0,-44 12 0,0 0 0,44-12 0,-16 3 0,-3-1 0,-6 0 0,0 6-48,-8-2 0,3 4 48,-3 2 0,-1-6 0,7 0 0,0 2 0,-2 2 0,-2 2 0,-7-1 0,-1-4 0,1-1 0,0 0 0,1 5 0,5 1 0,-5 0 0,14 0 0,-4 0 131,4 0 1,-6-1 0,-3 3-132,-5 4 0,-7-5 11,0 5 0,-14 1 0,3 1-11,-3 1 120,9-5 0,-3 9 0,6-8 0,0 1-120,0 1 0,2-5 35,5 4 0,1 1 1,-1-1-36,1-3 0,0-1 0,-8 4 0,-4-1 0,-10 3 0,-3-5 0,-2 3 0,-2 7 0,-6-2 0,-5-1 0,-1 1 0,-7 0 0,4 6 0,-8 0 0,-2 0 0,-4 0 0,4 0 0,-6 0 0,8 0 0,0 0 0,-7 0 0,-9 8 0,-6 3 0,-9 12 0,4 4 0</inkml:trace>
  <inkml:trace contextRef="#ctx0" brushRef="#br0" timeOffset="18">9516 12431 8912,'12'0'0,"-1"0"0,3 0 0,-5-2 0,3-4 0,-8 2 0,1-7 0,-3 7 0,-2-4 0,0 8 0,-2 0 0,-2 2 0,-1 4 0,-1-4 0,6 5 0,0-8 0,2-5 0,4-6 0,-4-18 0,13-22 0,-6-18 0</inkml:trace>
  <inkml:trace contextRef="#ctx0" brushRef="#br0" timeOffset="19">10463 7634 8912,'-17'0'0,"-1"-2"0,1-2 0,0-2 0,0 2 0,0-3 0,-1 1 0,1 2 0,8 2 0,1 4 0,8 4 0,0 4 0,0 7 0,0 0 0,0 0 0,0 0 0,2-7 0,4-4 0,5-4 0,-3-10 0,-2-4 0,3-3 0,-7-2 0,4-2 0,-4-4 0,-2 10 0,0-5 0,0 5 0,0-4 0,0 5 0,-2 3 0,-4 1 0,4 2 0,-7 6 0,5 2 0,-2 4 0,0 4 0,6 7 0,0 0 0,0 0 0,8-2 0,3-1 0,5-3 0,1 3 0,-8-7 0,7 9 0,-7-7 0</inkml:trace>
  <inkml:trace contextRef="#ctx0" brushRef="#br0" timeOffset="20">10480 7617 8912,'-17'0'0,"0"-6"0,-1 0 0,1 0 0,-6 6 0,2 2 0,6 4 0,-2 4 0,13 7 0,-6 2 0,3 4 0,1 4 0,6 7 0,0 0 0,0 8 0,0 4 0,0 4 0,0 1 0,0 1 0,0 7 0,-2 4 0,-2 4 0,-1 2 0,-9 0 0,5-1-106,-9 1 0,5 2 106,-4 3 0,7-3 0,-11 6 0,0-1 0,-2 2 0,0 8 0,2 4 0,-6-2 0,3-4 0,-5-8 0,6 5 0,-6-3 0,6 2 0,0-3 0,6-7 0,0 5 0,0-5 0,1 11 0,5-13 0,-2 5 0,7-10 0,-6 6 0,5 5 0,-3 7 0,4-5 0,-3 0 0,-1-1 0,1-1 0,-3 1 0,1-3 0,-1-3 0,3 2 0,-3-14 0,-3 8 0,5-2 0,1 4 0,-6-4 0,5-2 0,-1-1 0,-1-5 0,1-2 0,-1 5 0,1-1 0,5 2 0,-6-1 0,7-3 0,-5 8 0,3 2 0,-5-4 0,6 0 0,1-2 0,-3-3 0,6-3 0,-11-3 0,5-2 0,-2-2 0,7-8 0,-7 6 0,4-4 0,4-4 0,-5 4 0,-1-3 0,6-3 106,-4 0 0,5 6-106,1 1 0,0 1 0,0-2 0,-6-4 0,0 4 0,0-4 0,4 5 0,-1-1 0,-5 0 0,-2 2 0,-1-6 0,-6 4 0,1-3 0,5-3 0,-4-2 0,3-3 0,-3-4 0,-2-8 0,7-7 0,2-3 0,8-14 0,-5 3 0,-1-8 0,0 1 0,8-8 0,4-4 0,-2-12 0,7-10 0,1-7 0,-3-5 0,7-4 0,-7-8 0</inkml:trace>
  <inkml:trace contextRef="#ctx0" brushRef="#br0" timeOffset="21">6660 8803 8912,'-2'-25'0,"-2"-2"0,-2-1 0,2-1 0,-3 8 0,1-2 0,-2 12 0,3 5 0,3 6 0,-4 6 0,4 5 0,2 4 0,0 10 0,0 6 0,0 7 0,0-2 0,6 1 0,2-9 0,1 3 0,-3-6 0,3-2 0,1-4 0,-1-2 0,-5-8 0,6 5 0,-4-9 0,-4 1 0,13-6 0,-11-7 0,7-5 0,-7-11 0,2-5 0,-4-3 0,-2 0 0,0 3 0,0 7 0,0-4 0,-2 8 0,-4 0 0,4 7 0,-13 2 0,3 10 0,-3 4 0,-2 11 0,5 6 0,1 10 0,-3 3 0,5 2 0,-1-4 0,3-1 0,3-4 0,2-5 0,2-6 0,0-1 0,2-8 0,4-5 0,3-8 0,1-7 0,5-4 0,-13-8 0,4 0 0,-4 2 0,-2-6 0,0 8 0,0-4 0,0 4 0,0 2 0,-8 7 0,4 2 0,-7 8 0,7 8 0,-2 4 0,4-3 0,4 3 0,4 1 0,3-5 0,9-1 0,-1-14 0,0-3 0</inkml:trace>
  <inkml:trace contextRef="#ctx0" brushRef="#br0" timeOffset="22">14249 7290 8912,'0'-33'0,"0"3"0,0 3 0,0 2 0,2 4 0,3 2 0,-5 4 0,0 3 0,-9 7 0,-8 3 0,-6 4 0,-6 5 0,-3 11 0,5-1 0,4 8 0,4-3 0,1 1 0,9-5 0,3-7 0,4 2 0,2-3 0,0 1 0,0-7 0,2 4 0,4-8 0,2-8 0,3-3 0,2-4 0,-5-5 0,2-3 0,-7 4 0,5-5 0,-8 6 0,-2 3 0,-4 4 0,5 3 0,-17 8 0,1 0 0,0 0 0,-6 0 0,4 8 0,2 3 0,-1 4 0,1 3 0,8-1 0,1 0 0,16 0 0,1 0 0</inkml:trace>
  <inkml:trace contextRef="#ctx0" brushRef="#br0" timeOffset="23">6643 9301 8912,'-33'-15'0,"4"2"0,6 3 0,4 1 0,2 1 0,0 0 0,5-3 0,3 3 0,1-1 0,-3-3 0,5-5 0,8 6 0,9-1 0,7-1 0,5-2 0,5-3 0,7 1 0,5 0 0,4-2 0,7-2 0,3-4 0,3-2 0,-3 6 0,15-11 0,-1 3 0,11-3 0,-1-3 0,3 1 0,1 0 0,4-7-127,-41 22 1,2-2 0,3-3 0,1 1-1,4 0 1,1 2 126,0-1 0,1 0 0,-4 0 0,1 2 0,1-1 0,1 1 0,-5 0 0,1 0 0,2 0 0,1 0 0,-1 2 0,1 2 0,0 2 0,1 1 0,-3 1 0,-1 1 0,0 1 0,-1 1 0,2 0 0,-1 1 0,40-9 0,-2 1 0,-2 5 0,-38 3 0,1 1 0,-2 2 0,0 0 0,5-3 0,1-1 0,-1 1 0,1 1 0,-4 1 0,1 0 0,2-1 0,-1-1 0,-3 2 0,0 0-48,2-1 0,3-1 1,4-1-1,2-1 0,4-1 1,0-1-1,0-2 1,0-1 47,-2 0 0,0-2 0,2 0 0,0 0 0,2-1 0,0 1-233,2 0 0,0 0 1,0 0-1,-2-1 233,-9 1 0,-2 0 0,0 2 0,-3 1 0,39-12 0,-43 13 0,0 1 0,1-1 0,1 1 0,0 1 0,-1 1 0,-1-1 0,0-1-658,43-9 658,-45 8 0,1-1 0,44-7 0,-41 7 0,1 0 0,1 2 0,1 1 0,6-3 0,1-1 0,-4 1 0,-1-1 0,-1-1 0,0-2 0,1 1 0,-1 0 0,2-1 0,1 1 0,4 0 0,0 0 0,1-1 0,1 1 0,-2 3 0,0 0 0,-4 0 0,-1-1 0,-4 2 0,-1-1 0,-3 0 0,-1 0 0,42-11 107,2 8 1,-12 0-108,-5-1 0,-10 1 0,-6 2 0,-5 1 0,-8 3 298,-2-2-298,-8-3 0,15-1 0,1 0 0,2 0 0,9 0 0,-2-6 0,4 0 0,-2 2 0,-8 2 0,-11 3 457,-15 5 0,-17 3-457,-12 8 261,-16 8 0,-20 11 1,-16 15-262,-9 10 0,-21 6 0,42-21 0,0 1 0,-7 1 0,0-1 0</inkml:trace>
  <inkml:trace contextRef="#ctx0" brushRef="#br0" timeOffset="24">20358 14906 8912,'-17'-11'0,"-1"1"0,3 1 0,4-1 0,3 7 0,10-5 0,4 8 0,5 0 0,10 0 0,4 0 0,2-2 0,3-4 0,3 2 0,1-9 0,3-6 0,3-8 0,6-5 0,11-5 0,6-3 0,12-4 0,-34 17 0,2-1 0,3-2 0,2-1 0,2-3 0,3-1-144,8-5 0,0 0 1,-6 1-1,-1 0 1,6-4-1,1 1 144,-2 2 0,0 0 0,0-2 0,1 0 0,0 3 0,0 0 0,-1-2 0,-1 0 0,-3 3 0,-1 1 0,-5 5 0,-1 1 0,-2 3 0,-2 1 0,-1 1 0,0 0 0,0 0 0,0 1 0,4 2 0,0 2 0,-4-3 0,0 0 0,43-18 0,-9-2 0,-9 6 0,-5-2 0,-7 5-393,-8 7 393,1-5 0,-14 14 0,-1-2 0,-9 8 0,-13 5 0,-5 8 0,-11 0 0,-5 0 0,-10 2 0,-6 4 0,-6 5 0,-1 4 0,-3 3 413,1-1 0,7 0-413,4 0 214,12-7 1,3 1-215,8-11 0,0-4 0,0-13 0</inkml:trace>
  <inkml:trace contextRef="#ctx0" brushRef="#br0" timeOffset="25">22784 12689 8912,'-7'-6'0,"9"0"0,13 2 0,19 2 0,18 2 0,9 0 0,6 8 0,4 3 0,1 9 0,3 8 0,0 1 0,-12 21 0,-2-3 0,-2 9 0,-13 5-1162,-17 8 1162,-4 7 0,-25 2 0,-2 10 0,-12 4 0,4-44 0,-3-1 0,0 2 0,0-2 0,-16 39 0,-13-17 0,-2-10 0</inkml:trace>
  <inkml:trace contextRef="#ctx0" brushRef="#br0" timeOffset="26">24350 12603 8912,'10'-8'0,"-4"-4"0,-5-3 0,-1-2 0,0 0 0,0-2 0,-1-2 0,-3-2 0,-2 2 0,-7 7 0,1 5 0,-3 1 0,-8 2 0,0 6 0,-2 2 0,4 6 0,-4 9 0,0 12 0,1 9 0,1 6 0,5 8 0,1 7 0,8-8 0,3 3 0,4-6 0,4-10 0,4 0 0,5-7 0,4-8 0,3-12 0,5-3 0,-1-8 0,1-8 0,-5-3 0,5-12 0,-2-6 0,-6-4 0,2-1 0,-9-2 0,3-4 0,-3 3 0,-8-3 0,0 4 0,8-6 0,-7 13 0,5 1 0,-4 7 0,-2 3 0,0 9 0,0 9 0,0 11 0,2 14 0,4 10 0,3 7 0,8 9 0,1 1 0,-1-1 0,6 1 0,0-2 0,0-3 0,0-5 0,0-5 0,0-7 0,-6-13 0,0-7 0,0-4 0,-7-14 0,-5-9 0,-3-10 0,-2-13 0,0-6 0,0-2 0,0 3 0,-2-5 0,-3 4 0,-5 2 0,-5 0 0,3 2 0,-3 2 0,11 13 0,-5 4 0,1 4 0,4 10 0,10 3 0,-4 12 0,21 3 0,-4 8 0</inkml:trace>
  <inkml:trace contextRef="#ctx0" brushRef="#br0" timeOffset="27">24970 12345 8912,'-12'-18'0,"1"1"0,1 6 0,-1-1 0,-4 9 0,7-3 0,-4 13 0,7 11 0,1 8 0,-2 7 0,4 7 0,-4 0 0,5 6 0,1-6 0,7 0 0,-3-2 0,7-1 0,3-5 0,-6-9 0,7 2 0,-4-8 0,5-2 0,1-3 0,0-6 0,-6-6 0,1-6 0,-1-9 0,5-10 0,-5-2 0,3-2 0,-9-5 0,7 0 0,-6-1 0,5 3 0,-5 3 0,-2 6 0,-1 0 0,3 6 0,-4-4 0,6 11 0,-8 1 0,5 11 0,3 13 0,2 6 0,-1 8 0,5-4 0,-1-1 0,6 1 0,-2-2 0,6-6 0,4-1 0,2-5 0,1-3 0,-1-8 0,9-8 0,-3-3 0,9-12 0,-4-6 0,0-3 0,-6-5 0,1-3 0,-3 4 0,-3-2 0,-6 7 0,-4 1 0,-4 7 0,-3 2 0,-5 9 0,-9 5 0,-3 7 0,-5 1 0,-7 5 0,0 4 0,0 1 0,-1 1 0,1-1 0,0 4 0,0-3 0,5 1 0,1-5 0,-3 1 0,5 1 0,-1 3 0,3-1 0,-1-3 0,2 3 0,4 3 0,-5-11 0,7 7 0,2-7 0,3 2 0,5-4 0,7-2 0,0 0 0,6-2 0,0-4 0,8 2 0,-4-7 0,1-2 0,-1-3 0,-2-1 0,5 0 0,-10 0 0,1-1 0,-6 1 0,-4 2 0,3 4 0,1-5 0,2 7 0</inkml:trace>
  <inkml:trace contextRef="#ctx0" brushRef="#br0" timeOffset="28">26140 12224 8912,'-17'-11'0,"0"1"0,-1 3 0,1 1 0,0 0 0,0 0 0,0 1 0,-1 5 0,1 2 0,0 3 0,0-1 0,1 8 0,3 1 0,2 2 0,7 3 0,-10-1 0,9 2 0,1 4 0,2-4 0,2 4 0,0-4 0,0-2 0,2-5 0,3-1 0,5-7 0,7 2 0,0-5 0,1-1 0,-1 0 0,2-7 0,4-5 0,-4-5 0,4-6 0,-4 2 0,-2-6 0,1 3 0,-3-7 0,-4 2 0,-3-3 0,-8-2 0,0 7 0,0-11 0,-2 3 0,-4-3 0,-5-2 0,-4 0 0,-1 0 0,5 5 0,-5 9 0,9 1 0,-5 7 0,-3 9 0,13 17 0,-2 16 0,6 11 0,4 5 0,7 15 0,-1-9 0,9 11 0,2-3 0,2-2 0,-2-1 0,-2-7 0,7-4 0,-7-4 0,10-1 0,-6-1 0,2 1 0,-6-16 0,3-4 0,-6-23 0,-1-1 0</inkml:trace>
  <inkml:trace contextRef="#ctx0" brushRef="#br0" timeOffset="29">26467 12104 8912,'-8'-10'0,"6"-5"0,-5 13 0,7-5 0,0 7 0,7 0 0,5 0 0,3 1 0,2 3 0,1 4 0,-1 2 0,0 1 0,0 0 0,-2 1 0,-3 1 0,3 3 0,-7 1 0,3 0 0,-3-8 0,-6 5 0,4-8 0,-4 7 0,7-13 0,-3 0 0,-2-8 0,7-9 0,3-2 0,1-4 0,4 2 0,4-8 0,-4 8 0,14-11 0,-5 3 0,3 4 0,-2 3 0,-7 2 0,-2 3 0,-3 0 0,-8 0 0,7 7 0,-16 1 0,0 3 0,-8 6 0,-9 0 0,0 10 0,-1 5 0,1 2 0,2 0 0,3 0 0,-1 3 0,7 1 0,2 1 0,3 1 0,1-5 0,0-1 0,0-6 0,0 1 0,7-1 0,3-1 0,7-5 0,0-3 0,0-4 0,1-3 0,-1-5 0,2-7 0,0 0 0,-2 0 0,4-1 0,-9 1 0,3 0 0,2 0 0,0 2 0,1 3 0,-7-1 0,1 7 0,-9 0 0,7 12 0,-6 2 0,2 1 0,7 3 0,-9 3 0,7-4 0,3-5 0,-7-4 0,9-2 0,-7 0 0</inkml:trace>
  <inkml:trace contextRef="#ctx0" brushRef="#br0" timeOffset="30">27362 11416 8912,'0'-9'0,"-2"-1"0,-4 4 0,4 5 0,-13 8 0,13 7 0,-4 14 0,4 3 0,2 3 0,0 6 0,0-2 0,2 8 0,4 2 0,5 2 0,5-6 0,1-2 0,0-8 0,2-5 0,4-1 0,-4-12 0,4 1 0,-4-11 0,-1-1 0,-5-5 0,2-7 0,4-11 0,-5 1 0,1-15 0,-3 5 0,3 0 0,-4-5 0,1 5 0,-1 0 0,-1 4 0,-1 4 0,-3 2 0,-4 8 0,8-5 0,-5 8 0,-1 1 0,8 5 0,-8 7 0,1 5 0,5 3 0,-8 2 0,3 1 0,3-1 0,-2 0 0,-2 0 0,5 0 0,3 0 0,-3-1 0,3-5 0,-8-3 0,11-16 0,-6-1 0</inkml:trace>
  <inkml:trace contextRef="#ctx0" brushRef="#br0" timeOffset="31">27826 11279 8912,'-15'-12'0,"2"1"0,1-3 0,3 5 0,-3-3 0,5 9 0,14 3 0,5 9 0,3 3 0,2-1 0,0 1 0,1 5 0</inkml:trace>
  <inkml:trace contextRef="#ctx0" brushRef="#br0" timeOffset="32">27310 11691 8912,'-17'-7'0,"0"-5"0,7-3 0,3 3 0,8 1 0,5-2 0,4 5 0,17-7 0,7 3 0,10-3 0,6-2 0,1 0 0,9-1 0,1-6 0,8-3 0</inkml:trace>
  <inkml:trace contextRef="#ctx0" brushRef="#br0" timeOffset="33">28377 11193 8912,'-29'-16'0,"3"3"0,1 2 0,-4 7 0,6-2 0,-2 6 0,4 6 0,-2 7 0,0 8 0,-1 8 0,4 9 0,-3 2 0,6 10 0,6 1 0,-3-5 0,9 6 0,-1-4 0,8-3 0,4 1 0,3-13 0,8 1 0,10-19 0,8-3 0,1-8 0,8-8 0,-2-8 0,6-7 0,-4-15 0</inkml:trace>
  <inkml:trace contextRef="#ctx0" brushRef="#br0" timeOffset="34">29117 11090 8912,'-6'-23'0,"-1"2"0,-3 5 0,6 5 0,-1 5 0,3 12 0,2 0 0,0 15 0,-2 7 0,-4 5 0,4 1 0,-6 1 0,1-1 0,5 0 0,-6 6 0,8 1 0,0-3 0,-5-8 0,-1-1 0,0-8 0,6 2 0,0-4 0,0-9 0,0-10 0,0-12 0,8-11 0,-4-4 0,7-9 0,2-4 0,1 2 0,-3-8 0,5 2 0,-5-2 0,4 4 0,2 10 0,1 1 0,-1 2 0,0 8 0,0-1 0,2 10 0,2 6 0,2 4 0,-2 2 0,4 10 0,-2 5 0,0 6 0,2 0 0,-6 6 0,12-8 0,-6 4 0,-1-4 0,3-4 0,0-3 0,-4-4 0,6-8 0,-3 0 0,3 0 0,-4-8 0,-2-2 0,0-9 0,-2-4 0,-2 4 0,-9-13 0,-5 5 0,-3 0 0,-2-5 0,-7 13 0,-5-4 0,-3 4 0,-10 1 0,6 7 0,-4 1 0,4 3 0,0 1 0,-4 6 0,4 10 0,-4 5 0,4 8 0,1 4 0,3-5 0,4 7 0,3 0 0,8-1 0,0-1 0,0-2 0,4 4 0,7-6 0,8-6 0,18-8 0,3-1 0,6-4 0,9-10 0,2-5 0,8-12 0,-1-6 0,4-5 0,7-6 0,-14 3 0,-3-3 0,-13 4 0,-14 3 0,-6 3 0,-8 1 0,-13 8 0,-4-2 0,-8 6 0,-9 6 0,0 3 0,-2 2 0,-2 0 0,-2 3 0,0 8 0,6 7 0,-1 9 0,1 2 0,0 2 0,2-4 0,3 2 0,6-2 0,-3 5 0,7-7 0,-4 4 0,4-4 0,2-1 0,2-3 0,4-4 0,-2-3 0,7-8 0,1 0 0,5 0 0,-6-8 0,1-5 0,1-6 0,3-4 0,-7-8 0,6 10 0,-5-5 0,0 1 0,5-6 0,-7 12 0,5-4 0,-2 4 0,-5 2 0,6 0 0,-7 7 0,7 4 0,1 5 0,2 1 0,3 0 0,-7 1 0,1 5 0,-1 4 0,6 7 0,1 0 0,-9-7 0,6 5 0,-5-13 0,7 5 0,0-7 0</inkml:trace>
  <inkml:trace contextRef="#ctx0" brushRef="#br0" timeOffset="35">30700 10574 8912,'-9'-10'0,"-7"-5"0,15 13 0,-5-4 0,10 12 0,1 6 0,9 3 0,-3 2 0,-1 6 0,1 0 0,-5 5 0,5-5 0,-7 6 0,2-6 0,-4 0 0,4-6 0,-1 0 0,1 0 0,-6 1 0,0-9 0,0-3 0,0-12 0,0-5 0,2-12 0,4-6 0,3-11 0,10-4 0,4 0 0,-2-5 0,8 3 0,0-4 0,7-3 0,2-1 0,3 2 0,-1 5 0,-6 5 0,0-2 0</inkml:trace>
  <inkml:trace contextRef="#ctx0" brushRef="#br0" timeOffset="36">25658 13307 8912,'-8'-22'0,"-1"-1"0,-3 4 0,1 5 0,7 22 0,0 17 0,8 11 0,8 10 0,-3 9 0,3 4 0,1 3 0,0-5 0,1 6 0,-3 0 0,3-2 0,1 6 0,2-4 0,-2 2 0,-3-2 0,1-6 0,-7-11 0,0 0 0,-6-12 0,-8-11 0,-1-15 0</inkml:trace>
  <inkml:trace contextRef="#ctx0" brushRef="#br0" timeOffset="37">25520 13806 8912,'0'-27'0,"0"4"0,0 4 0,0 2 0,0 0 0,4 0 0,8 0 0,1-3 0,16-2 0,0 1 0,7-8 0,2-2 0,2-1 0,8-3 0,-6 1 0,6 0 0,-2-1 0,-8 1 0,2 1 0,-11 5 0,-4 3 0,-8 8 0,0 7 0,0 4 0,-7 8 0,-4 8 0,-4 11 0,-2 9 0,0 1 0,0 13 0,0-4 0,0 4 0,0 6 0,0-4 0,0 1 0,0-7 0,0 1 0,0-7 0,0 0 0,0-1 0,0-5 0,0-3 0,0-15 0,0-10 0,0-12 0,0-11 0,0-5 0,0-10 0,1-3 0,5 3 0,-2 2 0,8 2 0,-1-1 0,6 1 0,0 7 0,1 4 0,-1 4 0,6 9 0,0 5 0,5 3 0,-5 2 0,6 9 0,-4 7 0,0 5 0,0 0 0,5-2 0,-5-2 0,4 0 0,1-7 0,-5-5 0,2-3 0,-6-2 0,2 0 0,-6-2 0,-4-1 0,-3-5 0,-2-2 0,-3-1 0,-5-6 0,0 0 0,-7 5 0,-5 3 0,-3 1 0,-2-5 0,0 11 0,-1-4 0,1 4 0,0 2 0,0 0 0,5 2 0,3 4 0,1 5 0,4 4 0,2 3 0,2-1 0,0 0 0,0 0 0,8 0 0,3 1 0,12-1 0,12-8 0,11-3 0,3-4 0,5-4 0,3-4 0,12-11 0,10-10 0</inkml:trace>
  <inkml:trace contextRef="#ctx0" brushRef="#br0" timeOffset="38">27327 13118 8912,'-17'-7'0,"0"5"0,0-4 0,0 12 0,-1 11 0,1 12 0,0 5 0,0 6 0,7 4 0,2 8 0,8-1 0,0-7 0,2-4 0,4-3 0,4-5 0,7-3 0,0-12 0,0-11 0,1-4 0,-1-2 0,-2-8 0,-3-4 0,1-9 0,-7-1 0,-1-9 0,-5 2 0,0-3 0,0-3 0,0 1 0,0 0 0,0 1 0,-2 3 0,-1 3 0,-3 2 0,-7 2 0,9 12 0,-8-1 0,1 8 0,-5 4 0,5 12 0,5 3 0,12-5 0,4-3 0</inkml:trace>
  <inkml:trace contextRef="#ctx0" brushRef="#br0" timeOffset="39">27740 12723 8912,'-7'-17'0,"5"5"0,-4 1 0,4 9 0,2 2 0,0 8 0,0 18 0,0 7 0,0 5 0,0 4 0,0-2 0,6 2 0,2 4 0,1-6 0,-3-2 0,3 1 0,-1 1 0,5 0 0,-11-8 0,6-3 0,0-6 0,-6-4 0,3-2 0,-3 0 0,-2-7 0,0-3 0,0-29 0,8 6 0,3-18 0,5 1 0,1 3 0,0-1 0,0 3 0,8 7 0,-6-4 0,4 8 0,2 1 0,-2 5 0,0 3 0,-6 8 0,0 0 0,1 0 0,-1 0 0,-2 2 0,-3 4 0,-5 3 0,-1 9 0,0 1 0,-3 4 0,-8-4 0,-5 7 0,-9-3 0,-4 6 0,4-2 0,-6 0 0,2-3 0,0-3 0,0-2 0,6-1 0,0-9 0,0-1 0</inkml:trace>
  <inkml:trace contextRef="#ctx0" brushRef="#br0" timeOffset="40">28343 12689 8912,'-8'-10'0,"-2"2"0,-7 3 0,-2-1 0,-4 2 0,4 10 0,-4 5 0,-2 10 0,4 4 0,6 2 0,7 3 0,6-5 0,2 8 0,4-7 0,8 1 0,7 6 0,15-14 0,1 6 0,-1-2 0,0-1 0,1-1 0,-3-1 0,-3-3 0,4 0 0,-14 0 0,2 0 0,-8 1 0,-5-1 0,-8 0 0,0 0 0,-2 0 0,-4 1 0,-5-1 0,-12 0 0,-6 0 0,-11 0 0,4 6 0,-5 0 0,-1-2 0,2-9 0,-8 3 0,4-13 0,-7 5 0</inkml:trace>
  <inkml:trace contextRef="#ctx0" brushRef="#br0" timeOffset="41">29272 12826 8912,'-10'-8'0,"-5"-1"0,4-8 0,3 21 0,2 9 0,4 12 0,2 11 0,0 8 0,0 8 0,2 3 0,2 4 0,2 2 0,0-3 0,-6 3 0,0-2 0,1-4 0,3-11 0,4-9 0,1-10 0,3-14 0,-2-19 0,-3-11 0</inkml:trace>
  <inkml:trace contextRef="#ctx0" brushRef="#br0" timeOffset="42">29685 12087 8912,'0'-17'0,"-2"1"0,-4 5 0,4 7 0,-3 14 0,3 7 0,2 13 0,0 5 0,2 7 0,1 4 0,3-1 0,6 1 0,-7 6 0,9-1 0,-5 3 0,1 1 0,-4 3 0,3-1 0,-7-7 0,4-5 0,-12-2 0,-11-9 0,-10 0 0</inkml:trace>
  <inkml:trace contextRef="#ctx0" brushRef="#br0" timeOffset="43">29427 12740 8912,'-15'-23'0,"3"0"0,6 2 0,6 2 0,6 2 0,9-8 0,8-4 0,10 3 0,1-3 0,3 0 0,8-5 0,3 0 0,10-1 0,-5 7 0,5-1 0,-5 0 0,-3-3 0,-4 1 0,-8 3 0,-8-3 0,-5 6 0,-9 0 0,-5 8 0,-5 0 0,-4 0 0,-10 0 0,-3-1 0,-5 9 0,-1 3 0,6 4 0,-1 2 0,8 0 0,-3 2 0,7 4 0,0 5 0,0 10 0,0 4 0,0 0 0,0 0 0,0 5 0,0-5 0,2 6 0,3-3 0,-3-7 0,6 10 0,-8-8 0,0 0 0,0-6 0,0 0 0,2-1 0,4-5 0,-5-3 0,7-8 0,-8-8 0,0-5 0,2-6 0,4-4 0,-4-8 0,5 12 0,-5-4 0,4 4 0,-4 2 0,7 1 0,-3 5 0,-4-4 0,13 13 0,-5-6 0,7 8 0,0 6 0,1 2 0,-1 1 0,8-5 0,-4 9 0,5-7 0,-1-2 0,6-2 0,-4-2 0,5 0 0,-3 0 0,3 0 0,-13-8 0,4-1 0,-3-1 0,-3-5 0,-8 5 0,-3-7 0,-4 0 0,-10 1 0,-3 5 0,-4 3 0,-3 8 0,-5 0 0,-1 2 0,-3 4 0,6 11 0,-4 8 0,8 6 0,-1-3 0,9 1 0,-4 0 0,7-1 0,2 3 0,2-4 0,2 1 0,10-7 0,7 2 0,8-10 0,11-3 0,4-2 0,6-4 0,11-10 0,-1-10 0,7-6 0,0-17 0,6 3 0</inkml:trace>
  <inkml:trace contextRef="#ctx0" brushRef="#br0" timeOffset="44">30890 12018 8912,'-18'0'0,"1"0"0,6 8 0,-1 3 0,8 4 0,-3 3 0,7-1 0,0 2 0,0 2 0,0 2 0,0 0 0,2-6 0,1 0 0,3 0 0,0 1 0,-6-7 0,0 0 0,0-7 0,2 4 0,4-8 0,-3-8 0,7-5 0,0-6 0,-1-4 0,3-8 0,5 6 0,0-5 0,0 1 0,0 8 0,6-4 0,0 8 0,-2 0 0,6 7 0,-6 3 0,8 7 0,1 0 0,5 2 0,3 3 0,2 9 0,-2 7 0,-1 6 0,-5 7 0,-3-2 0,-6-3 0,-12 4 0,-3-7 0</inkml:trace>
  <inkml:trace contextRef="#ctx0" brushRef="#br0" timeOffset="45">27121 14855 8912,'-8'-35'0,"-1"3"0,-1 3 0,2 8 0,1 8 0,5 5 0,-4 12 0,10 8 0,4 11 0,1 9 0,5 8 0,1 6 0,2 4 0,0 1 0,2 1 0,1-1 0,-3 1 0,4-8 0,-10-2 0,8-8 0,2 1 0,0-1 0,-7-13 0,3-4 0,0-13 0,-5-4 0,3-8 0,2-9 0,-5-9 0,-1-9 0,-5 1 0,5-6 0,-1-2 0,3 2 0,-1 1 0,-1 11 0,6 5 0,-5 4 0,-1 1 0,1 9 0,5 3 0,0 12 0,1 5 0,-9 10 0,-3 2 0,1 14 0,-1-3 0,-2 2 0,-2 1 0,-2-3 0,0 0 0,0 1 0,0-9 0,0 5 0,2-8 0,4-2 0,-5-10 0,-1-11 0,-9-9 0</inkml:trace>
  <inkml:trace contextRef="#ctx0" brushRef="#br0" timeOffset="46">27465 14838 8912,'0'-18'0,"0"1"0,2 6 0,4-1 0,3 9 0,12-13 0,6 7 0,7-1 0,20-13 0,0 4 0</inkml:trace>
  <inkml:trace contextRef="#ctx0" brushRef="#br0" timeOffset="47">28119 14855 8912,'0'17'0,"-2"0"0,-4 0 0,4 3 0,-3 2 0,3-2 0,-4 12 0,-2-5 0,-1 0 0,5 3 0,-2-7 0,-1 6 0,1-6 0,0 0 0,6-12 0,0 0 0,0-7 0,0-11 0,0-7 0,0-12 0,0 1 0,2-4 0,4 6 0,-2-6 0,7 7 0,1-1 0,-1 0 0,1 2 0,1 5 0,2 1 0,2 9 0,1-7 0,5 11 0,-1-4 0,9 4 0,2 10 0,9 4 0,4 1 0,7-2 0,-1-3 0,5-8 0,-1 0 0,-3 0 0,-1 0 0,3-8 0,-20-3 0,1-10 0,-6-2 0,-10-6 0,-3 6 0,-8 0 0,-9 6 0,-2-2 0,-3-2 0,-9 0 0,-7 6 0,2-2 0,-11 15 0,7-4 0,2 4 0,1 2 0,3 0 0,0 8 0,0 3 0,0 12 0,1 2 0,5 4 0,-4 3 0,5-3 0,0 3 0,3 1 0,-1-5 0,6 5 0,-5-14 0,7 4 0,0-4 0,7-2 0,9-7 0,6-5 0,1-3 0,0-15 0,0-6 0,-2-6 0,6 4 0,-6-11 0,6 3 0,-2-4 0,-2 5 0,-6-1 0,0 2 0,0-1 0,1 5 0,-7 4 0,1 2 0,-9 5 0,5 3 0,0 1 0,-6 2 0,5 8 0,-7 4 0,8-4 0,-6 13 0,7-11 0,-3 7 0,2-5 0,3 5 0,4-7 0,-3 2 0,3-4 0,2-2 0,3 0 0,1-2 0,2-4 0,-1-3 0,-4-3 0,1 1 0,4-3 0,-12-1 0,10 4 0,-13-1 0,1-1 0,-5-2 0,4-3 0,-8 1 0,0 6 0,0-1 0,0 1 0,0-6 0,0 7 0,2 2 0,4 8 0,3 6 0,8 0 0,6 7 0,0-1 0,-2 3 0,-3 2 0,-7 0 0,4 1 0,-7-1 0,3 0 0,-1-2 0,-6-1 0,2-3 0,-1-7 0,-7 4 0,-3-8 0,-5-2 0,-7-4 0,5-6 0,1-11 0,5-5 0,-5-12 0,7 2 0,-2-10 0,4-6 0,10 1 0,3-10 0,5-8 0,10-5 0,9-5 0,1 5 0,8 7 0,-2 0-342,-2 8 0,-5-13 0,-1 3 0</inkml:trace>
  <inkml:trace contextRef="#ctx0" brushRef="#br0" timeOffset="48">30270 14459 8912,'-2'-15'0,"-4"6"0,-5 9 0,-4 23 0,-3 19 0,-1 11 0,-2 10 0,-2 4 0,0 2 0,6-1 0,2-1 0,3-2 0,9-4 0,6-1 0,7-11 0,7-7 0</inkml:trace>
  <inkml:trace contextRef="#ctx0" brushRef="#br0" timeOffset="49">25693 16419 8912,'-18'-28'0,"1"1"0,2 2 0,1 4 0,3 2 0,7 11 0,-2 8 0,5 8 0,1 9 0,0 2 0,0 4 0,5 2 0,1 4 0,7-2 0,-3-6 0,1 1 0,1 0 0,-1-3 0,7-2 0,-7-2 0,0-3 0,1 1 0,5-7 0,-5-1 0,-1-5 0,1-2 0,5-3 0,0-9 0,0-7 0,0 2 0,-5-11 0,-3 5 0,-1-2 0,-2 14 0,0-10 0,-1 11 0,1-3 0,2 6 0,-6 1 0,7 14 0,-3 1 0,5 3 0,-1 1 0,1 6 0,1-1 0,5-5 0,6 3 0,0-9 0,6 1 0,-6-6 0,7-2 0,-1-4 0,3-7 0,3-8 0,-7 0 0,1-8 0,-8 1 0,2-7 0,-4-7 0,-7 8 0,-3-2 0,-1 5 0,-2 10 0,-6-4 0,0 16 0,0 3 0,0 14 0,0 9 0,0 2 0,2 9 0,3 3 0,-1 2 0,8-1 0,1-3 0,0 3 0,-1-3 0,1-4 0,-7-2 0,5-4 0,-5-2 0,0-6 0,-6 1 0,0-8 0,-2 9 0,-6-7 0,-9-2 0,-2-3 0,-10-1 0,8 0 0,-2 0 0,-1 0 0,1-1 0,2-5 0,9 4 0,4-21 0,8 4 0</inkml:trace>
  <inkml:trace contextRef="#ctx0" brushRef="#br0" timeOffset="50">26656 16282 8912,'12'0'0,"-1"0"0,8-6 0,10 0 0,3-7 0,5 4 0,3-9 0,6 1 0,-2-2 0,2-4 0,-8 4 0,-2-4 0,-9 10 0,-2 1 0,-10 1 0,-17 1 0,-15 4 0,-2 6 0,-10 6 0,6 4 0,-5 7 0,7 6 0,-2 0 0,4 0 0,7 0 0,1 0 0,7 1 0,-2-1 0,6-4 0,8 4 0,9-4 0,8-7 0,9-1 0,3-7 0,3 2 0,2-12 0,6-5 0,-3-5 0,-1-3 0,2-4 0,-6-5 0,-9-3 0,-2 3 0,-14-5 0,2 4 0,-5 5 0,-1 1 0,-3 4 0,-10 3 0,-4 3 0,-5 1 0,-5 9 0,-1-3 0,0 12 0,0 3 0,0 8 0,5 2 0,3 3 0,-1 2 0,0 3 0,7 2 0,-5 3 0,8-1 0,0-3 0,0-7 0,0 10 0,0-8 0,2-2 0,2-8 0,1-1 0,9-8 0,-10 3 0,7-9 0,2-3 0,3-7 0,-5-9 0,1-6 0,1-5 0,-5 1 0,5-13 0,-7 4 0,0 2 0,-6-8 0,0-2 0,0-1 0,0-3 0,0 8 0,0-2 0,0 10 0,0 4 0,0 9 0,0 0 0,-6 15 0,0 14 0,0 3 0,14 30 0,2-3 0,-1 6 0,6-2 0,-3 6 0,5 0 0,6 5 0,-4-1 0,4-4 0,2 2 0,0-8 0,2 0 0,3 2 0,3-12 0,1 5 0,1-12 0,-1-6 0,0-11 0,1-4 0,-1-2 0</inkml:trace>
  <inkml:trace contextRef="#ctx0" brushRef="#br0" timeOffset="51">28085 16007 8912,'0'-17'0,"0"-1"0,0 1 0,0 8 0,0 1 0,0 10 0,1 4 0,5 5 0,-2 6 0,8 4 0,1 2 0,-5 0 0,7-6 0,-4 1 0,5-1 0,-7-8 0,6 5 0,-3-7 0,3 3 0,2-6 0,1 3 0,-1-7 0,0 0 0,-5-7 0,-1-5 0,2-3 0,-3-2 0,1 0 0,-7-1 0,2 1 0,4 0 0,-7 7 0,9 5 0,-8 3 0,9 11 0,-7 9 0,7 6 0,-1 11 0,3-1 0,2 1 0,0-1 0,2-2 0,4-3 0,-3 0 0,2-12 0,0-4 0,0-13 0,-2-2 0,3-3 0,-12-5 0,4-20 0,-5-7 0,-1-5 0,-1-4 0,-8 1 0,0 1 0,0 2 0,0-2 0,0 9 0,-6-1 0,1 13 0,-7-6 0,6 6 0,-7 0 0,3 6 0</inkml:trace>
  <inkml:trace contextRef="#ctx0" brushRef="#br0" timeOffset="52">28807 15732 8912,'0'17'0,"0"0"0,0 6 0,0 0 0,0 8 0,0-3 0,0 10 0,2 3 0,4-3 0,-2 4 0,5-4 0,-1-6 0,-2 1 0,-6-10 0,5 0 0,1-6 0,0-8 0,-6-1 0,0-16 0,6-3 0,-1-12 0,1-4 0,2 1 0,-6-5 0,5 6 0,1-2 0,-6 6 0,13-1 0,-3 10 0,3-1 0,2 7 0,0 0 0,1 6 0,-1 0 0,0 2 0,2 2 0,4 2 0,4-1 0,7-5 0,1 0 0,-1 0 0,-7 0 0,5-1 0,-3-5 0,4-6 0,-7-3 0,-3-2 0,-4 0 0,-1-1 0,-9 1 0,-1 0 0,-8 0 0,0 5 0,-2 3 0,-4 1 0,-3-3 0,-9 5 0,-6 0 0,3 8 0,-6 4 0,2 5 0,2 5 0,6 3 0,0 2 0,-1 2 0,9 7 0,-5-5 0,9 6 0,1-3 0,2-7 0,2 4 0,0-8 0,9 1 0,7-3 0,7-4 0,3-7 0,5-8 0,2 2 0,1-19 0,0 4 0,-5-10 0,0 5 0,-6-7 0,5 6 0,-8 0 0,-3 6 0,-2 0 0,-9-1 0,5 7 0,-5 0 0,0 7 0,-6-2 0,0 12 0,0 5 0,0-1 0,0 1 0,2 1 0,1 5 0,3 2 0,-2 4 0,-2-4 0,-2 6 0,0-8 0,0-6 0,0 1 0,0-8 0,0 3 0,0-9 0,0-3 0,0-11 0,0-8 0,0-3 0,6 4 0,-1-4 0,-1 2 0,6 2 0,-6 6 0,7 0 0,2 0 0,-5 7 0,7 3 0,-3 7 0,3 0 0,2 0 0,6 7 0,0 5 0,-2 3 0,4 4 0,-2 2 0,0 2 0,2-2 0,-6-2 0,14-2 0,-14-7 0,6-2 0</inkml:trace>
  <inkml:trace contextRef="#ctx0" brushRef="#br0" timeOffset="53">24918 17520 8912,'-17'-2'0,"0"-2"0,0-2 0,5 1 0,2 8 0,1 7 0,-1 7 0,1 19 0,-5 5 0,5 6 0,1 5 0,-3 7 0,5 2 0,2 0 0,2-3 0,10-9 0,3-8 0,5-13 0,3-9 0,2-7 0,2-7 0,5-10 0,-5-7 0,0-13 0,-5-9 0,5-8 0,-1-10 0,-6 1 0,-11-1 0,-3 1 0,-2-1 0,-2 1 0,-3 1 0,-7 4 0,-5 12 0,-6 11 0,-2 11 0,-3 7 0,-3 3 0,8 2 0,6 13 0,5 4 0,9 12 0,-3-1 0,13-1 0,11 0 0,8-4 0,7-8 0,7 0 0,0-9 0,6 0 0,-4-6 0,2-2 0,4-4 0,-6-3 0,-2-8 0,2-1 0,-2 1 0,-7 0 0,-14 0 0,-7 0 0,-11 7 0,-1 4 0,0 12 0,-13 11 0,7 10 0,2 0 0,3 5 0,1-5 0,0 5 0,0-3 0,1 4 0,5-7 0,4 1 0,-1-4 0,7-4 0,-7-4 0,8-3 0,1-6 0,-1-5 0,0-2 0,0-5 0,-1-4 0,-5-7 0,4-8 0,-5-3 0,-1-5 0,-1 3 0,-6-1 0,2-2 0,2 3 0,-1-1 0,-5 5 0,0 3 0,0 4 0,0 9 0,0 6 0,0 14 0,2 9 0,2 8 0,4 7 0,1 4 0,3 8 0,5-6 0,2 6 0,4-6 0,-4 0 0,8-7 0,-6-7 0,2-8 0,6-3 0,-5-11 0,1-6 0,0-8 0,-2-13 0,-2-5 0,-2-10 0,-3-3 0,-3-6 0,-4 8 0,-3-6 0,-4-3 0,-2-2 0,-2-1 0,-4-1 0,-5 0 0,-4 1 0,3 5 0,1 4 0,-3 6 0,7 5 0,-1 14 0,8 17 0,0 11 0,0 16 0,0 11 0,0 6 0,6 15 0,1 5 0,3 2 0,-6 3 0,11-6 0,-3-2 0,3-1 0,2-5 0,0-9 0,1-6 0,-1-4 0,0-9 0,0-10 0,0-11 0,1-4 0,-1-2 0,-6-4 0,-1-6 0,-3-7 0,-1-19 0,-6 0 0</inkml:trace>
  <inkml:trace contextRef="#ctx0" brushRef="#br0" timeOffset="54">25899 17709 8912,'-10'0'0,"3"0"0,7 0 0,4-2 0,7-4 0,12-5 0,8-4 0,16-10 0,5-4 0,5-3 0,1-3 0,-5 1 0,5-1 0,-5 1 0,-1-8 0,0-2 0</inkml:trace>
  <inkml:trace contextRef="#ctx0" brushRef="#br0" timeOffset="55">26415 17245 8912,'-11'0'0,"-1"0"0,9 4 0,-3 7 0,4 0 0,2 22 0,0-2 0,0 7 0,0 13 0,0 9 0,0 4 0,0-2 0,0-3 0,0-4 0,8-3 0,3-6 0,-3-4 0,7-16 0,-4-5 0,5-7 0,1-7 0,-6-7 0,1 0 0,-1-13 0,5-6 0,-3-6 0,-1-5 0,1-3 0,-5-9 0,1 6 0,-3-4 0,-2 3 0,7 3 0,-7 1 0,2 5 0,-2 5 0,1 11 0,-3 12 0,8 20 0,-6 12 0,1 6 0,1 2 0,0-3 0,1-1 0,3-2 0,-6 5 0,5-15 0,-5 5 0,2-6 0,2-6 0,-3-5 0,-3-5 0,6-22 0,-8-4 0</inkml:trace>
  <inkml:trace contextRef="#ctx0" brushRef="#br0" timeOffset="56">26605 17451 8912,'0'-23'0,"-2"-2"0,-4-1 0,4 5 0,-6-4 0,8 7 0,0 9 0,0 1 0,2 8 0,4 0 0,4 6 0,9 0 0,4-2 0,3 5 0,9 1 0</inkml:trace>
  <inkml:trace contextRef="#ctx0" brushRef="#br0" timeOffset="57">27000 17589 8912,'-17'5'0,"0"1"0,0-2 0,0-2 0,7-2 0,2 0 0,16-8 0,2-1 0,7-9 0,-2 1 0,-3 0 0,1 0 0,-7 0 0,5-1 0,-5 1 0,0 0 0,-6 0 0,-8 7 0,-5 5 0,-8 3 0,1 2 0,-6 13 0,5 6 0,-2 6 0,0 4 0,7 11 0,5 0 0,-2 0 0,7-6 0,2 1 0,10-1 0,7-1 0,8-5 0,6-5 0,7-9 0,1-3 0,-1-7 0,6 3 0,1-7 0,-3-7 0,-10-5 0,5-3 0,-6-2 0</inkml:trace>
  <inkml:trace contextRef="#ctx0" brushRef="#br0" timeOffset="58">27172 17571 8912,'-9'0'0,"-6"0"0,13 0 0,-6 0 0,10 8 0,4 3 0,1 5 0,5 1 0,3 0 0,-7 6 0,5 2 0,-1 2 0,-7-6 0,5 4 0,-2-3 0,-5 1 0,7 0 0,-8-11 0,4-1 0,-4-7 0,-2 4 0,0-12 0,0-6 0,0-9 0,0-6 0,0-3 0,0-7 0,0 1 0,7 0 0,5-1 0,3-5 0,4 0 0,4 2 0,4 1 0,7 3 0,1 2 0,-1 3 0,0 6 0,3-2 0,-1 2 0,-1 2 0,3 2 0,-21 2 0,0 0 0,-7 5 0,-10 1 0,0 7 0,-8-4 0,-3 8 0,-7 6 0,-5 4 0,-5 5 0,1 0 0,0 14 0,2 1 0,2 3 0,6-4 0,2-1 0,3 3 0,-3-6 0,13 7 0,-3-5 0,3 0 0,9-3 0,10-1 0,10 0 0,0-2 0,9-2 0,-5-3 0,0-3 0,1-2 0,-7 1 0,5 7 0,-7 0 0,-2-2 0,-9 4 0,1-11 0,-7 7 0,-2 0 0,-2 0 0,-10 1 0,-3-1 0,-5 0 0,-3-5 0,-2-3 0,-2 1 0,2-1 0,-6-5 0,8 6 0,-4-5 0,-1-3 0,1 4 0,-8-4 0,4-2 0</inkml:trace>
  <inkml:trace contextRef="#ctx0" brushRef="#br0" timeOffset="59">28566 17331 8912,'-40'0'0,"0"0"0,0 2 0,-2 3 0,6 7 0,-5 11 0,5 3 0,4 11 0,3 3 0,6 2 0,11 4 0,7-6 0,3 4 0,9-10 0,5 1 0,3-3 0,2-9 0,1-2 0,-7-8 0,1-1 0,-1-8 0,6 1 0,0-10 0,-5-5 0,-1-9 0,3-4 0,-1 2 0,-1-8 0,1 1 0,-7-7 0,1 5 0,-3-3 0,4-1 0,1 3 0,-5-3 0,6 13 0,-6-6 0,1 2 0,9 2 0,-10 6 0,7 0 0,-5 8 0,5 5 0,3 8 0,-7 5 0,9 10 0,-5 4 0,-1-2 0,1 8 0,-1-8 0,3 2 0,-1-4 0,-7-8 0,7 1 0,1 1 0,2-5 0,3-1 0,-1-7 0,-6-7 0,1-5 0,1-3 0,-5-2 0,5 0 0,-7-1 0,-2 1 0,-2 0 0,-2 0 0,0 7 0,2-3 0,3 7 0,-3 0 0,6 6 0,-2 10 0,-1 7 0,9 8 0,-3 9 0,5 1 0,1 7 0,0-6 0,0 2 0,0-5 0,1-5 0,1-8 0,4-3 0,-4-8 0,4-9 0,-4-2 0,-2-3 0,0-7 0,-1-16 0,-5-7 0,2-5 0,-7 0 0,0 2 0,-6-8 0,-2 8 0,-4-2 0,-5 3 0,-3 5 0,1 5 0,2 10 0,-1 7 0,-5 10 0,0 2 0,-1 4 0,9 11 0,-5 10 0,9 7 0,1 1 0,2-1 0,2 0 0,2 1 0,4-1 0,5 1 0,6-7 0,4-1 0,2-2 0,8-2 0,-4-8 0,9-4 0,4-5 0,-4-4 0,14-2 0,-6 0 0,0 0 0,14-8 0,-5-1 0</inkml:trace>
  <inkml:trace contextRef="#ctx0" brushRef="#br0" timeOffset="60">29805 17537 8912,'-17'0'0,"0"0"0,0 6 0,0-1 0,5 9 0,1-3 0,5 10 0,-6 2 0,9 15 0,-3 3 0,6 8 0,6 9 0,-4 3 0,13 6 0,-4-3 0,5 0 0,-7-1 0,5 3 0,-9-3 0,7 2 0,-7-9 0,-3-7 0,-4-5 0,-3-2 0,-9-13 0,5-4 0,-8-19 0,-1-4 0,1-10 0,0-2 0,-8-22 0,-2-4 0</inkml:trace>
  <inkml:trace contextRef="#ctx0" brushRef="#br0" timeOffset="61">29547 17726 8912,'0'-34'0,"0"1"0,0 3 0,0 1 0,0 8 0,8-4 0,3 10 0,5 3 0,1 5 0,2 1 0,4 0 0,6 3 0,3 8 0,3 5 0,-1 9 0,0 4 0,-1 2 0,-4 5 0,-6-1 0,-4 1 0,-10 3 0,-1 1 0,-8 1 0,0-1 0,0 0 0,-2-1 0,-2-2 0,-2-3 0,-5-7 0,5 2 0,2-4 0,2-9 0,2-4 0,0-12 0,0-6 0,0-3 0,2-2 0,4 0 0,-2-6 0,5 0 0,-1 0 0,-2 0 0,2 0 0,-7 0 0,9 6 0,-4 0 0,3 0 0,3 5 0,-1 3 0,3 1 0,9 2 0,-4 6 0,4 2 0,-2 4 0,2 5 0,-4-1 0,4 1 0,-4 1 0,-2 5 0,6-8 0,0-1 0,-2 0 0,-2-6 0,-7 5 0,-1-7 0,2 0 0,3-2 0,1-3 0,-8-5 0,1-13 0,-6-2 0,2-1 0,-1 3 0,-5-6 0,-2 6 0,-3-6 0,1 10 0,-8 2 0,-1 9 0,-2 7 0,-3 1 0,1 15 0,0 8 0,2 9 0,3 8 0,-1 4 0,7 8 0,2-1 0,2 1 0,2-2 0,0-3 0,0-1 0,8-9 0,5-1 0,7-7 0,3-5 0,-1-8 0,3-11 0,2-10 0,0-7 0,5-11 0,-7-5 0,4-12 0,2 3 0,-9-5 0,-1 0 0,-1-2 0,-3 0 0,-6-3 0,1 6 0,-8 1 0,1 6 0,-3 0 0,-2 7 0,0 12 0,0 15 0,0 15 0,0 6 0,0 7 0,8-5 0,3 6 0,3-2 0,1 3 0,2-1 0,-3-8 0,9 4 0,-6-2 0,-6 0 0,5 0 0,-15 0 0,5-1 0,-4 0 0,-2-3 0,-2-8 0,-4 1 0,-5 1 0,-12-5 0,2 5 0,-6-7 0,0-3 0,1-1 0,5-2 0,-2 0 0,4 0 0,-6-7 0,-2-3 0</inkml:trace>
  <inkml:trace contextRef="#ctx0" brushRef="#br0" timeOffset="62">30941 17864 8912,'10'9'0,"5"-1"0,-3-8 0,-5 0 0,8 0 0,-3 0 0,3 0 0,2-2 0,1-4 0,7 2 0,3-7 0,-1-1 0,2-7 0,1-4 0,3 4 0,1-4 0,-7 4 0,-4 2 0,-10 0 0,-3 0 0,-3 0 0,-1-1 0,-8 3 0,-3 4 0,-5 3 0,-7 8 0,-6 2 0,0 4 0,0 3 0,6 8 0,1 6 0,5 0 0,-2 6 0,7-4 0,2 0 0,2-1 0,2 7 0,2-12 0,4 4 0,3-4 0,9-2 0,-1 0 0,0-7 0,0-4 0,0-4 0,1-2 0,-9 0 0,1 0 0,-5 0 0,-3 0 0,6 0 0,-8 0 0,-2 0 0,-4 0 0,4-8 0,-5 6 0,7-13 0,0 3 0,7 5 0,3-9 0,13 9 0,0-7 0,-2 5 0,0-1 0,2 1 0,-4 5 0,12-11 0,-7 5 0,3 1 0,2-7 0,0 7 0,-1-8 0,3-1 0,1 1 0,1-8 0,-3-3 0,-1-5 0,2-1 0,-6-8 0,-4-4 0,-8-4 0,2-1 0,-13-1 0,4 2 0,-4 5 0,-2 10 0,0 12 0,0 12 0,-8 3 0,-3 10 0,-5 6 0,-1 9 0,0 10 0,0 20 0,5 9 0,3 16 0,1 3 0,2 7 0,6-11 0,2 3 0,4-3 0,4 5 0,13-11 0,1 2 0,3-6 0,2-11 0,5-10 0,-1-7 0,-5-11 0,-3-6 0,-7-16 0,-1 0 0,0 0 0,-7-16 0,-3-3 0,-14-23 0,-3-2 0</inkml:trace>
  <inkml:trace contextRef="#ctx0" brushRef="#br0" timeOffset="63">31681 17675 8912,'-11'5'0,"1"3"0,2 1 0,-5 3 0,11 5 0,2 0 0,19-7 0,20-6 0,18-8 0,21-9 0,16-9 0,-36 7 0,1-4 0,-1-3 0,0-2 0,8-4 0,0-1-1055,1-2 1,0-1 1054,5-1 0,-1-1 0,-1 0 0,0-1 0,3 1 0,-1-1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2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24230 5485 8912,'-19'0'0,"-4"0"0,4 0 0,-4 0 0,4 0 0,1 0 0,1 0 0,0 0 0,0 0 0,0 0 0,7-10 0,4-7 0,4-10 0,2-5 0,10-12 0,7-8 0,10-9 0,7-19 0,6-8 0,-17 42 0,0-2 0,2-4 0,0-3 0,1-5 0,0-2-97,-1-5 0,1-2 1,3-3-1,2-1 1,0-3-1,1-1 1,1 2-1,2 1 97,2 2 0,1 1 0,0 5 0,2 2 0,3 3 0,0 2 0,-1 5 0,-1 3 0,-3 9 0,-2 4 0,24-27 0,-26 45 0,-13 11 0,-8 11 0,-13 7 0,-3 9 0,-9 1 0,-1 4 0,-1-2 0,3 7 0,3-7 0,8 2 0,2-4 0,4-1 0,3-9 773,9-3-773,-9-4 0,6-18 0,-5-3 0</inkml:trace>
  <inkml:trace contextRef="#ctx0" brushRef="#br0" timeOffset="1">24557 3490 8912,'-25'0'0,"-2"0"0,0 0 0,4 0 0,12 0 0,3-7 0,18 3 0,9-10 0,15-3 0,16-6 0,11-3 0,16 3 0,9-6 0,0 8-313,6-2 0,-2 6 313,1 5 0,5 5 0,-46 12 0,-1 5 0,43 17 0,-12 15 0,-16 11 0,-15 16 0,-12 2 0,-13 3 0,-12 5 0,-14 6 0,-15 1 0,-16-1 0,-11-5-135,0-6 1,2-13 134,8-9 0,1-18 0,5-16 0,-7-7 0,12-17 0,4-7 0</inkml:trace>
  <inkml:trace contextRef="#ctx0" brushRef="#br0" timeOffset="2">26794 2252 8912,'-52'-25'0,"3"6"0,3 8 0,6 5 0,5 10 0,6 11 0,6 12 0,-1 13 0,1 8 0,4 9 0,5 12 0,7 7 0,7 10 0,0 0 0,1-7 0,5-5 0,6-3 0,3-10 0,2-4 0,0-3 0,6-12 0,0-8 0,0-9 0,0-8 0,0-5 0,8-5 0,-12-11 0,4-7 0,-4-2 0,-2-18 0,0-5 0,-1-6 0,-5-2 0,-1-4 0,-5 8 0,-3-8 0,4 2 0,-4 4 0,-2 2 0,0 6 0,0 5 0,2 2 0,4 4 0,1 16 0,5 7 0,5 17 0,0 23 0,0-2 0,6 8 0,4 0 0,2 6 0,3-8 0,3-4 0,-1-6 0,2-7 0,3-10 0,1-9 0,0-6 0,-6-4 0,1-4 0,-3-6 0,-3-10 0,2-11 0,-9-7 0,5-6 0,-8 6 0,-3 2 0,-3-4 0,4 0 0,-1 0 0,-5 0 0,2 9 0,-7 10 0,-2 6 0,-10 6 0,2 3 0,-7 8 0,-1 8 0,-5 3 0,0 12 0,0 2 0,0 7 0,-1 3 0,1-10 0,0 9 0,7-4 0,-3 5 0,5-1 0,-1 1 0,5-9 0,-2-3 0,4-4 0,2-1 0,0-1 0,0-8 0,8-3 0,3-12 0,7-11 0,5-11 0,-4-5 0,4-3 0,-4-2 0,-2-5 0,0 0 0,0 4 0,1 3 0,-1 9 0,0 2 0,-5 4 0,-1 10 0,1 3 0,5 8 0,0 0 0,0 14 0,-2 3 0,-1 2 0,-3 0 0,1-2 0,7 1 0,2-1 0,2 0 0,0-8 0,-4-1 0,2-8 0,2 0 0,0 0 0,-4-8 0,2-3 0,2-4 0,0-8 0,-8-2 0,-1-2 0,-3-3 0,-7-10 0,9 3 0,-7-3 0,-2 4 0,-2 9 0,-2-3 0,0 7 0,0 5 0,-2 9 0,-4 1 0,4 4 0,-4 10 0,5 4 0,1 13 0,0 1 0,0 3 0,5 2 0,1 5 0,0 1 0,1-1 0,-3-7 0,8-4 0,-7 0 0,7-6 0,-3 4 0,3-10 0,3-3 0,-3-2 0,3-6 0,2-6 0,0-4 0,1-7 0,-1-8 0,0-3 0,0-7 0,0-5 0,1 4 0,-1-4 0,-2 5 0,-3 7 0,3-5 0,-6 14 0,3 2 0,-1 13 0,3 8 0,-1 5 0,-1 9 0,3-1 0,-4 0 0,-3-7 0,7 5 0,-3-4 0,3-3 0,2-2 0,1-4 0,-1-2 0,0-10 0,0-7 0,0-2 0,1-10 0,-1 6 0,0-5 0,0-1 0,0 2 0,-5 2 0,-1 8 0,-7 0 0,12 2 0,-5 3 0,-1 5 0,1 7 0,-7 13 0,2 4 0,3 12 0,-1-1 0,5 11 0,-1 1 0,-3 0 0,5-4 0,-3 0 0,2-1 0,-3 1 0,1-13 0,-7 0 0,2-6 0,-4 0 0,-2 1 0,0-7 0,0 0 0,0-7 0,-8 4 0,-3-8 0,-4 0 0,-3 0 0,1 0 0,0 0 0,5-2 0,1-4 0,7-3 0,-2-8 0,4-8 0,2-4 0,0-3 0,8-9 0,6-1 0,7-1 0,5 4 0,11-8 0,3 5 0,8-1 0,7 1 0,8 4 0,4 2 0,2 7 0,0 1 0,-10 5 0,-7-4 0,-10 2 0,-14 2 0,-5 6 0,-11 0 0,-6 7 0,-12 5 0,-6 3 0,-3 2 0,-2 2 0,0 3 0,-1 7 0,1 3 0,0 8 0,0 0 0,-6 2 0,0-2 0,2-2 0,7 5 0,3-1 0,1-2 0,-1-6 0,3 1 0,8-1 0,0-6 0,2 1 0,4 1 0,4-5 0,9-1 0,2-7 0,2 0 0,7 0 0,-1 0 0,-2 0 0,1 0 0,-7 8 0,4-4 0,-8 7 0,1 1 0,-3 5 0,-4 0 0,-5 0 0,-4 0 0,-2 8 0,-2-4 0,-4 8 0,-5 2 0,-4-7 0,-4 9 0,-2-6 0,-2-1 0,0-1 0,5-15 0,1-5 0,0-3 0,7-9 0,3-3 0</inkml:trace>
  <inkml:trace contextRef="#ctx0" brushRef="#br0" timeOffset="3">29823 1891 8912,'9'-17'0,"-3"0"0,-4 7 0,-2 12 0,0 15 0,0 8 0,0 12 0,0 1 0,0 2 0,0 6 0,0-6 0,0-2 0,0-2 0,0-1 0,0-1 0,0-7 0,0-4 0,0-4 0,0-10 0,0-9 0,0-13 0,0-8 0,0-10 0,0-7 0,-6-6 0,0-7 0,-7-1 0,9-7 0,-5-2 0,1 0 0,2 1 0,6 9 0,0-1 0,8 8 0,3 6 0,5 8 0,8 12 0,5 13 0,4 3 0,1 2 0,6 7 0,0 5 0,2 9 0,-1 2 0,-5 0 0,4-6 0,-5-2 0,-7-3 0,-1 1 0,-4-7 0,-4 0 0,4-6 0,-4 0 0,-9 0 0,-10 0 0,-10 0 0,-7 0 0,0 0 0,-1 3 0,1 7 0,0 7 0,2 10 0,3-4 0,-1 7 0,5-3 0,1 2 0,-1-1 0,2-5 0,6 6 0,0-8 0,0 2 0,0-4 0,2-9 0,4-5 0,3-3 0,11-4 0,2-3 0,3-7 0,4-11 0,4-4 0,-5-7 0,5-2 0,1-4 0,1 3 0,-1-3 0,-5 4 0,-1 2 0,-7 7 0,2 4 0,-4 4 0,-1 9 0,-9 4 0,-1 12 0,-2 6 0,1 3 0,3 2 0,-6 8 0,11-4 0,-4 8 0,-1-8 0,1 2 0,-5-4 0,6-2 0,-7 0 0,5 0 0,-2 0 0,-3-7 0,-5-2 0,0-22 0,0-3 0,0-4 0,8-4 0,2-3 0,-1-5 0,6-1 0,-1-1 0,7 1 0,0 0 0,8-1 0,1 1 0,3 9 0,1 8 0,8 0 0,4 5 0,11 4 0,6 3 0,4 3 0,2 2 0,0 0 0,0 7 0,-2 5 0,-4 1 0,-6-1 0,-11 3 0,-4-5 0</inkml:trace>
  <inkml:trace contextRef="#ctx0" brushRef="#br0" timeOffset="4">28635 3954 8912,'-51'-15'0,"-1"4"0,0 5 0,1 4 0,1 6 0,4 5 0,6 9 0,4 16 0,1 2 0,3 6 0,3 6 0,6 2 0,12 1 0,5 1 0,4-1 0,2-1 0,2-6 0,4-10 0,5-9 0,4-6 0,5-3 0,1-5 0,1-5 0,3-6 0,-2-6 0,4-11 0,7-14 0,1-7 0,-1-8 0,1-5 0,-1-7 0,-1-3-171,-5-7 0,3-7 171,-8 1 0,0-9 0,-8 3 0,-2-4 0,-1-2 0,-8 2 0,2 4 0,-5 19 0,-1 15 0,0 21 0,0 8 0,0 13 0,0 4 0,0 8 0,0 18 0,0 9 0,0 9 0,0 11 0,2 4 0,2 2 0,2 4 0,5 8 0,-5 2 0,6-1 0,-7-5 0,9-8 0,-3-4 0,4-11 0,3-6 0,-1-11 0,0-6 85,0-12 1,1-3-1,-1-8 1,0-2-86,0-4 0,-5-9 0,-3-10 0,-1-2 0,3-1 0,-5-7 0,0-5 0,-6 0 0,0 0 0,0 11 0,-2 3 0,-2 1 0,-2 4 0,-7 9 0,5 12 0,-3 12 0,-3 11 0,9 5 0,-1 5 0,6 1 0,2 1 0,4-3 0,5-3 0,4-6 0,16-6 0,3-6 0,14-5 0,4-12 0,-1-5 0,7-12 0,-5 4 0,-9-19 0,-4 3 0,-3-1 0,-12 0 0,-8 1 0,-8 1 0,-9 1 0,0 5 0,-1 3 0,-3 8 0,-2-1 0,-7 9 0,9 1 0,-8 8 0,8 2 0,-1 4 0,3 11 0,2 4 0,0 8 0,0-2 0,0 3 0,0-3 0,0 0 0,0-1 0,2-3 0,3 6 0,-3-8 0,6-2 0,-8-7 0,0-9 0,0 5 0,0-21 0,0-5 0,0-10 0,0-1 0,2-3 0,4-3 0,-3 1 0,9-1 0,-6 7 0,5-1 0,1 10 0,5 2 0,-8 0 0,7 15 0,-5-2 0,4 8 0,3 7 0,-1 12 0,0 4 0,0 7 0,0 1 0,3-3 0,1-3 0,2-6 0,7-4 0,-5-4 0,8-3 0,1-7 0,-9-7 0,9-9 0,-3-8 0,3-16 0</inkml:trace>
  <inkml:trace contextRef="#ctx0" brushRef="#br0" timeOffset="5">30081 3404 8912,'-17'0'0,"-6"0"0,0 0 0,-6 4 0,6 8 0,-6 1 0,6 16 0,-7-1 0,3 12 0,-4 0 0,9-1 0,0-3 0,17-2 0,1-1 0,2-5 0,12-3 0,7-8 0,8-7 0,9 3 0,0-7 0,1 0 0,-1-6 0,1 0 0,-3 0 0,-3 0 0,3 0 0,-3 0 0,-2 8 0,0 1 0,-3 3 0,-2-1 0,-11 0 0,2 7 0,-7-1 0,-2 0 0,-2 0 0,-2 0 0,0 1 0,-8-1 0,-3 0 0,-10 6 0,-4 0 0,-2-2 0,0-2 0,-3-2 0,3-2 0,2-3 0,2-4 0,6-8 0,0-16 0,0-3 0</inkml:trace>
  <inkml:trace contextRef="#ctx0" brushRef="#br0" timeOffset="6">30391 3439 8912,'17'-10'0,"0"1"0,0 3 0,-7 4 0,-3-4 0,-7 12 0,0 9 0,0 8 0,0 8 0,0-3 0,0 5 0,0 3 0,0 2 0,0 2 0,0 6 0,0-6 0,0 0 0,0-5 0,0 7 0,-2-13 0,-1-1 0,-3-7 0,-8-5 0,3-5 0,-4-11 0,-2-10 0</inkml:trace>
  <inkml:trace contextRef="#ctx0" brushRef="#br0" timeOffset="7">30356 3164 8912,'-25'-35'0,"6"8"0,2 10 0,9 10 0,8 7 0,10 7 0,7 5 0,4 1 0,13-1 0,-3-5 0,9-7 0,-3 0 0,-3 0 0,0 0 0</inkml:trace>
  <inkml:trace contextRef="#ctx0" brushRef="#br0" timeOffset="8">30838 2802 8912,'-17'0'0,"0"2"0,-1 4 0,1 6 0,0 11 0,5 5 0,1 12 0,7 4 0,-4 15 0,8 6 0,0 6 0,0 4 0,0-3 0,8-9 0,-4-4 0,9-9 0,6-4 0,-1-6 0,5-11 0,-4-6 0,-2-12 0,2-3 0,4-8 0,-4-2 0,4-6 0,-4-9 0,-2-10 0,-5 1 0,-1-3 0,1 0 0,3-5 0,-3-1 0,1 3 0,-5 1 0,1 3 0,-5 7 0,2-2 0,3 11 0,-7-3 0,14 13 0,-15-4 0,7 12 0,0 6 0,-1 3 0,5 2 0,3-2 0,-3-3 0,3 1 0,2-7 0,6 0 0,0-6 0,2-2 0,-2-4 0,-4-4 0,4-7 0,-4 6 0,-2 1 0,0 3 0,-7 1 0,-2 8 0,-8 5 0,0 11 0,0 14 0,0 14 0,-2 9 0,-4 3 0,-2 7 0,-3-2 0,-3 4 0,9 1 0,-1 5 0,4-4 0,-2-8 0,-1-6 0,-1-5 0,6-4 0,-8-4 0,-3-8 0,-5-13 0,-1-4 0,-15-11 0,-5 2 0</inkml:trace>
  <inkml:trace contextRef="#ctx0" brushRef="#br0" timeOffset="9">30322 3559 8912,'-44'0'0,"4"0"0,11 0 0,15 0 0,20 0 0,15 0 0,27-4 0,15-7 0,27-16 0,-35 5 0,1-4 0,5-1 0,0-1 0,5-3 0,0-1 0,8-8 0,1-2-555,2-4 0,1 0 0,4 3 1,1 2 554,-2-1 0,-2 4 0,-7 8 0,-2 4 0,-9 4 0,-2 4 0,-7 6 0,-2 3 252,24 3 1,-16 10-253,-24 2 0,-15 7 0,4-11 0,-4 6 0</inkml:trace>
  <inkml:trace contextRef="#ctx0" brushRef="#br0" timeOffset="10">24316 10075 8912,'-27'-17'0,"4"0"0,4 2 0,4 5 0,1 14 0,3 17 0,-1 23 0,-7 26 0,-4 16 0,9-36 0,-2 2 0,-3 3 0,-1 2 0,2 6 0,-2 0 0,-2 3 0,-2 0 0,1 0 0,-1 0 0,-1-2 0,0-2 0,3-3 0,0-1 0,2-10 0,2-3 0,-13 34 0,8-20 0,6-19 0,5-23 0,5-11 0,12-33 0,1-9 0,-2-14 0,-2-11 0,-2-13 0,0-5 0,0-7 0,0-11 0,0 47 0,0 0 0,0 0 0,0-1 0,0-2 0,0-1-146,0 3 0,0-1 1,1-3-1,0 1 146,1 5 0,2 1 0,5-34 0,8 19 0,6 26 0,2 28 0,2 11 0,2 24 0,5 20 0,2 21 0,3 17 0,-19-38 0,0 0 0,-1 1 0,0 1 0,-1 1 0,0 0 0,23 39 0,-1-10 0,-2-11 0,0-16 0,2-10 0,-3-20 0,-3-8 0,-11-21 0,-4-9 0,-2-15 0,1-16 0,-3-8 0,-4-7 0,-3-3 0,-8-3-135,-8 0 1,-1-7 134,-8-5 0,-3 5 0,-1 1 0,-2 5 0,0 11 0,6 9 0,2 14 567,4 11-567,3 13 0,8 14 0,0 15 0,2 10 0,5 13 0,11 6 0,14 4 0,14 1 0,6-1 0,5-4 0,-3 11 0,5-3 0</inkml:trace>
  <inkml:trace contextRef="#ctx0" brushRef="#br0" timeOffset="11">25107 10402 8912,'-15'-17'0,"4"-1"0,-5 1 0,5 2 0,-4 4 0,-10 3 0,4 12 0,-8 9 0,-2 16 0,-3 18 0,-6 17 0,4 10 0,-5 6 0,15-1 0,8-1 0,13-4 0,9-7 0,13-9 0,11-18 0,13-10 0,4-18 0,5-14 0,2-15 0,-8-16 0,-2-18 0,-8-12 0,1-4 0,-9-4 0,-5-2 0,-7-1 0,-8 1 0,-6 3 0,-6 1 0,-11 8 0,-12 3 0,-11 13 0,3 16 0,-3 12 0,4 13 0,2 4 0,1 8 0,4 9 0,12 6 0,11 0 0,12 5 0,8-7 0,7-5 0,9-11 0,8-9 0,-1-13 0,5-10 0</inkml:trace>
  <inkml:trace contextRef="#ctx0" brushRef="#br0" timeOffset="12">25589 9473 8912,'0'-17'0,"0"8"0,-5 26 0,-1 23 0,-8 23 0,7 23-192,1-38 0,0 1 0,2 3 0,1 0 1,2 2-1,2 0 192,-2 4 0,2-1 0,1-1 0,3-1 0,3 1 0,3-1 0,4-4 0,3-1 0,1-1 0,0-1 0,1 0 0,0-2 0,15 40 0</inkml:trace>
  <inkml:trace contextRef="#ctx0" brushRef="#br0" timeOffset="13">25727 11072 8912,'-17'0'0,"0"0"0,7-7 0,4-5 0,4 3 0,2-3 0,10 7 0,7-7 0,0 1 0,23-22 0,-3-3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02:37:32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9706 9405 8912,'-6'-18'0,"0"1"0,-5 6 0,3 1 0,-1 3 0,-3-1 0,-5 4 0,0-2 0,-2 3 0,-4 1 0,-4 2 0,-10 0 0,-5 2 0,-11 1 0,-14 3 0,-6 6 0,-13-7 0,2 9 0,36-9 0,-1 1 0,-1 1 0,0 1 0,0 1 0,1 0 0,0 0 0,0-1-129,-37 1 1,4 7 128,7-5 0,8-1 0,10 1 0,11-7 0,8 4 0,7-1 0,14-5 0,2 6 0,13-8 0,2 0 0,4 0 0,9 0 0,6 0 64,-9 0 0,20-8 1,-10-1-1</inkml:trace>
  <inkml:trace contextRef="#ctx0" brushRef="#br0" timeOffset="1">8484 9044 8912,'-6'-33'0,"-2"4"0,-1 7 0,3 4 0,-5 7 0,7 3 0,-11 8 0,1 2 0,-7 4 0,-6 11 0,-7 12 0,-2 5 0,-4 6 0,3 4 0,-13 10 0,6 1 0,1 4 0,2 2 0,5 4 0,2 2 0,-1 2 0,3 0-466,3 0 466,12-8 0,9-4 0,8-11 0,0-6 0,15-4 0,5-11 0,14-8 0,14-1 0,5-11 0,7-1 0,8-2 0,9-4 0,3-4 0,8-5 0,-2 3 0,-32-3 0,1-1 0,-3 8 0,-1 1 0,8-8 0,1-1 0,0-1 0,0-1 0,3-1 0,-1-1 0</inkml:trace>
  <inkml:trace contextRef="#ctx0" brushRef="#br0" timeOffset="2">2031 8786 8912,'-6'-12'0,"0"1"0,2-3 0,1-1 0,-3-2 0,4 0 0,-4 0 0,4 5 0,2 1 0,0 7 0,8-4 0,0 10 0,3 4 0,2 11 0,-5 12 0,0 7 0,-1 10 0,5 2 0,-6 15 0,-3 2 0,1-4 0,2 2 0,-4-6 0,4 4 0,-5-2 0,5-9 0,0-10 0,2-11 0,-3-6 0,5 3 0,1-14 0,1-1 0,1-7 0,3-6 0,1-3 0,2-5 0,4-7 0,4 0 0,-1-1 0,7-6 0,-14 5 0,6-4 0,-2 5 0,-2 5 0,-6 2 0,2 7 0,-9-12 0,3 5 0,-3-4 0,-8-2 0,0-1 0</inkml:trace>
  <inkml:trace contextRef="#ctx0" brushRef="#br0" timeOffset="3">2168 9198 8912,'-9'0'0,"-7"0"0,7 0 0,1-2 0,8-3 0,8-5 0,11-9 0,4-2 0,6-2 0,9-7 0,2 1 0,0 2 0,-5-2 0,-1 8 0,0-1 0,-3 2 0,-8 3 0,-8 0 0,-15 0 0,0 0 0</inkml:trace>
  <inkml:trace contextRef="#ctx0" brushRef="#br0" timeOffset="4">2065 8889 8912,'-17'-10'0,"7"-5"0,3 11 0,7-7 0,0-3 0,7-1 0,10-4 0,12-2 0,4-4 0,1-2 0,2 6 0,5-2 0,-3 4 0,8 2 0,-8 8 0,2 3 0,-4-4 0,-1 1 0</inkml:trace>
  <inkml:trace contextRef="#ctx0" brushRef="#br0" timeOffset="5">2650 9044 8912,'-9'0'0,"1"0"0,8 2 0,0 3 0,0 5 0,6 7 0,1 0 0,3 2 0,1 4 0,-1 6 0,3 3 0,-7 3 0,0-3 0,-6-3 0,5 7 0,1-7 0,0 5 0,-6-11 0,0 8 0,0-12 0,0 4 0,-8-12 0,6-13 0,-3-13 0,3-6 0,2-12 0,0 1 0,0-8 0,0-4 0,0-2 0,0 0 0,2 2 0,1 0 0,5 2 0,2 0 0,-1 2 0,3 6 0,3 7 0,-3 4 0,-3 6 0,3 5 0,-1 5 0,0 7 0,1 0 0,-2 13 0,1 4 0,2 12 0,-5 2 0,0 5 0,1 4 0,1-2 0,-4-3 0,5-7 0,-7 3 0,2-8 0,3 7 0,-7-16 0,4 3 0,-4-2 0,5-7 0,-5-1 0,6-8 0,-8-7 0,0-9 0,6-2 0,-1-10 0,3 0 0,-4-7 0,2-4 0,-1 4 0,1-1 0,2 11 0,1 1 0,-5 2 0,6 8 0,-5 3 0,-1 4 0,8 8 0,-7 2 0,7 4 0,-1 7 0,-1 8 0,5-1 0,-5 4 0,7-6 0,0-1 0,0-2 0,1-2 0,-1-3 0,0-2 0,0-3 0,0-5 0,1 0 0,-7-2 0,1-3 0,1-7 0,-3-3 0,1-2 0,-5-6 0,3-2 0,-1-2 0,-4-3 0,-2-3 0,-2-1 0,0-1 0,0 3 0,0 3 0,0 6 0,0 10 0,0 2 0,0 9 0,0 4 0,0 13 0,0 10 0,7 17 0,3 4 0,-1 3 0,7 9 0,-5-1 0,5 6 0,1-6 0,2-1 0,4-3 0,-4-1 0,6-6 0,-8-3 0,0-1 0,0-9 0,-5-2 0,-3-9 0,-1-1 0,-2-9 0,-6 3 0,0-21 0,0 5 0</inkml:trace>
  <inkml:trace contextRef="#ctx0" brushRef="#br0" timeOffset="6">3407 8769 8912,'-17'0'0,"8"-8"0,1 6 0,10-6 0,5 8 0,11 0 0,-1 0 0,13 0 0,-5 2 0,2 4 0,2-4 0,-2 7 0,-3-3 0,1 6 0,-6-3 0,2 3 0,-5 1 0,-5 2 0,-7 10 0,4-4 0,-8 8 0,0 1 0,-8 3 0,-2 1 0,-9-1 0,-4-5 0,4 3 0,-4-8 0,4-2 0,2-2 0,7-10 0,-5-1 0,6-8 0,-9 0 0</inkml:trace>
  <inkml:trace contextRef="#ctx0" brushRef="#br0" timeOffset="7">3820 8751 8912,'18'0'0,"-9"2"0,-3 4 0,-4-4 0,-2 13 0,0-1 0,0 7 0,0 0 0,0 7 0,5 1 0,1 3 0,0-1 0,2-2 0,-6-8 0,7 9 0,-5-7 0,2-2 0,-1-2 0,-5-2 0</inkml:trace>
  <inkml:trace contextRef="#ctx0" brushRef="#br0" timeOffset="8">3820 8528 8912,'0'-17'0,"-2"5"0,-3 1 0,-5-1 0,1 3 0,1 1 0,8 8 0,0 0 0,8 8 0,1 1 0</inkml:trace>
  <inkml:trace contextRef="#ctx0" brushRef="#br0" timeOffset="9">4044 8665 8912,'-10'0'0,"3"0"0,7 0 0,0-2 0,0-3 0,9 3 0,7-4 0,7 4 0,3 2 0,5 0 0,-6 8 0,5 3 0,-5 12 0,2 6 0,-8 11 0,0 6 0,-7 3 0,-5 3 0,-1 0 0,-8-3 0,-2-3 0,-1-6 0,-9-11 0,7-14 0,-5-15 0,5-21 0,7-13 0,0-12 0,7-4 0,5-7 0,3 0 0,2 5 0,-2 1 0,-1-1 0,-3 0 0,1 8 0,5 4 0,0 12 0,-1-3 0,-5 8 0,12-7 0,-4 3 0</inkml:trace>
  <inkml:trace contextRef="#ctx0" brushRef="#br0" timeOffset="10">4698 8476 8912,'0'12'0,"0"-1"0,0-7 0,-8 11 0,6-13 0,-5 13 0,7-3 0,0 3 0,0 2 0,0 1 0,2-1 0,1 0 0,3 0 0,0 8 0,0-4 0,-1 6 0,-1-2 0,-2-1 0,-2-3 0,0 2 0,0-2 0,0-9 0,0 3 0,0-5 0</inkml:trace>
  <inkml:trace contextRef="#ctx0" brushRef="#br0" timeOffset="11">4715 8098 8912,'-2'15'0,"-2"-1"0,-3-5 0,-3-1 0,6 5 0,-11-3 0,4 7 0,1 0 0,1 0 0,1 1 0,2-1 0,8-8 0,4-3 0,3 2 0,9-3 0,-1 1 0,0-6 0,-2-2 0,-1-4 0,-3-3 0,1-3 0,-3 1 0,-1 0 0,-8-7 0,0 1 0,0 6 0,0-1 0,-8 3 0,-3-3 0,-5 6 0,-1 5 0,0 1 0,0 0 0,0 0 0,-1 7 0,3 3 0,4 7 0,-12 8 0,4 2 0</inkml:trace>
  <inkml:trace contextRef="#ctx0" brushRef="#br0" timeOffset="12">5438 8218 8912,'-2'10'0,"-4"-4"0,-5-4 0,-4-2 0,-5 0 0,-1 0 0,-2 0 0,-7 0 0,3 9 0,-7 6 0,-1 8 0,1 4 0,7 2 0,4 5 0,4 0 0,9 8 0,-3-5 0,7 3 0,8-4 0,10-1 0,3-9 0,4-5 0,4-7 0,4-7 0,9-7 0,2-2 0,3-3 0,6-12 0,-3-3 0,8-20 0,0 4 0</inkml:trace>
  <inkml:trace contextRef="#ctx0" brushRef="#br0" timeOffset="13">5885 8201 8912,'-11'0'0,"-1"0"0,1 0 0,-6 0 0,0 0 0,-1 0 0,1 0 0,2 2 0,1 2 0,3 4 0,-1 1 0,3 4 0,-6-5 0,13 7 0,-4-3 0,4 3 0,2-3 0,0-1 0,0-7 0,8 3 0,3-8 0,4-5 0,3-4 0,-3-7 0,-4 0 0,5 0 0,-5 0 0,-3-1 0,0 7 0,-7 1 0,5 3 0,-2 1 0,7 6 0,-7 0 0,12 0 0,-13 6 0,9-1 0,-6 9 0,5-3 0,1 5 0,-3 1 0,6-2 0,-5-2 0,0-1 0,5-8 0,-6 3 0,9-7 0,-1 0 0,0 0 0,2-7 0,2-7 0,2-7 0,2-5 0,-4-11 0,2-1 0,-2-2 0,6-16 0,-14 11 0,2-13 0,-5 5 0,-4-4 0,-6-1 0,0-14 0,-14 16 0,-3-7 0,-6 21 0,2 12 0,-2 7 0,2 7 0,2 14 0,2 8 0,0 15 0,7 25 0,-5 4 0,3 19 0,5-5 0,1 11 0,4 1 0,2-1 0,0-3 0,8 5 0,3-3 0,4-3 0,3-6 0,-1-6 0,0-7 0,0-1 0,4-14 0,-3-9 0,10-7 0,-9-3 0</inkml:trace>
  <inkml:trace contextRef="#ctx0" brushRef="#br0" timeOffset="14">2392 10574 8912,'10'-17'0,"-5"-1"0,-3 1 0,-2 0 0,0 0 0,0 0 0,0-1 0,0 7 0,0 0 0,0 7 0,0 6 0,2 15 0,4 11 0,5 11 0,5 7 0,1 11 0,0 4 0,0 8 0,2-1 0,4 1 0,-2-6 0,8 0 0,-6-7 0,6 1 0,-3-19 0,5-9 0,-2-8 0,7-12 0,0-10 0,5-17 0,1-8 0,-2-14 0,0-3 0,-6-4 0,1 1 0,-1 8 0,1-2 0,-3 3 0,-3 3 0,3-8 0,-5-2 0</inkml:trace>
  <inkml:trace contextRef="#ctx0" brushRef="#br0" timeOffset="15">3235 10505 8912,'-17'8'0,"2"1"0,3 8 0,5 6 0,7 0 0,0 8 0,0-4 0,0 1 0,0 1 0,7-2 0,5 1 0,3-3 0,2-8 0,2-7 0,4-4 0,-4-5 0,4-1 0,-4 0 0,-9-7 0,-4-5 0,3-3 0,-9-2 0,2 0 0,-6 0 0,-11-3 0,0-1 0,-6 0 0,0 6 0,-4 0 0,2 9 0,-6 0 0,6 6 0,0 0 0,6 0 0,0 0 0,7 0 0,-5 8 0,6 2 0</inkml:trace>
  <inkml:trace contextRef="#ctx0" brushRef="#br0" timeOffset="16">3769 10299 8912,'-12'0'0,"1"0"0,-1-6 0,-5 0 0,0-5 0,0 5 0,-1 0 0,1 6 0,0 10 0,0 7 0,-2 12 0,-4 9 0,2 6 0,-8 7 0,14 7 0,-2-1 0,11 0 0,0-5 0,6-2 0,6-6 0,5-8 0,5-6 0,7-14 0,-1 1 0,7-9 0,-6 1 0,-2-1 0,-2-3 0,-2-5 0,1 0 0,5-1 0,0-5 0,-1 4 0,-4-4 0,-1-1 0,0 1 0,-2 0 0,-3-2 0,-3 7 0,-3-5 0,-4 4 0,4 2 0,-12 0 0,-3 8 0,-9 3 0,1 4 0,0 2 0,0 1 0,-1-1 0,1-8 0,0-1 0,0-8 0</inkml:trace>
  <inkml:trace contextRef="#ctx0" brushRef="#br0" timeOffset="17">4199 10196 8912,'-17'-2'0,"-1"-4"0,1-2 0,0-3 0,0 3 0,0 8 0,-6 0 0,-2 0 0,0 2 0,0 4 0,2 3 0,6 9 0,2 6 0,3 3 0,6 0 0,5 5 0,1-5 0,0 7 0,7-5 0,5 0 0,3-2 0,4 3 0,2-3 0,2-2 0,2-2 0,-2-6 0,-4 0 0,4 0 0,2-5 0,-2-1 0,0-5 0,-6 5 0,0-5 0,0 5 0,-1-5 0,-5 6 0,4-7 0,-3 7 0,-4-6 0,-3 5 0,-3 2 0,-9-3 0,-5 1 0,1 1 0,-7 5 0,5-2 0,-10-3 0,4 3 0,2-3 0,-1 1 0,1-2 0,0-1 0,0-4 0,0-4 0,-1 3 0,1-10 0,0-5 0</inkml:trace>
  <inkml:trace contextRef="#ctx0" brushRef="#br0" timeOffset="18">3046 10763 8912,'11'0'0,"1"0"0,-8 0 0,3-2 0,-7-4 0,0 6 0,0 0 0,0 10 0,0 13 0,0 5 0,0 5 0,2 1 0,4 3 0,5 3 0,5-4 0,1 4 0,0-4 0,0-1 0,1-8 0,-1-8 0,0-8 0,2-7 0,4 2 0,-4-14 0,4-11 0,-2-12 0,2-7 0,-6-10 0,1 3 0,-3-3 0,-9 2 0,-3-2 0,-8 8 0,-7 0 0,-11 6 0,-4 1 0,-7 4 0,0 6 0,-1 12 0,1 5 0,-1 4 0,1 6 0,0 8 0,5 9 0,0 19 0,8 6 0,-2 11 0,10 4 0,1 8-121,9 7 0,-13 3 0,7 7 0</inkml:trace>
  <inkml:trace contextRef="#ctx0" brushRef="#br0" timeOffset="19">4767 10453 8912,'-17'0'0,"-1"0"0,7 0 0,-1 0 0,9 0 0,5 0 0,15-1 0,11-5 0,11-6 0,-1-3 0,8-2 0,0 0 0,-2-1 0,-2 1 0,-8 2 0,1 4 0,-1-3 0,-2 8 0,-3 3 0,-6 3 0,-11 5 0,-5 1 0,-7 11 0,0-3 0,-7 18 0,-3-5 0</inkml:trace>
  <inkml:trace contextRef="#ctx0" brushRef="#br0" timeOffset="20">4956 10763 8912,'-19'27'0,"-4"-3"0,12-6 0,3-9 0,0-1 0,10-10 0,4-4 0,11-3 0,12-9 0,3-4 0,3-1 0,-1-2 0,1 2 0,-7 4 0,-1-2 0,-2 7 0,5-1 0,-9 7 0,8-3 0,-8 3 0,2 8 0,4-7 0,0-3 0</inkml:trace>
  <inkml:trace contextRef="#ctx0" brushRef="#br0" timeOffset="21">5214 11313 8912,'-7'-23'0,"-5"0"0,-3 2 0,-2 2 0,-1 2 0,-1 0 0,-4 0 0,4 1 0,-4 5 0,2 5 0,-2 4 0,4 4 0,-4 6 0,6 9 0,6 10 0,-3 5 0,8 3 0,1 1 0,-3 4 0,6-4 0,-4 2 0,4-7 0,8 1 0,2-5 0,1 0 0,3-4 0,5-12 0,0 3 0,1-9 0,-1-1 0,8-2 0,-6-11 0,6-7 0,-1-5 0,-4-9 0,2 1 0,-2-3 0,-3-3 0,0 1 0,-2-1 0,-1 1 0,-3 0 0,-7-8 0,4 11 0,-8-1 0,0 5 0,0 4 0,0 6 0,0 0 0,0 9 0,0 8 0,7 15 0,-3 6 0,8 8 0,-1 5 0,6 6 0,0 1 0,1-9 0,-1-1 0,0-3 0,0-7 0,1 2 0,-1-6 0,0-5 0,0-5 0,0-7 0,1 0 0,-1 0 0,-6-1 0,-1-5 0,-1-6 0,1-3 0,-6-8 0,1-2 0,-3-1 0,-2 5 0,6-4 0,0 8 0,0-1 0,-6 1 0,0 6 0,0-1 0,0 8 0,2-1 0,3 10 0,-1 3 0,6 5 0,-3-1 0,7-1 0,-3 5 0,4-5 0,3-5 0,-1 3 0,0-7 0,2 4 0,4-4 0,-4-2 0,6-8 0,-8-3 0,-1-4 0,-5-3 0,2 1 0,-5-2 0,0-2 0,-1-2 0,-1 0 0,-6 4 0,0-4 0,0 12 0,0-12 0,0 11 0,2 5 0,4 1 0,-4 4 0,13 2 0,-5 0 0,7 0 0,0 0 0,0 0 0,0 0 0,1 0 0,-1 0 0,0-2 0,0-4 0,-5 3 0,-1-9 0,3-1 0,-7-3 0,7 5 0,-9-1 0,1 1 0,-6-6 0,-8 7 0,-1 3 0,-8 7 0,-1 7 0,7 9 0,1 6 0,3 0 0,1 2 0,6 1 0,0 0 0,0 0 0,0-2 0,0-6 0,0 0 0,8-2 0,3-3 0,4 1 0,3-7 0,-1 0 0,0-6 0,6-2 0,0-4 0,6-9 0,-6-8 0,5-2 0,-5 2 0,0 4 0,-6-6 0,-1 2 0,-3 0 0,-1 2 0,-9 2 0,7 4 0,-4 3 0,-4-3 0,5 13 0,-7-5 0,0 14 0,2 5 0,4 3 0,3-4 0,9 1 0,-1 1 0,0-5 0,8 2 0,4-7 0,3 3 0,-3 0 0,-1-8 0,1-2 0,-2-2 0,5-7 0,-12 5 0,2-3 0,-2-4 0,-3 3 0,-6-3 0,-1-2 0,-3-1 0,-1 1 0,-6 6 0,0-1 0,-7 3 0,-5-5 0,-3 3 0,5 7 0,-5-4 0,7 16 0,-3 4 0,-3-3 0,9 3 0,1 1 0,2 2 0,2 2 0,0 1 0,0-1 0,0-6 0,0 1 0,0-8 0,2 3 0,4-7 0,3 0 0,3 0 0,-1 0 0,3 0 0,-5-6 0,3-1 0,1-3 0,2 6 0,-3-3 0,-1 7 0,1 0 0,3 7 0,-4 5 0,5 11 0,-5 6 0,-1 3 0,-1 2 0,1 1 0,-1-1 0,-3 1 0,4-1 0,-3 0 0,-1 1 0,-6-3 0,-2-1 0,-4-3 0,-3-7 0,-8 2 0,-1-5 0,1-7 0,0-3 0,0-8 0,-2 0 0,-4 0 0,11 0 0,-9-8 0,16-3 0,-1-5 0,6-1 0,0 0 0,0 0 0,0-1 0,0 1 0,13-6 0,4 0 0,10-5 0,-4 5 0,8-6 0,-3 6 0,11-7 0,3 1 0,0-3 0,2-3 0,0 1 0,-6-1 0,2 1 0,-11 0 0,-1 1 0,-10 5 0,1-3 0,-13 8 0,-1 6 0,-5 5 0,-7 3 0,-5-3 0,-3 7 0,-2 5 0,-1 5 0,-1 7 0,-4 3 0,4 10 0,-6 2 0,8 7 0,6 8 0,-1 4 0,8 2 0,-1-2 0,3 1 0,2-7 0,4 1 0,5-7 0,8 0 0,12-7 0,2-4 0,5-6 0,4-5 0,0-5 0,2-14 0,2-3 0</inkml:trace>
  <inkml:trace contextRef="#ctx0" brushRef="#br0" timeOffset="22">7899 10763 8912,'0'-17'0,"0"0"0,0-1 0,0-1 0,0-2 0,0-2 0,0 0 0,0 6 0,0 10 0,0 7 0,0 11 0,0 10 0,0 13 0,0 12 0,0 4 0,0 3 0,0 5 0,2-3 0,3 8 0,-1-7 0,6-1 0,-3-7 0,5-1 0,-6-6 0,7-3 0,-1-11 0,3-10 0,2-8 0,0-9 0,0 0 0,1-7 0,-1-18 0,0-11 0</inkml:trace>
  <inkml:trace contextRef="#ctx0" brushRef="#br0" timeOffset="23">8174 10935 8912,'0'17'0,"0"0"0,0 2 0,0 4 0,0-2 0,0 8 0,-2-6 0,-2 6 0,-1 1 0,1 1 0,2-3 0,2 5 0,0-14 0,2 4 0,4-4 0,3-10 0,8-1 0,1-8 0,4-8 0,3-3 0,2-4 0,-6-10 0,2-4 0,-4-3 0,-3-3 0,-5 1 0,-5 0 0,-4-1 0,-2 3 0,0 3 0,-8 6 0,-3 12 0,-5-3 0,-1 9 0,0-1 0,0 6 0,-4 2 0,1 3 0,5 7 0,4 3 0,-1 2 0,6 1 0,5-1 0,1 0 0</inkml:trace>
  <inkml:trace contextRef="#ctx0" brushRef="#br0" timeOffset="24">8759 10849 8912,'-17'0'0,"0"0"0,0 0 0,-1 0 0,1 0 0,0 0 0,0 0 0,-6 8 0,0 3 0,4 4 0,3 2 0,5 1 0,7 6 0,-3 1 0,7 4 0,1 3 0,5-3 0,9-4 0,8-2 0,-2-4 0,4-4 0,0-1 0,0-3 0,0 2 0,-2-5 0,-6 2 0,0-5 0,0-3 0,1 4 0,-1 2 0,0-3 0,0-1 0,-5 6 0,-3 1 0,-1 5 0,-2 1 0,-12 0 0,-4 0 0,-5 0 0,2 0 0,-14 1 0,4-1 0,4 0 0,-4 0 0,4-7 0,2-4 0,7-5 0,2-8 0,8-3 0</inkml:trace>
  <inkml:trace contextRef="#ctx0" brushRef="#br0" timeOffset="25">9138 10900 8912,'0'10'0,"-8"-2"0,-3-8 0,-5 0 0,-1 5 0,-2 3 0,-2 2 0,-2 3 0,2 2 0,10 2 0,-3 1 0,8 1 0,3 4 0,1-4 0,4 7 0,5-4 0,10 0 0,1 1 0,14-5 0,-3-1 0,3 0 0,-5 0 0,6 0 0,-7 1 0,1-1 0,-2 0 0,-10 0 0,-1 0 0,-3 0 0,-7 1 0,2-1 0,-12 8 0,-11-6 0,-12 6 0,-3-1 0,-3-4 0,1 2 0,-8-2 0,-2-11 0,-8 6 0,1-5 0</inkml:trace>
  <inkml:trace contextRef="#ctx0" brushRef="#br0" timeOffset="26">5507 12327 8912,'-8'10'0,"4"0"0,-7-5 0,-1 7 0,1 3 0,-1 4 0,-1 4 0,5 10 0,3 9 0,3 2 0,2 3 0,0 3 0,9 0 0,7-5 0,7-4 0,3-5 0,3-11 0,7-8 0,3-9 0,1-7 0,-2-10 0,-7-8 0,-5-12 0,-1-9 0,-2 2 0,-8-20 0,-3 5 0,-4-5 0,-10 7 0,-6 1 0,-7 4 0,-6 2 0,-18 2 0,11 13 0,-12 4 0,3 12 0,3 5 0,-1 4 0,3 2 0,3 0 0,12 15 0,9-3 0,8 11 0,2-4 0,6-2 0,9 0 0,8-7 0,9 5 0,1-6 0</inkml:trace>
  <inkml:trace contextRef="#ctx0" brushRef="#br0" timeOffset="27">5971 12310 8912,'16'12'0,"-5"-1"0,4 1 0,-13-1 0,4 1 0,-4-1 0,0 6 0,4 0 0,-2 1 0,7-1 0,0 8 0,1-6 0,-1 4 0,3-4 0,1-4 0,2-3 0,0 3 0,1-13 0,-7 5 0,1-9 0,1-3 0,-5-5 0,-1-9 0,-7-4 0,0 2 0,0-8 0,6 3 0,2-3 0,1 6 0,-5-4 0,11 8 0,-3-4 0,3 4 0,-3 8 0,-1-1 0,1 9 0,5-3 0,0 4 0,0 2 0,0 2 0,1 4 0,-7-3 0,1 9 0,1 1 0,-3 1 0,1-3 0,-7 4 0,9-5 0,-5 7 0,1-2 0,5-3 0,-5 1 0,3-7 0,-6 5 0,5-5 0,1 0 0,5-6 0,0-2 0,0-4 0,0 0 0,1-9 0,-3-4 0,-4 0 0,3 0 0,-9 2 0,-1-1 0,-2 1 0,-2 0 0,-7 0 0,-3 7 0,-7 5 0,0 5 0,-1 5 0,3 5 0,2 9 0,1 4 0,8-2 0,-1 8 0,3-6 0,2 5 0,0 3 0,0-6 0,5-1 0,1-6 0,8-3 0,-3-2 0,6-3 0,4-3 0,2-3 0,0-2 0,-6-11 0,1-9 0,-1 1 0,0-8 0,0 1 0,-5 3 0,-1-8 0,-5 8 0,5-2 0,-7 4 0,11 2 0,-13 7 0,8 2 0,-4 8 0,-2 2 0,7 4 0,0 6 0,-1 3 0,5 2 0,-3 0 0,9 0 0,2 1 0,0-9 0,2-1 0,1-1 0,9 3 0</inkml:trace>
  <inkml:trace contextRef="#ctx0" brushRef="#br0" timeOffset="28">7572 12121 8912,'0'17'0,"0"-5"0,0-1 0,0-5 0,0 5 0,0 1 0,0 7 0,0 4 0,0-2 0,0 8 0,2-1 0,3 7 0,-1-1 0,8 2 0,1 4 0,2-3 0,3 3 0,-1 4 0,-6-6 0,-1 4 0,-2-6 0,-3 1 0,-5-14 0,-7-8 0,-11 0 0,-8-5 0</inkml:trace>
  <inkml:trace contextRef="#ctx0" brushRef="#br0" timeOffset="29">7486 12637 8912,'2'-17'0,"3"0"0,-3-6 0,4 0 0,-4 0 0,4 6 0,1-1 0,3 1 0,1 0 0,9 6 0,1-1 0,1-1 0,9-3 0,-4 1 0,7 4 0,1-5 0,-1 5 0,-1-4 0,-5-3 0,3 3 0,-8 4 0,-6-5 0,-5 5 0,-9 3 0,5 1 0,-8 9 0,0 3 0,0 13 0,0 3 0,0 7 0,0 1 0,0 5 0,0 1 0,0-1 0,0 0 0,0-7 0,0 6 0,0-7 0,0 1 0,0-2 0,0-8 0,0 0 0,0 1 0,0-9 0,0-3 0,0-12 0,0-9 0,0-8 0,6-2 0,-1 2 0,9 4 0,-3-4 0,5 6 0,1 4 0,0 1 0,0 8 0,0-3 0,1 7 0,-1 5 0,0 1 0,6 6 0,0-7 0,-2-1 0,4 4 0,-2-3 0,2 1 0,-2-6 0,-4-7 0,6-3 0,-8-7 0,0 0 0,0-1 0,-7 1 0,-4 0 0,1-6 0,-1 0 0,-2 0 0,-10 6 0,-5 2 0,-5 1 0,-1 3 0,0 7 0,0-2 0,-1 6 0,1 6 0,0 4 0,5 9 0,1 4 0,7-2 0,-2 7 0,5 3 0,1 1 0,0 1 0,0-4 0,1 1 0,5-7 0,6-2 0,3-2 0,10-4 0,3-3 0,5 3 0,1-5 0</inkml:trace>
  <inkml:trace contextRef="#ctx0" brushRef="#br0" timeOffset="30">8983 12327 8912,'-27'25'0,"-3"-4"0,7 8 0,-6 0 0,8 5 0,4 0 0,3 1 0,10-1 0,-1 1 0,5-7 0,5 1 0,-1-10 0,8-2 0,-1-7 0,6-10 0,1 0 0,-1 0 0,0-10 0,0-7 0,2-2 0,4-10 0,-4-1 0,4-10 0,-5-2 0,-7-4 0,4 2 0,-5 6 0,0-5 0,-5 0 0,-1-3 0,2-6 0,-4 2 0,3 5 0,-3-5 0,-2 4 0,-5 6 0,-1 6 0,-7 7 0,11 19 0,-4 8 0,4 21 0,2 14 0,0 18 0,0-5 0,0 15 0,6-2 0,1 2 0,3-6 0,1 3 0,9-3 0,1-4 0,1-5 0,9-6 0,2-11 0,7-8 0,8-2 0,-3-16 0,-3-3 0,-1-13 0,-5-8 0,-2-16 0,-5-1 0,-2-2 0,-2-2 0,-10 0 0,-5 5 0,-7 3 0,3 3 0,0-3 0,-6 3 0,0 2 0,0-1 0,-2 12 0,-4-1 0,-3 11 0,-3-1 0,1 7 0,-1 2 0,-5 3 0,0 7 0,0 9 0,-1 2 0,3 5 0,4-5 0,-3 8 0,7-2 0,-3 3 0,4-3 0,-3-3 0,1-1 0,2-2 0,6-6 0,0 1 0,2-3 0,4-4 0,-2-3 0,7-8 0,3 0 0,1-8 0,2-3 0,0-4 0,-1-3 0,-3 1 0,-1 0 0,-1 0 0,-1 0 0,-5-1 0,3 7 0,-2 0 0,7 7 0,-9-4 0,7 8 0,-5 6 0,6 0 0,-7 7 0,7-2 0,-6 5 0,5-1 0,0-2 0,-1-1 0,5-7 0,-3 7 0,-3-8 0,3 2 0,-1-5 0,7-8 0,6-3 0,3-7 0</inkml:trace>
  <inkml:trace contextRef="#ctx0" brushRef="#br0" timeOffset="31">9912 11949 8912,'0'-25'0,"-6"6"0,1-4 0,1 4 0,2 2 0,2 0 0,-8 7 0,6 7 0,-3 14 0,3 12 0,2 9 0,2 8 0,3 6 0,-3 4 0,12 2 0,-7-1 0,3 1 0,1-1 0,1-5 0,-1-2 0,3-2 0,1-4 0,0 2 0,-3-5 0,-5 1 0,-7-13 0,-15 0 0,-4-6 0</inkml:trace>
  <inkml:trace contextRef="#ctx0" brushRef="#br0" timeOffset="32">9637 12379 8912,'0'-11'0,"0"-1"0,-6 1 0,0-7 0,1 9 0,7-6 0,5 5 0,10 1 0,8-7 0,17 12 0,6-5 0,10-1 0,8 1 0,7-5 0,9-1 0,-1-2 0,-13 0 0,-1 0 0,-15-1 0,-2 1 0,-4 0 0,-6 0 0,-12 7 0,-10-5 0,-15 13 0,-14-4 0,-2 10 0,-16 2 0,2 7 0,-2-1 0,-3 9 0,3 2 0,4 0 0,1-4 0,6 4 0,7-4 0,-1 4 0,3-4 0,-5-2 0,5 0 0,1 0 0,3 0 0,5 1 0,0-1 0,0-8 0,0-1 0,1-8 0,5 0 0,-2-2 0,6-4 0,-3-5 0,7-6 0,-3-4 0,4-2 0,-3-2 0,-1 2 0,-5 4 0,4-4 0,-3 4 0,7 2 0,-12 0 0,13 7 0,-6 2 0,3 8 0,-3 2 0,-1 4 0,5 4 0,-3 7 0,5 0 0,-3 0 0,5 0 0,0 1 0,0-7 0,6 0 0,2-7 0,0 2 0,2-4 0,-6-2 0,4-2 0,0-4 0,-6-3 0,6-3 0,-8-1 0,0-6 0,-7 2 0,-5-6 0,-3 4 0,-2 1 0,0 1 0,0-6 0,0 0 0,-6 0 0,1 6 0,-7 0 0,7 0 0,-1 7 0,6 3 0,0 9 0,0 3 0,0 7 0,7 5 0,5 6 0,3 5 0,2 5 0,1 1 0,-1 3 0,0 3 0,-2-4 0,-3 4 0,1-4 0,-7-1 0,5-6 0,-5-1 0,0 1 0,-8-2 0,-4-4 0,-3-4 0,-10-2 0,-4 0 0,-12 0 0,-1-7 0,-6-5 0,0-3 0,5-9 0,-5-3 0</inkml:trace>
  <inkml:trace contextRef="#ctx0" brushRef="#br0" timeOffset="33">10979 12156 8912,'-17'9'0,"0"-1"0,0-8 0,7 0 0,2 0 0,10 0 0,6-2 0,7-4 0,8-5 0,4-5 0,2-1 0,11 0 0,-2 0 0,-6 0 0,3-1 0,-10-5 0,5 1 0,-1 1 0,-16 1 0,8 3 0,-15 0 0,-2 0 0,-2 0 0,-12 7 0,-5 4 0,-6 4 0,-10 2 0,5 2 0,-7 4 0,4 6 0,-1 10 0,7 7 0,0 4 0,0 7 0,0 0 0,8 6 0,7-4 0,0 2 0,7-6 0,-5 10 0,12-8 0,7-4 0,6-5 0,4-8 0,10-6 0,1-6 0,2-3 0,10-8 0,0-8 0,6-9 0,-1-12 0,-1-5 0,-4-6 0,-4 4 0,-8-6 0,1-1 0,-7 0 0,1-9 0,-15 0 0,7 1 0,-16-3 0,-1-3 0,6-4 0,-8-14 0,3 1 0,-3-1 0,-2 9 0,0 2 0,0 11 0,0 11 0,0 9 0,0 24 0,-2 5 0,-3 16 0,-3 9 0,-3 19 0,-5 11 0,5 12 0,-5 12 0,-1 5 0,8 4 0,3 2-222,4 0 1,2-2 221,0-4 0,0 1 0,0-13 0,15-3 0,-3-21 0,11-6 0,-4-7 0,4-2 0,0-12 0,-2-8 0,-2-5 0,-2-6 0,0-3 0,1-13 0,-9-1 0,-1-6 0</inkml:trace>
  <inkml:trace contextRef="#ctx0" brushRef="#br0" timeOffset="34">11616 11949 8912,'-17'0'0,"7"0"0,-5 0 0,3 0 0,5 0 0,-1 0 0,25-2 0,16-5 0,20-11 0,18-6 0,-25 6 0,2-1 0,4 0 0,1-2 0,6-1 0,0-2 0,5-4 0,1-1 0,3-1 0,1-1 0</inkml:trace>
  <inkml:trace contextRef="#ctx0" brushRef="#br0" timeOffset="35">27396 13376 8912,'-7'-11'0,"-5"-1"0,3 3 0,-3-5 0,-1 5 0,-3 1 0,-1 1 0,0 3 0,2-4 0,3-1 0,-3 5 0,3-4 0,-3 0 0,-2 5 0,0-7 0,-1 2 0,1 1 0,0 3 0,-2-2 0,-4 2 0,2-3 0,-8 1 0,-7 0 0,-10 6 0,-4 0 0,-1 0 0,-9 0 0,-1 2 0,-9 4 0,-3 4 0,-2 1 0,3 0 0,1 1 0,0 5-79,-3 0 1,-11 0-1,-6 1 79,1-1 0,2 0-287,2 0 0,-2-5 287,-4-1 0,-4 1 0,44-5 0,-1 1 0,0-1 0,-1-1 0,0 0 0,-1 0 0,-5-1 0,0 1 0,2 2 0,1 1 0,-3 0 0,0 0 0,5-1 0,1 1 0,-4 0 0,1 1 0,2 1 0,1 1 0,-2-3 0,3 1 0,-31 13 0,15-10 0,19-1 0,12-8 0,4 1 0,1 3 0,4-2 111,5-1 0,8-7-111,5-3 294,-5 3 0,15-8-294,-5 5 0,4 3 0,2-6 0,-6 16 0,0 3 0,1-3 0,5-1 0,0 1 0,0 2 0</inkml:trace>
  <inkml:trace contextRef="#ctx0" brushRef="#br0" timeOffset="36">24780 13050 8912,'0'-18'0,"0"1"0,0 0 0,0 0 0,0 7 0,-7 10 0,-5 10 0,-11 9 0,-5 4 0,-12 4 0,-4 7 0,-10 2 0,-3 4 0,-6 6 0,-4 6 0,-4 1 0,-4-1 0,3 3-305,-9-9 1,7 4 304,-6 1 0,7-14 0,10 1 0,15-17 0,10-6 0,7 0 0,14-9 0,0 8 0,9-13 0,8 5 0,0 4 0,15-1 0,-1 9 304,7-1 1,6 2-305,7 4 0,10 2 0,8 3 0,1-1 0,10-4 0,0-2 0,4 6 0,-4-3 0,0-1 0,-9-5 0,-4-1 0,-8-2 0,4-3 0,-16 3 0,-1-4 0,-8 5 0,-10 3 0,-1 6 0,-2 9 0,-12 2 0,-13 10 0,-16 0 0,-11 5 0</inkml:trace>
  <inkml:trace contextRef="#ctx0" brushRef="#br0" timeOffset="37">21958 14563 8912,'0'-18'0,"0"1"0,-2 2 0,-3 3 0,-3 3 0,-5 5 0,1-2 0,6-5 0,-5 5 0,-2 2 0,3-3 0,-2 1 0,9 0 0,-7 6 0,6 2 0,-1 6 0,-1 9 0,-2 10 0,6 13 0,-3 6 0,3 11 0,2 6 0,-6 4 0,0 2 0,0-1 0,8 1 0,2-4 0,2-8 0,7-7 0,-9-17 0,8-5 0,-1-3 0,-1-15 0,-3-10 0,-7-12 0,0 5 0,0-9 0,0 7 0,0-1 0,0 3 0,0-1 0,0 6 0,0-6 0,0 8 0,0 8 0,0-4 0,0 7 0,0 1 0,0-1 0,0 1 0,0-7 0,0 7 0,0-6 0,0 5 0,0-5 0,0 5 0,0 1 0,0-3 0,-7 7 0,-3-7 0</inkml:trace>
  <inkml:trace contextRef="#ctx0" brushRef="#br0" timeOffset="38">21390 15818 8912,'27'-18'0,"9"-1"0,16-5 0,15-11 0,11-1 0,-33 13 0,0 0 0,1-1 0,0 0 0,-1 3 0,0 0 0,35-19 0,-5 4 0,-20 17 0,-11 7 0,-11 8 0,-10 6 0,-12 4 0,-3 11 0,-8 12 0,-15 3 0,-5 3 0</inkml:trace>
  <inkml:trace contextRef="#ctx0" brushRef="#br0" timeOffset="39">22044 15886 8912,'-17'0'0,"0"0"0,0 0 0,-1 8 0,3 4 0,4 3 0,-5 2 0,15 2 0,-5 6 0,4 9 0,2 1 0,0 9 0,0-6 0,0 2 0,0 0 0,2-2 0,2-1 0,1-7 0,-1-3 0,6-4 0,-8-14 0,5-3 0,-7-12 0,0-11 0,0-10 0,0-7 0,2-8 0,4-4 0,-2-3 0,5-5 0,1-3 0,-1-6 0,3 5 0,5 7 0,-5 1 0,-1 10 0,1-4 0,5 10 0,2 5 0,4 18 0,-4 7 0,6 15 0,0 12 0,-6 17 0,4 12 0,-4 9 0,-2 6 0,0 2 0,0-3 0,3-2 0,3-7 0,-4-11 0,13-4 0,-3-10 0,3-3 0,3-4 0,-1-8 0</inkml:trace>
  <inkml:trace contextRef="#ctx0" brushRef="#br0" timeOffset="40">23748 14649 8912,'6'-18'0,"1"1"0,1-2 0,2-2 0,-1 0 0,3 4 0,-1 5 0,1 5 0,-1-5 0,6 5 0,0-3 0,-5 6 0,-3 0 0,-1 8 0,-12 12 0,-13 8 0,-10 3 0,-11 9 0,-6 10 0,-6 4 0,8-4 0,-9-2 0,1-2 0,2 4 0,0-4 0,2 2 0,8-6 0,-2 4 0,11-10 0,6-3 0,12-4 0,5-8 0,12 0 0,11-7 0,12-5 0,3-3 0,3-2 0,-1-5 0,1-3 0,-1-2 0,0 1 0,1-3 0,-1 7 0,-7-3 0,-4 2 0,-10 1 0,-1 5 0,-8 7 0,1 5 0,-10 11 0,-7 5 0,-11 7 0,-5 7 0,-5 7 0,-1 7 0,-1-1 0,1-1 0,7-5 0,4-3 0,6 0 0,5-12 0,5-3 0,9-16 0,3-3 0,13-5 0,10-9 0,7-3 0,5-7 0,4-3 0,8-10 0,-1-4 0,6-3 0,3 0 0,-3 3 0,-1 6 0,-7 4 0,-9 9 0,-5 3 0,-12 7 0,-12 15 0,-5 8 0,-6 7 0,-6 5 0,-19 14 0,-11 5 0</inkml:trace>
  <inkml:trace contextRef="#ctx0" brushRef="#br0" timeOffset="41">23748 16144 8912,'-17'0'0,"0"0"0,-1 0 0,1 0 0,2 8 0,3 3 0,-1 10 0,7 6 0,2 6 0,-3-1 0,1 12 0,2-2 0,2 6 0,8-10 0,2 6 0,1-2 0,5-4 0,-5-9 0,3-6 0,1-4 0,-5-2 0,7-7 0,-5-10 0,7-10 0</inkml:trace>
  <inkml:trace contextRef="#ctx0" brushRef="#br0" timeOffset="42">23748 16041 8912,'-8'-27'0,"-1"3"0,-8 6 0,7 9 0,-5-6 0,3 5 0,-3 0 0,-2 5 0,0 3 0,7 2 0,2 0 0,24-6 0,7 0 0,15-7 0,6-4 0,7-10 0</inkml:trace>
  <inkml:trace contextRef="#ctx0" brushRef="#br0" timeOffset="43">24935 14958 8912,'-17'-27'0,"0"4"0,5 6 0,3 4 0,1 1 0,4-1 0,3 7 0,1 6 0,0 10 0,0 11 0,0 4 0,1 1 0,5 5 0,-2 1 0,6 3 0,-1-1 0,1 1 0,-1-7 0,5-1 0,-3-2 0,-5-2 0,5-6 0,3 0 0,-5-7 0,3-5 0,-7-3 0,7-2 0,-1-7 0,1-5 0,-1-9 0,3-2 0,-5-7 0,1 1 0,-2-2 0,-5 3 0,7 3 0,-8 8 0,4 0 0,-5-1 0,-1 9 0,2 1 0,4 8 0,-4 8 0,6 1 0,-6 9 0,1-1 0,3 0 0,8 6 0,-3 0 0,4-2 0,2-10 0,1-3 0,1-8 0,4 0 0,-4 0 0,6-4 0,-8-7 0,0-3 0,0-14 0,-7-1 0,-4-7 0,-4-4 0,-2 3 0,-2-3 0,-4 6 0,-6 5 0,-3-3 0,-2 13 0,0-4 0,0 5 0,-1 7 0,9 3 0,1 16 0,8 9 0,2 12 0,4 3 0,5 3 0,5-1 0,8 0 0,3 1 0</inkml:trace>
  <inkml:trace contextRef="#ctx0" brushRef="#br0" timeOffset="44">25624 15061 8912,'-12'-2'0,"1"-3"0,7 3 0,-4-6 0,8 16 0,0 3 0,2 6 0,4 6 0,-4-4 0,7 8 0,-3-6 0,4 2 0,-1-2 0,1 4 0,-6-2 0,1-2 0,9-2 0,-10-8 0,7 1 0,1-8 0,5 3 0,0-7 0</inkml:trace>
  <inkml:trace contextRef="#ctx0" brushRef="#br0" timeOffset="45">25658 14580 8912,'-17'-23'0,"0"0"0,0 8 0,-1 1 0,1 9 0,8-1 0,-5 13 0,8 5 0,1 3 0,5 2 0,2-1 0,3-5 0,-3-3 0,14-8 0,-5 0 0,6 0 0,6 0 0,-4 0 0,6-8 0,-8-1 0</inkml:trace>
  <inkml:trace contextRef="#ctx0" brushRef="#br0" timeOffset="46">26381 14494 8912,'-12'-8'0,"3"-3"0,1-5 0,4-1 0,2 0 0,2 7 0,2 3 0,2 9 0,4 5 0,1 11 0,-5 6 0,4 13 0,0 3 0,-5 4 0,7 7 0,-2 1 0,-5 0 0,7-9 0,-6 7 0,5-6 0,-1 0 0,3-4 0,-5-11 0,6 1 0,-5-7 0,3-2 0,-4-9 0,5-7 0,2-5 0,10-5 0,-2-11 0,8-6 0,0-9 0,5 2 0,1 3 0,-1-1 0,0 2 0,1-2 0,-3 8 0,-3 6 0,-6 3 0,4-3 0,0 3 0</inkml:trace>
  <inkml:trace contextRef="#ctx0" brushRef="#br0" timeOffset="47">27517 14253 8912,'-35'-32'0,"1"5"0,-1 8 0,1 5 0,5 13 0,1 1 0,5 7 0,-4 12 0,2 4 0,2 12 0,6 10 0,0 5 0,7 2 0,-3 1 0,7 3 0,2 1 0,2 15 0,4-16 0,4 7 0,7-8 0,8-3 0,0-8 0,8-6 0,2-7 0,1-7 0,3-14 0,-1-4 0,0-12 0,1-4 0</inkml:trace>
  <inkml:trace contextRef="#ctx0" brushRef="#br0" timeOffset="48">27844 14356 8912,'-52'17'0,"-2"3"0,-3 2 0,9 7 0,-1 11 0,5 6 0,5 4 0,18 1 0,6 1 0,19-2 0,7-5 0,16-10 0,19-10 0,11-8 0,-3-2 0,3-3 0,-5-7 0,-6-10 0,-6-7 0,-4-3 0,-9-4 0,-6-2 0,-8-2 0,-5-8 0,-8 5 0,-2-9 0,-4 1 0,-3-1 0,-10 1 0,-2 0 0,-2-1 0,0 3 0,4 3 0,-4 6 0,9 0 0,-3 6 0,4-4 0,3 19 0,10-6 0,10 8 0</inkml:trace>
  <inkml:trace contextRef="#ctx0" brushRef="#br0" timeOffset="49">27517 14820 8912,'-18'-5'0,"3"-3"0,4-1 0,3 3 0,8-6 0,8 1 0,11-8 0,17-2 0,12-4 0,9-2 0,4-3 0,3 5 0,-3 0 0,-4 8 0,1 2 0,-7 3 0,-7 6 0,-6-3 0,-3-1 0</inkml:trace>
  <inkml:trace contextRef="#ctx0" brushRef="#br0" timeOffset="50">28360 14631 8912,'-10'0'0,"1"0"0,3 0 0,4 8 0,-7-6 0,5 6 0,-2-1 0,0 3 0,6 7 0,0 0 0,0 0 0,0 1 0,0-1 0,0 0 0,0 0 0,8 0 0,1-7 0,9 5 0,-1-5 0</inkml:trace>
  <inkml:trace contextRef="#ctx0" brushRef="#br0" timeOffset="51">28704 14184 8912,'-17'-7'0,"0"5"0,-1-6 0,1 8 0,0 10 0,0 7 0,7 0 0,-3 14 0,7-8 0,2 0 0,4-1 0,6 1 0,4 8 0,13-18 0,-1 4 0,9-11 0,-2 0 0,3-4 0,3-2 0,-3-2 0,-3-4 0,-4-5 0,-4-5 0,-4-1 0,12 0 0,-24-2 0,11-2 0,-7-2 0,5 0 0,-12 6 0,3 0 0,-3 0 0,-2 7 0,0 2 0,0 10 0,2 6 0,2 9 0,2 10 0,7 5 0,-3 3 0,5-1 0,-4 0 0,5 8 0,-7-5 0,7 5 0,-5 0 0,-3-6 0,-8 4 0,-2-5 0,-4-7 0,-11 5 0,-10-14 0,-7 4 0,-1-10 0,1-1 0,-6-9 0,-1 3 0,3-4 0,4-2 0,7-2 0,10-4 0,0-11 0,7-9 0</inkml:trace>
  <inkml:trace contextRef="#ctx0" brushRef="#br0" timeOffset="52">29392 14494 8912,'0'28'0,"2"1"0,2 2 0,2 1 0,5 3 0,-5-1 0,6 2 0,-5 1 0,3-1 0,3-4 0,-5-9 0,1 0 0,-3-11 0,4 3 0,7-6 0</inkml:trace>
  <inkml:trace contextRef="#ctx0" brushRef="#br0" timeOffset="53">29651 14184 8912,'-27'-15'0,"4"2"0,4 3 0,1 2 0,1 3 0,8 5 0,1 0 0,23 0 0,3 0 0,10 0 0,5 0 0,-14 0 0,6 0 0</inkml:trace>
  <inkml:trace contextRef="#ctx0" brushRef="#br0" timeOffset="54">29771 13118 8912,'-17'-9'0,"7"-6"0,3 13 0,16 9 0,8 16 0,8 17 0,10 10 0,-1 5 0,6 12 0,2 0 0,2 6-144,-24-29 1,-2 1-1,23 43 1,-26-36-1,-2 1 144,0 2 0,-3-1 0,-3 0 0,-2-1 0,-2 4 0,-2-1 0,-3-1 0,-2-1 0,-4-3 0,-1-1 0,-2-1 0,-3-2 0,-23 33 0,-3 0 0,-11-7 0,20-35 0,0 0 0</inkml:trace>
  <inkml:trace contextRef="#ctx0" brushRef="#br0" timeOffset="55">24041 16299 8912,'-10'-2'0,"4"-4"0,4-5 0,4 1 0,6-1 0,7-2 0,6-3 0,10-1 0,-4 0 0,1 2 0,1 3 0,-2-1 0,1 7 0,-3 0 0,-8 6 0</inkml:trace>
  <inkml:trace contextRef="#ctx0" brushRef="#br0" timeOffset="56">24109 16677 8912,'-17'0'0,"0"0"0,0 0 0,7-2 0,4-3 0,12-5 0,11-9 0,12-2 0,4-2 0,3-7 0,2 3 0,4-2 0,2 0 0,-6 1 0,12-7 0,-6 1 0</inkml:trace>
  <inkml:trace contextRef="#ctx0" brushRef="#br0" timeOffset="57">24832 16076 8912,'-11'0'0,"-1"0"0,8 7 0,-3 5 0,7 9 0,0 2 0,0 7 0,0-9 0,0 6 0,0-2 0,0 5 0,2-3 0,3 0 0,-3-2 0,6-8 0</inkml:trace>
  <inkml:trace contextRef="#ctx0" brushRef="#br0" timeOffset="58">23146 14339 8912,'-14'-32'0,"-3"5"0,-2 10 0,0 9 0,2 10 0,-1 9 0,3 10 0,4 4 0,-3 13 0,7-3 0,-1 1 0,0 0 0,3-7 0,5-2 0,0-2 0,0-4 0,0-2 0,0-2 0,0 0 0,0-9 0,0-8 0,7-8 0,-3-11 0,8-4 0,1-4 0,2 1 0,2-7 0,1 5 0,-1-5 0,0 6 0,0 2 0,0 8 0,1 0 0,1 2 0,2 3 0,4 9 0,1 6 0,3 7 0,7 17 0,3 7 0,1 10 0,8 6 0,3 1 0,10 1 0,1-1 0,5-7 0,-6-2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pigraph_(mathematics)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Convex_set" TargetMode="Externa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Are atoms like little solar systems?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Do proteins really have these colors?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 </a:t>
            </a: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 Allen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radiation </a:t>
            </a: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belt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is a zone of energetic charged particles, most of which originate from the solar wind, that are captured by and held around a planet by that planet's magnetic field.</a:t>
            </a:r>
            <a:endParaRPr/>
          </a:p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Protein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has many roles in your body. It helps repair and build your body's tissues, allows metabolic reactions to take place and coordinates bodily </a:t>
            </a: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In addition to providing your body with a structural framework, </a:t>
            </a: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proteins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also maintain proper pH and fluid balance.</a:t>
            </a:r>
            <a:endParaRPr/>
          </a:p>
        </p:txBody>
      </p:sp>
      <p:sp>
        <p:nvSpPr>
          <p:cNvPr id="195" name="Google Shape;19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1919-2013</a:t>
            </a:r>
            <a:endParaRPr/>
          </a:p>
        </p:txBody>
      </p:sp>
      <p:sp>
        <p:nvSpPr>
          <p:cNvPr id="208" name="Google Shape;20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Traditionally "mechanistic models" are those that are based on mathematical description of mechanical, chemical, biological etc. phenomenon or process. </a:t>
            </a: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Mechanistic models 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typically have a tangible, </a:t>
            </a: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aspect, in that system components are real, solid and visible.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Gravitational waves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are ripples in space-time (the fabled “fabric” of the Universe) caused by massive objects moving with extreme accelerations.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 </a:t>
            </a: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gravitational wave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passes by Earth, it squeezes and stretches space. LIGO can </a:t>
            </a: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this squeezing and stretching.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 outer space that means objects like neutron stars or black holes orbiting around each other at ever increasing rates, or stars that blow themselves up).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Simple linear/logistic regression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Underlying natural/causal mechanisms are assumed, though not understood.</a:t>
            </a:r>
            <a:endParaRPr/>
          </a:p>
        </p:txBody>
      </p:sp>
      <p:sp>
        <p:nvSpPr>
          <p:cNvPr id="238" name="Google Shape;23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Complex statistical models.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Expected to capture something about the real world (in this case) but mechanism not understood.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Can have excellent predictive accuracy.</a:t>
            </a:r>
            <a:endParaRPr/>
          </a:p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deep visual object models from noisy web data: How to make it work.</a:t>
            </a:r>
            <a:endParaRPr/>
          </a:p>
        </p:txBody>
      </p:sp>
      <p:sp>
        <p:nvSpPr>
          <p:cNvPr id="248" name="Google Shape;24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Ask students for some explanations of this data.</a:t>
            </a:r>
            <a:endParaRPr/>
          </a:p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What’s wrong with these plots?</a:t>
            </a:r>
            <a:endParaRPr/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But don’t spend too much time discussing them.</a:t>
            </a:r>
            <a:endParaRPr/>
          </a:p>
        </p:txBody>
      </p:sp>
      <p:sp>
        <p:nvSpPr>
          <p:cNvPr id="283" name="Google Shape;28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* Simplest possible!!</a:t>
            </a:r>
            <a:endParaRPr/>
          </a:p>
        </p:txBody>
      </p:sp>
      <p:sp>
        <p:nvSpPr>
          <p:cNvPr id="303" name="Google Shape;30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1" name="Google Shape;32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* We’ll see how the choice of loss function impacts our value of </a:t>
            </a:r>
            <a:r>
              <a:rPr lang="en-US" i="1"/>
              <a:t>θ*.</a:t>
            </a:r>
            <a:endParaRPr i="0"/>
          </a:p>
        </p:txBody>
      </p:sp>
      <p:sp>
        <p:nvSpPr>
          <p:cNvPr id="328" name="Google Shape;32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Different loss functions behave differently w/regard to outliers.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i="0"/>
              <a:t>“Loss” function: because it quantifies how much our model loses compared to a perfect/ideal fit.</a:t>
            </a:r>
            <a:endParaRPr/>
          </a:p>
        </p:txBody>
      </p:sp>
      <p:sp>
        <p:nvSpPr>
          <p:cNvPr id="350" name="Google Shape;350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4" name="Google Shape;404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95090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Name one key difference between this plot and the previous one.</a:t>
            </a:r>
            <a:endParaRPr/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Vertical scale: L2 is much more sensitive.</a:t>
            </a:r>
            <a:endParaRPr/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Sharp corner: non-differentiable.</a:t>
            </a:r>
            <a:endParaRPr/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Curvature: L2 increasingly penalizes outliers.</a:t>
            </a:r>
            <a:endParaRPr/>
          </a:p>
          <a:p>
            <a:pPr marL="628650" lvl="1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57" name="Google Shape;357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f28d7cb477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g1f28d7cb477_0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" name="Google Shape;391;g1f28d7cb477_0_1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7" name="Google Shape;417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0" name="Google Shape;430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9" name="Google Shape;43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6" name="Google Shape;45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subset of a Euclidean space, or more generally an affine space over the reals, is convex if, with any two points, it contains the whole line segment that joins them</a:t>
            </a:r>
          </a:p>
          <a:p>
            <a:r>
              <a:rPr lang="zh-CN" altLang="en-US" b="1" dirty="0"/>
              <a:t>凸集和凸多边形的定义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凸集</a:t>
            </a:r>
            <a:r>
              <a:rPr lang="zh-CN" altLang="en-US" dirty="0"/>
              <a:t>（</a:t>
            </a:r>
            <a:r>
              <a:rPr lang="en" altLang="zh-CN" dirty="0"/>
              <a:t>Convex Set</a:t>
            </a:r>
            <a:r>
              <a:rPr lang="zh-CN" altLang="en" dirty="0"/>
              <a:t>）</a:t>
            </a:r>
            <a:r>
              <a:rPr lang="zh-CN" altLang="en-US" dirty="0"/>
              <a:t>是一个集合，满足在集合内任意两点之间的线段都完全位于该集合内。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凸多边形</a:t>
            </a:r>
            <a:r>
              <a:rPr lang="zh-CN" altLang="en-US" dirty="0"/>
              <a:t>（</a:t>
            </a:r>
            <a:r>
              <a:rPr lang="en" altLang="zh-CN" dirty="0"/>
              <a:t>Convex Polygon</a:t>
            </a:r>
            <a:r>
              <a:rPr lang="zh-CN" altLang="en" dirty="0"/>
              <a:t>）</a:t>
            </a:r>
            <a:r>
              <a:rPr lang="zh-CN" altLang="en-US" dirty="0"/>
              <a:t>是一个多边形，它的所有内角都小于或等于 </a:t>
            </a:r>
            <a:r>
              <a:rPr lang="en-US" altLang="zh-CN" dirty="0"/>
              <a:t>180°</a:t>
            </a:r>
            <a:r>
              <a:rPr lang="zh-CN" altLang="en-US" dirty="0"/>
              <a:t>，并且满足凸集的定义。</a:t>
            </a:r>
          </a:p>
          <a:p>
            <a:r>
              <a:rPr lang="zh-CN" altLang="en-US" b="1" dirty="0"/>
              <a:t>凸多边形的性质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线段不会离开多边形</a:t>
            </a:r>
            <a:r>
              <a:rPr lang="zh-CN" altLang="en-US" dirty="0"/>
              <a:t>：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对于凸多边形或凸集，任何两个在集合内的点之间画一条线段，这条线段始终会在集合内部，不会离开集合的边界。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图中圆形、三角形和五边形的例子展示了这一点。图中用黑色线段连接了集合内的两个点，线段保持在集合内，没有离开多边形的边界。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等价条件：所有角度小于等于 </a:t>
            </a:r>
            <a:r>
              <a:rPr lang="en-US" altLang="zh-CN" b="1" dirty="0"/>
              <a:t>180°</a:t>
            </a:r>
            <a:r>
              <a:rPr lang="zh-CN" altLang="en-US" dirty="0"/>
              <a:t>：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凸多边形的另一个特征是所有的内角都小于或等于 </a:t>
            </a:r>
            <a:r>
              <a:rPr lang="en-US" altLang="zh-CN" dirty="0"/>
              <a:t>180°</a:t>
            </a:r>
            <a:r>
              <a:rPr lang="zh-CN" altLang="en-US" dirty="0"/>
              <a:t>。这意味着没有“向内凹陷”的角，这也是确保任意两点间线段在集合内的条件。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内部为凸集</a:t>
            </a:r>
            <a:r>
              <a:rPr lang="zh-CN" altLang="en-US" dirty="0"/>
              <a:t>：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凸多边形的内部是一个凸集。也就是说，如果我们选择多边形内的任意两点，那么这两个点之间的线段也会完全位于多边形的内部。</a:t>
            </a:r>
          </a:p>
          <a:p>
            <a:r>
              <a:rPr lang="zh-CN" altLang="en-US" b="1" dirty="0"/>
              <a:t>总结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凸集和凸多边形的主要特征是“保持线段在集合内”。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凸多边形的所有内角都不超过 </a:t>
            </a:r>
            <a:r>
              <a:rPr lang="en-US" altLang="zh-CN" dirty="0"/>
              <a:t>180°</a:t>
            </a:r>
            <a:r>
              <a:rPr lang="zh-CN" altLang="en-US"/>
              <a:t>，确保形状是凸的，没有凹陷的区域。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6" name="Google Shape;476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8" name="Google Shape;48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 the algebra at home and convince yourself that the formal definition is equivalent to the one above for sets, when applied to the epigraph.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1200" b="0" i="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epigraph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(the set of points on or above the graph of the function) is a </a:t>
            </a:r>
            <a:r>
              <a:rPr lang="en-US" sz="1200" b="0" i="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convex set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 </a:t>
            </a:r>
            <a:endParaRPr/>
          </a:p>
        </p:txBody>
      </p:sp>
      <p:sp>
        <p:nvSpPr>
          <p:cNvPr id="501" name="Google Shape;50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8" name="Google Shape;538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easy to see that every linear </a:t>
            </a: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-- whose graph is a </a:t>
            </a: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straight line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-- is both </a:t>
            </a: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convex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and concave. </a:t>
            </a:r>
            <a:endParaRPr/>
          </a:p>
        </p:txBody>
      </p:sp>
      <p:sp>
        <p:nvSpPr>
          <p:cNvPr id="539" name="Google Shape;539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2" name="Google Shape;552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Huber 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quadratic for small values of </a:t>
            </a:r>
            <a:r>
              <a:rPr lang="en-US" sz="1200" b="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linear for large values</a:t>
            </a:r>
            <a:endParaRPr/>
          </a:p>
        </p:txBody>
      </p:sp>
      <p:sp>
        <p:nvSpPr>
          <p:cNvPr id="553" name="Google Shape;553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Gaussian: a*e^{(x-b)^2/2c^2}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b=mean, c=stddev, a=1/(c*sqrt(2*pi))</a:t>
            </a:r>
            <a:endParaRPr/>
          </a:p>
        </p:txBody>
      </p:sp>
      <p:sp>
        <p:nvSpPr>
          <p:cNvPr id="561" name="Google Shape;561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" name="Google Shape;37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267135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27680" y="1183257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2421" y="3429000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90" y="494193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616" y="3280744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92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1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customXml" Target="../ink/ink5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10" Type="http://schemas.openxmlformats.org/officeDocument/2006/relationships/image" Target="../media/image21.png"/><Relationship Id="rId4" Type="http://schemas.openxmlformats.org/officeDocument/2006/relationships/image" Target="../media/image14.jpg"/><Relationship Id="rId9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customXml" Target="../ink/ink1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customXml" Target="../ink/ink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customXml" Target="../ink/ink14.xml"/><Relationship Id="rId4" Type="http://schemas.openxmlformats.org/officeDocument/2006/relationships/image" Target="../media/image29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customXml" Target="../ink/ink15.xml"/><Relationship Id="rId4" Type="http://schemas.openxmlformats.org/officeDocument/2006/relationships/image" Target="../media/image3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customXml" Target="../ink/ink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20.png"/><Relationship Id="rId7" Type="http://schemas.openxmlformats.org/officeDocument/2006/relationships/customXml" Target="../ink/ink1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360.png"/><Relationship Id="rId7" Type="http://schemas.openxmlformats.org/officeDocument/2006/relationships/customXml" Target="../ink/ink2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5" Type="http://schemas.openxmlformats.org/officeDocument/2006/relationships/image" Target="../media/image47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5" Type="http://schemas.openxmlformats.org/officeDocument/2006/relationships/image" Target="../media/image47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5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2.png"/><Relationship Id="rId3" Type="http://schemas.openxmlformats.org/officeDocument/2006/relationships/image" Target="../media/image51.png"/><Relationship Id="rId7" Type="http://schemas.openxmlformats.org/officeDocument/2006/relationships/image" Target="../media/image60.png"/><Relationship Id="rId12" Type="http://schemas.openxmlformats.org/officeDocument/2006/relationships/customXml" Target="../ink/ink2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5.png"/><Relationship Id="rId5" Type="http://schemas.openxmlformats.org/officeDocument/2006/relationships/image" Target="../media/image55.png"/><Relationship Id="rId10" Type="http://schemas.openxmlformats.org/officeDocument/2006/relationships/image" Target="../media/image64.png"/><Relationship Id="rId4" Type="http://schemas.openxmlformats.org/officeDocument/2006/relationships/image" Target="../media/image54.png"/><Relationship Id="rId9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customXml" Target="../ink/ink26.xml"/><Relationship Id="rId3" Type="http://schemas.openxmlformats.org/officeDocument/2006/relationships/image" Target="../media/image54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8.png"/><Relationship Id="rId5" Type="http://schemas.openxmlformats.org/officeDocument/2006/relationships/image" Target="../media/image57.png"/><Relationship Id="rId10" Type="http://schemas.openxmlformats.org/officeDocument/2006/relationships/image" Target="../media/image67.png"/><Relationship Id="rId4" Type="http://schemas.openxmlformats.org/officeDocument/2006/relationships/image" Target="../media/image55.png"/><Relationship Id="rId9" Type="http://schemas.openxmlformats.org/officeDocument/2006/relationships/image" Target="../media/image66.png"/><Relationship Id="rId14" Type="http://schemas.openxmlformats.org/officeDocument/2006/relationships/image" Target="../media/image7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0.png"/><Relationship Id="rId7" Type="http://schemas.openxmlformats.org/officeDocument/2006/relationships/customXml" Target="../ink/ink29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5" Type="http://schemas.openxmlformats.org/officeDocument/2006/relationships/image" Target="../media/image69.png"/><Relationship Id="rId4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73.png"/><Relationship Id="rId7" Type="http://schemas.openxmlformats.org/officeDocument/2006/relationships/customXml" Target="../ink/ink30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customXml" Target="../ink/ink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customXml" Target="../ink/ink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0.png"/><Relationship Id="rId4" Type="http://schemas.openxmlformats.org/officeDocument/2006/relationships/customXml" Target="../ink/ink3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>
            <a:spLocks noGrp="1"/>
          </p:cNvSpPr>
          <p:nvPr>
            <p:ph type="ctrTitle"/>
          </p:nvPr>
        </p:nvSpPr>
        <p:spPr>
          <a:xfrm>
            <a:off x="2783378" y="836478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MODELS AND ESTIMATION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C7839-4C3B-7C83-3EE1-F919BE431B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6420A0-A151-40B2-ADE9-0F1D05402F44}"/>
                  </a:ext>
                </a:extLst>
              </p14:cNvPr>
              <p14:cNvContentPartPr/>
              <p14:nvPr/>
            </p14:nvContentPartPr>
            <p14:xfrm>
              <a:off x="3918600" y="3919320"/>
              <a:ext cx="7480800" cy="2171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6420A0-A151-40B2-ADE9-0F1D05402F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09240" y="3909960"/>
                <a:ext cx="7499520" cy="2190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>
            <a:spLocks noGrp="1"/>
          </p:cNvSpPr>
          <p:nvPr>
            <p:ph type="title"/>
          </p:nvPr>
        </p:nvSpPr>
        <p:spPr>
          <a:xfrm>
            <a:off x="307848" y="103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COVERED SO FAR</a:t>
            </a:r>
            <a:endParaRPr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1"/>
          </p:nvPr>
        </p:nvSpPr>
        <p:spPr>
          <a:xfrm>
            <a:off x="1069847" y="2121408"/>
            <a:ext cx="5100700" cy="4500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b="1"/>
              <a:t>Data collection</a:t>
            </a:r>
            <a:r>
              <a:rPr lang="en-US"/>
              <a:t>: Surveys, sampling, administrative data, web scraping, APIs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b="1"/>
              <a:t>Data cleaning and manipulation</a:t>
            </a:r>
            <a:r>
              <a:rPr lang="en-US"/>
              <a:t>: Pandas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b="1"/>
              <a:t>Exploratory Data Analysis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Joining and grouping data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Structure, Granularity, Temporality, Faithfulness and Scope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Basic exploratory data visualization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b="1"/>
              <a:t>Inferential statistics: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Hypothesis testing</a:t>
            </a:r>
            <a:endParaRPr/>
          </a:p>
          <a:p>
            <a:pPr marL="182880" lvl="0" indent="-55878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6441535" y="982797"/>
            <a:ext cx="3081200" cy="9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Formulate Question or Problem</a:t>
            </a:r>
            <a:endParaRPr sz="26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3"/>
          <p:cNvCxnSpPr/>
          <p:nvPr/>
        </p:nvCxnSpPr>
        <p:spPr>
          <a:xfrm>
            <a:off x="6404948" y="1247996"/>
            <a:ext cx="0" cy="57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3"/>
          <p:cNvCxnSpPr/>
          <p:nvPr/>
        </p:nvCxnSpPr>
        <p:spPr>
          <a:xfrm>
            <a:off x="9797682" y="1247996"/>
            <a:ext cx="0" cy="57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29" name="Google Shape;129;p3"/>
          <p:cNvGrpSpPr/>
          <p:nvPr/>
        </p:nvGrpSpPr>
        <p:grpSpPr>
          <a:xfrm>
            <a:off x="6795349" y="1013008"/>
            <a:ext cx="5396651" cy="1202188"/>
            <a:chOff x="3149725" y="615959"/>
            <a:chExt cx="4047488" cy="901641"/>
          </a:xfrm>
        </p:grpSpPr>
        <p:sp>
          <p:nvSpPr>
            <p:cNvPr id="130" name="Google Shape;130;p3"/>
            <p:cNvSpPr txBox="1"/>
            <p:nvPr/>
          </p:nvSpPr>
          <p:spPr>
            <a:xfrm>
              <a:off x="5714013" y="615959"/>
              <a:ext cx="14832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67"/>
                <a:buFont typeface="Arial"/>
                <a:buNone/>
              </a:pPr>
              <a:r>
                <a:rPr lang="en-US"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Acquire and Clean Data</a:t>
              </a:r>
              <a:endPara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1" name="Google Shape;131;p3"/>
            <p:cNvCxnSpPr/>
            <p:nvPr/>
          </p:nvCxnSpPr>
          <p:spPr>
            <a:xfrm>
              <a:off x="3149725" y="1517600"/>
              <a:ext cx="19590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32" name="Google Shape;132;p3"/>
          <p:cNvGrpSpPr/>
          <p:nvPr/>
        </p:nvGrpSpPr>
        <p:grpSpPr>
          <a:xfrm>
            <a:off x="9797683" y="2605596"/>
            <a:ext cx="2526271" cy="3001605"/>
            <a:chOff x="5401475" y="1810400"/>
            <a:chExt cx="1894703" cy="2251204"/>
          </a:xfrm>
        </p:grpSpPr>
        <p:sp>
          <p:nvSpPr>
            <p:cNvPr id="133" name="Google Shape;133;p3"/>
            <p:cNvSpPr txBox="1"/>
            <p:nvPr/>
          </p:nvSpPr>
          <p:spPr>
            <a:xfrm>
              <a:off x="5720878" y="3384204"/>
              <a:ext cx="15753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67"/>
                <a:buFont typeface="Arial"/>
                <a:buNone/>
              </a:pPr>
              <a:r>
                <a:rPr lang="en-US"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Exploratory Data Analysis</a:t>
              </a:r>
              <a:endPara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4" name="Google Shape;134;p3"/>
            <p:cNvCxnSpPr/>
            <p:nvPr/>
          </p:nvCxnSpPr>
          <p:spPr>
            <a:xfrm>
              <a:off x="5401475" y="1810400"/>
              <a:ext cx="0" cy="1378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cxnSp>
        <p:nvCxnSpPr>
          <p:cNvPr id="135" name="Google Shape;135;p3"/>
          <p:cNvCxnSpPr/>
          <p:nvPr/>
        </p:nvCxnSpPr>
        <p:spPr>
          <a:xfrm rot="10800000">
            <a:off x="6680827" y="2491141"/>
            <a:ext cx="2840800" cy="206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6" name="Google Shape;136;p3"/>
          <p:cNvSpPr txBox="1"/>
          <p:nvPr/>
        </p:nvSpPr>
        <p:spPr>
          <a:xfrm>
            <a:off x="6761628" y="4749115"/>
            <a:ext cx="2169507" cy="70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inference</a:t>
            </a:r>
            <a:endParaRPr sz="26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3"/>
          <p:cNvCxnSpPr/>
          <p:nvPr/>
        </p:nvCxnSpPr>
        <p:spPr>
          <a:xfrm rot="10800000">
            <a:off x="7125748" y="4833485"/>
            <a:ext cx="2281534" cy="111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8" name="Google Shape;138;p3"/>
          <p:cNvCxnSpPr/>
          <p:nvPr/>
        </p:nvCxnSpPr>
        <p:spPr>
          <a:xfrm rot="10800000">
            <a:off x="6404948" y="2605596"/>
            <a:ext cx="0" cy="1837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9" name="Google Shape;139;p3"/>
          <p:cNvGrpSpPr/>
          <p:nvPr/>
        </p:nvGrpSpPr>
        <p:grpSpPr>
          <a:xfrm>
            <a:off x="6404949" y="5223996"/>
            <a:ext cx="4380633" cy="1519600"/>
            <a:chOff x="2856925" y="3774200"/>
            <a:chExt cx="3285475" cy="1139700"/>
          </a:xfrm>
        </p:grpSpPr>
        <p:sp>
          <p:nvSpPr>
            <p:cNvPr id="140" name="Google Shape;140;p3"/>
            <p:cNvSpPr txBox="1"/>
            <p:nvPr/>
          </p:nvSpPr>
          <p:spPr>
            <a:xfrm>
              <a:off x="3938000" y="4236500"/>
              <a:ext cx="22044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67"/>
                <a:buFont typeface="Arial"/>
                <a:buNone/>
              </a:pPr>
              <a:r>
                <a:rPr lang="en-US"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Reports, Decisions, and Solutions</a:t>
              </a:r>
              <a:endPara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1" name="Google Shape;141;p3"/>
            <p:cNvCxnSpPr/>
            <p:nvPr/>
          </p:nvCxnSpPr>
          <p:spPr>
            <a:xfrm rot="-5400000" flipH="1">
              <a:off x="2997025" y="3634100"/>
              <a:ext cx="801000" cy="1081200"/>
            </a:xfrm>
            <a:prstGeom prst="bentConnector2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42" name="Google Shape;142;p3"/>
          <p:cNvSpPr txBox="1"/>
          <p:nvPr/>
        </p:nvSpPr>
        <p:spPr>
          <a:xfrm>
            <a:off x="9726412" y="4429765"/>
            <a:ext cx="3840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9904768" y="2276440"/>
            <a:ext cx="214800" cy="3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144" name="Google Shape;144;p3"/>
          <p:cNvCxnSpPr/>
          <p:nvPr/>
        </p:nvCxnSpPr>
        <p:spPr>
          <a:xfrm rot="-5400000">
            <a:off x="9180078" y="3506764"/>
            <a:ext cx="2150100" cy="9300"/>
          </a:xfrm>
          <a:prstGeom prst="curvedConnector3">
            <a:avLst>
              <a:gd name="adj1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5" name="Google Shape;145;p3"/>
          <p:cNvSpPr txBox="1"/>
          <p:nvPr/>
        </p:nvSpPr>
        <p:spPr>
          <a:xfrm>
            <a:off x="6093277" y="1696714"/>
            <a:ext cx="44339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08790" y="4522671"/>
            <a:ext cx="1233321" cy="851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88715" y="4439865"/>
            <a:ext cx="902633" cy="89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61019" y="1840023"/>
            <a:ext cx="906779" cy="100474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602B1A-CB6A-44F4-DE27-8502FF359C64}"/>
                  </a:ext>
                </a:extLst>
              </p14:cNvPr>
              <p14:cNvContentPartPr/>
              <p14:nvPr/>
            </p14:nvContentPartPr>
            <p14:xfrm>
              <a:off x="272520" y="2203560"/>
              <a:ext cx="4392720" cy="4407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602B1A-CB6A-44F4-DE27-8502FF359C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3160" y="2194200"/>
                <a:ext cx="4411440" cy="4425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Now</a:t>
            </a:r>
            <a:endParaRPr dirty="0"/>
          </a:p>
        </p:txBody>
      </p:sp>
      <p:sp>
        <p:nvSpPr>
          <p:cNvPr id="155" name="Google Shape;155;p4"/>
          <p:cNvSpPr txBox="1">
            <a:spLocks noGrp="1"/>
          </p:cNvSpPr>
          <p:nvPr>
            <p:ph type="body" idx="1"/>
          </p:nvPr>
        </p:nvSpPr>
        <p:spPr>
          <a:xfrm>
            <a:off x="1069847" y="2121408"/>
            <a:ext cx="4606139" cy="4500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Models and estimation</a:t>
            </a:r>
          </a:p>
          <a:p>
            <a:pPr marL="548640" lvl="1" indent="-18288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Useful for prediction in the 4</a:t>
            </a:r>
            <a:r>
              <a:rPr lang="en-US" baseline="30000" dirty="0">
                <a:solidFill>
                  <a:srgbClr val="000000"/>
                </a:solidFill>
              </a:rPr>
              <a:t>th</a:t>
            </a:r>
            <a:r>
              <a:rPr lang="en-US" dirty="0">
                <a:solidFill>
                  <a:srgbClr val="000000"/>
                </a:solidFill>
              </a:rPr>
              <a:t> node of the data lifecycle</a:t>
            </a:r>
            <a:endParaRPr dirty="0"/>
          </a:p>
          <a:p>
            <a:pPr marL="182880" lvl="0" indent="-5078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dirty="0">
              <a:solidFill>
                <a:srgbClr val="000000"/>
              </a:solidFill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6441535" y="982797"/>
            <a:ext cx="3081200" cy="9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Formulate Question or Problem</a:t>
            </a:r>
            <a:endParaRPr sz="26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4"/>
          <p:cNvCxnSpPr/>
          <p:nvPr/>
        </p:nvCxnSpPr>
        <p:spPr>
          <a:xfrm>
            <a:off x="6404948" y="1247996"/>
            <a:ext cx="0" cy="57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8" name="Google Shape;158;p4"/>
          <p:cNvCxnSpPr/>
          <p:nvPr/>
        </p:nvCxnSpPr>
        <p:spPr>
          <a:xfrm>
            <a:off x="9797682" y="1247996"/>
            <a:ext cx="0" cy="57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59" name="Google Shape;159;p4"/>
          <p:cNvGrpSpPr/>
          <p:nvPr/>
        </p:nvGrpSpPr>
        <p:grpSpPr>
          <a:xfrm>
            <a:off x="6795349" y="1013008"/>
            <a:ext cx="5396651" cy="1202188"/>
            <a:chOff x="3149725" y="615959"/>
            <a:chExt cx="4047488" cy="901641"/>
          </a:xfrm>
        </p:grpSpPr>
        <p:sp>
          <p:nvSpPr>
            <p:cNvPr id="160" name="Google Shape;160;p4"/>
            <p:cNvSpPr txBox="1"/>
            <p:nvPr/>
          </p:nvSpPr>
          <p:spPr>
            <a:xfrm>
              <a:off x="5714013" y="615959"/>
              <a:ext cx="14832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67"/>
                <a:buFont typeface="Arial"/>
                <a:buNone/>
              </a:pPr>
              <a:r>
                <a:rPr lang="en-US"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Acquire and Clean Data</a:t>
              </a:r>
              <a:endPara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1" name="Google Shape;161;p4"/>
            <p:cNvCxnSpPr/>
            <p:nvPr/>
          </p:nvCxnSpPr>
          <p:spPr>
            <a:xfrm>
              <a:off x="3149725" y="1517600"/>
              <a:ext cx="19590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62" name="Google Shape;162;p4"/>
          <p:cNvGrpSpPr/>
          <p:nvPr/>
        </p:nvGrpSpPr>
        <p:grpSpPr>
          <a:xfrm>
            <a:off x="9797683" y="2605596"/>
            <a:ext cx="2526271" cy="3001605"/>
            <a:chOff x="5401475" y="1810400"/>
            <a:chExt cx="1894703" cy="2251204"/>
          </a:xfrm>
        </p:grpSpPr>
        <p:sp>
          <p:nvSpPr>
            <p:cNvPr id="163" name="Google Shape;163;p4"/>
            <p:cNvSpPr txBox="1"/>
            <p:nvPr/>
          </p:nvSpPr>
          <p:spPr>
            <a:xfrm>
              <a:off x="5720878" y="3384204"/>
              <a:ext cx="15753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67"/>
                <a:buFont typeface="Arial"/>
                <a:buNone/>
              </a:pPr>
              <a:r>
                <a:rPr lang="en-US"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Exploratory Data Analysis</a:t>
              </a:r>
              <a:endPara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4" name="Google Shape;164;p4"/>
            <p:cNvCxnSpPr/>
            <p:nvPr/>
          </p:nvCxnSpPr>
          <p:spPr>
            <a:xfrm>
              <a:off x="5401475" y="1810400"/>
              <a:ext cx="0" cy="1378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cxnSp>
        <p:nvCxnSpPr>
          <p:cNvPr id="165" name="Google Shape;165;p4"/>
          <p:cNvCxnSpPr/>
          <p:nvPr/>
        </p:nvCxnSpPr>
        <p:spPr>
          <a:xfrm rot="10800000">
            <a:off x="6680827" y="2491141"/>
            <a:ext cx="2840800" cy="206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6" name="Google Shape;166;p4"/>
          <p:cNvSpPr txBox="1"/>
          <p:nvPr/>
        </p:nvSpPr>
        <p:spPr>
          <a:xfrm>
            <a:off x="6761628" y="4749115"/>
            <a:ext cx="2169507" cy="70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inference</a:t>
            </a:r>
            <a:endParaRPr sz="26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4"/>
          <p:cNvCxnSpPr/>
          <p:nvPr/>
        </p:nvCxnSpPr>
        <p:spPr>
          <a:xfrm rot="10800000">
            <a:off x="7125748" y="4833485"/>
            <a:ext cx="2281534" cy="111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8" name="Google Shape;168;p4"/>
          <p:cNvCxnSpPr/>
          <p:nvPr/>
        </p:nvCxnSpPr>
        <p:spPr>
          <a:xfrm rot="10800000">
            <a:off x="6404948" y="2605596"/>
            <a:ext cx="0" cy="1837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69" name="Google Shape;169;p4"/>
          <p:cNvGrpSpPr/>
          <p:nvPr/>
        </p:nvGrpSpPr>
        <p:grpSpPr>
          <a:xfrm>
            <a:off x="6404949" y="5223996"/>
            <a:ext cx="4380633" cy="1519600"/>
            <a:chOff x="2856925" y="3774200"/>
            <a:chExt cx="3285475" cy="1139700"/>
          </a:xfrm>
        </p:grpSpPr>
        <p:sp>
          <p:nvSpPr>
            <p:cNvPr id="170" name="Google Shape;170;p4"/>
            <p:cNvSpPr txBox="1"/>
            <p:nvPr/>
          </p:nvSpPr>
          <p:spPr>
            <a:xfrm>
              <a:off x="3938000" y="4236500"/>
              <a:ext cx="22044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67"/>
                <a:buFont typeface="Arial"/>
                <a:buNone/>
              </a:pPr>
              <a:r>
                <a:rPr lang="en-US"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Reports, Decisions, and Solutions</a:t>
              </a:r>
              <a:endPara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1" name="Google Shape;171;p4"/>
            <p:cNvCxnSpPr/>
            <p:nvPr/>
          </p:nvCxnSpPr>
          <p:spPr>
            <a:xfrm rot="-5400000" flipH="1">
              <a:off x="2997025" y="3634100"/>
              <a:ext cx="801000" cy="1081200"/>
            </a:xfrm>
            <a:prstGeom prst="bentConnector2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72" name="Google Shape;172;p4"/>
          <p:cNvSpPr txBox="1"/>
          <p:nvPr/>
        </p:nvSpPr>
        <p:spPr>
          <a:xfrm>
            <a:off x="9726412" y="4429765"/>
            <a:ext cx="3840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9904768" y="2276440"/>
            <a:ext cx="214800" cy="3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174" name="Google Shape;174;p4"/>
          <p:cNvCxnSpPr/>
          <p:nvPr/>
        </p:nvCxnSpPr>
        <p:spPr>
          <a:xfrm rot="-5400000">
            <a:off x="9180078" y="3506764"/>
            <a:ext cx="2150100" cy="9300"/>
          </a:xfrm>
          <a:prstGeom prst="curvedConnector3">
            <a:avLst>
              <a:gd name="adj1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5" name="Google Shape;175;p4"/>
          <p:cNvSpPr txBox="1"/>
          <p:nvPr/>
        </p:nvSpPr>
        <p:spPr>
          <a:xfrm>
            <a:off x="6093277" y="1696714"/>
            <a:ext cx="44339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08790" y="4522671"/>
            <a:ext cx="1233321" cy="851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88715" y="4439865"/>
            <a:ext cx="902633" cy="89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61019" y="1840023"/>
            <a:ext cx="906779" cy="100474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DD94C20-876F-7B7A-B35D-1820E5AD45D6}"/>
                  </a:ext>
                </a:extLst>
              </p14:cNvPr>
              <p14:cNvContentPartPr/>
              <p14:nvPr/>
            </p14:nvContentPartPr>
            <p14:xfrm>
              <a:off x="2347920" y="2983320"/>
              <a:ext cx="2792880" cy="879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DD94C20-876F-7B7A-B35D-1820E5AD45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38560" y="2973960"/>
                <a:ext cx="2811600" cy="898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0091" y="2398005"/>
            <a:ext cx="2940792" cy="256760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title"/>
          </p:nvPr>
        </p:nvSpPr>
        <p:spPr>
          <a:xfrm>
            <a:off x="838200" y="406759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WHAT IS A MODEL?</a:t>
            </a:r>
            <a:endParaRPr/>
          </a:p>
        </p:txBody>
      </p:sp>
      <p:sp>
        <p:nvSpPr>
          <p:cNvPr id="199" name="Google Shape;199;p5"/>
          <p:cNvSpPr txBox="1">
            <a:spLocks noGrp="1"/>
          </p:cNvSpPr>
          <p:nvPr>
            <p:ph type="body" idx="1"/>
          </p:nvPr>
        </p:nvSpPr>
        <p:spPr>
          <a:xfrm>
            <a:off x="838200" y="1601949"/>
            <a:ext cx="10515600" cy="170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4287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2300" i="1"/>
              <a:t>A model is an an </a:t>
            </a:r>
            <a:r>
              <a:rPr lang="en-US" sz="2300" b="1" i="1"/>
              <a:t>idealized</a:t>
            </a:r>
            <a:r>
              <a:rPr lang="en-US" sz="2300" i="1"/>
              <a:t> representation of a system</a:t>
            </a:r>
            <a:endParaRPr sz="2300"/>
          </a:p>
        </p:txBody>
      </p:sp>
      <p:pic>
        <p:nvPicPr>
          <p:cNvPr id="200" name="Google Shape;20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7228" y="2396766"/>
            <a:ext cx="2737154" cy="240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0558" y="2562312"/>
            <a:ext cx="2798713" cy="223897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5"/>
          <p:cNvSpPr txBox="1"/>
          <p:nvPr/>
        </p:nvSpPr>
        <p:spPr>
          <a:xfrm>
            <a:off x="1121175" y="4939578"/>
            <a:ext cx="25092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Atoms don’t actually work like this…</a:t>
            </a:r>
            <a:endParaRPr sz="23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4899813" y="4930280"/>
            <a:ext cx="22128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Proteins are far more complex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8430540" y="4965612"/>
            <a:ext cx="2613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We haven’t really seen one of these.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6B5458-76E1-CB20-81D4-C4782218DE58}"/>
                  </a:ext>
                </a:extLst>
              </p14:cNvPr>
              <p14:cNvContentPartPr/>
              <p14:nvPr/>
            </p14:nvContentPartPr>
            <p14:xfrm>
              <a:off x="1877040" y="4929480"/>
              <a:ext cx="7868160" cy="1180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86B5458-76E1-CB20-81D4-C4782218DE5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67680" y="4920120"/>
                <a:ext cx="7886880" cy="119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357" y="662609"/>
            <a:ext cx="3737114" cy="559241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/>
          <p:nvPr/>
        </p:nvSpPr>
        <p:spPr>
          <a:xfrm>
            <a:off x="4664777" y="344550"/>
            <a:ext cx="7167600" cy="4157100"/>
          </a:xfrm>
          <a:prstGeom prst="wedgeRoundRectCallout">
            <a:avLst>
              <a:gd name="adj1" fmla="val -70398"/>
              <a:gd name="adj2" fmla="val 11417"/>
              <a:gd name="adj3" fmla="val 16667"/>
            </a:avLst>
          </a:prstGeom>
          <a:blipFill rotWithShape="1">
            <a:blip r:embed="rId4">
              <a:alphaModFix/>
            </a:blip>
            <a:tile tx="0" ty="0" sx="60000" sy="58999" flip="none" algn="tl"/>
          </a:blip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1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“Essentially, </a:t>
            </a:r>
            <a:br>
              <a:rPr lang="en-US" sz="4800" b="1" i="1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5600" b="1" i="1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all models are wrong, </a:t>
            </a:r>
            <a:br>
              <a:rPr lang="en-US" sz="5600" b="1" i="1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4800" b="1" i="1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but some are useful.”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4386471" y="4501650"/>
            <a:ext cx="7683474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George Box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Statistician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1919-2013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(conveyed to me Grace Wahba)</a:t>
            </a:r>
            <a:endParaRPr sz="2800" b="0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7655B9-A1AC-0AE6-C720-88167CAA2EC6}"/>
                  </a:ext>
                </a:extLst>
              </p14:cNvPr>
              <p14:cNvContentPartPr/>
              <p14:nvPr/>
            </p14:nvContentPartPr>
            <p14:xfrm>
              <a:off x="6979680" y="4916520"/>
              <a:ext cx="4860000" cy="1848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7655B9-A1AC-0AE6-C720-88167CAA2E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0320" y="4907160"/>
                <a:ext cx="4878720" cy="186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 txBox="1">
            <a:spLocks noGrp="1"/>
          </p:cNvSpPr>
          <p:nvPr>
            <p:ph type="title"/>
          </p:nvPr>
        </p:nvSpPr>
        <p:spPr>
          <a:xfrm>
            <a:off x="552450" y="129001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WHY DO WE BUILD MODELS?</a:t>
            </a:r>
            <a:endParaRPr/>
          </a:p>
        </p:txBody>
      </p:sp>
      <p:sp>
        <p:nvSpPr>
          <p:cNvPr id="218" name="Google Shape;218;p7"/>
          <p:cNvSpPr txBox="1">
            <a:spLocks noGrp="1"/>
          </p:cNvSpPr>
          <p:nvPr>
            <p:ph type="body" idx="1"/>
          </p:nvPr>
        </p:nvSpPr>
        <p:spPr>
          <a:xfrm>
            <a:off x="838200" y="1225964"/>
            <a:ext cx="10515600" cy="50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300"/>
              <a:t>Models enable us to make </a:t>
            </a:r>
            <a:r>
              <a:rPr lang="en-US" sz="2300" b="1"/>
              <a:t>accurate</a:t>
            </a:r>
            <a:r>
              <a:rPr lang="en-US" sz="2300"/>
              <a:t> </a:t>
            </a:r>
            <a:r>
              <a:rPr lang="en-US" sz="2300" b="1"/>
              <a:t>predictions</a:t>
            </a:r>
            <a:endParaRPr sz="2300"/>
          </a:p>
        </p:txBody>
      </p:sp>
      <p:pic>
        <p:nvPicPr>
          <p:cNvPr id="219" name="Google Shape;21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5648" y="1667126"/>
            <a:ext cx="3115951" cy="2077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3975" y="1667126"/>
            <a:ext cx="2959946" cy="2078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90650" y="1667127"/>
            <a:ext cx="2881412" cy="208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"/>
          <p:cNvSpPr/>
          <p:nvPr/>
        </p:nvSpPr>
        <p:spPr>
          <a:xfrm>
            <a:off x="838200" y="3706726"/>
            <a:ext cx="78183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→ Provide insight</a:t>
            </a:r>
            <a:r>
              <a:rPr lang="en-US" sz="2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 into complex phenomena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34297" y="4277729"/>
            <a:ext cx="3123407" cy="2373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49166" y="4277729"/>
            <a:ext cx="2582434" cy="2582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60400" y="4445184"/>
            <a:ext cx="3242350" cy="237370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5EE6AEC-6B64-F07F-406F-90E15197C22B}"/>
                  </a:ext>
                </a:extLst>
              </p14:cNvPr>
              <p14:cNvContentPartPr/>
              <p14:nvPr/>
            </p14:nvContentPartPr>
            <p14:xfrm>
              <a:off x="266400" y="3726000"/>
              <a:ext cx="10966320" cy="3002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5EE6AEC-6B64-F07F-406F-90E15197C22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7040" y="3716640"/>
                <a:ext cx="10985040" cy="302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5676" y="3982435"/>
            <a:ext cx="4986502" cy="2875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3974" y="1401832"/>
            <a:ext cx="6974874" cy="561275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 txBox="1">
            <a:spLocks noGrp="1"/>
          </p:cNvSpPr>
          <p:nvPr>
            <p:ph type="title"/>
          </p:nvPr>
        </p:nvSpPr>
        <p:spPr>
          <a:xfrm>
            <a:off x="1069848" y="139861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MODELS: “PHYSICAL” OR “MECHANISTIC”</a:t>
            </a:r>
            <a:endParaRPr dirty="0"/>
          </a:p>
        </p:txBody>
      </p:sp>
      <p:pic>
        <p:nvPicPr>
          <p:cNvPr id="234" name="Google Shape;234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3752" y="1711611"/>
            <a:ext cx="4034126" cy="211423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49A7A45-7DAC-62F5-C5D9-F421E9739892}"/>
                  </a:ext>
                </a:extLst>
              </p14:cNvPr>
              <p14:cNvContentPartPr/>
              <p14:nvPr/>
            </p14:nvContentPartPr>
            <p14:xfrm>
              <a:off x="5226840" y="965880"/>
              <a:ext cx="6198120" cy="5466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49A7A45-7DAC-62F5-C5D9-F421E97398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17480" y="956520"/>
                <a:ext cx="6216840" cy="5484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 txBox="1">
            <a:spLocks noGrp="1"/>
          </p:cNvSpPr>
          <p:nvPr>
            <p:ph type="title"/>
          </p:nvPr>
        </p:nvSpPr>
        <p:spPr>
          <a:xfrm>
            <a:off x="1069848" y="1798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MODELS: STATISTICAL CORRELATIONS (A)</a:t>
            </a:r>
            <a:endParaRPr dirty="0"/>
          </a:p>
        </p:txBody>
      </p:sp>
      <p:pic>
        <p:nvPicPr>
          <p:cNvPr id="241" name="Google Shape;24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379" y="1748119"/>
            <a:ext cx="5486773" cy="462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3567" y="4234877"/>
            <a:ext cx="2926509" cy="2323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5295" y="1748119"/>
            <a:ext cx="5538202" cy="413921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 txBox="1"/>
          <p:nvPr/>
        </p:nvSpPr>
        <p:spPr>
          <a:xfrm>
            <a:off x="8619587" y="6373907"/>
            <a:ext cx="2951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Nomura et al, PNAS 2010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F647FD-52E1-9E95-A543-B7DA229E05DF}"/>
                  </a:ext>
                </a:extLst>
              </p14:cNvPr>
              <p14:cNvContentPartPr/>
              <p14:nvPr/>
            </p14:nvContentPartPr>
            <p14:xfrm>
              <a:off x="3221640" y="198720"/>
              <a:ext cx="8611200" cy="5804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F647FD-52E1-9E95-A543-B7DA229E05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12280" y="189360"/>
                <a:ext cx="8629920" cy="582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 txBox="1">
            <a:spLocks noGrp="1"/>
          </p:cNvSpPr>
          <p:nvPr>
            <p:ph type="title"/>
          </p:nvPr>
        </p:nvSpPr>
        <p:spPr>
          <a:xfrm>
            <a:off x="1069848" y="2560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MODELS: STATISTICAL CORRELATIONS (1)</a:t>
            </a:r>
            <a:endParaRPr/>
          </a:p>
        </p:txBody>
      </p:sp>
      <p:pic>
        <p:nvPicPr>
          <p:cNvPr id="251" name="Google Shape;25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908" y="1883767"/>
            <a:ext cx="10438279" cy="456828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 txBox="1"/>
          <p:nvPr/>
        </p:nvSpPr>
        <p:spPr>
          <a:xfrm>
            <a:off x="8604658" y="6475163"/>
            <a:ext cx="29402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Massouh et al. IROS 2017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8C22C40-A88C-1690-434C-AE7F97C678C8}"/>
                  </a:ext>
                </a:extLst>
              </p14:cNvPr>
              <p14:cNvContentPartPr/>
              <p14:nvPr/>
            </p14:nvContentPartPr>
            <p14:xfrm>
              <a:off x="1851120" y="58320"/>
              <a:ext cx="8581320" cy="4113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8C22C40-A88C-1690-434C-AE7F97C678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1760" y="48960"/>
                <a:ext cx="8600040" cy="4131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 txBox="1">
            <a:spLocks noGrp="1"/>
          </p:cNvSpPr>
          <p:nvPr>
            <p:ph type="title"/>
          </p:nvPr>
        </p:nvSpPr>
        <p:spPr>
          <a:xfrm>
            <a:off x="833511" y="515788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MODELS AND THE WORLD</a:t>
            </a:r>
            <a:endParaRPr/>
          </a:p>
        </p:txBody>
      </p:sp>
      <p:sp>
        <p:nvSpPr>
          <p:cNvPr id="266" name="Google Shape;266;p13"/>
          <p:cNvSpPr txBox="1">
            <a:spLocks noGrp="1"/>
          </p:cNvSpPr>
          <p:nvPr>
            <p:ph type="body" idx="1"/>
          </p:nvPr>
        </p:nvSpPr>
        <p:spPr>
          <a:xfrm>
            <a:off x="833511" y="1703847"/>
            <a:ext cx="10697307" cy="515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 b="1" dirty="0"/>
              <a:t>Data Generation Process:</a:t>
            </a:r>
            <a:r>
              <a:rPr lang="en-US" sz="2400" dirty="0"/>
              <a:t> the real-world phenomena from which the data is collected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 b="1" dirty="0"/>
              <a:t>Example:</a:t>
            </a:r>
            <a:r>
              <a:rPr lang="en-US" sz="2000" dirty="0"/>
              <a:t> </a:t>
            </a:r>
            <a:r>
              <a:rPr lang="en-US" sz="2000" i="1" dirty="0"/>
              <a:t>everyday there are some number of clouds and it rains or doesn’t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We don’t know or can’t compute this, could be stochastic</a:t>
            </a: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Char char="▪"/>
            </a:pPr>
            <a:r>
              <a:rPr lang="en-US" sz="2400" b="1" dirty="0"/>
              <a:t>Model:</a:t>
            </a:r>
            <a:r>
              <a:rPr lang="en-US" sz="2400" dirty="0"/>
              <a:t> a theory of the data generation process</a:t>
            </a:r>
            <a:endParaRPr lang="en-US"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 b="1" dirty="0"/>
              <a:t>Example: </a:t>
            </a:r>
            <a:r>
              <a:rPr lang="en-US" sz="2000" i="1" dirty="0"/>
              <a:t>if there are more than X clouds then it will rain</a:t>
            </a:r>
            <a:endParaRPr sz="2000" b="1"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How do we pick this model? EDA? Art?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May not reflect reality … “all models are wrong …”</a:t>
            </a:r>
            <a:endParaRPr sz="2000"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Char char="▪"/>
            </a:pPr>
            <a:r>
              <a:rPr lang="en-US" sz="2400" b="1" dirty="0"/>
              <a:t>Estimated Model:</a:t>
            </a:r>
            <a:r>
              <a:rPr lang="en-US" sz="2400" dirty="0"/>
              <a:t> an instantiation of the model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 b="1" dirty="0"/>
              <a:t>Example: </a:t>
            </a:r>
            <a:r>
              <a:rPr lang="en-US" sz="2000" i="1" dirty="0"/>
              <a:t>If there are more than 42 clouds then it will rain</a:t>
            </a:r>
            <a:endParaRPr sz="2000" b="1"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How do we estimate it?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What makes the estimate “good”?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8C8412-4770-50EF-3921-FC728B6B1238}"/>
                  </a:ext>
                </a:extLst>
              </p14:cNvPr>
              <p14:cNvContentPartPr/>
              <p14:nvPr/>
            </p14:nvContentPartPr>
            <p14:xfrm>
              <a:off x="631800" y="2048760"/>
              <a:ext cx="10786320" cy="4085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8C8412-4770-50EF-3921-FC728B6B12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2440" y="2039400"/>
                <a:ext cx="10805040" cy="410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EXAMPLE – Air Quality Systems (AQS)</a:t>
            </a:r>
            <a:endParaRPr dirty="0"/>
          </a:p>
        </p:txBody>
      </p:sp>
      <p:sp>
        <p:nvSpPr>
          <p:cNvPr id="272" name="Google Shape;272;p14"/>
          <p:cNvSpPr txBox="1">
            <a:spLocks noGrp="1"/>
          </p:cNvSpPr>
          <p:nvPr>
            <p:ph type="body" idx="1"/>
          </p:nvPr>
        </p:nvSpPr>
        <p:spPr>
          <a:xfrm>
            <a:off x="1785946" y="7186481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Follow along with the notebook …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D4F4A19-F98B-9929-A4AE-87B3B62FF250}"/>
                  </a:ext>
                </a:extLst>
              </p14:cNvPr>
              <p14:cNvContentPartPr/>
              <p14:nvPr/>
            </p14:nvContentPartPr>
            <p14:xfrm>
              <a:off x="4245120" y="3924720"/>
              <a:ext cx="2582280" cy="717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D4F4A19-F98B-9929-A4AE-87B3B62FF2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5760" y="3915360"/>
                <a:ext cx="2601000" cy="736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STEP 1: UNDERSTANDING THE DATA (EDA)</a:t>
            </a:r>
            <a:endParaRPr/>
          </a:p>
        </p:txBody>
      </p:sp>
      <p:sp>
        <p:nvSpPr>
          <p:cNvPr id="278" name="Google Shape;278;p15"/>
          <p:cNvSpPr txBox="1">
            <a:spLocks noGrp="1"/>
          </p:cNvSpPr>
          <p:nvPr>
            <p:ph type="body" idx="1"/>
          </p:nvPr>
        </p:nvSpPr>
        <p:spPr>
          <a:xfrm>
            <a:off x="6667881" y="2028624"/>
            <a:ext cx="5157042" cy="458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4287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Data values come from neighboring instruments that measure the </a:t>
            </a:r>
            <a:r>
              <a:rPr lang="en-US" b="0" i="1" dirty="0">
                <a:solidFill>
                  <a:srgbClr val="333333"/>
                </a:solidFill>
                <a:effectLst/>
                <a:latin typeface="-apple-system"/>
              </a:rPr>
              <a:t>average daily concentration of particulate matter in the air on the same day</a:t>
            </a:r>
          </a:p>
          <a:p>
            <a:pPr marL="14287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dirty="0"/>
              <a:t>Why?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Predict</a:t>
            </a:r>
            <a:r>
              <a:rPr lang="en-US" dirty="0"/>
              <a:t> 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use accurate Air Quality System (AQS) sensors operated by the US government to predict the measurements made by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-apple-system"/>
              </a:rPr>
              <a:t>PurpleAir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 (PA) sensors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Understand</a:t>
            </a:r>
            <a:r>
              <a:rPr lang="en-US" dirty="0"/>
              <a:t> relationship between the sensors so that we can AQS to make PA measurements </a:t>
            </a:r>
            <a:r>
              <a:rPr lang="en-US" b="1" u="sng" dirty="0"/>
              <a:t>better</a:t>
            </a:r>
            <a:endParaRPr b="1" u="sng" dirty="0"/>
          </a:p>
        </p:txBody>
      </p:sp>
      <p:pic>
        <p:nvPicPr>
          <p:cNvPr id="279" name="Google Shape;279;p15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696730" y="2028624"/>
            <a:ext cx="5804993" cy="181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2D9502-33AC-FE6F-EEDB-52D9469F2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30" y="3886840"/>
            <a:ext cx="5295900" cy="2692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638A8B1-975A-01AC-796A-F2D894930E44}"/>
                  </a:ext>
                </a:extLst>
              </p14:cNvPr>
              <p14:cNvContentPartPr/>
              <p14:nvPr/>
            </p14:nvContentPartPr>
            <p14:xfrm>
              <a:off x="216720" y="2983320"/>
              <a:ext cx="11944800" cy="3404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638A8B1-975A-01AC-796A-F2D894930E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7360" y="2973960"/>
                <a:ext cx="11963520" cy="3423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"/>
          <p:cNvSpPr txBox="1">
            <a:spLocks noGrp="1"/>
          </p:cNvSpPr>
          <p:nvPr>
            <p:ph type="title"/>
          </p:nvPr>
        </p:nvSpPr>
        <p:spPr>
          <a:xfrm>
            <a:off x="552450" y="0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UNDERSTANDING THE VALUES</a:t>
            </a:r>
            <a:endParaRPr dirty="0"/>
          </a:p>
        </p:txBody>
      </p:sp>
      <p:sp>
        <p:nvSpPr>
          <p:cNvPr id="289" name="Google Shape;289;p16"/>
          <p:cNvSpPr txBox="1"/>
          <p:nvPr/>
        </p:nvSpPr>
        <p:spPr>
          <a:xfrm>
            <a:off x="2390132" y="4995186"/>
            <a:ext cx="247535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Observations: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Right skewed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Mode around </a:t>
            </a:r>
            <a:r>
              <a:rPr lang="en-US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6%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Mean around </a:t>
            </a:r>
            <a:r>
              <a:rPr lang="en-US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6%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 large bills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6"/>
          <p:cNvSpPr txBox="1"/>
          <p:nvPr/>
        </p:nvSpPr>
        <p:spPr>
          <a:xfrm>
            <a:off x="6537362" y="4995186"/>
            <a:ext cx="43365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Observations: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Right skewed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Mean around 12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Possibly bimodal? → Explanations?</a:t>
            </a:r>
            <a:endParaRPr sz="1800" b="0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Large outliers → Explanations?</a:t>
            </a:r>
            <a:endParaRPr sz="1800" b="0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4FB16F-AE4E-3B50-0395-5A155EFD8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392" y="1325563"/>
            <a:ext cx="9021016" cy="36591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B6F3654-37B4-4E06-66C2-AE0ABACCA4C1}"/>
                  </a:ext>
                </a:extLst>
              </p14:cNvPr>
              <p14:cNvContentPartPr/>
              <p14:nvPr/>
            </p14:nvContentPartPr>
            <p14:xfrm>
              <a:off x="637920" y="398880"/>
              <a:ext cx="9485280" cy="6348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B6F3654-37B4-4E06-66C2-AE0ABACCA4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8560" y="389520"/>
                <a:ext cx="9504000" cy="636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/>
              <a:t>STEP 1: DEFINE THE MODEL</a:t>
            </a:r>
            <a:endParaRPr/>
          </a:p>
        </p:txBody>
      </p:sp>
      <p:sp>
        <p:nvSpPr>
          <p:cNvPr id="306" name="Google Shape;306;p18"/>
          <p:cNvSpPr txBox="1">
            <a:spLocks noGrp="1"/>
          </p:cNvSpPr>
          <p:nvPr>
            <p:ph type="body" idx="1"/>
          </p:nvPr>
        </p:nvSpPr>
        <p:spPr>
          <a:xfrm>
            <a:off x="1771878" y="7270887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START SIMPLE!!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 txBox="1">
            <a:spLocks noGrp="1"/>
          </p:cNvSpPr>
          <p:nvPr>
            <p:ph type="title"/>
          </p:nvPr>
        </p:nvSpPr>
        <p:spPr>
          <a:xfrm>
            <a:off x="829521" y="422984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START WITH A </a:t>
            </a:r>
            <a:r>
              <a:rPr lang="en-US" b="1" i="1" u="sng"/>
              <a:t>SIMPLE MODEL</a:t>
            </a:r>
            <a:r>
              <a:rPr lang="en-US"/>
              <a:t>: CONSTANT</a:t>
            </a:r>
            <a:endParaRPr b="1" i="1" u="sn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Google Shape;313;p1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29521" y="2473026"/>
                <a:ext cx="11141765" cy="4545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82880" lvl="0" indent="-182880">
                  <a:lnSpc>
                    <a:spcPct val="90000"/>
                  </a:lnSpc>
                  <a:spcBef>
                    <a:spcPts val="0"/>
                  </a:spcBef>
                  <a:buSzPts val="1700"/>
                  <a:buChar char="▪"/>
                </a:pPr>
                <a:r>
                  <a:rPr lang="en-US" b="1" dirty="0"/>
                  <a:t>Rationale: </a:t>
                </a:r>
                <a:r>
                  <a:rPr lang="en-US" dirty="0"/>
                  <a:t>There is a additive constant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ar-AE" dirty="0"/>
                  <a:t> </a:t>
                </a:r>
                <a:r>
                  <a:rPr lang="en-US" dirty="0"/>
                  <a:t>and multiplicative/scale factor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such that all readings in AQ can be converted to a reading in PA</a:t>
                </a:r>
                <a:endParaRPr lang="ar-AE" dirty="0"/>
              </a:p>
              <a:p>
                <a:pPr marL="457200" lvl="1" indent="-18288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sz="2000" dirty="0"/>
                  <a:t>Correct?</a:t>
                </a:r>
                <a:endParaRPr lang="en-US" dirty="0"/>
              </a:p>
              <a:p>
                <a:pPr marL="731520" lvl="2" indent="-182879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sz="2000" i="1" dirty="0"/>
                  <a:t>No!  We have different observed values in our data</a:t>
                </a:r>
                <a:endParaRPr lang="en-US" dirty="0"/>
              </a:p>
              <a:p>
                <a:pPr marL="731520" lvl="2" indent="-182879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sz="2000" i="1" dirty="0"/>
                  <a:t>Why? Maybe PA sensor has different failure modes – humidity etc.</a:t>
                </a:r>
                <a:endParaRPr lang="en-US" dirty="0"/>
              </a:p>
              <a:p>
                <a:pPr marL="457200" lvl="1" indent="-182880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sz="2000" dirty="0"/>
                  <a:t>Useful? </a:t>
                </a:r>
                <a:endParaRPr lang="en-US" dirty="0"/>
              </a:p>
              <a:p>
                <a:pPr marL="731520" lvl="2" indent="-182879">
                  <a:lnSpc>
                    <a:spcPct val="90000"/>
                  </a:lnSpc>
                  <a:spcBef>
                    <a:spcPts val="600"/>
                  </a:spcBef>
                  <a:buSzPts val="1700"/>
                  <a:buChar char="▪"/>
                </a:pPr>
                <a:r>
                  <a:rPr lang="en-US" sz="2000" dirty="0"/>
                  <a:t>Perhaps.  A good 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l-GR" sz="2000" i="1" dirty="0"/>
                  <a:t> </a:t>
                </a:r>
                <a:r>
                  <a:rPr lang="en-US" sz="2000" dirty="0"/>
                  <a:t>could allow us to predict values …</a:t>
                </a:r>
              </a:p>
              <a:p>
                <a:pPr marL="182880" lvl="0" indent="-182880">
                  <a:lnSpc>
                    <a:spcPct val="90000"/>
                  </a:lnSpc>
                  <a:spcBef>
                    <a:spcPts val="1400"/>
                  </a:spcBef>
                  <a:buSzPts val="1700"/>
                  <a:buChar char="▪"/>
                </a:pPr>
                <a:r>
                  <a:rPr lang="en-US" dirty="0"/>
                  <a:t>The </a:t>
                </a:r>
                <a:r>
                  <a:rPr lang="en-US" b="1" dirty="0"/>
                  <a:t>parameters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l-GR" dirty="0"/>
                  <a:t> </a:t>
                </a:r>
                <a:r>
                  <a:rPr lang="en-US" dirty="0"/>
                  <a:t>are determined by the “universe”</a:t>
                </a:r>
              </a:p>
              <a:p>
                <a:pPr marL="457200" lvl="1" indent="-182880">
                  <a:lnSpc>
                    <a:spcPct val="90000"/>
                  </a:lnSpc>
                  <a:spcBef>
                    <a:spcPts val="400"/>
                  </a:spcBef>
                  <a:buSzPts val="1700"/>
                  <a:buChar char="▪"/>
                </a:pPr>
                <a:r>
                  <a:rPr lang="en-US" sz="2000" dirty="0"/>
                  <a:t>we generally don’t get to see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l-GR" sz="2000" i="1" dirty="0"/>
                  <a:t> … </a:t>
                </a:r>
                <a:endParaRPr lang="el-GR" dirty="0"/>
              </a:p>
              <a:p>
                <a:pPr marL="457200" lvl="1" indent="-182880">
                  <a:lnSpc>
                    <a:spcPct val="90000"/>
                  </a:lnSpc>
                  <a:spcBef>
                    <a:spcPts val="600"/>
                  </a:spcBef>
                  <a:buSzPts val="1700"/>
                  <a:buChar char="▪"/>
                </a:pPr>
                <a:r>
                  <a:rPr lang="en-US" sz="2000" dirty="0"/>
                  <a:t>we will need to develop a procedure to </a:t>
                </a:r>
                <a:r>
                  <a:rPr lang="en-US" sz="2000" b="1" dirty="0"/>
                  <a:t>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l-GR" sz="2000" b="1" i="1" dirty="0"/>
                  <a:t> </a:t>
                </a:r>
                <a:r>
                  <a:rPr lang="en-US" sz="2000" b="1" dirty="0"/>
                  <a:t>from the data</a:t>
                </a:r>
                <a:endParaRPr dirty="0"/>
              </a:p>
            </p:txBody>
          </p:sp>
        </mc:Choice>
        <mc:Fallback xmlns="">
          <p:sp>
            <p:nvSpPr>
              <p:cNvPr id="313" name="Google Shape;313;p1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29521" y="2473026"/>
                <a:ext cx="11141765" cy="4545496"/>
              </a:xfrm>
              <a:prstGeom prst="rect">
                <a:avLst/>
              </a:prstGeom>
              <a:blipFill>
                <a:blip r:embed="rId3"/>
                <a:stretch>
                  <a:fillRect l="-456" t="-25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5" name="Google Shape;315;p19"/>
          <p:cNvGrpSpPr/>
          <p:nvPr/>
        </p:nvGrpSpPr>
        <p:grpSpPr>
          <a:xfrm>
            <a:off x="5186363" y="1685215"/>
            <a:ext cx="5838083" cy="1015663"/>
            <a:chOff x="7779028" y="1360172"/>
            <a:chExt cx="3948802" cy="1015663"/>
          </a:xfrm>
        </p:grpSpPr>
        <p:cxnSp>
          <p:nvCxnSpPr>
            <p:cNvPr id="316" name="Google Shape;316;p19"/>
            <p:cNvCxnSpPr/>
            <p:nvPr/>
          </p:nvCxnSpPr>
          <p:spPr>
            <a:xfrm rot="10800000">
              <a:off x="7779028" y="1603306"/>
              <a:ext cx="1020417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17" name="Google Shape;317;p19"/>
            <p:cNvSpPr txBox="1"/>
            <p:nvPr/>
          </p:nvSpPr>
          <p:spPr>
            <a:xfrm>
              <a:off x="8824471" y="1360172"/>
              <a:ext cx="2903359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*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 Means true parameter</a:t>
              </a:r>
              <a:br>
                <a:rPr lang="en-US" sz="1800" b="0" i="0" u="none" strike="noStrike" cap="none" dirty="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</a:br>
              <a:r>
                <a:rPr lang="en-US" sz="1800" b="0" i="0" u="none" strike="noStrike" cap="none" dirty="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determined by universe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1C24E5-59F2-BAD1-49F1-9401323EC5A3}"/>
                  </a:ext>
                </a:extLst>
              </p:cNvPr>
              <p:cNvSpPr txBox="1"/>
              <p:nvPr/>
            </p:nvSpPr>
            <p:spPr>
              <a:xfrm>
                <a:off x="1457325" y="1709857"/>
                <a:ext cx="4843463" cy="532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𝐴𝑄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1C24E5-59F2-BAD1-49F1-9401323EC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325" y="1709857"/>
                <a:ext cx="4843463" cy="532646"/>
              </a:xfrm>
              <a:prstGeom prst="rect">
                <a:avLst/>
              </a:prstGeom>
              <a:blipFill>
                <a:blip r:embed="rId4"/>
                <a:stretch>
                  <a:fillRect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841A61-EF3A-EBDA-1219-87BD23E349F2}"/>
                  </a:ext>
                </a:extLst>
              </p14:cNvPr>
              <p14:cNvContentPartPr/>
              <p14:nvPr/>
            </p14:nvContentPartPr>
            <p14:xfrm>
              <a:off x="137520" y="835560"/>
              <a:ext cx="11491200" cy="4815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841A61-EF3A-EBDA-1219-87BD23E349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160" y="826200"/>
                <a:ext cx="11509920" cy="4834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Google Shape;323;p20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1069848" y="484632"/>
                <a:ext cx="10747014" cy="16093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5400"/>
                  <a:buFont typeface="Rockwell"/>
                  <a:buNone/>
                </a:pPr>
                <a:r>
                  <a:rPr lang="en-US" dirty="0"/>
                  <a:t>HOW DO WE ESTIMATE THE PARAMETERS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i="1" dirty="0"/>
                  <a:t> </a:t>
                </a:r>
                <a:endParaRPr dirty="0"/>
              </a:p>
            </p:txBody>
          </p:sp>
        </mc:Choice>
        <mc:Fallback xmlns="">
          <p:sp>
            <p:nvSpPr>
              <p:cNvPr id="323" name="Google Shape;323;p2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69848" y="484632"/>
                <a:ext cx="10747014" cy="1609344"/>
              </a:xfrm>
              <a:prstGeom prst="rect">
                <a:avLst/>
              </a:prstGeom>
              <a:blipFill>
                <a:blip r:embed="rId3"/>
                <a:stretch>
                  <a:fillRect l="-1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Google Shape;324;p2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69848" y="1678339"/>
                <a:ext cx="10515600" cy="48605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82880" lvl="0" indent="-18288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40"/>
                  <a:buChar char="▪"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/>
                  <a:t> denote (AQ, PA)</a:t>
                </a:r>
              </a:p>
              <a:p>
                <a:pPr marL="182880" indent="-182880">
                  <a:lnSpc>
                    <a:spcPct val="90000"/>
                  </a:lnSpc>
                  <a:spcBef>
                    <a:spcPts val="0"/>
                  </a:spcBef>
                  <a:buSzPts val="2040"/>
                  <a:buFont typeface="Wingdings"/>
                  <a:buChar char="▪"/>
                </a:pPr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𝐴𝑄</m:t>
                    </m:r>
                  </m:oMath>
                </a14:m>
                <a:r>
                  <a:rPr lang="en-US" sz="2400" dirty="0"/>
                  <a:t> is the same as (or is equivalent to)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/>
              </a:p>
              <a:p>
                <a:pPr marL="182880" lvl="0" indent="-18288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40"/>
                  <a:buChar char="▪"/>
                </a:pPr>
                <a:r>
                  <a:rPr lang="en-US" sz="2400" dirty="0"/>
                  <a:t>Guess a number using </a:t>
                </a:r>
                <a:r>
                  <a:rPr lang="en-US" sz="2400" b="1" dirty="0"/>
                  <a:t>prior knowledge</a:t>
                </a:r>
                <a:r>
                  <a:rPr lang="en-US" sz="2400" dirty="0"/>
                  <a:t>: 1, 1.5</a:t>
                </a:r>
                <a:endParaRPr lang="en-US" dirty="0"/>
              </a:p>
              <a:p>
                <a:pPr marL="182880" lvl="0" indent="-182880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2040"/>
                  <a:buChar char="▪"/>
                </a:pPr>
                <a:r>
                  <a:rPr lang="en-US" sz="2400" b="1" dirty="0"/>
                  <a:t>Use the data!  </a:t>
                </a:r>
                <a:r>
                  <a:rPr lang="en-US" sz="2400" dirty="0"/>
                  <a:t>How?</a:t>
                </a:r>
                <a:endParaRPr lang="en-US" dirty="0"/>
              </a:p>
              <a:p>
                <a:pPr marL="182880" lvl="0" indent="-182880">
                  <a:lnSpc>
                    <a:spcPct val="90000"/>
                  </a:lnSpc>
                  <a:spcBef>
                    <a:spcPts val="1200"/>
                  </a:spcBef>
                  <a:buSzPts val="2040"/>
                  <a:buChar char="▪"/>
                </a:pPr>
                <a:r>
                  <a:rPr lang="en-US" sz="2400" dirty="0"/>
                  <a:t>Estimate the values </a:t>
                </a:r>
                <a:r>
                  <a:rPr lang="en-US" sz="2400" i="1" dirty="0"/>
                  <a:t>as:</a:t>
                </a:r>
                <a:endParaRPr lang="en-US" sz="2400" b="1" dirty="0"/>
              </a:p>
              <a:p>
                <a:pPr marL="457200" lvl="1" indent="-18288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sz="2000" dirty="0"/>
                  <a:t>the observed value from a </a:t>
                </a:r>
                <a:r>
                  <a:rPr lang="en-US" sz="2000" b="1" dirty="0"/>
                  <a:t>randomly selected </a:t>
                </a:r>
                <a:r>
                  <a:rPr lang="en-US" sz="2000" dirty="0"/>
                  <a:t>receipt</a:t>
                </a:r>
                <a:endParaRPr lang="en-US" dirty="0"/>
              </a:p>
              <a:p>
                <a:pPr marL="457200" lvl="1" indent="-182880">
                  <a:lnSpc>
                    <a:spcPct val="90000"/>
                  </a:lnSpc>
                  <a:spcBef>
                    <a:spcPts val="600"/>
                  </a:spcBef>
                  <a:buSzPts val="1700"/>
                  <a:buChar char="▪"/>
                </a:pPr>
                <a:r>
                  <a:rPr lang="en-US" sz="2000" dirty="0"/>
                  <a:t>the</a:t>
                </a:r>
                <a:r>
                  <a:rPr lang="en-US" sz="2000" b="1" dirty="0"/>
                  <a:t> mode</a:t>
                </a:r>
                <a:r>
                  <a:rPr lang="en-US" sz="2000" dirty="0"/>
                  <a:t> of the observed values</a:t>
                </a:r>
                <a:endParaRPr lang="ar-AE" dirty="0"/>
              </a:p>
              <a:p>
                <a:pPr marL="457200" lvl="1" indent="-182880">
                  <a:lnSpc>
                    <a:spcPct val="90000"/>
                  </a:lnSpc>
                  <a:spcBef>
                    <a:spcPts val="600"/>
                  </a:spcBef>
                  <a:buSzPts val="1700"/>
                  <a:buChar char="▪"/>
                </a:pPr>
                <a:r>
                  <a:rPr lang="en-US" sz="2000" dirty="0"/>
                  <a:t>the </a:t>
                </a:r>
                <a:r>
                  <a:rPr lang="en-US" sz="2000" b="1" dirty="0"/>
                  <a:t>mean</a:t>
                </a:r>
                <a:r>
                  <a:rPr lang="en-US" sz="2000" dirty="0"/>
                  <a:t> of the observed values </a:t>
                </a:r>
                <a:endParaRPr lang="ar-AE" dirty="0"/>
              </a:p>
              <a:p>
                <a:pPr marL="457200" lvl="1" indent="-182880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sz="2000" dirty="0"/>
                  <a:t>the </a:t>
                </a:r>
                <a:r>
                  <a:rPr lang="en-US" sz="2000" b="1" dirty="0"/>
                  <a:t>median</a:t>
                </a:r>
                <a:r>
                  <a:rPr lang="en-US" sz="2000" dirty="0"/>
                  <a:t> of the observed values</a:t>
                </a:r>
              </a:p>
              <a:p>
                <a:pPr marL="457200" lvl="1" indent="-182880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sz="2000" dirty="0"/>
                  <a:t>the </a:t>
                </a:r>
                <a:r>
                  <a:rPr lang="en-US" sz="2000" b="1" dirty="0"/>
                  <a:t>quantiles and so on…</a:t>
                </a:r>
                <a:endParaRPr lang="en-US" b="1" dirty="0"/>
              </a:p>
              <a:p>
                <a:pPr marL="182880" lvl="0" indent="-182880" algn="l" rtl="0">
                  <a:lnSpc>
                    <a:spcPct val="90000"/>
                  </a:lnSpc>
                  <a:spcBef>
                    <a:spcPts val="1400"/>
                  </a:spcBef>
                  <a:spcAft>
                    <a:spcPts val="0"/>
                  </a:spcAft>
                  <a:buSzPts val="2040"/>
                  <a:buChar char="▪"/>
                </a:pPr>
                <a:r>
                  <a:rPr lang="en-US" sz="2400" dirty="0"/>
                  <a:t>Which is the best?  How do I define best?</a:t>
                </a:r>
                <a:endParaRPr lang="en-US" dirty="0"/>
              </a:p>
              <a:p>
                <a:pPr marL="457200" lvl="1" indent="-18288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sz="2000" dirty="0"/>
                  <a:t>Depends on our goals …</a:t>
                </a:r>
                <a:endParaRPr sz="2000" dirty="0"/>
              </a:p>
            </p:txBody>
          </p:sp>
        </mc:Choice>
        <mc:Fallback xmlns="">
          <p:sp>
            <p:nvSpPr>
              <p:cNvPr id="324" name="Google Shape;324;p2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69848" y="1678339"/>
                <a:ext cx="10515600" cy="4860579"/>
              </a:xfrm>
              <a:prstGeom prst="rect">
                <a:avLst/>
              </a:prstGeom>
              <a:blipFill>
                <a:blip r:embed="rId4"/>
                <a:stretch>
                  <a:fillRect l="-724" t="-18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407F7A-5DA0-053C-2187-D9B5B83BB06E}"/>
                  </a:ext>
                </a:extLst>
              </p14:cNvPr>
              <p14:cNvContentPartPr/>
              <p14:nvPr/>
            </p14:nvContentPartPr>
            <p14:xfrm>
              <a:off x="2137320" y="1652760"/>
              <a:ext cx="8246160" cy="4264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407F7A-5DA0-053C-2187-D9B5B83BB0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27960" y="1643400"/>
                <a:ext cx="8264880" cy="428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3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3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3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3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"/>
                                        <p:tgtEl>
                                          <p:spTgt spid="3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"/>
                                        <p:tgtEl>
                                          <p:spTgt spid="3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"/>
                                        <p:tgtEl>
                                          <p:spTgt spid="3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>
            <a:spLocks noGrp="1"/>
          </p:cNvSpPr>
          <p:nvPr>
            <p:ph type="title"/>
          </p:nvPr>
        </p:nvSpPr>
        <p:spPr>
          <a:xfrm>
            <a:off x="479075" y="484625"/>
            <a:ext cx="115173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DEFINING THE OBJECTIVE (GOAL) 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Google Shape;331;p2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69848" y="2093976"/>
                <a:ext cx="10704810" cy="4701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82880" lvl="0" indent="-182880">
                  <a:lnSpc>
                    <a:spcPct val="90000"/>
                  </a:lnSpc>
                  <a:spcBef>
                    <a:spcPts val="0"/>
                  </a:spcBef>
                  <a:buSzPts val="2340"/>
                  <a:buChar char="▪"/>
                </a:pPr>
                <a:r>
                  <a:rPr lang="en-US" sz="2700" b="1" dirty="0"/>
                  <a:t>Ideal Goal: </a:t>
                </a:r>
                <a:r>
                  <a:rPr lang="en-US" sz="2700" dirty="0"/>
                  <a:t>estimate a value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ar-AE" sz="2800" i="1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ar-AE" sz="2700" i="1" dirty="0"/>
                  <a:t> </a:t>
                </a:r>
                <a:r>
                  <a:rPr lang="en-US" sz="2700" dirty="0"/>
                  <a:t>such that the model makes good predictions about the future.</a:t>
                </a:r>
                <a:endParaRPr lang="en-US" sz="2300" dirty="0"/>
              </a:p>
              <a:p>
                <a:pPr marL="457200" lvl="1" indent="-20193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SzPts val="2000"/>
                  <a:buChar char="▪"/>
                </a:pPr>
                <a:r>
                  <a:rPr lang="en-US" sz="2300" b="1" dirty="0"/>
                  <a:t>Great goal! </a:t>
                </a:r>
                <a:r>
                  <a:rPr lang="en-US" sz="2300" dirty="0"/>
                  <a:t>Problem?</a:t>
                </a:r>
                <a:endParaRPr lang="en-US" sz="2100" dirty="0"/>
              </a:p>
              <a:p>
                <a:pPr marL="731520" lvl="2" indent="-201929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2000"/>
                  <a:buChar char="▪"/>
                </a:pPr>
                <a:r>
                  <a:rPr lang="en-US" sz="2300" dirty="0"/>
                  <a:t>We don’t know the future.  How will we know if our estimate is good?</a:t>
                </a:r>
                <a:endParaRPr lang="en-US" sz="1900" dirty="0"/>
              </a:p>
              <a:p>
                <a:pPr marL="457200" lvl="1" indent="-201930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2000"/>
                  <a:buChar char="▪"/>
                </a:pPr>
                <a:r>
                  <a:rPr lang="en-US" sz="2300" dirty="0"/>
                  <a:t>There is hope! … we will return to this goal …</a:t>
                </a:r>
                <a:r>
                  <a:rPr lang="en-US" sz="2300" i="1" dirty="0"/>
                  <a:t> in the future</a:t>
                </a:r>
                <a:r>
                  <a:rPr lang="en-US" sz="2300" dirty="0"/>
                  <a:t> ☺</a:t>
                </a:r>
              </a:p>
              <a:p>
                <a:pPr marL="457200" lvl="1" indent="-201930">
                  <a:lnSpc>
                    <a:spcPct val="90000"/>
                  </a:lnSpc>
                  <a:spcBef>
                    <a:spcPts val="600"/>
                  </a:spcBef>
                  <a:buSzPts val="2000"/>
                  <a:buChar char="▪"/>
                </a:pPr>
                <a:r>
                  <a:rPr lang="en-US" sz="2300" dirty="0"/>
                  <a:t>We can use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=[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ar-AE" i="1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100" dirty="0"/>
                  <a:t> to simplify notation – this is two dimensional </a:t>
                </a:r>
                <a:r>
                  <a:rPr lang="en-US" sz="2100" b="1" i="1" u="sng" dirty="0"/>
                  <a:t>vector</a:t>
                </a:r>
              </a:p>
              <a:p>
                <a:pPr marL="457200" lvl="1" indent="-201930">
                  <a:lnSpc>
                    <a:spcPct val="90000"/>
                  </a:lnSpc>
                  <a:spcBef>
                    <a:spcPts val="600"/>
                  </a:spcBef>
                  <a:buSzPts val="2000"/>
                  <a:buChar char="▪"/>
                </a:pPr>
                <a:r>
                  <a:rPr lang="en-US" sz="2800" b="1" i="1" u="sng" dirty="0"/>
                  <a:t>This lecture: we will assume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u="sng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 u="sng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800" b="1" i="1" u="sng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800" b="1" i="1" u="sng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800" b="1" i="1" u="sng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u="sng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800" b="1" i="1" u="sng" dirty="0"/>
                  <a:t> (boring or uncorrelated case, but let’s understand how to solve).  </a:t>
                </a:r>
                <a:r>
                  <a:rPr lang="en-US" sz="2800" dirty="0"/>
                  <a:t>Any guesses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800" dirty="0"/>
                  <a:t>?</a:t>
                </a:r>
                <a:endParaRPr lang="ar-AE" sz="2800" b="1" i="1" u="sng" dirty="0"/>
              </a:p>
              <a:p>
                <a:pPr marL="182880" lvl="0" indent="-182880">
                  <a:lnSpc>
                    <a:spcPct val="90000"/>
                  </a:lnSpc>
                  <a:spcBef>
                    <a:spcPts val="1400"/>
                  </a:spcBef>
                  <a:buSzPts val="2340"/>
                  <a:buChar char="▪"/>
                </a:pPr>
                <a:r>
                  <a:rPr lang="en-US" sz="2700" b="1" dirty="0"/>
                  <a:t>Simpler Goal:</a:t>
                </a:r>
                <a:r>
                  <a:rPr lang="en-US" sz="2700" dirty="0"/>
                  <a:t> 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700" dirty="0"/>
                  <a:t>such that the model </a:t>
                </a:r>
                <a:r>
                  <a:rPr lang="en-US" sz="2700" b="1" dirty="0"/>
                  <a:t>“</a:t>
                </a:r>
                <a:r>
                  <a:rPr lang="en-US" sz="2700" b="1" i="1" dirty="0"/>
                  <a:t>fits”</a:t>
                </a:r>
                <a:r>
                  <a:rPr lang="en-US" sz="2700" dirty="0"/>
                  <a:t> the data</a:t>
                </a:r>
                <a:endParaRPr lang="en-US" sz="2300" dirty="0"/>
              </a:p>
              <a:p>
                <a:pPr marL="457200" lvl="1" indent="-20193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SzPts val="2000"/>
                  <a:buChar char="▪"/>
                </a:pPr>
                <a:r>
                  <a:rPr lang="en-US" sz="2300" dirty="0"/>
                  <a:t>What does it mean to </a:t>
                </a:r>
                <a:r>
                  <a:rPr lang="en-US" sz="2300" i="1" dirty="0"/>
                  <a:t>“fit”</a:t>
                </a:r>
                <a:r>
                  <a:rPr lang="en-US" sz="2300" dirty="0"/>
                  <a:t> the data?</a:t>
                </a:r>
                <a:endParaRPr lang="en-US" sz="2100" dirty="0"/>
              </a:p>
              <a:p>
                <a:pPr marL="457200" lvl="1" indent="-201930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2000"/>
                  <a:buChar char="▪"/>
                </a:pPr>
                <a:r>
                  <a:rPr lang="en-US" sz="2300" dirty="0"/>
                  <a:t>We can define a </a:t>
                </a:r>
                <a:r>
                  <a:rPr lang="en-US" sz="2300" b="1" dirty="0"/>
                  <a:t>loss function </a:t>
                </a:r>
                <a:r>
                  <a:rPr lang="en-US" sz="2300" dirty="0"/>
                  <a:t>that measures the error in our model on the data</a:t>
                </a:r>
                <a:endParaRPr sz="2100" dirty="0"/>
              </a:p>
            </p:txBody>
          </p:sp>
        </mc:Choice>
        <mc:Fallback xmlns="">
          <p:sp>
            <p:nvSpPr>
              <p:cNvPr id="331" name="Google Shape;331;p2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69848" y="2093976"/>
                <a:ext cx="10704810" cy="4701552"/>
              </a:xfrm>
              <a:prstGeom prst="rect">
                <a:avLst/>
              </a:prstGeom>
              <a:blipFill>
                <a:blip r:embed="rId3"/>
                <a:stretch>
                  <a:fillRect l="-948" t="-2965" r="-20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E783A27-4522-5EE7-BCD6-B8335B3335BA}"/>
                  </a:ext>
                </a:extLst>
              </p14:cNvPr>
              <p14:cNvContentPartPr/>
              <p14:nvPr/>
            </p14:nvContentPartPr>
            <p14:xfrm>
              <a:off x="1778040" y="396000"/>
              <a:ext cx="9986040" cy="6338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E783A27-4522-5EE7-BCD6-B8335B3335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68680" y="386640"/>
                <a:ext cx="10004760" cy="635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/>
              <a:t>STEP 2: DEFINE THE LOSS</a:t>
            </a:r>
            <a:endParaRPr/>
          </a:p>
        </p:txBody>
      </p:sp>
      <p:sp>
        <p:nvSpPr>
          <p:cNvPr id="346" name="Google Shape;346;p24"/>
          <p:cNvSpPr txBox="1">
            <a:spLocks noGrp="1"/>
          </p:cNvSpPr>
          <p:nvPr>
            <p:ph type="body" idx="1"/>
          </p:nvPr>
        </p:nvSpPr>
        <p:spPr>
          <a:xfrm>
            <a:off x="1771878" y="7017668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“Take the </a:t>
            </a:r>
            <a:r>
              <a:rPr lang="en-US" sz="3200"/>
              <a:t>L</a:t>
            </a:r>
            <a:r>
              <a:rPr lang="en-US"/>
              <a:t>oss”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CC81D5-14D8-D435-0D5C-1E90881C0BCE}"/>
                  </a:ext>
                </a:extLst>
              </p14:cNvPr>
              <p14:cNvContentPartPr/>
              <p14:nvPr/>
            </p14:nvContentPartPr>
            <p14:xfrm>
              <a:off x="4770000" y="2954520"/>
              <a:ext cx="6901920" cy="1500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CC81D5-14D8-D435-0D5C-1E90881C0B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60640" y="2945160"/>
                <a:ext cx="6920640" cy="151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>
            <a:spLocks noGrp="1"/>
          </p:cNvSpPr>
          <p:nvPr>
            <p:ph type="title"/>
          </p:nvPr>
        </p:nvSpPr>
        <p:spPr>
          <a:xfrm>
            <a:off x="1042640" y="410308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LOSS FUNCTIONS</a:t>
            </a:r>
            <a:endParaRPr/>
          </a:p>
        </p:txBody>
      </p:sp>
      <p:sp>
        <p:nvSpPr>
          <p:cNvPr id="353" name="Google Shape;353;p25"/>
          <p:cNvSpPr txBox="1">
            <a:spLocks noGrp="1"/>
          </p:cNvSpPr>
          <p:nvPr>
            <p:ph type="body" idx="1"/>
          </p:nvPr>
        </p:nvSpPr>
        <p:spPr>
          <a:xfrm>
            <a:off x="1042640" y="1628324"/>
            <a:ext cx="9620671" cy="522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 b="1" dirty="0"/>
              <a:t>Loss function</a:t>
            </a:r>
            <a:r>
              <a:rPr lang="en-US" sz="2400" dirty="0"/>
              <a:t>: a function that characterizes the cost, error, or loss resulting from a particular choice of model or model parameters.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 i="1" dirty="0"/>
              <a:t>Many definitions</a:t>
            </a:r>
            <a:r>
              <a:rPr lang="en-US" sz="2400" dirty="0"/>
              <a:t> of loss functions and the choice of loss function affects the </a:t>
            </a:r>
            <a:r>
              <a:rPr lang="en-US" sz="2400" b="1" dirty="0"/>
              <a:t>accuracy </a:t>
            </a:r>
            <a:r>
              <a:rPr lang="en-US" sz="2400" dirty="0"/>
              <a:t>and </a:t>
            </a:r>
            <a:r>
              <a:rPr lang="en-US" sz="2400" b="1" dirty="0"/>
              <a:t>computational cost of estimation</a:t>
            </a:r>
            <a:r>
              <a:rPr lang="en-US" sz="2400" dirty="0"/>
              <a:t>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The choice of loss function </a:t>
            </a:r>
            <a:r>
              <a:rPr lang="en-US" sz="2400" b="1" dirty="0"/>
              <a:t>depends on the estimation task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quantitative (e.g., tip) or qualitative variable (e.g., political affiliation)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Do we care about the outliers?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Are all errors equally costly? (e.g., false negative on cancer test)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FFDB245-F9A7-5C5D-5EAB-9F2AE1087E5F}"/>
                  </a:ext>
                </a:extLst>
              </p14:cNvPr>
              <p14:cNvContentPartPr/>
              <p14:nvPr/>
            </p14:nvContentPartPr>
            <p14:xfrm>
              <a:off x="1790280" y="1913400"/>
              <a:ext cx="8441640" cy="2450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FFDB245-F9A7-5C5D-5EAB-9F2AE1087E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0920" y="1904040"/>
                <a:ext cx="8460360" cy="246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06" name="Google Shape;406;p29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1069848" y="484632"/>
                <a:ext cx="10058400" cy="16093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0"/>
                  </a:spcBef>
                  <a:buSzPts val="5400"/>
                </a:pPr>
                <a:r>
                  <a:rPr lang="en-US" dirty="0"/>
                  <a:t>SQUARED LOSS (will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instead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)</a:t>
                </a:r>
                <a:endParaRPr dirty="0"/>
              </a:p>
            </p:txBody>
          </p:sp>
        </mc:Choice>
        <mc:Fallback xmlns="">
          <p:sp>
            <p:nvSpPr>
              <p:cNvPr id="406" name="Google Shape;406;p2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69848" y="484632"/>
                <a:ext cx="10058400" cy="1609344"/>
              </a:xfrm>
              <a:prstGeom prst="rect">
                <a:avLst/>
              </a:prstGeom>
              <a:blipFill>
                <a:blip r:embed="rId3"/>
                <a:stretch>
                  <a:fillRect l="-15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7" name="Google Shape;407;p2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41248" y="4826392"/>
                <a:ext cx="10515600" cy="27181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82880" lvl="0" indent="-18288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dirty="0"/>
                  <a:t>Also known as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loss (pronounced “</a:t>
                </a:r>
                <a:r>
                  <a:rPr lang="en-US" dirty="0" err="1"/>
                  <a:t>el</a:t>
                </a:r>
                <a:r>
                  <a:rPr lang="en-US" dirty="0"/>
                  <a:t> two”, also seen as </a:t>
                </a:r>
                <a:r>
                  <a:rPr lang="en-US" i="1" dirty="0"/>
                  <a:t>L</a:t>
                </a:r>
                <a:r>
                  <a:rPr lang="en-US" i="1" baseline="30000" dirty="0"/>
                  <a:t>2</a:t>
                </a:r>
                <a:r>
                  <a:rPr lang="en-US" dirty="0"/>
                  <a:t> )</a:t>
                </a:r>
              </a:p>
              <a:p>
                <a:pPr marL="182880" lvl="0" indent="-182880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dirty="0"/>
                  <a:t>Reasonable?</a:t>
                </a:r>
              </a:p>
              <a:p>
                <a:pPr marL="457200" lvl="1" indent="-18288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SzPts val="1530"/>
                  <a:buChar char="▪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i="1" dirty="0"/>
                  <a:t> = y → good prediction → good fit → no loss!</a:t>
                </a:r>
                <a:endParaRPr lang="en-US" dirty="0"/>
              </a:p>
              <a:p>
                <a:pPr marL="457200" lvl="1" indent="-182880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1530"/>
                  <a:buChar char="▪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i="1" dirty="0"/>
                  <a:t> far from y → bad prediction → bad fit → lots of loss!</a:t>
                </a:r>
                <a:endParaRPr lang="en-US" dirty="0"/>
              </a:p>
              <a:p>
                <a:pPr marL="182880" lvl="0" indent="-74928" algn="l" rtl="0">
                  <a:lnSpc>
                    <a:spcPct val="90000"/>
                  </a:lnSpc>
                  <a:spcBef>
                    <a:spcPts val="1400"/>
                  </a:spcBef>
                  <a:spcAft>
                    <a:spcPts val="0"/>
                  </a:spcAft>
                  <a:buSzPts val="1700"/>
                  <a:buNone/>
                </a:pPr>
                <a:endParaRPr lang="en-US" dirty="0"/>
              </a:p>
              <a:p>
                <a:pPr marL="457200" lvl="1" indent="-85725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SzPts val="1530"/>
                  <a:buNone/>
                </a:pPr>
                <a:endParaRPr lang="en-US" dirty="0"/>
              </a:p>
              <a:p>
                <a:pPr marL="182880" lvl="0" indent="-74928" algn="l" rtl="0">
                  <a:lnSpc>
                    <a:spcPct val="90000"/>
                  </a:lnSpc>
                  <a:spcBef>
                    <a:spcPts val="1400"/>
                  </a:spcBef>
                  <a:spcAft>
                    <a:spcPts val="0"/>
                  </a:spcAft>
                  <a:buSzPts val="1700"/>
                  <a:buNone/>
                </a:pPr>
                <a:endParaRPr lang="en-US" dirty="0"/>
              </a:p>
              <a:p>
                <a:pPr marL="182880" lvl="0" indent="-74928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170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407" name="Google Shape;407;p2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41248" y="4826392"/>
                <a:ext cx="10515600" cy="2718148"/>
              </a:xfrm>
              <a:prstGeom prst="rect">
                <a:avLst/>
              </a:prstGeom>
              <a:blipFill>
                <a:blip r:embed="rId4"/>
                <a:stretch>
                  <a:fillRect l="-483" t="-37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8" name="Google Shape;408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4714" y="3304860"/>
            <a:ext cx="35433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9"/>
          <p:cNvSpPr/>
          <p:nvPr/>
        </p:nvSpPr>
        <p:spPr>
          <a:xfrm>
            <a:off x="1260231" y="2540547"/>
            <a:ext cx="2501348" cy="499252"/>
          </a:xfrm>
          <a:prstGeom prst="wedgeRoundRectCallout">
            <a:avLst>
              <a:gd name="adj1" fmla="val -20154"/>
              <a:gd name="adj2" fmla="val 99495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The predicted value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9"/>
          <p:cNvSpPr/>
          <p:nvPr/>
        </p:nvSpPr>
        <p:spPr>
          <a:xfrm>
            <a:off x="974481" y="4057577"/>
            <a:ext cx="2985880" cy="456888"/>
          </a:xfrm>
          <a:prstGeom prst="wedgeRoundRectCallout">
            <a:avLst>
              <a:gd name="adj1" fmla="val -5463"/>
              <a:gd name="adj2" fmla="val -80896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An observed data point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9"/>
          <p:cNvSpPr/>
          <p:nvPr/>
        </p:nvSpPr>
        <p:spPr>
          <a:xfrm>
            <a:off x="3960361" y="2231416"/>
            <a:ext cx="1987826" cy="808383"/>
          </a:xfrm>
          <a:prstGeom prst="wedgeRoundRectCallout">
            <a:avLst>
              <a:gd name="adj1" fmla="val -43293"/>
              <a:gd name="adj2" fmla="val 93982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The “error” in our prediction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31396" y="1578081"/>
            <a:ext cx="4400373" cy="3185944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 txBox="1"/>
          <p:nvPr/>
        </p:nvSpPr>
        <p:spPr>
          <a:xfrm>
            <a:off x="974481" y="1939450"/>
            <a:ext cx="20441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Widely used loss!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0FE142-BFDB-E94B-8F27-89487DAA4339}"/>
                  </a:ext>
                </a:extLst>
              </p14:cNvPr>
              <p14:cNvContentPartPr/>
              <p14:nvPr/>
            </p14:nvContentPartPr>
            <p14:xfrm>
              <a:off x="904320" y="755640"/>
              <a:ext cx="10488960" cy="5730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0FE142-BFDB-E94B-8F27-89487DAA433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4960" y="746280"/>
                <a:ext cx="10507680" cy="574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108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"/>
          <p:cNvSpPr txBox="1">
            <a:spLocks noGrp="1"/>
          </p:cNvSpPr>
          <p:nvPr>
            <p:ph type="title"/>
          </p:nvPr>
        </p:nvSpPr>
        <p:spPr>
          <a:xfrm>
            <a:off x="1066800" y="477559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ABSOLUTE LOSS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0" name="Google Shape;360;p2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4365918"/>
                <a:ext cx="10515600" cy="27181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82880" lvl="0" indent="-18288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dirty="0"/>
                  <a:t>Also known as the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loss (pronounced “</a:t>
                </a:r>
                <a:r>
                  <a:rPr lang="en-US" dirty="0" err="1"/>
                  <a:t>el</a:t>
                </a:r>
                <a:r>
                  <a:rPr lang="en-US" dirty="0"/>
                  <a:t> one”, also seen as </a:t>
                </a:r>
                <a:r>
                  <a:rPr lang="en-US" i="1" dirty="0"/>
                  <a:t>L</a:t>
                </a:r>
                <a:r>
                  <a:rPr lang="en-US" i="1" baseline="30000" dirty="0"/>
                  <a:t>1</a:t>
                </a:r>
                <a:r>
                  <a:rPr lang="en-US" dirty="0"/>
                  <a:t>)</a:t>
                </a:r>
              </a:p>
              <a:p>
                <a:pPr marL="182880" lvl="0" indent="-182880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dirty="0"/>
                  <a:t>Reasonable?</a:t>
                </a:r>
              </a:p>
              <a:p>
                <a:pPr marL="457200" lvl="1" indent="-18288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SzPts val="1530"/>
                  <a:buChar char="▪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i="1" dirty="0"/>
                  <a:t> → good prediction → good fit → no loss!</a:t>
                </a:r>
                <a:endParaRPr lang="en-US" dirty="0"/>
              </a:p>
              <a:p>
                <a:pPr marL="457200" lvl="1" indent="-182880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1530"/>
                  <a:buChar char="▪"/>
                </a:pP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i="1" dirty="0"/>
                  <a:t> </a:t>
                </a:r>
                <a:r>
                  <a:rPr lang="en-US" i="1" dirty="0"/>
                  <a:t>far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i="1" dirty="0"/>
                  <a:t> → bad prediction → bad fit → some loss </a:t>
                </a:r>
                <a:endParaRPr lang="en-US" dirty="0"/>
              </a:p>
              <a:p>
                <a:pPr marL="457200" lvl="1" indent="-85725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1530"/>
                  <a:buNone/>
                </a:pPr>
                <a:endParaRPr lang="en-US" dirty="0"/>
              </a:p>
              <a:p>
                <a:pPr marL="182880" lvl="0" indent="-74928" algn="l" rtl="0">
                  <a:lnSpc>
                    <a:spcPct val="90000"/>
                  </a:lnSpc>
                  <a:spcBef>
                    <a:spcPts val="1400"/>
                  </a:spcBef>
                  <a:spcAft>
                    <a:spcPts val="0"/>
                  </a:spcAft>
                  <a:buSzPts val="1700"/>
                  <a:buNone/>
                </a:pPr>
                <a:endParaRPr lang="en-US" dirty="0"/>
              </a:p>
              <a:p>
                <a:pPr marL="182880" lvl="0" indent="-74928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170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60" name="Google Shape;360;p2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4365918"/>
                <a:ext cx="10515600" cy="2718148"/>
              </a:xfrm>
              <a:prstGeom prst="rect">
                <a:avLst/>
              </a:prstGeom>
              <a:blipFill>
                <a:blip r:embed="rId3"/>
                <a:stretch>
                  <a:fillRect l="-603" t="-32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1" name="Google Shape;361;p26"/>
          <p:cNvSpPr txBox="1"/>
          <p:nvPr/>
        </p:nvSpPr>
        <p:spPr>
          <a:xfrm>
            <a:off x="1066800" y="1745682"/>
            <a:ext cx="31341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It sounds worse than it is …</a:t>
            </a: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62" name="Google Shape;36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9274" y="393173"/>
            <a:ext cx="5692726" cy="3795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7771" y="3008880"/>
            <a:ext cx="3238500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6"/>
          <p:cNvSpPr txBox="1"/>
          <p:nvPr/>
        </p:nvSpPr>
        <p:spPr>
          <a:xfrm>
            <a:off x="4641073" y="3471708"/>
            <a:ext cx="18582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Absolute value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6"/>
          <p:cNvSpPr/>
          <p:nvPr/>
        </p:nvSpPr>
        <p:spPr>
          <a:xfrm>
            <a:off x="1281689" y="2215048"/>
            <a:ext cx="2501348" cy="499252"/>
          </a:xfrm>
          <a:prstGeom prst="wedgeRoundRectCallout">
            <a:avLst>
              <a:gd name="adj1" fmla="val 2905"/>
              <a:gd name="adj2" fmla="val 96677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The predicted value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1602021" y="3702387"/>
            <a:ext cx="2985880" cy="456888"/>
          </a:xfrm>
          <a:prstGeom prst="wedgeRoundRectCallout">
            <a:avLst>
              <a:gd name="adj1" fmla="val -5463"/>
              <a:gd name="adj2" fmla="val -80896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An observed data point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4450283" y="1906318"/>
            <a:ext cx="1987826" cy="808383"/>
          </a:xfrm>
          <a:prstGeom prst="wedgeRoundRectCallout">
            <a:avLst>
              <a:gd name="adj1" fmla="val -43293"/>
              <a:gd name="adj2" fmla="val 93982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The “error” in our prediction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" name="Google Shape;368;p26"/>
              <p:cNvSpPr txBox="1"/>
              <p:nvPr/>
            </p:nvSpPr>
            <p:spPr>
              <a:xfrm>
                <a:off x="7322998" y="4857095"/>
                <a:ext cx="4704237" cy="2066103"/>
              </a:xfrm>
              <a:prstGeom prst="rect">
                <a:avLst/>
              </a:prstGeom>
              <a:noFill/>
              <a:ln w="25400" cap="flat" cmpd="sng">
                <a:solidFill>
                  <a:srgbClr val="7030A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</a:pPr>
                <a:r>
                  <a:rPr lang="en-US" sz="1800" b="0" i="0" u="none" strike="noStrike" cap="none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Quick poll: If I have </a:t>
                </a:r>
                <a:r>
                  <a:rPr lang="en-US" sz="1800" b="1" i="0" u="sng" strike="noStrike" cap="none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two</a:t>
                </a:r>
                <a:r>
                  <a:rPr lang="en-US" sz="1800" b="0" i="0" u="none" strike="noStrike" cap="none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u="none" strike="noStrike" cap="none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Rockwell"/>
                        <a:cs typeface="Rockwell"/>
                        <a:sym typeface="Rockwell"/>
                      </a:rPr>
                      <m:t>𝜃</m:t>
                    </m:r>
                  </m:oMath>
                </a14:m>
                <a:r>
                  <a:rPr lang="en-US" sz="1800" b="0" i="0" u="none" strike="noStrike" cap="none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 estimates,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l-GR" sz="1800" b="0" i="1" u="none" strike="noStrike" cap="none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Rockwell"/>
                        <a:cs typeface="Rockwell"/>
                        <a:sym typeface="Rockwell"/>
                      </a:rPr>
                      <m:t>=15</m:t>
                    </m:r>
                  </m:oMath>
                </a14:m>
                <a:r>
                  <a:rPr lang="el-GR" sz="1800" b="0" i="1" u="none" strike="noStrike" cap="none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, </a:t>
                </a:r>
                <a:r>
                  <a:rPr lang="en-US" sz="1800" b="0" i="1" u="none" strike="noStrike" cap="none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800" b="0" i="1" u="none" strike="noStrike" cap="none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=16, </a:t>
                </a:r>
                <a:r>
                  <a:rPr lang="en-US" sz="1800" b="0" i="0" u="none" strike="noStrike" cap="none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and I have two data points, y1=17 and y2=13, for which estimate is the absolute loss higher?</a:t>
                </a:r>
                <a:endParaRPr 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A. 15</a:t>
                </a:r>
                <a:endParaRPr 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B. 16</a:t>
                </a:r>
                <a:endParaRPr 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C. They have the same loss.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68" name="Google Shape;368;p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998" y="4857095"/>
                <a:ext cx="4704237" cy="2066103"/>
              </a:xfrm>
              <a:prstGeom prst="rect">
                <a:avLst/>
              </a:prstGeom>
              <a:blipFill>
                <a:blip r:embed="rId6"/>
                <a:stretch>
                  <a:fillRect l="-802" b="-1807"/>
                </a:stretch>
              </a:blipFill>
              <a:ln w="25400" cap="flat" cmpd="sng">
                <a:solidFill>
                  <a:srgbClr val="7030A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704452-623A-8F56-FD39-BA0EC1DB6EB6}"/>
                  </a:ext>
                </a:extLst>
              </p14:cNvPr>
              <p14:cNvContentPartPr/>
              <p14:nvPr/>
            </p14:nvContentPartPr>
            <p14:xfrm>
              <a:off x="669240" y="121680"/>
              <a:ext cx="11523240" cy="6737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704452-623A-8F56-FD39-BA0EC1DB6EB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9880" y="112320"/>
                <a:ext cx="11541960" cy="6755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ABSOLUTE LOSS: EXAMPLE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3" name="Google Shape;383;p2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69848" y="2121407"/>
                <a:ext cx="10058400" cy="44143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82880" lvl="0" indent="-18288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40"/>
                  <a:buChar char="▪"/>
                </a:pPr>
                <a:r>
                  <a:rPr lang="en-US" sz="2400" dirty="0"/>
                  <a:t>Goal: does the mode or mean estimate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fit dataset D best?</a:t>
                </a:r>
                <a:endParaRPr lang="en-US" dirty="0"/>
              </a:p>
              <a:p>
                <a:pPr marL="182880" lvl="0" indent="-53338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2040"/>
                  <a:buNone/>
                </a:pPr>
                <a:endParaRPr lang="en-US" sz="2400" dirty="0"/>
              </a:p>
              <a:p>
                <a:pPr marL="182880" lvl="0" indent="-53338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2040"/>
                  <a:buNone/>
                </a:pPr>
                <a:endParaRPr lang="en-US" sz="2400" dirty="0"/>
              </a:p>
              <a:p>
                <a:pPr marL="182880" lvl="0" indent="-53338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2040"/>
                  <a:buNone/>
                </a:pPr>
                <a:endParaRPr lang="en-US" sz="2400" dirty="0"/>
              </a:p>
              <a:p>
                <a:pPr marL="182880" lvl="0" indent="-53338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2040"/>
                  <a:buNone/>
                </a:pPr>
                <a:endParaRPr lang="en-US" sz="2400" dirty="0"/>
              </a:p>
              <a:p>
                <a:pPr marL="182880" lvl="0" indent="-53338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2040"/>
                  <a:buNone/>
                </a:pPr>
                <a:endParaRPr lang="en-US" sz="2400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2040"/>
                  <a:buNone/>
                </a:pPr>
                <a:endParaRPr lang="en-US" sz="2400" dirty="0"/>
              </a:p>
              <a:p>
                <a:pPr marL="182880" lvl="0" indent="0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1530"/>
                  <a:buNone/>
                </a:pPr>
                <a:endParaRPr lang="en-US" sz="2400" dirty="0"/>
              </a:p>
              <a:p>
                <a:pPr marL="182880" lvl="0" indent="-53338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2040"/>
                  <a:buNone/>
                </a:pPr>
                <a:endParaRPr sz="2400" dirty="0"/>
              </a:p>
            </p:txBody>
          </p:sp>
        </mc:Choice>
        <mc:Fallback xmlns="">
          <p:sp>
            <p:nvSpPr>
              <p:cNvPr id="383" name="Google Shape;383;p2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69848" y="2121407"/>
                <a:ext cx="10058400" cy="4414303"/>
              </a:xfrm>
              <a:prstGeom prst="rect">
                <a:avLst/>
              </a:prstGeom>
              <a:blipFill>
                <a:blip r:embed="rId3"/>
                <a:stretch>
                  <a:fillRect l="-757" t="-20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4" name="Google Shape;384;p28"/>
          <p:cNvGraphicFramePr/>
          <p:nvPr>
            <p:extLst>
              <p:ext uri="{D42A27DB-BD31-4B8C-83A1-F6EECF244321}">
                <p14:modId xmlns:p14="http://schemas.microsoft.com/office/powerpoint/2010/main" val="192570471"/>
              </p:ext>
            </p:extLst>
          </p:nvPr>
        </p:nvGraphicFramePr>
        <p:xfrm>
          <a:off x="1282610" y="2687878"/>
          <a:ext cx="1428650" cy="2486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2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PA reading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18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15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12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22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18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5" name="Google Shape;385;p28"/>
          <p:cNvSpPr/>
          <p:nvPr/>
        </p:nvSpPr>
        <p:spPr>
          <a:xfrm>
            <a:off x="2711261" y="2990229"/>
            <a:ext cx="8810179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A.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θ</a:t>
            </a:r>
            <a:r>
              <a:rPr lang="en-US" sz="1800" b="0" i="1" u="none" strike="noStrike" cap="none" baseline="-25000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 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based on mode: 18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B.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θ</a:t>
            </a:r>
            <a:r>
              <a:rPr lang="en-US" sz="1800" b="0" i="1" u="none" strike="noStrike" cap="none" baseline="-25000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 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based on mean:  17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p28"/>
          <p:cNvPicPr preferRelativeResize="0"/>
          <p:nvPr/>
        </p:nvPicPr>
        <p:blipFill rotWithShape="1">
          <a:blip r:embed="rId4">
            <a:alphaModFix/>
          </a:blip>
          <a:srcRect b="5838"/>
          <a:stretch/>
        </p:blipFill>
        <p:spPr>
          <a:xfrm>
            <a:off x="7759712" y="1427556"/>
            <a:ext cx="3206717" cy="442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0523" y="2624170"/>
            <a:ext cx="3666084" cy="97043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DD5CDE-3C98-14C2-05A6-ECADC3BDED2E}"/>
                  </a:ext>
                </a:extLst>
              </p14:cNvPr>
              <p14:cNvContentPartPr/>
              <p14:nvPr/>
            </p14:nvContentPartPr>
            <p14:xfrm>
              <a:off x="867240" y="2766600"/>
              <a:ext cx="11324880" cy="4091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DD5CDE-3C98-14C2-05A6-ECADC3BDED2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7880" y="2757240"/>
                <a:ext cx="11343600" cy="4110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f28d7cb477_0_11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ABSOLUTE LOSS: EXAMPLE</a:t>
            </a:r>
            <a:endParaRPr/>
          </a:p>
        </p:txBody>
      </p:sp>
      <p:sp>
        <p:nvSpPr>
          <p:cNvPr id="394" name="Google Shape;394;g1f28d7cb477_0_114"/>
          <p:cNvSpPr txBox="1">
            <a:spLocks noGrp="1"/>
          </p:cNvSpPr>
          <p:nvPr>
            <p:ph type="body" idx="1"/>
          </p:nvPr>
        </p:nvSpPr>
        <p:spPr>
          <a:xfrm>
            <a:off x="1069848" y="2121407"/>
            <a:ext cx="10058400" cy="44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Goal: does the mode or mean estimate for AQ Reading fit dataset D best?</a:t>
            </a:r>
            <a:endParaRPr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endParaRPr sz="2400"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</p:txBody>
      </p:sp>
      <p:graphicFrame>
        <p:nvGraphicFramePr>
          <p:cNvPr id="395" name="Google Shape;395;g1f28d7cb477_0_114"/>
          <p:cNvGraphicFramePr/>
          <p:nvPr>
            <p:extLst>
              <p:ext uri="{D42A27DB-BD31-4B8C-83A1-F6EECF244321}">
                <p14:modId xmlns:p14="http://schemas.microsoft.com/office/powerpoint/2010/main" val="4243373105"/>
              </p:ext>
            </p:extLst>
          </p:nvPr>
        </p:nvGraphicFramePr>
        <p:xfrm>
          <a:off x="1282610" y="2687878"/>
          <a:ext cx="1428650" cy="2486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2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PA reading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18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15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12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22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18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6" name="Google Shape;396;g1f28d7cb477_0_114"/>
          <p:cNvSpPr/>
          <p:nvPr/>
        </p:nvSpPr>
        <p:spPr>
          <a:xfrm>
            <a:off x="2711261" y="2990229"/>
            <a:ext cx="88101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A.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θ</a:t>
            </a:r>
            <a:r>
              <a:rPr lang="en-US" sz="1800" b="0" i="1" u="none" strike="noStrike" cap="none" baseline="-25000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 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based on mode: 18%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B.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θ</a:t>
            </a:r>
            <a:r>
              <a:rPr lang="en-US" sz="1800" b="0" i="1" u="none" strike="noStrike" cap="none" baseline="-25000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 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based on mean:  17%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L1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(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θ</a:t>
            </a:r>
            <a:r>
              <a:rPr lang="en-US" sz="1800" b="0" i="1" u="none" strike="noStrike" cap="none" baseline="-25000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=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18,D) = (|18-18|+|15-18|+|12-18|+|22-18|+|18-18|)/5 = 2.6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L1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(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θ</a:t>
            </a:r>
            <a:r>
              <a:rPr lang="en-US" sz="1800" b="0" i="1" u="none" strike="noStrike" cap="none" baseline="-25000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=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17,D) = (|18-17|+|15-17|+|12-17|+|22-17|+|18-17|)/5 = 2.8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g1f28d7cb477_0_114" descr="Checkmar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5856" y="3052741"/>
            <a:ext cx="236644" cy="236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g1f28d7cb477_0_114"/>
          <p:cNvPicPr preferRelativeResize="0"/>
          <p:nvPr/>
        </p:nvPicPr>
        <p:blipFill rotWithShape="1">
          <a:blip r:embed="rId4">
            <a:alphaModFix/>
          </a:blip>
          <a:srcRect b="5838"/>
          <a:stretch/>
        </p:blipFill>
        <p:spPr>
          <a:xfrm>
            <a:off x="7759712" y="1641223"/>
            <a:ext cx="3206717" cy="442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g1f28d7cb477_0_1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0523" y="2624170"/>
            <a:ext cx="3666083" cy="97043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1f28d7cb477_0_114"/>
          <p:cNvSpPr txBox="1"/>
          <p:nvPr/>
        </p:nvSpPr>
        <p:spPr>
          <a:xfrm>
            <a:off x="1066800" y="5334000"/>
            <a:ext cx="100584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Do you think loss function y-θ is a good idea?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66F270-5C67-6A86-9D14-1E5552E037B7}"/>
                  </a:ext>
                </a:extLst>
              </p14:cNvPr>
              <p14:cNvContentPartPr/>
              <p14:nvPr/>
            </p14:nvContentPartPr>
            <p14:xfrm>
              <a:off x="11052720" y="5007240"/>
              <a:ext cx="352800" cy="81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66F270-5C67-6A86-9D14-1E5552E037B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43360" y="4997880"/>
                <a:ext cx="371520" cy="9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10143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SUMMARY OF MODEL ESTIMATION (SO FAR…)</a:t>
            </a:r>
            <a:endParaRPr/>
          </a:p>
        </p:txBody>
      </p:sp>
      <p:sp>
        <p:nvSpPr>
          <p:cNvPr id="420" name="Google Shape;420;p30"/>
          <p:cNvSpPr txBox="1">
            <a:spLocks noGrp="1"/>
          </p:cNvSpPr>
          <p:nvPr>
            <p:ph type="body" idx="1"/>
          </p:nvPr>
        </p:nvSpPr>
        <p:spPr>
          <a:xfrm>
            <a:off x="1069848" y="2050429"/>
            <a:ext cx="10515600" cy="480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8637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Font typeface="Rockwell"/>
              <a:buAutoNum type="arabicPeriod"/>
            </a:pPr>
            <a:r>
              <a:rPr lang="en-US" sz="2400" b="1"/>
              <a:t>Define the Model: </a:t>
            </a:r>
            <a:r>
              <a:rPr lang="en-US" sz="2400"/>
              <a:t>simplified representation of the world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Use domain knowledge but … </a:t>
            </a:r>
            <a:r>
              <a:rPr lang="en-US" sz="2000" b="1" i="1"/>
              <a:t>keep it simple!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Introduce </a:t>
            </a:r>
            <a:r>
              <a:rPr lang="en-US" sz="2000" b="1"/>
              <a:t>parameters</a:t>
            </a:r>
            <a:r>
              <a:rPr lang="en-US" sz="2000"/>
              <a:t> for the unknown quantities</a:t>
            </a:r>
            <a:endParaRPr/>
          </a:p>
          <a:p>
            <a:pPr marL="528637" lvl="0" indent="-5143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Font typeface="Rockwell"/>
              <a:buAutoNum type="arabicPeriod"/>
            </a:pPr>
            <a:r>
              <a:rPr lang="en-US" sz="2400" b="1"/>
              <a:t>Define the Loss Function: </a:t>
            </a:r>
            <a:r>
              <a:rPr lang="en-US" sz="2400"/>
              <a:t>measures how well a particular instance of the model “fits” the data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We introduced L</a:t>
            </a:r>
            <a:r>
              <a:rPr lang="en-US" sz="2000" baseline="30000"/>
              <a:t>2</a:t>
            </a:r>
            <a:r>
              <a:rPr lang="en-US" sz="2000"/>
              <a:t> and L</a:t>
            </a:r>
            <a:r>
              <a:rPr lang="en-US" sz="2000" baseline="30000"/>
              <a:t>1</a:t>
            </a:r>
            <a:r>
              <a:rPr lang="en-US" sz="2000"/>
              <a:t> losses for each record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Take the average loss over the entire dataset</a:t>
            </a:r>
            <a:endParaRPr/>
          </a:p>
          <a:p>
            <a:pPr marL="471487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Font typeface="Rockwell"/>
              <a:buAutoNum type="arabicPeriod"/>
            </a:pPr>
            <a:r>
              <a:rPr lang="en-US" sz="2400" b="1"/>
              <a:t>Minimize the Loss Function: </a:t>
            </a:r>
            <a:r>
              <a:rPr lang="en-US" sz="2400"/>
              <a:t>find the parameter values that minimize the loss on the data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>
                <a:solidFill>
                  <a:schemeClr val="accent5"/>
                </a:solidFill>
              </a:rPr>
              <a:t>Now we will </a:t>
            </a:r>
            <a:r>
              <a:rPr lang="en-US" sz="2000" b="1">
                <a:solidFill>
                  <a:schemeClr val="accent5"/>
                </a:solidFill>
              </a:rPr>
              <a:t>minimize the loss analytically </a:t>
            </a:r>
            <a:endParaRPr/>
          </a:p>
          <a:p>
            <a:pPr marL="457200" lvl="1" indent="-7492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</a:pPr>
            <a:endParaRPr sz="20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77EB7A-144B-B99E-CB89-17E34196FB24}"/>
                  </a:ext>
                </a:extLst>
              </p14:cNvPr>
              <p14:cNvContentPartPr/>
              <p14:nvPr/>
            </p14:nvContentPartPr>
            <p14:xfrm>
              <a:off x="879840" y="4530600"/>
              <a:ext cx="10377000" cy="1201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77EB7A-144B-B99E-CB89-17E34196FB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0480" y="4521240"/>
                <a:ext cx="10395720" cy="1220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1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STEP 3: MINIMIZE THE LOSS</a:t>
            </a:r>
            <a:endParaRPr dirty="0"/>
          </a:p>
        </p:txBody>
      </p:sp>
      <p:sp>
        <p:nvSpPr>
          <p:cNvPr id="426" name="Google Shape;426;p31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3046" y="1615055"/>
            <a:ext cx="7534470" cy="5274129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2"/>
          <p:cNvSpPr txBox="1">
            <a:spLocks noGrp="1"/>
          </p:cNvSpPr>
          <p:nvPr>
            <p:ph type="title"/>
          </p:nvPr>
        </p:nvSpPr>
        <p:spPr>
          <a:xfrm>
            <a:off x="841248" y="465335"/>
            <a:ext cx="10859555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MINIMIZING A FUNCTION (CALCULUS REVIEW)</a:t>
            </a:r>
            <a:endParaRPr/>
          </a:p>
        </p:txBody>
      </p:sp>
      <p:sp>
        <p:nvSpPr>
          <p:cNvPr id="434" name="Google Shape;434;p32"/>
          <p:cNvSpPr txBox="1">
            <a:spLocks noGrp="1"/>
          </p:cNvSpPr>
          <p:nvPr>
            <p:ph type="body" idx="1"/>
          </p:nvPr>
        </p:nvSpPr>
        <p:spPr>
          <a:xfrm>
            <a:off x="841248" y="1835218"/>
            <a:ext cx="10515600" cy="533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Suppose we want to minimize: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Solve for derivative = 0: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Procedure: 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Font typeface="Rockwell"/>
              <a:buAutoNum type="arabicPeriod"/>
            </a:pPr>
            <a:r>
              <a:rPr lang="en-US" dirty="0"/>
              <a:t>Take derivative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Font typeface="Rockwell"/>
              <a:buAutoNum type="arabicPeriod"/>
            </a:pPr>
            <a:r>
              <a:rPr lang="en-US" dirty="0"/>
              <a:t>Set equal to zero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Font typeface="Rockwell"/>
              <a:buAutoNum type="arabicPeriod"/>
            </a:pPr>
            <a:r>
              <a:rPr lang="en-US" dirty="0"/>
              <a:t>Solve for parameters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pic>
        <p:nvPicPr>
          <p:cNvPr id="435" name="Google Shape;43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36060" y="2314139"/>
            <a:ext cx="29718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9848" y="3655284"/>
            <a:ext cx="4432300" cy="9779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42F959-BCFD-30AB-9A7A-09EAE13F9F3E}"/>
                  </a:ext>
                </a:extLst>
              </p14:cNvPr>
              <p14:cNvContentPartPr/>
              <p14:nvPr/>
            </p14:nvContentPartPr>
            <p14:xfrm>
              <a:off x="3222000" y="1319040"/>
              <a:ext cx="3642480" cy="5335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42F959-BCFD-30AB-9A7A-09EAE13F9F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12640" y="1309680"/>
                <a:ext cx="3661200" cy="535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904" y="369075"/>
            <a:ext cx="2971800" cy="520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" name="Google Shape;442;p33"/>
          <p:cNvGrpSpPr/>
          <p:nvPr/>
        </p:nvGrpSpPr>
        <p:grpSpPr>
          <a:xfrm>
            <a:off x="-1" y="1078041"/>
            <a:ext cx="12192001" cy="2615259"/>
            <a:chOff x="609600" y="2796208"/>
            <a:chExt cx="12973786" cy="2782957"/>
          </a:xfrm>
        </p:grpSpPr>
        <p:pic>
          <p:nvPicPr>
            <p:cNvPr id="443" name="Google Shape;443;p33"/>
            <p:cNvPicPr preferRelativeResize="0"/>
            <p:nvPr/>
          </p:nvPicPr>
          <p:blipFill rotWithShape="1">
            <a:blip r:embed="rId4">
              <a:alphaModFix/>
            </a:blip>
            <a:srcRect l="12560" t="12137" r="9901" b="12137"/>
            <a:stretch/>
          </p:blipFill>
          <p:spPr>
            <a:xfrm>
              <a:off x="4969564" y="2809460"/>
              <a:ext cx="4253948" cy="27697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4" name="Google Shape;444;p33"/>
            <p:cNvPicPr preferRelativeResize="0"/>
            <p:nvPr/>
          </p:nvPicPr>
          <p:blipFill rotWithShape="1">
            <a:blip r:embed="rId5">
              <a:alphaModFix/>
            </a:blip>
            <a:srcRect l="13134" t="12047" r="9332" b="12226"/>
            <a:stretch/>
          </p:blipFill>
          <p:spPr>
            <a:xfrm>
              <a:off x="9329530" y="2796208"/>
              <a:ext cx="4253856" cy="27697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33"/>
            <p:cNvPicPr preferRelativeResize="0"/>
            <p:nvPr/>
          </p:nvPicPr>
          <p:blipFill rotWithShape="1">
            <a:blip r:embed="rId6">
              <a:alphaModFix/>
            </a:blip>
            <a:srcRect l="12319" t="11686" r="10144" b="12228"/>
            <a:stretch/>
          </p:blipFill>
          <p:spPr>
            <a:xfrm>
              <a:off x="609600" y="2796208"/>
              <a:ext cx="4253948" cy="278295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46" name="Google Shape;446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07338" y="369075"/>
            <a:ext cx="29718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32321" y="369075"/>
            <a:ext cx="332740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3"/>
          <p:cNvSpPr txBox="1"/>
          <p:nvPr/>
        </p:nvSpPr>
        <p:spPr>
          <a:xfrm>
            <a:off x="1880369" y="4896776"/>
            <a:ext cx="798737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All of the above functions have zero derivatives at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θ =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		→ is θ=3 minimizer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for all the above functions?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3"/>
          <p:cNvSpPr txBox="1"/>
          <p:nvPr/>
        </p:nvSpPr>
        <p:spPr>
          <a:xfrm>
            <a:off x="9737420" y="5605391"/>
            <a:ext cx="83548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No!</a:t>
            </a:r>
            <a:endParaRPr sz="32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50" name="Google Shape;450;p33"/>
          <p:cNvSpPr txBox="1"/>
          <p:nvPr/>
        </p:nvSpPr>
        <p:spPr>
          <a:xfrm>
            <a:off x="1998804" y="6067783"/>
            <a:ext cx="662912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Need to check second derivative is positive…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451" name="Google Shape;451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7421" y="3794766"/>
            <a:ext cx="27813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65671" y="3817982"/>
            <a:ext cx="30607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81963" y="3814941"/>
            <a:ext cx="2946400" cy="762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74F772-F786-5D26-699E-F5D69F262545}"/>
                  </a:ext>
                </a:extLst>
              </p14:cNvPr>
              <p14:cNvContentPartPr/>
              <p14:nvPr/>
            </p14:nvContentPartPr>
            <p14:xfrm>
              <a:off x="173520" y="92880"/>
              <a:ext cx="11801880" cy="6474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74F772-F786-5D26-699E-F5D69F26254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4160" y="83520"/>
                <a:ext cx="11820600" cy="649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34"/>
          <p:cNvGrpSpPr/>
          <p:nvPr/>
        </p:nvGrpSpPr>
        <p:grpSpPr>
          <a:xfrm>
            <a:off x="-1" y="1078041"/>
            <a:ext cx="12192001" cy="2615259"/>
            <a:chOff x="609600" y="2796208"/>
            <a:chExt cx="12973787" cy="2782957"/>
          </a:xfrm>
        </p:grpSpPr>
        <p:pic>
          <p:nvPicPr>
            <p:cNvPr id="459" name="Google Shape;459;p34"/>
            <p:cNvPicPr preferRelativeResize="0"/>
            <p:nvPr/>
          </p:nvPicPr>
          <p:blipFill rotWithShape="1">
            <a:blip r:embed="rId3">
              <a:alphaModFix/>
            </a:blip>
            <a:srcRect l="12560" t="12137" r="9901" b="12137"/>
            <a:stretch/>
          </p:blipFill>
          <p:spPr>
            <a:xfrm>
              <a:off x="4969565" y="2809460"/>
              <a:ext cx="4253948" cy="27697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34"/>
            <p:cNvPicPr preferRelativeResize="0"/>
            <p:nvPr/>
          </p:nvPicPr>
          <p:blipFill rotWithShape="1">
            <a:blip r:embed="rId4">
              <a:alphaModFix/>
            </a:blip>
            <a:srcRect l="13134" t="12047" r="9332" b="12226"/>
            <a:stretch/>
          </p:blipFill>
          <p:spPr>
            <a:xfrm>
              <a:off x="9329530" y="2796208"/>
              <a:ext cx="4253857" cy="27697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1" name="Google Shape;461;p34"/>
            <p:cNvPicPr preferRelativeResize="0"/>
            <p:nvPr/>
          </p:nvPicPr>
          <p:blipFill rotWithShape="1">
            <a:blip r:embed="rId5">
              <a:alphaModFix/>
            </a:blip>
            <a:srcRect l="12319" t="11686" r="10144" b="12228"/>
            <a:stretch/>
          </p:blipFill>
          <p:spPr>
            <a:xfrm>
              <a:off x="609600" y="2796208"/>
              <a:ext cx="4253948" cy="278295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62" name="Google Shape;462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421" y="218181"/>
            <a:ext cx="27813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65671" y="241397"/>
            <a:ext cx="30607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81963" y="238356"/>
            <a:ext cx="29464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4"/>
          <p:cNvSpPr txBox="1"/>
          <p:nvPr/>
        </p:nvSpPr>
        <p:spPr>
          <a:xfrm>
            <a:off x="779604" y="5459191"/>
            <a:ext cx="10583346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Generally we are interested in </a:t>
            </a:r>
            <a:r>
              <a:rPr lang="en-US" sz="32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convex functions </a:t>
            </a: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with</a:t>
            </a:r>
            <a:b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respect to the parameters θ.</a:t>
            </a:r>
            <a:endParaRPr sz="3200" b="1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466" name="Google Shape;466;p3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9604" y="4121100"/>
            <a:ext cx="24384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73387" y="4156269"/>
            <a:ext cx="27813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94476" y="4197663"/>
            <a:ext cx="37719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4"/>
          <p:cNvSpPr/>
          <p:nvPr/>
        </p:nvSpPr>
        <p:spPr>
          <a:xfrm>
            <a:off x="6494106" y="3937518"/>
            <a:ext cx="466531" cy="466531"/>
          </a:xfrm>
          <a:prstGeom prst="noSmoking">
            <a:avLst>
              <a:gd name="adj" fmla="val 18750"/>
            </a:avLst>
          </a:prstGeom>
          <a:blipFill rotWithShape="1">
            <a:blip r:embed="rId12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470" name="Google Shape;470;p34"/>
          <p:cNvGrpSpPr/>
          <p:nvPr/>
        </p:nvGrpSpPr>
        <p:grpSpPr>
          <a:xfrm>
            <a:off x="9709423" y="3923003"/>
            <a:ext cx="1838894" cy="471806"/>
            <a:chOff x="9709423" y="3923003"/>
            <a:chExt cx="1838894" cy="471806"/>
          </a:xfrm>
        </p:grpSpPr>
        <p:sp>
          <p:nvSpPr>
            <p:cNvPr id="471" name="Google Shape;471;p34"/>
            <p:cNvSpPr/>
            <p:nvPr/>
          </p:nvSpPr>
          <p:spPr>
            <a:xfrm>
              <a:off x="9709423" y="3923003"/>
              <a:ext cx="466531" cy="466531"/>
            </a:xfrm>
            <a:prstGeom prst="noSmoking">
              <a:avLst>
                <a:gd name="adj" fmla="val 18750"/>
              </a:avLst>
            </a:prstGeom>
            <a:blipFill rotWithShape="1">
              <a:blip r:embed="rId12">
                <a:alphaModFix/>
              </a:blip>
              <a:tile tx="0" ty="0" sx="60000" sy="58999" flip="none" algn="tl"/>
            </a:blipFill>
            <a:ln>
              <a:noFill/>
            </a:ln>
            <a:effectLst>
              <a:outerShdw blurRad="50800" dist="19050" dir="5400000" algn="t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72" name="Google Shape;472;p34"/>
            <p:cNvSpPr txBox="1"/>
            <p:nvPr/>
          </p:nvSpPr>
          <p:spPr>
            <a:xfrm>
              <a:off x="10236739" y="3933144"/>
              <a:ext cx="13115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at θ = 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E710C4-F1FC-6457-F5C3-06BFC09D0CD4}"/>
                  </a:ext>
                </a:extLst>
              </p14:cNvPr>
              <p14:cNvContentPartPr/>
              <p14:nvPr/>
            </p14:nvContentPartPr>
            <p14:xfrm>
              <a:off x="501840" y="3646440"/>
              <a:ext cx="11665080" cy="3211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E710C4-F1FC-6457-F5C3-06BFC09D0CD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2480" y="3637080"/>
                <a:ext cx="11683800" cy="3230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CONVEX SETS AND POLYGONS</a:t>
            </a:r>
            <a:endParaRPr/>
          </a:p>
        </p:txBody>
      </p:sp>
      <p:sp>
        <p:nvSpPr>
          <p:cNvPr id="479" name="Google Shape;479;p35"/>
          <p:cNvSpPr txBox="1">
            <a:spLocks noGrp="1"/>
          </p:cNvSpPr>
          <p:nvPr>
            <p:ph type="body" idx="1"/>
          </p:nvPr>
        </p:nvSpPr>
        <p:spPr>
          <a:xfrm>
            <a:off x="5417376" y="1941576"/>
            <a:ext cx="6830100" cy="26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40"/>
              <a:buChar char="▪"/>
            </a:pPr>
            <a:r>
              <a:rPr lang="en-US" sz="3000" dirty="0"/>
              <a:t>No line segment between any two points in the set (or on the boundary) ever leaves the polygon.</a:t>
            </a:r>
            <a:endParaRPr sz="26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Char char="▪"/>
            </a:pPr>
            <a:r>
              <a:rPr lang="en-US" sz="3000" dirty="0"/>
              <a:t>Equivalently, all angles are ≤ 180º.</a:t>
            </a:r>
            <a:endParaRPr sz="26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640"/>
              <a:buChar char="▪"/>
            </a:pPr>
            <a:r>
              <a:rPr lang="en-US" sz="3000" dirty="0"/>
              <a:t>The interior is a convex set.</a:t>
            </a:r>
            <a:endParaRPr sz="2600" dirty="0"/>
          </a:p>
        </p:txBody>
      </p:sp>
      <p:sp>
        <p:nvSpPr>
          <p:cNvPr id="480" name="Google Shape;480;p35"/>
          <p:cNvSpPr/>
          <p:nvPr/>
        </p:nvSpPr>
        <p:spPr>
          <a:xfrm>
            <a:off x="1691933" y="2093976"/>
            <a:ext cx="2340600" cy="1936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81" name="Google Shape;481;p35"/>
          <p:cNvSpPr/>
          <p:nvPr/>
        </p:nvSpPr>
        <p:spPr>
          <a:xfrm>
            <a:off x="1499247" y="4644984"/>
            <a:ext cx="1630330" cy="173885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82" name="Google Shape;482;p35"/>
          <p:cNvSpPr/>
          <p:nvPr/>
        </p:nvSpPr>
        <p:spPr>
          <a:xfrm>
            <a:off x="3477949" y="4030387"/>
            <a:ext cx="2188564" cy="1911246"/>
          </a:xfrm>
          <a:prstGeom prst="pentagon">
            <a:avLst>
              <a:gd name="hf" fmla="val 105146"/>
              <a:gd name="vf" fmla="val 110557"/>
            </a:avLst>
          </a:prstGeom>
          <a:solidFill>
            <a:schemeClr val="accen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483" name="Google Shape;483;p35"/>
          <p:cNvCxnSpPr>
            <a:cxnSpLocks/>
          </p:cNvCxnSpPr>
          <p:nvPr/>
        </p:nvCxnSpPr>
        <p:spPr>
          <a:xfrm flipH="1">
            <a:off x="2400300" y="2213016"/>
            <a:ext cx="1077649" cy="1817371"/>
          </a:xfrm>
          <a:prstGeom prst="straightConnector1">
            <a:avLst/>
          </a:prstGeom>
          <a:noFill/>
          <a:ln w="50800" cap="flat" cmpd="sng">
            <a:solidFill>
              <a:srgbClr val="4A3128"/>
            </a:solidFill>
            <a:prstDash val="solid"/>
            <a:round/>
            <a:headEnd type="oval" w="lg" len="lg"/>
            <a:tailEnd type="oval" w="lg" len="lg"/>
          </a:ln>
        </p:spPr>
      </p:cxnSp>
      <p:cxnSp>
        <p:nvCxnSpPr>
          <p:cNvPr id="484" name="Google Shape;484;p35"/>
          <p:cNvCxnSpPr>
            <a:cxnSpLocks/>
          </p:cNvCxnSpPr>
          <p:nvPr/>
        </p:nvCxnSpPr>
        <p:spPr>
          <a:xfrm flipH="1">
            <a:off x="1634225" y="5200650"/>
            <a:ext cx="908950" cy="883300"/>
          </a:xfrm>
          <a:prstGeom prst="straightConnector1">
            <a:avLst/>
          </a:prstGeom>
          <a:noFill/>
          <a:ln w="50800" cap="flat" cmpd="sng">
            <a:solidFill>
              <a:srgbClr val="4A3128"/>
            </a:solidFill>
            <a:prstDash val="solid"/>
            <a:round/>
            <a:headEnd type="oval" w="lg" len="lg"/>
            <a:tailEnd type="oval" w="lg" len="lg"/>
          </a:ln>
        </p:spPr>
      </p:cxnSp>
      <p:cxnSp>
        <p:nvCxnSpPr>
          <p:cNvPr id="485" name="Google Shape;485;p35"/>
          <p:cNvCxnSpPr>
            <a:cxnSpLocks/>
          </p:cNvCxnSpPr>
          <p:nvPr/>
        </p:nvCxnSpPr>
        <p:spPr>
          <a:xfrm>
            <a:off x="4757738" y="4157663"/>
            <a:ext cx="659638" cy="1356750"/>
          </a:xfrm>
          <a:prstGeom prst="straightConnector1">
            <a:avLst/>
          </a:prstGeom>
          <a:noFill/>
          <a:ln w="50800" cap="flat" cmpd="sng">
            <a:solidFill>
              <a:srgbClr val="4A3128"/>
            </a:solidFill>
            <a:prstDash val="solid"/>
            <a:round/>
            <a:headEnd type="oval" w="lg" len="lg"/>
            <a:tailEnd type="oval" w="lg" len="lg"/>
          </a:ln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048F3C5-0581-1C59-E5F1-9DE5F42EA306}"/>
                  </a:ext>
                </a:extLst>
              </p14:cNvPr>
              <p14:cNvContentPartPr/>
              <p14:nvPr/>
            </p14:nvContentPartPr>
            <p14:xfrm>
              <a:off x="254160" y="151200"/>
              <a:ext cx="9861480" cy="3439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048F3C5-0581-1C59-E5F1-9DE5F42EA3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800" y="141840"/>
                <a:ext cx="9880200" cy="345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6"/>
          <p:cNvSpPr/>
          <p:nvPr/>
        </p:nvSpPr>
        <p:spPr>
          <a:xfrm>
            <a:off x="8214610" y="3666157"/>
            <a:ext cx="3421829" cy="3008429"/>
          </a:xfrm>
          <a:prstGeom prst="heart">
            <a:avLst/>
          </a:prstGeom>
          <a:solidFill>
            <a:schemeClr val="accen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91" name="Google Shape;491;p36"/>
          <p:cNvSpPr/>
          <p:nvPr/>
        </p:nvSpPr>
        <p:spPr>
          <a:xfrm>
            <a:off x="1008627" y="2184075"/>
            <a:ext cx="2550417" cy="2603690"/>
          </a:xfrm>
          <a:prstGeom prst="plus">
            <a:avLst>
              <a:gd name="adj" fmla="val 25000"/>
            </a:avLst>
          </a:prstGeom>
          <a:solidFill>
            <a:schemeClr val="accen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92" name="Google Shape;492;p36"/>
          <p:cNvSpPr txBox="1">
            <a:spLocks noGrp="1"/>
          </p:cNvSpPr>
          <p:nvPr>
            <p:ph type="title"/>
          </p:nvPr>
        </p:nvSpPr>
        <p:spPr>
          <a:xfrm>
            <a:off x="1016684" y="647970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NON-CONVEX SETS AND POLYGONS</a:t>
            </a:r>
            <a:endParaRPr/>
          </a:p>
        </p:txBody>
      </p:sp>
      <p:sp>
        <p:nvSpPr>
          <p:cNvPr id="493" name="Google Shape;493;p36"/>
          <p:cNvSpPr txBox="1">
            <a:spLocks noGrp="1"/>
          </p:cNvSpPr>
          <p:nvPr>
            <p:ph type="body" idx="1"/>
          </p:nvPr>
        </p:nvSpPr>
        <p:spPr>
          <a:xfrm>
            <a:off x="4599123" y="1976600"/>
            <a:ext cx="7373700" cy="26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40"/>
              <a:buChar char="▪"/>
            </a:pPr>
            <a:r>
              <a:rPr lang="en-US" sz="2900"/>
              <a:t>There is at least one line segment between two points on the boundary that leaves the set.</a:t>
            </a:r>
            <a:endParaRPr sz="2500"/>
          </a:p>
        </p:txBody>
      </p:sp>
      <p:cxnSp>
        <p:nvCxnSpPr>
          <p:cNvPr id="494" name="Google Shape;494;p36"/>
          <p:cNvCxnSpPr>
            <a:endCxn id="491" idx="3"/>
          </p:cNvCxnSpPr>
          <p:nvPr/>
        </p:nvCxnSpPr>
        <p:spPr>
          <a:xfrm>
            <a:off x="2871744" y="2184220"/>
            <a:ext cx="687300" cy="1301700"/>
          </a:xfrm>
          <a:prstGeom prst="straightConnector1">
            <a:avLst/>
          </a:prstGeom>
          <a:noFill/>
          <a:ln w="50800" cap="flat" cmpd="sng">
            <a:solidFill>
              <a:srgbClr val="4A3128"/>
            </a:solidFill>
            <a:prstDash val="solid"/>
            <a:round/>
            <a:headEnd type="oval" w="lg" len="lg"/>
            <a:tailEnd type="oval" w="lg" len="lg"/>
          </a:ln>
        </p:spPr>
      </p:cxnSp>
      <p:cxnSp>
        <p:nvCxnSpPr>
          <p:cNvPr id="495" name="Google Shape;495;p36"/>
          <p:cNvCxnSpPr/>
          <p:nvPr/>
        </p:nvCxnSpPr>
        <p:spPr>
          <a:xfrm rot="10800000" flipH="1">
            <a:off x="8334531" y="3853485"/>
            <a:ext cx="3126600" cy="131400"/>
          </a:xfrm>
          <a:prstGeom prst="straightConnector1">
            <a:avLst/>
          </a:prstGeom>
          <a:noFill/>
          <a:ln w="50800" cap="flat" cmpd="sng">
            <a:solidFill>
              <a:srgbClr val="4A3128"/>
            </a:solidFill>
            <a:prstDash val="solid"/>
            <a:round/>
            <a:headEnd type="oval" w="lg" len="lg"/>
            <a:tailEnd type="oval" w="lg" len="lg"/>
          </a:ln>
        </p:spPr>
      </p:cxnSp>
      <p:sp>
        <p:nvSpPr>
          <p:cNvPr id="496" name="Google Shape;496;p36"/>
          <p:cNvSpPr/>
          <p:nvPr/>
        </p:nvSpPr>
        <p:spPr>
          <a:xfrm>
            <a:off x="4149299" y="3528741"/>
            <a:ext cx="3040914" cy="3040914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" name="Google Shape;497;p36"/>
          <p:cNvCxnSpPr/>
          <p:nvPr/>
        </p:nvCxnSpPr>
        <p:spPr>
          <a:xfrm>
            <a:off x="5669756" y="3681141"/>
            <a:ext cx="856200" cy="1133100"/>
          </a:xfrm>
          <a:prstGeom prst="straightConnector1">
            <a:avLst/>
          </a:prstGeom>
          <a:noFill/>
          <a:ln w="50800" cap="flat" cmpd="sng">
            <a:solidFill>
              <a:srgbClr val="4A3128"/>
            </a:solidFill>
            <a:prstDash val="solid"/>
            <a:round/>
            <a:headEnd type="oval" w="lg" len="lg"/>
            <a:tailEnd type="oval" w="lg" len="lg"/>
          </a:ln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699D923-0C84-4440-EBE8-ABF3DFAA265F}"/>
                  </a:ext>
                </a:extLst>
              </p14:cNvPr>
              <p14:cNvContentPartPr/>
              <p14:nvPr/>
            </p14:nvContentPartPr>
            <p14:xfrm>
              <a:off x="1400040" y="1537200"/>
              <a:ext cx="10247040" cy="2486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699D923-0C84-4440-EBE8-ABF3DFAA26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0680" y="1527840"/>
                <a:ext cx="10265760" cy="2505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7"/>
          <p:cNvGrpSpPr/>
          <p:nvPr/>
        </p:nvGrpSpPr>
        <p:grpSpPr>
          <a:xfrm>
            <a:off x="361944" y="1472336"/>
            <a:ext cx="4802853" cy="2939373"/>
            <a:chOff x="7186863" y="4107285"/>
            <a:chExt cx="3336758" cy="2550189"/>
          </a:xfrm>
        </p:grpSpPr>
        <p:cxnSp>
          <p:nvCxnSpPr>
            <p:cNvPr id="504" name="Google Shape;504;p37"/>
            <p:cNvCxnSpPr/>
            <p:nvPr/>
          </p:nvCxnSpPr>
          <p:spPr>
            <a:xfrm>
              <a:off x="8855242" y="4107285"/>
              <a:ext cx="0" cy="255018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05" name="Google Shape;505;p37"/>
            <p:cNvCxnSpPr/>
            <p:nvPr/>
          </p:nvCxnSpPr>
          <p:spPr>
            <a:xfrm>
              <a:off x="7186863" y="6085998"/>
              <a:ext cx="333675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506" name="Google Shape;506;p37"/>
          <p:cNvSpPr/>
          <p:nvPr/>
        </p:nvSpPr>
        <p:spPr>
          <a:xfrm>
            <a:off x="1287173" y="1347124"/>
            <a:ext cx="3498286" cy="2204182"/>
          </a:xfrm>
          <a:custGeom>
            <a:avLst/>
            <a:gdLst/>
            <a:ahLst/>
            <a:cxnLst/>
            <a:rect l="l" t="t" r="r" b="b"/>
            <a:pathLst>
              <a:path w="3035100" h="1138989" extrusionOk="0">
                <a:moveTo>
                  <a:pt x="0" y="0"/>
                </a:moveTo>
                <a:cubicBezTo>
                  <a:pt x="173789" y="562810"/>
                  <a:pt x="344382" y="1137955"/>
                  <a:pt x="850232" y="1138989"/>
                </a:cubicBezTo>
                <a:cubicBezTo>
                  <a:pt x="1356082" y="1140023"/>
                  <a:pt x="3035100" y="6204"/>
                  <a:pt x="3035100" y="6204"/>
                </a:cubicBezTo>
              </a:path>
            </a:pathLst>
          </a:custGeom>
          <a:solidFill>
            <a:srgbClr val="F4B1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07" name="Google Shape;507;p37"/>
          <p:cNvSpPr txBox="1">
            <a:spLocks noGrp="1"/>
          </p:cNvSpPr>
          <p:nvPr>
            <p:ph type="title"/>
          </p:nvPr>
        </p:nvSpPr>
        <p:spPr>
          <a:xfrm>
            <a:off x="552449" y="30010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FORMAL DEFINITION OF CONVEX FUNCTIONS</a:t>
            </a:r>
            <a:endParaRPr/>
          </a:p>
        </p:txBody>
      </p:sp>
      <p:sp>
        <p:nvSpPr>
          <p:cNvPr id="508" name="Google Shape;508;p37"/>
          <p:cNvSpPr txBox="1">
            <a:spLocks noGrp="1"/>
          </p:cNvSpPr>
          <p:nvPr>
            <p:ph type="body" idx="1"/>
          </p:nvPr>
        </p:nvSpPr>
        <p:spPr>
          <a:xfrm>
            <a:off x="838199" y="4614788"/>
            <a:ext cx="10515600" cy="65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A function </a:t>
            </a:r>
            <a:r>
              <a:rPr lang="en-US" i="1">
                <a:latin typeface="Times"/>
                <a:ea typeface="Times"/>
                <a:cs typeface="Times"/>
                <a:sym typeface="Times"/>
              </a:rPr>
              <a:t>f</a:t>
            </a:r>
            <a:r>
              <a:rPr lang="en-US"/>
              <a:t>  is convex if and only if: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sp>
        <p:nvSpPr>
          <p:cNvPr id="509" name="Google Shape;509;p37"/>
          <p:cNvSpPr/>
          <p:nvPr/>
        </p:nvSpPr>
        <p:spPr>
          <a:xfrm>
            <a:off x="1280576" y="1327970"/>
            <a:ext cx="3498286" cy="2204182"/>
          </a:xfrm>
          <a:custGeom>
            <a:avLst/>
            <a:gdLst/>
            <a:ahLst/>
            <a:cxnLst/>
            <a:rect l="l" t="t" r="r" b="b"/>
            <a:pathLst>
              <a:path w="3035100" h="1138989" extrusionOk="0">
                <a:moveTo>
                  <a:pt x="0" y="0"/>
                </a:moveTo>
                <a:cubicBezTo>
                  <a:pt x="173789" y="562810"/>
                  <a:pt x="344382" y="1137955"/>
                  <a:pt x="850232" y="1138989"/>
                </a:cubicBezTo>
                <a:cubicBezTo>
                  <a:pt x="1356082" y="1140023"/>
                  <a:pt x="3035100" y="6204"/>
                  <a:pt x="3035100" y="6204"/>
                </a:cubicBezTo>
              </a:path>
            </a:pathLst>
          </a:custGeom>
          <a:noFill/>
          <a:ln w="38100" cap="flat" cmpd="sng">
            <a:solidFill>
              <a:srgbClr val="2727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510" name="Google Shape;510;p37"/>
          <p:cNvCxnSpPr/>
          <p:nvPr/>
        </p:nvCxnSpPr>
        <p:spPr>
          <a:xfrm>
            <a:off x="1402184" y="2011854"/>
            <a:ext cx="2062743" cy="661575"/>
          </a:xfrm>
          <a:prstGeom prst="straightConnector1">
            <a:avLst/>
          </a:prstGeom>
          <a:noFill/>
          <a:ln w="38100" cap="flat" cmpd="sng">
            <a:solidFill>
              <a:srgbClr val="FF93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1" name="Google Shape;511;p37"/>
          <p:cNvSpPr/>
          <p:nvPr/>
        </p:nvSpPr>
        <p:spPr>
          <a:xfrm>
            <a:off x="1287946" y="1875306"/>
            <a:ext cx="228477" cy="228477"/>
          </a:xfrm>
          <a:prstGeom prst="ellipse">
            <a:avLst/>
          </a:prstGeom>
          <a:blipFill rotWithShape="1">
            <a:blip r:embed="rId3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12" name="Google Shape;512;p37"/>
          <p:cNvSpPr/>
          <p:nvPr/>
        </p:nvSpPr>
        <p:spPr>
          <a:xfrm>
            <a:off x="3350689" y="2547714"/>
            <a:ext cx="228477" cy="228477"/>
          </a:xfrm>
          <a:prstGeom prst="ellipse">
            <a:avLst/>
          </a:prstGeom>
          <a:blipFill rotWithShape="1">
            <a:blip r:embed="rId3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13" name="Google Shape;513;p37"/>
          <p:cNvSpPr/>
          <p:nvPr/>
        </p:nvSpPr>
        <p:spPr>
          <a:xfrm>
            <a:off x="2055542" y="2134103"/>
            <a:ext cx="176333" cy="176333"/>
          </a:xfrm>
          <a:prstGeom prst="ellipse">
            <a:avLst/>
          </a:prstGeom>
          <a:blipFill rotWithShape="1">
            <a:blip r:embed="rId4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14" name="Google Shape;514;p37"/>
          <p:cNvSpPr/>
          <p:nvPr/>
        </p:nvSpPr>
        <p:spPr>
          <a:xfrm>
            <a:off x="2057636" y="3418355"/>
            <a:ext cx="176333" cy="176333"/>
          </a:xfrm>
          <a:prstGeom prst="ellipse">
            <a:avLst/>
          </a:prstGeom>
          <a:blipFill rotWithShape="1">
            <a:blip r:embed="rId4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515" name="Google Shape;515;p37"/>
          <p:cNvCxnSpPr>
            <a:stCxn id="513" idx="4"/>
            <a:endCxn id="514" idx="0"/>
          </p:cNvCxnSpPr>
          <p:nvPr/>
        </p:nvCxnSpPr>
        <p:spPr>
          <a:xfrm>
            <a:off x="2143709" y="2310436"/>
            <a:ext cx="2100" cy="110790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16" name="Google Shape;516;p37"/>
          <p:cNvSpPr txBox="1"/>
          <p:nvPr/>
        </p:nvSpPr>
        <p:spPr>
          <a:xfrm>
            <a:off x="519429" y="3155450"/>
            <a:ext cx="13420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Convex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7"/>
          <p:cNvSpPr txBox="1"/>
          <p:nvPr/>
        </p:nvSpPr>
        <p:spPr>
          <a:xfrm>
            <a:off x="2807039" y="1371186"/>
            <a:ext cx="152798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Epigraph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8" name="Google Shape;518;p37"/>
          <p:cNvGrpSpPr/>
          <p:nvPr/>
        </p:nvGrpSpPr>
        <p:grpSpPr>
          <a:xfrm>
            <a:off x="6615246" y="1322525"/>
            <a:ext cx="4802853" cy="3083739"/>
            <a:chOff x="5550803" y="3768816"/>
            <a:chExt cx="4802853" cy="3083739"/>
          </a:xfrm>
        </p:grpSpPr>
        <p:grpSp>
          <p:nvGrpSpPr>
            <p:cNvPr id="519" name="Google Shape;519;p37"/>
            <p:cNvGrpSpPr/>
            <p:nvPr/>
          </p:nvGrpSpPr>
          <p:grpSpPr>
            <a:xfrm>
              <a:off x="5550803" y="3768816"/>
              <a:ext cx="4802853" cy="3083739"/>
              <a:chOff x="392362" y="3774261"/>
              <a:chExt cx="4802853" cy="3083739"/>
            </a:xfrm>
          </p:grpSpPr>
          <p:grpSp>
            <p:nvGrpSpPr>
              <p:cNvPr id="520" name="Google Shape;520;p37"/>
              <p:cNvGrpSpPr/>
              <p:nvPr/>
            </p:nvGrpSpPr>
            <p:grpSpPr>
              <a:xfrm>
                <a:off x="392362" y="3774261"/>
                <a:ext cx="4802853" cy="3083739"/>
                <a:chOff x="7186862" y="3982034"/>
                <a:chExt cx="4166937" cy="2675440"/>
              </a:xfrm>
            </p:grpSpPr>
            <p:grpSp>
              <p:nvGrpSpPr>
                <p:cNvPr id="521" name="Google Shape;521;p37"/>
                <p:cNvGrpSpPr/>
                <p:nvPr/>
              </p:nvGrpSpPr>
              <p:grpSpPr>
                <a:xfrm>
                  <a:off x="7186862" y="4107285"/>
                  <a:ext cx="4166937" cy="2550189"/>
                  <a:chOff x="7186863" y="4107285"/>
                  <a:chExt cx="3336758" cy="2550189"/>
                </a:xfrm>
              </p:grpSpPr>
              <p:cxnSp>
                <p:nvCxnSpPr>
                  <p:cNvPr id="522" name="Google Shape;522;p37"/>
                  <p:cNvCxnSpPr/>
                  <p:nvPr/>
                </p:nvCxnSpPr>
                <p:spPr>
                  <a:xfrm>
                    <a:off x="8855242" y="4107285"/>
                    <a:ext cx="0" cy="2550189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triangle" w="med" len="med"/>
                    <a:tailEnd type="triangle" w="med" len="med"/>
                  </a:ln>
                </p:spPr>
              </p:cxnSp>
              <p:cxnSp>
                <p:nvCxnSpPr>
                  <p:cNvPr id="523" name="Google Shape;523;p37"/>
                  <p:cNvCxnSpPr/>
                  <p:nvPr/>
                </p:nvCxnSpPr>
                <p:spPr>
                  <a:xfrm>
                    <a:off x="7186863" y="6085998"/>
                    <a:ext cx="3336758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triangle" w="med" len="med"/>
                    <a:tailEnd type="triangle" w="med" len="med"/>
                  </a:ln>
                </p:spPr>
              </p:cxnSp>
            </p:grpSp>
            <p:sp>
              <p:nvSpPr>
                <p:cNvPr id="524" name="Google Shape;524;p37"/>
                <p:cNvSpPr/>
                <p:nvPr/>
              </p:nvSpPr>
              <p:spPr>
                <a:xfrm>
                  <a:off x="7983864" y="3982034"/>
                  <a:ext cx="3035100" cy="19263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5100" h="1147335" extrusionOk="0">
                      <a:moveTo>
                        <a:pt x="0" y="0"/>
                      </a:moveTo>
                      <a:cubicBezTo>
                        <a:pt x="173789" y="562810"/>
                        <a:pt x="626932" y="1055597"/>
                        <a:pt x="850232" y="1138989"/>
                      </a:cubicBezTo>
                      <a:cubicBezTo>
                        <a:pt x="1073532" y="1222381"/>
                        <a:pt x="1094764" y="657103"/>
                        <a:pt x="1339799" y="500350"/>
                      </a:cubicBezTo>
                      <a:cubicBezTo>
                        <a:pt x="1584834" y="343597"/>
                        <a:pt x="2440067" y="605678"/>
                        <a:pt x="2695071" y="533164"/>
                      </a:cubicBezTo>
                      <a:cubicBezTo>
                        <a:pt x="2950075" y="460650"/>
                        <a:pt x="2915991" y="38249"/>
                        <a:pt x="3035100" y="6204"/>
                      </a:cubicBezTo>
                    </a:path>
                  </a:pathLst>
                </a:custGeom>
                <a:solidFill>
                  <a:srgbClr val="F4B19A"/>
                </a:solidFill>
                <a:ln w="38100" cap="flat" cmpd="sng">
                  <a:solidFill>
                    <a:srgbClr val="27272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lt1"/>
                    </a:solidFill>
                    <a:latin typeface="Rockwell"/>
                    <a:ea typeface="Rockwell"/>
                    <a:cs typeface="Rockwell"/>
                    <a:sym typeface="Rockwell"/>
                  </a:endParaRPr>
                </a:p>
              </p:txBody>
            </p:sp>
            <p:cxnSp>
              <p:nvCxnSpPr>
                <p:cNvPr id="525" name="Google Shape;525;p37"/>
                <p:cNvCxnSpPr/>
                <p:nvPr/>
              </p:nvCxnSpPr>
              <p:spPr>
                <a:xfrm rot="10800000" flipH="1">
                  <a:off x="9060573" y="4909506"/>
                  <a:ext cx="1468163" cy="647705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FF93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26" name="Google Shape;526;p37"/>
                <p:cNvSpPr/>
                <p:nvPr/>
              </p:nvSpPr>
              <p:spPr>
                <a:xfrm>
                  <a:off x="8961461" y="5458417"/>
                  <a:ext cx="198226" cy="198226"/>
                </a:xfrm>
                <a:prstGeom prst="ellipse">
                  <a:avLst/>
                </a:prstGeom>
                <a:blipFill rotWithShape="1">
                  <a:blip r:embed="rId3">
                    <a:alphaModFix/>
                  </a:blip>
                  <a:tile tx="0" ty="0" sx="60000" sy="58999" flip="none" algn="tl"/>
                </a:blipFill>
                <a:ln>
                  <a:noFill/>
                </a:ln>
                <a:effectLst>
                  <a:outerShdw blurRad="50800" dist="19050" dir="5400000" algn="tl" rotWithShape="0">
                    <a:srgbClr val="000000">
                      <a:alpha val="6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lt1"/>
                    </a:solidFill>
                    <a:latin typeface="Rockwell"/>
                    <a:ea typeface="Rockwell"/>
                    <a:cs typeface="Rockwell"/>
                    <a:sym typeface="Rockwell"/>
                  </a:endParaRPr>
                </a:p>
              </p:txBody>
            </p:sp>
            <p:sp>
              <p:nvSpPr>
                <p:cNvPr id="527" name="Google Shape;527;p37"/>
                <p:cNvSpPr/>
                <p:nvPr/>
              </p:nvSpPr>
              <p:spPr>
                <a:xfrm>
                  <a:off x="10429623" y="4785811"/>
                  <a:ext cx="198226" cy="198226"/>
                </a:xfrm>
                <a:prstGeom prst="ellipse">
                  <a:avLst/>
                </a:prstGeom>
                <a:blipFill rotWithShape="1">
                  <a:blip r:embed="rId3">
                    <a:alphaModFix/>
                  </a:blip>
                  <a:tile tx="0" ty="0" sx="60000" sy="58999" flip="none" algn="tl"/>
                </a:blipFill>
                <a:ln>
                  <a:noFill/>
                </a:ln>
                <a:effectLst>
                  <a:outerShdw blurRad="50800" dist="19050" dir="5400000" algn="tl" rotWithShape="0">
                    <a:srgbClr val="000000">
                      <a:alpha val="6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lt1"/>
                    </a:solidFill>
                    <a:latin typeface="Rockwell"/>
                    <a:ea typeface="Rockwell"/>
                    <a:cs typeface="Rockwell"/>
                    <a:sym typeface="Rockwell"/>
                  </a:endParaRPr>
                </a:p>
              </p:txBody>
            </p:sp>
            <p:sp>
              <p:nvSpPr>
                <p:cNvPr id="528" name="Google Shape;528;p37"/>
                <p:cNvSpPr/>
                <p:nvPr/>
              </p:nvSpPr>
              <p:spPr>
                <a:xfrm>
                  <a:off x="9481910" y="4653569"/>
                  <a:ext cx="152986" cy="152986"/>
                </a:xfrm>
                <a:prstGeom prst="ellipse">
                  <a:avLst/>
                </a:prstGeom>
                <a:blipFill rotWithShape="1">
                  <a:blip r:embed="rId5">
                    <a:alphaModFix/>
                  </a:blip>
                  <a:tile tx="0" ty="0" sx="60000" sy="58999" flip="none" algn="tl"/>
                </a:blipFill>
                <a:ln>
                  <a:noFill/>
                </a:ln>
                <a:effectLst>
                  <a:outerShdw blurRad="50800" dist="19050" dir="5400000" algn="tl" rotWithShape="0">
                    <a:srgbClr val="000000">
                      <a:alpha val="6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lt1"/>
                    </a:solidFill>
                    <a:latin typeface="Rockwell"/>
                    <a:ea typeface="Rockwell"/>
                    <a:cs typeface="Rockwell"/>
                    <a:sym typeface="Rockwell"/>
                  </a:endParaRPr>
                </a:p>
              </p:txBody>
            </p:sp>
            <p:sp>
              <p:nvSpPr>
                <p:cNvPr id="529" name="Google Shape;529;p37"/>
                <p:cNvSpPr/>
                <p:nvPr/>
              </p:nvSpPr>
              <p:spPr>
                <a:xfrm>
                  <a:off x="9483727" y="5243521"/>
                  <a:ext cx="152986" cy="152986"/>
                </a:xfrm>
                <a:prstGeom prst="ellipse">
                  <a:avLst/>
                </a:prstGeom>
                <a:blipFill rotWithShape="1">
                  <a:blip r:embed="rId5">
                    <a:alphaModFix/>
                  </a:blip>
                  <a:tile tx="0" ty="0" sx="60000" sy="58999" flip="none" algn="tl"/>
                </a:blipFill>
                <a:ln>
                  <a:noFill/>
                </a:ln>
                <a:effectLst>
                  <a:outerShdw blurRad="50800" dist="19050" dir="5400000" algn="tl" rotWithShape="0">
                    <a:srgbClr val="000000">
                      <a:alpha val="6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lt1"/>
                    </a:solidFill>
                    <a:latin typeface="Rockwell"/>
                    <a:ea typeface="Rockwell"/>
                    <a:cs typeface="Rockwell"/>
                    <a:sym typeface="Rockwell"/>
                  </a:endParaRPr>
                </a:p>
              </p:txBody>
            </p:sp>
            <p:cxnSp>
              <p:nvCxnSpPr>
                <p:cNvPr id="530" name="Google Shape;530;p37"/>
                <p:cNvCxnSpPr>
                  <a:endCxn id="529" idx="0"/>
                </p:cNvCxnSpPr>
                <p:nvPr/>
              </p:nvCxnSpPr>
              <p:spPr>
                <a:xfrm>
                  <a:off x="9558420" y="4806421"/>
                  <a:ext cx="1800" cy="4371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4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cxnSp>
          </p:grpSp>
          <p:sp>
            <p:nvSpPr>
              <p:cNvPr id="531" name="Google Shape;531;p37"/>
              <p:cNvSpPr txBox="1"/>
              <p:nvPr/>
            </p:nvSpPr>
            <p:spPr>
              <a:xfrm>
                <a:off x="3051698" y="5500385"/>
                <a:ext cx="190789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Nonconvex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2" name="Google Shape;532;p37"/>
            <p:cNvSpPr txBox="1"/>
            <p:nvPr/>
          </p:nvSpPr>
          <p:spPr>
            <a:xfrm>
              <a:off x="6808067" y="3827607"/>
              <a:ext cx="152798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Epigraph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3" name="Google Shape;533;p37"/>
          <p:cNvSpPr txBox="1"/>
          <p:nvPr/>
        </p:nvSpPr>
        <p:spPr>
          <a:xfrm>
            <a:off x="3540758" y="2768134"/>
            <a:ext cx="447911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All possible orange lines are: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always in epigraph or on black 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always above or equal to black 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5" name="Google Shape;535;p37"/>
              <p:cNvSpPr txBox="1"/>
              <p:nvPr/>
            </p:nvSpPr>
            <p:spPr>
              <a:xfrm>
                <a:off x="2041144" y="5135750"/>
                <a:ext cx="8481900" cy="1661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u="none" strike="noStrike" cap="none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𝑡𝑓</m:t>
                      </m:r>
                      <m:d>
                        <m:dPr>
                          <m:ctrlPr>
                            <a:rPr lang="en-US" sz="3200" b="0" i="1" u="none" strike="noStrike" cap="none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</m:ctrlPr>
                        </m:dPr>
                        <m:e>
                          <m:r>
                            <a:rPr lang="en-US" sz="3200" b="0" i="1" u="none" strike="noStrike" cap="none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𝑎</m:t>
                          </m:r>
                        </m:e>
                      </m:d>
                      <m:r>
                        <a:rPr lang="en-US" sz="3200" b="0" i="1" u="none" strike="noStrike" cap="none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+ </m:t>
                      </m:r>
                      <m:d>
                        <m:dPr>
                          <m:ctrlPr>
                            <a:rPr lang="en-US" sz="3200" b="0" i="1" u="none" strike="noStrike" cap="none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</m:ctrlPr>
                        </m:dPr>
                        <m:e>
                          <m:r>
                            <a:rPr lang="en-US" sz="3200" b="0" i="1" u="none" strike="noStrike" cap="none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1−</m:t>
                          </m:r>
                          <m:r>
                            <a:rPr lang="en-US" sz="3200" b="0" i="1" u="none" strike="noStrike" cap="none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𝑡</m:t>
                          </m:r>
                        </m:e>
                      </m:d>
                      <m:r>
                        <a:rPr lang="en-US" sz="3200" b="0" i="1" u="none" strike="noStrike" cap="none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𝑓</m:t>
                      </m:r>
                      <m:d>
                        <m:dPr>
                          <m:ctrlPr>
                            <a:rPr lang="en-US" sz="3200" b="0" i="1" u="none" strike="noStrike" cap="none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</m:ctrlPr>
                        </m:dPr>
                        <m:e>
                          <m:r>
                            <a:rPr lang="en-US" sz="3200" b="0" i="1" u="none" strike="noStrike" cap="none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𝑏</m:t>
                          </m:r>
                        </m:e>
                      </m:d>
                      <m:r>
                        <a:rPr lang="en-US" sz="3200" b="0" i="1" u="none" strike="noStrike" cap="none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≥ </m:t>
                      </m:r>
                      <m:r>
                        <a:rPr lang="en-US" sz="3200" b="0" i="1" u="none" strike="noStrike" cap="none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𝑓</m:t>
                      </m:r>
                      <m:d>
                        <m:dPr>
                          <m:ctrlPr>
                            <a:rPr lang="en-US" sz="3200" b="0" i="1" u="none" strike="noStrike" cap="none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</m:ctrlPr>
                        </m:dPr>
                        <m:e>
                          <m:r>
                            <a:rPr lang="en-US" sz="3200" b="0" i="1" u="none" strike="noStrike" cap="none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𝑡𝑎</m:t>
                          </m:r>
                          <m:r>
                            <a:rPr lang="en-US" sz="3200" b="0" i="1" u="none" strike="noStrike" cap="none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 + </m:t>
                          </m:r>
                          <m:d>
                            <m:dPr>
                              <m:ctrlPr>
                                <a:rPr lang="en-US" sz="3200" b="0" i="1" u="none" strike="noStrike" cap="none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  <a:sym typeface="Times New Roman"/>
                                </a:rPr>
                              </m:ctrlPr>
                            </m:dPr>
                            <m:e>
                              <m:r>
                                <a:rPr lang="en-US" sz="3200" b="0" i="1" u="none" strike="noStrike" cap="none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  <a:sym typeface="Times New Roman"/>
                                </a:rPr>
                                <m:t>1−</m:t>
                              </m:r>
                              <m:r>
                                <a:rPr lang="en-US" sz="3200" b="0" i="1" u="none" strike="noStrike" cap="none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  <a:sym typeface="Times New Roman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3200" b="0" i="1" u="none" strike="noStrike" cap="none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br>
                  <a:rPr lang="en-US" sz="3200" b="0" i="0" u="none" strike="noStrike" cap="none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</a:br>
                <a:r>
                  <a:rPr lang="en-US" sz="3200" b="0" i="0" u="none" strike="noStrike" cap="none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3200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∀</m:t>
                    </m:r>
                    <m:r>
                      <a:rPr lang="en-US" sz="32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𝑎</m:t>
                    </m:r>
                    <m:r>
                      <a:rPr lang="en-US" sz="32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, ∀</m:t>
                    </m:r>
                    <m:r>
                      <a:rPr lang="en-US" sz="32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𝑏</m:t>
                    </m:r>
                    <m:r>
                      <a:rPr lang="en-US" sz="32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, </m:t>
                    </m:r>
                    <m:r>
                      <a:rPr lang="en-US" sz="32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𝑡</m:t>
                    </m:r>
                    <m:r>
                      <a:rPr lang="en-US" sz="32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 ∊ [0, 1]</m:t>
                    </m:r>
                  </m:oMath>
                </a14:m>
                <a:endParaRPr lang="en-US" sz="32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endParaRPr sz="32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 xmlns="">
          <p:sp>
            <p:nvSpPr>
              <p:cNvPr id="535" name="Google Shape;535;p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144" y="5135750"/>
                <a:ext cx="8481900" cy="16619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D8E55C8-7C5F-B6E9-3C4C-DA485CBD8C50}"/>
                  </a:ext>
                </a:extLst>
              </p14:cNvPr>
              <p14:cNvContentPartPr/>
              <p14:nvPr/>
            </p14:nvContentPartPr>
            <p14:xfrm>
              <a:off x="286200" y="525960"/>
              <a:ext cx="9143280" cy="5292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D8E55C8-7C5F-B6E9-3C4C-DA485CBD8C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6840" y="516600"/>
                <a:ext cx="9162000" cy="531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4104" y="3822961"/>
            <a:ext cx="4534215" cy="3022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9292" y="3822961"/>
            <a:ext cx="4534215" cy="3022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64105" y="800151"/>
            <a:ext cx="4534215" cy="3022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3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49292" y="800151"/>
            <a:ext cx="4534215" cy="302281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8"/>
          <p:cNvSpPr txBox="1"/>
          <p:nvPr/>
        </p:nvSpPr>
        <p:spPr>
          <a:xfrm>
            <a:off x="2675967" y="1318574"/>
            <a:ext cx="134043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Curve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8"/>
          <p:cNvSpPr txBox="1"/>
          <p:nvPr/>
        </p:nvSpPr>
        <p:spPr>
          <a:xfrm>
            <a:off x="7050481" y="1323038"/>
            <a:ext cx="134043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Curve 2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47" name="Google Shape;547;p38"/>
          <p:cNvSpPr txBox="1"/>
          <p:nvPr/>
        </p:nvSpPr>
        <p:spPr>
          <a:xfrm>
            <a:off x="2771216" y="5634850"/>
            <a:ext cx="134043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Curve 3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48" name="Google Shape;548;p38"/>
          <p:cNvSpPr txBox="1"/>
          <p:nvPr/>
        </p:nvSpPr>
        <p:spPr>
          <a:xfrm>
            <a:off x="8135963" y="5853766"/>
            <a:ext cx="134043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Curve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8"/>
          <p:cNvSpPr txBox="1"/>
          <p:nvPr/>
        </p:nvSpPr>
        <p:spPr>
          <a:xfrm>
            <a:off x="1331866" y="229444"/>
            <a:ext cx="463223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Convex or Not Convex:</a:t>
            </a:r>
            <a:endParaRPr sz="32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7CAC05-94F5-E6C2-1646-BAB181A0CEB9}"/>
                  </a:ext>
                </a:extLst>
              </p14:cNvPr>
              <p14:cNvContentPartPr/>
              <p14:nvPr/>
            </p14:nvContentPartPr>
            <p14:xfrm>
              <a:off x="2757600" y="1151280"/>
              <a:ext cx="7371720" cy="5136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7CAC05-94F5-E6C2-1646-BAB181A0CEB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48240" y="1141920"/>
                <a:ext cx="7390440" cy="515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3078" y="1168732"/>
            <a:ext cx="8285042" cy="5523361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9"/>
          <p:cNvSpPr txBox="1"/>
          <p:nvPr/>
        </p:nvSpPr>
        <p:spPr>
          <a:xfrm>
            <a:off x="7949422" y="1987062"/>
            <a:ext cx="3972947" cy="403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Yes!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Average Loss?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Yes!</a:t>
            </a:r>
            <a:br>
              <a:rPr lang="en-US" sz="4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endParaRPr sz="40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(Sum of convex functions is convex)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9"/>
          <p:cNvSpPr txBox="1">
            <a:spLocks noGrp="1"/>
          </p:cNvSpPr>
          <p:nvPr>
            <p:ph type="title"/>
          </p:nvPr>
        </p:nvSpPr>
        <p:spPr>
          <a:xfrm>
            <a:off x="1069850" y="332225"/>
            <a:ext cx="105762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ARE OUR PREVIOUS LOSS FUNCTIONS CONVEX?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9B8F069-26CD-93C2-3EBC-B1D0623AB174}"/>
                  </a:ext>
                </a:extLst>
              </p14:cNvPr>
              <p14:cNvContentPartPr/>
              <p14:nvPr/>
            </p14:nvContentPartPr>
            <p14:xfrm>
              <a:off x="2325240" y="1281240"/>
              <a:ext cx="9501480" cy="5403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9B8F069-26CD-93C2-3EBC-B1D0623AB1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15880" y="1271880"/>
                <a:ext cx="9520200" cy="5422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IS A GAUSSIAN CONVEX?</a:t>
            </a:r>
            <a:endParaRPr/>
          </a:p>
        </p:txBody>
      </p:sp>
      <p:pic>
        <p:nvPicPr>
          <p:cNvPr id="564" name="Google Shape;564;p4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198480" y="1541307"/>
            <a:ext cx="7509290" cy="521176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6C5B96-DF21-C3C2-864F-6220275D98EC}"/>
                  </a:ext>
                </a:extLst>
              </p14:cNvPr>
              <p14:cNvContentPartPr/>
              <p14:nvPr/>
            </p14:nvContentPartPr>
            <p14:xfrm>
              <a:off x="8543160" y="538560"/>
              <a:ext cx="2980080" cy="3559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6C5B96-DF21-C3C2-864F-6220275D98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33800" y="529200"/>
                <a:ext cx="2998800" cy="3578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EXPECTED LOSS</a:t>
            </a:r>
            <a:endParaRPr/>
          </a:p>
        </p:txBody>
      </p:sp>
      <p:sp>
        <p:nvSpPr>
          <p:cNvPr id="374" name="Google Shape;374;p27"/>
          <p:cNvSpPr txBox="1">
            <a:spLocks noGrp="1"/>
          </p:cNvSpPr>
          <p:nvPr>
            <p:ph type="body" idx="1"/>
          </p:nvPr>
        </p:nvSpPr>
        <p:spPr>
          <a:xfrm>
            <a:off x="1131277" y="1931931"/>
            <a:ext cx="11060723" cy="4707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A natural way to define the loss on our entire dataset is to compute the average of the loss on each record.</a:t>
            </a:r>
            <a:endParaRPr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In some cases we might take a weighted average (when?)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Some records might be more important or reliable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What does the average loss look like?</a:t>
            </a:r>
            <a:endParaRPr/>
          </a:p>
        </p:txBody>
      </p:sp>
      <p:pic>
        <p:nvPicPr>
          <p:cNvPr id="375" name="Google Shape;37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8225" y="2718283"/>
            <a:ext cx="47498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7"/>
          <p:cNvSpPr/>
          <p:nvPr/>
        </p:nvSpPr>
        <p:spPr>
          <a:xfrm>
            <a:off x="2407754" y="3828878"/>
            <a:ext cx="2985880" cy="456888"/>
          </a:xfrm>
          <a:prstGeom prst="wedgeRoundRectCallout">
            <a:avLst>
              <a:gd name="adj1" fmla="val 25605"/>
              <a:gd name="adj2" fmla="val -104100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The set of n data points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EA2785B-CE4F-FAA2-DC52-B9C3EF7EE605}"/>
                  </a:ext>
                </a:extLst>
              </p14:cNvPr>
              <p14:cNvContentPartPr/>
              <p14:nvPr/>
            </p14:nvContentPartPr>
            <p14:xfrm>
              <a:off x="718560" y="2696400"/>
              <a:ext cx="10128240" cy="3307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EA2785B-CE4F-FAA2-DC52-B9C3EF7EE6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9200" y="2687040"/>
                <a:ext cx="10146960" cy="332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270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ACKNOWLEDGMENTS</a:t>
            </a:r>
            <a:endParaRPr/>
          </a:p>
        </p:txBody>
      </p:sp>
      <p:sp>
        <p:nvSpPr>
          <p:cNvPr id="471" name="Google Shape;471;p2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These slides use materials by the Berkeley DS 100 team, Elena </a:t>
            </a:r>
            <a:r>
              <a:rPr lang="en-US" dirty="0" err="1"/>
              <a:t>Zheleva</a:t>
            </a:r>
            <a:r>
              <a:rPr lang="en-US" dirty="0"/>
              <a:t>, </a:t>
            </a:r>
            <a:r>
              <a:rPr lang="en-US"/>
              <a:t>Gonzalo Bello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10272</TotalTime>
  <Words>2609</Words>
  <Application>Microsoft Macintosh PowerPoint</Application>
  <PresentationFormat>宽屏</PresentationFormat>
  <Paragraphs>330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8" baseType="lpstr">
      <vt:lpstr>-apple-system</vt:lpstr>
      <vt:lpstr>Noto Sans Symbols</vt:lpstr>
      <vt:lpstr>Arial</vt:lpstr>
      <vt:lpstr>Calibri</vt:lpstr>
      <vt:lpstr>Cambria Math</vt:lpstr>
      <vt:lpstr>Gill Sans MT</vt:lpstr>
      <vt:lpstr>Rockwell</vt:lpstr>
      <vt:lpstr>Times</vt:lpstr>
      <vt:lpstr>Times New Roman</vt:lpstr>
      <vt:lpstr>Wingdings</vt:lpstr>
      <vt:lpstr>Wingdings 2</vt:lpstr>
      <vt:lpstr>Oriel</vt:lpstr>
      <vt:lpstr>MODELS AND ESTIMATION</vt:lpstr>
      <vt:lpstr>COVERED SO FAR</vt:lpstr>
      <vt:lpstr>Now</vt:lpstr>
      <vt:lpstr>WHAT IS A MODEL?</vt:lpstr>
      <vt:lpstr>PowerPoint 演示文稿</vt:lpstr>
      <vt:lpstr>WHY DO WE BUILD MODELS?</vt:lpstr>
      <vt:lpstr>MODELS: “PHYSICAL” OR “MECHANISTIC”</vt:lpstr>
      <vt:lpstr>MODELS: STATISTICAL CORRELATIONS (A)</vt:lpstr>
      <vt:lpstr>MODELS: STATISTICAL CORRELATIONS (1)</vt:lpstr>
      <vt:lpstr>MODELS AND THE WORLD</vt:lpstr>
      <vt:lpstr>EXAMPLE – Air Quality Systems (AQS)</vt:lpstr>
      <vt:lpstr>STEP 1: UNDERSTANDING THE DATA (EDA)</vt:lpstr>
      <vt:lpstr>UNDERSTANDING THE VALUES</vt:lpstr>
      <vt:lpstr>STEP 1: DEFINE THE MODEL</vt:lpstr>
      <vt:lpstr>START WITH A SIMPLE MODEL: CONSTANT</vt:lpstr>
      <vt:lpstr>HOW DO WE ESTIMATE THE PARAMETERS θ_0^∗,  θ_1^∗ </vt:lpstr>
      <vt:lpstr>DEFINING THE OBJECTIVE (GOAL) </vt:lpstr>
      <vt:lpstr>STEP 2: DEFINE THE LOSS</vt:lpstr>
      <vt:lpstr>LOSS FUNCTIONS</vt:lpstr>
      <vt:lpstr>SQUARED LOSS (will use θ^∗instead of θ_0^∗)</vt:lpstr>
      <vt:lpstr>ABSOLUTE LOSS</vt:lpstr>
      <vt:lpstr>ABSOLUTE LOSS: EXAMPLE</vt:lpstr>
      <vt:lpstr>ABSOLUTE LOSS: EXAMPLE</vt:lpstr>
      <vt:lpstr>SUMMARY OF MODEL ESTIMATION (SO FAR…)</vt:lpstr>
      <vt:lpstr>STEP 3: MINIMIZE THE LOSS</vt:lpstr>
      <vt:lpstr>MINIMIZING A FUNCTION (CALCULUS REVIEW)</vt:lpstr>
      <vt:lpstr>PowerPoint 演示文稿</vt:lpstr>
      <vt:lpstr>PowerPoint 演示文稿</vt:lpstr>
      <vt:lpstr>CONVEX SETS AND POLYGONS</vt:lpstr>
      <vt:lpstr>NON-CONVEX SETS AND POLYGONS</vt:lpstr>
      <vt:lpstr>FORMAL DEFINITION OF CONVEX FUNCTIONS</vt:lpstr>
      <vt:lpstr>PowerPoint 演示文稿</vt:lpstr>
      <vt:lpstr>ARE OUR PREVIOUS LOSS FUNCTIONS CONVEX?</vt:lpstr>
      <vt:lpstr>IS A GAUSSIAN CONVEX?</vt:lpstr>
      <vt:lpstr>EXPECTED LOSS</vt:lpstr>
      <vt:lpstr>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DATA SCIENCE</dc:title>
  <dc:subject/>
  <dc:creator>sathya@uic.edu</dc:creator>
  <cp:keywords/>
  <dc:description/>
  <cp:lastModifiedBy>yuting lu</cp:lastModifiedBy>
  <cp:revision>531</cp:revision>
  <dcterms:created xsi:type="dcterms:W3CDTF">2017-08-21T17:08:06Z</dcterms:created>
  <dcterms:modified xsi:type="dcterms:W3CDTF">2024-10-29T01:22:47Z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Sathya Ravi</vt:lpwstr>
  </property>
</Properties>
</file>