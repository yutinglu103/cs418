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ink/ink7.xml" ContentType="application/inkml+xml"/>
  <Override PartName="/ppt/notesSlides/notesSlide10.xml" ContentType="application/vnd.openxmlformats-officedocument.presentationml.notesSlide+xml"/>
  <Override PartName="/ppt/ink/ink8.xml" ContentType="application/inkml+xml"/>
  <Override PartName="/ppt/notesSlides/notesSlide11.xml" ContentType="application/vnd.openxmlformats-officedocument.presentationml.notesSlide+xml"/>
  <Override PartName="/ppt/ink/ink9.xml" ContentType="application/inkml+xml"/>
  <Override PartName="/ppt/notesSlides/notesSlide12.xml" ContentType="application/vnd.openxmlformats-officedocument.presentationml.notesSlide+xml"/>
  <Override PartName="/ppt/ink/ink10.xml" ContentType="application/inkml+xml"/>
  <Override PartName="/ppt/notesSlides/notesSlide13.xml" ContentType="application/vnd.openxmlformats-officedocument.presentationml.notesSlide+xml"/>
  <Override PartName="/ppt/ink/ink11.xml" ContentType="application/inkml+xml"/>
  <Override PartName="/ppt/notesSlides/notesSlide14.xml" ContentType="application/vnd.openxmlformats-officedocument.presentationml.notesSlide+xml"/>
  <Override PartName="/ppt/ink/ink12.xml" ContentType="application/inkml+xml"/>
  <Override PartName="/ppt/notesSlides/notesSlide15.xml" ContentType="application/vnd.openxmlformats-officedocument.presentationml.notesSlide+xml"/>
  <Override PartName="/ppt/ink/ink13.xml" ContentType="application/inkml+xml"/>
  <Override PartName="/ppt/notesSlides/notesSlide16.xml" ContentType="application/vnd.openxmlformats-officedocument.presentationml.notesSlide+xml"/>
  <Override PartName="/ppt/ink/ink14.xml" ContentType="application/inkml+xml"/>
  <Override PartName="/ppt/notesSlides/notesSlide17.xml" ContentType="application/vnd.openxmlformats-officedocument.presentationml.notesSlide+xml"/>
  <Override PartName="/ppt/ink/ink15.xml" ContentType="application/inkml+xml"/>
  <Override PartName="/ppt/notesSlides/notesSlide18.xml" ContentType="application/vnd.openxmlformats-officedocument.presentationml.notesSlide+xml"/>
  <Override PartName="/ppt/ink/ink16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7.xml" ContentType="application/inkml+xml"/>
  <Override PartName="/ppt/notesSlides/notesSlide21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30"/>
  </p:notesMasterIdLst>
  <p:sldIdLst>
    <p:sldId id="256" r:id="rId2"/>
    <p:sldId id="476" r:id="rId3"/>
    <p:sldId id="460" r:id="rId4"/>
    <p:sldId id="475" r:id="rId5"/>
    <p:sldId id="287" r:id="rId6"/>
    <p:sldId id="290" r:id="rId7"/>
    <p:sldId id="292" r:id="rId8"/>
    <p:sldId id="296" r:id="rId9"/>
    <p:sldId id="470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480" r:id="rId24"/>
    <p:sldId id="477" r:id="rId25"/>
    <p:sldId id="478" r:id="rId26"/>
    <p:sldId id="479" r:id="rId27"/>
    <p:sldId id="482" r:id="rId28"/>
    <p:sldId id="286" r:id="rId29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0099A61-60B1-E343-B0A1-10E31D92ED86}">
          <p14:sldIdLst>
            <p14:sldId id="256"/>
            <p14:sldId id="476"/>
            <p14:sldId id="460"/>
            <p14:sldId id="475"/>
            <p14:sldId id="287"/>
            <p14:sldId id="290"/>
            <p14:sldId id="292"/>
            <p14:sldId id="296"/>
            <p14:sldId id="470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480"/>
            <p14:sldId id="477"/>
            <p14:sldId id="478"/>
            <p14:sldId id="479"/>
            <p14:sldId id="482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171"/>
    <p:restoredTop sz="75703"/>
  </p:normalViewPr>
  <p:slideViewPr>
    <p:cSldViewPr snapToGrid="0">
      <p:cViewPr varScale="1">
        <p:scale>
          <a:sx n="82" d="100"/>
          <a:sy n="82" d="100"/>
        </p:scale>
        <p:origin x="6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13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139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6.537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4388 6396 8912,'12'11'0,"-1"1"0,-7-16 0,6 2 0,-7-15 0,3 0 0,0-1 0,-6 1 0,0 0 0,0 0 0,0 0 0,0-1 0,0 7 0,0 0 0,0 7 0,7-10 0,5 9 0,3 1 0,4 0 0,4-2 0,-2 4 0,8-3 0,-6 3 0,6 2 0,-1-6 0,7 0 0,-1 1 0,1 5 0,-1-2 0,0-4 0,7 4 0,-1-4 0,0-1 0,-4-1 0,4 0 0,6 1 0,-2-7 0,2 3 0,0-4 0,6-3 0,-1-5 0,1 1 0,-2 1 0,-4 9 0,3-3 0,-3 3 0,-4 5 0,-2 1 0,-3 4 0,-3 2 0,0 0 0,1 0 0,-1 0 0,1 0 0,-3 0 0,-3 0 0,3 6 0,-3-1 0,9 1 0,3-6 0,-3 0 0,-8 0 0,-1 0 0,2 0 0,1 6 0,3 0 0,-1-1 0,0-5 0,7 0 0,-1 0 0,-2 0 0,-2 0 0,-1 0 0,-1 0 0,1 0 0,-1 0 0,0 0 0,-1 0 0,-3 0 0,-1 0 0,-2 0 0,2 0 0,7 0 0,-7 0 0,7 0 0,-7 0 0,3 0 0,3 0 0,-1 0 0,0 0 0,7-2 0,-1-3 0,6 3 0,-4-4 0,2 2 0,3-1 0,-5 3 0,-1-4 0,1 2 0,-2-2 0,4 4 0,-8-3 0,-3 3 0,-1 2 0,-1 0 0,-3 0 0,9 0 0,-9 0 0,9 6 0,-9-1 0,7 1 0,5 2 0,-4-6 0,4 3 0,-3 3 0,-3-2 0,1-1 0,1-5 0,2 2 0,2 4 0,1-4 0,-7 4 0,6-4 0,0-2 0,6 0 0,-6 0 0,-1 2 0,-3 3 0,0-3 0,4 4 0,-3-4 0,3-2 0,-10 2 0,-1 3 0,0-3 0,5 4 0,-1-2 0,-5 2 0,3-4 0,-8 3 0,8-1 0,-3 0 0,5 2 0,1-3 0,1-1 0,-1-2 0,2 0 0,4 0 0,-5 6 0,1 0 0,-5-2 0,-1-2 0,3-2 0,1 0 0,-5 0 0,0 0 0,-6 0 0,5 0 0,-7 0 0,2 0 0,-4 0 0,-1 0 0,-1 0 0,0 0 0,0 0 0,0 0 0,1 0 0,-1 0 0,0 0 0,0 0 0,0 0 0,-5 0 0,-1 0 0,-5 0 0,6 0 0,-9 0 0,13 0 0,-7 0 0,9 0 0,-1 0 0,0 0 0,0 0 0,0 0 0,1 0 0,-1 0 0,2 0 0,4 0 0,-4 0 0,4 0 0,4-6 0,1 0 0,-3 0 0,0 6 0,-2 0 0,0 0 0,0 0 0,-6 0 0,6 0 0,0 0 0,0 0 0,-6 0 0,2 0 0,4 0 0,-4 0 0,4 0 0,-4 0 0,-1-2 0,-1-3 0,0 3 0,0-6 0,0 8 0,-7 0 0,5 0 0,-5 0 0,7 0 0,0 0 0,0 0 0,-5-6 0,-1 1 0,-7-1 0,4 6 0,0 0 0,-7 0 0,7 0 0,-8 0 0,0 0 0,-8 8 0,-1 1 0,-8 8 0,-1 1 0,1-1 0</inkml:trace>
  <inkml:trace contextRef="#ctx0" brushRef="#br0" timeOffset="1">6178 10694 8912,'11'-2'0,"1"-2"0,1-1 0,3 1 0,-5 2 0,0 2 0,-9-2 0,-2-4 0,0 4 0,-7-7 0,7 3 0,0 4 0,0-13 0,0 3 0,0 5 0,2-7 0,3 9 0,-3-9 0,6 12 0,-8-13 0,6 11 0,-1-7 0,1 7 0,-6-11 0,0 11 0,0-8 0,0 9 0,0-13 0,-7 7 0,-5-6 0,-3 3 0,-2-1 0,-1 7 0,1-5 0,0 5 0,-2 0 0,-4 6 0,4 0 0,-4 0 0,-2 2 0,2 4 0,-6 3 0,6 8 0,0 6 0,6 0 0,0 6 0,0-6 0,7 2 0,4-2 0,5-4 0,1 4 0,0-4 0,1-4 0,5-4 0,4 3 0,7-8 0,6-1 0,0-5 0,7-2 0,-1-3 0,4-3 0,1-3 0,0-3 0,-1 7 0,-4-1 0,-6 0 0,-4-3 0,-2 5 0,-7 0 0,-1 1 0,-3-1 0,-4 0 0,5 14 0,-9 5 0,-3 8 0,1 0 0,-8 8 0,9 0 0,-3 7 0,4 0 0,2-2 0,0 5 0,0-11 0,0 5 0,0 1 0,2-5 0,4 0 0,-4-8 0,3 1 0,3-2 0,-2-3 0,-1 0 0,3 0 0,-6 2 0,4 4 0,-4-4 0,-2 6 0,0-8 0</inkml:trace>
  <inkml:trace contextRef="#ctx0" brushRef="#br0" timeOffset="2">6677 10264 8912,'0'17'0,"0"1"0,0-7 0,0 1 0,0-1 0,0 6 0,-2 2 0,-4 4 0,4-2 0,-3 8 0,1 0 0,0 5 0,-2 0 0,2 1 0,3 5 0,1 0 0,0 2 0,0-2 0,1-2 0,5 8 0,-4-2 0,4 2 0,-4-4 0,-2-8 0,0-7 0,0-2 0</inkml:trace>
  <inkml:trace contextRef="#ctx0" brushRef="#br0" timeOffset="3">6591 10797 8912,'0'25'0,"-8"-13"0,6 1 0,-3-19 0,3-3 0,2-9 0,0 1 0,7 0 0,5 0 0,5 0 0,6 0 0,2-1 0,4 1 0,9 2 0,-4 1 0,3 3 0,-1-2 0,-2 3 0,1-1 0,7-1 0,2-5 0</inkml:trace>
  <inkml:trace contextRef="#ctx0" brushRef="#br0" timeOffset="4">7004 10453 8912,'0'25'0,"0"-11"0,0 3 0,0-4 0,0 4 0,-6 1 0,0-1 0,-1 0 0,1 0 0,4 2 0,-4 4 0,-1-4 0,1 4 0,0 2 0,6 0 0,0 0 0,0 0 0,0 3 0,0-5 0,0 2 0,0-2 0,2-4 0,4 4 0,4-4 0,-1-2 0,6-5 0,-3-1 0,3-7 0,2 2 0,6-4 0,0-2 0,2-4 0,-2-8 0,-4 1 0,4-12 0,-4 4 0,-2 2 0,-5-1 0,-3 1 0,-1 0 0,-2 8 0,-6 1 0,0 10 0,0 4 0,0 5 0,0 6 0,0 6 0,6 2 0,-1 4 0,7 3 0,-6-3 0,7 3 0,-2 3 0,5-9 0,1-3 0,0-6 0,0-5 0,1-4 0,-1-8 0,0-16 0,0-3 0</inkml:trace>
  <inkml:trace contextRef="#ctx0" brushRef="#br0" timeOffset="5">7520 10832 8912,'8'-10'0,"-4"-3"0,7 7 0,-7-2 0,2 3 0,-4 3 0,-2-6 0,-2 8 0,-4 0 0,2 2 0,-7 4 0,7 3 0,-2 8 0,4 1 0,2-1 0,0 0 0,0 0 0,0 0 0,0-5 0,0-1 0,8 1 0,1 3 0,7-2 0,-3-3 0,-1-2 0,-1 3 0,6-5 0,2 5 0,4-5 0,-4 2 0,4-3 0,-4-3 0,-1 4 0,-1-4 0,0-2 0,0 0 0,-7 0 0,-2 0 0,-1 0 0,-5 0 0,6 0 0,-8 0 0,2 0 0,3 0 0,-3 0 0,8 0 0,-4 0 0,-4-8 0,3-3 0,3-4 0,-2-3 0,-1 1 0,-5 0 0,2 0 0,4 0 0,-4-1 0,4 1 0,-3 0 0,1 0 0,2 0 0,0 7 0,1 2 0,3 1 0,7-3 0</inkml:trace>
  <inkml:trace contextRef="#ctx0" brushRef="#br0" timeOffset="6">8122 11004 8912,'10'17'0,"-4"0"0,-4-7 0,-2-3 0,0-7 0,0 0 0,0-7 0,2 5 0,3-4 0,-1 4 0,8 2 0,-7-6 0,5-1 0,0-1 0,-1 0 0,3-5 0,5 2 0,0-5 0,0-7 0,-2 0 0,-3 2 0,-6 2 0,-4 0 0,-2-4 0,0 10 0,0-4 0,-2 5 0,-4 1 0,-6 5 0,-9 6 0,-2 6 0,1 3 0,4 8 0,7 3 0,-1 1 0,1 3 0,1 3 0,3-6 0,7 2 0,0 2 0,0-2 0,7-2 0,7-8 0,5-3 0,4-3 0,13-1 0,-1-6 0,10-7 0,1-5 0,10-3 0,1-2 0,-3-2 0,-7-4 0,-4 3 0,-9-2 0,-2-3 0,-3 2 0,-12 0 0,-11 6 0,-4-1 0,-2 1 0,-8 2 0,-3 4 0,-10-3 0,-2 8 0,-6 1 0,4 5 0,1 0 0,-1 0 0,2 2 0,6 3 0,-1 5 0,1 7 0,0 6 0,2 0 0,3 0 0,6 2 0,4-6 0,2 4 0,2 2 0,4-3 0,4 1 0,9-7 0,6-3 0,9-1 0,2-9 0,10 3 0,-7-4 0,1-2 0,2-2 0,-2-4 0,-4-5 0,-5-4 0,-6-3 0,-8-6 0,0-3 0</inkml:trace>
  <inkml:trace contextRef="#ctx0" brushRef="#br0" timeOffset="7">9017 10471 8912,'18'0'0,"-1"0"0,-6-2 0,1-4 0,-3 12 0,3-1 0,-5 11 0,-7 7 0,0 7 0,0 8 0,6 6 0,0 8 0,2 0 0,-3-1 0,-3 1 0,4-1 0,2-1 0,-3-4 0,7 2 0,-7-8 0,1 6 0,-6-6 0,0-8 0,0-9 0,8-12 0,1-3 0</inkml:trace>
  <inkml:trace contextRef="#ctx0" brushRef="#br0" timeOffset="8">9396 10660 8912,'-17'2'0,"0"3"0,-3 7 0,-3 9 0,-3 4 0,-1 1 0,-4 3 0,8 5 0,0 7 0,6-1 0,2-2 0,3-2 0,5-3 0,7-5 0,9-1 0,9-4 0,8-10 0,14 5 0,12-13 0,11 1 0,4-4 0,2-2 0,6-2 0,-1-4 0,-5-1-133,-6-5 1,-7-11 0,3 4-1</inkml:trace>
  <inkml:trace contextRef="#ctx0" brushRef="#br0" timeOffset="9">10687 10729 8912,'0'17'0,"1"2"0,3 4 0,4 5 0,2 5 0,3 1 0,2 1 0,2-1 0,1-1 0,-1-3 0,0-1 0,-5-8 0,-1 0 0,2-8 0,3-7 0,3-4 0,4-2 0,-4 0 0,4-4 0,-4-6 0,-2-7 0,-2-11 0,-3-1 0,1-2 0,-7 3 0,0-5 0,-6 5 0,0 3 0,0 2 0,0 4 0,-8 9 0,-3 4 0,-7 4 0,-5 2 0,4 4 0,-4 8 0,4-1 0,2 12 0,6-4 0,-1-2 0,8 1 0,-1-1 0,3 0 0,2 0 0,2 0 0,3 1 0,5-9 0,7-3 0,6-4 0,0-2 0,8 0 0,-3 0 0,-1-2 0,2-4 0,-6-3 0,5-9 0,-7 7 0,2-1 0,-4 1 0,-3-6 0,-3 2 0,-1 3 0,-1-3 0,-1 11 0,-5-7 0,-3 7 0,-2-2 0,0 12 0,6 3 0,0 8 0,7 6 0,-1 0 0,-3 6 0,3-6 0,-3 0 0,3-6 0,3 0 0,-4 0 0,-1 4 0,1-3 0,-7 3 0,2-10 0,-4-3 0,-10 7 0,-17-13 0,-11 6 0</inkml:trace>
  <inkml:trace contextRef="#ctx0" brushRef="#br0" timeOffset="10">10928 10505 8912,'-33'-25'0,"4"-3"0,10 3 0,10 2 0,1 4 0,10 9 0,9 4 0,12-1 0,6 1 0,5 0 0,7 6 0,1-2 0,4-1 0,-6-3 0,4-8 0,0 5 0</inkml:trace>
  <inkml:trace contextRef="#ctx0" brushRef="#br0" timeOffset="11">12339 10694 8912,'11'-2'0,"-1"-4"0,-3-5 0,-3-4 0,-2-2 0,-2-1 0,0 1 0,-2 0 0,-4 0 0,-9 2 0,-8 3 0,-9 4 0,-1 8 0,-5 4 0,0 8 0,1 1 0,3 16 0,1-1 0,5 7 0,11-1 0,11 1 0,4 5 0,2 0 0,15 2 0,8-2 0,10-6 0,7 1 0,-2-3 0,8-9 0,-2 0 0,2-6 0,-4 0 0,-8 1 0,-1-1 0,-5 0 0,-3-6 0,-8 1 0,-7-8 0,-4 5 0,-12-3 0,-11-2 0,-12 7 0,2-1 0,-1 1 0,-1 5 0,-5-5 0,1 2 0,4-1 0,5 1 0,6-7 0,1 7 0,8-11 0,1-9 0,8-12 0</inkml:trace>
  <inkml:trace contextRef="#ctx0" brushRef="#br0" timeOffset="12">12700 10797 8912,'33'10'0,"-5"-4"0,-9-5 0,-7-1 0,-8 0 0,3 0 0,-5 2 0,4 4 0,-4-2 0,4 7 0,3-5 0,3 6 0,-1-9 0,6 3 0,-3 2 0,9-2 0,3-1 0,3-5 0,4 0 0,1 0 0,0-2 0,1-3 0,-3-5 0,-3-7 0,2 2 0,-8 3 0,5-3 0,-5 3 0,-6 5 0,-5 1 0,-6-2 0,5 3 0,-7 7 0,2 9 0,-4 14 0,-2 9 0,-2 16 0,-4 13 0,2 10 0,-7 1 0,5 6-146,-6-5 1,7-1 145,-7-5 0,1-2 0,-7-4 0,1-6 0,0-11 0,0-11 0,0-13 0,-1 1 0,1-5 0,0-5 0,0-13 0,0 0 0,-1 0 0,1 0 0,0 0 0,0-13 145,0-5 1,5-10-146,1-1 0,7-3 0,-2-3 0,4-5 0,2 0 0,2-2 0,4 2 0,3-2 0,9-4 0,4-2 0,1 8 0,6 2 0,-6 9 0,8-1 0,-3 7 0,5 0 0,1 6 0,-5 7 0,0 4 0,-3 4 0,3 2 0,4 0 0,-14-7 0,6-3 0</inkml:trace>
  <inkml:trace contextRef="#ctx0" brushRef="#br0" timeOffset="13">13664 10574 8912,'17'0'0,"-8"0"0,1 0 0,-4 0 0,-4 2 0,3 3 0,-3 5 0,-2 7 0,0 2 0,0 4 0,0 6 0,0 11 0,0-2 0,0 10 0,0 4 0,0 3 0,6 4 0,0-2 0,13-5 0,-2 0 0,10-3 0,-4-9 0,6-1 0,-7-11 0,7-11 0,-6-11 0,0-12 0,2-3 0,2-8 0</inkml:trace>
  <inkml:trace contextRef="#ctx0" brushRef="#br0" timeOffset="14">14042 11021 8912,'0'-23'0,"0"0"0,0-2 0,0 2 0,-2 4 0,-3-4 0,-5 12 0,-7 5 0,-6 4 0,0 2 0,-2 10 0,2 7 0,4 2 0,-4 10 0,6-1 0,5 7 0,-1-7 0,7 1 0,1-8 0,5 2 0,0 2 0,0-2 0,1-2 0,5-10 0,-2 2 0,8-7 0,-1 0 0,6-6 0,0 0 0,1 0 0,-1-2 0,0-4 0,0-3 0,0-8 0,1-1 0,-1 1 0,0 0 0,0 0 0,0 1 0,1 5 0,-1-4 0,0 13 0,-5-6 0,-1 8 0,-7 8 0,2 3 0,-4 5 0,-2 1 0,5 0 0,1 0 0,7 8 0,-5-6 0,4 4 0,-5-12 0,8 5 0,5-7 0</inkml:trace>
  <inkml:trace contextRef="#ctx0" brushRef="#br0" timeOffset="15">13320 10694 8912,'9'-17'0,"1"5"0,-7 1 0,3-2 0,-2-3 0,-2-1 0,-2 6 0,0-1 0,0 12 0,0 4 0,0 13 0,0 8 0,6 9 0,-1 7 0,3 6 0,-4 1 0,4 6 0,1 3 0,-5 6 0,2-6 0,1 2 0,-1-1 0,2-5 0,-3 5 0,-3-7 0,4-5 0,-4-12 0,-2-9 0,0-8 0</inkml:trace>
  <inkml:trace contextRef="#ctx0" brushRef="#br0" timeOffset="16">14146 10557 8912,'17'5'0,"0"1"0,-7 0 0,5-6 0,-13 2 0,3 3 0,-3 7 0,-2 5 0,0 6 0,0 4 0,0 7 0,-2 1 0,-3-1 0,3 0 0,-4 1 0,4-7 0,2 1 0,0-2 0,0 1 0,0-3 0,0-8 0,0-5 0,0-1 0,0-7 0,2 4 0,4-8 0,3-2 0,9-4 0,5-3 0,-1-9 0,7 1 0,-6 0 0,6-6 0,-6 0 0,5 0 0,-5 6 0,0 6 0,-6-1 0,1 8 0,-1-1 0,0 3 0,-5 9 0,-1 5 0,-7 5 0,2 6 0,-10-2 0,-2 8 0,-13-1 0,2 7 0,-12-3 0,0-3 0,-1 1 0,1-7 0,-3 6 0,3-6 0,-2 0 0,3-6 0,3 0 0,8 0 0,-1-5 0,1-1 0,6-7 0,-1 2 0,8-4 0,4-10 0,10-1 0</inkml:trace>
  <inkml:trace contextRef="#ctx0" brushRef="#br0" timeOffset="17">14696 10849 8912,'0'17'0,"0"0"0,0 0 0,0 1 0,0-1 0,-6 0 0,1 0 0,-7 0 0,7 1 0,-1 1 0,6 4 0,0-2 0,0 7 0,0-7 0,0 2 0,0-4 0,0-1 0,2-1 0,3 0 0,5-8 0,7-1 0,0-8 0,1 0 0,-1 0 0,0-13 0,0-4 0,0-12 0,1 0 0,-1-3 0,0-3 0,-5 7 0,-1-1 0,1 2 0,5-1 0,-6 3 0,1 8 0,-9-1 0,5 1 0,-6 10 0,4 7 0,-4 7 0,3 10 0,-3 6 0,-2 0 0,2 8 0,4-2 0,4-3 0,7 3 0,0-6 0,0 6 0,6-10 0,0-2 0,8-2 0,-3-9 0,5 0 0,1-6 0,1 0 0,-1 0 0,1-10 0,-1-7 0,-7 0 0,-4-6 0,-4-2 0,-2 2 0,-2-8 0,-3 3 0,-5 1 0,-7-2 0,0 8 0,0-2 0,0 10 0,0 2 0,0 7 0,0-4 0,0 10 0,0 4 0,0 5 0,0 12 0,8-4 0,4 4 0,3 4 0,2 2 0,0-3 0,0 3 0,1-6 0,-1 6 0,-2-7 0,-3 7 0,-5-8 0,-7 2 0,-2 2 0,-3-2 0,-15 0 0,-14-6 0,-10 8 0,-13 3 0,-12 3 0,-11-2 0,-12 3 0,44-19 0,0 1 0</inkml:trace>
  <inkml:trace contextRef="#ctx0" brushRef="#br0" timeOffset="18">10979 3164 8912,'-2'9'0,"-4"-3"0,-5-4 0,3 5 0,3 5 0,3 7 0,2 10 0,2 3 0,3 20 0,5 7 0,-1 6 0,5 6 0,-6 1 0,-1 3 0,1-3 0,-2-3 0,-6-6 0,0-6 0,0-3 0,0-10 0,0-4 0,-8-11 0,-4-7 0,-9-4 0,-2-7 0,-15-3 0,2-8 0</inkml:trace>
  <inkml:trace contextRef="#ctx0" brushRef="#br0" timeOffset="19">10446 3542 8912,'-2'-17'0,"-4"-1"0,4 7 0,-4-1 0,6 7 0,6-7 0,13-1 0,16-10 0,14 2 0,14-8 0,6 1 0,6-7 0,-2 3-143,7 3 0,-13 4 143,2 8 0,-14 2 0,-3 3 0,-10 9 0,-14 14 0,-5 0 0,-11 12 0,-5 4 0,-7 0 0</inkml:trace>
  <inkml:trace contextRef="#ctx0" brushRef="#br0" timeOffset="20">11358 3628 8912,'-17'9'0,"-1"7"0,1-5 0,-6 4 0,0 3 0,4 1 0,6 4 0,-1 1 0,9 5 0,-1 4 0,6-5 0,4-1 0,7 2 0,1-10 0,11-2 0,3-2 0,3-9 0,4-2 0,1-2 0,-5-10 0,-1-3 0,-5-7 0,6-5 0,-10 2 0,-2-7 0,-7 7 0,-10-2 0,0-2 0,0 2 0,-14 0 0,-3 6 0,-10 5 0,5 1 0,-9 7 0,2-2 0,4 5 0,2 1 0,4 0 0,2 0 0,6 0 0,-1 0 0,8 0 0,-3 0 0,7 0 0</inkml:trace>
  <inkml:trace contextRef="#ctx0" brushRef="#br0" timeOffset="21">11788 3628 8912,'0'17'0,"0"0"0,0 0 0,0 6 0,0 0 0,-2 2 0,-4-2 0,4 6 0,-3 11 0,3-2 0,2 8 0,2-2 0,3 2 0,-1 3 0,8-3 0,-7 2 0,7-2 0,-3-4 0,3-8 0,-4 2 0,-1 5 0,-5-7 0,4 0 0,-6-9 0,-6-13 0,-3 3 0,-9-6 0</inkml:trace>
  <inkml:trace contextRef="#ctx0" brushRef="#br0" timeOffset="22">11736 3800 8912,'0'-18'0,"0"1"0,0 0 0,0 6 0,0-1 0,2 3 0,4-3 0,4 5 0,12 7 0,1 0 0,0 0 0,-4 0 0,3 1 0,0 5 0,7 4 0,-6 7 0,6 0 0,-6 0 0,-6 2 0,-6 4 0,-7 2 0,2 4 0,-4 3 0,-2-3 0,-8 2 0,-3-3 0,-5 5 0,-1-5 0,2-1 0,3 2 0,-3-8 0,4 2 0,3-12 0,-7 4 0,5-5 0</inkml:trace>
  <inkml:trace contextRef="#ctx0" brushRef="#br0" timeOffset="23">12253 3851 8912,'0'17'0,"0"1"0,0 1 0,0 4 0,0-2 0,0 7 0,0-5 0,0 6 0,5-6 0,1 6 0,6-8 0,-7 3 0,1-1 0,2 0 0,-6-8 0,5 1 0,-7-7 0</inkml:trace>
  <inkml:trace contextRef="#ctx0" brushRef="#br0" timeOffset="24">12253 3697 8912,'0'-18'0,"-2"1"0,-4 0 0,4 0 0,-6 7 0,10 3 0,4 7 0,7 0 0,8 0 0,4 0 0,4 0 0,3 0 0,3 7 0,9 3 0</inkml:trace>
  <inkml:trace contextRef="#ctx0" brushRef="#br0" timeOffset="25">12666 3697 8912,'-12'0'0,"1"0"0,-1 0 0,-5 0 0,5 1 0,1 5 0,5 6 0,-3 11 0,1 5 0,4 5 0,2 7 0,2 0 0,0 6 0,0-6 0,8 6 0,3-6 0,5 0 0,1-6 0,2-7 0,4-4 0,-4-6 0,4-5 0,2 1 0,-2-7 0,6-8 0,-6-10 0,7-5 0,-1-6 0,1-3 0,-1-9 0,-2-1 0,-4-4 0,-4 2 0,4-8 0,-10 2 0,-1-2 0,-8 6 0,1 11 0,-3 4 0,-2 8 0,0 0 0,-2 7 0,-3 5 0,3 5 0,-4 5 0,4 11 0,2 7 0,0 5 0,0-5 0,2 8 0,4-3 0,-3-1 0,9 2 0,-1-2 0,7 1 0,-1 3 0,0-8 0,0 5 0,0-5 0,-5 0 0,-1-6 0,-7 2 0,2 4 0,-4-9 0,-2 3 0,-8-6 0,-3 1 0,-14 1 0,-10-7 0,-1 0 0,-10-6 0,8 0 0,-19-8 0,3-1 0</inkml:trace>
  <inkml:trace contextRef="#ctx0" brushRef="#br0" timeOffset="26">14576 3782 8912,'-2'-15'0,"-4"4"0,2-3 0,-5 7 0,1-3 0,-3 8 0,5 4 0,2 13 0,2 12 0,2 8 0,0 3 0,2 2 0,4-2 0,-2 4 0,7-2 0,1 0 0,3-5 0,-2-3 0,-1-3 0,-1-10 0,6-8 0,1-7 0,-1 2 0,0-6 0,0-6 0,6-11 0,0-12 0,0-3 0,-6-2 0,-1-7 0,-3-1 0,-2 0 0,3 0 0,-5 2 0,3 6 0,-8 7 0,1 4 0,-3 4 0,-2 10 0,0 3 0,2 12 0,4 5 0,-2 12 0,7 6 0,-5 5 0,5 6 0,-5-4 0,6 5 0,-3-5 0,3-2 0,3 1 0,-4-1 0,-3-2 0,-2-3 0,3-4 0,-5-10 0,8-3 0,-8-5 0,3-7 0,-9-7 0,-3-5 0,1-5 0,-8-6 0,8 2 0,-1-8 0,3 8 0,2-2 0,-6 4 0,0 2 0,1 0 0,5 0 0,0 0 0,0-1 0,0 7 0,0-1 0,1 3 0,5-3 0,2 3 0,3 3 0,5 4 0,-5-3 0,4 5 0,3 5 0,-7 3 0,1 3 0,-1 5 0,6-5 0,-1 4 0,-5 3 0,4-1 0,-5 0 0,7 0 0,-5-2 0,-1-3 0,-7-3 0,2-3 0,-3-4 0,3 4 0,-4-4 0,6-4 0,-8-4 0,0 2 0,0-7 0,0 7 0,0-11 0,0 11 0,0-8 0,0 9 0,0-5 0,0 8 0,0-2 0,0-4 0,0 4 0,0-5 0,0 7 0,0 0 0,0-8 0,0 6 0,0-5 0,0-1 0,0 6 0,0-7 0,0 3 0,0 4 0,0-6 0,0 8 0,0 0 0,0 8 0,0 1 0,0 9 0,0 1 0,0 4 0,0-4 0,0 4 0,0-2 0,0 2 0,0-4 0,0 4 0,0-4 0,0-2 0,0-8 0,0-3 0,0-12 0,0-5 0,0-12 0,5 2 0,1-8 0,2-1 0,-2-10 0,-3 3 0,9-3 0,-3 4 0,5 4 0,-3 1 0,3 2 0,-5 14 0,3-2 0,-1 3 0,4 9 0,-3 10 0,3 7 0,-3 17 0,3-6 0,2 5 0,-5 1 0,-1 5 0,1-5 0,5-2 0,0-3 0,0-3 0,-1-1 0,-5-3 0,2 0 0,-7 0 0,2-5 0,-3-1 0,-1-7 0,8 2 0,-8-12 0,3-4 0</inkml:trace>
  <inkml:trace contextRef="#ctx0" brushRef="#br0" timeOffset="27">15746 3439 8912,'-8'-25'0,"1"6"0,-5-4 0,-3 11 0,7 7 0,-3 10 0,5 7 0,4 13 0,2 9 0,0 4 0,0 14 0,6-4 0,0 9 0,1-2 0,-1 3 0,-4-3 0,4 8 0,-3-2 0,3 2 0,-4-9 0,4-8 0,-2-8 0,1 2 0,-3-12 0,4-5 0,4-11 0,-7-4 0,9-8 0,-3-8 0,3-4 0,3-11 0,-3-5 0,3-5 0,2-1 0,0 0 0,1-1 0,-7 1 0,1-1 0,-3 3 0,3 3 0,3 4 0,-6 8 0,7 10 0,-5 7 0,3 9 0,-9 14 0,7 0 0,-6 11 0,5-3 0,-5 9 0,7-9 0,-1-3 0,-3-5 0,3 6 0,-1-8 0,6 2 0,1-12 0,-7-3 0,0-8 0,1-15 0,5-4 0</inkml:trace>
  <inkml:trace contextRef="#ctx0" brushRef="#br0" timeOffset="28">16142 3267 8912,'-27'26'0,"-4"7"0,8-4 0,0 3 0,6 2 0,2 1 0,4-1 0,5-1 0,4-5 0,10-3 0,3-8 0,10-1 0,2-5 0,8-3 0,-3-8 0,-3-2 0,-2-4 0,-4-3 0,-2-9 0,-7-5 0,-4 1 0,-4-7 0,-2 6 0,0-6 0,0 6 0,-8 0 0,-4 6 0,-9 8 0,-2 3 0,-1 4 0,1 2 0,2 0 0,-8 0 0,2 13 0,-1 5 0,-3 8 0,8-3 0,-8 8 0,5-4 0</inkml:trace>
  <inkml:trace contextRef="#ctx0" brushRef="#br0" timeOffset="29">15539 4006 8912,'-9'-8'0,"1"5"0,8-9 0,0 6 0,0-5 0,2 5 0,6-5 0,9-5 0,10-5 0,13 2 0,6-4 0,11-1 0,6 1 0,-2-2 0,3 2 0,-1 4 0,5-4 0,-6 2 0,-5-2 0,-11-4 0,-4-7 0</inkml:trace>
  <inkml:trace contextRef="#ctx0" brushRef="#br0" timeOffset="30">16710 3318 8912,'-18'8'0,"-1"9"0,-4 12 0,2 13 0,-7 9 0,5 18 0,-6 17 0,18-39 0,1 2-202,-2 5 0,1 1 0,4-4 0,3 1 202,0 0 0,2-1 0,2 42 0,6-12 0,-3-5 98,9-7 0,-8-16-98,1-7 0,-3-15 0,-2-8 0,-15-4 0,-4-2 0</inkml:trace>
  <inkml:trace contextRef="#ctx0" brushRef="#br0" timeOffset="31">18190 3456 8912,'9'-12'0,"-3"1"0,-4-2 0,-2-3 0,0-1 0,0 6 0,0-1 0,0-1 0,0 7 0,0 6 0,0 11 0,0 10 0,-2 14 0,-4 11 0,-2 5 0,-5 7 0,2 5 0,-3 4 0,5 1 0,-3 1 0,8 0 0,-1 0 0,-3-3 0,2-4 0,2-13 0,3-12 0,8-13 0,5-12 0,3-4 0,2-8 0,8-10 0,4-7 0,3-14 0,3-9 0,-3-8 0,-3 2 0,1-3 0,-7-3 0,0 6 0,-6 1 0,1 6 0,-1-1 0,-8 12 0,-1 10 0,-8 13 0,0 12 0,0 10 0,0 10 0,0 11 0,0 3 0,0-1 0,0-6 0,0 0 0,0 1 0,6-8 0,0-5 0,1 1 0,-1-5 0,-4 3 0,13-19 0,-13-2 0,6-18 0,-8-8 0</inkml:trace>
  <inkml:trace contextRef="#ctx0" brushRef="#br0" timeOffset="32">18534 3284 8912,'-8'27'0,"-3"-3"0,-5-1 0,-1 0 0,0 2 0,0-2 0,5-4 0,1 4 0,7-4 0,-2-2 0,4 1 0,10-9 0,3-3 0,-1-4 0,1-2 0,-1-8 0,1-3 0,-1-5 0,-4-1 0,-4 0 0,3 0 0,-3 0 0,-2-1 0,-2 3 0,-3 4 0,3-5 0,-6 7 0</inkml:trace>
  <inkml:trace contextRef="#ctx0" brushRef="#br0" timeOffset="33">18826 3851 8912,'0'17'0,"-5"-5"0,-1-1 0,-8 1 0,5 5 0,-6 0 0,1 0 0,3 1 0,5-1 0,-5 0 0,5 0 0,-6 0 0,8 1 0,-3-1 0,7-8 0,0-1 0,0-23 0,6 1 0,-1-14 0,9-3 0,-3-9 0,4 4 0,3-4 0,-1 3 0,0 3 0,0-1 0,0 1 0,1 7 0,-1 4 0,0 6 0,0 6 0,2 3 0,4 8 0,-7 15 0,7 8 0,-14 8 0,8 3 0,-3 3 0,3 3 0,0-6 0,0 0 0,-1-1 0,-5-10 0,4 0 0,-3-6 0,3-7 0,2-3 0,1-7 0,-7-2 0,1-3 0,-1-7 0,6-11 0,-5-4 0,-1-7 0,-5 0 0,5-1 0,-7 1 0,2-1 0,-4 7 0,-2-1 0,-2 8 0,-4-2 0,-3 12 0,-8 5 0,-1 4 0,1 2 0,0 10 0,0 7 0,-1 10 0,1 13 0,2-2 0,3 8 0,3-6 0,3 6 0,4-2 0,-3 2 0,12-6 0,10-12 0,8 3 0,10-8 0,5-8 0,0-9 0,10-6 0,1-6 0,1-3 0,5-9 0,-11-6 0,-6-5 0,-5-4 0,-7-1 0,1 0 0,-12-1 0,2 1 0,-13-1 0,0 3 0,-6 3 0,-6-1 0,0 7 0,-7 0 0,2 6 0,-5 5 0,-1 1 0,6 7 0,-1-2 0,3 12 0,-3 5 0,-3 12 0,3 6 0,3 3 0,-3 3 0,7-1 0,-7 1 0,8-3 0,-1-3 0,3 1 0,2-7 0,0 0 0,0-6 0,0 1 0,2-3 0,3-4 0,5-3 0,7-16 0,0-3 0,0-6 0,1-6 0,-1 2 0,0-8 0,0 2 0,1-1 0,-3-3 0,-4 8 0,5-5 0,-5 5 0,-1 5 0,1 7 0,-5 7 0,5-2 0,-7 4 0,11 2 0,-5 8 0,7 4 0,-5-3 0,-1 3 0,1-1 0,5-1 0,0-5 0,0-3 0,0-2 0</inkml:trace>
  <inkml:trace contextRef="#ctx0" brushRef="#br0" timeOffset="34">19996 3662 8912,'18'0'0,"-1"0"0,-8 2 0,-3 4 0,4-4 0,-8 5 0,7-1 0,-3 0 0,-2 7 0,7-1 0,-5 3 0,5 2 0,-5 2 0,6 4 0,-9-4 0,3 4 0,2 2 0,-2-2 0,-1 0 0,-5-6 0,0 0 0,0 0 0,0-7 0,-7-2 0,-3-8 0,1-10 0,3-7 0,4-8 0,2-9 0,0-1 0,0 1 0,8-1 0,3 1 0,10 2 0,2 3 0,6-2 0,-6 8 0,7 1 0,-1 4 0,-2 3 0,1 4 0,1-5 0,5 7 0</inkml:trace>
  <inkml:trace contextRef="#ctx0" brushRef="#br0" timeOffset="35">20616 3679 8912,'8'18'0,"-5"-9"0,9-3 0,1-4 0,-3-2 0,1 0 0,1 0 0,5 0 0,0 0 0,0 0 0,1 0 0,-7 5 0,1 1 0,-9 8 0,5-5 0,-8 8 0,0-5 0,0-1 0,-2-5 0,-4 5 0,5-7 0,-7 4 0,8-16 0,0-3 0,2-5 0,4-1 0,9-6 0,8 0 0,7-5 0,-1 5 0,4 0 0,1 6 0,0 0 0,1-1 0,-7 9 0,1 3 0,-8 4 0,2 2 0,-4 2 0,-2 4 0,-1 3 0,-5 9 0,3 4 0,-9 1 0,1 0 0,2-5 0,-6-1 0,13-8 0,-5-1 0,7-14 0,0 0 0,-6-7 0,1 2 0,-6-5 0,5-1 0,-7 0 0,2 0 0,-4 0 0,-2-1 0,0 1 0,0 0 0,-8 7 0,-2 3 0,-7 7 0,0 7 0,0 5 0,1 9 0,5 2 0,-2 2 0,7-2 0,-6-2 0,7 7 0,-1-7 0,6 2 0,2 0 0,4-6 0,5 2 0,12-13 0,-2 6 0,8-7 0,-6-1 0,5-10 0,1-3 0,5-8 0,1-2 0,-1-4 0,-7 2 0,-4-8 0,-4 6 0,-2-6 0,-1 8 0,-5-2 0,-1 10 0,-5 2 0,-3 7 0,6-4 0,-8 16 0,0 3 0,-6 12 0,0 6 0,1 11 0,5 6 0,0 3 0,0 3 0,2 7 0,3 4 0,-3 2 0,4-2 0,-4 2 0,-2-7 0,-8-3 0,-3-9 0,-5 2 0,-1-8 0,-2-2 0,-4-9 0,-2-6 0,-3-12 0,1-3 0,4-8 0,4-4 0,-4-8 0,6-1 0,5-16 0,-1-5 0,7-6 0,0-2 0,6 2 0,2 1 0,4-6 0,4 4 0,7-4 0,0 6 0,0-1 0,8-2 0,4 2 0,-3 0 0,3 6 0,6-1 0,5 1 0,13-2 0,-1-5 0,3 11 0,-3-4 0,-2 11 0,-4 0 0,-4 4 0,-8 1 0,-7 1 0,-4 0 0,-12 7 0,-3 3 0,-8 7 0,-2 0 0,-4 0 0,2 6 0,-7-1 0,5 9 0,-5-3 0,7-1 0,-2 1 0,2-1 0,-1 1 0,3 4 0,-4-3 0,4-3 0,2 3 0,0-1 0,0 7 0,0-1 0,0 6 0,0 0 0,6-1 0,0-4 0,1 1 0,-1 4 0,-2-4 0,7 4 0,1-4 0,5-2 0,0 0 0,0 0 0,1-7 0,-1-4 0,8-4 0,3-2 0,-1-2 0,2-4 0,1-5 0,10-12 0,-3-4 0,3-8 0,-4 1 0,-1 0 0,-7 1 0,1 5 0,-14-3 0,3 8 0,-13 0 0,1 6 0,-4 0 0,-15 7 0,-5 4 0,-5 5 0,0 1 0,4 0 0,-4 0 0,2 7 0,-2 5 0,4 3 0,-4 2 0,6 2 0,6 4 0,-5 4 0,5 7 0,-2 1 0,1-1 0,4 0 0,8 1 0,0-7 0,0 1 0,10-2 0,7 2 0,8-7 0,11-10 0,3-6 0,1-4 0,6-4 0,-6-4 0,8-11 0,-3-12 0,3 0 0,-2-5 0,-4 3 0,-7-9 0,-7 4 0,1 2 0,-8-6 0,2-1 0,-6 1 0,-5 6 0,1 7 0,-7 4 0,0 4 0,-6 10 0,-2 1 0,-4 8 0,4 8 0,-4 3 0,-1 4 0,1 3 0,0-1 0,6 0 0,0 6 0,0 0 0,0 2 0,0-2 0,6-2 0,0 7 0,5-1 0,-5 2 0,1 1 0,-1-7 0,-2 6 0,7-6 0,-7 5 0,4-5 0,0-2 0,-6-2 0,5-1 0,-14-7 0,-5-1 0,-3-3 0,-8-3 0,0-10 0,0 4 0,6-13 0,-1 4 0,1-5 0,0-1 0</inkml:trace>
  <inkml:trace contextRef="#ctx0" brushRef="#br0" timeOffset="36">23404 3662 8912,'-12'-2'0,"1"-4"0,-1-3 0,-5-3 0,0 1 0,0 7 0,0-2 0,-3 5 0,-3 1 0,4 0 0,-4 0 0,-1 1 0,1 5 0,0 0 0,5 11 0,1-4 0,0 10 0,0-3 0,0-3 0,7 6 0,4 0 0,4-1 0,2-4 0,0-1 0,0 0 0,8 0 0,4 0 0,9-5 0,2-1 0,5-1 0,-5 1 0,6 3 0,-6-9 0,0 7 0,-6-6 0,0 5 0,0-5 0,-1 2 0,-5-3 0,-3-1 0,-8 8 0,0-7 0,0 7 0,-2-3 0,-4 3 0,-9 1 0,-8-7 0,-2 5 0,2-5 0,4 6 0,-4-7 0,4 1 0,2-6 0,-1 0 0,1 0 0,0 0 0</inkml:trace>
  <inkml:trace contextRef="#ctx0" brushRef="#br0" timeOffset="37">23507 3731 8912,'2'9'0,"4"-3"0,-4-4 0,5 0 0,-7 4 0,2-2 0,4 7 0,-4-5 0,4 5 0,-5 6 0,-1 6 0,0 2 0,0-4 0,0 4 0,0 2 0,0-4 0,0 5 0,-1-7 0,-5 2 0,-4 4 0,-7 0 0</inkml:trace>
  <inkml:trace contextRef="#ctx0" brushRef="#br0" timeOffset="38">23541 3645 8912,'-5'-23'0,"-1"0"0,2 0 0,2-2 0,2 12 0,0-4 0,0 3 0,2 5 0,4 3 0,-2 4 0,7 2 0,6 0 0,6 0 0,8 8 0,-4 1 0</inkml:trace>
  <inkml:trace contextRef="#ctx0" brushRef="#br0" timeOffset="39">24006 3679 8912,'-34'12'0,"-3"-3"0,-1-1 0,-2-4 0,6 5 0,5 3 0,6-3 0,-6 3 0,10-1 0,2 6 0,7 1 0,10-1 0,0 0 0,0 0 0,10 0 0,7 1 0,0-3 0,6-4 0,-4 3 0,-1-9 0,6 9 0,-4-12 0,3 4 0,-12-5 0,4-1 0,-13-7 0,4-1 0,-12-3 0,2-5 0,-7 5 0,5-2 0,-5 1 0,1-3 0,-1 3 0,-5-3 0,7-2 0,-1 0 0,-5-1 0,13 7 0,-4 0 0,10 5 0,2-6 0,9 9 0,2-3 0,2-2 0,10 2 0,0-5 0,5 5 0,1-1 0,-1 1 0,-5 4 0,-1-4 0,-7 4 0,2 2 0,-3 0 0,-3 0 0,0 0 0,-2 2 0,-3 4 0,-5 4 0,-7 7 0,0 0 0,-5 0 0,-1 0 0,-6 0 0,7 1 0,-7-7 0,7 1 0,-9-1 0,10-1 0,-7-5 0,7-3 0,-4-4 0,8-3 0,8-5 0,3-7 0,-1-8 0,2-4 0,5 3 0,6-3 0,2 6 0,-3-6 0,-2 8 0,3-2 0,1 10 0,-1 2 0,6 7 0,-6-2 0,6 12 0,-6 5 0,0 12 0,-6 6 0,-2 3 0,-3 3 0,3-3 0,-4-3 0,-1 1 0,1-7 0,1 0 0,5-13 0,0-3 0</inkml:trace>
  <inkml:trace contextRef="#ctx0" brushRef="#br0" timeOffset="40">25641 2854 8912,'-25'-17'0,"-2"2"0,-7 1 0,-1 5 0,-3 1 0,-6 4 0,-7 2 0,-5 12 0,5 9 0,-1 15 0,0 16 0,3 11 0,5 16 0,7 10 0,21-37 0,2 2 0,3 0 0,3 1 0,-2 3 0,2 0 0,4 0 0,1-1-195,1-1 0,2-1 0,0-3 0,2 0 195,0-1 0,1-1 0,7 42 0,9-4 0,2-16 94,2-18 1,8-20-95,-3-9 0,13-11 0,4-6 0,1-4 0,6-2 0,-4-10 0,9-5 0,-3-6 0,1-10 0,-3 2 0,-4-3 0</inkml:trace>
  <inkml:trace contextRef="#ctx0" brushRef="#br0" timeOffset="41">25916 3112 8912,'25'-8'0,"-6"-3"0,-7-4 0,-5-3 0,-1 1 0,-6 0 0,-2 19 0,-4 15 0,3 23 0,-9 23 0,1 6 0,-7 6 0,7 1-190,0 4 0,7 2 190,-2-7 0,4-6 0,2-6 0,0-10 0,0-1 0,0-16 0,0-13 0,2-12 0,4-5 0,3-12 0,8-3 0</inkml:trace>
  <inkml:trace contextRef="#ctx0" brushRef="#br0" timeOffset="42">26364 3421 8912,'-18'0'0,"7"0"0,0 0 0,-1 2 0,-5 4 0,0 9 0,-1 8 0,7 14 0,-1-3 0,9 6 0,-3-2 0,6 2 0,6-1 0,9-3 0,8-2 0,8-9 0,-3-8 0,-1-1 0,2-11 0,-8-1 0,2-10 0,-4-3 0,-2-8 0,-7-6 0,-5 0 0,3-8 0,-2 3 0,-6-3 0,-8 0 0,-2 5 0,-3 1 0,-2-4 0,-2 6 0,-1 0 0,9 6 0,1 0 0,8 7 0,15 3 0,5 7 0</inkml:trace>
  <inkml:trace contextRef="#ctx0" brushRef="#br0" timeOffset="43">26880 3439 8912,'-8'-16'0,"-3"5"0,-6 3 0,-6 8 0,2 0 0,-8 0 0,6 2 0,-4 6 0,2 7 0,4 6 0,2 8 0,2-6 0,7 5 0,5-5 0,3 6 0,2-6 0,2 0 0,3-6 0,-1-6 0,8 1 0,-1-8 0,6 1 0,1-3 0,-1-2 0,0 0 0,0 0 0,-5 0 0,-1 0 0,1 0 0,5 0 0,0 2 0,0 4 0,6-2 0,0 7 0,0 3 0,-6 9 0,2-2 0,4 7 0,-9 1 0,3 5 0,-6 1 0,1-1 0,1 0 0,-7 1 0,0-3 0,-6-3 0,-4-4 0,-7-8 0,-3 0 0,-15 0 0,-1-1 0,-10-5 0,3-3 0,-3-8 0,2-2 0,-2-4 0,11-3 0,0-9 0,16-6 0,7-5 0,4-4 0,2-1 0,10-2 0,7-4 0,16 3 0,13-3 0,3-2 0,3 2 0,5 0 0,1 6 0,-1 1 0,-5 4 0,-8-3 0,-2 5 0</inkml:trace>
  <inkml:trace contextRef="#ctx0" brushRef="#br0" timeOffset="44">25503 3628 8912,'0'9'0,"0"-1"0,0-8 0,0 0 0,0 8 0,-2-5 0,-3 7 0,-7-2 0,3 3 0,-3-5 0,-5 5 0,-6-5 0,-2 5 0,2-5 0,2 8 0,-8-3 0,1-3 0,-7-1 0,3-1 0,3 0 0,-1-1 0,7-6 0,2-3 0,1-2 0,11-13 0,3 2 0,4-10 0,4 2 0,4 0 0,5 0 0,7 1 0,5 1 0,3-2 0,9-4 0,5-1 0,0 7 0,8-6 0,-2 6 0,-4-5 0,-2 5 0,-6-2 0,-5 2 0,-4 4 0,-8-4 0,0 4 0,-7 2 0,-4-1 0,-12 9 0,-8 1 0,-5 2 0,-4 1 0,-7-1 0,1 6 0,-1 0 0,-1 2 0,2 4 0,-1 5 0,5 10 0,2 2 0,4 9 0,2 3 0,1 7 0,5 9 0,3 9 0,8 3 0,0-2 0,0 2 0,8 4 0,3 2 0,6 1 0,6-13 0,-3-1 0,2-10 0,-2-4 0,-3-8 0,0-9 0,0-6 0,0-7 0,1-5 0,-1-9 0,0-7 0</inkml:trace>
  <inkml:trace contextRef="#ctx0" brushRef="#br0" timeOffset="45">27190 3542 8912,'0'-12'0,"-2"3"0,-2-1 0,-2 1 0,0 5 0,6-2 0,0 14 0,0 9 0,0 0 0,0 6 0,2-2 0,2 0 0,4 2 0,1-2 0,-3-2 0,4-2 0,-1-1 0,1-5 0,-4 2 0,5-7 0,2-2 0,3-2 0,1-2 0,0-2 0,0-4 0,-5-3 0,-1-8 0,1-6 0,5 0 0,-6-6 0,-1 4 0,-2 0 0,-4 1 0,-3 1 0,-1 5 0,0 7 0,0-1 0,0 7 0,0-7 0,0 16 0,2-2 0,4 15 0,-2 0 0,7 1 0,-1-1 0,1 0 0,5 0 0,-5 0 0,4 1 0,3-1 0,-9 0 0,-3 0 0,2 0 0,-3 1 0,1-1 0,-8 0 0,-4 0 0,-3 0 0,-8 0 0,-6-5 0,0-1 0,-8-7 0,3 2 0,-5-4 0,-1-10 0,-1-1 0</inkml:trace>
  <inkml:trace contextRef="#ctx0" brushRef="#br0" timeOffset="46">27259 3164 8912,'-18'11'0,"1"-1"0,0-3 0,5-1 0,1-6 0,7 0 0,-2 0 0,12 0 0,6 0 0,11 0 0,-2 0 0,7 0 0,-7 0 0,12 0 0,-6 0 0</inkml:trace>
  <inkml:trace contextRef="#ctx0" brushRef="#br0" timeOffset="47">27826 3095 8912,'-17'0'0,"0"0"0,6 2 0,-1 3 0,8 11 0,-1 7 0,3 9 0,2 2 0,0 9 0,0 10 0,0 2 0,0 3 0,0-1 0,0-5 0,7-7 0,5 1 0,-3-8 0,3 3 0,-3-13 0,3-5 0,3-4 0,-3-2 0,-3-7 0,3-4 0,-3-6 0,3-6 0,3-4 0,-4-7 0,5-2 0,1-4 0,-6 2 0,1-7 0,-1 5 0,7-6 0,-7 2 0,0-1 0,-7 1 0,2 4 0,2 4 0,-3-4 0,1 10 0,-6 1 0,8 8 0,-6-3 0,5 16 0,-7 8 0,2 2 0,4 10 0,-4 0 0,4 5 0,-3-5 0,3-1 0,-4-7 0,4 2 0,3-3 0,3-3 0,-4 0 0,7-8 0,-13-9 0,5-9 0</inkml:trace>
  <inkml:trace contextRef="#ctx0" brushRef="#br0" timeOffset="48">28153 3043 8912,'-2'10'0,"-3"-5"0,3-3 0,-6-2 0,8 8 0,0 2 0,2 7 0,4 0 0,-4-6 0,3 1 0,-3-1 0,-2 7 0</inkml:trace>
  <inkml:trace contextRef="#ctx0" brushRef="#br0" timeOffset="49">27706 3525 8912,'-17'15'0,"0"-4"0,7-3 0,10-8 0,11 0 0,7-8 0,5-3 0,9-6 0,8-6 0,8 4 0,-2-4 0,4 2 0,1-2 0,1 4 0,0-14 0,-1 6 0</inkml:trace>
  <inkml:trace contextRef="#ctx0" brushRef="#br0" timeOffset="50">28670 3215 8912,'-27'17'0,"-11"1"0,3-1 0,-11 0 0,0 0 0,2 8 0,-1 4 0,1 9 0,-2 2 0,11 0 0,12-6 0,12 1 0,5-1 0,20-5 0,8-1 0,17-12 0,7 1 0,11-11 0,6-1 0,-4-3 0,-1-2 0,-1-7 0,-5-5 0,3-11 0,-11-3 0,8-9 0</inkml:trace>
  <inkml:trace contextRef="#ctx0" brushRef="#br0" timeOffset="51">29341 3043 8912,'-17'0'0,"-1"0"0,3-2 0,2-2 0,3-3 0,2-3 0,3 5 0,5-7 0,7 8 0,5-1 0,5 3 0,6 2 0,-2 2 0,8 3 0,-6 12 0,3 12 0,1 4 0,0 1 0,-6 6 0,2 0 0,-6 2 0,-5-2 0,-3-3 0,-5 3 0,2-4 0,-2-2 0,-8-7 0,-2-4 0,-7-4 0,1-2 0,3-7 0,-3-4 0,6-4 0,-5-2 0,7-8 0,-2-4 0,-1-9 0,1-1 0,0-15 0,6 3 0,0-12 0,0 0 0,8-9 0,3-3 0,5 1 0,1 6 0,0-7 0,0 1 0,6 7 0,0 10 0,6 6 0,-6 5 0,5 6 0,-5 12 0,2 5 0,-2 12 0,-6 3 0,1 8 0,-1 1 0,-8 7 0,9 1 0</inkml:trace>
  <inkml:trace contextRef="#ctx0" brushRef="#br0" timeOffset="52">29891 3301 8912,'-19'0'0,"-2"2"0,-2 2 0,2 2 0,2-1 0,10-5 0,1 0 0,10 0 0,4 0 0,5 0 0,12-2 0,6-3 0,3-7 0,1-3 0,-5-2 0,3 0 0,-8-1 0,6-5 0,-6 0 0,-6 1 0,-6 4 0,-7-5 0,2 0 0,-4-5 0,-2 5 0,-14 2 0,-5 8 0,-6 3 0,-5 2 0,-8 5 0,-3 8 0,1 5 0,6 7 0,-1 10 0,1 7 0,2 2 0,3 10 0,12-8 0,11 3 0,6-5 0,6-2 0,18-7 0,17-4 0,14-12 0,8-5 0,6-4 0,6-2 0,-7-4 0,1-5 0,-9-10 0,-7-6 0,-3-4 0,-4-5 0,-6-1 0,-12 1 0,-8 5 0,-9 1 0,-7 1 0,2-2 0,-6 4 0,-6 8 0,-4 0 0,-7 0 0,2 5 0,3 1 0,-3 7 0,4-2 0,-5 4 0,-1 10 0,0 4 0,0 3 0,-1 2 0,7 0 0,0 0 0,1 2 0,-2 4 0,3-3 0,3 2 0,4-2 0,-3-3 0,3 6 0,2 0 0,0 1 0,0-1 0,7-2 0,5 8 0,3-4 0,2 9 0,0-9 0,1 9 0,-1-3 0,0 3 0,-5 3 0,-1 3 0,-7-10 0,2 5 0,-6-7 0,-6 1 0,-4 2 0,-7-8 0,2-1 0,3-4 0,-3-7 0,4 1 0,-5-9 0,-1 3 0,6-6 0,-1-6 0,6-3 0,-5-8 0,5-6 0,-5 0 0,7-8 0,-2 3 0,4-11 0,2-1 0,8 0 0,3 6 0,5-3 0,1-3 0,2 4 0,2-4 0,4 4 0,2 1 0,1-3 0,7 4 0,-1-5 0,1 11 0,1-3 0,0 3 0,-1 5 0,-9 4 0,-5 3 0,-3 5 0,-9 3 0,-1 8 0,-8 2 0,0 4 0,-2-2 0,-4 7 0,4 1 0,-3 5 0,3 0 0,2 2 0,0 2 0,0 2 0,0 6 0,0-6 0,0 5 0,0-5 0,0 6 0,0-6 0,0 5 0,0-5 0,2 2 0,3-2 0,-1-4 0,8 2 0,1-6 0,2-3 0,2-8 0,1 1 0,7-3 0,3-2 0,5-3 0,1-9 0,1 1 0,-1-12 0,0-4 0,1-2 0,-6 3 0,-1-3 0,-9 2 0,-1-1 0,-3-3 0,-9 8 0,-1 0 0,-5 6 0,-2 2 0,-3 3 0,1-1 0,-8 7 0,-1 2 0,-10 10 0,4 4 0,-4 7 0,4 6 0,2 1 0,1 3 0,5 4 0,-3-4 0,9 1 0,-7-7 0,7 2 0,-1-4 0,6-2 0,2-1 0,3-5 0,7 3 0,11-9 0,-2 1 0,8-6 0,-1-8 0,7-3 0,5-6 0,0-6 0,0 4 0,-7-6 0,-3 2 0,-1 0 0,-6-6 0,6 6 0,-14-1 0,2 1 0,-9 4 0,3-4 0,-7 4 0,2 1 0,-4 1 0,-2 8 0,0 1 0,0 8 0,0 2 0,0 4 0,0 3 0,2 8 0,1 2 0,3 4 0,6-2 0,-7 8 0,7-8 0,-6 2 0,1 2 0,-1-2 0,-4 2 0,4-3 0,-5-2 0,-1 3 0,0-4 0,0-2 0,-5 0 0,-1 0 0,-5-5 0,5-1 0,-8-7 0,3 2 0,1 1 0,-1-1 0,-3-2 0,-1-17 0,-2-7 0</inkml:trace>
  <inkml:trace contextRef="#ctx0" brushRef="#br0" timeOffset="53">31922 3026 8912,'-25'8'0,"4"-6"0,-7 3 0,-1-3 0,-6-2 0,7 0 0,1 2 0,2 2 0,4 2 0,8 7 0,1-2 0,8 10 0,-1 2 0,3 6 0,2-6 0,0 8 0,0-3 0,7 5 0,5 1 0,1-7 0,-1-4 0,3-2 0,-4 2 0,-1-4 0,2 4 0,1-4 0,-4-2 0,3 0 0,-8-5 0,2-1 0,-5-7 0,-1 11 0,0-11 0,0 8 0,-7-9 0,-5 3 0,-3-2 0,-2 0 0,0 1 0,1-1 0,5-9 0,-4-5 0,5-7 0</inkml:trace>
  <inkml:trace contextRef="#ctx0" brushRef="#br0" timeOffset="54">32060 3181 8912,'0'9'0,"2"5"0,3-9 0,-3 9 0,0-5 0,-8 9 0,1-7 0,5 0 0,0 3 0,0 1 0,0 2 0,0 0 0,0 1 0,0-1 0,0 0 0,0-5 0,0-1 0,0-7 0,0 2 0,0-12 0,5 2 0,1-7 0,0-3 0,2-1 0,-5 3 0,9 1 0,-6-1 0,5-5 0,-5 6 0,5-1 0,-5 7 0,6-7 0,-9 8 0,13-11 0,-7 13 0,8-4 0,1-1 0,-1 1 0,-6 0 0,1 6 0,-1 2 0,6 4 0,1-2 0,-1 7 0,0-5 0,0 5 0,1-1 0,-1 1 0,0 5 0,-2-5 0,-1 4 0,-3 3 0,-7-7 0,2 1 0,3-1 0,-7 6 0,6 0 0,-8-5 0,0-1 0,-8-7 0,-9 4 0,-10-8 0</inkml:trace>
  <inkml:trace contextRef="#ctx0" brushRef="#br0" timeOffset="55">31681 2974 8912,'-34'-15'0,"5"6"0,0-9 0,16 1 0,-2 15 0,24-5 0,8 7 0,16 0 0,13 0 0,4 0 0,1 0 0,1 0 0,7 0 0,2 0 0</inkml:trace>
  <inkml:trace contextRef="#ctx0" brushRef="#br0" timeOffset="56">32542 2562 8912,'19'-10'0,"4"4"0,5 22 0,13 14 0,6 18 0,9 13 0,-29-20 0,-1 2 0,3 5 0,0 2 0,-2 7 0,-3 4 0,-1 5 0,-4 2 0,-2 0 0,-3 0-402,-3-3 0,-3-1 0,-5-5 0,-2-1 402,0-3 0,-2-1 0,-2-4 0,-4-1 0,-3 0 0,-3 0 0,-15 38 0,7-42 0,-2-2 0,-4-2 0,-4-1 0,-4-2 0,-2 0 0,-2 0 0,-1-1 0,-2-3 0,-2 0 0,-1 1 0,0-1 0</inkml:trace>
  <inkml:trace contextRef="#ctx0" brushRef="#br0" timeOffset="57">9499 4092 8912,'-11'10'0,"-1"-5"0,1-1 0,1 2 0,4-2 0,12 5 0,6-1 0,3-4 0,10-2 0,4-2 0,5 0 0,6 0 0,4 0 0,8-2 0,-1-2 0,1-2 0,0 0 0,-1 6 0,-7 0 0,-6 2 0,-7 4 0,-6-4 0,-8 6 0</inkml:trace>
  <inkml:trace contextRef="#ctx0" brushRef="#br0" timeOffset="58">13302 6516 8912,'-2'25'0,"-1"-6"0,-3-5 0,2-11 0,10 3 0,9-10 0,10-1 0,2-1 0,3-2 0,3 6 0,1-4 0,1-1 0,1 1 0,0 2 0,-1 2 0,3 2 0,-9 0 0,-5 0 0,9 0 0,-6 0 0</inkml:trace>
  <inkml:trace contextRef="#ctx0" brushRef="#br1" timeOffset="59">15350 6327 8912,'-8'-27'0,"-1"4"0,-3 2 0,1-2 0,5 6 0,-3-2 0,1 6 0,-3 17 0,5 1 0,2 11 0,2 7 0,2 7 0,0 8 0,0-1 0,0 3 0,0-2 0,0 2 0,0-4 0,0 4 0,-2-3 0,-2-3 0,-1 1 0,1-1 0,-4-7 0,2-4 0,1-4 0,5-2 0,-2-8 0,-2-5 0,-2-8 0,0-13 0,6-11 0,0-13 0,0-4 0,6-5 0,0-2 0,7-3 0,-1 3 0,-3-3 0,3 9 0,-1 4 0,7 2 0,-3 6 0,-4 5 0,5 6 0,-5 12 0,4 5 0,3 14 0,-1 9 0,0 8 0,0 9 0,0 2 0,1 4 0,-3-3 0,-4 3 0,5-4 0,-5-2 0,3-7 0,-3-4 0,4 2 0,-3-2 0,-5-6 0,-1-5 0,4-9 0,-1 3 0,8-12 0,-5-3 0,-1-8 0,1-8 0,5-4 0,0-3 0,-1-5 0,-3-1 0,-2-2 0,-1 0 0,1 5 0,3 7 0,-8-1 0,-1 8 0,3-4 0,-6 16 0,6 3 0,-8 12 0,0 5 0,0 12 0,0 6 0,0 9 0,0 2 0,0 0 0,0 2 0,1-5 0,5 3 0,-2-6 0,8-5 0,-3-4 0,3-8 0,3 0 0,-4 0 0,5-7 0,1-5 0,-6-3 0,1-4 0,1-5 0,2-10 0,3-1 0,-1-5 0,-2-1 0,-3 1 0,1-6 0,-7 6 0,1 0 0,-1 6 0,-4 0 0,4 0 0,-4 5 0,-2 1 0,0 7 0,0-4 0,0 16 0,0 3 0,0 10 0,0 4 0,0 2 0,0 4 0,0 1 0,0 2 0,2-1 0,3-4 0,-1 1 0,8-7 0,-1 0 0,6-6 0,1-7 0,-1-5 0,6-3 0,0-2 0,0-9 0,-6-8 0,-2-1 0,-3-5 0,1-1 0,-7 1 0,5-6 0,-5 6 0,0 0 0,-6 6 0,0 0 0,0 0 0,0-1 0,0 9 0,-8 1 0,4 6 0,-7-3 0,7 3 0,-11-6 0,11 8 0,-8 0 0,8 0 0,-11 0 0,11 6 0,-7 0 0,7-1 0,-4-5 0,8 0 0,0 8 0,0-6 0,0 5 0,0-7 0,0 0 0,8 8 0,-6 2 0,4 7 0,-4 0 0,5 0 0,3 0 0,-1 1 0,7-3 0,-5-4 0,2 5 0,1-7 0,-3 1 0,3-5 0,1-3 0,2-2 0,0 0 0,1 0 0,-1 0 0,0-2 0,-2-3 0,-3-7 0,1-3 0,-7-2 0,0 0 0,-6-1 0,0-1 0,0-4 0,-2 10 0,-4-4 0,-4 3 0,-7-3 0,0 8 0,0 3 0,-2 4 0,-4 2 0,4 0 0,-4 0 0,-2 6 0,2 1 0,4 3 0,5 3 0,1-3 0,7 1 0,1 1 0,12-3 0,10-1 0,10-8 0</inkml:trace>
  <inkml:trace contextRef="#ctx0" brushRef="#br1" timeOffset="60">16727 6413 8912,'-12'0'0,"1"0"0,5 0 0,-5 0 0,7 0 0,-4 0 0,8-2 0,2-2 0,4-1 0,5 1 0,5 2 0,1 2 0,0 7 0,0 5 0,0-2 0,1 1 0,-7 2 0,1 10 0,-9-4 0,3 4 0,2-4 0,-2-1 0,-1-1 0,-5 0 0,0-6 0,0 1 0,-2-8 0,-3 1 0,3-3 0,-12-4 0,9-3 0,-1-5 0,6-7 0,0-6 0,0 0 0,6-7 0,1 3 0,3-2 0,3 1 0,3 6 0,1 0 0,0 2 0,0 3 0,0 0 0,8 0 0,2 0 0</inkml:trace>
  <inkml:trace contextRef="#ctx0" brushRef="#br1" timeOffset="61">17105 6413 8912,'10'17'0,"-4"0"0,-4-5 0,-2-1 0,0 3 0,-2-7 0,-4-1 0,4 4 0,-6-8 0,8 5 0,0-7 0,8-2 0,4-3 0,9-5 0,2-7 0,-1 0 0,-4-1 0,-7 1 0,1 0 0,-3 0 0,3 0 0,-5-1 0,-7 1 0,-2 6 0,-3-1 0,-7 9 0,-11-3 0,4 4 0,-4 2 0,-2 8 0,2 3 0,-5 4 0,5 2 0,0 8 0,6 4 0,1 3 0,5 3 0,3-1 0,8 1 0,2-3 0,4-3 0,5 1 0,12-9 0,8-5 0,7-9 0,12-5 0,7-2 0,6-4 0,-5-7 0,7-16 0,-4-17 0</inkml:trace>
  <inkml:trace contextRef="#ctx0" brushRef="#br1" timeOffset="62">18207 6344 8912,'0'-11'0,"0"-1"0,0-1 0,0-2 0,-6 3 0,0 1 0,-1 7 0,1-2 0,4 6 0,-4 6 0,4 5 0,2 5 0,0 1 0,0 0 0,0 0 0,0 0 0,0 8 0,0-6 0,0 4 0,0-4 0,0-1 0,0-7 0,0 1 0,0-7 0,0 7 0,8-8 0,2 3 0,7-7 0,0 0 0,-6-2 0,1-2 0,-1-3 0,-1-3 0,5 6 0,-5-11 0,7 13 0,0-5 0,-1 9 0,-5 3 0,4-3 0,-11 12 0,8-9 0,-7 1 0,7-6 0,-1 0 0,1 0 0,-1 0 0,-5-2 0,5-4 0,-7-3 0,2-8 0,-4-1 0,0 1 0,2 0 0,1 0 0,1 0 0,-6-1 0,0 1 0,0 0 0,0 0 0,0 0 0,0 7 0,0 2 0,8 8 0,1-7 0,9-3 0</inkml:trace>
  <inkml:trace contextRef="#ctx0" brushRef="#br1" timeOffset="63">18843 6379 8912,'0'17'0,"0"0"0,-7-7 0,-3-3 0,1-7 0,-7 0 0,16-7 0,0-5 0,2-1 0,10 1 0,-1-9 0,6 4 0,1-4 0,-1 4 0,0 0 0,0-1 0,-5 1 0,-1 0 0,-7 0 0,4 0 0,-10 7 0,-4 4 0,-3 6 0,-9 6 0,-1 6 0,-4 11 0,4 3 0,-4 9 0,4-3 0,2-3 0,7 3 0,5-3 0,3 2 0,2-3 0,7 3 0,5-8 0,5 0 0,6-6 0,4-8 0,7-3 0,-1-4 0,-5-2 0,5-13 0,-5-5 0,5-8 0,1 1 0,-1 0 0,-4 0 0,-5-5 0,-6 1 0,-3 2 0,-4-1 0,3 7 0,-8-2 0,-1 3 0,-5 9 0,0 0 0,0 7 0,0 0 0,0 15 0,0 1 0,0 11 0,0 4 0,0 1 0,0-1 0,0 2 0,0-3 0,0 3 0,0 2 0,0-9 0,6 7 0,0-6 0,0-4 0,1-5 0,-5 1 0,6-13 0,-8 3 0,0-10 0,7-12 0,3-10 0</inkml:trace>
  <inkml:trace contextRef="#ctx0" brushRef="#br1" timeOffset="64">19257 6327 8912,'0'-34'0,"0"5"0,0 0 0,-6 1 0,0-7 0,-5 9 0,5 3 0,-6 9 0,7 3 0,-1 5 0,6-5 0,0 7 0,2-4 0,4 10 0,5 4 0,4 1 0,3 5 0,6 3 0,5-3 0,-4-5 0,15 9 0,-4-7 0</inkml:trace>
  <inkml:trace contextRef="#ctx0" brushRef="#br1" timeOffset="65">19773 6190 8912,'-52'0'0,"8"0"0,4 0 0,4 0 0,1 0 0,1 1 0,-1 5 0,7 4 0,-1 7 0,10 2 0,2 4 0,1-2 0,11 8 0,-1-8 0,6 2 0,2-1 0,4-4 0,3 3 0,8-10 0,3-1 0,1-1 0,1-1 0,0-4 0,-3-2 0,-2-2 0,0 0 0,0 0 0,0 0 0,1 0 0,-1 0 0,0 0 0,-2 7 0,-3 5 0,3-3 0,-3 3 0,-5-1 0,-1 6 0,2 1 0,-3-1 0,1 6 0,-6 0 0,0 1 0,0-1 0,0-4 0,0 4 0,-6-3 0,1-3 0,-1 0 0,6 0 0,0-7 0,0-10 0,0-10 0</inkml:trace>
  <inkml:trace contextRef="#ctx0" brushRef="#br1" timeOffset="66">19945 6121 8912,'0'17'0,"0"0"0,0 0 0,-2 8 0,-4 4 0,2 5 0,-5 6 0,-1 4 0,1 0 0,5 6 0,-2-4 0,-2-4 0,3-2 0,-7-10 0,7-1 0,-1-8 0,6 2 0,0-12 0,0-3 0,0-8 0,2-9 0,3-7 0,7-5 0,3-2 0,2 6 0,-1-6 0,-5 0 0,10 0 0,-4 6 0,3 6 0,-9-1 0,12 1 0,-12 1 0,12 5 0,-9 3 0,-3 2 0,-5 2 0,5 3 0,-5 5 0,6 7 0,-7-6 0,7 1 0,-1-3 0,7 3 0,-1 1 0,0-7 0,2 0 0,4-6 0,-4-2 0,4-4 0,4-3 0,0-9 0</inkml:trace>
  <inkml:trace contextRef="#ctx0" brushRef="#br1" timeOffset="67">20478 6172 8912,'-11'-23'0,"-1"0"0,3 1 0,-5 4 0,3 1 0,7 8 0,-4 3 0,8 12 0,0 11 0,0 11 0,0 13 0,0 4 0,0 5 0,0 2 0,0-1 0,0 1 0,0 5 0,0 0 0,0-5 0,0-6 0,6-8 0,0 2 0,2-5 0,-3-7 0,-1 1 0,8-12 0,-9-4 0,13-13 0,-7 0 0</inkml:trace>
  <inkml:trace contextRef="#ctx0" brushRef="#br1" timeOffset="68">20272 6413 8912,'-25'17'0,"6"-7"0,-4-4 0,4 3 0,9-7 0,3 8 0,7-5 0,17-3 0,11 4 0,15-6 0,14-6 0,2-3 0,6-9 0,-4 1 0,-1 0 0,-3 0 0,-5 0 0</inkml:trace>
  <inkml:trace contextRef="#ctx0" brushRef="#br1" timeOffset="69">21803 6344 8912,'-17'10'0,"0"-3"0,-2-1 0,-4 0 0,-4-2 0,-2-2 0,1-2 0,5 7 0,-6 5 0,8 5 0,-2 6 0,4-2 0,2 8 0,7-1 0,5 7 0,3-1 0,2 0 0,2-7 0,3-4 0,5-6 0,9-5 0,2-7 0,2-3 0,13-11 0,-1-8 0,3-3 0,-4-8 0,-5-1 0,-4-5 0,-4 1 0,-6 5 0,-9-5 0,0 5 0,-4 3 0,-6 2 0,-6 4 0,-7 1 0,-12 3 0,1 4 0,-5 3 0,-1 8 0,1 8 0,5 3 0,3 10 0,7 2 0,9 8 0,3-3 0,4-3 0,2-2 0,16-4 0,3-2 0</inkml:trace>
  <inkml:trace contextRef="#ctx0" brushRef="#br1" timeOffset="70">22113 6430 8912,'17'0'0,"-1"-2"0,-5-3 0,4 3 0,-13-14 0,6 14 0,-14-3 0,1 10 0,-7 5 0,6 7 0,-1 6 0,3 2 0,-4 2 0,-1 3 0,5-3 0,-2 2 0,2-1 0,-2 7 0,5-9 0,-5-3 0,2-3 0,-2-3 0,4-8 0,-5-3 0,7-12 0,0-9 0,0-8 0,0-8 0,0 3 0,7-5 0,5-1 0,-3 1 0,3 5 0,-1 3 0,7 8 0,-5 0 0,4-1 0,-3 3 0,8 4 0,-2 3 0,-3 8 0,0 10 0,0 7 0,6 8 0,0 9 0,0 0 0,-6 1 0,0-1 0,1 1 0,5-3 0,0-3 0,1-3 0,-1-3 0,-2-11 0,8-1 0,0-9 0,5-8 0,1-11 0,-1-9 0</inkml:trace>
  <inkml:trace contextRef="#ctx0" brushRef="#br1" timeOffset="71">23025 6018 8912,'0'11'0,"0"1"0,0-7 0,0 7 0,0-1 0,0 6 0,0 2 0,0 4 0,-2 6 0,-3 11 0,3-2 0,-4 8 0,4 6 0,2 5 0,2 0 0,4-5 0,-4-6 0,3 0 0,3-2 0,-2 1 0,-1-2 0,-5-9 0,0-2 0,0-3 0,-7 0 0,-5-12 0,-11 4 0,-3-12 0</inkml:trace>
  <inkml:trace contextRef="#ctx0" brushRef="#br1" timeOffset="72">22870 6465 8912,'18'0'0,"-1"0"0,0 0 0,-6-6 0,1 0 0,-1-1 0,7 1 0,-1 4 0,0-4 0,2 2 0,4-1 0,4 3 0,7-4 0,1-2 0,-1 3 0,-1-1 0,-5 6 0,3-6 0,-8 0 0,0 1 0,-8 7 0,-3 3 0,-5 5 0,-7 7 0,-7 8 0,-5 4 0,2-3 0,-1 3 0,7-6 0,-2 6 0,5-7 0,1 7 0,0-8 0,0 2 0,1-10 0,7-3 0,9-2 0,1-5 0,4-8 0,-2-11 0,-3-7 0,0-7 0,0 1 0,-1-3 0,-5-3 0,2 7 0,-7-1 0,0 6 0,-6-5 0,-2 12 0,-4 1 0,-5 5 0,-5 7 0,-1-5 0,0 2 0,6 2 0,-1 10 0,6-2 0,-5 7 0,7-5 0,-2 6 0,6-7 0,6 7 0,-2-8 0,7 1 0,1-3 0,13-2 0,1 0 0</inkml:trace>
  <inkml:trace contextRef="#ctx0" brushRef="#br1" timeOffset="73">23731 6413 8912,'27'12'0,"-5"-1"0,-10-7 0,-4 11 0,-8-3 0,-2 9 0,-4 1 0,2 9 0,-7-2 0,5 5 0,-6 6 0,7 0 0,-7 12 0,8-10 0,-1 9 0,-3-8 0,2 2 0,1-6 0,5 1 0,0-6 0,0-5 0,0 1 0,0-7 0,0 0 0,-8-13 0,6-3 0,-11-14 0,5-7 0,-2-7 0,-1-5 0,-6-9 0</inkml:trace>
  <inkml:trace contextRef="#ctx0" brushRef="#br1" timeOffset="74">23628 6465 8912,'9'-8'0,"6"-2"0,-5-7 0,1 2 0,1 3 0,-6-1 0,5 7 0,4 3 0,6 1 0,0 2 0,8 0 0,0 0 0,5 0 0,1 2 0,-1 3 0,-1 5 0,-5 7 0,-3 2 0,-8 4 0,-1-2 0,-5 8 0,-3-6 0,-10 3 0,-4 1 0,-5 0 0,-5 0 0,-1 1 0,0-3 0,0-8 0,-1-1 0,1-5 0,0-3 0,0-8 0</inkml:trace>
  <inkml:trace contextRef="#ctx0" brushRef="#br1" timeOffset="75">24299 6413 8912,'5'12'0,"1"-1"0,0-7 0,-6 11 0,0-3 0,0 3 0,0 2 0,-6 2 0,0 4 0,1-4 0,5 4 0,-6 4 0,0 1 0,0-3 0,6-2 0,-1 2 0,-5-2 0,4 0 0,-4-6 0,4-7 0,2-3 0,0-7 0</inkml:trace>
  <inkml:trace contextRef="#ctx0" brushRef="#br1" timeOffset="76">24247 6379 8912,'-8'-18'0,"5"1"0,-9 0 0,8 0 0,-1 0 0,-3-1 0,2 1 0,0 8 0,6-7 0,0 15 0,8-7 0,4 8 0,3 0 0,4 6 0,4-1 0,2 7 0,3-6 0,5 7 0,-6-4 0</inkml:trace>
  <inkml:trace contextRef="#ctx0" brushRef="#br1" timeOffset="77">24918 6258 8912,'-34'0'0,"-1"0"0,-5 0 0,0 0 0,0 2 0,-2 4 0,5 9 0,-3 8 0,10 10 0,1 1 0,14 0 0,-2 7 0,11 1 0,0-2 0,6 6 0,6-6 0,3 0 0,9-6 0,1-5 0,4-1 0,-2-12 0,7 1 0,1-11 0,5-1 0,1-10 0,-1-7 0,1-5 0,-1-6 0,6-4 0,0-7 0,-5-6 0,-6 0 0,-1-2 0,7 2 0,-7 3 0,1-3 0,-10 4 0,-2 1 0,1 3 0,-7 3 0,-3 4 0,-3 16 0,-10 3 0,1 6 0,-8 6 0,7 11 0,-7 12 0,8 3 0,-1 3 0,3 5 0,2 0 0,0 0 0,0-6 0,0-1 0,0-4 0,0 3 0,0-3 0,0-3 0,0 3 0,-2-8 0,-4 2 0,-5-4 0,-12-2 0,2-5 0,-8-1 0,0-7 0,-5 2 0,-1-4 0,1-2 0,0 0 0,-1-16 0,1-3 0</inkml:trace>
  <inkml:trace contextRef="#ctx0" brushRef="#br1" timeOffset="78">26037 6052 8912,'7'10'0,"-5"-3"0,4-14 0,-12-5 0,4 3 0,-3-3 0,1 3 0,0-5 0,-2 3 0,2-3 0,-5 7 0,-3 1 0,3-2 0,-3 3 0,1-1 0,-6 6 0,-1 2 0,1 3 0,0 5 0,0 7 0,-6 14 0,0 3 0,-6 14 0,6 4 0,0 7 0,6 9 0,0 3 0,0 4 0,5-10 0,1 3 0,7-10 0,-2-1 0,4-5 0,2-7 0,0-10 0,0-12 0,0-4 0,0-2 0,8-7 0,2-18 0,7-11 0</inkml:trace>
  <inkml:trace contextRef="#ctx0" brushRef="#br1" timeOffset="79">25641 6533 8912,'-34'0'0,"5"-2"0,0-3 0,8 3 0,-2-4 0,12 2 0,5-1 0,6 3 0,8-4 0,9 4 0,13 2 0,11 0 0,6-2 0,-1-4 0,-4 3 0,-2-9 0,-3 6 0,-3-5 0,1-1 0,-1-5 0</inkml:trace>
  <inkml:trace contextRef="#ctx0" brushRef="#br1" timeOffset="80">26037 6396 8912,'17'0'0,"0"0"0,0 0 0,-7 0 0,5 0 0,-11 0 0,8 0 0,-7 6 0,7-1 0,-7 9 0,7-3 0,-6 6 0,5 6 0,-1-4 0,1 4 0,3-4 0,-9-1 0,1-1 0,-6 0 0,0 0 0,0 0 0,0-7 0,0-2 0,-8-8 0,-3 0 0,1-2 0,-1-4 0,1-6 0,-1-10 0,3 2 0,8-3 0,0 2 0,0-1 0,2 2 0,4-2 0,3 2 0,9 3 0,1 6 0,4-1 0,3 8 0,9-1 0,-1 3 0,1 2 0,-7 0 0,1 0 0,0 0 0,5 0 0,-7 7 0,-2-3 0,-8 8 0,-7-1 0,-5 6 0,-3-5 0,-2-1 0,-7-1 0,-5 1 0,-3 5 0,-2-5 0,-1 4 0,1 3 0,0-1 0,0 0 0,5 0 0,1 0 0,7-5 0,-2-1 0,4-7 0,2 4 0,2-8 0,4 0 0,5 0 0,10-14 0,2-3 0,0-4 0,-5 4 0,-7-6 0,1 0 0,-9 0 0,3 6 0,2-6 0,-3 0 0,1 0 0,-13 8 0,-5 3 0,4 3 0,3 3 0,-5 4 0,6-5 0,-7 7 0,7 7 0,-4 3 0</inkml:trace>
  <inkml:trace contextRef="#ctx0" brushRef="#br1" timeOffset="81">26691 6430 8912,'0'12'0,"0"-1"0,0-7 0,0 4 0,0-8 0,0 0 0,0 7 0,0 3 0,0 7 0,0 0 0,5-5 0,1-1 0,0 1 0,-6 5 0,0 0 0,0 0 0,0-5 0,0-1 0,0 1 0,0 5 0,0-8 0,0-1 0,0-8 0,0 0 0,0-8 0,6-1 0,-1-8 0,9 7 0,-5-5 0,8 13 0,1-6 0,-9 8 0,7 0 0,-15 8 0,7-4 0,-8 7 0,0-7 0,8 4 0,-6-8 0,13 0 0,-5 0 0,7-8 0,0 0 0,0-3 0,-5 1 0,-1 5 0,1 3 0,5-4 0,-6 4 0,1 2 0,-1 2 0,6 4 0,-5-3 0,-1 9 0,-5-1 0,6 7 0,-1-1 0,6 0 0,0 0 0,8-7 0,2-3 0</inkml:trace>
  <inkml:trace contextRef="#ctx0" brushRef="#br1" timeOffset="82">26622 5519 8912,'11'-6'0,"-1"-1"0,-1-3 0,-1-3 0,0-3 0,-3 5 0,-5-1 0,0 9 0,0-3 0,0 12 0,0 5 0,0 4 0,0 8 0,0 4 0,-1 4 0,-5 5 0,4 4 0,-4 0 0,4-2 0,0 6 0,-2 0 0,-1 0 0,-1-6 0,6 3 0,2-5 0,4-2 0,-3-7 0,9-4 0,1-12 0,10-5 0,-2-4 0,8-2 0,5-10 0,7-7 0,4-2 0,-4-10 0,-1 7 0,-6-7 0,-7 0 0,5-13 0,-5-2 0</inkml:trace>
  <inkml:trace contextRef="#ctx0" brushRef="#br1" timeOffset="83">26759 5743 8912,'-7'17'0,"-3"0"0,-7-6 0,0 1 0,7-8 0,3 3 0,7-7 0,0 0 0,7-5 0,7-3 0,7-2 0,0 7 0,7-3 0,-1-2 0,2 2 0,1-1 0,-7 1 0,2 2 0,-2-7 0,-4 7 0,6-19 0,-8 4 0</inkml:trace>
  <inkml:trace contextRef="#ctx0" brushRef="#br1" timeOffset="84">26673 5657 8912,'-17'9'0,"8"-1"0,1-8 0,18-8 0,7-3 0,10-10 0,13-2 0,9 0 0,11 6 0,-1-1 0,0 1 0,4 2 0,-5 3 0,-7-3 0,-5 4 0,-8-5 0,5-1 0</inkml:trace>
  <inkml:trace contextRef="#ctx0" brushRef="#br1" timeOffset="85">27276 5536 8912,'-2'15'0,"-4"-3"0,4-3 0,-4-3 0,-1-2 0,1 8 0,-2-1 0,3 6 0,3 0 0,-4 1 0,2 1 0,0 2 0,-1 3 0,1 3 0,2-4 0,2 6 0,0-2 0,0 1 0,0 5 0,0-5 0,0-3 0,0-2 0,0-4 0,0-2 0,0 1 0,0-9 0,-8-9 0,-1-9 0</inkml:trace>
  <inkml:trace contextRef="#ctx0" brushRef="#br1" timeOffset="86">27138 5639 8912,'-17'-7'0,"5"3"0,1-8 0,5 7 0,-5-7 0,7 7 0,-2-7 0,4 6 0,2-5 0,8 7 0,5-2 0,8 4 0,8 2 0,9 0 0,2 0 0,1 8 0,-7 3 0,-5 11 0,-3 2 0,-1 3 0,-4 4 0,-3 1 0,-7 3 0,-3 5 0,-8 0 0,-2 0 0,-4-6 0,-9 1 0,-8-1 0,-6 0 0,6 1 0,0-8 0,6-5 0,0-2 0,0-3 0,-1-2 0,1-3 0,8-5 0,-7-22 0,7-4 0</inkml:trace>
  <inkml:trace contextRef="#ctx0" brushRef="#br1" timeOffset="87">27603 5794 8912,'0'17'0,"0"0"0,-2-1 0,-4-5 0,2 5 0,-7-5 0,7 4 0,-9 8 0,7 0 0,0 0 0,6-4 0,0 2 0,0 2 0,0 2 0,0-2 0,0-10 0,0 4 0,0-3 0,0 3 0,0-7 0,0-5 0,0-10 0,0-11 0,0-7 0,0-9 0,0-3 0,0-1 0,0-10 0,8 0 0,3-5 0,-1 1 0,1 4 0,1-1 0,5 6 0,-2 1 0,-3 6 0,1 7 0,-5 6 0,1 8 0,5 7 0,-5 6 0,3 6 0,-7 7 0,7 16 0,-3 1 0,3 16 0,1-6 0,-7 6 0,2-2 0,-3 2 0,-1 2 0,8-8 0,-7 0 0,5-6 0,-2 1 0,-4-1 0,-1-7 0,3-4 0,-4-4 0,6-9 0,-8-3 0,0-7 0,0-15 0,0-4 0,0-16 0</inkml:trace>
  <inkml:trace contextRef="#ctx0" brushRef="#br1" timeOffset="88">27603 5914 8912,'-17'12'0,"-1"-3"0,1-1 0,0-4 0,7 0 0,5 1 0,3-3 0,4 6 0,5-8 0,10 0 0,12-6 0,15-1 0,8-1 0,1 0 0,7-3 0,-3 5 0,0-7 0,3-4 0,1-10 0</inkml:trace>
  <inkml:trace contextRef="#ctx0" brushRef="#br1" timeOffset="89">14111 11966 5212,'-72'-21'0,"1"-1"0,-1 1 0,0-1 0,-18-6 0,0 0 0,-1 0 0,16 8 0,-1-1 0,0 2 0,1-1 0,-18-4 0,2 0 0,1 1 0,7 2 0,1 1 0,3 0 0,7 3 0,3 1 0,1 0 0,-26-7 0,3 2 0,1-1 0,2 2 0,1 1 0,2 0 0,4-2 0,3-1 0,6 1 0,4-1 0,14 4 0,3-1 0,-25-15 0,38 9 1611,38 6-1611,9-36 0,39 13 0,-12-33 0</inkml:trace>
  <inkml:trace contextRef="#ctx0" brushRef="#br1" timeOffset="90">13492 8407 8912,'11'0'0,"1"0"0,-9 0 0,7 0 0,-4 0 0,5 0 0,4 0 0,3 0 0,1 0 0,4 0 0,9-1 0,10-5 0,2-6 0,4-3 0,2-2 0,1 0 0,-3 5 0,-8 1 0,1-1 0,-15-5 0</inkml:trace>
  <inkml:trace contextRef="#ctx0" brushRef="#br1" timeOffset="91">15350 8081 8912,'-17'0'0,"0"0"0,0 0 0,5-2 0,1-4 0,7 4 0,-4-7 0,10 5 0,4-2 0,5 2 0,6-3 0,6 1 0,-2-7 0,8 3 0,4-1 0,5-1 0,-2 1 0,4-7 0,2 7 0,-1 0 0,6 5 0,-1-6 0,-4 8 0,-2-1 0,-11 3 0,4-6 0,-7-1 0</inkml:trace>
  <inkml:trace contextRef="#ctx0" brushRef="#br1" timeOffset="92">15264 8579 8912,'-17'18'0,"0"-9"0,-1-1 0,17-10 0,6-4 0,16-3 0,8-9 0,11-6 0,6-5 0,6-4 0,5-1 0,-2 0 0,9-1 0,-3 3 0,2 3 0,-2-1 0,-4 7 0,-9 0 0,4 6 0,-20 7 0,-3 4 0,-16-3 0,-13-1 0,-17-7 0,-10 0 0</inkml:trace>
  <inkml:trace contextRef="#ctx0" brushRef="#br1" timeOffset="93">15557 7943 8912,'0'-11'0,"0"-1"0,0 8 0,0-3 0,5 9 0,1 3 0,0 15 0,-6 14 0,0 10 0,0 13 0,0 4 0,2 8 0,2 0 0,1 0 0,1-1 0,-6 1 0,0-8 0,0-3 0,0-5 0,0-1 0,2-10 0,4-8 0,-4-7 0,5-18 0,-7-16 0,0-12 0</inkml:trace>
  <inkml:trace contextRef="#ctx0" brushRef="#br1" timeOffset="94">15849 7823 8912,'12'-6'0,"-1"0"0,-7 1 0,4 5 0,-8 7 0,0 5 0,-2 13 0,-4 9 0,4 8 0,-4 10 0,4 7 0,2 4 0,0 4 0,0 2 0,2-3 0,4-3 0,6-3 0,10-9 0,5-1 0,8-4 0,-1-14 0,0-15 0,-5-7 0,0-10 0,0-8 0,5-1 0</inkml:trace>
  <inkml:trace contextRef="#ctx0" brushRef="#br1" timeOffset="95">16572 8029 8912,'-27'44'0,"-5"-4"0,-7-3 0,1-3 0,4 6 0,5 0 0,6 2 0,12-2 0,3-3 0,8 3 0,0-4 0,0-2 0,8-7 0,3-4 0,10-6 0,2-5 0,8-5 0,-3-7 0,7 0 0,5 0 0,-4-9 0,6-8 0,-3-10 0,-5-6 0,2-1 0,-13 0 0,-2-6 0,-9-1 0,1-6 0,-7 1 0,-10 4 0,-13 2 0,-2 9 0,-10 2 0,-5 8 0,-6-2 0,-1 6 0,7 6 0,1 3 0,5 8 0,-3 0 0,8 0 0,0 10 0,6 7 0,2 0 0,3 6 0,-3-4 0,5-2 0</inkml:trace>
  <inkml:trace contextRef="#ctx0" brushRef="#br1" timeOffset="96">16538 8253 8912,'9'11'0,"-3"1"0,-4-9 0,-2 7 0,0-4 0,0 5 0,0 4 0,0 3 0,2 1 0,3 4 0,-1-2 0,8 7 0,-1 1 0,6 5 0,1 7 0,-1-1 0,2 5 0,4-4 0,-4-3 0,4-10 0,-4-3 0,6-7 0,2-1 0</inkml:trace>
  <inkml:trace contextRef="#ctx0" brushRef="#br1" timeOffset="97">17174 8150 8912,'-7'-18'0,"-5"1"0,-3 2 0,-2 3 0,-1 5 0,1 7 0,0 7 0,0 5 0,-6 11 0,0 5 0,6 5 0,5 1 0,3 1 0,-3-1 0,5-1 0,7-5 0,0 5 0,0-5 0,9-1 0,8 2 0,2-8 0,10 2 0,0-6 0,5-6 0,3 5 0,3-5 0,-10-1 0,5 1 0,-12-1 0,0 1 0,-4 2 0,-2-7 0,-8 8 0,-3-11 0,-12 9 0,-3-6 0,-8 5 0,-8-1 0,-4 1 0,-3 4 0,-3-3 0,1 1 0,-1-1 0,9 1 0,3-7 0,4 5 0,1-5 0,1-8 0,0-7 0</inkml:trace>
  <inkml:trace contextRef="#ctx0" brushRef="#br1" timeOffset="98">18465 8579 8912,'-17'0'0,"-1"0"0,1 0 0,8 0 0,-7 0 0,15 0 0,-7 0 0,8-2 0,0-3 0,0 1 0,0-8 0,6-1 0,1-8 0,3-2 0,3 2 0,2 2 0,3 2 0,-1 0 0,0-1 0,0 3 0,1 4 0,1 5 0,4 4 0,-4 2 0,4 0 0,2 0 0,-1 0 0,3 0 0,4 0 0,1 6 0,3 0 0,-7-1 0,1-5 0,0 0 0,5 0 0,-5-7 0,-1-5 0,-6-5 0,0-6 0,-8-4 0,-3-7 0,-7 5 0,2 1 0,-4-1 0,-2-4 0,-2 5 0,-4 5 0,2 6 0,-7 5 0,1 8 0,-1 16 0,-4-1 0,5 29 0,-7-3 0</inkml:trace>
  <inkml:trace contextRef="#ctx0" brushRef="#br1" timeOffset="99">18757 8923 8912,'-22'0'0,"-1"0"0,0 0 0,5 0 0,1 0 0,0 0 0,6 0 0,-1 0 0,8-7 0,-2-5 0,5-3 0,1-2 0,7-2 0,5-4 0,3 4 0,2-4 0,0 5 0,1 7 0,-1-4 0,0 7 0,0-3 0,-5 3 0,-1 8 0,1 0 0,5 0 0,0 0 0,0 2 0,0 4 0,1-3 0,-1 9 0,6-8 0,0 1 0,5 3 0,-5-2 0,8 0 0,-2-6 0,1-6 0,-1 0 0,-2-7 0,-4 1 0,-4-9 0,4-2 0,-6-7 0,-6 1 0,-3 2 0,-8-1 0,0-1 0,0-5 0,-2 5 0,-4 0 0,-3 8 0,-8-2 0,5 10 0,1 2 0,7 7 0,-11-12 0,5 7 0</inkml:trace>
  <inkml:trace contextRef="#ctx0" brushRef="#br1" timeOffset="100">20719 8201 8912,'17'0'0,"-1"-2"0,-3-2 0,-1-1 0,-9-3 0,5 2 0,0-5 0,-6-4 0,3-3 0,3 1 0,-2 0 0,-1 6 0,-5-1 0,0-1 0,0-3 0,6-1 0,0 0 0,0 0 0,-8 2 0,-4 3 0,-5 6 0,-5 4 0,-9 4 0,-3 4 0,-5 11 0,-1 12 0,-6 9 0,0 2 0,1 8 0,11-2 0,-3-2 0,8 2 0,2-2 0,10 1 0,3 1 0,8-11 0,8 1 0,3-13 0,14 4 0,9-10 0,1 2 0,5-13 0,-2 1 0,2-1 0,-5-4 0,-1 4 0,-9-3 0,-6 3 0,-7-4 0,-1 4 0,-9 1 0,-2-1 0,-10 8 0,-13-5 0,-5 3 0,-5-1 0,-1 1 0,-1 5 0,1 0 0,0 0 0,1-2 0,4-3 0,5-4 0,6-8 0,1 0 0,0 0 0</inkml:trace>
  <inkml:trace contextRef="#ctx0" brushRef="#br1" timeOffset="101">21236 8321 8912,'-25'0'0,"0"0"0,-4 0 0,-3 0 0,3 0 0,4 0 0,2 0 0,4 0 0,2 0 0,0 8 0,-1 4 0,9 3 0,3 2 0,4 2 0,2 4 0,2-4 0,4 4 0,-2-2 0,7 2 0,1-10 0,5 5 0,-2-11 0,-3 5 0,3-8 0,-4 1 0,5-5 0,1-5 0,0 1 0,0-8 0,0-1 0,1-10 0,-1 4 0,0-4 0,0 4 0,1 2 0,-7 1 0,0 5 0,-5-2 0,6 7 0,-7-6 0,7 7 0,-1-1 0,7 6 0,-3 2 0,-4 4 0,5-3 0,-5 9 0,-1-6 0,1 5 0,-1-5 0,1 5 0,4-7 0,-5 4 0,7-8 0,0 0 0</inkml:trace>
  <inkml:trace contextRef="#ctx0" brushRef="#br1" timeOffset="102">21614 8287 8912,'17'0'0,"-7"0"0,-2 0 0,-8 8 0,0 1 0,0 8 0,0 1 0,0-1 0,0 0 0,0 0 0,0 0 0,0 1 0,0-1 0,0 0 0,0 0 0,0-5 0,0-1 0,0 1 0,0-3 0,0-1 0,5-10 0,1-4 0,0-3 0,-6-9 0,2-1 0,3-4 0,-1 4 0,8-4 0,-9 4 0,3 2 0,2 0 0,-2 0 0,1 5 0,-1 1 0,-2 7 0,7-2 0,-5 4 0,6 2 0,-7 2 0,7 4 0,-3 3 0,3 9 0,3-1 0,-3 0 0,-3 0 0,3 0 0,-7 1 0,7-1 0,-7-6 0,7 1 0,-6-3 0,5 3 0,-5-5 0,5-7 0,-5 0 0,6 0 0,-3-1 0,3-5 0,3-4 0,-4-7 0,-1 0 0,1 0 0,-5-1 0,6 1 0,-7 0 0,7 0 0,-8 7 0,5 3 0,-3 7 0,-4 0 0,13 0 0,-11 7 0,7 5 0,-5-3 0,6 3 0,-7-3 0,7 3 0,-1 3 0,7-7 0,-1 3 0,2-3 0,4-8 0,-4 0 0,4 0 0,2-2 0,-2-4 0,0-3 0,-6-9 0,0 7 0,0 0 0,-1-1 0,-5-5 0,-3 0 0,-8-1 0,0 7 0,0 0 0,-2 5 0,-4-6 0,-4 9 0,-7-3 0,0 12 0,0 5 0,0 4 0,-1 2 0,1 8 0,0 4 0,2 3 0,3 3 0,5-1 0,7 1 0,0-1 0,0 0 0,7-5 0,5 0 0,13-8 0,9 2 0,2-12 0,10-5 0,2-4 0,9-2 0,-3-8 0,5-9 0,-7-10 0</inkml:trace>
  <inkml:trace contextRef="#ctx0" brushRef="#br1" timeOffset="103">23576 8287 8912,'-17'-8'0,"-1"1"0,1-5 0,0-3 0,0 4 0,0 1 0,-2 1 0,-3 1 0,0 4 0,-3-4 0,2 3 0,2 1 0,-8 10 0,8 3 0,-2 8 0,-2 2 0,2 4 0,6-2 0,6 8 0,1-2 0,-1 1 0,3-3 0,0 0 0,6-6 0,-3 4 0,3-10 0,2-1 0,2-8 0,3 2 0,7-5 0,11-1 0,-2-7 0,7-5 0,-5-5 0,6-6 0,-6 2 0,6-7 0,-8 5 0,2-6 0,-4 8 0,-2-2 0,-2 4 0,-3 2 0,1 0 0,-7-1 0,0 9 0,-4 1 0,3 8 0,-3 0 0,6 2 0,-8 4 0,0 5 0,2 10 0,3 2 0,-1 0 0,8-6 0,-6 0 0,5 1 0,2-1 0,10 0 0,-2-7 0,8-5 0,-6-3 0,6-2 0,-3 0 0,3 0 0,2-7 0,-8-5 0,0-3 0,-6-2 0,0-2 0,0-4 0,-1 4 0,-5-4 0,-3 2 0,-8-2 0,0 4 0,0-4 0,0 4 0,0 1 0,-8 9 0,6-6 0,-7 13 0,3-4 0,4 6 0,-4 6 0,6 9 0,6 8 0,-2 2 0,7-2 0,-5 1 0,5 5 0,1 4 0,5-5 0,-5 3 0,-1-3 0,-7 3 0,2-8 0,-5 6 0,-1-7 0,-13 1 0,-4-5 0,-14-1 0,-3 0 0,-1 0 0,-5 0 0,-2-5 0,2-1 0,-2-7 0,2 2 0,4-4 0,-7-2 0</inkml:trace>
  <inkml:trace contextRef="#ctx0" brushRef="#br1" timeOffset="104">25297 8218 8912,'-8'-17'0,"-3"0"0,-5 0 0,-1 0 0,0-1 0,0 9 0,-1 3 0,-1 6 0,-4 6 0,4 11 0,-6 12 0,3 5 0,-1 6 0,0 6 0,7 9 0,3 3 0,1-3 0,9-7 0,-3-2 0,6-2 0,6 2 0,3-14 0,8-15 0,8-7 0,4-10 0,5-4 0,7-8 0,1-14 0,3-20 0,3-4 0,-8-1 0,-1-7 0,-11 1 0,-5 0 0,-11 5 0,-6 1 0,-12-1 0,-6 4 0,-11 8 0,-9 9 0,-8 20 0,-8 7 0,2 16 0,-2 14 0,2 20 0,6 4 0,11 2 0,-3-1 0,5 1 0</inkml:trace>
  <inkml:trace contextRef="#ctx0" brushRef="#br1" timeOffset="105">25331 8528 8912,'0'-35'0,"-2"1"0,-3 0 0,3 7 0,-6 10 0,8 13 0,0 15 0,2 3 0,4 14 0,5 3 0,4 1 0,8 3 0,0-1 0,6 4 0,-6-3 0,7 1 0,-1-13 0,-2 6 0,2-6 0,1-2 0,3-2 0,-7-10 0,-1-1 0</inkml:trace>
  <inkml:trace contextRef="#ctx0" brushRef="#br1" timeOffset="106">26106 8115 8912,'-2'12'0,"-2"-1"0,-4 2 0,-1 3 0,3 10 0,-6 9 0,1 15 0,-4 13 0,3 3 0,6 3 0,5-6 0,1 0 0,9-7 0,8 1 0,2-13 0,10-10 0,-8 1 0,4-9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6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24780 12723 8912,'25'-29'0,"-6"3"0,-7 1 0,-4 4 0,-5 2 0,1 1 0,2 1 0,-2 0 0,5 0 0,1 0 0,-1-1 0,-5 7 0,2-1 0,-4 9 0,-2-5 0,0 10 0,-2 2 0,-4 1 0,-3 9 0,-8-5 0,-1 9 0,1-1 0,0 0 0,0-6 0,-2 1 0,-2 1 0,-2 3 0,-2 1 0,2 0 0,-4 0 0,-7 0 0,-1 8 0,1 4 0,-8-1 0,-4 5 0,-4 7 0,-2 8 0,-14 2 0,29-20 0,-1 3 0,-8 5 0,-2 2-328,-5 5 1,-3 2 0,0-1 0,-2 1 327,-8 2 0,0 0 0,3-4 0,-1-1 0,-1 2 0,-1 0 0,-2-1 0,0 0 0,-3 1 0,0 0 0,3-6 0,1 0 0,0 0 0,2 0 0,4-4 0,3 1 0,8-2 0,3-2 0,2-4 0,2-2-126,-38 24 0,14-12 126,-2-5 0,6 0 0,0-5 0,6 4-33,3 1 1,5 0 32,3 1 0,4-1 0,7 0 0,1-1 0,-1-4 0,9-1 1262,3-11-1262,4 4 287,9-19-287,2 6 77,8-8-77,0 0 0,8 0 0,-4 8 0,7 3 0,-7 6 0,2 6 0,-4-4 0,-2 6 0</inkml:trace>
  <inkml:trace contextRef="#ctx0" brushRef="#br0" timeOffset="1">21855 13772 8912,'0'-12'0,"0"1"0,0-3 0,0-1 0,0-2 0,0 0 0,0 0 0,0 5 0,0 1 0,-2 9 0,-4 2 0,3 17 0,-9 17 0,6 8 0,-5 10 0,-3 13 0,-7 6 0,-2 5 0,2 6 0,-3 4 0,1 6 0,8-46 0,-1 1 0,1 2 0,1 0 0,1 1 0,0-1 0,-14 43 0,2-4 0,4-6 0,4-8 0,5-11 0,5-11 0,7-12 0,2-9 0,3-5 0,7-1 0,3-4 0,2-9 0,0-7 0,8-3 0,4-2 0,4 0 0,1 0 0,6-7 0,2-3 0,2-1 0,4-1 0,0 1 0,-2-6 0,1-4 0,-6 3 0,1-6 0,-2 12 0,-4-7 0,4 8 0,-3-3 0,-5 1 0,-1 3 0,-3 3 0,-1-1 0,2 2 0,-4 4 0,-8-3 0,0 5 0,0 5 0,1 7 0,-1 11 0,-8 9 0,-3 8 0,-19 0 0,-6-5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6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13870 6104 8912,'-11'-12'0,"1"1"0,1-1 0,1 1 0,0-1 0,-3 1 0,5-6 0,-5 5 0,5 1 0,-8-1 0,13-5 0,-5 0 0,4 0 0,2 5 0,0 1 0,0 5 0,0-5 0,8 5 0,3-6 0,-1 9 0,1-3 0,-5 4 0,3 0 0,-1-4 0,5 4 0,-9-5 0,8 7 0,-8 0 0,9 2 0,-7 3 0,-3 7 0,-1-5 0,6 9 0,-6-7 0,4 8 0,3-7 0,-7 5 0,6-13 0,-6 8 0,3-5 0,-3-3 0,6 6 0,-8-8 0,8 0 0,-6 2 0,3 4 0,-3-4 0,-2 7 0,0-3 0,2-4 0,2 5 0,2 1 0,-1-6 0,-3 11 0,4-7 0,-4 2 0,4-3 0,-4-3 0,-2 6 0,5-6 0,1 4 0,0-4 0,-6 5 0,2-7 0,4 0 0,-5 0 0,7 0 0,-6 0 0,4 0 0,-4-2 0,3-3 0,-3-5 0,-2-7 0</inkml:trace>
  <inkml:trace contextRef="#ctx0" brushRef="#br0" timeOffset="1">13956 6069 8912,'-7'10'0,"3"3"0,-6-5 0,1-1 0,-1 1 0,6-2 0,-11-6 0,13-2 0,-4-4 0,4-5 0,0-5 0,-3-1 0,3 0 0,-6 6 0,8-1 0,0 8 0,0-3 0,0 9 0,0 3 0,0-3 0,0 6 0,0-8 0,0 0 0,8-14 0,3-5 0,7-7 0,4-11 0,15-20 0,14-18 0,-14 29 0,3-1-404,7-7 1,3-1 0,8-7 0,1-2 403,7-7 0,0-1 0,-22 23 0,0 0 0,0 1 0,19-19 0,0 3 0,-4 7 0,-1 5 0,-9 10 0,-1 3 0,31-16 0,-16 15 0,-10 13 0,-9 16 0,-11 3 0,-14 0 0,-2 7 0,-15-7 0,6 8 0,-8 0 1613,0 0-1613,-8 0 0,6 0 0,-6 0 0,8 0 0,0 0 0,-7 0 0,-5 0 0,-11 0 0,-3 0 0</inkml:trace>
  <inkml:trace contextRef="#ctx0" brushRef="#br0" timeOffset="2">15023 4470 8912,'-17'0'0,"0"0"0,0 0 0,5 0 0,1 0 0,11-2 0,5-2 0,16-1 0,14-9 0,11 3 0,0 3 0,13 3 0,-2 3 0,1 2 0,-1 7 0,-5 5 0,-3 16 0,-3 7 0,-6 16 0,-11 1 0,-4 13 0,-8 4 0,-9-1-112,-8 7 1,-8-4 111,-9-3 0,-6-5 0,0 0 0,0-13 0,6-2 0,0-10 0,-1-11 0,1-14 0,0-5 0</inkml:trace>
  <inkml:trace contextRef="#ctx0" brushRef="#br0" timeOffset="3">16417 4419 8912,'10'-2'0,"-5"-4"0,-3-5 0,-2-5 0,-2 1 0,-3 4 0,3 3 0,-6 8 0,8 15 0,0 8 0,8 8 0,1 5 0,3 4 0,-1 6 0,-1-2 0,1 2 0,5 0 0,-5 5 0,-1-1 0,-1-4 0,-1-8 0,-4-8 0,-1 1 0,3-8 0,-2 0 0,7-6 0,-7-7 0,12-10 0,-7-10 0</inkml:trace>
  <inkml:trace contextRef="#ctx0" brushRef="#br0" timeOffset="4">17536 4384 8912,'9'-2'0,"-3"-3"0,-4 1 0,-2-8 0,2 1 0,2-6 0,1-1 0,-1 1 0,-2-6 0,-2-1 0,0-1 0,0 0 0,0 0 0,0 2 0,-8 6 0,-3-2 0,-6 7 0,-6 5 0,4-5 0,-4 7 0,-4 1 0,-2 9 0,2 13 0,-1 10 0,7 7 0,-2 5 0,4 8 0,2 7 0,7 0 0,4 8 0,6 0 0,6 6 0,4-2 0,7-4 0,6-4 0,2-9 0,-1-2 0,1-2 0,-2-10 0,-6-2 0,1-7 0,-1-10 0,-8 0 0,-3 1 0,-4-9 0,-2-1 0</inkml:trace>
  <inkml:trace contextRef="#ctx0" brushRef="#br0" timeOffset="5">17157 4814 8912,'0'-11'0,"0"-1"0,0-1 0,0-2 0,0 3 0,0 1 0,0 5 0,0-6 0,2 7 0,4-7 0,7 1 0,8 1 0,8-5 0,11 3 0,4-1 0,8 2 0,-1-5 0,1 5 0,-1-10 0,1-2 0,7-8 0,3 5 0</inkml:trace>
  <inkml:trace contextRef="#ctx0" brushRef="#br0" timeOffset="6">17794 4419 8912,'6'17'0,"-1"0"0,1-7 0,-14 5 0,5-6 0,-7 9 0,2-1 0,4 0 0,3 0 0,1 0 0,1 6 0,5 0 0,4 0 0,7-6 0,0-5 0,2-1 0,2 1 0,2-3 0,6-1 0,-6-8 0,0 0 0,-6 0 0,6-8 0,0-3 0,-2-6 0,-10-6 0,3 2 0,-8-8 0,5 8 0,-5-2 0,0 4 0,-6 2 0,0 0 0,0-1 0,0 7 0,0-1 0,0 9 0,0-5 0,0 10 0,0 4 0,0 3 0,1 8 0,5 1 0,6-1 0,3-6 0,2 1 0,0-3 0,1 3 0,1-3 0,4-3 0,-4-4 0,4 4 0,-4-4 0,-2-2 0,0-6 0,0 0 0,-1 0 0,-5-1 0,-1-1 0,-4-3 0,-5-5 0,7 13 0,-8-9 0,0 8 0,0-3 0,0 14 0,0-3 0,0 8 0,-2 1 0,-4 2 0,5-3 0,-5-1 0,4-5 0,2 5 0,0-7 0,0 4 0,0-8 0,0 0 0,2-8 0,4-3 0,3-5 0,1-1 0,5 0 0,-4 0 0,3 5 0,-3 1 0,5-1 0,-5-5 0,4 6 0,3 1 0,1 3 0,4 3 0,-4 2 0,4 2 0,-4 0 0,-2 0 0,0 6 0,0-1 0,1 7 0,-1-5 0,0 1 0,0 0 0,0-3 0,1-5 0,-1 8 0,0 2 0</inkml:trace>
  <inkml:trace contextRef="#ctx0" brushRef="#br0" timeOffset="7">18981 4264 8912,'-27'9'0,"-5"5"0,3-8 0,4 7 0,2-2 0,4 5 0,2 1 0,6 6 0,-1 0 0,8 5 0,-1-5 0,5 8 0,5-2 0,7-5 0,9-1 0,4-4 0,1-1 0,3-3 0,6-4 0,-1-3 0,0-8 0,-1 0 0,-4 0 0,3 0 0,-13-15 0,6-4 0</inkml:trace>
  <inkml:trace contextRef="#ctx0" brushRef="#br0" timeOffset="8">19239 4195 8912,'-7'-9'0,"-3"1"0,-1 8 0,-1 0 0,6 9 0,-5 9 0,5 1 0,-3 9 0,1 3 0,4 1 0,2 5 0,2 3 0,0-2 0,0 8 0,6-6 0,0 6 0,7-14 0,-3 1 0,1-6 0,1-6 0,-1-2 0,6-10 0,1-1 0,-1-8 0,-6-6 0,1 0 0,-3-7 0,3 2 0,3-3 0,-4 3 0,-1-3 0,1 9 0,3 1 0,-5 2 0,3 2 0,-6 2 0,5 4 0,-5 3 0,5 8 0,-5 1 0,4-1 0,-3 0 0,1-6 0,-2 1 0,-3-3 0,9 3 0,-1-4 0,7-8 0,-1 0 0,0 0 0,0-16 0,0-3 0</inkml:trace>
  <inkml:trace contextRef="#ctx0" brushRef="#br0" timeOffset="9">19549 4298 8912,'-2'-9'0,"-4"3"0,3-2 0,-9 3 0,8-1 0,-3 4 0,7-4 0,0 4 0,0-5 0,2 7 0,3 0 0,5 0 0,7 7 0,0 3 0</inkml:trace>
  <inkml:trace contextRef="#ctx0" brushRef="#br0" timeOffset="10">19136 4608 8912,'-32'25'0,"1"-8"0,2-10 0,8-5 0,4-2 0,11-2 0,12-3 0,5-7 0,14-5 0,10-6 0,9-4 0,5 1 0,3-1 0,0 4 0,1 4 0,5-4 0,-3 2 0,8-2 0,-7 4 0,3-6 0</inkml:trace>
  <inkml:trace contextRef="#ctx0" brushRef="#br0" timeOffset="11">19859 4470 8912,'-17'23'0,"-1"0"0,3-2 0,4-2 0,-3 0 0,9 4 0,-1-4 0,6 6 0,0-2 0,0 0 0,0 2 0,0-2 0,9-10 0,9 4 0,-1-11 0,8 0 0,-2-4 0,-1-2 0,3-2 0,-2-4 0,-4-3 0,4-9 0,-9-5 0,-3 0 0,-7-1 0,2 1 0,-4 2 0,-2-6 0,-2 2 0,-4 4 0,-4 2 0,-7 2 0,0 0 0,0-1 0,5 3 0,1 4 0,5 3 0,-5 8 0,7-8 0,4-1 0,9-8 0</inkml:trace>
  <inkml:trace contextRef="#ctx0" brushRef="#br0" timeOffset="12">20323 4487 8912,'-9'-1'0,"3"-5"0,-3 4 0,7-6 0,-6 10 0,8 4 0,0 5 0,0 10 0,0 2 0,0 0 0,0-6 0,-6 6 0,1 0 0,-1 2 0,6-2 0,-2-4 0,-4 4 0,4-4 0,-3-2 0,3-5 0,0-3 0,-4-1 0,4-2 0,2-27 0,12-8 0,3-5 0,8-10 0,0-2 0,5 2 0,-5-2 0,2 8 0,-2-2 0,-4 5 0,4 7 0,-4 5 0,0 9 0,4 3 0,2 15 0,4 1 0,-10 15 0,-7 3 0,-1 7 0,6-1 0,2 7 0,4-2 0,-4 5 0,6-13 0,0-1 0,4-8 0,3 1 0,3-9 0</inkml:trace>
  <inkml:trace contextRef="#ctx0" brushRef="#br0" timeOffset="13">16813 4092 8912,'-17'-2'0,"-1"-2"0,1-1 0,2 3 0,3 5 0,5 9 0,7 9 0,2 4 0,3 1 0,5-3 0,7 4 0,0 0 0,1 0 0,1-6 0,2 2 0,0-4 0,-6-2 0,2-8 0,1 7 0,8-7 0</inkml:trace>
  <inkml:trace contextRef="#ctx0" brushRef="#br0" timeOffset="14">17019 4058 8912,'0'-12'0,"0"1"0,0-3 0,8 7 0,2 1 0,9 12 0,4 5 0,-2 4 0,7 3 0,1-1 0,5 0 0,16 8 0,4 2 0</inkml:trace>
  <inkml:trace contextRef="#ctx0" brushRef="#br0" timeOffset="15">21476 4161 8912,'16'-2'0,"-5"-4"0,-5-5 0,-4-5 0,-4 7 0,-4 3 0,-3 12 0,-9 7 0,3 6 0,4 4 0,-3 6 0,7-4 0,-1 1 0,0 5 0,3-4 0,5-1 0,0 1 0,0 0 0,0-6 0,0 2 0,0-10 0,0-1 0,7-8 0,3 3 0</inkml:trace>
  <inkml:trace contextRef="#ctx0" brushRef="#br0" timeOffset="16">21786 4144 8912,'2'9'0,"4"-3"0,-4-4 0,5 0 0,-7 3 0,0-1 0,0 8 0,0 1 0,0 2 0,-2 8 0,-3 0 0,-5 8 0,-7-3 0,6 11 0,-1 1 0,8 0 0,-2-6 0,5 1 0,1-1 0,7 0 0,3 1 0</inkml:trace>
  <inkml:trace contextRef="#ctx0" brushRef="#br0" timeOffset="17">3631 11382 8912,'0'-17'0,"0"-1"0,0 1 0,0 0 0,-2 0 0,-2 0 0,-1 0 0,-9 5 0,3 2 0,-5 3 0,-1 1 0,0 8 0,-2 6 0,-4 9 0,4 10 0,-2 15 0,5 7 0,5 7 0,7 11 0,-2-1 0,6 7 0,6 0 0,6-3 0,11-1 0,3-8 0,9-5 0,-1-11 0,1-10 0,5-10 0,0-14 0,2-5 0,-2-12 0,-4-11 0,5-14 0,-7-9 0,-5-11 0,1-3 0,-7-9 0,-7 8 0,-11-3 0,-10 5 0,-7 1 0,-13-1 0,-7-3 0,-8 1 0,-4 5 0,-2 1 0,-6 9 0,8 5 0,4 7 0,11 8 0,6 3 0,12 8 0,5 11 0,12 5 0,5 9 0,5 5 0,8 9 0,-4-3 0,4 7 0</inkml:trace>
  <inkml:trace contextRef="#ctx0" brushRef="#br0" timeOffset="18">3597 11657 8912,'-27'17'0,"-4"-2"0,8-3 0,8-4 0,7-8 0,18 0 0,7-2 0,10-2 0,5-2 0,16-7 0,4 1 0,5-5 0,1-6 0,5 4 0,11-4 0,-3-2 0,4 2 0,-5 2 0,-1 2 0,-15 2 0,-5 0 0</inkml:trace>
  <inkml:trace contextRef="#ctx0" brushRef="#br0" timeOffset="19">5283 11537 8912,'10'-18'0,"-5"1"0,-3 0 0,-2 0 0,0 0 0,0-1 0,0 1 0,-5 6 0,-1-1 0,-6 7 0,7-7 0,-7 10 0,6 2 0,1 10 0,5 13 0,2 7 0,3 8 0,3 12 0,3 7 0,7 1 0,-1-7 0,0 1 0,6-2 0,-2-5 0,2-4 0,-2-7 0,8-5 0,-3-6 0,3-12 0,2-3 0,-8-8 0,5-10 0,-5-7 0,0-8 0,-6-9 0,1-6 0,-3-2 0,-4-1 0,-5 1 0,2 2 0,-2 6 0,-1-4 0,-5 3 0,0 5 0,-7 13 0,5 9 0,-4 8 0,4 10 0,2 5 0,0 10 0,0 3 0,2 5 0,4 1 0,3-5 0,8-1 0,1-7 0,-1 2 0,2-5 0,4-7 0,2-3 0,4-8 0,3-2 0,-3-4 0,3-5 0,1-10 0,-3-4 0,-1-2 0,-8 0 0,2-1 0,-10-3 0,-1 8 0,-8-7 0,3 10 0,-7-4 0,-2 14 0,-3 4 0,1 12 0,-6 6 0,3 5 0,3 6 0,-4-4 0,2 4 0,1-4 0,5-2 0,0 0 0,0 0 0,0 1 0,0-1 0,0 0 0,0 0 0,0-7 0,0-3 0,0-9 0,0-3 0,2-11 0,3-7 0,3-1 0,3 1 0,5 4 0,-5-4 0,-1 4 0,1 1 0,1 1 0,5 2 0,0 2 0,0 1 0,1 8 0,-1-1 0,0 3 0,0 2 0,0 7 0,1 5 0,-3 5 0,-4 6 0,5-4 0,-5 4 0,3-4 0,-3-2 0,4 0 0,-3 1 0,1-1 0,-1 0 0,3-8 0,-4-3 0,5-4 0,1-2 0,0-2 0,0-4 0,1-11 0,-1-9 0</inkml:trace>
  <inkml:trace contextRef="#ctx0" brushRef="#br0" timeOffset="20">6643 11193 8912,'17'0'0,"-6"-6"0,1 0 0,-8 2 0,1 10 0,-1 6 0,2 11 0,-4 3 0,3 9 0,-1 1 0,2 4 0,-2 2 0,7 4 0,-5 4 0,6-4 0,-1-4 0,6-2 0,-5 2 0,-1-2 0,-1-6 0,1-5 0,-5 1 0,-4-12 0,-10-3 0,-1-15 0</inkml:trace>
  <inkml:trace contextRef="#ctx0" brushRef="#br0" timeOffset="21">7038 11296 8912,'0'-12'0,"0"1"0,0 0 0,0-1 0,0 1 0,-2 7 0,-3-2 0,-5 12 0,-9 7 0,-4 8 0,-6 8 0,-3 5 0,-3 6 0,-5 4 0,0 8 0,0-1 0,6 1 0,1 0 0,4-1 0,1-7 0,11-4 0,7-5 0,6-7 0,4-9 0,0-7 0,4-8 0,7 1 0,3-3 0,14-2 0,1-7 0,6-5 0,1-3 0,4-2 0,4-2 0,0-4 0,6 4 0,-4-4 0,1-2 0,-1 2 0,2-6 0,-8 6 0,0-7 0,-5 3 0</inkml:trace>
  <inkml:trace contextRef="#ctx0" brushRef="#br0" timeOffset="22">7451 11399 8912,'0'12'0,"0"-1"0,0-7 0,0 5 0,0-3 0,-7-4 0,5 13 0,-4-3 0,4 3 0,2 2 0,0 0 0,0 1 0,0-1 0,0 6 0,0 0 0,0 1 0,0-1 0,0-3 0,0 2 0,0 3 0,0-2 0,0-2 0,0-7 0,0-3 0,0-7 0,0 2 0,0-12 0,0-6 0,0-11 0,6-3 0,0-9 0,7-1 0,-2-2 0,5-2 0,1 2 0,6 1 0,0 3 0,0 5 0,-6 1 0,0 8 0,0 3 0,1 2 0,-1 9 0,0 2 0,-2 10 0,-1 6 0,-3 3 0,-1 4 0,1 4 0,5-2 0,-5 8 0,6-8 0,6 1 0,-4 1 0,4-5 0,4 1 0,2-14 0,-4 1 0,7-6 0,-5 0 0</inkml:trace>
  <inkml:trace contextRef="#ctx0" brushRef="#br0" timeOffset="23">8122 11313 8912,'-1'12'0,"-5"-1"0,-4 0 0,-7 7 0,2 5 0,3 0 0,-3 7 0,4-1 0,1-3 0,0 3 0,3 0 0,3-2 0,8-1 0,2-3 0,13-9 0,-2 3 0,4-11 0,-4-1 0,6-3 0,0-2 0,2-2 0,-6-3 0,0-9 0,-4-7 0,-3 0 0,-1-8 0,-3 1 0,-8-7 0,0 3 0,0 3 0,-8-3 0,-3 3 0,-4 2 0,-3 1 0,1 1 0,0 4 0,0 4 0,-1 5 0,1 5 0,0 7 0,8 7 0,9 3 0,9 7 0</inkml:trace>
  <inkml:trace contextRef="#ctx0" brushRef="#br0" timeOffset="24">8587 11313 8912,'-17'0'0,"2"2"0,3 4 0,-3-2 0,3 7 0,-3 2 0,-2 3 0,7 1 0,5 0 0,3 0 0,2 0 0,0 1 0,0-1 0,9 0 0,7-2 0,5-1 0,0-3 0,0-7 0,2 2 0,-4-4 0,4-2 0,-4 0 0,-2 0 0,0-2 0,0-4 0,-5-4 0,-1-7 0,1 0 0,-3 0 0,5 0 0,-9-1 0,1 1 0,-6 0 0,0 6 0,0-1 0,0-1 0,0 5 0,8 0 0,-6 16 0,4 4 0,-3 9 0,3 2 0,2-1 0,3-4 0,4-1 0,-5 0 0,2 0 0,-1 0 0,0-7 0,7-4 0,-1-4 0,0-2 0,-2-14 0,-1-3 0,-5-4 0,-1-4 0,-2 4 0,-6-7 0,0-1 0,0-6 0,5 1 0,1 0 0,2 1 0,-2 5 0,1-3 0,7 8 0,-3 2 0,2 2 0,3 2 0,9 0 0,1-1 0</inkml:trace>
  <inkml:trace contextRef="#ctx0" brushRef="#br0" timeOffset="25">9362 11193 8912,'-8'17'0,"4"-2"0,-7-3 0,7 3 0,-4-5 0,8 7 0,0 0 0,0 0 0,0 0 0,0 0 0,0 1 0,0-1 0,6 0 0,0 0 0,-1 0 0,-5 1 0,0-7 0,0 1 0,0 1 0,0 2 0,0-5 0,0-5 0,0-10 0,0-5 0,0-7 0,0-14 0,2-5 0,2-8 0,2-9 0,7 1 0,-1-5 0,3 0 0,2 5 0,0-3 0,1 9 0,-1 9 0,0 3 0,6 17 0,0 0 0,7 11 0,-3 4 0,2 12 0,0 12 0,-6 9 0,5 3 0,-7 3 0,2 3 0,-4-4 0,-1 4 0,-1-9 0,-2-4 0,-3-1 0,-7 1 0,-3-6 0,-17 4 0,-4-8 0</inkml:trace>
  <inkml:trace contextRef="#ctx0" brushRef="#br0" timeOffset="26">6522 11726 8912,'17'0'0,"-1"2"0,-3 1 0,-2 3 0,-5 0 0,6-6 0,1 0 0,-3 0 0,-1-2 0,1-2 0,-1-2 0,-3-5 0,5 3 0,1-1 0,-2-5 0,5-1 0,-8-2 0,7 2 0,-3 3 0,-7-3 0,4 11 0,-8-7 0,6 5 0,-1-6 0,3 9 0,-2-3 0,-4 4 0,7 2 0,-3 0 0,-4 0 0,13 2 0,-3 4 0,3 5 0,0 6 0,-3 6 0,9 6 0,-4 11 0,6-2 0,0 8 0,-2 0 0,7 5 0,-5 7 0,4-1 0,-2-2 0,-4-1 0,-2-2 0,-2-1 0,1-7 0,-1-2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6.67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22681 3370 8912,'-11'9'0,"-1"-3"0,-1-4 0,-3-2 0,5 0 0,-1 0 0,11-8 0,1-3 0,7 1 0,10-1 0,8-1 0,4-5 0,5-6 0,7-1 0,4-3 0,5-4 0,2-1 0,-1-3 0,1 3 0,0 3 0,-3 4 0,-3 8 0,-9 2 0,-11 3 0,-1 7 0,-10 3 0,-7 9 0,-16-5 0,-3 4 0,-12-4 0,-4-2 0</inkml:trace>
  <inkml:trace contextRef="#ctx0" brushRef="#br0" timeOffset="1">23215 2665 8912,'-35'6'0,"1"-1"0,7 1 0,4-6 0,23-2 0,17-4 0,16 3 0,18-9 0,9 6 0,3-5 0,2 7 0,-2-2 0,2-1 0,-8 3 0,-1 6 0,-3 7 0,-9 16 0,-4 10 0,-13 7 0,-10 9 0,-9 7 0,-14-1 0,-11 8 0,-12-2 0,-9 9 0,-4 1 0,0-6 0,0-8 0,2-7 0,5-6 0,8-4 0,3-16 0,6-1 0</inkml:trace>
  <inkml:trace contextRef="#ctx0" brushRef="#br0" timeOffset="2">24867 2132 8912,'0'-23'0,"0"-2"0,-2-2 0,-4-1 0,-4 1 0,-1 2 0,-3 4 0,-5 4 0,-6-2 0,-9 13 0,-2 2 0,-4 2 0,3 4 0,-5 6 0,4 7 0,4 6 0,-3 10 0,14-2 0,4 3 0,6 2 0,5 3 0,8 1 0,0 4 0,0 2 0,2-4 0,4 6 0,3 0 0,9 5 0,-1 1 0,0-1 0,0-5 0,0 0 0,1-2 0,-1 2 0,-2-10 0,-2-9 0,-3 0 0,-2-1 0,-3-5 0,-14-3 0,-8-13 0,-8-3 0,-10-2 0</inkml:trace>
  <inkml:trace contextRef="#ctx0" brushRef="#br0" timeOffset="3">24264 2699 8912,'-9'-7'0,"3"-5"0,4-3 0,2-2 0,0 0 0,8-3 0,3-2 0,12 1 0,6-8 0,5 2 0,6-2 0,12-1 0,11 7 0,4 0 0,2-2 0,-2 6 0,-4-4 0,4 4 0,-6 2 0</inkml:trace>
  <inkml:trace contextRef="#ctx0" brushRef="#br0" timeOffset="4">24970 2459 8912,'-35'34'0,"3"-2"0,3-3 0,4 4 0,8-5 0,2 5 0,3 1 0,5-1 0,7-5 0,2-5 0,3-4 0,13-9 0,10-4 0,-1-5 0,2-1 0,-1-1 0,7-5 0,-7-4 0,-1-9 0,-2-2 0,-4-2 0,-7-5 0,-3 5 0,-7-6 0,2 6 0,-5-6 0,-1 7 0,-1-1 0,-5 5 0,-6 1 0,-11 0 0,4 7 0,-4 5 0,4 3 0,2 2 0,6 0 0,-1 0 0,8 2 0,-2 3 0,5-3 0,1 14 0,0-7 0</inkml:trace>
  <inkml:trace contextRef="#ctx0" brushRef="#br0" timeOffset="5">25193 2459 8912,'18'0'0,"-7"0"0,1 0 0,-7-8 0,7-2 0,1 1 0,-3 1 0,1 8 0,1 0 0,5 2 0,0 4 0,0 5 0,1 10 0,-1 2 0,-2 2 0,-3-2 0,3-2 0,-4 8 0,-3-8 0,-2 2 0,-2-4 0,1-2 0,-3 0 0,6-7 0,-10-3 0,-4-7 0,-1-13 0,-5-4 0,-1-12 0,7 0 0,0-5 0,6-6 0,2 2 0,4-8 0,5 8 0,12-2 0,4 1 0,7-1 0,1 4 0,-1-6 0</inkml:trace>
  <inkml:trace contextRef="#ctx0" brushRef="#br0" timeOffset="6">26433 1977 8912,'-27'-6'0,"2"1"0,0-1 0,-2 0 0,1 1 0,3 3 0,2 5 0,-2 9 0,3 11 0,-2 6 0,4 5 0,7 6 0,3-2 0,8 8 0,0 4 0,0 5 0,8-1 0,5 1 0,6-5 0,4-4 0,8-14 0,-4 0 0,1-7 0,1-9 0,-2-7 0,1-9 0,5-7 0,-4-5 0,-4-11 0,-1-6 0,-1-5 0,0-6 0,-6-4 0,-5-8 0,-8 7 0,1-1 0,-3 6 0,-2-6 0,-7 6 0,-5-6 0,-11 8 0,-5-2 0,-11 5 0,-1 6 0,-6 1 0,6 11 0,0-2 0,6 15 0,1 6 0,4 7 0,7 14 0,10 6 0,6 3 0,14 3 0,9-1 0,10 0 0,11-7 0,2-4 0,8-11 0,-4-5 0</inkml:trace>
  <inkml:trace contextRef="#ctx0" brushRef="#br0" timeOffset="7">26725 2046 8912,'12'-10'0,"-3"3"0,-1-1 0,-4-3 0,-3-5 0,-1 16 0,0 12 0,0 5 0,0 14 0,0 3 0,0 4 0,2 12 0,4 1 0,-2 1 0,6 7 0,-1-1 0,1-1 0,-7 0 0,3-5 0,-4-3 0,-2-3 0,0-4 0,0-7 0,0-3 0,0-3 0,-8-4 0,-9-23 0,-10-4 0</inkml:trace>
  <inkml:trace contextRef="#ctx0" brushRef="#br0" timeOffset="8">26708 2012 8912,'-8'-18'0,"-1"1"0,-1 0 0,4 7 0,12 5 0,13-3 0,16 0 0,7 1 0,2-1 0,5 2 0,-3 6 0,-4 0 0,-2 0 0,-5 2 0,-6 4 0,-5 4 0,-8 9 0,-5 4 0,-5 5 0,-12 5 0,-5 1 0,-12 2 0,-6 5 0,-3-3 0,-3 6 0,3-2 0,3-4 0,-2-4 0,8-5 0,2-4 0,10-8 0,-4-7 0,5-3 0</inkml:trace>
  <inkml:trace contextRef="#ctx0" brushRef="#br0" timeOffset="9">27207 1633 8912,'-12'-17'0,"1"0"0,5 7 0,-5 5 0,7-5 0,-4 8 0,8 4 0,0 15 0,0 12 0,0 9 0,0 8 0,2 9 0,4 3 0,-2 5 0,7-6 0,-5 6 0,5-6 0,1 1 0,5-7 0,-2-1 0,-3-4 0,3-6 0,-3-11 0,-3-5 0,3-6 0,-7-9 0,7-3 0,-6-4 0,5-2 0,-5-10 0,5-7 0,1-8 0,-3-1 0,5-13 0,-9 5 0,7-4 0,-6 3 0,-1 1 0,-5 0 0,6-1 0,0 3 0,-2 3 0,-2 6 0,-2 4 0,7 9 0,-5 5 0,4 10 0,2 13 0,-1 10 0,1 5 0,0 1 0,-1 1 0,-1-1 0,2 0 0,3 1 0,4-9 0,-3-3 0,9-4 0,2-1 0,0-9 0,-4-3 0,0-6 0,-2-6 0,12-11 0,-10-10 0</inkml:trace>
  <inkml:trace contextRef="#ctx0" brushRef="#br0" timeOffset="10">27534 1479 8912,'-25'11'0,"-2"-1"0,0-1 0,5 1 0,4 3 0,7 10 0,-3-2 0,9 8 0,1-1 0,2-1 0,10-2 0,3-8 0,6-2 0,6-3 0,-2-4 0,8-8 0,-8 0 0,0-2 0,-6-4 0,-3-6 0,-8-5 0,1-6 0,-3 4 0,-2-4 0,-5 4 0,-1 2 0,-13 0 0,1 0 0,-4 1 0,-1 5 0,2 3 0,-6 8 0,2 2 0,4 4 0,0 9 0,-2 8 0,4 8 0,-4-3 0,4 12 0,2 4 0</inkml:trace>
  <inkml:trace contextRef="#ctx0" brushRef="#br0" timeOffset="11">27069 2321 8912,'-17'0'0,"0"-2"0,0-4 0,-1-5 0,9-4 0,3-3 0,14-6 0,9-5 0,10-3 0,13-5 0,6-1 0,3-2 0,3 0 0,0 5 0,-3 9 0,-3 3 0,-4 4 0,-7 1 0,-1 1 0,1 0 0</inkml:trace>
  <inkml:trace contextRef="#ctx0" brushRef="#br0" timeOffset="12">27930 1891 8912,'-12'0'0,"1"0"0,7 8 0,-9 1 0,7 9 0,0-1 0,6 2 0,0 2 0,0 2 0,0 7 0,0-1 0,0 4 0,0 1 0,0-5 0,0-1 0,0-7 0,0 2 0,0-4 0,0-2 0,8-7 0,-4-16 0,5-13 0,1-6 0,-1-5 0,1-3 0,1-1 0,5 0 0,-5-1 0,-1 1 0,1-1 0,-1 3 0,1 3 0,4-1 0,-5 7 0,1 2 0,1 2 0,-6 9 0,5 4 0,-5 4 0,5 2 0,-7 10 0,2 7 0,1 2 0,-1 10 0,0 0 0,-4 3 0,2-1 0,1-3 0,1-7 0,-6 2 0,0 2 0,0-2 0,0 0 0,0-6 0,0-7 0,8-3 0,-1-16 0,7-6 0,-5-7 0,-1 1 0,4-3 0,-7 1 0,7-2 0,-7 2 0,7 4 0,-6-4 0,1 6 0,-1 5 0,-4-3 0,6 13 0,-6-6 0,1 10 0,3 4 0,6 4 0,-7 7 0,3-2 0,-2-3 0,-2 1 0,7-7 0,0 7 0,7-5 0,-1 3 0,0-3 0,0-8 0,1 0 0,-1 0 0,-6-8 0,1-3 0,-1 1 0,6-1 0,-5-1 0,-1-5 0,-7 0 0,2 0 0,2-1 0,-3 1 0,1 0 0,-6 0 0,0 5 0,0 1 0,0-1 0,0 3 0,0 9 0,0 9 0,0 9 0,6-1 0,-1 0 0,1-5 0,-6-1 0,2 2 0,4 3 0,-4 1 0,11 0 0,-7 0 0,2 0 0,-3 1 0,-3-7 0,4 1 0,3-1 0,1 6 0,7 0 0,0-7 0,1-2 0,-1-8 0</inkml:trace>
  <inkml:trace contextRef="#ctx0" brushRef="#br0" timeOffset="13">28463 1496 8912,'-25'0'0,"6"0"0,-4 0 0,4 0 0,2 0 0,0 0 0,9-6 0,8 0 0,8 1 0,11 7 0,6 1 0,9 3 0,2 6 0,10-7 0,-7 1 0,10 2 0,-5 1 0</inkml:trace>
  <inkml:trace contextRef="#ctx0" brushRef="#br0" timeOffset="14">28876 1668 8912,'0'-12'0,"2"3"0,4-1 0,5 1 0,-1 3 0,1-6 0,7 9 0,4-5 0,-1 2 0,-1 1 0,-3-1 0,0 6 0,-5 2 0,-1 3 0,-1 5 0,1 7 0,-5 0 0,-4 6 0,-2 0 0,0 0 0,0-6 0,-8 6 0,-3 0 0,1 2 0,-1-2 0,-1-4 0,-5 4 0,0-2 0,-1 2 0,7-4 0,1 4 0,3-4 0,3-2 0,2 0 0,2 1 0,0-1 0,0 0 0,0 0 0,0 0 0,8-1 0,3-5 0,-1 4 0,1-3 0,-1 3 0,3 2 0,-3 1 0,-3-1 0,1 0 0,-2 0 0,-4 0 0,5 0 0,-7 1 0,0-1 0,-7-2 0,-5-3 0,-3-5 0,-2-7 0,-1 0 0,1 0 0,6-7 0,-1-5 0,3-3 0,-3-2 0,5-1 0,7 1 0,0-6 0,0 0 0,1-7 0,5 1 0,4 4 0,7 2 0,2 2 0,4-1 0,-2 2 0,8-2 0,-6 2 0,5 3 0,1 6 0,5-1 0,1 7 0,-1-7 0,-1 8 0,-4-1 0,3 3 0,-5 2 0,0 0 0,5-8 0,-5-2 0</inkml:trace>
  <inkml:trace contextRef="#ctx0" brushRef="#br0" timeOffset="15">29565 1685 8912,'-18'-10'0,"7"-3"0,-1 7 0,-5 1 0,-6 5 0,2 1 0,2 5 0,2 4 0,0 7 0,-6 2 0,0 4 0,6-2 0,5 8 0,6-8 0,-5 2 0,7 1 0,-2-1 0,4-2 0,2-2 0,0-7 0,0-1 0,2-7 0,4 2 0,-2-4 0,7-2 0,1 0 0,5 0 0,0-8 0,0-3 0,1-5 0,-1-1 0,0 0 0,0 0 0,0 0 0,1-1 0,-1 3 0,0 4 0,0-3 0,0 9 0,1-1 0,-1 6 0,0 0 0,0 0 0,1 0 0,-3 8 0,-4 3 0,5 4 0,-5 2 0,4 1 0,3-1 0,-1 0 0,-8-7 0,7-3 0,-7-7 0,8 0 0</inkml:trace>
  <inkml:trace contextRef="#ctx0" brushRef="#br0" timeOffset="16">29909 1169 8912,'-10'-27'0,"-5"3"0,3 6 0,3 9 0,-3 3 0,-1 4 0,5 14 0,3 11 0,-3 5 0,2 18 0,0 6 0,6 5 0,0 6 0,0-6 0,2-1 0,4-3 0,-2-1 0,7-1 0,3-7 0,9-4 0,-10-5 0,4-7 0,0-3 0,1-8 0,3-7 0,-10-4 0,5-6 0,1-6 0,0-4 0,0-7 0,-5-8 0,-1-3 0,1 1 0,5-2 0,0 1 0,0 1 0,-5 2 0,-1 8 0,1 0 0,5 7 0,-6 3 0,1 7 0,-8 9 0,1 8 0,3 2 0,-2 10 0,-1 0 0,-5 5 0,0-1 0,0-3 0,2-3 0,4-2 0,-4-2 0,4-6 0,3 0 0,-7-7 0,13-3 0,-5-7 0</inkml:trace>
  <inkml:trace contextRef="#ctx0" brushRef="#br0" timeOffset="17">30304 1238 8912,'0'-17'0,"-5"5"0,-1 1 0,-2 5 0,3-3 0,-7 1 0,3 2 0,-3 6 0,8 8 0,-1 3 0,3-1 0,2 1 0,0-5 0,0 5 0,0-7 0,0 12 0,0-15 0,0 7 0,0-8 0,0 0 0,-8 8 0,-2 1 0</inkml:trace>
  <inkml:trace contextRef="#ctx0" brushRef="#br0" timeOffset="18">29599 1857 8912,'-27'0'0,"-3"0"0,7 0 0,2-8 0,9-3 0,6-5 0,8-3 0,10-4 0,16 2 0,24-7 0,17-1 0,17-5 0,0 7 0,6 4 0,-6 2 0,-8 0 0,-9-2 0,-8 0 0,-9 6 0</inkml:trace>
  <inkml:trace contextRef="#ctx0" brushRef="#br0" timeOffset="19">30804 1513 8912,'-35'10'0,"-5"3"0,0-7 0,-8 1 0,2-1 0,-4 5 0,-1 5 0,9 1 0,7 0 0,9 6 0,8 0 0,9 6 0,3-6 0,6 0 0,6-6 0,7 0 0,8 0 0,0 0 0,8 0 0,-6-7 0,6-4 0,-3-4 0,3-2 0,3-6 0,-3 0 0,-2-9 0,2-2 0,-8 0 0,2-6 0,-6-2 0,-6 2 0,-3 0 0,0-2 0,-7 4 0,5-8 0,-6 7 0,-6-7 0,-3 8 0,-8-2 0,-6 11 0,0 7 0,-8-3 0,3 2 0,-3 3 0,2 1 0,4 9 0,8 5 0,2-3 0,3 3 0,5-1 0,16 4 0,9-3 0,6-4 0,11-8 0,-1 0 0,1 0 0,7 0 0,2-2 0,0-2 0,-4-2 0,2-7 0,-2 1 0,0 5 0,-5 1 0,-9-2 0,-3 3 0,-4-1 0,-3 13 0,-5 5 0,-3 3 0,-8 2 0,0 1 0,0-1 0,0 0 0,0 0 0,-8 0 0,6 1 0,-7-9 0,3-3 0,4-4 0,-4-4 0,10-4 0,2-5 0,7-7 0,1-4 0,5-9 0,4-7 0,7 1 0,-1-3 0,0 4 0,5 2 0,-9 1 0,9 5 0,-3 8 0,3 9 0,-5 9 0,0 2 0,-8 17 0,2 18 0,-4 10 0,-2 11 0,-5 5 0,-1 8 0,0-2 0,7-4 0,1-4 0,4-8 0,11-1 0,12-4 0,4-12 0,1-9 0</inkml:trace>
  <inkml:trace contextRef="#ctx0" brushRef="#br1" timeOffset="20">2461 6516 8912,'0'17'0,"0"-7"0,0-2 0,-6-16 0,0-4 0,3-1 0,8 2 0,5-3 0,7 9 0,-5-1 0,-1 6 0,2 0 0,3 0 0,1 0 0,0 0 0,6 0 0,0 0 0,8 0 0,-3 0 0,5 0 0,1 0 0,1 0 0,-1 0 0,2-6 0,4 0 0,-3 1 0,3 5 0,2-2 0,-2-4 0,8 2 0,-4-5 0,2 1 0,0 4 0,5-3 0,7 1 0,1 0 0,-2 6 0,-1-6 0,7 1 0,-6-1 0,6 6 0,-7 0 0,3 0 0,0 0 0,4 0 0,4 2 0,2 3 0,0-3 0,0 4 0,-2-4 0,-4-2 0,-2 6 0,-4 0 0,-9-1 0,4-5 0,-10 0 0,4 2 0,0 2 0,-2 2 0,5 5 0,-3-5 0,2 2 0,0-3 0,-2 5 0,2-1 0,-4 5 0,2-9 0,-8 7 0,2-6 0,-6 5 0,-5-5 0,4 0 0,-14-6 0,4 0 0,-10 5 0,-2 1 0,-7 0 0,4-6 0,-10 0 0,-4 0 0,4 0 0,-5 0 0,5 0 0,-4 0 0,2-6 0,-7 0 0,5-1 0,-5 1 0,-1-11 0,-5-10 0</inkml:trace>
  <inkml:trace contextRef="#ctx0" brushRef="#br1" timeOffset="21">5214 6121 8912,'0'9'0,"-7"-1"0,3-8 0,-8 0 0,8 0 0,-3 2 0,9 4 0,3 5 0,-1 4 0,8 3 0,5 6 0,6 5 0,0 5 0,2 7 0,-6 1 0,4 3 0,0 5 0,-6-4 0,-4 4 0,-13 1 0,-7 1 0,-5-1 0,-16 7 0,-7-1 0,-11 0 0,0-5 0,-3-1 0,-3 1 0,-7-8 0,-2-2 0</inkml:trace>
  <inkml:trace contextRef="#ctx0" brushRef="#br1" timeOffset="22">1239 5347 8912,'10'-8'0,"-5"-3"0,-3-4 0,-2-3 0,0 1 0,-7 0 0,-3 0 0,-7 7 0,0 5 0,-3 3 0,-2 2 0,1 7 0,-8 7 0,-2 7 0,-1 7 0,-3 11 0,1 1 0,1 7 0,5-1 0,3 2 0,10-2 0,3-4 0,6 0 0,12-6 0,6 4 0,5-11 0,6-6 0,3-6 0,9-5 0,1 1 0,4-7 0,-1-1 0,7-5 0,-6 0 0,6 0 0,-1 0 0,-1 0 0,-9-5 0,-12-1 0,-10 0 0,-1 6 0,-9 4 0,3 8 0,-19-1 0,-10 12 0,-8 4 0,-3 1 0,-6 5 0,0 1 0,-1 1 0,7-1 0,-6-5 0,2-3 0,3-3 0,5-7 0,9 1 0,-4-17 0,7 0 0,9-10 0,3-13 0,4-3 0,2-9 0</inkml:trace>
  <inkml:trace contextRef="#ctx0" brushRef="#br1" timeOffset="23">1480 5708 8912,'0'17'0,"0"1"0,0-1 0,0 0 0,0-8 0,0-1 0,2-21 0,4-4 0,5-3 0,4-4 0,3 1 0,-3-6 0,-4 6 0,3-2 0,-9 2 0,7 4 0,-6-4 0,-1 4 0,-5 2 0,0 0 0,0 0 0,-7 7 0,-5 4 0,-3 8 0,-2 10 0,5 1 0,1 16 0,-3 3 0,-1 6 0,6 1 0,3 6 0,4-4 0,2 4 0,0-4 0,0 4 0,10-8 0,7-3 0,2-1 0,10-12 0,1-6 0,3-8 0,3-7 0,4-5 0,-2-12 0,8-12 0,-6-5 0,6-7 0,-7 3 0,-1-8 0,-8-1 0,-7-3 0,-5 4 0,-7 0 0,2 6 0,-7-6 0,-2 0 0,-10-5 0,2-1 0,-7 1 0,-1 1 0,-5 4 0,6 0 0,1 12 0,3 7 0,3 6 0,2 12 0,2 9 0,0 11 0,0 14 0,0 9 0,0 10 0,0 14 0,2 3 0,3 7 0,-3-5 0,6 1 0,-2-1 0,-1-2 0,9 2 0,-3-12 0,-1 3 0,1-14 0,1-8 0,5-9 0,0 0 0,0-6 0,1-3 0,-1-14 0,-6 0 0,1-2 0,-1-4 0,-1-5 0,3-12 0,-7-6 0,0-3 0,-6-3 0,0 1 0</inkml:trace>
  <inkml:trace contextRef="#ctx0" brushRef="#br1" timeOffset="24">1996 5485 8912,'-19'26'0,"-2"-3"0,-2-4 0,2-1 0,8-1 0,1 0 0,8 0 0,-1-7 0,12-5 0,11-3 0,14-5 0,14-9 0,4-1 0,1-16 0,1 2 0,0-1 0,-7-3 0,1 8 0,0-7 0,6 3 0</inkml:trace>
  <inkml:trace contextRef="#ctx0" brushRef="#br1" timeOffset="25">3115 5192 8912,'-12'6'0,"1"0"0,-3-2 0,-1-2 0,-2-2 0,0 0 0,0 1 0,-1 5 0,1 6 0,2 5 0,1 6 0,5 7 0,1 9 0,2 3 0,6 5 0,2-3 0,4-2 0,6-2 0,9-7 0,3-4 0,3-7 0,-6-10 0,2-6 0,2-4 0,-2-4 0,0-4 0,2-6 0,-8-10 0,0-7 0,-1-4 0,-11-3 0,-1-2 0,-2-2 0,-4-2 0,-4 2 0,-3 3 0,-8-3 0,-3 4 0,-2 2 0,1 7 0,-8 4 0,8 6 0,-2 5 0,-4-3 0,10 15 0,0 0 0,1 8 0,11 9 0,1 0 0,10 0 0,3 0 0</inkml:trace>
  <inkml:trace contextRef="#ctx0" brushRef="#br1" timeOffset="26">3751 4883 8912,'0'-23'0,"-1"0"0,-5 0 0,-6-2 0,-3 8 0,-2 0 0,-2 2 0,-2 9 0,-2 2 0,2 2 0,2 2 0,3 13 0,5 5 0,3 10 0,8 3 0,2 7 0,4 8 0,1 4 0,5 1 0,3-5 0,-3 0 0,3-2 0,2 2 0,-1 3 0,-5-3 0,4-2 0,-3 2 0,-3-8 0,1 2 0,-2-5 0,-5-7 0,-1-3 0,-2-8 0,0 1 0</inkml:trace>
  <inkml:trace contextRef="#ctx0" brushRef="#br1" timeOffset="27">3459 5313 8912,'-25'-8'0,"8"-2"0,0-7 0,-1 6 0,7-1 0,7 3 0,10-3 0,7-1 0,22 7 0,-3-7 0,14 1 0,0 3 0,6-3 0,-3 1 0,-1-4 0,-2 1 0,2 3 0,2-1 0,1-5 0,1-8 0,-1-1 0</inkml:trace>
  <inkml:trace contextRef="#ctx0" brushRef="#br1" timeOffset="28">4199 4969 8912,'-10'-8'0,"-5"4"0,4-7 0,1 7 0,-1-2 0,7 12 0,-2 6 0,4 5 0,2 6 0,6 3 0,0 9 0,7-7 0,-2 1 0,-1 2 0,1 7 0,3 2 0,1-2 0,2-2 0,1-1 0,-7-5 0,0 5 0,-1-12 0,2 5 0,-5 1 0,1-10 0,1 6 0</inkml:trace>
  <inkml:trace contextRef="#ctx0" brushRef="#br1" timeOffset="29">4147 5038 8912,'0'-18'0,"0"7"0,0-1 0,0 1 0,0-6 0,0 0 0,8 7 0,3 4 0,5-1 0,1 1 0,6 0 0,0 6 0,5 0 0,-5 0 0,2 2 0,-4 2 0,0 4 0,-5 1 0,1 3 0,-6 5 0,-3 0 0,-2 0 0,-4 0 0,-2 1 0,-2 1 0,-4 4 0,-4-2 0,-7 7 0,0-7 0,0 4 0,0-2 0,-1 0 0,1 0 0,0-6 0,0-7 0,0-3 0,-1-7 0</inkml:trace>
  <inkml:trace contextRef="#ctx0" brushRef="#br1" timeOffset="30">4543 4969 8912,'-2'9'0,"-4"-3"0,5 4 0,-15-1 0,14 8 0,-5 1 0,1-1 0,0 0 0,0 6 0,6 0 0,0 0 0,2-6 0,2 0 0,2 0 0,5 1 0,-5-1 0,8-2 0,-3-4 0,-1 3 0,1-8 0,1-1 0,5-5 0,-6-5 0,1-1 0,-3-8 0,3 3 0,-5-4 0,1-2 0,-6-1 0,4 1 0,-4 0 0,-2 0 0,-8 0 0,-2-1 0,-7 3 0,2 2 0,3 1 0,-3 7 0,4-7 0,-5 8 0,-1-5 0,0 3 0,5 4 0,1-4 0,-1-3 0,-5-1 0</inkml:trace>
  <inkml:trace contextRef="#ctx0" brushRef="#br1" timeOffset="31">4939 4986 8912,'-8'17'0,"-3"0"0,3-7 0,-7-2 0,13-8 0,-6 7 0,8 3 0,0 7 0,0 0 0,0 0 0,2-1 0,4-5 0,-4-1 0,4-5 0,3-3 0,-7 6 0,13-8 0,-5 0 0</inkml:trace>
  <inkml:trace contextRef="#ctx0" brushRef="#br1" timeOffset="32">4836 4848 8912,'-18'0'0,"7"-7"0,-1-5 0,3 3 0,-3-3 0,3 7 0,3-7 0,4 1 0,-5 1 0,9 3 0,3 7 0,11 0 0,6 0 0,9 0 0,-2 0 0,3 0 0,3 0 0,7 0 0,2 0 0</inkml:trace>
  <inkml:trace contextRef="#ctx0" brushRef="#br1" timeOffset="33">5214 5003 8912,'-2'15'0,"-2"-1"0,-1-3 0,-1-7 0,-2 4 0,5-6 0,-9 3 0,8-3 0,-3 14 0,1-13 0,0 9 0,0-6 0,6 5 0,-2-7 0,-3 2 0,3 3 0,-6-9 0,8 0 0,0-2 0,0-9 0,0-3 0,0-8 0,0 1 0,2-6 0,2 0 0,2 0 0,7 4 0,-1-5 0,-3 7 0,3-2 0,-1 9 0,6 3 0,-5 1 0,-1-1 0,1 3 0,5 8 0,0 0 0,-5 8 0,-1 3 0,-5 5 0,5 1 0,-5 0 0,5 0 0,-1 0 0,1 1 0,5-1 0,-7 0 0,9 0 0</inkml:trace>
  <inkml:trace contextRef="#ctx0" brushRef="#br1" timeOffset="34">5593 4453 8912,'-17'-17'0,"5"7"0,1 5 0,7 5 0,-2 5 0,4 7 0,2 13 0,0 7 0,0 6 0,0 10 0,0-2 0,2 4 0,4 1 0,1-1 0,7-2 0,-3-3 0,3 3 0,1-12 0,2-1 0,-5-12 0,-1 0 0,-1-4 0,3-4 0,-1-3 0,-1-11 0,6-6 0,0-14 0,1 1 0,-7-10 0,1-1 0,-1-3 0,6-3 0,1-1 0,-1-4 0,-6 5 0,1 1 0,-8 2 0,1 9 0,3 0 0,-2 6 0,-1-1 0,-5 13 0,0 8 0,0 13 0,6 12 0,0 1 0,0 5 0,-6 7 0,5-5 0,1 4 0,2-6 0,-3-5 0,-3 3 0,4-5 0,-4 0 0,-2-4 0,0-4 0,0-2 0,-8-7 0,-3-5 0,-4-3 0,-3-2 0,1 0 0,0 0 0,0-7 0,1-7 0,1-5 0,-2-4 0,11 0 0,-24-1 0,10-3 0</inkml:trace>
  <inkml:trace contextRef="#ctx0" brushRef="#br1" timeOffset="35">5472 4780 8912,'-26'0'0,"3"0"0,4 0 0,1 0 0,1 0 0,8 7 0,5-5 0,15 4 0,18-6 0,24-6 0,14-7 0,12-8 0,-1-4 0,2-4 0,-7-1 0,2 7 0,-12 0 0,-6 6 0,-3-8 0,-3-2 0</inkml:trace>
  <inkml:trace contextRef="#ctx0" brushRef="#br1" timeOffset="36">1704 7978 8912,'-35'0'0,"1"5"0,-1 1 0,7 2 0,-1-3 0,0 7 0,3 3 0,-5 10 0,8 4 0,0 5 0,6 8 0,0 10 0,-1 9 0,1 8 0,0 5 0,8 4 0,3 8 0,4 0 0,4-2 0,5-3 0,11-7 0,1-3 0,9-2 0,1-16 0,6-9 0,-1-12 0,0-9 0,1-9 0,-1-5 0,1-3 0,-1-8 0,2-5 0,5-11 0,-3-7 0,8-3 0,-10-5 0,-2-1 0,-7-2 0,-10-4 0,1-4 0,-1-8 0</inkml:trace>
  <inkml:trace contextRef="#ctx0" brushRef="#br1" timeOffset="37">1979 8579 8912,'-15'18'0,"3"-1"0,-1 0 0,7 0 0,-5 8 0,5 4 0,0 9 0,6 2 0,2 0 0,4-6 0,3 1 0,9-1 0,5-7 0,-1-4 0,7-12 0,-4-5 0,0-4 0,0-2 0,-2-4 0,-6-7 0,-6-3 0,1-14 0,-8-7 0,1-5 0,-3 0 0,-4 6 0,-3-1 0,-7 1 0,-9 5 0,-2 1 0,-5 9 0,5 1 0,-8 3 0,2 9 0,3 1 0,-3 5 0,8 1 0,-2 5 0,11-2 0,7 7 0,3 1 0,2 5 0,15-7 0,4-3 0</inkml:trace>
  <inkml:trace contextRef="#ctx0" brushRef="#br1" timeOffset="38">2203 8579 8912,'0'-9'0,"0"1"0,0 8 0,0 0 0,0 8 0,0 1 0,0 10 0,2 2 0,3 2 0,-3 0 0,4-5 0,2 4 0,-3 3 0,1 2 0,2 4 0,-6-5 0,3 3 0,-1-8 0,2 2 0,-4-4 0,4-2 0,-4 0 0,-2-7 0,0-10 0,0-11 0,-2-14 0,-4-10 0,4-1 0,-6-10 0,3-2 0,-1-1 0,0-1 0,6 4 0,0 4 0,0 8 0,0 1 0,0 5 0,0 3 0,0 15 0,6 5 0,0 10 0,7 5 0,-2 9 0,5 2 0,1 2 0,6 6 0,0-7 0,2 3 0,-2-2 0,-4-4 0,4 4 0,-4-9 0,-2-3 0,0-1 0,0 1 0,1 2 0,-1-7 0,-8 0 0,-1-6 0,-8 0 0,0-8 0,0-3 0,0-4 0,0-3 0,0 7 0,0-1 0,-2 1 0,-4-6 0,5 0 0,-5-1 0,4 7 0,0-1 0,-4-1 0,4 4 0,-3-3 0,3 8 0,2-5 0,2 5 0,3-2 0,-1 0 0,8 6 0,-1 6 0,6 0 0,1 7 0,-1-3 0,0-1 0,0 5 0,0-9 0,-5 7 0,-1-6 0,1 7 0,3-9 0,-3 7 0,-3-7 0,-3 2 0,-4-4 0,5-4 0,-7-4 0,0-5 0,0-10 0,-2-2 0,-3 2 0,1-4 0,-8 2 0,7-6 0,-7 6 0,6 0 0,-3 6 0,1 0 0,4 0 0,1 5 0,-3 1 0,4 7 0,-6-5 0,8 3 0,0 4 0,0-6 0,0 8 0,0 0 0,2 6 0,4 0 0,-2 1 0,7-3 0,3 2 0,1-2 0,2-2 0,0-2 0,1 0 0</inkml:trace>
  <inkml:trace contextRef="#ctx0" brushRef="#br1" timeOffset="39">2977 8339 8912,'0'17'0,"0"-8"0,-2 5 0,-4-8 0,5-1 0,-7-5 0,8 0 0,0-2 0,2-3 0,4-7 0,5-3 0,0-2 0,7-1 0,-11-4 0,11-1 0,-5-6 0,2 4 0,-3 0 0,-7 0 0,-3 3 0,-2 4 0,0 1 0,0 0 0,-2 2 0,-3 3 0,-5 5 0,-7 7 0,0 1 0,0 5 0,-6 6 0,0 11 0,0 3 0,5 9 0,3 7 0,4 2 0,5 2 0,4-1 0,2-6 0,0 1 0,8-4 0,3-3 0,6-5 0,6-5 0,4-11 0,8-7 0,-1-3 0,0-2 0,1-13 0,-1-4 0,1-12 0,-1 0 0,-1-3 0,-5-3 0,-3-14 0,-8-5 0</inkml:trace>
  <inkml:trace contextRef="#ctx0" brushRef="#br1" timeOffset="40">3270 7892 8912,'-18'-8'0,"9"6"0,3-4 0,12 12 0,11-2 0,12 7 0,5 1 0,6 5 0,6 0 0,4 0 0,-4 1 0,0-1 0,0 0 0,-2 0 0,3-5 0,-6-1 0,-1-5 0,-8 3 0,-3-1 0,-4-10 0,-8-7 0</inkml:trace>
  <inkml:trace contextRef="#ctx0" brushRef="#br1" timeOffset="41">3700 7685 8912,'-12'0'0,"1"0"0,-1 10 0,-5 7 0,0 10 0,0 15 0,0 9 0,-1 16 0,1 14 0,0 10 0,9-42 0,1 0 0,0 0 0,2 1 0,2-1 0,0-1 0,2 40-225,1-7 1,1-9 224,5 3 0,-2-12 0,8-8 0,1-7 0,2-6 0,2-8 0</inkml:trace>
  <inkml:trace contextRef="#ctx0" brushRef="#br1" timeOffset="42">860 14889 8912,'10'-7'0,"-4"-5"0,-4-3 0,-4 3 0,-4 1 0,-4-1 0,-5-1 0,4 7 0,5 16 0,12 19 0,-3 5 0,9 6 0,-6 6 0,5 11 0,3 4 0,1 1 0,-4 2 0,1-6 0,-3 5 0,3-6 0,3-1 0,-3-11 0,-5-5 0,-1-11 0,-4-4 0,0-10 0,4-3 0,-5-7 0,5-10 0,-4-7 0,-2-11 0,-6-3 0,1-9 0,-9-7 0,3-4 0,-3-3 0,3-3 0,-4 6 0,3 2 0,-3 2 0,-2 4 0,5 2 0,1 1 0,7 14 0,-2 4 0,4 11 0,4 1 0,4 10 0,11 7 0,12 11 0,1 4 0,1 7 0,0 0 0,5 1 0,-2-3 0,6-3 0,-9-2 0,-2-4 0,-3-10 0,3 4 0,-4-11 0,-8 0 0,-5-5 0,-1-1 0,-7-1 0,4-7 0,-3-9 0,1-10 0,0-13 0,-6-6 0,-2-4 0,-4-1 0,2 1 0,-7 4 0,-1-2 0,-5 8 0,0 0 0,2 8 0,1 5 0,3 10 0,7 7 0,-4 20 0,8 7 0,2 2 0,4 10 0,4-1 0,7 7 0,0-1 0</inkml:trace>
  <inkml:trace contextRef="#ctx0" brushRef="#br1" timeOffset="43">1532 15010 8912,'-12'9'0,"1"-3"0,5 3 0,-6 3 0,7 9 0,-7 2 0,8 7 0,-1-1 0,3 9 0,4 2 0,1-1 0,3-3 0,10-2 0,1 1 0,0-3 0,6-3 0,-6-10 0,-4-10 0,-1-1 0,1-4 0,1-10 0,-3-5 0,3-14 0,-9-9 0,3-3 0,-2-9 0,-4 2 0,3-3 0,-5 3 0,-5 2 0,1 3 0,-8 11 0,7-3 0,-7 8 0,1 2 0,-7 10 0,7 3 0,-1 8 0,-1 2 0,-2 4 0,5-2 0,4 7 0,5 1 0,1 5 0,0 0 0</inkml:trace>
  <inkml:trace contextRef="#ctx0" brushRef="#br1" timeOffset="44">1807 14975 8912,'0'-11'0,"0"-1"0,0 7 0,0-7 0,0 8 0,0-11 0,0 15 0,0 0 0,0 4 0,2 11 0,2 4 0,1 0 0,3 2 0,-2 2 0,-4-2 0,3 8 0,3-8 0,-2 2 0,1-4 0,-3-2 0,2 0 0,0 1 0,-6-9 0,0-1 0,0-22 0,0-5 0,0-7 0,0-11 0,0 3 0,0-6 0,2 3 0,3 3 0,-3 5 0,4 1 0,4 9 0,1 1 0,4 3 0,3 9 0,-1 3 0,0 1 0,0 11 0,0 8 0,6 3 0,0 8 0,6-7 0,-6 2 0,2-4 0,-4-2 0,2 1 0,7-9 0,-3-1 0</inkml:trace>
  <inkml:trace contextRef="#ctx0" brushRef="#br1" timeOffset="45">2220 14477 8912,'9'-18'0,"-1"7"0,-8 0 0,0-3 0,2 1 0,2-1 0,2 3 0,-1-1 0,-5-5 0,0 8 0,0 9 0,0 11 0,-5 6 0,-1 8 0,2 8 0,2 5 0,2 10 0,0-2 0,0-4 0,2 0 0,2-2 0,2 0 0,5 0 0,-5-6 0,7-7 0,-1-4 0,3-4 0,2-2 0,0-7 0,1-4 0,-1-6 0,0-6 0,0-4 0,0-7 0,-1-2 0,-5-4 0,-1 4 0,-5-4 0,-3 4 0,4 2 0,-4 0 0,-2-1 0,0 1 0,0 8 0,0 3 0,0 12 0,0 5 0,0 6 0,2 6 0,4 4 0,5 0 0,4 3 0,3-7 0,-1 0 0,0-6 0,0-1 0,1-5 0,-1-3 0,0-8 0,0-2 0,-2-4 0,-3-5 0,-6-5 0,1-9 0,-1-3 0,0 1 0,-6-2 0,-8 8 0,-3-2 0,-10 4 0,-2 2 0,-8 0 0,2 0 0,5 5 0,1 3 0,3 1 0,3 4 0,0 2 0,0 2 0,7 0 0,3 0 0,7-7 0,0-3 0,0-7 0</inkml:trace>
  <inkml:trace contextRef="#ctx0" brushRef="#br1" timeOffset="46">2736 14511 8912,'-11'10'0,"-1"-5"0,8-3 0,-11-2 0,13 8 0,-5 1 0,8 9 0,5-1 0,-2 2 0,7 2 0,1 4 0,-2 1 0,3-5 0,-7 2 0,5 2 0,-5-2 0,5 0 0,-5-6 0,0-5 0,-4-3 0,3-1 0,-3-2 0,6-10 0,-8-8 0,0-1 0,0-16 0,0-5 0,0-6 0,0 0 0,0 5 0,0 1 0,0 2 0,0 3 0,0 6 0,0 4 0,0 2 0,0 9 0,2 8 0,2 11 0,1 10 0,9 0 0,-3 8 0,-1-6 0,1 6 0,3-8 0,9 2 0,-10-10 0,4-3 0,-1-3 0,-1-1 0,2-6 0</inkml:trace>
  <inkml:trace contextRef="#ctx0" brushRef="#br1" timeOffset="47">2994 14373 8912,'6'18'0,"0"-1"0,5 0 0,-5 0 0,0 0 0,-6 1 0,5-1 0,3 0 0,2 0 0,3 0 0,2 1 0,3-1 0,-1-6 0,0 1 0,0-8 0,0 1 0,1-3 0,-3-4 0,-4-3 0,3-7 0,-9-11 0,1 4 0,-6-4 0,0-2 0,0 2 0,-6-5 0,-1 3 0,-1 0 0,1 0 0,-1 2 0,2 6 0,4-2 0,-3-4 0,3 10 0,2-5 0,0 5 0,0-4 0,7 7 0,3 3 0,7 7 0,0 2 0,0 3 0,1 3 0,-1 5 0,-2-1 0,-3 1 0,1-3 0,-7 1 0,5-5 0,-5 5 0,2-5 0,-3 6 0,-3-9 0,8 5 0,-4-8 0,-5 0 0,15 0 0,-9-8 0,5-3 0,-3-4 0,-3-2 0,-4-1 0,4 1 0,-4 0 0,-2 0 0,0 0 0,-8 7 0,-3 4 0,1 4 0,-1 2 0,-1 2 0,-5 4 0,5 5 0,1 12 0,7-2 0,-2 6 0,4 0 0,2 0 0,0-1 0,0 3 0,2 2 0,4-8 0,4-1 0,9-6 0,2-3 0,2-1 0,5-9 0,-5 3 0,6-12 0,-6-5 0,6-6 0,-6-4 0,-2-4 0,-2-2 0,-10-2 0,7-5 0,-7 0 0</inkml:trace>
  <inkml:trace contextRef="#ctx0" brushRef="#br1" timeOffset="48">3597 14064 8912,'0'17'0,"0"0"0,0 1 0,0-1 0,0-6 0,0 1 0,5-7 0,1 7 0,7-6 0,-1 3 0,3-1 0,2-4 0,1 3 0,-1-1 0,0 0 0,0-6 0,6 0 0,0 0 0,0 0 0,-6 0 0,-5 0 0,-1 0 0,-5-8 0,4-3 0,-3-5 0,-1-8 0,-6-3 0</inkml:trace>
  <inkml:trace contextRef="#ctx0" brushRef="#br1" timeOffset="49">3820 13789 8912,'0'17'0,"0"0"0,0 0 0,-2 1 0,-1 1 0,-3 4 0,-8 3 0,3 9 0,1 7 0,-1 4 0,5 11 0,-5 6 0,7 4 0,-2 2 0,4-6 0,2 0 0,0 0 0,0-2 0,0-9 0,0-10 0</inkml:trace>
  <inkml:trace contextRef="#ctx0" brushRef="#br0" timeOffset="50">7383 12499 8912,'9'2'0,"-1"2"0,-1 2 0,-5 2 0,4-3 0,-4-1 0,-2 8 0,0-9 0,0 5 0,0-16 0,0-3 0,0-6 0,0-6 0,0-4 0,0-7 0,0-3 0,0-3 0,8-4 0,1-7 0,3-1 0,-1 1 0,1-1 0,5 0 0,-2 10 0,-3 8 0,3 2 0,-4 9 0,-3 0 0,0 15 0,-8 8 0,0 11 0,0 10 0,0 6 0,0 8 0,0 7 0,0 3 0,0 5 0,0 2 0,-6-1 0,0 3 0,2 1 0,2 3 0,2-1 0,0-6 0,0-5 0,0 0 0,0-8 0,0 1 0,0-9 0,0-7 0,0-4 0,2-9 0,4-7 0,6-6 0,-3-15 0,3-10 0,1-10 0,10-3 0,-4-8 0,4-3 0,-4 1 0,-2-7 0,0 5 0,1 3 0,-1 6 0,0 10 0,-5 1 0,-1 10 0,-7 6 0,2 6 0,-4 7 0,-2-2 0,-2 14 0,-4 9 0,2 2 0,-7 10 0,5 0 0,-6 7 0,1 4 0,1 6 0,-5 5 0,4 7 0,1-5 0,0 4 0,1-3 0,-1-2 0,7-3 0,-3-3 0,4-6 0,2-11 0,2-6 0,4-12 0,9-13 0,8-15 0,2-10 0,-4-15 0,3-9 0,3-10 0,2-6 0,5-2 0,-7 2 0,-4 4 0,-4 4 0,-2 7 0,1 1 0,-3 1 0,-4 6 0,-5 10 0,-2 7 0,2 10 0,-4 7 0,5 3 0,-12 14 0,-1 5 0,0 5 0,6 6 0,-6 4 0,1 7 0,-1 0 0,6 1 0,-2 5 0,-2 0 0,-2-2 0,3-2 0,1 1 0,2 3 0,0-6 0,0 3 0,0-7 0,0 1 0,0-6 0,0-3 0,5-2 0,1-3 0,0-8 0,-4-1 0,3-8 0,-1-4 0,6-7 0,-1-12 0,1-8 0,1-5 0,7-4 0,-1-4 0,0-8 0,-2 1 0,-1-1 0,-3 0 0,3 1 0,-1 1 0,-2 4 0,3 12 0,-8 11 0,-1-4 0,-5 16 0,0-1 0,0 24 0,-7 1 0,-3 16 0,-1 1 0,-1 3 0,3 1 0,-3 1 0,-3 5 0,3 0 0,5 6 0,-1-6 0,2-2 0,1-2 0,-1 3 0,6-5 0,0 2 0,0-13 0,0 0 0,2-13 0,4-6 0,5-8 0,4-8 0,2-11 0,1-5 0,-1-12 0,0 1 0,0-5 0,-1 2 0,-5 4 0,2 2 0,-7 1 0,0 9 0,-6 3 0,0-2 0,0 2 0,-6 0 0,-3 6 0,-5 2 0,-5 3 0,-2-1 0,4 7 0,-6-5 0,0 5 0,0 0 0,6 6 0,0 10 0,-2 7 0,-4 10 0,9 5 0,-3 4 0,2 5 0,-1 4 0,-1 13 0,6-3 0,-1 8 0,8-9 0,-1-3 0,3-9 0,2-5 0,2-7 0,3-7 0,-1-8 0,8-15 0,1-2 0,2-3 0,1-13 0,-5-10 0,3-7 0,-9-5 0,7-4 0,-6-7 0,1 1 0,-3 2 0,2 4 0,-2 2 0,-4 2 0,-6 6 0,2-4 0,-9 1 0,-5 5 0,-3-1 0,-7 3 0,5 1 0,-8 4 0,2 8 0,3 2 0,-3 3 0,6 7 0,-4 10 0,1 9 0,-1 7 0,6 7 0,-2 13 0,4 3 0,1 7 0,9-1 0,3-2 0,4-5 0,2 0 0,0-3 0,0-6 0,2-1 0,2-5 0,4-7 0,1-7 0,3 1 0,5-13 0,-8 3 0,-1-10 0,-2-7 0,0-3 0,1-2 0,-1 0 0,-4-2 0,4-4 0,-5 3 0,-1-2 0,0 2 0,-1 1 0,-5-2 0,-6-2 0,-3 0 0,-2 6 0,0 2 0,-1 4 0,-1-3 0,-2 8 0,-2 3 0,2 1 0,-4 4 0,3 3 0,-1 14 0,5 16 0,1 9 0,2 13 0,3 6 0,7 4 0,-3-6 0,2-4 0,1-3 0,5-2 0,7-16 0,5-9 0,3-12 0,4-9 0,4-12 0,-4-13 0,4-16 0,-2-7 0,0-9 0,2-3 0,-2-3 0,-2 3 0,-2-3 0,1 4 0,-3 3 0,-4 2 0,-5 2 0,-4 10 0,-2 2 0,-8 1 0,-3 10 0,-4 0 0,-3 6 0,1 8 0,0 3 0,6 4 0,-1 4 0,-1 4 0,3 11 0,-1 11 0,7 7 0,-2 5 0,4 4 0,2 7 0,0-5 0,0 0 0,0-8 0,0 3 0,2-5 0,4-2 0,-2-7 0,7-4 0,-5-6 0,5-5 0,1-5 0,5-7 0,-2-2 0,-1-3 0,-3-7 0,1-9 0,5-2 0,-6-13 0,1 1 0,-1-3 0,5 2 0,-3-2 0,-2-2 0,-7-1 0,2 7 0,-4 5 0,-2 1 0,0-1 0,0 2 0,-8 8 0,-3 8 0,-5 7 0,-1-2 0,0 4 0,2 4 0,1 4 0,3 5 0,1 14 0,-1 10 0,-3 1 0,9 10 0,-1 0 0,6 5 0,0-1 0,0-4 0,0 2 0,0-8 0,8-8 0,3-9 0,12-11 0,6-9 0,5-10 0,6-16 0,4-12 0,8-24 0,0-2 0</inkml:trace>
  <inkml:trace contextRef="#ctx0" brushRef="#br0" timeOffset="51">7864 12087 8912,'-9'-2'0,"3"-4"0,4-5 0,2-7 0,0-4 0,2 1 0,4-8 0,5-4 0,6-5 0,6-10 0,6-7 0,4 0 0,1-6 0,2 1 0,5 5 0,-11 3 0,5 8 0,-5 10 0,-3 9 0,-2 14 0,-8 5 0,-6 4 0,1 2 0,1 0 0,3 0 0,-7 0 0,-1-8 0,-8-1 0</inkml:trace>
  <inkml:trace contextRef="#ctx0" brushRef="#br0" timeOffset="52">8260 11210 8912,'15'-8'0,"-3"-3"0,-6-4 0,-4 5 0,5-5 0,-3 13 0,8-4 0,1 4 0,2 2 0,8 0 0,0 0 0,8 0 0,-3 0 0,5 0 0,1 2 0,1 4 0,-1 5 0,-7 5 0,-4 1 0,-6 6 0,-5 0 0,1 5 0,-7-5 0,-1 6 0,-5-4 0,0-1 0,0 1 0,0-2 0,0-6 0,0-5 0,0-1 0,0-7 0,-7-4 0,-3-9 0</inkml:trace>
  <inkml:trace contextRef="#ctx0" brushRef="#br0" timeOffset="53">8828 10952 8912,'0'11'0,"0"1"0,0-8 0,0 3 0,0 1 0,0 2 0,0 7 0,0 0 0,0 0 0,2-5 0,4-1 0,-2 6 0,7 6 0,-7 0 0,2-6 0,1 1 0,-1-1 0,0 6 0,-6 0 0,2-2 0,3-2 0,-3-2 0,6 0 0,-8-7 0,0-12 0,0-15 0,0-8 0,0-12 0,0-3 0,0-6 0,6-3 0,-1-3 0,7 3 0,-6 3 0,5 4 0,-5 7 0,7 1 0,-1-1 0,9 9 0,2 3 0,-2 6 0,-2 5 0,-2 3 0,0 3 0,-5 4 0,-1-4 0,-7 6 0,2 6 0,-4-2 0,-2 7 0,0-5 0,0 5 0,0 1 0,2 5 0,1 0 0,3 0 0,6 1 0,-7-1 0,7 0 0,-7 0 0,9-1 0,-3-5 0,-1 4 0,1-3 0,-1-3 0,1 3 0,5-8 0,-5 1 0,4-3 0,3-2 0,-1 0 0,0-7 0,0-5 0,1-3 0,-1-2 0,-2-1 0,-4 1 0,3 6 0,-6 1 0,-1 1 0,1-1 0,-2 6 0,-6-3 0,0 7 0,0 2 0,0 3 0,0-1 0,0 8 0,-2-7 0,-4 7 0,4-8 0,-6 3 0,6-7 0,-3 0 0,1 0 0,-8 0 0,9-2 0,-5-1 0,0-3 0,4-6 0,-7 7 0,7-1 0,-3-2 0,1 4 0,0-7 0,0 7 0,6-4 0</inkml:trace>
  <inkml:trace contextRef="#ctx0" brushRef="#br0" timeOffset="54">9654 10574 8912,'6'-23'0,"0"0"0,-3 2 0,-1 2 0,-2 2 0,0-1 0,0 1 0,-2 2 0,-3 3 0,3-3 0,-6 15 0,8 0 0,2 12 0,4 9 0,-2 5 0,7 9 0,0 5 0,5 2 0,-3 0 0,-1 0 0,-1 0 0,6-2 0,1-5 0,-1-1 0,-6-2 0,1-9 0,-1 6 0,4-6 0,-1-4 0,-3-6 0,1-5 0,5-8 0,-7-2 0,-5-4 0,-3-3 0,-2-16 0,0-2 0</inkml:trace>
  <inkml:trace contextRef="#ctx0" brushRef="#br0" timeOffset="55">9740 10814 8912,'0'18'0,"-6"-7"0,1 1 0,-1-9 0,0 3 0,0-12 0,3-3 0,8-8 0,7-2 0,11-4 0,0-4 0,9-7 0,6-1 0,5 1 0,-3-1 0,6 1 0,-2 5 0,1 1 0,-3 7 0,1-12 0,1 6 0</inkml:trace>
  <inkml:trace contextRef="#ctx0" brushRef="#br0" timeOffset="56">10342 10350 8912,'8'10'0,"-6"5"0,6-13 0,-8 8 0,0-5 0,0-1 0,0 8 0,2-3 0,3 3 0,-3 3 0,4-4 0,-2 5 0,1 1 0,7 0 0,3 0 0,2-2 0,1-3 0,-1-4 0,0-8 0,0 0 0,0 0 0,1-2 0,-1-4 0,0-6 0,0-3 0,-1-8 0,-5 0 0,2 0 0,-7 6 0,6 6 0,-7-1 0,3 3 0,-4-5 0,2 3 0,-1 7 0,-5-4 0,0 8 0,8 0 0,-6 0 0,13 0 0,-11 0 0,8 0 0,-7 0 0,7 0 0,-8 0 0,5-5 0,-3-1 0,-4-7 0,4 1 0,-3 3 0,3-3 0,-2 6 0,5-5 0,1-1 0,0 3 0,1-6 0,6 7 0,0-3 0,-5 3 0,-1 8 0,1 0 0,5 0 0,-7 8 0,-3 1 0,-1 3 0,0-1 0,0 0 0,-6 7 0,0-9 0,-8 7 0,-2-7 0</inkml:trace>
  <inkml:trace contextRef="#ctx0" brushRef="#br0" timeOffset="57">10549 10127 8912,'-17'0'0,"5"0"0,1 0 0,-1 0 0,-5-2 0,2-4 0,3-5 0,5 1 0,7-1 0,0 5 0,0-6 0,7 7 0,5-7 0,3 8 0,2-1 0,0-5 0,1 1 0</inkml:trace>
  <inkml:trace contextRef="#ctx0" brushRef="#br0" timeOffset="58">10807 10711 8912,'-25'-2'0,"-2"-1"0,-1-3 0,-1 2 0,8 2 0,-2 2 0,4 0 0,2 0 0,0 2 0,-1 4 0,1 1 0,0 5 0,5 3 0,3-3 0,1 3 0,4 2 0,2 0 0,2 0 0,0 1 0,0-1 0,0-6 0,0 1 0,8-6 0,4 5 0,-3-7 0,3 2 0,3-3 0,6 3 0,-2-4 0,4 4 0,-4 1 0,-2-1 0,6 6 0,0-7 0,0 3 0,-6-2 0,3-3 0,-1 9 0,0-1 0,-4-1 0,-2 5 0,5-3 0,-9-3 0,-3 3 0,-4-1 0,-2 6 0,0 1 0,-2-1 0,-4 0 0,-5 0 0,-10 0 0,-2 1 0,-2-7 0,2 0 0,4-7 0,-4 2 0,4-4 0,3-10 0,5-3 0,3-12 0,8-6 0,2-3 0,4-3 0,11-7 0,10-2 0</inkml:trace>
  <inkml:trace contextRef="#ctx0" brushRef="#br0" timeOffset="59">11014 10797 8912,'9'2'0,"-3"4"0,-4-4 0,-2 5 0,0-7 0,0 0 0,5-1 0,1-5 0,6 2 0,-7-7 0,7-1 0,-6-5 0,5 0 0,-5 0 0,5-3 0,-5-3 0,0 10 0,-6-4 0,0 4 0,0-5 0,0 1 0,0 8 0,-8 1 0,-3 8 0,-3 8 0,3 3 0,-4 6 0,3 6 0,2 2 0,-1 4 0,7 3 0,-2-3 0,5 3 0,1 3 0,0-7 0,1 1 0,5-2 0,6-6 0,3 0 0,2-16 0,8 1 0,4-6 0,1-2 0,-1-3 0,3-11 0,-3-7 0,4-13 0,1 0 0,-1-4 0,-5-2 0,-3-4 0,-8 6 0,-5-2 0,-1 2 0,-7-2 0,2-4 0,-4-2 0,-2 8 0,-6 0 0,0 5 0,-7 3 0,1 3 0,3 4 0,-3 8 0,7 8 0,-7 3 0,8 19 0,-1 10 0,3 8 0,2 3 0,0 8 0,0 4 0,0 4 0,2 1 0,1-1 0,3-4 0,6 1 0,-7-6 0,9 3 0,-3-10 0,5 2 0,1-13 0,0 0 0,0-6 0,2-7 0,2-4 0,2-6 0,-2-6 0,2-6 0,-6-11 0,5 4 0,-13-21 0,8 4 0</inkml:trace>
  <inkml:trace contextRef="#ctx0" brushRef="#br0" timeOffset="60">11409 10574 8912,'-17'27'0,"-2"-5"0,0-2 0,2-3 0,3-6 0,14 1 0,0-9 0,10 3 0,7-12 0,12-7 0,9-8 0,8-6 0,11-7 0,-3-2 0,3-4 0,-3-4 0,-3-8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6.73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5834 5261 8912,'0'-17'0,"-2"2"0,-4 3 0,4-3 0,-4 3 0,3 5 0,-1 3 0,-2 8 0,2 7 0,2 6 0,2 4 0,0 4 0,0 2 0,2 7 0,2 7 0,2-1 0,-2 2 0,3 0 0,-1 4 0,5 3 0,-3-3 0,2 2 0,3-2 0,0-10 0,-1-7 0,5-8 0,-2 0 0,6-8 0,0-7 0,1-6 0,0-6 0,5-5 0,8-12 0,-7 2 0,1-8 0,0 0 0,-3 3 0,1 1 0,-4 8 0,-9-1 0,1 1 0,-6 0 0,-10 7 0,-11 5 0,-11-5 0,-4 1 0</inkml:trace>
  <inkml:trace contextRef="#ctx0" brushRef="#br0" timeOffset="1">5989 5588 8912,'17'17'0,"-8"-7"0,1-3 0,-4-7 0,-4 0 0,13-7 0,-4-7 0,5-7 0,1-8 0,2 3 0,4-3 0,-2 2 0,6-3 0,-2 1 0,-4-1 0,-2 5 0,-2 2 0,-7 4 0,-5 1 0,-10 1 0,-13 0 0,-8 0 0</inkml:trace>
  <inkml:trace contextRef="#ctx0" brushRef="#br0" timeOffset="2">5868 5295 8912,'-2'16'0,"-3"-5"0,3-3 0,-6-8 0,8-4 0,0-7 0,8-9 0,3-14 0,6-2 0,6-4 0,10 1 0,7-6 0,0 6 0,-6-1 0,7 4 0,1 4 0,0 3 0,0 6 0,-2 11 0,-6 7 0,-7-5 0,-2 8 0,-8-5 0</inkml:trace>
  <inkml:trace contextRef="#ctx0" brushRef="#br0" timeOffset="3">6591 5210 8912,'0'22'0,"0"3"0,0 2 0,0 4 0,0 9 0,2 6 0,2 3 0,1 3 0,7-1 0,-4-1 0,1-2 0,4-2 0,1-8 0,-3 2 0,3-6 0,-13-32 0</inkml:trace>
  <inkml:trace contextRef="#ctx0" brushRef="#br0" timeOffset="4">6539 5295 8912,'12'-11'0,"-1"0"0,-5 5 0,5-6 0,1 1 0,5-6 0,0-2 0,2-2 0,2-2 0,2 2 0,6 3 0,-6 7 0,0-2 0,-6 7 0,0 2 0,1 2 0,-9 10 0,-3 3 0,-4 12 0,-2 6 0,-2 3 0,-4 3 0,-3 1 0,-9 4 0,3-5 0,2 1 0,3-6 0,3 1 0,-7-6 0,3-2 0,3-4 0,-7-10 0,13-9 0,-6-17 0,8-10 0</inkml:trace>
  <inkml:trace contextRef="#ctx0" brushRef="#br0" timeOffset="5">7004 5055 8912,'27'0'0,"-2"-6"0,-8 0 0,0 1 0,-7 12 0,-5 5 0,-3 3 0,-2 2 0,0 8 0,0 4 0,0 3 0,0 3 0,0-1 0,0 0 0,0-5 0,0 0 0,0-8 0,0 2 0,8-4 0,-4-10 0,7-3 0,-7-12 0,4-3 0</inkml:trace>
  <inkml:trace contextRef="#ctx0" brushRef="#br0" timeOffset="6">7004 5038 8912,'0'-29'0,"0"0"0,-6 8 0,0-4 0,3 1 0,1 4 0,2-2 0,0 10 0,4 4 0,7 8 0,0 2 0,12 2 0,-2 4 0,2 1 0,-2 3 0,8 5 0,-8-7 0,19 5 0,-3-6 0</inkml:trace>
  <inkml:trace contextRef="#ctx0" brushRef="#br0" timeOffset="7">7417 4917 8912,'-17'2'0,"0"4"0,-1-2 0,1 7 0,-6 1 0,0 5 0,0 6 0,6 0 0,6 0 0,1-4 0,2 2 0,5 2 0,1 0 0,2-6 0,2-6 0,3 1 0,-1-7 0,8 5 0,1-2 0,2-5 0,2-1 0,1-2 0,-1 0 0,0 0 0,0 0 0,1 0 0,1 6 0,4 0 0,-4 5 0,6-3 0,-2 1 0,-1 5 0,3 1 0,-2 2 0,-4 6 0,4 0 0,-4 8 0,-1-3 0,-9 7 0,-3 3 0,-4 2 0,-2-2 0,-2 4 0,-4-2 0,-3 1 0,-9-7 0,1-2 0,0-3 0,0-6 0,0-12 0,-1-3 0,1-8 0,0-2 0,0-4 0,7-11 0,4-11 0,5-7 0,1-5 0,0 2 0,0-8 0,5 2 0,1-2 0,7-3 0,-1 3 0,3-2 0,2 2 0,1-4 0,-1 5 0,2-5 0,2 0 0,2 3 0,-2 1 0,-4 9 0,-5 3 0,1 0 0,-7 5 0,-1 10 0,-5 2 0,0 11 0,-7-2 0,-5 10 0,-1 4 0,2 5 0,-5 5 0,5 1 0,3 0 0,2 0 0,4 0 0,2 1 0,0-1 0,8-6 0,4 1 0,3 1 0,8 2 0,0 3 0,0-3 0,-6-4 0,6 5 0,0-5 0,0 2 0,-6-1 0,0 3 0,0-3 0,1 3 0,-1 0 0,0-1 0,0-3 0,0-1 0,1 1 0,-7-3 0,1-8 0,-1 0 0,6 0 0,0-8 0,1-1 0</inkml:trace>
  <inkml:trace contextRef="#ctx0" brushRef="#br0" timeOffset="8">8191 4934 8912,'0'18'0,"-2"-3"0,-3-4 0,3 5 0,-12-7 0,9 8 0,-3 1 0,4-1 0,-2 0 0,1 0 0,5 0 0,0-7 0,7-2 0,3-8 0,7 0 0,0 0 0,1-8 0,-1-4 0,-2-5 0,-3-6 0,3 4 0,-4-4 0,-1-2 0,1 3 0,-1-1 0,1 5 0,-1-3 0,-6 2 0,1 4 0,-1 0 0,-2 5 0,-2-1 0,8 7 0,-6-4 0,13 8 0,-5 0 0,7 0 0,-6 0 0,1 0 0,-1 0 0,6 0 0,1 0 0,-1 0 0,0 0 0,-5-2 0,-1-3 0,-1 1 0,1-8 0,2 1 0,-7-6 0,-2 0 0,-2-1 0,-2 1 0,0 0 0,0 5 0,0 1 0,0 5 0,0-5 0,0 7 0,0-2 0,0 12 0,0 5 0,0 12 0,2 4 0,4 8 0,3 1 0,8 4 0,-5-4 0,-1 4 0,1 4 0,5 2 0,0-4 0,0-2 0,-1-3 0,-5-3 0,4 0 0,-3 1 0,1-9 0,-1-3 0,1-4 0,-7-1 0,0-7 0,-6 1 0,7-9 0,-5-10 0,6-12 0</inkml:trace>
  <inkml:trace contextRef="#ctx0" brushRef="#br0" timeOffset="9">8622 4780 8912,'0'-17'0,"-2"-1"0,-2 1 0,-2 0 0,0 5 0,6 1 0,2 0 0,4-7 0,4 1 0,-1 0 0,6 7 0,-3 5 0,9-3 0,2 2 0,2 1 0,-2 5 0,-4 0 0,4 0 0,-4 1 0,-2 5 0,0 8 0,0 7 0,-7 0 0,-4 7 0,-4 1 0,-2 5 0,0 1 0,0-1 0,0-1 0,0-5 0,-6 3 0,0-8 0,0 0 0,-1-6 0,-3 0 0</inkml:trace>
  <inkml:trace contextRef="#ctx0" brushRef="#br0" timeOffset="10">8949 4539 8912,'24'0'0,"-10"-6"0,3 1 0,-9-1 0,3 6 0,-7 0 0,9 7 0,-7 5 0,0 11 0,-6 5 0,5 11 0,1 1 0,0 6 0,-4-4 0,2 0 0,1 0 0,3-2 0,-2-6 0,-2-1 0,7-5 0,-7-3 0,2-8 0,3-7 0,-5-2 0,8-8 0,-9-2 0,5-4 0,-2-7 0,-1-8 0,3 0 0,-2-8 0,-2 0 0,7-5 0,1 1 0,5 5 0,-6-3 0,1 8 0,1 2 0,10 10 0,-4-3 0,4 9 0,2-1 0,0 8 0,2 4 0,3 5 0,1 6 0,-2 6 0,3-4 0,-3 4 0,-4-4 0,7-2 0,-5 1 0</inkml:trace>
  <inkml:trace contextRef="#ctx0" brushRef="#br0" timeOffset="11">14094 11124 8912,'-8'15'0,"-3"-3"0,-5-7 0,-1-3 0,6-4 0,-1-3 0,10-5 0,2-7 0,10 0 0,7 5 0,6 1 0,6-1 0,3 3 0,3 1 0,-1 8 0,1 0 0,-1 0 0,-2 2 0,-3 4 0,2 3 0,-8 10 0,-2 3 0,-2 0 0,-10 11 0,-3 1 0,-4 1 0,-2 5 0,-15-2 0,-8 2 0,-2-2 0,-4 4 0,-1-3 0,-3-7 0,5-9 0,-1 0 0,8-10 0,-2-1 0,11-8 0,-11-12 0,4-11 0</inkml:trace>
  <inkml:trace contextRef="#ctx0" brushRef="#br0" timeOffset="12">14524 10883 8912,'-2'-15'0,"-4"4"0,-3 3 0,-8 8 0,-6 2 0,0 4 0,-6 11 0,6 11 0,-5 14 0,5 8 0,3 5 0,7 1 0,5 5 0,8 2 0,8-4 0,4-1 0,10-13 0,7-4 0,9-15 0,3-9 0,12-7 0,1-14 0,3-9 0,2-16 0,-1-11 0,-7-27 0,1-3 0</inkml:trace>
  <inkml:trace contextRef="#ctx0" brushRef="#br0" timeOffset="13">11926 5828 8912,'17'0'0,"-2"-1"0,-3-5 0,-3 2 0,-5-7 0,2-3 0,-2-1 0,-3 3 0,-2 1 0,-5-2 0,-2-3 0,-5-1 0,1 0 0,3 0 0,-5 0 0,3 1 0,-3 5 0,-1 1 0,-2 6 0,0-1 0,0 1 0,-1 2 0,-1 4 0,-2 2 0,-2 1 0,-2 15 0,2-3 0,6 6 0,-2 1 0,8 9 0,3 5 0,-3 10 0,5-2 0,4 9 0,13 2 0,3 8 0,14-2 0,1 4-119,6 2 0,-3-8 119,-3-3 0,3-7 0,-5-3 0,0-4 0,-4-2 0,-4-10 0,-2-9 0,-7-4 0,-5-1 0,-5-9 0,-5-3 0,-5-12 0,-7-3 0</inkml:trace>
  <inkml:trace contextRef="#ctx0" brushRef="#br0" timeOffset="14">11599 6344 8912,'-8'10'0,"4"-3"0,-7-7 0,7 0 0,-2-3 0,12-9 0,5-1 0,12-16 0,10 0 0,7-5 0,8-6 0,-2 0 0,5-8-119,7 2 0,3-11 1,8-4-1</inkml:trace>
  <inkml:trace contextRef="#ctx0" brushRef="#br0" timeOffset="15">12614 5485 8912,'-25'2'0,"-2"1"0,1 3 0,3-2 0,-4 5 0,-2 3 0,2 5 0,1 8 0,3 9 0,7 10 0,1 8 0,9 5 0,1 12 0,7 11 0,3 4 0,7 2 0,9-2 0,2-4 0,7-3 0,-1-8 0,-4-10 0,-2-8 0,2-7 0,-2-9 0,5-7 0,-5 1 0,2-16 0,-2-1 0,-6-12 0,0-12 0,8-7 0,-6-15 0</inkml:trace>
  <inkml:trace contextRef="#ctx0" brushRef="#br0" timeOffset="16">12752 5880 8912,'-18'0'0,"1"0"0,8-2 0,3-4 0,-2 3 0,3-9 0,1 1 0,9-8 0,9-2 0,7-2 0,13 0 0,12 6 0,4-1 0,2 1 0,-3 8 0,-1 3 0,-4 4 0,-2 2 0,-2 4 0,-5 7 0,-9 3 0,-3 14 0,-5 1 0,-7 7 0,-5 2 0,-4 3 0,-10 1 0,-3-2 0,-5-4 0,-1 4 0,0-9 0,0-3 0,-1-9 0,1-1 0,6-3 0,1-13 0,3-10 0,1-9 0,13-33 0,3-3 0</inkml:trace>
  <inkml:trace contextRef="#ctx0" brushRef="#br0" timeOffset="17">13268 5571 8912,'-17'17'0,"-1"0"0,7 2 0,0 4 0,5 4 0,-6 7 0,8 6 0,-1 0 0,5 0 0,5 3 0,7-7 0,11 4 0,-2-6 0,8-5 0,-1-10 0,5-9 0,-3-3 0,-1-3 0,-2-12 0,2-9 0,-5-15 0,-6-12 0,-1-8 0</inkml:trace>
  <inkml:trace contextRef="#ctx0" brushRef="#br0" timeOffset="18">13216 5124 8912,'-17'17'0,"0"-8"0,0-3 0,7-4 0,2-2 0,24 2 0,7 4 0,9 5 0,6 12 0,4 8 0,2 7 0,2 13 0,6 12 0,2 14-181,-25-35 0,-1 2 0,-4-1 1,-2 2 180,1 3 0,0 1 0,-4 0 0,-2 1 0,-3 3 0,-1 1 0,-3 1 0,-1-1 0,-1 0 0,-3-1 0,-1 43 0,2-10 0,-12-16 0,-3-10 0</inkml:trace>
  <inkml:trace contextRef="#ctx0" brushRef="#br0" timeOffset="19">26484 8287 8912,'-23'6'0,"0"0"0,2-3 0,2-1 0,11-2 0,8 0 0,10 0 0,13 0 0,4-2 0,7-1 0,1-5 0,-1-2 0,2 5 0,4-7 0,-1 6 0,5-3 0,2-1 0,3 1 0,1 3 0,13-5 0,-7 5 0,1-4 0,-4 3 0,-1 3 0,0-4 0,-1 2 0,-7-5 0,-4 5 0,-9-1 0,-4 3 0,-2-2 0,-4 2 0,-10 0 0,-5-1 0,-4 3 0,-2-6 0,0 8 0,-2 0 0,-2 2 0,-2 4 0,-7 3 0,2 9 0,-5-1 0,-1 0 0,-6 6 0,0 0 0,-7 0 0,3-6 0</inkml:trace>
  <inkml:trace contextRef="#ctx0" brushRef="#br0" timeOffset="20">26880 8012 8912,'0'-11'0,"0"-1"0,0 6 0,0-5 0,0-2 0,0-3 0,0-1 0,0 0 0,0 0 0,0-1 0,-2 3 0,-4 4 0,4-5 0,-7 9 0,3-5 0,-5 7 0,-5 3 0,-1 2 0,-6 15 0,0 8 0,-7 9 0,1 8 0,-9 12 0,-2 11 0,-1 2 0,7-2 0,5 2 0,1-8 0,7 4 0,0-9 0,7-8 0,8-6 0,5-11 0,1-4 0,7-4 0,5-2 0,5-7 0,6-5 0,4-3 0,7-2 0,8 0 0,4 0 0,4-2 0,1-3 0,3-5 0,3-7 0,2 6 0,5-1-208,-5 1 0,-8-7 0,1 1 0</inkml:trace>
  <inkml:trace contextRef="#ctx0" brushRef="#br0" timeOffset="21">27981 7599 8912,'-17'-11'0,"0"-1"0,7 7 0,3-5 0,-1 3 0,8 10 0,-2 15 0,8 8 0,3 7 0,1 3 0,3 2 0,-3 4 0,-2 2 0,3 0 0,-5 4 0,0-4 0,1-2 0,-5 4 0,4-8 0,-4-4 0,-2-3 0,0-10 0,0 2 0,0-12 0,0-7 0,0-15 0,5-8 0,1-16 0,8-1 0,-3-2 0,4-2 0,3 1 0,-1 11 0,0 5 0,-6 4 0,1 1 0,-1 3 0,7 4 0,-1 3 0,0 8 0,0 0 0,-1 2 0,-3 4 0,-2 5 0,1 4 0,5 3 0,0-3 0,0-4 0,6 3 0,0-8 0,0 5 0,-5-5 0,1-1 0,0-6 0,0-5 0,-4-6 0,-3 1 0,-1-6 0,3 3 0,-9-9 0,1-1 0,-6 1 0,0-2 0,0 2 0,0 4 0,-2-4 0,-2 9 0,-1 3 0,-9 7 0,6 4 0,-3 12 0,1 3 0,5 2 0,3 0 0,-4 0 0,-2 1 0,3-1 0,1 0 0,2 0 0,2-5 0,0-1 0,0-7 0,0 4 0,8-8 0,3 0 0,-1-2 0,1-4 0,-1-5 0,3-10 0,-1-4 0,1-2 0,-4 6 0,3-2 0,-8 4 0,1 2 0,-1 0 0,2-1 0,-4 9 0,6 1 0,-6 14 0,3 0 0,-3 7 0,4-2 0,2-1 0,-3 1 0,9-7 0,-5 10 0,8-9 0,-5 1 0,-1-6 0,1-2 0,-3-4 0,7-1 0,-5-5 0,3-9 0,-3 4 0,-1-4 0,-5 4 0,-3-6 0,4 0 0,-4 0 0,-2 6 0,0 0 0,0 5 0,-2 3 0,-4 1 0,4 2 0,-5 14 0,7 4 0,0 5 0,0 6 0,2-2 0,3 7 0,3-5 0,3 6 0,9-6 0,-9 5 0,8-5 0,-7 4 0,3 0 0,2 0 0,-5-6 0,-1 2 0,-7-4 0,2-2 0,-4 8 0,-2 1 0,-8-1 0,-4-8 0,-3-7 0,-2-10 0,0 0 0,-8-15 0,-2-4 0</inkml:trace>
  <inkml:trace contextRef="#ctx0" brushRef="#br0" timeOffset="22">29547 7341 8912,'-11'-11'0,"-1"0"0,-1-1 0,-2 3 0,3-5 0,1 7 0,-3-3 0,-1 6 0,0-2 0,1 12 0,5 6 0,1 3 0,1 8 0,1 0 0,2 7 0,-8-1 0,9-4 0,-3-2 0,4 2 0,2-3 0,0-1 0,0-7 0,0-3 0,0-7 0,0 2 0,0-12 0,8-3 0,3-9 0,3-5 0,-1-1 0,-2-1 0,3 0 0,1 2 0,2 6 0,0 0 0,1 1 0,-1 5 0,0 3 0,0 8 0,-5 2 0,-1 4 0,-1 5 0,3 12 0,-1 4 0,1 0 0,2 5 0,3-3 0,-1-2 0,0 1 0,0-5 0,0 6 0,1-14 0,-1 2 0,0-3 0,0 3 0</inkml:trace>
  <inkml:trace contextRef="#ctx0" brushRef="#br0" timeOffset="23">29960 7204 8912,'-17'0'0,"0"0"0,0 0 0,7 0 0,4 0 0,12 0 0,6 0 0,3 0 0,2 6 0,0-1 0,6 9 0,0-3 0,0-1 0,-6 1 0,1-5 0,-1 5 0,4-5 0,-4 6 0,4-9 0,-11 5 0,1-2 0,1 0 0,-7-1 0,7-5 0,-7-2 0,7-3 0,-6-5 0,5-7 0,-7-6 0,2 0 0,1-8 0,-1 3 0,0-3 0,-6 1 0,0 3 0,0 2 0,0 8 0,0 5 0,0 9 0,0-5 0,0 8 0</inkml:trace>
  <inkml:trace contextRef="#ctx0" brushRef="#br0" timeOffset="24">30649 6963 8912,'-2'-17'0,"-4"0"0,-4 0 0,1-1 0,1 1 0,1 0 0,5 6 0,-6-1 0,0 1 0,-3 1 0,1 2 0,-1 8 0,-3 0 0,-1 8 0,-2 4 0,2 5 0,1 6 0,5 5 0,1 5 0,2 1 0,6 1 0,0-7 0,0 1 0,0-8 0,0 2 0,0-4 0,0-2 0,0 0 0,8-7 0,3-4 0,5-4 0,1-2 0,2-14 0,2-5 0,2-4 0,-2-2 0,-2-3 0,-2 5 0,1-2 0,-1 2 0,-2 4 0,-3-4 0,1 4 0,-5 4 0,1 3 0,-5 4 0,4 8 0,-3 8 0,1 4 0,0 5 0,-6 6 0,6-4 0,-1 4 0,7-4 0,-5-2 0,3 0 0,3 0 0,-3-1 0,1-5 0,1-3 0,5-8 0,0-8 0,1-1 0</inkml:trace>
  <inkml:trace contextRef="#ctx0" brushRef="#br0" timeOffset="25">30958 6447 8912,'-11'0'0,"-1"0"0,-1 0 0,5-1 0,3-5 0,-5 4 0,8-4 0,-4 12 0,5 7 0,1 8 0,0 0 0,0 8 0,1 0 0,5 5 0,-2 0 0,8 1 0,-7 5 0,7 0 0,-7-2 0,7-7 0,-1-5 0,-1-1 0,5-2 0,-3-6 0,-3-1 0,3-5 0,-6-3 0,5-8 0,-5 0 0,3-4 0,1-6 0,-1-7 0,1-11 0,1-1 0,5-4 0,-5-1 0,-1-6 0,1 0 0,-5 2 0,5 9 0,-7 4 0,2 8 0,-2 2 0,2 3 0,-5 5 0,7 8 0,-8 5 0,0 11 0,0 12 0,0 4 0,2 1 0,2 0 0,2 1 0,1-7 0,-1 1 0,2-6 0,3 6 0,4-14 0,-3 2 0,3-9 0,2 1 0,1-1 0,-1-4 0,0-10 0,0-5 0,0-12 0,1-6 0,-1-4 0,0-1 0,-2 2 0,-3 3 0,3-4 0,-5 7 0,1-1 0,1 4 0,-9 12 0,7-3 0,-4 9 0,-4 1 0,3 9 0,-1 7 0,0 9 0,4 2 0,1-2 0,-3-2 0,5-2 0,1 0 0,5 1 0,6-9 0,0-3 0,6-4 0,-6-2 0,7-2 0,-1-4 0,3-7 0,3-8 0,5 0 0,0-8 0,0 0 0,-5-5 0,-7 0 0,1-1 0,-10 7 0,-2-1 0,-7 8 0,-12-2 0,-4 4 0,-5 9 0,-12 5 0,-4 6 0,-7 11 0,5 1 0,0 16 0,3 0 0,-3 5 0,4 0 0,8 1 0,0-1 0,1 1 0,5-3 0,5-3 0,4 1 0,2-7 0,8 0 0,3-6 0,12-1 0,6-5 0,5-3 0,7-8 0,6 0 0,9 0 0,-3-14 0,5-3 0,-11-6 0,-1 0 0,0-3 0,6-17 0,0 0 0</inkml:trace>
  <inkml:trace contextRef="#ctx0" brushRef="#br0" timeOffset="26">30511 7720 8912,'10'-2'0,"-3"-2"0,-1-4 0,0-1 0,-1 3 0,-5-5 0,0-1 0,2-3 0,4 3 0,-4-3 0,4 4 0,3-5 0,-5 1 0,8 4 0,-9-5 0,5 14 0,-8-5 0,-2 9 0,-4 3 0,-1 5 0,-5 7 0,-3 2 0,3 4 0,-3-2 0,-2 8 0,0 0 0,0 5 0,-6 0 0,0 1 0,0 5 0,7 0 0,3-2 0,2-2 0,1-1 0,-1-1 0,-3-7 0,8-4 0,1-4 0,5-2 0,7-7 0,5-3 0,11-7 0,-2 0 0,7-2 0,3-1 0,2-3 0,1-7 0,0 1 0,1-3 0,-1-2 0,-1-1 0,-5 1 0,3 6 0,-8 1 0,-2 1 0,-2-1 0,-9 6 0,5-3 0,-13 7 0,6 0 0,-8 0 0,7 7 0,3 3 0</inkml:trace>
  <inkml:trace contextRef="#ctx0" brushRef="#br0" timeOffset="27">31543 7462 8912,'-11'-12'0,"1"1"0,3-2 0,-5 3 0,7-1 0,-9 1 0,3-2 0,1-1 0,-1 7 0,-1 3 0,-5 8 0,6 5 0,-1 7 0,-1 2 0,-3 4 0,5 6 0,-1 11 0,7 4 0,-7 7 0,8 7 0,-1-1 0,5 6 0,5-6 0,5-1 0,0-3 0,5-1 0,-4-1 0,5-5 0,1 0 0,0-8 0,0 2 0,-1-3 0,-5-3 0,2-7 0,-7-4 0,-2-4 0,-2-2 0,-2-7 0,0-3 0</inkml:trace>
  <inkml:trace contextRef="#ctx0" brushRef="#br0" timeOffset="28">31165 8115 8912,'-17'-7'0,"7"5"0,4-12 0,12 9 0,11-9 0,12 3 0,5-5 0,7-1 0,-3-6 0,8 0 0,0 2 0,-2 2 0,3 0 0,-6-4 0,-1 4 0,-6-4 0,1-4 0,-1 1 0,0-9 0</inkml:trace>
  <inkml:trace contextRef="#ctx0" brushRef="#br0" timeOffset="29">31922 7393 8912,'-17'-11'0,"0"-1"0,5 8 0,1-1 0,5 5 0,-5 5 0,5 7 0,-6 11 0,7 11 0,-5 14 0,2 5 0,5 5 0,1 5 0,2-6 0,0 6 0,0-6 0,7 4 0,5-9 0,5 2 0,4-12 0,2-2 0,-2-4 0,0 0 0,2-13 0,-4 4 0,4-10 0,-4 4 0,6-27 0,2 5 0</inkml:trace>
  <inkml:trace contextRef="#ctx0" brushRef="#br0" timeOffset="30">32111 7651 8912,'-9'0'0,"1"0"0,16-6 0,3 0 0,12 1 0,6 5 0,2 0 0,-1 0 0,-1 0 0,1 0 0,-5 2 0,-2 3 0,-4 5 0,-1 7 0,-3 2 0,-2 2 0,-3 4 0,-3 2 0,-1-4 0,-6 5 0,-8 1 0,-3 5 0,1-7 0,-1-4 0,1 2 0,-1-2 0,-4-8 0,3-9 0,5-4 0,-1-2 0</inkml:trace>
  <inkml:trace contextRef="#ctx0" brushRef="#br0" timeOffset="31">32421 7668 8912,'-2'12'0,"-4"-1"0,3 1 0,-9 5 0,8 0 0,-1 0 0,3 6 0,2 0 0,0 0 0,0-6 0,0 0 0,0 0 0,7 1 0,5-1 0,3-6 0,2 1 0,1-3 0,-1 3 0,0-5 0,0-7 0,0 0 0,-7-7 0,13-3 0,-4-7 0</inkml:trace>
  <inkml:trace contextRef="#ctx0" brushRef="#br0" timeOffset="32">32490 7170 8912,'10'7'0,"-5"5"0,5-5 0,1 7 0,12-9 0,-2 9 0,8-3 0,0 5 0,5 3 0,0 4 0,3 11 0,-1 14 0,0 7 0,-3 8 0,-10 12 0,-4-3 0,-9 8 0,-3 3-207,-1 1 1,-19-4 206,-5 0-378,-18-7 1,0 11 0,-16-6 0</inkml:trace>
  <inkml:trace contextRef="#ctx0" brushRef="#br0" timeOffset="33">5128 7531 8912,'-17'-2'0,"2"-4"0,1-6 0,3-3 0,-3-2 0,1 0 0,2 0 0,-5-1 0,7 1 0,-3 2 0,1 3 0,5-1 0,-5 7 0,-1 1 0,3 5 0,1 2 0,8 3 0,0 5 0,2 13 0,4 0 0,-5 0 0,5-6 0,2 0 0,-2 0 0,7 0 0,-11 1 0,7-7 0,-3 1 0,-4-9 0,6 5 0,-8-10 0,0-4 0,0-3 0,0-8 0,-2-1 0,-4 1 0,2 2 0,-7 3 0,-1-1 0,-5 7 0,0-5 0,0 5 0,-2 2 0,-4 2 0,3 4 0,-2 4 0,2 2 0,3 3 0,2 4 0,3-3 0,5 3 0,7 2 0,4-5 0,7-1 0,2-5 0,16 6 0,6-9 0,5 3 0,6-12 0,-6-5 0,0-4 0,-6-3 0,-1 1 0,-4 0 0,-5 2 0,-6 3 0,-9-3 0,-3 4 0,-4 3 0,-17 0 0,-8 8 0,-10 2 0,-7 4 0,-2 9 0,-4 8 0,4 6 0,7-6 0,3 0 0,3-6 0,4 0 0,10 0 0,4 0 0,5-1 0,12-5 0,5-3 0,12-8 0,6 0 0,11 0 0,10-10 0,7-7 0,6-2 0,-6-10 0,-1 6 0,-10-5 0,2 5 0,-8-6 0,-8 8 0,-15-19 0,-9 4 0</inkml:trace>
  <inkml:trace contextRef="#ctx0" brushRef="#br0" timeOffset="34">7950 7771 8912,'-11'-17'0,"-1"2"0,1 1 0,0 5 0,1-1 0,0 3 0,1-1 0,-3 2 0,-5 6 0,6 0 0,-1 0 0,8 8 0,-1 3 0,3 7 0,2 5 0,0-4 0,0 4 0,2-4 0,3-2 0,-1 0 0,8 0 0,-7-7 0,5-3 0,0-1 0,-1 0 0,-3 0 0,5-6 0,1 0 0,5 0 0,0 0 0,-5-8 0,-3-3 0,-1-5 0,0-1 0,-3 0 0,-3 7 0,-2-3 0,-11 7 0,-5 0 0,-1 6 0,-8 8 0,-3 4 0,-3 5 0,2 6 0,-1-4 0,7 4 0,8 2 0,9-2 0,4-1 0,2-4 0,4-3 0,5-4 0,10-5 0,6-4 0,4-2 0,5 0 0,1-8 0,-1-3 0,-5 1 0,0-1 0,-14 1 0,2-1 0,-11-4 0,-6 5 0,-10-7 0</inkml:trace>
  <inkml:trace contextRef="#ctx0" brushRef="#br0" timeOffset="35">5059 7393 8912,'-9'-17'0,"-1"5"0,4 1 0,5-1 0,-5 11 0,13 6 0,9 9 0,5 3 0,11 0 0,3 2 0,11 4 0,9 6 0,18-3 0,19 3 0,-40-17 0,3-1 0,10 3 0,3-1 0,7 0 0,1-1-375,7-1 0,3-1 0,-23-4 0,3 0 0,0-1 375,4-1 0,2 0 0,-2-1 0,-4 0 0,0 0 0,-1-1 0,30-1 0,-1-2 0,-6-2 0,-2 0-38,-5 1 1,-1-2 0,-3-1 0,-3-1 0,-10 3 0,-2 0 0,-7 2 0,-3 0 37,30 5 0,-11 6-21,-13 7 0,-1 6 21,-5 0 0,-16 0 0,-7-6 0,-10 0 0,-8 0 0,-7-1 899,-16-5 1,-1 6-900,-16 0 0,-7 3 0,-10 8 0,-11-7 0,-6 2 0,-4-11 0,-2-5 0</inkml:trace>
  <inkml:trace contextRef="#ctx0" brushRef="#br0" timeOffset="36">5662 3989 8912,'-29'27'0,"2"-6"0,0-6 0,3-2 0,-3 4 0,2 6 0,0 4 0,0 2 0,6 3 0,0-1 0,4-3 0,3-1 0,1 2 0,5-4 0,4 0 0,2-12 0,0 4 0,2-4 0,4-3 0,-2-2 0,7-8 0,2 0 0,3 0 0,1 0 0,0-8 0,-2-3 0,-1-5 0,-3-1 0,-5-6 0,6 0 0,-9 0 0,3 4 0,-4-2 0,-2-2 0,-2 0 0,-4 6 0,3 0 0,-9 0 0,6 5 0,-5 1 0,-1 7 0,-5-2 0,0 4 0,0 4 0,-2 4 0,-4 5 0,4 5 0,-4 1 0,5 2 0,7 4 0,-2-4 0,7 4 0,0-4 0,6-2 0,0 0 0,0 1 0,2-7 0,4 1 0,3-7 0,8 5 0,1-2 0,-1-5 0,0-1 0,0-2 0,-5 0 0,-1 0 0,1 0 0,5 0 0,0 0 0,0 0 0,1 0 0,-1 0 0</inkml:trace>
  <inkml:trace contextRef="#ctx0" brushRef="#br0" timeOffset="37">10084 4178 8912,'27'0'0,"-4"0"0,-4-2 0,-2-4 0,1-3 0,-1-3 0,0 1 0,0 1 0,-2-3 0,-1 1 0,-3-1 0,1-2 0,3-2 0,-3-1 0,-7 1 0,3 0 0,-2 0 0,-2 2 0,-10 3 0,-4 4 0,-9 10 0,-4 4 0,-6 6 0,3 5 0,-3 6 0,8-2 0,-2 7 0,6-5 0,5 6 0,-1-8 0,7 2 0,2-2 0,2 2 0,2-4 0,0 4 0,8-10 0,4-1 0,11-9 0,5 3 0,-1-4 0,2-2 0,-3-2 0,3-4 0,-4 3 0,-8-9 0,-2-1 0,-3-2 0,3-3 0,-13 1 0,6 0 0,-8 7 0,-8 3 0,-3 7 0,-5 0 0,-1 0 0,0 0 0,6 0 0,-1 0 0,8 0 0,-5 5 0,3 1 0,4 0 0,-6-6 0,8 0 0,0 0 0,-5 2 0,-1 4 0,0-5 0,-1 15 0,-3-7 0</inkml:trace>
  <inkml:trace contextRef="#ctx0" brushRef="#br0" timeOffset="38">5558 4247 8912,'-17'0'0,"0"0"0,0-2 0,0-4 0,7 2 0,4-7 0,12 7 0,5-2 0,5 4 0,1 2 0,6 6 0,2 0 0,2-2 0,3-2 0,8 3 0,3 1 0,6 2 0,-1-3 0,0-3 0,4 6 0,7-2 0,8-1 0,10 3 0,17-2 0,-42-5 0,3 2-228,4 2 0,1 1 0,1-4 1,2 0 227,1 1 0,2 0 0,7-2 0,2-1-282,4 1 0,0-2 0,-1-2 0,0-1 282,-4-2 0,-1 0 0,-1 2 0,0-1 0,0-1 0,1 0 0,1 0 0,1-1 0,2 0 0,-1-1 0,1-3 0,0-1 0,-6 0 0,-1 1 0,2-1 0,0 1 0,1 2 0,1 1 0,3 0 0,-1 0 0,1 3 0,0-1 0,0-1 0,-1 1 0,-8 3 0,0 0 0,6-3 0,1 0 0,4 3 0,1 1 0,-2-2 0,-1 2 0,0 2 0,-1 0 0,-3 0 0,-2 0 0,-7 0 0,0 0 0,1 0 0,0 0 0,-1-1 0,0 2 0,-2 2 0,-1 2-116,-4 0 0,-1 1 1,40 7 115,-20-1 0,-5 3 0,-6-3 0,-11-3 0,-12 3 0,-11-9 767,-12 5-767,-10-8 0,-8 0 592,-5 0 1,-4-2-593,-7-4 0,0 3 217,0-9 0,-3 6-217,-2-5 0,2 7 0,-3-2 0,2 5 0,-2 1 0,2 3 0,-5 7 0,-1 9 0,0 6 0,-2-4 0,-5 4 0</inkml:trace>
  <inkml:trace contextRef="#ctx0" brushRef="#br0" timeOffset="39">26312 7187 8912,'15'-2'0,"-1"-2"0,-3-2 0,1-5 0,5 3 0,0 1 0,0-1 0,1 0 0,-1 4 0,0-1 0,0 1 0,0 2 0,1 2 0,-7 0 0,1 0 0,-1 2 0,-1 4 0,3 3 0,-7 8 0,-1 1 0,-5-1 0,0 0 0,0 0 0,0 6 0,0 2 0,-2 0 0,-3 0 0,1 3 0,-8-5 0,3 6 0,-3-6 0,-3 0 0,4-6 0,1 4 0,-1-4 0,7 4 0,-4-19 0,8-2 0,0-17 0,0-10 0</inkml:trace>
  <inkml:trace contextRef="#ctx0" brushRef="#br0" timeOffset="40">26828 6980 8912,'10'-11'0,"-4"-1"0,-4-1 0,-4 5 0,-4 3 0,-4 3 0,-7 2 0,0 2 0,0 3 0,-1 7 0,1 11 0,0-2 0,0 8 0,0 1 0,-1 3 0,7-5 0,-1 1 0,9 0 0,-3 5 0,4-2 0,2-3 0,0-4 0,0 0 0,8-12 0,3 4 0,14-11 0,9 0 0,5-6 0,12-6 0,-1-11 0,13-12 0,-7-3 0,3-3 0</inkml:trace>
  <inkml:trace contextRef="#ctx0" brushRef="#br0" timeOffset="41">26570 5124 8912,'10'-2'0,"-5"-4"0,-3-6 0,-2 3 0,0-3 0,0-1 0,-2 4 0,-3-3 0,-5 6 0,-7-5 0,0 7 0,1 0 0,5 8 0,-2 0 0,7 7 0,-6 3 0,7 7 0,1 4 0,2 1 0,2 11 0,0 8 0,0 5 0,0 2 0,8-1 0,1 1 0,3-1 0,-1 1 0,-1 0 0,1-1 0,3-7 0,-9-4 0,7-5 0,-7-7 0,1 5 0,-13-29 0,-3 1 0</inkml:trace>
  <inkml:trace contextRef="#ctx0" brushRef="#br0" timeOffset="42">26415 5622 8912,'-17'0'0,"0"0"0,7-7 0,-3 3 0,7-8 0,0 8 0,14-5 0,4 3 0,11 2 0,5-7 0,5-1 0,1-5 0,1 6 0,-1-1 0,0-1 0,1-2 0,-3-1 0,-3 5 0,4-4 0,-7-3 0,9-8 0</inkml:trace>
  <inkml:trace contextRef="#ctx0" brushRef="#br0" timeOffset="43">27000 4952 8912,'0'-10'0,"-2"-3"0,-3 7 0,1 0 0,-8 6 0,3 2 0,-4 4 0,1 7 0,-1 8 0,-1 6 0,3 7 0,-3 7 0,9-1 0,-1 7 0,6-1 0,0 4 0,0 1 0,8-5 0,3 0 0,4-8 0,3 3 0,5-13 0,-1-5 0,3-11 0,-4-7 0,2-3 0,0-2 0,-6 0 0</inkml:trace>
  <inkml:trace contextRef="#ctx0" brushRef="#br0" timeOffset="44">27104 5072 8912,'-10'-8'0,"2"-1"0,10-8 0,4-1 0,4 3 0,7 4 0,2-3 0,2 7 0,4-1 0,2 0 0,-6 3 0,2 5 0,-4 2 0,-2 3 0,0-1 0,-2 9 0,-3 5 0,-6 3 0,-4 4 0,-2-3 0,0-2 0,0 2 0,0 3 0,0-2 0,0 2 0,-2-6 0,-2 0 0,-2-3 0,-7-3 0,11 4 0,-12-9 0,9-8 0,-1-16 0,6-10 0</inkml:trace>
  <inkml:trace contextRef="#ctx0" brushRef="#br0" timeOffset="45">27465 4900 8912,'-10'0'0,"3"2"0,7 4 0,-6-2 0,0 7 0,1 2 0,5 10 0,0-4 0,2 4 0,1-2 0,3 2 0,7-4 0,-1 4 0,3-6 0,2-5 0,1 3 0,-1-3 0,0-5 0,0 1 0,1-8 0</inkml:trace>
  <inkml:trace contextRef="#ctx0" brushRef="#br0" timeOffset="46">27568 4608 8912,'8'-17'0,"-4"-1"0,7 1 0,1 8 0,5 3 0,8 4 0,5 2 0,7 0 0,3 0 0,2 15 0,-2 8 0,-4 10 0,5 7 0,-7 4 0,-3 7 0,-7 1 0,-4-1 0,-1 7 0,-14-1 0,1 14 0,-6-2-373,-8 11 1,-9-2 0,-9 8-1</inkml:trace>
  <inkml:trace contextRef="#ctx0" brushRef="#br0" timeOffset="47">27121 7084 8912,'0'-10'0,"0"2"0,0 8 0,0 2 0,0 4 0,0 5 0,0 5 0,0 9 0,0 3 0,0 3 0,0-3 0,0 9 0,0-7 0,2-1 0,4-2 0,-5-4 0,15-6 0,-7 0 0</inkml:trace>
  <inkml:trace contextRef="#ctx0" brushRef="#br0" timeOffset="48">27190 6860 8912,'-18'-9'0,"9"-7"0,1 14 0,8-3 0,0 10 0,8-1 0,3 8 0,5 1 0,1 2 0,-6 2 0,1 1 0,-1-7 0,7 1 0,-1-1 0,0-1 0,-6 3 0,1-7 0,-1-1 0,7-5 0,-1-1 0,0-5 0,-6 0 0,1-11 0,-8 2 0,2-14 0,-5 6 0,-1-6 0,0 8 0,0-2 0,0-3 0,0 7 0,0-4 0,0 11 0,0 6 0,0 14 0,0 9 0,0 2 0,0 10 0,2 0 0,4 5 0,-2 0 0,7 1 0,-7-7 0,2 1 0,2 0 0,-3 5 0,1-1 0,-6-5 0,0-1 0,0-4 0,0-4 0,0 4 0,-8-6 0,-3-5 0,-4-7 0,-3-3 0,-6-9 0,-3-3 0</inkml:trace>
  <inkml:trace contextRef="#ctx0" brushRef="#br0" timeOffset="49">27431 6327 8912,'17'-17'0,"0"0"0,2 5 0,4 1 0,-4 9 0,4 2 0,4 9 0,0 16 0,-1 8 0,-3 5 0,-3 12 0,-3 1 0,-2 3 0,-3 9 0,1 0 0,-7 6 0,-3-1 0,-1 1 0,-9-6 0,-5 0 0,-3-9 0,-2-3 0,-14-3 0,-3-14 0,-20 5 0,1-13 0</inkml:trace>
  <inkml:trace contextRef="#ctx0" brushRef="#br0" timeOffset="50">26415 6757 8912,'-23'23'0,"-1"0"0,-3 0 0,-2 0 0,2 1 0,2 5 0,1 7 0,6 6 0,1 12 0,10 1 0,5 3 0,4 7 0,3-2 0,9 3 0,7 3 0,11 6 0,10-3 0,2-5 0,4-8 0,-4-7 0,2-4 0,2-6 0,1-6 0,3-5 0,0-14-158,-1-8 0,1 7 1,0-7-1</inkml:trace>
  <inkml:trace contextRef="#ctx0" brushRef="#br0" timeOffset="51">32404 5880 8912,'-17'-8'0,"0"-1"0,1 1 0,5 8 0,3 16 0,8 12 0,2 5 0,4 1 0,3 6 0,7 0 0,-1-2 0,2-1 0,-4-3 0,10-1 0,-3-5 0,-3-5 0,2-6 0,4-5 0,-4-5 0,6-7 0,-2-1 0,0-5 0,5-11 0,-5-12 0,6-3 0,-6-3 0,0-1 0,2-4 0,-6 2 0,4-8 0,-10 9 0,-1 3 0,-8 5 0,1 6 0,-3 12 0,-2-4 0,0 20 0,0 13 0,0 16 0,0 16 0,0 11 0,0 9 0,0 7 0,2 5 0,4 10 0,-2-12-130,7 0 1,-1-9 129,1-8 0,3-4 0,-9-7 0,1-10 0,-6-8 0,-8-7 0,-3-10 0,-12-5 0,-8-3 0,-7-1 0,-8-4 0,-9-3 0,-3-1 0,-5-1 0,6-5 0,0-4 0,3-9 0,0-4 0,3-5 0,3-5 0</inkml:trace>
  <inkml:trace contextRef="#ctx0" brushRef="#br0" timeOffset="52">25813 8511 8912,'-10'2'0,"3"1"0,-1 3 0,6 2 0,-5-4 0,-1 1 0,6 9 0,-4-3 0,4 4 0,2 3 0,0-1 0,0 0 0,0 2 0,0 2 0,0 4 0,0 2 0,0 3 0,0 10 0,0-1 0,0 6 0,0-4 0,0 4 0,0 1 0,0 6 0</inkml:trace>
  <inkml:trace contextRef="#ctx0" brushRef="#br0" timeOffset="53">25830 9594 8912,'0'27'0,"-2"-1"0,-3-3 0,1-4 0,-8 4 0,8-2 0,-1 0 0,3 4 0,2 2 0,0-4 0,0 5 0,0-5 0,0 6 0,0-2 0,0 1 0,0 5 0,7-14 0,3 6 0</inkml:trace>
  <inkml:trace contextRef="#ctx0" brushRef="#br0" timeOffset="54">25847 10557 8912,'0'17'0,"0"0"0,-1 0 0,-5 0 0,4-5 0,-4-1 0,-2 1 0,3 5 0,1 0 0,2-5 0,2-1 0,0-7 0,8 4 0,1-8 0</inkml:trace>
  <inkml:trace contextRef="#ctx0" brushRef="#br0" timeOffset="55">25899 10849 8912,'0'17'0,"-2"-7"0,-4-5 0,4-5 0,-3-5 0,3-5 0,2-7 0,0 0 0,0-1 0,0 1 0,0 0 0,2 0 0,3 0 0,-3 0 0,4-1 0,-4 1 0,-2 0 0,0 5 0,0 1 0,0 5 0,0-5 0,-2 7 0,-4-2 0,3 4 0,-9 2 0,1 0 0,-5 2 0,5 4 0,-4 2 0,3 3 0,4 4 0,3-3 0,-3-3 0,2 3 0,1-6 0,5 5 0,0-7 0,0 4 0,7-10 0,5-4 0,1 2 0,-1-7 0,3-1 0,-4-5 0,-3 5 0,-2 1 0,-2 1 0,-1-3 0,3 2 0,-2-3 0,-2-1 0,-8-2 0,0 0 0,-7 7 0,5 0 0,-3 5 0,-4 3 0,5-6 0,-7 16 0,5 1 0,1 9 0,7-1 0,-4-6 0,8 1 0,0-8 0,0 3 0,2-7 0,4 0 0,4-2 0,7-3 0,-6 1 0,1-6 0,-1 1 0,-1-1 0,3 4 0,-7-5 0,0 5 0,-6-5 0,7-1 0,-5 1 0,4-1 0,-4 8 0,-10-11 0,4 13 0,-7-3 0,-2 3 0,5 2 0,-7 0 0,11 0 0,-8 0 0,8 2 0,-1 3 0,3-3 0,2 13 0,2-5 0,3 0 0,-3 5 0,14-6 0,-14 9 0,5-1 0</inkml:trace>
  <inkml:trace contextRef="#ctx0" brushRef="#br0" timeOffset="56">25899 11124 8912,'-8'-17'0,"1"0"0,-7-1 0,3 1 0,7 0 0,-2 0 0,4 5 0,2 1 0,0-2 0,8-1 0,4 3 0,3 3 0,2 8 0,0 0 0,0 0 0,6 2 0,0 4 0,6 3 0,-4 8 0,0 1 0,0-1 0,-2 6 0,-6 0 0,-8 7 0,-3-1 0,2 3 0,-3 3 0,-1-7 0,-9 1 0,-5 0 0,-7 5 0,-2-1 0,-4-5 0,2 3 0,-8-8 0,6-2 0,-6-10 0,8 3 0,-2-9 0,4-3 0,2-6 0,7-5 0,-5-16 0,6-2 0</inkml:trace>
  <inkml:trace contextRef="#ctx0" brushRef="#br0" timeOffset="57">26278 10832 8912,'-27'0'0,"0"2"0,4 3 0,4 1 0,-6 9 0,2 6 0,0 4 0,-2 4 0,2 5 0,10 8 0,-4 4 0,11 10 0,0 1 0,5-2 0,2-9 0,5-6 0,6-4 0,11-9 0,5-4 0,12-11 0,6-7 0,12-7 0,5-9 0,-2-8 0,2-16 0,-2-1-202,2-4 0,-3-12 0,-9-9 0</inkml:trace>
  <inkml:trace contextRef="#ctx0" brushRef="#br0" timeOffset="58">31543 13720 8912,'-17'0'0,"0"-2"0,0-2 0,0-1 0,5-1 0,1 6 0,7 0 0,-6 0 0,5 0 0,3 0 0,-6 0 0,6 0 0,-4 0 0,-5 0 0,-12 0 0,-4 6 0,-7-1 0,-10 9 0,-6-3 0,-7 6 0,-4 6 0,-10-2 0,-10 8 0,-10 0-235,42-12 1,0 0 0,-5 0 0,-1 0 234,-2 1 0,-1-1 0,2-3 0,0 0 0,-1 1 0,-1-1 0,-1 0 0,-1-1 0,0 1 0,0 1 0,1-2 0,1-2 0,6-2 0,1 0 0,0-1 0,1 1-68,0 0 0,2-1 0,-34 3 68,19 1 0,11-8 0,18 1 0,1 3 0,5-2 0,3 0 0,15-6 916,3 0-916,7 0 225,0 0-225,7 0 0,-5 0 0,6 7 0,-8 3 0</inkml:trace>
  <inkml:trace contextRef="#ctx0" brushRef="#br0" timeOffset="59">29685 13686 8912,'0'-27'0,"-6"0"0,0 6 0,3-2 0,1 0 0,4 8 0,3 4 0,-1-3 0,8 9 0,-7-1 0,7 6 0,-8 2 0,-2 3 0,-12 7 0,-5 13 0,-20 9 0,-3 2 0,-15 10 0,-5 4 0,-5 5 0,-11 1 0,34-25 0,-1 1 0,0-2 0,0 1-135,1 1 0,0-1 0,-1-1 1,0-1 134,-34 23 0,-3-3 0,9-3 0,11-6 0,18-11 0,12-4 0,5-8 0,11-7 0,12-3 0,12-1 0,11 0 0,-2 1 0,7-1 0,3 2 0,9 5 0,8-3 269,7-3 1,-1 5-270,3-6 0,2 7 0,-1-2 0,-1 3 0,-5-3 0,-3 4 0,-3-3 0,-4 3 0,-7 2 0,-3 1 0,-3-1 0,-6 0 0,-12 0 0,-1 0 0,-4 1 0,-4-1 0,3 0 0,-5 8 0,-5 3 0,-5 13 0,-15-5 0,-2 6 0</inkml:trace>
  <inkml:trace contextRef="#ctx0" brushRef="#br0" timeOffset="60">15884 14803 8912,'0'-11'0,"0"-1"0,-2-1 0,-4 0 0,-6 1 0,-3 5 0,-2 7 0,0 0 0,7 1 0,4 5 0,5-2 0,1 7 0,0 1 0,0 5 0,0 0 0,7 0 0,5 1 0,3-1 0,2 0 0,0 0 0,1 0 0,1 3 0,4 2 0,-2-2 0,7 3 0,1-4 0,5-2 0,9 0 0,2 0 0,5-2 0,2-3 0,7-4 0,4-8 0,6-8 0,6-4 0,1-10-206,4-7 0,3 2 206,-9-2 0,-1 3 0,-10-3 0,-6 4 0,-11 8 0,-4 6 0,-7-1 0,1 8 0,2-1 0,2 3 0,-1 2 0,-3 2 0,-2 3 0,8-1 0,4 8 0,-2-1 0,0 4 0,0-1 0,0-3 0,-4-5 206,6 5 0,-8-7-206,3 2 0,-5-4 0,-2-2 0,10 0 0,6 0 0,7-2 0,5-4 0,-5 2 0,6-7 0,0 1 0,6-1 0,-8-4 0,-3 3 0,-9 3 0,3-3 0,-4 1 0,9-7 0,-3 9 0,-3 3 0,1-1 0,-1 1 0,-7 0 0,-3 6 0,-5 8 0,-2 3 0,1 4 0,-1 3 0,1 1 0,-1 4 0,0-4 0,1 4 0,-1-4 0,1-2 0,1-2 0,4-3 0,6 1 0,11-7 0,5 0 0,6-6 0,1 0 0,0 0 0,-8 0 0,-3 0 0,-5 0 0,-1 0 0,-4 2 0,3 3 0,-9-3 0,10 4 0,-10-4 0,4-2 0,0 0 0,-2 0 0,4 0 0,-8 0 0,2-2 0,-2-4 0,-2 2 0,6-7 0,0-2 0,0-3 0,0-1 0,2 0 0,8-6 0,-9 0 0,9 2 0,-8 10 0,0-5 0,-4 5 0,-10-5 0,-5-1 0,-6 6 0,-9-1 0,-5 9 0,-7-13 0,-7 14 0,-3-5 0,-7-1 0,0 6 0,-1-4 0,1 5 0,0 1 0,-8 7 0,-2 3 0</inkml:trace>
  <inkml:trace contextRef="#ctx0" brushRef="#br0" timeOffset="61">20616 15027 8912,'0'-10'0,"0"1"0,0 3 0,-2 4 0,-4-4 0,4 4 0,-7 8 0,3 0 0,4 0 0,-5-4 0,7 3 0,0-3 0,-8 6 0,-2-8 0</inkml:trace>
  <inkml:trace contextRef="#ctx0" brushRef="#br0" timeOffset="62">20582 15027 8912,'-2'-10'0,"-2"3"0,-2-1 0,0 4 0,6-7 0,0 5 0,0-6 0,0 9 0,0-7 0,0 4 0,8 4 0,-6-5 0,13 7 0,-11 7 0,8 7 0,1 5 0,2 4 0,2 7 0,1-1 0,1 4 0,4 1 0,-4 2 0,4 4 0,2-3 0,-2 3 0,5-4 0,-5-2 0,-2-5 0,-9 0 0,3-10 0,-4-2 0,-3 0 0,0-13 0,-8 8 0,-2-9 0,-4 3 0,-9-4 0,-8-2 0,-8 0 0,4 0 0</inkml:trace>
  <inkml:trace contextRef="#ctx0" brushRef="#br0" timeOffset="63">20564 15525 8912,'-9'8'0,"-6"-6"0,11 6 0,-8-8 0,8 0 0,-1 0 0,10 0 0,7 0 0,-1 5 0,7 1 0,-5 6 0,10-5 0,-2 3 0,2 3 0,-2-3 0,8 1 0,-8-1 0,2 1 0,1 2 0,-1-7 0,2 6 0,-2-7 0,-9 3 0,3-2 0,-4-4 0,4 3 0,1-3 0,-1-2 0,-8-7 0,-1-3 0</inkml:trace>
  <inkml:trace contextRef="#ctx0" brushRef="#br0" timeOffset="64">21167 15422 8912,'-8'12'0,"-3"-1"0,-5 3 0,-1 7 0,-2 5 0,-4 7 0,2-1 0,-8 14 0,1 2 0,1 2 0,-4 1 0,6-3 0,-1-8 0,5 0 0,-4-13 0</inkml:trace>
  <inkml:trace contextRef="#ctx0" brushRef="#br0" timeOffset="65">25039 15010 8912,'-18'0'0,"1"0"0,0 0 0,6-2 0,-1-4 0,8 4 0,-11-13 0,13 13 0,-6-13 0,8 13 0,0-6 0,0 8 0,8 0 0,3 0 0,-1 0 0,2 0 0,-1 0 0,8 0 0,4 0 0,6 0 0,3 0 0,3 0 0,7 0 0,4 0 0,13 0 0,10 0 0,1 0-141,11 0 0,-9 0 141,3 0 0,1 0 0,-3 2 0,-4 2-37,-4 1 1,-10 9 36,3-3 0,3 3 0,2-3 0,-4 3 0,-1-9 0,-5 7 0,-1-7 0,0 1 0,-1-6 0,-7 0 0,-4 0 0,2 0 0,-2 0 0,8 0 0,-4 0 0,2 2 140,0 4 0,0-2-140,6 7 0,1-5 37,4 5 1,-9-7-38,4 2 0,-10 2 0,4-3 0,-6 1 0,6-6 0,-6 0 0,6 0 0,0 0 0,-2 0 0,11 0 0,-3 0 0,3 0 0,-3 0 0,-6 0 0,0 0 0,-8 0 0,2 0 0,-9 0 0,-4 0 0,-3-2 0,-3-4 0,0 4 0,2-3 0,-9 3 0,3 2 0,-4 0 0,5 0 0,-1 0 0,-8-8 0,-1 6 0,-8-5 0,0 7 0,0 0 0,-8 0 0,6 0 0,-7 0 0,3 0 0,2 0 0,-7 0 0,-1 0 0,-5 0 0,2 1 0,3 5 0,-3-4 0,4 4 0,-5-4 0,-1-2 0,0 0 0,0 0 0,-6 0 0,0 0 0,-2 0 0,2 0 0,2 0 0,-8 0 0,3 0 0,-3 0 0,-4 0 0,5 0 0,-5 0 0,-1 0 0,-1 0 0,1 0 0,-1 0 0,1 0 0,0 0 0,-1 0 0,7 0 0,-1 0 0,6 0 0,-6 0 0,6 0 0,-5 0 0,7 0 0,-2 0 0,3 0 0,3 0 0,0 0 0,8 0 0,-7 0 0,14 7 0,-5-5 0,7 6 0,0-8 0,0 0 0</inkml:trace>
  <inkml:trace contextRef="#ctx0" brushRef="#br0" timeOffset="66">21425 15904 8912,'17'5'0,"-2"-1"0,-3-6 0,-3 2 0,-5-7 0,2-1 0,0 4 0,-6-7 0,0 7 0,0-4 0,0 8 0,0 0 0,0 8 0,0 3 0,0 5 0,2 1 0,1 2 0,5 2 0,2 2 0,-1 2 0,3-2 0,3-4 0,-4 4 0,5-6 0,1-6 0,0 3 0,0-9 0,1 1 0,1-6 0,2-2 0,2-3 0,0-5 0,-6-7 0,2-6 0,4 0 0,-10-6 0,4 6 0,-3-7 0,3 1 0,-6 2 0,-1 1 0,-2 1 0,5 2 0,-11 6 0,13 7 0,-11 10 0,8 12 0,-7 3 0,5 2 0,-1 2 0,1 4 0,-4-2 0,5 8 0,-5-8 0,5 2 0,-7-4 0,2-2 0,-4 0 0,-2 0 0,0 1 0,0-1 0,0 0 0,-8 0 0,-3 0 0,-5-5 0,-1-1 0,-8-7 0,-1 4 0,-9-8 0</inkml:trace>
  <inkml:trace contextRef="#ctx0" brushRef="#br0" timeOffset="67">21545 15732 8912,'0'-17'0,"-2"-3"0,-1-1 0,-3-2 0,0 6 0,6 6 0,0 7 0,0-11 0,8 13 0,3-4 0,12 4 0,6 0 0,3-3 0,10 3 0,2-6 0</inkml:trace>
  <inkml:trace contextRef="#ctx0" brushRef="#br0" timeOffset="68">22801 15697 8912,'0'-17'0,"0"0"0,-3 2 0,-9 3 0,1-1 0,-12 7 0,-4 2 0,-2 10 0,-5 5 0,-6 5 0,3 9 0,-3 3 0,6 5 0,5 1 0,6 0 0,4 1 0,2-1 0,0 1 0,7-3 0,4-3 0,12-6 0,6-12 0,5-3 0,6-8 0,5 0 0,5 0 0,1-14 0,1-3 0,5-9 0,0 3 0,0-6 0,-5 6 0,-9-8 0,-1 3 0,-2-3 0,0 3 0,-6 3 0,-5 8 0,-8-1 0,1 1 0,-3 8 0,-2 1 0,0 10 0,0 4 0,0 9 0,0 8 0,2 7 0,4-1 0,5-2 0,12 1 0,-2 1 0,8 5 0,6-7 0,5-4 0,15-4 0,-1-2 0</inkml:trace>
  <inkml:trace contextRef="#ctx0" brushRef="#br0" timeOffset="69">23989 15766 8912,'-15'-2'0,"1"-4"0,3-5 0,7-4 0,-2-2 0,4-1 0,4 9 0,4 5 0,5 8 0,-1 5 0,1 9 0,-1 4 0,1 1 0,3 8 0,-7-2 0,1 5 0,0 6 0,3-2 0,-5 8 0,2-6 0,-3 6 0,-3-2 0,4 2 0,-4 2 0,-2-8 0,0 0 0,0-6 0,-2-7 0,-4-6 0,-5-8 0,3-5 0,-7-8 0,5 0 0</inkml:trace>
  <inkml:trace contextRef="#ctx0" brushRef="#br0" timeOffset="70">23868 15818 8912,'-7'-27'0,"5"2"0,-4 8 0,6 7 0,6 5 0,9-3 0,12 0 0,4 1 0,5-1 0,10 2 0,0 6 0,3-5 0,3-1 0,0 0 0,-1 6 0,-9 0 0,-7 2 0,-10 4 0,-14-4 0,-3 19 0,-8-4 0,-8 4 0,-3-4 0,-18 6 0,-6 2 0,-1 2 0,-6-6 0,2 3 0,2 1 0,1-6 0,3 4 0,0-4 0,-1-1 0,10-1 0,8 0 0,0-7 0,15-3 0,-6-7 0</inkml:trace>
  <inkml:trace contextRef="#ctx0" brushRef="#br0" timeOffset="71">24505 15697 8912,'-17'0'0,"0"0"0,-6 8 0,0 3 0,0 5 0,6 1 0,1 6 0,5 2 0,3 1 0,1 5 0,5-6 0,-4-2 0,6 0 0,6-6 0,3 2 0,8-11 0,3-1 0,3 1 0,-2-2 0,7-6 0,-7-8 0,2-3 0,-4-5 0,-1-1 0,-3 0 0,-4 0 0,-3-1 0,-8 1 0,0-6 0,-2 0 0,-4 2 0,-5 2 0,-4 2 0,-3 0 0,1 5 0,0 1 0,0 7 0,0-2 0,-1 5 0,1 1 0,0 0 0,7 0 0,-5 7 0,5 3 0</inkml:trace>
  <inkml:trace contextRef="#ctx0" brushRef="#br0" timeOffset="72">24935 15749 8912,'0'9'0,"0"-1"0,0-6 0,0 4 0,0-4 0,0 13 0,0-6 0,0 9 0,0-1 0,0 0 0,0 0 0,0 0 0,0 1 0,0-1 0,0 0 0,0 0 0,0 0 0,0 1 0,0-1 0,-7 0 0,-3 0 0</inkml:trace>
  <inkml:trace contextRef="#ctx0" brushRef="#br0" timeOffset="73">24815 15732 8912,'-10'-17'0,"-3"5"0,7 1 0,-7-1 0,11-5 0,-6 7 0,16 3 0,3 7 0,5 0 0,16 7 0,5 3 0</inkml:trace>
  <inkml:trace contextRef="#ctx0" brushRef="#br0" timeOffset="74">25348 15835 8912,'-17'0'0,"0"0"0,0 0 0,0 0 0,1 2 0,3 2 0,1 1 0,7 9 0,-7-3 0,6 4 0,-5 3 0,7-5 0,-2 4 0,4-9 0,2 9 0,0-4 0,0 5 0,0-1 0,0-8 0,0-1 0,0-23 0,2 3 0,4-11 0,-2-1 0,7 1 0,-5-6 0,6 4 0,-1 0 0,-1 0 0,5-3 0,-4 5 0,5 0 0,1 6 0,0 0 0,0 7 0,1 4 0,-7 4 0,1 2 0,-1 2 0,6 4 0,0 5 0,1 12 0,-1-2 0,2 6 0,2-2 0,2-4 0,2 4 0,-2-2 0,-4-2 0,4-10 0,-2 3 0,2-9 0,-4 1 0,4-6 0,-4-2 0,-2-4 0,0-3 0,1-8 0,-7-8 0,1-4 0,-7-3 0,7-3 0,-8-5 0,1 0 0,-3-6 0,-2 6 0,0-8 0,0 2 0,0 6 0,0 6 0,-7 0 0,3 16 0,-8 1 0,8 23 0,-1 17 0,3 7 0,2 5 0,0 7 0,0 4 0,0-2 0,0 1 0,0-4 0,0 4 0,2-6 0,3 1 0,-1-4 0,8-2 0,-7-7 0,7-4 0,-2-4 0,3-2 0,-4 1 0,-1-1 0,-2-8 0,1-1 0,-5-16 0,-2-1 0,-9-8 0</inkml:trace>
  <inkml:trace contextRef="#ctx0" brushRef="#br0" timeOffset="75">25796 15749 8912,'-25'0'0,"6"0"0,-4 0 0,4 0 0,2 0 0,7 0 0,4 2 0,12 4 0,15-5 0,19 5 0,8-4 0,21-2 0,7 0 0,7 0 0,3 0 0,0-15 0,0-4 0</inkml:trace>
  <inkml:trace contextRef="#ctx0" brushRef="#br0" timeOffset="76">27241 15646 8912,'0'-17'0,"0"-1"0,-2 1 0,-1 0 0,-5 0 0,-2 0 0,-3-1 0,-2 1 0,-1-2 0,3-2 0,3-2 0,3 2 0,-5 0 0,7 0 0,1-2 0,2 0 0,2 6 0,0 11 0,0 12 0,2 11 0,2 20 0,1 1 0,-1 2 0,4 8 0,-2-2 0,5 1 0,-5-1 0,-1 2 0,-5-8 0,6 0 0,0-6 0,0 1 0,-6-1 0,0-7 0,2-4 0,1-4 0,3-2 0,0-7 0,-4-4 0,4-12 0,-3-11 0,9-12 0,-6 2 0,5-1 0,-5-1 0,5-6 0,1 3 0,5 3 0,0-1 0,0 7 0,6 2 0,0 9 0,6 3 0,-6 3 0,6 6 0,-6 0 0,-1 10 0,-4 13 0,-7-2 0,-1 5 0,-3 1 0,-3 0 0,-2-4 0,-2 5 0,-9-5 0,-7 4 0,-7 0 0,-3 0 0,-3-6 0,-6 2 0,7-6 0,-1-6 0,2 3 0,-1-9 0,3 7 0,8-7 0,5-1 0,1-9 0,7-5 0,-2-7 0,12-8 0,5-4 0,-1-3 0,1-3 0,8-7 0,8-2 0</inkml:trace>
  <inkml:trace contextRef="#ctx0" brushRef="#br0" timeOffset="77">27706 15663 8912,'10'0'0,"5"0"0,-6 8 0,3-6 0,-1 3 0,-5 3 0,6 0 0,1 1 0,-4-3 0,3 5 0,-1-7 0,7 4 0,-1-8 0,-6 0 0,1 0 0,-1 0 0,6 0 0,-7-8 0,-2-1 0,-10-9 0,-4 1 0,0 6 0,-11-1 0,4 8 0,-12-1 0,2 5 0,0 5 0,-6 5 0,6 7 0,-5 6 0,5 0 0,5 9 0,7 3 0,7-1 0,-2 6 0,5 2 0,4-1 0,7-3 0,7-2 0,18-9 0,-1-4 0,10-12 0,-4-5 0,6-4 0,-6-2 0,8-10 0,-2-7 0,-10-8 0,-1-9 0,-12-8 0,1-2 0</inkml:trace>
  <inkml:trace contextRef="#ctx0" brushRef="#br0" timeOffset="78">28394 15353 8912,'-2'-9'0,"-3"3"0,3 12 0,-4 5 0,2 12 0,-2 6 0,5 5 0,-5 6 0,4 4 0,2 8 0,0 0 0,0-1 0,8-1 0,3-4 0,-1 3 0,1-3 0,-5-6 0,5-5 0,-7-3 0,2-9 0,-4 0 0,-18-13 0,-3-3 0</inkml:trace>
  <inkml:trace contextRef="#ctx0" brushRef="#br0" timeOffset="79">28205 15766 8912,'17'0'0,"-7"0"0,3-2 0,-7-4 0,2 5 0,-3-5 0,5 2 0,7-2 0,0 4 0,0-3 0,8 1 0,4-2 0,4 4 0,1-4 0,2-1 0,4 1 0,-3-5 0,3 5 0,-4-7 0,-1 3 0,-3-2 0,-3 1 0,-4 0 0,-8-7 0,-6 3 0,-1 2 0,-2 1 0,-3 7 0,-5-7 0,0 8 0,-7-3 0,3 14 0,-8 5 0,9 3 0,-3 2 0,-2 2 0,2 4 0,1-2 0,5 8 0,0-8 0,0 2 0,0-4 0,0-2 0,5 0 0,1 0 0,0-1 0,2-5 0,-5-3 0,9-8 0,-1 0 0,7 0 0,-1-2 0,0-4 0,0-3 0,0-9 0,1-4 0,-1-1 0,0 0 0,0 6 0,-5-1 0,-1 1 0,-7 0 0,6 7 0,-5 5 0,-3 3 0,6 4 0,-8 3 0,0 5 0,0 7 0,0-5 0,0-1 0,0 2 0,0 3 0,2-5 0,3 1 0,-1-7 0,8 5 0,1-2 0,2-3 0,3-5 0,-1-7 0,0-5 0,0-3 0,0-2 0,-5-6 0,-1 0 0,1 0 0,5 6 0,-5 0 0,-1-1 0,-5 1 0,5 0 0,-7-8 0,4-2 0</inkml:trace>
  <inkml:trace contextRef="#ctx0" brushRef="#br0" timeOffset="80">29410 15680 8912,'0'10'0,"-8"-3"0,6-7 0,-4 0 0,12 0 0,-2 0 0,7 0 0,1-2 0,5-3 0,0 3 0,0-6 0,1 1 0,-1-5 0,0 2 0,0-1 0,1 0 0,-1-7 0,4-1 0,-2-2 0,-6-4 0,-3-1 0,-4 3 0,-6-6 0,0 8 0,0-2 0,-8 6 0,-5 6 0,-7 5 0,-3 4 0,-5 4 0,5 4 0,-2 5 0,4 12 0,0 7 0,6 9 0,-1-3 0,11 4 0,-1 2 0,6-2 0,0-2 0,0-9 0,7 2 0,5-8 0,5-1 0,6-4 0,4-9 0,7-3 0,1-4 0,-1-2 0,6-10 0,0-7 0,6-2 0,-6-10 0,1 6 0,-7-5 0,-1 1 0,-5-2 0,-3-1 0,-8 5 0,-1 0 0,-5 0 0,-3 2 0,-16 8 0,-3 4 0,-5 5 0,-1 4 0,0 2 0,0 0 0,-1 8 0,1 3 0,6 4 0,-1 3 0,7 1 0,-7 4 0,8-4 0,-1 4 0,3-4 0,2-2 0,2 0 0,3 0 0,5-1 0,7-5 0,6 2 0,0-7 0,8 0 0,-3-8 0,3-2 0,-3-2 0,3-9 0,-8 0 0,-2-6 0,-2 0 0,-2 2 0,1 2 0,-3-6 0,-4 0 0,-3-2 0,-6 4 0,2-2 0,1 2 0,1 2 0,-6 2 0,0 9 0,0 8 0,0 13 0,0 10 0,0 8 0,0-2 0,0 1 0,0-1 0,0 1 0,0-7 0,0 6 0,0-6 0,0 0 0,0-6 0,0 0 0,0 0 0,0-7 0,0-4 0,0-12 0,0-6 0,0-5 0,0-6 0,0 2 0,0-7 0,2-1 0,4-5 0,-2-3 0,7-3 0,1 4 0,5-4 0,0 9 0,0 3 0,0 7 0,1-2 0,-1 3 0,0 13 0,0 7 0,-5 9 0,-1 14 0,-7 6 0,4 9 0,-3 4 0,1 2 0,2-6 0,-2 2 0,-3 2 0,9-3 0,-1-5 0,-1-3 0,13-10 0,-4 3 0</inkml:trace>
  <inkml:trace contextRef="#ctx0" brushRef="#br0" timeOffset="81">30941 14924 8912,'12'0'0,"-3"-2"0,1-2 0,-3-4 0,1-1 0,7 3 0,1-4 0,5 3 0,0 3 0,6-4 0,1 3 0,3 1 0,-3 2 0,5 10 0,-4 3 0,1 4 0,-1 2 0,-4 3 0,-8 1 0,-2 1 0,-3 0 0,-5 4 0,-7 3 0,-3-2 0,-7-1 0,-11 1 0,-10 0 0,-1-6 0,-14 2 0,6 2 0,-6-2 0,8-6 0,-2-6 0,3-1 0,5 1 0,3-5 0,6-4 0,12-4 0,5-4 0,4-11 0,2-17 0,0-10 0</inkml:trace>
  <inkml:trace contextRef="#ctx0" brushRef="#br0" timeOffset="82">31543 14735 8912,'-7'9'0,"-5"-3"0,5-4 0,-9 3 0,5 3 0,-4 2 0,-1 1 0,5 6 0,-4 0 0,5 3 0,0 3 0,5 5 0,-3 5 0,2 1 0,1-5 0,5-1 0,0 1 0,0 5 0,5-1 0,1-4 0,2-3 0,-3-3 0,5-11 0,15 3 0,2-15 0</inkml:trace>
  <inkml:trace contextRef="#ctx0" brushRef="#br0" timeOffset="83">31647 15027 8912,'7'17'0,"-5"-6"0,4 1 0,-4-4 0,-2 9 0,0-4 0,0 10 0,0-4 0,0-2 0,0 6 0,0 0 0,0 8 0,0-3 0,0 5 0,0 1 0,0 1 0,0-1 0,0-1 0,0-5 0,0-3 0,0-8 0,0 0 0</inkml:trace>
  <inkml:trace contextRef="#ctx0" brushRef="#br0" timeOffset="84">32043 15199 8912,'1'9'0,"3"-1"0,2 0 0,0-5 0,-6 9 0,0 1 0,0 8 0,0 2 0,-2 8 0,-4-3 0,2 11 0,-7 1 0,-3 6 0,-7-4 0,-3 0 0,-3 0 0,-2-2 0,-5-6 0</inkml:trace>
  <inkml:trace contextRef="#ctx0" brushRef="#br0" timeOffset="85">32197 14992 8912,'2'-17'0,"4"0"0,0 6 0,11-1 0,-4 1 0,10-7 0,4 3 0,2 2 0,3 3 0,3 3 0,-1 1 0,1 6 0,-7 2 0,-1 4 0,-2 5 0,-4 4 0,-10 10 0,-5 4 0,-6 3 0,-6 3 0,-3 1 0,-8 4 0,-6-9 0,0 3 0,-8-3 0,2 3 0,-1-2 0,1-3 0,-1 2 0,7-8 0,-6-2 0,6-10 0,2-5 0,9-12 0,5-4 0</inkml:trace>
  <inkml:trace contextRef="#ctx0" brushRef="#br0" timeOffset="86">32559 14855 8912,'17'0'0,"0"0"0,-7 0 0,-3 2 0,-7 4 0,-7 3 0,-5 8 0,-3 2 0,-2 4 0,5 4 0,1 7 0,-1 1 0,-5-1 0,8 1 0,3-1 0,4 0 0,2 1 0,0-1 0,0 1 0,0-3 0,0-3 0,8-5 0,1-14 0,8-2 0</inkml:trace>
  <inkml:trace contextRef="#ctx0" brushRef="#br0" timeOffset="87">32851 15147 8912,'18'0'0,"-1"0"0,0-2 0,0-3 0,0 1 0,1-8 0,5 7 0,1-5 0,3 0 0,4 1 0,-4 5 0,1-2 0,-7 4 0,2 2 0,-4 0 0,-3 8 0,-5 3 0,-11 12 0,-11 6 0,-5-2 0,-3 0 0,-2-1 0,-2 1 0,0 0 0,6 1 0,8-1 0,3-4 0,4-4 0,2 4 0,4-4 0,7-2 0,10-7 0,21-4 0,14-4 0,16-2 0,16-2 0,-34 0 0,1-2 0,1-3 0,1-3 0,3-4 0,1 1 0</inkml:trace>
  <inkml:trace contextRef="#ctx0" brushRef="#br0" timeOffset="88">9620 8098 8912,'0'8'0,"0"-8"0,-2-6 0,-4-6 0,4 5 0,-6 16 0,8 7 0,0 7 0,0 3 0,8 5 0,2 7 0,1 4 0,1 2 0,-3 4 0,3 9 0,1-2 0,-5 7 0,-1-3 0,1-4 0,-2-9 0,-6-6 0,0 4 0,0 0 0</inkml:trace>
  <inkml:trace contextRef="#ctx0" brushRef="#br0" timeOffset="89">9757 9387 8912,'0'18'0,"-2"-3"0,-3-4 0,3 5 0,-4-5 0,2 3 0,-2-3 0,5 4 0,-5-3 0,-2 3 0,2 2 0,3 2 0,1 4 0,0-4 0,-4 4 0,4-4 0,-6 6 0,8 2 0</inkml:trace>
  <inkml:trace contextRef="#ctx0" brushRef="#br0" timeOffset="90">9740 10024 8912,'0'23'0,"0"-1"0,0 1 0,-8-5 0,5-3 0,-9-4 0,8 5 0,-3-7 0,7 8 0,2-1 0,1-3 0,3-2 0,0-7 0,-6 12 0,0-7 0</inkml:trace>
  <inkml:trace contextRef="#ctx0" brushRef="#br0" timeOffset="91">9740 10281 8912,'17'10'0,"-5"-2"0,-1-8 0,-7-8 0,4 6 0,-8-13 0,0 13 0,0-13 0,-2 13 0,-4-4 0,2 4 0,-7 2 0,-1 0 0,-5 0 0,6 0 0,-1 0 0,8 0 0,-3 0 0,1 8 0,0 3 0,0 4 0,6 3 0,0-7 0,0 1 0,0 1 0,8 0 0,4-1 0,-3 1 0,3-7 0,-1 2 0,6-3 0,-5-3 0,-1 4 0,1-4 0,5-2 0,0 0 0,-7 0 0,-10-6 0,-12 0 0,-3 1 0,-2 5 0,0 2 0,-1 3 0,1-1 0,0 8 0,0-3 0,-1 3 0,1 3 0,2-4 0,4 5 0,5 1 0,-4 0 0,8 0 0,-2 0 0,8 1 0,2-9 0,11-3 0,-3-4 0,9-2 0,-4 0 0,-2 0 0,6-2 0,0-4 0,0 2 0,-6-7 0,-6-1 0,-1-5 0,-2 0 0,3 0 0,-5 0 0,0-1 0,-8 3 0,-4 4 0,-6 5 0,-3 4 0,-2 2 0,0 0 0,5 2 0,1 4 0,-1 3 0,-5 8 0,2 1 0,3-1 0,3-6 0,3 1 0,4-1 0,-4 6 0,4-5 0,2-1 0,0-5 0,2 4 0,4-3 0,-2-1 0,7-6 0,-5 0 0,6 0 0,-9 0 0,7-2 0,-4-4 0,-4 3 0,3-9 0,-10 1 0,-5-7 0,-7 9 0,0-6 0,-1 13 0,3-2 0,4 8 0,-3-1 0,9 9 0,-3-3 0,2 3 0,4 3 0,-3-3 0,5 1 0,5-1 0,-1 1 0,8-7 0,5-1 0,6-5 0,-2 0 0,-2 0 0,-2 0 0,0 0 0,1 0 0,-1-2 0,0-3 0,-7-5 0,-5-7 0,-3 6 0,-2-1 0,-7 1 0,-5-7 0,-3 7 0,-2-1 0,-1 3 0,1-4 0,0 1 0,7 8 0,-5-3 0,13 14 0,-4 5 0,-3 3 0,-1 2 0</inkml:trace>
  <inkml:trace contextRef="#ctx0" brushRef="#br0" timeOffset="92">8897 11416 8912,'-10'0'0,"3"-7"0,14-1 0,5-3 0,3-3 0,4 8 0,2 3 0,2 1 0,2 2 0,-4 0 0,2 0 0,-2 0 0,4 2 0,-2 3 0,-2 5 0,-2-1 0,-4 7 0,-1-5 0,-5 4 0,-1 3 0,-2 1 0,-6 4 0,-14-2 0,-3 7 0,-12 1 0,1 5 0,-5-1 0,-1-4 0,-1 3 0,1-3 0,5-5 0,4-1 0,4-4 0,6-1 0,9-9 0,-1-3 0,7-12 0,0-19 0,0-11 0</inkml:trace>
  <inkml:trace contextRef="#ctx0" brushRef="#br0" timeOffset="93">9362 11296 8912,'-12'-15'0,"1"3"0,-1-3 0,-5 5 0,0 1 0,-1 3 0,1 12 0,6 5 0,-1 12 0,-1 8 0,-2 7 0,-3 0 0,1 8 0,6-8 0,-1 2 0,8-1 0,-1-1 0,3 2 0,2-2 0,0-4 0,0-5 0,9-4 0,9-8 0,1-7 0,9-5 0,1-18 0,5-6 0</inkml:trace>
  <inkml:trace contextRef="#ctx0" brushRef="#br0" timeOffset="94">9740 11365 8912,'17'-8'0,"2"-3"0,2-5 0,2-1 0,2 2 0,-2 3 0,-4-1 0,4 7 0,-4-5 0,-1 5 0,-1 2 0,0 2 0,0 10 0,-1 2 0,-5 7 0,-3 2 0,-8 4 0,0-2 0,0 7 0,-6-5 0,-2 6 0,-1 0 0,-5-3 0,5 1 0,-3-4 0,8-4 0,-1 4 0,3-4 0,2-2 0,2-7 0,5-4 0,13-4 0,12-2 0,12 0 0,13 0 0,6-10 0,12-7 0,3-2 0,10-10 0,4-2 0,-4-1 0,-41 15 0,0 0 0</inkml:trace>
  <inkml:trace contextRef="#ctx0" brushRef="#br0" timeOffset="95">3631 5932 8912,'0'-18'0,"-6"-1"0,1-2 0,1-2 0,2 2 0,2 2 0,0 2 0,0 0 0,0 11 0,0 12 0,0 15 0,-6 17 0,0 10 0,3 5 0,1 5 0,-4 7 0,0-2 0,0 5 0,6 5 0,2 2 0,4-3 0,2-3 0,3-6-230,4-4 1,-5-7 0,7-1 0</inkml:trace>
  <inkml:trace contextRef="#ctx0" brushRef="#br0" timeOffset="96">3648 7565 8912,'-15'42'0,"2"-10"0,3-10 0,2-9 0,3-5 0,5 9 0,0-2 0,0 14 0,0 1 0,0 10 0,0-1 0,0 8 0,0 5 0,0 3 0,0 8 0,0-5 0,7 7 0,3-4 0</inkml:trace>
  <inkml:trace contextRef="#ctx0" brushRef="#br0" timeOffset="97">3717 9112 8912,'0'12'0,"0"-1"0,-2 6 0,-4 6 0,5 10 0,-5 1 0,4 3 0,2 8 0,-6-1 0,0 2 0,1 4 0,5-6 0</inkml:trace>
  <inkml:trace contextRef="#ctx0" brushRef="#br0" timeOffset="98">3769 10006 8912,'0'12'0,"0"-1"0,0-7 0,0 11 0,0-3 0,-8 3 0,-3 2 0,-5 6 0,-1 2 0,0 2 0,0 3 0,1 1 0,5-2 0,-4 3 0,5-5 0</inkml:trace>
  <inkml:trace contextRef="#ctx0" brushRef="#br0" timeOffset="99">3734 10729 8912,'0'11'0,"0"0"0,0-7 0,0 2 0,0-12 0,0-5 0,0-4 0,0 3 0,0 1 0,0-1 0,0-5 0,0 0 0,0 5 0,0 1 0,-2 7 0,-3-2 0,3-3 0,-14 7 0,15-6 0,-15 16 0,12-1 0,-7 5 0,7 3 0,-2-3 0,4 3 0,-3-4 0,-1 1 0,0-1 0,6 7 0,0-1 0,2-6 0,4-1 0,5-3 0,5 7 0,1-12 0,0 3 0,0-3 0,0-2 0,-1-7 0,-3-5 0,-1-3 0,1-2 0,-5 0 0,-3-1 0,3 1 0,-2 0 0,0 0 0,-6 0 0,-2-1 0,-4 1 0,-6 0 0,-3 2 0,-2 3 0,0 5 0,-1 7 0,7 0 0,0 0 0,-1 7 0,-5 5 0,2 3 0,3 2 0,-1 0 0,7 1 0,0-1 0,6 0 0,0 0 0,0 0 0,2 1 0,4-3 0,5-4 0,5-3 0,1-8 0,2 0 0,4 0 0,-4 0 0,4 0 0,-4-8 0,-2-3 0,1-4 0,-1-3 0,0 1 0,0 0 0,-7 0 0,-5 0 0,-3-6 0,-2 0 0,-2 0 0,-3 6 0,-5 7 0,-7 4 0,0 4 0,0 2 0,-6 0 0,0 0 0,-6 8 0,6 4 0,0 9 0,6 1 0,-4 7 0,4-6 0,-2 6 0,11-6 0,0-2 0,1-2 0,1-2 0,6 0 0,2-5 0,3-1 0,7-7 0,11 2 0,-2-6 0,8-6 0,1-6 0,3-3 0,-1-2 0,-3 0 0,1 0 0,-7-1 0,0-1 0,-5-4 0,-3 4 0,-4-4 0,-5 4 0,-4 2 0,-10-4 0,-3 4 0,-10-4 0,-2 9 0,-8 5 0,3 1 0,1 4 0,-2 4 0,-1 4 0,-3 5 0,4 4 0,1 3 0,7 5 0,-2-1 0,6 1 0,5-5 0,-1-1 0,7 0 0,2 0 0,2 0 0,10-7 0,3-4 0,7-4 0,4-2 0,7-2 0,11-4 0,-3-4 0,3-7 0,-6 0 0,-5 0 0,1-6 0,-7 0 0,6 0 0,-6 6 0,-8-2 0,-9-2 0,-4-2 0,-2 2 0,-8 2 0,-3 1 0,-10 7 0,-2 0 0,-8 7 0,5-2 0,-3 4 0,0 2 0,8 0 0,-2 0 0,4 6 0,2 0 0,0 7 0,1-2 0,3 5 0,2 1 0,7-6 0,-2 1 0,4-1 0,2 6 0,2 1 0,4-1 0,5 0 0,4 0 0,10 0 0,2 1 0</inkml:trace>
  <inkml:trace contextRef="#ctx0" brushRef="#br0" timeOffset="100">3614 11416 8912,'0'-17'0,"0"0"0,0 0 0,0-1 0,2 1 0,3 0 0,9 0 0,7 0 0,-2 1 0,4 3 0,-2 3 0,2 3 0,-4 3 0,4 10 0,-4 5 0,-2 5 0,1 6 0,-1 1 0,-6 8 0,-1-4 0,-3 1 0,-3 1 0,-2-2 0,-2 1 0,0 3 0,-2-8 0,-2-2 0,-1-2 0,-14 2 0,1-4 0,-5 10 0,0-10 0,-3 2 0,-9-7 0,1 7 0,1-6 0,3-1 0,1-3 0,8-3 0,-11-21 0,5-4 0</inkml:trace>
  <inkml:trace contextRef="#ctx0" brushRef="#br0" timeOffset="101">4251 11124 8912,'-23'-6'0,"0"1"0,0 1 0,-2 2 0,4 4 0,-8 3 0,-1 13 0,-9 10 0,-1 7 0,2 5 0,3 2 0,7 4 0,5 3 0,11-3 0,5-4 0,7-2 0,0-5 0,2-7 0,5-5 0,11-4 0,3-9 0,13-4 0,-2-4 0,14-2 0,6-8 0,5-4 0,1-10 0,1-5 0,2-8 0</inkml:trace>
  <inkml:trace contextRef="#ctx0" brushRef="#br0" timeOffset="102">4578 11330 8912,'0'17'0,"0"8"0,0 4 0,0 5 0,0 6 0,0 12 0,1 13 0,5 8 0,6 7 0,9 6 0,2 5-603,-8-3 0,-7-2 1,-8-9-1</inkml:trace>
  <inkml:trace contextRef="#ctx0" brushRef="#br0" timeOffset="103">4268 10763 8912,'-12'0'0,"1"0"0,-3 0 0,5 0 0,-3 0 0,7 0 0,-7 0 0,8 0 0,-3 0 0,7 0 0,0 0 0,-8 0 0,6 0 0,-6-8 0,8 6 0,0-5 0,0 7 0,0 0 0,8 0 0,2 0 0,7 0 0,0 0 0,0 0 0,1 0 0,-7 0 0,0 0 0,1 2 0,5 1 0,0 3 0,1-2 0,1-2 0,4-2 0,-4 0 0,4 0 0,2 6 0,-2-1 0,5 1 0,-5-6 0,6 0 0,-6 0 0,7 0 0,-3 2 0,2 2 0,-1 2 0,1-1 0,6-5 0,-1 0 0,0 0 0,1 0 0,-1 0 0,1 0 0,-1 0 0,1 0 0,-1 0 0,0 0 0,1 0 0,-1 0 0,1 0 0,-1 0 0,0 0 0,7 0 0,-1 0 0,0 0 0,-6 0 0,6 0 0,1 0 0,5 0 0,-4 0 0,0 0 0,0 0 0,4 0 0,-6 0 0,2 0 0,-2 0 0,-4 0 0,4 0 0,-3 0 0,-3 0 0,3 0 0,3 0 0,-2 0 0,8 0 0,2 0 0,1 0 0,3 0 0,0 0 0,-1 0 0,1 0 0,5-5 0,1-1 0,-1 0 0,-5 6 0,-7-6 0,1 1 0,0-3 0,6 4 0,-2-2 0,-5 3 0,5 1 0,-4 2 0,2 0 0,-2 0 0,-4 0 0,-8 0 0,1 0 0,-1 0 0,0 0 0,-1 0 0,-2 0 0,-3 0 0,-1 2 0,2 3 0,3-3 0,-3 4 0,3-4 0,3-2 0,-1 2 0,3 2 0,3 1 0,6-1 0,-2-2 0,1-2 0,-4 0 0,5 0 0,-3 2 0,3 4 0,-2-4 0,-3 3 0,-3-3 0,8-2 0,0 0 0,-2 0 0,-1 0 0,-2 0 0,3 0 0,7 0 0,-1 6 0,-4 0 0,2-1 0,-8-5 0,0 0 0,-4 2 0,3 2 0,1 2 0,0 0 0,-6-6 0,1 0 0,-1 0 0,2 0 0,5 0 0,1 0 0,4 0 0,5-6 0,-1 0 0,5 2 0,1 2 0,-3 2 0,-1 0 0,0-5 0,-1-1 0,-7 0 0,-4 6 0,-3-2 0,-3-3 0,-5 3 0,-1-4 0,-1 4 0,2 2 0,-6 0 0,-4 0 0,4-6 0,0 1 0,2-1 0,-2 6 0,-2 0 0,7 0 0,-7 0 0,2 0 0,-4 0 0,-1 0 0,-1 0 0,0 0 0,-7 0 0,-3 0 0,-7 0 0,-7 0 0,-5 0 0,-3 0 0,-4 0 0,-2 0 0,-2 0 0,0 0 0,6 0 0,-3 0 0,-2 0 0,1 0 0,-8 0 0,0 2 0,-5 4 0,-3-5 0,-3 7 0,-6-2 0,-3 0 0,-5 1 0,-3-1 0,-4-2 0,-8 7 0,-10-5-198,-7 5 1,8-1 197,-2 1 0,7 3 0,6-7 0,2 3 0,2 3 0,13-5 0,-1-2 0,5 1 0,0-1 0,-6 0 0,1-6 0,-1 0 0,-5 2 0,1 2 0,-1 1 0,3 1 0,-3-6 0,5 0 197,6 0 1,-1 0-198,6 0 0,-6 0 0,1 0 0,-4-2 0,-2-4 0,-1 4 0,-5-3 0,-7 1 0,-7-2 0,5 4 0,-8-3 0,6 3-171,-11 2 0,2 0 171,-3 0 0,5 0 0,7 0 0,2 0 0,2 2 0,4 1 0,2 3 0,3 0 0,10-6 0,-1 0 0,6 0 0,-6 0 0,1 0 0,-4 0 0,-2 0 0,-5-2 0,-2-2 0,-2-2 0,-4 3 0,5 1 0,3 2 0,5 0 171,6 0 0,-1 0-171,6 0 0,1 0 0,6 0 0,-1-6 0,1 0 0,-6 0 0,0 6 0,0 0 0,-2 0 0,3 0 0,-7 0 0,8 2 0,-2 4 0,4-4 0,1 4 0,3-4 0,3-2 0,-2 0 0,9 0 0,-1 5 0,5 1 0,1 0 0,0-6 0,0 0 0,0 0 0,-3 0 0,-3 0 0,2 0 0,-7 0 0,1 0 0,-2 0 0,-1-6 0,7 0 0,-6 1 0,6 5 0,2 0 0,2 0 0,2 0 0,0 0 0,-1 0 0,9 0 0,1 0 0,8 0 0,0 0 0,8 0 0,-6 0 0,5 0 0,-7 0 0,2 0 0,4 0 0,5 0 0,-1 0 0,1 0 0,1 0 0,5 0 0,2 0 0,4 0 0,4 0 0,7 0 0,1 0 0,-1 0 0,3 0 0,3 0 0,-2 0 0,8 0 0,-2 0 0,2 0 0,2 0 0,-8 0 0,8 0 0,-3 0 0,-1 0 0,2 0 0,2 0 0,2 0 0,-4 0 0,0 0 0,-1 0 0,7 0 0,-2-6 0,-4 0 0,-4 0 0,-8 5 0,2-3 0,5-2 0,-11 0 0,5 6 0,-5-2 0,5-3 0,1 3 0,4-4 0,4 4 0,8 2 0,-1 0 0,1 0 0,7-2 0,4-4 0,-3 5 0,-3-5 0,2-2 0,-1 2 0,7-5 0,-4 5 0,2 0 0,0-1 0,-2 5 0,2-4 0,-1-1 0,-5 1 0,-9 0 0,3 6 0,-9 0 0,4 0 0,-6 0 0,6 0 0,-7 0 0,3 0 0,0 0 0,4 0 0,3 0 0,3 0 0,0 0 0,-1 0 0,1 6 0,-1 0 0,1-1 0,-2-5 0,-4 0 0,-6 0 0,-2 0 0,2 0 0,4 6 0,8 0 0,-1-1 0,1-5 0,0 6 0,-1 0 0,3 0 0,3-6 0,-3 0 0,3 0 0,-5 0 0,-6 0 0,7 0 0,-7 0 0,2 0 0,-8 0 0,-4 0 0,4 0 0,-3 0 0,-5 0 0,-3 0 0,-6 0 0,2 0 0,-2 0 0,0 0 0,-6 0 0,0 0 0,0 0 0,-5 0 0,-1 0 0,-5 0 0,5 0 0,-7 0 0,4 0 0,-8 0 0,0 0 0,-8 0 0,-3 0 0,-4 0 0,-3 0 0,1 0 0,0 0 0,0 0 0,-6 0 0,0 0 0,-8 0 0,3 0 0,-13 5 0,-5 1 0,2 0 0,-3-6 0,-7 2 0,-7 4 0,-8-5 0,-5 5 0,-7 2-314,-11-2 1,-3 5 313,44-8 0,-1 0 0,0 2 0,0 1 0,2-2 0,1 0 0,-45 3 0,8 1 0,4 4 0,-4-7 0,2 3 0,4-2 0,3-4 0,8 3 0,2-3 0,2-2 0,2 0 0,-2 0 0,6 0 0,2 0 0,-3 0 0,3 0 0,-6 0 0,5 0 0,5 0 0,5 0 0,0-6 0,8 1 0,-6-1 0,6 6 0,0 0 0,4 0 0,-5 0 0,-4 0 0,-7 0 0,-5 0 0,1 0 0,-7 0 0,6 0 0,-6 0 0,1 0 0,1 0 0,8 0 313,5 0 1,8 0-314,-6 0 0,8 0 0,-3 0 0,5 6 0,2-1 0,-7 1 0,-1-4 0,0 2 0,0 2 0,-4 1 0,6-1 0,-8-4 0,3 4 0,3 1 0,1-1 0,7-2 0,5-2 0,2 4 0,5-1 0,2 1 0,-3-6 0,4 0 0,2 0 0,0 0 0,0 0 0,0 0 0,-1 0 0,1 2 0,0 4 0,-2-4 0,-2 3 0,-2-3 0,0-2 0,6 0 0,7 0 0,2 0 0,8 0 0,0 0 0,8 0 0,-6 0 0,6 0 0,-8 0 0,0 0 0,7 0 0,3 2 0,7 4 0,-5-4 0,-1 3 0,-7 5 0,3 0 0</inkml:trace>
  <inkml:trace contextRef="#ctx0" brushRef="#br0" timeOffset="104">5868 11382 8912,'0'-12'0,"0"1"0,0-2 0,0-3 0,0 5 0,0-1 0,0 1 0,0-6 0,0 5 0,0 1 0,0 7 0,0-4 0,0 8 0,0 8 0,0 3 0,0 10 0,-2 4 0,-2 2 0,-1 4 0,-1 7 0,6 2 0,0 2 0,0-2 0,0-2 0,0 6 0,0-2 0,0-4 0,0-7 0,0-4 0,2-2 0,4-4 0,1-2 0,5-2 0,5-8 0,0-3 0,0-4 0,6-2 0,-6-4 0,-5-7 0,3-8 0,-5-16 0</inkml:trace>
  <inkml:trace contextRef="#ctx0" brushRef="#br0" timeOffset="105">5834 11640 8912,'-17'15'0,"-1"-3"0,7-5 0,-1-7 0,16 0 0,2 0 0,7 0 0,5 0 0,6-2 0,5-3 0,4 1 0,1-8 0,0 1 0,1-6 0,-1-1 0,1 1 0</inkml:trace>
  <inkml:trace contextRef="#ctx0" brushRef="#br0" timeOffset="106">6178 11468 8912,'2'-10'0,"4"5"0,3-3 0,8 2 0,2 0 0,4 6 0,4-1 0,8-3 0,-1-2 0,0 2 0,-1 2 0,-4 2 0,-3 2 0,-7 4 0,-1 5 0,-5 7 0,-13 4 0,-4-1 0,-7 8 0,-3-6 0,-14 6 0,1-6 0,-2 5 0,-3 1 0,3 5 0,4-7 0,2-6 0,4-8 0,2-5 0,0-8 0,0 0 0</inkml:trace>
  <inkml:trace contextRef="#ctx0" brushRef="#br0" timeOffset="107">6625 11382 8912,'-17'0'0,"0"0"0,0 0 0,0 0 0,-1 0 0,1 0 0,0 9 0,0 9 0,-1 1 0,1 9 0,2-5 0,3 6 0,5 0 0,7 5 0,0 0 0,0 1 0,7-1 0,5-1 0,3-3 0,2-1 0,6-8 0,0 2 0,8-12 0,-12-3 0,6-8 0</inkml:trace>
  <inkml:trace contextRef="#ctx0" brushRef="#br0" timeOffset="108">6815 11588 8912,'-8'10'0,"4"-1"0,-7-3 0,7-2 0,-2 7 0,2 3 0,-1 1 0,3 4 0,-4 4 0,4 4 0,2 7 0,0 0 0,8 1 0,1-1 0</inkml:trace>
  <inkml:trace contextRef="#ctx0" brushRef="#br0" timeOffset="109">7400 11330 8912,'-10'-7'0,"1"5"0,3-4 0,-4 6 0,1 6 0,1 9 0,8 10 0,0 2 0,0 3 0,0 3 0,0 1 0,0 0 0,0 1 0,2-1 0,2-1 0,2-3 0,-3-1 0,5-2 0,-2 1 0,0-1 0,-6-4 0,0-4 0,0 4 0,-8-12 0,-2-3 0</inkml:trace>
  <inkml:trace contextRef="#ctx0" brushRef="#br0" timeOffset="110">7296 11674 8912,'0'-17'0,"0"0"0,0 0 0,14-1 0,3 1 0,17 6 0,1-1 0,11 8 0,0-1 0,9-3 0,2 2 0,-7 1 0,0-3 0,-6-2 0</inkml:trace>
  <inkml:trace contextRef="#ctx0" brushRef="#br0" timeOffset="111">5404 12242 8912,'0'-12'0,"0"1"0,0-3 0,-6-1 0,0-2 0,-2 0 0,3-1 0,1 3 0,-8 4 0,1 3 0,-6 10 0,-1 4 0,1 5 0,2 6 0,4 6 0,-5 10 0,7 9 0,-1 2 0,4 3 0,-1 5 0,1 5 0,0-3 0,6 3 0,0-3 0,0-3 0,8-5 0,3 0 0,5-14 0,1-1 0,0-10 0,0-12 0,0-5 0,1-11 0,-1-3 0</inkml:trace>
  <inkml:trace contextRef="#ctx0" brushRef="#br0" timeOffset="112">5662 12362 8912,'-6'17'0,"-2"0"0,-1 0 0,-5 1 0,7-1 0,1 0 0,-2 2 0,3 4 0,-1-2 0,6 6 0,0-2 0,0-4 0,2 3 0,3-1 0,-1 6 0,8-6 0,1 0 0,10-6 0,-4 0 0,4 1 0,2-9 0,-2-3 0,8-4 0,-5-2 0</inkml:trace>
  <inkml:trace contextRef="#ctx0" brushRef="#br0" timeOffset="113">5885 12517 8912,'0'11'0,"0"1"0,0-9 0,2 5 0,4-8 0,4 0 0,7-2 0,0-2 0,0-1 0,2-3 0,4 2 0,-4 2 0,4-7 0,-2 5 0,2-5 0,-4-1 0,6-5 0</inkml:trace>
  <inkml:trace contextRef="#ctx0" brushRef="#br0" timeOffset="114">6264 12327 8912,'17'0'0,"-7"0"0,-3 0 0,-5 0 0,4 0 0,-4 0 0,4 0 0,-12 0 0,2 8 0,-5 4 0,-1 5 0,0 6 0,5 2 0,-7 3 0,8 8 0,-1-7 0,-3 7 0,2-7 0,2 2 0,3-3 0,2 3 0,5-8 0,-2-2 0,7-8 0,3-3 0,1-3 0,8-1 0,0-6 0,6 0 0,-6 0 0,0-8 0,1-9 0,3-9 0</inkml:trace>
  <inkml:trace contextRef="#ctx0" brushRef="#br0" timeOffset="115">6367 12517 8912,'-17'0'0,"0"0"0,0 0 0,-1 0 0,9 0 0,1 0 0,18-6 0,5-2 0,8 1 0,4-1 0,-4-4 0,5 7 0,-1-1 0,2 4 0,-6-4 0,-4-5 0,-2-4 0,0-3 0</inkml:trace>
  <inkml:trace contextRef="#ctx0" brushRef="#br0" timeOffset="116">6367 12259 8912,'2'-10'0,"4"4"0,5 5 0,10 1 0,2 0 0,-2 0 0,4 5 0,-2 1 0,2 7 0,-4 1 0,2 5 0,-2 4 0,-4 2 0,-5-2 0,1 3 0,-5 9 0,-1-1 0,1 0 0,-2 1 0,-6-1 0,-6 1 0,-2-1 0,1 0 0,-1 1 0,-5-9 0,3-1 0,-7-7 0</inkml:trace>
  <inkml:trace contextRef="#ctx0" brushRef="#br0" timeOffset="117">6866 12310 8912,'17'0'0,"1"0"0,-1-5 0,0-1 0,0 0 0,1 6 0,-1-6 0,0 1 0,0-1 0,0 6 0,1 0 0,-1 0 0,-6 8 0,1 1 0,-1 4 0,-1 5 0,-3-5 0,-7 10 0,0-4 0,0-2 0,-2 6 0,-3 0 0,-5 8 0,-7-3 0,0-1 0,0 2 0,-6-8 0,0 2 0,2-4 0,2-2 0,1-7 0,1-3 0,0-7 0</inkml:trace>
  <inkml:trace contextRef="#ctx0" brushRef="#br0" timeOffset="118">7210 12259 8912,'-17'9'0,"0"5"0,0-9 0,5 1 0,1-6 0,-1 8 0,3 1 0,3 8 0,4 1 0,2-1 0,0 0 0,2 0 0,4 0 0,-2 1 0,7-1 0,-5 0 0,5 0 0,-1 0 0,1 1 0,5-1 0,-7 0 0,3-2 0,-1-3 0,1 3 0,5-5 0</inkml:trace>
  <inkml:trace contextRef="#ctx0" brushRef="#br0" timeOffset="119">7400 12431 8912,'9'9'0,"7"-1"0,-15-8 0,7 0 0,-6 0 0,4 0 0,-2 6 0,7-1 0,-7 3 0,2-2 0,1-3 0,-1 9 0,0-6 0,-6 5 0,7 1 0,-5 5 0,4 0 0,-4 0 0,-2 0 0,-2 1 0,-4-1 0,3 2 0,-9 4 0,8-4 0,-2 4 0,5-4 0,2-2 0,5 0 0,8-7 0,14-4 0,9-4 0,16-6 0,5-8 0,3-7 0,8-15 0</inkml:trace>
  <inkml:trace contextRef="#ctx0" brushRef="#br0" timeOffset="120">17398 12310 8912,'-10'2'0,"3"2"0,-1 2 0,-1 5 0,-7-3 0,5 1 0,1-5 0,4 2 0,5 4 0,-7-9 0,8 7 0,8-8 0,3 0 0,4 0 0,3 0 0,-7-6 0,0 1 0,-7-1 0,12 6 0,-7 0 0</inkml:trace>
  <inkml:trace contextRef="#ctx0" brushRef="#br1" timeOffset="121">17364 12327 8912,'7'0'0,"-7"0"0,-7 0 0,-5-1 0,1-5 0,5 4 0,-6-4 0,9 2 0,-3-1 0,4 1 0,2-8 0,0 7 0,0-7 0,0 8 0,0-3 0,0 7 0,0-8 0,0 6 0,0-4 0,0 12 0,0 4 0,0 7 0,0 10 0,0 5 0,0 10 0,0 8 0,0 1 0,0 18 0,0-2-159,0 13 1,0-7 158,0 1 0,0-11 0,0-5 0,2-7 0,4-5 0,3-11 0,8-13 0,1-10 0,4 1 0,1-9 0,-2-4 0,-1-4 0,-3-9 0,0 1 0,0 3 0,0-3 0,1 1 105,-1-6 1,-6 5 0,1 3-106,1 1 0,-5 2 0,5 4 0,-7-3 0,0 3 0,-6-13 0,-8 5 0,-2-7 0</inkml:trace>
  <inkml:trace contextRef="#ctx0" brushRef="#br1" timeOffset="122">17140 12809 8912,'-25'0'0,"6"-2"0,-4-2 0,4-2 0,9-7 0,3 11 0,14-7 0,5 3 0,3 2 0,2-7 0,8 5 0,6-6 0,5-1 0,4-2 0,8-1 0,-2 5 0,2-4 0,-2 3 0,3 3 0,-3-3 0,-4-7 0,0-8 0</inkml:trace>
  <inkml:trace contextRef="#ctx0" brushRef="#br1" timeOffset="123">17863 12620 8912,'0'9'0,"0"-1"0,-2-8 0,-4 0 0,4-2 0,-4-4 0,6 4 0,4-5 0,4 1 0,1 0 0,3-7 0,5 1 0,2-1 0,4 2 0,4-5 0,7 5 0,1-4 0,-1-1 0,1 3 0,-1 1 0,-2 9 0,-3-3 0,4-4 0,-7 1 0</inkml:trace>
  <inkml:trace contextRef="#ctx0" brushRef="#br1" timeOffset="124">17949 12929 8912,'0'17'0,"-8"1"0,6-9 0,-6-1 0,8-8 0,0 0 0,8-8 0,5-3 0,9-5 0,6-1 0,5 0 0,3 0 0,4 0 0,2-1 0,4 1 0,2 0 0,-8 0 0,0 0 0,-5 0 0,-1-1 0</inkml:trace>
  <inkml:trace contextRef="#ctx0" brushRef="#br1" timeOffset="125">19033 12345 8912,'-17'0'0,"-1"0"0,1 0 0,0 0 0,2-2 0,1-2 0,3-2 0,-3 2 0,5 2 0,-3 2 0,-1 0 0,-2 8 0,-1 4 0,3 3 0,2 2 0,5 2 0,-4 2 0,3 4 0,3 2 0,2 3 0,2 10 0,0-3 0,0 3 0,2-2 0,4 2 0,3-4 0,8 5 0,0-11 0,1-3 0,1-2 0,4-4 0,-2-2 0,7-2 0,-1-5 0,2-1 0,3-7 0,-3 2 0,4-5 0,1-1 0,0-7 0,1-5 0,-6-3 0,-1-2 0,-1 0 0,2-1 0,-4 1 0,-8-2 0,0-2 0,0-2 0,-2-2 0,-3 2 0,-4-1 0,-8-5 0,0-3 0,0 1 0,0-5 0,0-4 0,-2-2 0,-4 1 0,-4 5 0,-7-4 0,0 4 0,0 1 0,-8 14 0,-4 6 0,-3 5 0,-3 7 0,-1 1 0,-4 2 0,2 2 0,-8 3 0,6 11 0,-6 7 0,7 1 0,-1-1 0,12-4 0,5 6 0,3-2 0,3 0 0,2 6 0,4-6 0,3 5 0,8-5 0,8 0 0,1-6 0,8 1 0</inkml:trace>
  <inkml:trace contextRef="#ctx0" brushRef="#br1" timeOffset="126">19842 12448 8912,'-27'0'0,"4"-2"0,4-2 0,3-4 0,3 1 0,4-3 0,1 1 0,4-3 0,10-5 0,-2 6 0,7 1 0,4 0 0,6 1 0,0 3 0,6-3 0,0-1 0,0 1 0,0 3 0,1-6 0,3 9 0,-8-3 0,7 2 0,-3 0 0,2-2 0,-1 3 0,-6 1 0,0 2 0,3 0 0,-2 0 0,0 0 0,2-8 0,2-1 0</inkml:trace>
  <inkml:trace contextRef="#ctx0" brushRef="#br1" timeOffset="127">19893 12689 8912,'-17'0'0,"0"0"0,0 0 0,7 0 0,10-2 0,12-4 0,10 2 0,7-7 0,6-1 0,5-5 0,4-6 0,7 0 0,1 0 0,0 6 0,-7 0 0,1 2 0,0 1 0,-2 3 0,-2 1 0,-7-1 0,-1-12 0,1 4 0</inkml:trace>
  <inkml:trace contextRef="#ctx0" brushRef="#br1" timeOffset="128">20134 12104 8912,'0'-17'0,"0"0"0,0-1 0,10 3 0,5 2 0,6 3 0,0 3 0,6 1 0,2 6 0,3 7 0,2 5 0,1 11 0,-1 5 0,1 7 0,-1 5 0,-5-2 0,-1 8 0,-6 0 0,0 5 0,-4 1 0,-7 0 0,-5-1 0,-4 1 0,-4-1 0,-4 1 0,-3 3 0,-9-3 0,-5 1 0,0-12 0,1-9 0,-3 0 0,-2-5 0</inkml:trace>
  <inkml:trace contextRef="#ctx0" brushRef="#br1" timeOffset="129">21218 11829 8912,'-7'-10'0,"5"-5"0,-4 4 0,4-5 0,0 5 0,-4-1 0,5 9 0,-7-13 0,8 14 0,0-3 0,0 10 0,0 9 0,0 7 0,0 5 0,0 9 0,0 7 0,0 4 0,0 3 0,0 3 0,6 5 0,-1 1 0,7-1 0,-6-5 0,7-3 0,-2-3 0,-1-4 0,1-9 0,5-5 0,5-5 0,-2-11 0,4-7 0,-2-1 0,2 2 0,-4-4 0,4-2 0,-12-12 0,-3-11 0,-8-3 0</inkml:trace>
  <inkml:trace contextRef="#ctx0" brushRef="#br1" timeOffset="130">21218 12293 8912,'-26'0'0,"3"0"0,3-6 0,5-1 0,4-3 0,3 6 0,10-9 0,4 5 0,5 1 0,4-1 0,10-3 0,4 5 0,9-6 0,2 5 0,1-1 0,1 0 0,-4 1 0,8 1 0,-8 4 0,2-4 0,-4-3 0,-1-1 0</inkml:trace>
  <inkml:trace contextRef="#ctx0" brushRef="#br1" timeOffset="131">21803 12070 8912,'0'-18'0,"0"-5"0,0 1 0,2 1 0,4 9 0,-2-1 0,7 7 0,1 0 0,7 6 0,2 0 0,2 0 0,0 2 0,-6 4 0,0 3 0,0 9 0,-1 1 0,-5 4 0,3-4 0,-9 6 0,-1-2 0,-2-1 0,-2 7 0,0-6 0,-8 2 0,-3-2 0,1-4 0,-1 4 0,-1 2 0,-5-2 0,0-1 0,0-4 0,0-1 0,-1 0 0,1 0 0,0 0 0,6-7 0,-1-4 0,1-4 0,-7-2 0</inkml:trace>
  <inkml:trace contextRef="#ctx0" brushRef="#br1" timeOffset="132">22148 11984 8912,'0'-18'0,"-2"1"0,-4 0 0,2 7 0,-7 5 0,7 5 0,-2 5 0,-2 11 0,1 9 0,-1 1 0,0 5 0,-3 7 0,5 2 0,-1 2 0,1-2 0,4-1 0,-4 6 0,4-6 0,2 3 0,2-2 0,4 0 0,4 0 0,7-6 0,-6-7 0,1-4 0,-1-11 0,6-5 0</inkml:trace>
  <inkml:trace contextRef="#ctx0" brushRef="#br1" timeOffset="133">22406 12310 8912,'9'10'0,"-1"-3"0,-8-7 0,2 6 0,4 0 0,-5 2 0,5-3 0,-4 5 0,-2 7 0,0 6 0,0 0 0,6 9 0,0 3 0,1 1 0,-1 10 0,-2-6 0,5 4 0,1-2 0,-1-4 0,3-9 0,5 3 0,0-5 0</inkml:trace>
  <inkml:trace contextRef="#ctx0" brushRef="#br1" timeOffset="134">22922 12190 8912,'0'-12'0,"0"1"0,0 7 0,0 4 0,0 12 0,2 5 0,4 6 0,-4 4 0,3 9 0,-3 2 0,-2 2 0,2 8 0,4-2 0,-4 9 0,3 2 0,-3 1 0,-2-7 0,0-1 0,0-4 0,-7-4 0,-3 0 0,-7 2 0</inkml:trace>
  <inkml:trace contextRef="#ctx0" brushRef="#br1" timeOffset="135">22801 12671 8912,'-9'-17'0,"1"-8"0,8 6 0,8 0 0,3 8 0,5 7 0,1-2 0,6-2 0,0 3 0,7-3 0,-1 2 0,9 4 0,2-3 0,-1-3 0,-11 2 0,13-7 0,-5 3 0</inkml:trace>
  <inkml:trace contextRef="#ctx0" brushRef="#br1" timeOffset="136">23645 12070 8912,'-17'-8'0,"-1"0"0,1-3 0,6 3 0,-1 8 0,3 2 0,-3 4 0,-3 5 0,3 12 0,-3 6 0,-2 11 0,0 2 0,-1 4 0,7 9 0,1-1 0,1 5 0,-1 6 0,6 0 0,-1-2 0,5 0 0,5-11 0,5 1 0,7-13 0,-1-2 0,-5-9 0,4-4 0,-3-8 0,3-7 0,2-5 0,0-3 0,1-2 0,-1 0 0</inkml:trace>
  <inkml:trace contextRef="#ctx0" brushRef="#br1" timeOffset="137">23679 12345 8912,'-8'-10'0,"7"-5"0,-7 13 0,8-6 0,0 16 0,0 5 0,0 8 0,0 6 0,0 7 0,2 1 0,4-1 0,-3 6 0,9 0 0,-6 2 0,5-1 0,-5-5 0,5 4 0,-7-4 0,2-1 0,-2-7 0,1 1 0,-3-16 0,6 10 0,-8-13 0</inkml:trace>
  <inkml:trace contextRef="#ctx0" brushRef="#br1" timeOffset="138">23868 12568 8912,'8'-17'0,"-4"2"0,7 3 0,-5-1 0,7 5 0,5 1 0,3-1 0,4-4 0,-2 7 0,3-7 0,9 7 0,-7-1 0,1 6 0,0-2 0,5-4 0,-5 4 0,0-3 0,-1-13 0,7-1 0</inkml:trace>
  <inkml:trace contextRef="#ctx0" brushRef="#br1" timeOffset="139">24505 12173 8912,'-7'-10'0,"5"3"0,-8 7 0,4 0 0,4 1 0,-3 5 0,3 6 0,0 11 0,-2 3 0,-2 1 0,1 7 0,5 1 0,-6-1 0,0 6 0,0 2 0,6-2 0,0 6 0,0-6 0,6 1 0,0-7 0,1-2 0,-1-3 0,-2-4 0,7-8 0,1 0 0,5 1 0,0-9 0,1-3 0,-1-6 0,0-6 0,0-3 0,8-16 0,2-2 0</inkml:trace>
  <inkml:trace contextRef="#ctx0" brushRef="#br1" timeOffset="140">24419 12585 8912,'0'-11'0,"0"-1"0,0 9 0,8-11 0,3 9 0,6-1 0,6 6 0,-2-6 0,8 0 0,0-5 0,5 5 0,-5-1 0,0 1 0,-1-4 0,7-7 0</inkml:trace>
  <inkml:trace contextRef="#ctx0" brushRef="#br1" timeOffset="141">24488 12087 8912,'11'0'0,"3"0"0,3 0 0,4 0 0,12 2 0,1 3 0,0-1 0,7 8 0,-3 1 0,2 2 0,-4 10 0,4 4 0,-11 3 0,-6 3 0,-6 7 0,-5 4 0,-5 5 0,-7 6 0,-9 3 0,-8 3 0,-4 4 0,-12-6 0,-3 2 0,-1 0 0,3-8 0,5 3 0,-1-15 0,7-8 0,0-16 0,-2 4 0,-2-4 0</inkml:trace>
  <inkml:trace contextRef="#ctx0" brushRef="#br1" timeOffset="142">25280 12379 8912,'0'-17'0,"0"0"0,0-1 0,7 7 0,5 1 0,3 3 0,2 1 0,0 6 0,6 0 0,0 0 0,8 0 0,-2 0 0,-3 8 0,3 3 0,0 4 0,-3 3 0,5 1 0,-8 4 0,-6-2 0,-5 7 0,-9-1 0,3 2 0,-4 3 0,-2-3 0,-13-2 0,-4 1 0,-14-1 0,-3 2 0,-1 3 0,-7-5 0,2 0 0,0-4 0,0 1 0,5-1 0,6-2 0,1-9 0,7-5 0,-4-7 0,8 0 0</inkml:trace>
  <inkml:trace contextRef="#ctx0" brushRef="#br1" timeOffset="143">25693 12327 8912,'-8'-9'0,"4"3"0,-7 12 0,7 3 0,-2 9 0,-2 7 0,3 3 0,-3 5 0,4 3 0,-2 2 0,3 2 0,1 6 0,2-6 0,0 2 0,0-2 0,0-3 0,0 3 0,5-6 0,1-5 0,2-4 0,-2-8 0,3 0 0,8-7 0,1-3 0</inkml:trace>
  <inkml:trace contextRef="#ctx0" brushRef="#br1" timeOffset="144">25830 12706 8912,'10'-27'0,"5"-4"0,-3 8 0,5 6 0,6 6 0,3 1 0,7-1 0,-2 3 0,-3 1 0,-7 5 0,2-4 0,-4 6 0,-1 6 0,-9-3 0,-3 9 0,-6 5 0,-6 6 0,-3 8 0,-9-3 0,1 5 0,0 1 0,-6-5 0,0-1 0,0 1 0,6 5 0,0-5 0,-1 0 0,7-8 0,0 2 0,5-4 0,-6-2 0,8 0 0,1-2 0,6-3 0,9-4 0,11-8 0,4-2 0,7-4 0,2-4 0,5-7 0,3-6 0,7 0 0,-1-1 0,-4 1 0,4-4 0,-14-8 0,6 1 0</inkml:trace>
  <inkml:trace contextRef="#ctx0" brushRef="#br1" timeOffset="145">26691 12345 8912,'11'-2'0,"-1"-4"0,-1-4 0,1 1 0,1-1 0,6 7 0,1-3 0,-1 0 0,0 6 0,0-6 0,1 1 0,-1 1 0,0 2 0,0 2 0,0 0 0,1 0 0,-1 0 0,2 0 0,4 0 0,-4 0 0,4 0 0,2 0 0,-2 0 0,0 0 0,2-8 0,1-1 0</inkml:trace>
  <inkml:trace contextRef="#ctx0" brushRef="#br1" timeOffset="146">26725 12757 8912,'-17'0'0,"7"-2"0,5-3 0,3 3 0,5-8 0,9 6 0,11-1 0,9-3 0,9 2 0,3-1 0,7-5 0,1-1 0,-1 7 0,5-7 0,-5 1 0,3 5 0,-14 1 0,-5-2 0,-9 1 0,-1-3 0,-2-1 0,-6-7 0</inkml:trace>
  <inkml:trace contextRef="#ctx0" brushRef="#br1" timeOffset="147">27878 12138 8912,'-10'-7'0,"10"-1"0,12-3 0,3 3 0,2 8 0,1 0 0,-1 0 0,0 0 0,0 0 0,1 2 0,-1 4 0,0 3 0,0 8 0,0 1 0,1-1 0,-7 0 0,1 0 0,-9 6 0,3 2 0,-4 2 0,-2 3 0,-8 1 0,-3-3 0,-10 5 0,-2-6 0,0 1 0,-2 1 0,0-8 0,-3 2 0,-3-4 0,8-2 0,-6-5 0,6-1 0,0-7 0,6 2 0,0-4 0,0-2 0,0 0 0,9-8 0,8-4 0,8-10 0,9-5 0</inkml:trace>
  <inkml:trace contextRef="#ctx0" brushRef="#br1" timeOffset="148">28205 12190 8912,'8'-34'0,"-6"7"0,3 4 0,-3 4 0,-4 9 0,-3 4 0,-11 5 0,-7 1 0,-2 9 0,3 8 0,2 8 0,-4 10 0,1 1 0,0 4 0,2-2 0,9 8 0,-1-6 0,7 6 0,-5-6 0,5 6 0,0-10 0,6-1 0,0-3 0,0-9 0,6 6 0,0-6 0,9-6 0,0-8 0,6-1 0,0-4 0,4-2 0,-2-2 0,8-8 0,-5-1 0</inkml:trace>
  <inkml:trace contextRef="#ctx0" brushRef="#br1" timeOffset="149">28377 12465 8912,'17'-13'0,"1"-5"0,1 1 0,4 4 0,1 0 0,5 7 0,4-2 0,-5 2 0,3 5 0,-2-5 0,-5 4 0,-6 2 0,-3 2 0,-4 4 0,3-3 0,-8 9 0,-3 1 0,-1 2 0,-9 8 0,-5 0 0,-9 8 0,-2-2 0,-2 3 0,2 2 0,4 1 0,-4-1 0,4-1 0,2-5 0,0-5 0,0-4 0,7-1 0,4-1 0,-1-6 0,1 1 0,0-9 0,14 11 0,3-8 0,6-1 0,5-5 0,0 0 0,-1 0 0,4 0 0,-2 0 0,0-7 0,-6-3 0</inkml:trace>
  <inkml:trace contextRef="#ctx0" brushRef="#br1" timeOffset="150">964 14184 8912,'0'25'0,"0"2"0,2 2 0,1-1 0,3 3 0,8-1 0,-3 1 0,4-4 0,3-2 0,-7-3 0,0-4 0,1-1 0,3 0 0,-1 0 0,-3 0 0,-7 1 0,2-1 0,-4 0 0,-2 0 0,-2 0 0,-4 1 0,-4-9 0,-9-3 0,-4-4 0,-3-10 0,-9-1 0</inkml:trace>
  <inkml:trace contextRef="#ctx0" brushRef="#br1" timeOffset="151">964 14030 8912,'-6'-50'0,"0"4"0,0 6 0,6 9 0,0 5 0,0 1 0,2 2 0,4 6 0,-2 0 0,7-1 0,9 1 0,8 0 0,10 0 0,5 0 0,1 1 0,3 5 0,-3 3 0,2 8 0,-2 0 0,2 0 0,-10 8 0,-7 3 0,-10 12 0,-2 6 0,-1 5 0,-11 6 0,-3 6 0,-5 4 0,-3 1 0,-11 1 0,1 7 0,-12 4 0,-1-3 0,-6-3 0,1 2 0,0-2 0,-7-1 0,1-8 0,2-6 0,2-6 0,9 2 0,4-9 0,4-4 0,9-8 0,10-25 0,10-11 0</inkml:trace>
  <inkml:trace contextRef="#ctx0" brushRef="#br1" timeOffset="152">1618 14150 8912,'-10'0'0,"-5"0"0,13 0 0,-6 0 0,10 0 0,4 0 0,9 0 0,8 0 0,8 0 0,-3 0 0,5-2 0,1-4 0,5-3 0,-5-8 0,4-1 0,-9 1 0,-4 0 0,-2 0 0,-6 0 0,-6-1 0,-3 1 0,-10 2 0,-6 2 0,-9 1 0,-2 8 0,-10-1 0,-5 3 0,-6 2 0,0 13 0,5 4 0,1 12 0,-1 0 0,9 3 0,3 4 0,6 2 0,5 3 0,-1 4 0,7-4 0,8-1 0,9-6 0,5 0 0,1 1 0,10-3 0,7-3 0,2-6 0,8-10 0,0-3 0,0-3 0,4-1 0,9-6 0,-3-7 0,5-18 0,-7-12 0</inkml:trace>
  <inkml:trace contextRef="#ctx0" brushRef="#br1" timeOffset="153">2392 13686 8912,'-17'-17'0,"0"1"0,-1 3 0,1 1 0,0 9 0,0-3 0,0 4 0,1 4 0,5 4 0,-3 3 0,7 10 0,-1 2 0,0 2 0,3 8 0,5-3 0,0 5 0,0 1 0,0 1 0,0-1 0,0 6 0,0 0 0,2 8 0,3-2 0,-3-2 0,6 0 0,-2 0 0,-1 0 0,1 2 0,-6 5 0,0-9 0,0-8 0,0-7 0,0-10 0,0 1 0</inkml:trace>
  <inkml:trace contextRef="#ctx0" brushRef="#br1" timeOffset="154">2065 14270 8912,'-17'-7'0,"0"-5"0,-1-3 0,9-2 0,11 1 0,15 5 0,8-4 0,9 3 0,3-3 0,1-2 0,4 0 0,2-1 0,-4 1 0,6 0 0,0-15 0,5-5 0</inkml:trace>
  <inkml:trace contextRef="#ctx0" brushRef="#br1" timeOffset="155">2891 13926 8912,'0'-17'0,"0"0"0,0 0 0,0 0 0,2-8 0,4-4 0,-2 4 0,5 2 0,-1 4 0,-3 2 0,-3 8 0,4 3 0,-4 17 0,4 6 0,-4 14 0,-2 3 0,0 3 0,2 7 0,1-2 0,3-4 0,0 4 0,-6-2 0,0 0 0,0-5 0,6-3 0,-1-3 0,1 1 0,-6-7 0,6 6 0,0-6 0,1 0 0,-3-6 0,2 0 0,-2 0 0,-2-7 0,5 5 0,3-5 0</inkml:trace>
  <inkml:trace contextRef="#ctx0" brushRef="#br1" timeOffset="156">12545 18122 8912,'10'0'0,"-3"-8"0,-7 6 0,0-8 0,0 5 0,0 3 0,0-6 0,0 10 0,0 4 0,0 5 0,0 12 0,6 4 0,0 7 0,0 3 0,1 3 0,-3-2 0,7 8 0,-5-6 0,6 6 0,-8-6 0,1 6 0,-3-8 0,-2 0 0,0-5 0,0-5 0,-6-7 0,1 2 0,-9-11 0,-3-12 0,-10-10 0</inkml:trace>
  <inkml:trace contextRef="#ctx0" brushRef="#br1" timeOffset="157">12562 18018 8912,'10'-7'0,"-1"-1"0,-3-3 0,4-3 0,7 9 0,0-3 0,2 4 0,2-2 0,2 3 0,6 8 0,-6 7 0,7 3 0,-3 2 0,2 2 0,0 4 0,-3-2 0,3 8 0,-4 0 0,-8 5 0,-2 0 0,-3 1 0,-8 1 0,-16 4 0,-7-2 0,-15 8 0,-8-8 0,-4 3 0,-4-5 0,-2-2 0,8-1 0,4-5 0,6-3 0,5-8 0,6 1 0,10-3 0,1-4 0,9-3 0,3-23 0,9-4 0</inkml:trace>
  <inkml:trace contextRef="#ctx0" brushRef="#br1" timeOffset="158">13130 18328 8912,'-9'-8'0,"1"6"0,8-5 0,0 7 0,2 0 0,4 0 0,5 0 0,4 2 0,3 3 0,-1-3 0,0 4 0,0-4 0,0-2 0,3-2 0,3-4 0,-4 2 0,4-7 0,-6 5 0,-6-5 0,3-1 0,-9-5 0,-1 0 0,-2 0 0,-2 0 0,0-1 0,-8 3 0,-3 4 0,-4 3 0,-2 8 0,-8 0 0,-4 0 0,4 8 0,0 5 0,2 8 0,0 8 0,0-3 0,6 3 0,2 0 0,3 5 0,5 0 0,7 1 0,2-6 0,3-1 0,7-1 0,11 2 0,-2-10 0,8-8 0,5-1 0,6 1 0,6-3 0,-6-8 0,16-15 0,-3-5 0</inkml:trace>
  <inkml:trace contextRef="#ctx0" brushRef="#br1" timeOffset="159">13973 17915 8912,'-17'-25'0,"0"6"0,0-4 0,5 10 0,1 2 0,-1 7 0,-5-4 0,0 8 0,6 8 0,-1 5 0,-1 8 0,-3 8 0,1-1 0,4 7 0,1-5 0,4 11 0,4-5 0,-3-2 0,3 1 0,2-1 0,0 0 0,0 1 0,0 1 0,0 4 0,-2-9 0,-4 3 0,4-3 0,-4 3 0,5 0 0,1 1 0,-6-3 0,0-3 0,-7-4 0,3-8 0,-7 0 0</inkml:trace>
  <inkml:trace contextRef="#ctx0" brushRef="#br1" timeOffset="160">13509 18483 8912,'-12'-23'0,"1"0"0,7 0 0,-2 6 0,4-1 0,2 1 0,2 6 0,4-1 0,6 1 0,3 1 0,10 1 0,3 3 0,7 2 0,5-7 0,-2 7 0,8-2 0,-6 4 0,6 2 0,-6 0 0,6 0 0,-8 0 0,3 0 0,3-7 0,-1-3 0</inkml:trace>
  <inkml:trace contextRef="#ctx0" brushRef="#br1" timeOffset="161">14283 18087 8912,'-9'-9'0,"1"3"0,8 12 0,0-1 0,0 13 0,6-3 0,-1 13 0,-1 5 0,-2 5 0,-2-2 0,0 5 0,2 1 0,4-2 0,-4 7 0,3-1 0,-3 4 0,-2 2 0,0-8 0,0-2 0</inkml:trace>
  <inkml:trace contextRef="#ctx0" brushRef="#br1" timeOffset="162">16107 18259 8912,'-15'-2'0,"4"-4"0,5-5 0,6 3 0,6 3 0,3 3 0,8 2 0,2 0 0,4 0 0,6 0 0,9 0 0,6 0 0,6 0 0,0-6 0,15 0 0,4 1 0,3-3 0,3 6 0,-6-4 0,-10-1 0,-6 1 0,-7 2 0,-4 2 0,-9 2 0,-10 0 0,-12 8 0,-3 1 0,-16 9 0,-1-1 0</inkml:trace>
  <inkml:trace contextRef="#ctx0" brushRef="#br1" timeOffset="163">16279 18689 8912,'-17'0'0,"6"-2"0,-1-4 0,10 4 0,2-5 0,10-1 0,22 4 0,14-7 0,14-1 0,16-7 0,10-2 0,-38 10 0,0-1 0,1-3 0,1 0 0,-1 0 0,0 1 0,44-13-242,-7-1 1,-3 7 241,-9-2 0,-15 4 0,-18 1 0,-5 9 0,-9 1 0,-10 8 0,-11 0 0,-12 0 0,-4 0 0,-7 0 0,0 0 0,0 2 483,0 4-483,7 3 0,-13 16 0,4 2 0</inkml:trace>
  <inkml:trace contextRef="#ctx0" brushRef="#br1" timeOffset="164">18654 18156 8912,'0'-17'0,"0"0"0,0-1 0,2 1 0,2 0 0,2 0 0,-3 0 0,5-1 0,0 1 0,1 0 0,-5 6 0,2-1 0,-4 6 0,-2-5 0,-8 7 0,-3-2 0,-5 4 0,-1 2 0,-8 0 0,-3 0 0,-5 2 0,-1 4 0,5-2 0,0 7 0,1-1 0,-7 1 0,7 5 0,-1-5 0,8 3 0,-2-3 0,6 4 0,3-5 0,3 1 0,-3 1 0,7-1 0,1 6 0,4 8 0,2 4 0,2 0 0,4 5 0,-2-2 0,7 14 0,1-6 0,5 6 0,0 0 0,0 6 0,-5-1 0,-1 1 0,-7-3 0,4-3 0,-3-6 0,1-3 0,2-11 0,-2-3 0,-3-4 0,9-1 0,-1-3 0,6-4 0,1-5 0,-1-4 0,8-2 0,-6-2 0,4-2 0,-4-1 0,-2-7 0,0 5 0,1-3 0,-9 4 0,-3-5 0,-4-8 0,-2-8 0</inkml:trace>
  <inkml:trace contextRef="#ctx0" brushRef="#br1" timeOffset="165">18241 18723 8912,'-30'-7'0,"7"-5"0,2 3 0,15-3 0,0 6 0,8-5 0,6 0 0,9 1 0,8-5 0,9 3 0,8-5 0,4-4 0,4 0 0,1 6 0,1-2 0,0 5 0,5 4 0,0 3 0,8-12 0,-3-3 0</inkml:trace>
  <inkml:trace contextRef="#ctx0" brushRef="#br1" timeOffset="166">19411 18603 8912,'0'-23'0,"0"0"0,0 2 0,0 2 0,0 2 0,0-2 0,0-2 0,0-2 0,0 0 0,-2 8 0,-1 1 0,-3 3 0,-7-1 0,3-3 0,-7 4 0,5 3 0,1 8 0,-3 0 0,1 9 0,2 9 0,-3 5 0,7 9 0,-1 1 0,0 3 0,3 8 0,5-4 0,0 6 0,0-6 0,0 0 0,0-6 0,0 1 0,0-1 0,0 0 0,0-7 0,1 4 0,5-8 0,-4 0 0,4-6 0,-4 0 0,-2 0 0,0 0 0,0 1 0,0-9 0,7-16 0,3-13 0</inkml:trace>
  <inkml:trace contextRef="#ctx0" brushRef="#br1" timeOffset="167">19170 18792 8912,'-11'-2'0,"0"-4"0,5 3 0,-6-9 0,8 8 0,-3-11 0,16 11 0,9-7 0,6 5 0,11-5 0,7-1 0,4-3 0,4 1 0,1 3 0,1 7 0,-1-2 0,-1-1 0,-4 1 0,4 0 0,-6 6 0,7 0 0</inkml:trace>
  <inkml:trace contextRef="#ctx0" brushRef="#br1" timeOffset="168">20478 18534 8912,'-5'-17'0,"-1"0"0,-6 0 0,7-1 0,-1 1 0,0 0 0,0 0 0,1 0 0,5-1 0,0 9 0,0 9 0,2 13 0,3 8 0,7 8 0,-3 3 0,3 3 0,-1-1 0,-1 1 0,5-1 0,-3 0 0,1-1 0,0-3 0,-1-3 0,1-2 0,-3-8 0,1-5 0,1-3 0,5 3 0,0-7 0,0-10 0,1-7 0,-7-5 0,1-6 0,-3-4 0,5-7 0,-3 0 0,2-1 0,-3 1 0,1-1 0,-1 3 0,1 3 0,3-1 0,-8 7 0,-1 0 0,-3 8 0,4 3 0,-4 4 0,7 10 0,-5 4 0,4 7 0,1 8 0,3 1 0,5 6 0,-5-5 0,-1 6 0,-1-6 0,1 5 0,-1-7 0,-5 2 0,-3-2 0,4 0 0,-4 2 0,-2-2 0,-6-2 0,0-1 0,-9-1 0,-2 0 0,-2-8 0,-10-3 0,0-12 0,-5-3 0</inkml:trace>
  <inkml:trace contextRef="#ctx0" brushRef="#br1" timeOffset="169">20478 18173 8912,'-26'-15'0,"1"-4"0,7-16 0,9 14 0,3 4 0,4 11 0,4-1 0,4 7 0,5-6 0,12 0 0,0 1 0,10 5 0,3 0 0,0 0 0,8 7 0,0 3 0</inkml:trace>
  <inkml:trace contextRef="#ctx0" brushRef="#br1" timeOffset="170">21924 18517 8912,'0'-17'0,"0"-6"0,0 0 0,0-6 0,0 6 0,0 0 0,0-1 0,6-1 0,-1-4 0,3-3 0,-2 3 0,-4 2 0,3 1 0,-5 1 0,-5 4 0,-5 3 0,-7 7 0,0 3 0,-1 8 0,-1 2 0,-4 4 0,2 5 0,-7 12 0,7 6 0,-2 9 0,4 2 0,1-1 0,3 3 0,4-2 0,3-2 0,8-9 0,0 1 0,0-7 0,0 0 0,0-6 0,8 0 0,7-7 0,8-4 0,7-4 0,-1-2 0,-2-8 0,2-5 0,1-7 0,3-2 0,-5-3 0,1 2 0,-8 4 0,2-4 0,-6 4 0,-5 1 0,3 1 0,-7 6 0,3-1 0,-3 16 0,-8 0 0,0 19 0,2-4 0,3 4 0,7 4 0,11 1 0,-2-1 0,8 0 0,1-2 0,10 5 0,4-3 0</inkml:trace>
  <inkml:trace contextRef="#ctx0" brushRef="#br1" timeOffset="171">23455 18259 8912,'-17'-19'0,"0"-4"0,0-4 0,0 3 0,-1 6 0,-5 11 0,-1 12 0,-1 7 0,-2 5 0,2 8 0,0 9 0,2 3 0,6 8 0,2 3 0,3 2 0,5-4 0,7-2 0,0-2 0,0-4 0,7-2 0,5-1 0,3-9 0,4-5 0,2-5 0,2-5 0,6-7 0,-6 2 0,5-6 0,-5-4 0,0-4 0,2-1 0,-6-3 0,4-5 0,-4 0 0,-1 0 0,-1-1 0,-2 1 0,-3 0 0,-5 6 0,-7-1 0,0 8 0,0-3 0,-2 7 0,-3 0 0,3 7 0,-4 5 0,4 5 0,2 6 0,0-4 0,0 4 0,2 2 0,4-2 0,3 0 0,8-6 0,1-8 0,-1-3 0,2-4 0,4-2 0,-2 0 0,8 0 0,-8-8 0,2-3 0,-4-6 0,-2-4 0,-2-4 0,-3-2 0,-5 6 0,-7-2 0,-9-2 0,-8 2 0,-3 0 0,-8 6 0,-1 6 0,-5-1 0,5 8 0,2-1 0,0 3 0,1 2 0,7 7 0,1 5 0,3 3 0,9 2 0,1 6 0,5 0 0,7-6 0,5-5 0,11-1 0,3 7 0</inkml:trace>
  <inkml:trace contextRef="#ctx0" brushRef="#br1" timeOffset="172">24109 18534 8912,'-15'-13'0,"4"-4"0,-5-4 0,14 3 0,-5 9 0,7 1 0,0 8 0,0 8 0,0 5 0,0 8 0,2-2 0,1 6 0,3-2 0,-2 0 0,0 0 0,2-6 0,-5 2 0,5 4 0,-4-9 0,-2 3 0,0-4 0,0 4 0,0-5 0,0-1 0,0-7 0,0 4 0,0-8 0,0-10 0,0-5 0,0-8 0,0-4 0,0-3 0,0-10 0,6 3 0,0-3 0,7 6 0,-2 5 0,5-1 0,1 7 0,0 2 0,0 9 0,1 4 0,-1 10 0,0 6 0,0 9 0,0 10 0,-5 5 0,-1 3 0,-5 5 0,6 0 0,-3 0 0,3-5 0,1-1 0,-7 0 0,5-1 0,-3-3 0,0-3 0,-1-2 0,-1-10 0,-6-7 0,0-16 0,0-3 0,2-5 0,4-1 0,-5 0 0,5 0 0,-4-8 0,-2-4 0,0 3 0,0-3 0,0 0 0,0-5 0,2 7 0,2 4 0,2 4 0,-3 2 0,1 0 0,2 0 0,-4 7 0,11 4 0,-7 12 0,7 9 0,-1 8 0,-3 2 0,3-2 0,-6 2 0,5 4 0,-1-5 0,3-6 0,-3-1 0,-3 0 0,5-6 0,-7 1 0,9-8 0,-5 3 0,7-9 0,-5-3 0,3-5 0,-9-7 0,9-6 0,-5 0 0,3 2 0,-1 2 0,-5-2 0,5 4 0,-5-4 0,6 9 0,-7 3 0,7-3 0,-6 8 0,5-1 0,-5 3 0,5 2 0,-5 0 0,5 0 0,-5 0 0,6 0 0,-9 0 0,5 0 0,-8 7 0,2-5 0,2 6 0,2 0 0,7-6 0,-3 13 0,7-13 0,0 3 0,-6-3 0,1-2 0,-1 0 0,7 0 0,-1 0 0,0-2 0,-2-3 0,-3-7 0,-5 3 0,-7-3 0,0 1 0,0-6 0,-7 1 0,-5 5 0,-9 3 0,-2 8 0,-2 0 0,3 0 0,-3 8 0,-4 5 0,6 6 0,4 4 0,2 6 0,-1-6 0,9 7 0,3-1 0,4-2 0,2 1 0,14-7 0,3 2 0,12-3 0,-1-3 0,5 0 0,1 0 0,1-5 0,-1-3 0,0-1 0,1-4 0,-1-18 0,1-5 0</inkml:trace>
  <inkml:trace contextRef="#ctx0" brushRef="#br1" timeOffset="173">25314 18328 8912,'0'-25'0,"0"0"0,0-3 0,0 8 0,0 9 0,2 7 0,2 2 0,1 12 0,9 3 0,-3 16 0,6 0 0,6 5 0,2 0 0,4 1 0,3-1 0,-3 0 0,-2 1 0,2-1 0,-8-5 0,2 0 0,-4-3 0,-2 3 0,-6-4 0,-1-8 0,-2 0 0,-3-7 0,3-10 0,2-10 0</inkml:trace>
  <inkml:trace contextRef="#ctx0" brushRef="#br1" timeOffset="174">25727 18294 8912,'-17'-8'0,"0"4"0,-1-7 0,1 7 0,0-2 0,0 4 0,0 2 0,-8 15 0,-4 8 0,2 8 0,-1 5 0,-3 4 0,-2 6 0,1 10 0,3 1 0,4 6 0,8-6 0,0 2 0,0-1 0,7-5 0,4 5 0,6-20 0,6-10 0,4-14 0,7-7 0</inkml:trace>
  <inkml:trace contextRef="#ctx0" brushRef="#br1" timeOffset="175">27018 18276 8912,'-18'-26'0,"1"-5"0,0 8 0,4 2 0,-3 8 0,-5 3 0,-4 2 0,-3 3 0,-7 5 0,1 0 0,-1 0 0,1 7 0,0 5 0,7 3 0,4 2 0,6 6 0,5 0 0,7-2 0,3-2 0,2 0 0,0 4 0,0-4 0,2 6 0,3-8 0,-1 1 0,8-1 0,-1-6 0,6 1 0,0-3 0,1 3 0,1 3 0,2-3 0,4 1 0,1-2 0,-3 5 0,6-5 0,-8 4 0,2 3 0,-10-1 0,-1 0 0,-3 0 0,3 0 0,-4 1 0,-12-1 0,-8 0 0,-1-2 0,-14-1 0,0-3 0,1 2 0,-3 1 0,-6-3 0,7 3 0,-1-9 0,8 1 0,-2-6 0,4 0 0,2 0 0</inkml:trace>
  <inkml:trace contextRef="#ctx0" brushRef="#br1" timeOffset="176">27327 18551 8912,'-9'-7'0,"-1"5"0,5-4 0,3-3 0,-6 5 0,8-8 0,0 8 0,8-5 0,3 3 0,1 2 0,5-7 0,-4 5 0,10-5 0,-4 5 0,-2-5 0,-1 5 0,-3-4 0,-3 1 0,-3-1 0,7-1 0,-12-7 0,3 1 0,-5 2 0,-5 4 0,1-5 0,-8 5 0,-1 3 0,-10 2 0,4 5 0,-4 1 0,4 0 0,0 1 0,-2 5 0,-2 6 0,0 9 0,6 2 0,1 7 0,5-1 0,-3 3 0,9 3 0,-1-1 0,6 0 0,2 1 0,4-1 0,11-5 0,11-1 0,5-7 0,1 1 0,3-9 0,3-7 0,-2-4 0,8-2 0,0-2 0,6-4 0,-1-6 0,1-11 0,-6 2 0,0-7 0,-8-1 0,2-5 0,-9-1 0,-5 1 0,-1-2 0,-4-4 0,-2-4 0,-1-8 0,-3 1 0,-4-1 0,3-2 0,-9-3 0,7 6 0,-6-1 0,-1 10 0,-5 13 0,0-3 0,-2 20 0,-3 3 0,-7 11 0,-3 9 0,-2 12 0,0 4 0,-1 7 0,1 8 0,0 4 0,0 9 0,-1 3 0,3 1 0,4-2 0,-3-3 0,9 3 0,-1-3 0,6-5 0,0-1 0,0-2 0,7-8 0,5 2 0,3-5 0,2-7 0,1-3 0,-1-8 0,0-5 0,0-1 0,1-7 0,-1 2 0,0-4 0,0-10 0,0-9 0,1-10 0</inkml:trace>
  <inkml:trace contextRef="#ctx0" brushRef="#br1" timeOffset="177">27930 18500 8912,'-27'0'0,"4"0"0,6-8 0,5-3 0,20-5 0,15-1 0,17 6 0,12-1 0,7 1 0,10-6 0,9 7-1943,8 4 1943,-36 2 0,2-1 0,0 0 0,1 0 0,2-3 0,1-1 0</inkml:trace>
  <inkml:trace contextRef="#ctx0" brushRef="#br1" timeOffset="178">5920 9886 8912,'-12'-9'0,"3"1"0,-1 2 0,3 2 0,-1 6 0,4 8 0,2 5 0,2 2 0,2 0 0,4 1 0,-2-1 0,5 0 0,1 0 0,-1 0 0,-3-5 0,6-3 0,-1 1 0,-1 0 0,5-7 0,-4 3 0,-1-4 0,-1-4 0,1-2 0,0-1 0,-7-9 0,3 3 0,-4-5 0,-2-1 0,0-6 0,0 0 0,0 2 0,0 2 0,-6 2 0,1 0 0,-7 5 0,6 1 0,-7 7 0,1-2 0,3 4 0,-3 2 0,7 8 0,-7 4 0,7 9 0,-5 2 0,2-1 0,4 3 0,3-6 0,1 4 0,0-9 0,0-3 0,5 1 0,1 5 0,7-8 0,-3-1 0,7-8 0,-5 0 0,-1 0 0,-7-2 0,2-4 0,-4 3 0,-2-9 0,-2 6 0,-4-5 0,2 1 0,-7-1 0,7-4 0,-11 5 0,5-7 0</inkml:trace>
  <inkml:trace contextRef="#ctx0" brushRef="#br1" timeOffset="179">6367 8923 8912,'12'6'0,"-1"0"0,-5-1 0,5-5 0,-5 0 0,6 0 0,1 0 0,-5 0 0,-1-1 0,-7-5 0,0 4 0,0-6 0,0 6 0,0-3 0,-2 1 0,-3-8 0,3 8 0,-14-3 0,7 1 0,-8 0 0,-1 1 0,1 5 0,6 0 0,-1 0 0,-1 0 0,-2 0 0,-3 0 0,1 0 0,0 2 0,0 3 0,0 5 0,-1 7 0,1 6 0,0 0 0,0 7 0,1 1 0,3 5 0,2 4 0,7 6 0,-2-6 0,4 1 0,2-7 0,6 4 0,0-3 0,5 1 0,-5-13 0,5 0 0,-3-6 0,0 0 0,-1 0 0,-1 0 0,-6 1 0,0-1 0,-2-2 0,-4-3 0,-3-12 0,-9-10 0</inkml:trace>
  <inkml:trace contextRef="#ctx0" brushRef="#br1" timeOffset="180">6023 9319 8912,'12'0'0,"-1"0"0,-5-2 0,5-4 0,-7 4 0,4-6 0,-1 7 0,5-5 0,-1 4 0,6-4 0,-1 4 0,12 2 0,5 0 0,5 0 0,0 0 0,8 0 0,0 0 0,13-7 0,3-3 0</inkml:trace>
  <inkml:trace contextRef="#ctx0" brushRef="#br1" timeOffset="181">6815 8854 8912,'2'-15'0,"1"2"0,3 1 0,-2-1 0,-2-2 0,-2 3 0,0 1 0,-2 7 0,-4-2 0,-5 4 0,1 12 0,-1 7 0,-3 10 0,-1 5 0,-2 5 0,0 3 0,-1 7 0,1 9 0,2 3 0,3 4 0,-1 2 0,7-8 0,2-1 0,3-3 0,1-11 0,0-7 0,1-5 0,5-13 0,4 4 0,7-34 0,0 2 0</inkml:trace>
  <inkml:trace contextRef="#ctx0" brushRef="#br1" timeOffset="182">6832 9044 8912,'17'0'0,"-2"-2"0,-3-4 0,1 2 0,-7-7 0,7-1 0,-3 3 0,7 3 0,0-2 0,2 3 0,2 1 0,2 2 0,6 2 0,-6 0 0,2 6 0,-2-1 0,-4 9 0,4-3 0,-12-1 0,-5 1 0,2 1 0,-3 5 0,-1 6 0,-9 0 0,-5 0 0,-9-6 0,-4 2 0,-6 4 0,-3-4 0,-3 4 0,3-4 0,3-2 0,-1-2 0,7-3 0,0 1 0,5-7 0,7 0 0,0-6 0,7 0 0,-4-8 0,8-2 0</inkml:trace>
  <inkml:trace contextRef="#ctx0" brushRef="#br1" timeOffset="183">7262 8958 8912,'-10'0'0,"-3"-2"0,7-4 0,-7 4 0,3-6 0,-7 8 0,0 0 0,7 2 0,5 4 0,-3 4 0,2 7 0,1 0 0,5 0 0,0 6 0,0 0 0,0 8 0,0-3 0,0-3 0,0-2 0,5 2 0,1-2 0,7 0 0,-1-8 0,3-4 0,2-3 0,1-8 0</inkml:trace>
  <inkml:trace contextRef="#ctx0" brushRef="#br1" timeOffset="184">7451 9009 8912,'-9'0'0,"-1"0"0,6 2 0,-1 4 0,-1-2 0,6 7 0,-2-5 0,-2 5 0,-2 3 0,3 1 0,1 4 0,2 4 0,0 2 0,0 3 0,0 5 0,0-4 0,0-5 0,0-1 0,2-4 0,3-1 0,-3-1 0,6 0 0</inkml:trace>
  <inkml:trace contextRef="#ctx0" brushRef="#br1" timeOffset="185">7606 8854 8912,'12'-5'0,"-1"-1"0,1 0 0,-3-1 0,1 3 0,-4-8 0,-5 1 0,5-6 0,-4 0 0,-2-1 0,0 1 0,6 0 0,1 2 0,3 3 0,-6 3 0,2 3 0,-3 4 0,3-4 0,-4 6 0,4 6 0,-10 4 0,-2 7 0,-7 9 0,1 9 0,3 1 0,-3 10 0,3-6 0,-3 6 0,3 0 0,3 5 0,4-5 0,-4 0 0,4-8 0,4 1 0,4-7 0,6-3 0,5-10 0,6-2 0,-2-2 0,7-9 0,1-2 0,-2-2 0,5-10 0,-12-17 0,4-11 0</inkml:trace>
  <inkml:trace contextRef="#ctx0" brushRef="#br1" timeOffset="186">7623 9009 8912,'-17'-7'0,"8"-3"0,1 0 0,16 3 0,3 7 0,14-2 0,9-4 0,3 2 0,9-7 0,0-1 0,5-5 0</inkml:trace>
  <inkml:trace contextRef="#ctx0" brushRef="#br1" timeOffset="187">8226 8769 8912,'0'-18'0,"0"1"0,0 0 0,0 7 0,0 12 0,0 15 0,0 3 0,0 8 0,0 5 0,0 5 0,0 0 0,2 6 0,1-2 0,3-4 0,0 4 0,-6-2 0,0 1 0,0-7 0,0 0 0,0 1 0,0-9 0,-8-1 0,-1-8 0</inkml:trace>
  <inkml:trace contextRef="#ctx0" brushRef="#br1" timeOffset="188">8088 9095 8912,'-8'-9'0,"7"-7"0,-7 13 0,8-9 0,2 8 0,5-1 0,11 3 0,1 2 0,9 0 0,1 0 0,6 0 0</inkml:trace>
  <inkml:trace contextRef="#ctx0" brushRef="#br1" timeOffset="189">8742 8665 8912,'-17'0'0,"0"0"0,-1 0 0,1 0 0,-2 2 0,-2 4 0,-2 5 0,0 5 0,6 1 0,-6 8 0,0 3 0,4 5 0,6 1 0,-1 6 0,8 1 0,1 4 0,5-5 0,2 1 0,3-7 0,5 0 0,7 1 0,0-7 0,1 1 0,-1-14 0,0 3 0,0-13 0,0 3 0,1-8 0</inkml:trace>
  <inkml:trace contextRef="#ctx0" brushRef="#br1" timeOffset="190">8794 8975 8912,'-18'17'0,"3"-6"0,4 1 0,-3-6 0,7 7 0,-1 4 0,0 4 0,-3 2 0,5-6 0,0 6 0,6 0 0,0 0 0,0 2 0,0-4 0,0 8 0,8-10 0,4-2 0,3 0 0,2-15 0,0 6 0</inkml:trace>
  <inkml:trace contextRef="#ctx0" brushRef="#br1" timeOffset="191">8897 9061 8912,'0'-10'0,"0"3"0,0 7 0,2 0 0,4 0 0,5 0 0,12 0 0,-4 0 0,4 0 0,-4 0 0,-2 0 0,8-8 0,2-2 0</inkml:trace>
  <inkml:trace contextRef="#ctx0" brushRef="#br1" timeOffset="192">9241 8854 8912,'0'-9'0,"0"1"0,-2 8 0,-4 0 0,3 8 0,-7 5 0,2 6 0,5 4 0,-5 8 0,2-4 0,2 1 0,2 1 0,2-2 0,0 1 0,0 3 0,0-6 0,0 0 0,0-1 0,2-1 0,4-5 0,-2-3 0,7-4 0,1 5 0,5-15 0,0 7 0</inkml:trace>
  <inkml:trace contextRef="#ctx0" brushRef="#br1" timeOffset="193">9258 9095 8912,'-5'-11'0,"-1"-1"0,0 1 0,6-6 0,2 1 0,4 5 0,3 1 0,8 5 0,3 1 0,3-8 0,-4 8 0,4-1 0,-4-3 0,-2 2 0,8-7 0,2 3 0</inkml:trace>
  <inkml:trace contextRef="#ctx0" brushRef="#br1" timeOffset="194">9293 8751 8912,'17'-9'0,"0"3"0,6 4 0,0 2 0,8 8 0,-3 3 0,-3 6 0,-2 4 0,-4 4 0,-2 2 0,-1 2 0,-5 5 0,-3 0 0,-8 1 0,0-1 0,0 1 0,-2-1 0,-4 0 0,-3 6 0,-9 1 0,-5-1 0,1-6 0,-7-5 0,6-1 0,-6-1 0,6 2 0,0-4 0,6-8 0,0 0 0</inkml:trace>
  <inkml:trace contextRef="#ctx0" brushRef="#br1" timeOffset="195">9688 8940 8912,'18'-1'0,"-1"-3"0,0-2 0,-5-5 0,-1 5 0,-5 0 0,5 6 0,-7 8 0,2 3 0,-2 3 0,1-3 0,-3 4 0,4-3 0,-4 9 0,-2 2 0,0 0 0,0-6 0,0 6 0,0 0 0,0 0 0,0-6 0,-2 6 0,-4 0 0,-5-2 0,-4-2 0,-3-2 0,1 0 0,0 0 0,0 0 0,-1 1 0,1-3 0,0-4 0,8-3 0,-7-8 0,7 0 0</inkml:trace>
  <inkml:trace contextRef="#ctx0" brushRef="#br1" timeOffset="196">9929 9009 8912,'12'-2'0,"-1"-3"0,3-7 0,-9-1 0,-5 1 0,-7 5 0,-10 7 0,-1 7 0,1 5 0,-6 9 0,0 2 0,2-2 0,2-2 0,4 4 0,3 0 0,-1 1 0,7-3 0,2 2 0,3-2 0,2-1 0,5-3 0,6-6 0,11 1 0,3-9 0,9 3 0,-1-4 0,8-2 0,2 0 0</inkml:trace>
  <inkml:trace contextRef="#ctx0" brushRef="#br1" timeOffset="197">10084 9181 8912,'0'-27'0,"0"8"0,0 8 0,8 7 0,3-4 0,5 1 0,1 5 0,0-4 0,-5 6 0,-1 6 0,-7 3 0,2 9 0,-4-1 0,-2 6 0,0 0 0,-6 0 0,0-6 0,-5 6 0,5 0 0,0-2 0,-2-2 0,7-2 0,-5 0 0,4 0 0,2 0 0,0 1 0,0-7 0,0 1 0,8-9 0,3 3 0,4-4 0,3-4 0,1-4 0,4-5 0,-4-12 0,6-4 0</inkml:trace>
  <inkml:trace contextRef="#ctx0" brushRef="#br1" timeOffset="198">10291 8597 8912,'17'-8'0,"-4"0"0,5-3 0,-3 3 0,14 8 0,-3 8 0,5 5 0,-4 10 0,-2 12 0,3 8 0,-5 15 0,-2 11 0,-9 11 0,-8 8 0,-5-40 0,-2 1 0,-3 0 0,-2 1 0,-5 7 0,-2 1 0,-2 2 0,-3 0-881,-5 3 0,-1 0 881,0 5 0,0-2 0,-3-4 0,-1-2 0,-1 4 0,1 0 0</inkml:trace>
  <inkml:trace contextRef="#ctx0" brushRef="#br1" timeOffset="199">5986 9744 8912,'-3'-9'0,"0"-1"0,-4 1 0,0-1 0,3 0 0,1-3 0,-1 3 0,1-3 0,0 2 0,2 2 0,1-2 0,0-1 0,0 1 0,0-1 0,0 1 0,0 2 0,4-1 0,-1 1 0,3 2 0,-3 1 0,4 0 0,-4-4 0,0 4 0,-3-1 0,1 4 0,2-3 0,-3 1 0,0-2 0,-1 3 0,-5 4 0,-1 0 0,-2 0 0,-1 0 0,1 0 0,-4 1 0,0 2 0,-1 4 0,0 1 0,-2 6 0,4 2 0,-4 2 0,3 1 0,1 3 0,2 0 0,2 0 0,1-3 0,3 0 0,4 0 0,0-1 0,0-3 0,4-2 0,3-7 0,2 2 0,4-5 0,5 0 0,4-3 0,1-4 0,-2-3 0,1-4 0,-1-2 0,-2 0 0,-3 0 0,-2 2 0,-5-1 0,-3-2 0,-3 2 0,-2-4 0,-1 3 0,-2-3 0,-5 4 0,0-2 0,-9 2 0,0 0 0,2 0 0,-4 6 0,2 3 0,1-2 0,-1 2 0,4 0 0,-4 3 0,4 4 0,0 3 0,1 2 0,2 4 0,0 5 0,3 4 0,-2 1 0,5-1 0,0-2 0,3 2 0,1-2 0,3-1 0,5-1 0,2-2 0,6-2 0,-1-5 0,2-1 0,1-1 0,0-3 0,0-4 0,3-1 0,0-2 0,0-2 0,-4-6 0,-2-1 0,-3 0 0,-3-4 0,0 3 0,-5-4 0,-2 2 0,-3-2 0,-3 1 0,-5-2 0,-5 2 0,-4 3 0,1 0 0,-2 4 0,-1 2 0,0 3 0,0 4 0,0 0 0,0 0 0,2 5 0,1 5 0,-1 3 0,4 6 0,1 4 0,3 0 0,3 0 0,3 0 0,2-1 0,1-3 0,4-1 0,2-2 0,7 1 0,3-5 0,3-2 0,2-5 0,2-1 0,1-2 0,-2-2 0,4-3 0,-5-3 0,1-7 0,-2 2 0,-1-5 0,-1 3 0,-3-3 0,-2 0 0,-2-2 0,-6 2 0,-2 0 0,-3 3 0,-3-2 0,-2 3 0,-5-1 0,-2 3 0,-1 0 0,-4 5 0,2 2 0,-1 2 0,1 1 0,2 1 0,-3 2 0,4 2 0,-4 5 0,4 4 0,-1 1 0,4 0 0,2 0 0,1 0 0,2-1 0,1-1 0,3 3 0,1-5 0,2 2 0,3-6 0,6-1 0,3-2 0,3-2 0,-1-1 0,5-1 0,-2-1 0,-1-2 0,0-2 0,0-5 0,-1 0 0,-3-2 0,-2-1 0,-2 2 0,-5-1 0,0-1 0,-5 3 0,-1-3 0,-8 3 0,-8 0 0,-2 1 0,-1-1 0,0 5 0,0 2 0,-3 3 0,-1 4 0,0 6 0,0 4 0,0 4 0,4 1 0,2 1 0,1 2 0,3-1 0,7 4 0,3-3 0,2-4 0,9 0 0,5-6 0,8-2 0,4-4 0,2-4 0,2 1 0,-1-6 0,0-3 0,-4-4 0,-5-2 0,-4 0 0,-6-4 0,-4 4 0,-1-4 0,-11 3 0,-2-3 0,-7 5 0,0-2 0,-2 4 0,-1 2 0,-3 0 0,0 4 0,1 0 0,5 3 0,-3 8 0,0 5 0,0 8 0,-12 3 0,1 4 0</inkml:trace>
  <inkml:trace contextRef="#ctx0" brushRef="#br1" timeOffset="200">5977 6322 8912,'6'-4'0,"0"-2"0,1-3 0,-2 0 0,-2-1 0,3 1 0,-1-2 0,1 0 0,0-2 0,-2 0 0,1 1 0,0-2 0,0 0 0,2-1 0,1-2 0,0 2 0,-2 2 0,-1-1 0,1 2 0,-2 0 0,-3-1 0,-2 8 0,-3 2 0,-2 1 0,-2 7 0,-2 1 0,1 6 0,-1 0 0,1 4 0,-1-3 0,4 4 0,1-3 0,0 2 0,3 0 0,0-1 0,-1 0 0,2 2 0,-2-4 0,3 0 0,3-4 0,-1-1 0,4-1 0,5 0 0,5-4 0,2 0 0,1-3 0,3-1 0,0-2 0,3-3 0,-3-7 0,1 2 0,-4-5 0,-6 3 0,-3-3 0,-5 1 0,-5-4 0,-2 3 0,-4 0 0,-3 5 0,-9-2 0,-2 3 0,0 4 0,-4 2 0,-1 4 0,-3 1 0,0 2 0,3 2 0,3 5 0,-1 4 0,1 1 0,4 3 0,5 1 0,4 0 0,3 0 0,-2 0 0,5 0 0,1-1 0,5-2 0,3-3 0,7-3 0,-1-4 0,4 1 0,-1-5 0,5 1 0,3-3 0,2-3 0,2 1 0,2-5 0,-1 1 0,1-4 0,-5 1 0,-2-1 0,-3-2 0,-3-1 0,-7-1 0,-6 2 0,-2 1 0,-1-1 0,-8 0 0,-5-1 0,-3 4 0,-3-1 0,-5 2 0,-1 5 0,1-3 0,-1 2 0,3 2 0,0 5 0,-1 3 0,1 3 0,1 5 0,4 1 0,3 0 0,4 1 0,-1 0 0,8 3 0,0 0 0,3 0 0,1-3 0,2 0 0,6-5 0,3 2 0,5-4 0,-1-2 0,2-3 0,1-4 0,3 0 0,0 0 0,4-3 0,0-1 0,1-3 0,2 1 0,-5-6 0,-2 0 0,-3-1 0,-4 2 0,-6 0 0,-5-2 0,-4 0 0,-3 4 0,-6 0 0,-7-1 0,-3 1 0,-3-1 0,-2 5 0,-5 2 0,-1 2 0,1 1 0,-1 1 0,4 2 0,2 2 0,-1 5 0,4 0 0,-2 3 0,8-3 0,2 3 0,7-3 0,3 0 0,-2-1 0,2 1 0,4-2 0,6-1 0,1-3 0,1-4 0,5 0 0,2 0 0,2 0 0,2 0 0,2-1 0,3-2 0,3-3 0,0-3 0,1-1 0,-1 1 0,-4 0 0,-2 3 0,-3-2 0,-3 1 0,-6 2 0,-7-1 0,-4 1 0,-5-2 0,-3 0 0,-10 4 0,-1-4 0,-5 4 0,-3 0 0,3 3 0,-1 0 0,0 0 0,0 1 0,4 2 0,0 3 0,3 3 0,0 1 0,0-1 0</inkml:trace>
  <inkml:trace contextRef="#ctx0" brushRef="#br1" timeOffset="201">6764 6048 8912,'-3'-10'0,"0"1"0,0 0 0,0 2 0,-1 0 0,1 4 0,4-3 0,2-1 0,-1 1 0,2 1 0,-1 0 0,0 0 0,4 1 0,0-2 0,-2 4 0,1-1 0,-3 2 0,1 5 0,-4 3 0,0 5 0,0 4 0,-3 6 0,-1 3 0,-3 4 0,1 2 0,1 0 0,2 3 0,-1-2 0,1 3 0,0-6 0,3 1 0,0-5 0,0-2 0,4-4 0,2-3 0,3-6 0,0 0 0,4-5 0,0-5 0,3 0 0,0 0 0,2-4 0,0-2 0,-3-3 0,-6 0 0,-3-5 0,-6-1 0,0-4 0</inkml:trace>
  <inkml:trace contextRef="#ctx0" brushRef="#br1" timeOffset="202">6802 6237 8912,'-9'-3'0,"-1"0"0,1-5 0,3 6 0,3-4 0,2 4 0,5-2 0,3 4 0,5 0 0,4 0 0,6-1 0,4-3 0,4 3 0,2-2 0,4 2 0,2-3 0,5-1 0</inkml:trace>
  <inkml:trace contextRef="#ctx0" brushRef="#br1" timeOffset="203">7362 6199 8912,'-1'-9'0,"-2"-1"0,2 4 0,-4 0 0,2-2 0,0 0 0,0-1 0,-1 3 0,3-2 0,-2 1 0,0 0 0,0 1 0,-1-3 0,-3 4 0,0 0 0,0 1 0,2 2 0,-2 0 0,0-1 0,-1 1 0,-2 4 0,2 2 0,1 2 0,-1 1 0,2 6 0,1-2 0,2 5 0,1 0 0,0 3 0,-1 1 0,1 2 0,1-2 0,1 2 0,0-1 0,0 1 0,0-1 0,0 5 0,0-5 0,0 1 0,0-2 0,0-1 0,0 0 0,0 0 0,0-5 0,0-1 0,-1-4 0,-3-2 0,-1-3 0,-4-4 0</inkml:trace>
  <inkml:trace contextRef="#ctx0" brushRef="#br1" timeOffset="204">7172 6360 8912,'-5'0'0,"1"0"0,4-4 0,1 0 0,2-2 0,3-2 0,8 4 0,5-1 0,5-3 0,5 3 0,2-1 0,3 3 0,4-4 0,0 2 0,0-1-291,0-3 0,-4 4 1,-2-4-1</inkml:trace>
  <inkml:trace contextRef="#ctx0" brushRef="#br1" timeOffset="205">7656 6133 8912,'-9'-10'0,"-1"1"0,1-1 0,2 4 0,1 0 0,3 4 0,-4-2 0,4 4 0,-3 4 0,4 1 0,-2 5 0,0 2 0,1 1 0,-3 7 0,3-1 0,-1 2 0,0-2 0,3 3 0,-2 0 0,2 3 0,1-3 0,0 0 0,0-3 0,0 3 0,0 1 0,0-1 0,0-3 0,3-5 0,0-1 0,5-2 0,-3-2 0,5 1 0</inkml:trace>
  <inkml:trace contextRef="#ctx0" brushRef="#br1" timeOffset="206">7656 6256 8912,'0'-5'0,"1"-3"0,2 5 0,4 0 0,4 3 0,3 1 0,1 2 0,4 3 0,3 3 0,0-3 0,-3 1 0,0 2 0,-1 4 0,-2-2 0,-4 0 0,-5 2 0,-4-1 0,-2 4 0,-2-2 0,-4-1 0,-4 1 0,-5 2 0,-5-3 0,3-1 0,1-2 0,0-1 0,-1 1 0,-1-5 0,5-2 0,-5 2 0,2 1 0</inkml:trace>
  <inkml:trace contextRef="#ctx0" brushRef="#br1" timeOffset="207">7874 6275 8912,'-9'0'0,"3"0"0,2 0 0,4 4 0,0 3 0,0 1 0,0 1 0,3 2 0,1 2 0,3 0 0,-1 3 0,3 1 0,0-4 0,-2 2 0,-1-2 0,3 0 0,4-4 0,0-4 0,-4 0 0</inkml:trace>
  <inkml:trace contextRef="#ctx0" brushRef="#br1" timeOffset="208">8045 6332 8912,'-5'1'0,"2"2"0,3 2 0,3 5 0,-1-1 0,4 1 0,-3 0 0,4 3 0,-2 1 0,1 1 0,-2 2 0,-4-4 0,0-1 0,0 2 0,0 1 0</inkml:trace>
  <inkml:trace contextRef="#ctx0" brushRef="#br1" timeOffset="209">8102 6171 8912,'9'4'0,"-2"-3"0,-1 2 0,0-1 0,4 0 0,0 3 0,3 0 0,-1 1 0,3 4 0,0 2 0,2 2 0,-2 1 0,-1 2 0,0 0 0,-4 2 0,0 0 0,-7 0 0,1 5 0,-6 1 0,-5 2 0,-5 2 0,-5-1 0,-2 0 0,-3 0 0,-1-3 0,4-2 0,4-4 0,-1-4 0,1-1 0,1-5 0</inkml:trace>
  <inkml:trace contextRef="#ctx0" brushRef="#br1" timeOffset="210">8605 6152 8912,'0'-7'0,"1"2"0,2 1 0,3 2 0,-2 2 0,1 3 0,-2 4 0,0 5 0,1 3 0,-2 4 0,2-1 0,-2-3 0,-1 6 0,-1-2 0,0 1 0,0 0 0,-1-1 0,-3 0 0,2-1 0,-4-1 0,-1-3 0,-2-4 0,0 2 0,-1-7 0</inkml:trace>
  <inkml:trace contextRef="#ctx0" brushRef="#br1" timeOffset="211">8510 6303 8912,'-13'-3'0,"1"0"0,3-4 0,10 6 0,9-2 0,8 0 0,7 0 0,10 2 0,3-2 0,6 2-193,0 1 0,-3-3 193,-3 0-205,-4-5 1,-6 3 0,1-4 0</inkml:trace>
  <inkml:trace contextRef="#ctx0" brushRef="#br1" timeOffset="212">9051 5991 8912,'-10'-5'0,"4"1"0,-1-3 0,0 2 0,-1 0 0,1-1 0,1 2 0,-1-1 0,1 2 0,0 0 0,-1 2 0,1 5 0,0 3 0,0 2 0,-3 4 0,1 4 0,-2 4 0,6 3 0,-5 4 0,1 4 0,-1 0 0,0-1 0,3-2 0,2-1 0,4 1 0,0-2 0,0-2 0,1-3 0,2-6 0,2-2 0,5-5 0,-1 0 0,1-3 0,-1-3 0,5-6 0,1-2 0</inkml:trace>
  <inkml:trace contextRef="#ctx0" brushRef="#br1" timeOffset="213">9051 6152 8912,'-1'-7'0,"-3"1"0,3 5 0,-2 1 0,2 4 0,1 6 0,0 2 0,0 1 0,1 4 0,2-1 0,-2 2 0,3 1 0,-2-4 0,1 1 0,-2 0 0,2 3 0,-2-3 0,-1 0 0,0-2 0,0 2 0,0-3 0,0-7 0,0-2 0</inkml:trace>
  <inkml:trace contextRef="#ctx0" brushRef="#br1" timeOffset="214">9117 6247 8912,'-6'-5'0,"-1"-1"0,5-2 0,-1-2 0,3 5 0,3 2 0,3 2 0,4 0 0,2-1 0,0-2 0,5 1 0,-1 3 0,2 0 0,1 0 0,-1-1 0,-2-2 0,2 2 0,-8-8 0,4 4 0</inkml:trace>
  <inkml:trace contextRef="#ctx0" brushRef="#br1" timeOffset="215">9316 6029 8912,'7'0'0,"-1"0"0,-3 0 0,3 0 0,-4 0 0,3 1 0,-5 2 0,0 3 0,0 3 0,0 3 0,0 1 0,0 4 0,0-2 0,-3 3 0,-1 1 0,1 0 0,3 0 0,0 0 0,0 0 0,0 0 0,0 0 0,0-4 0,0-3 0,0-1 0,0-2 0,0 1 0,0-1 0,0 1 0,0-1 0,1-3 0,1-4 0,4-4 0,2-5 0,-1-5 0,7-3 0</inkml:trace>
  <inkml:trace contextRef="#ctx0" brushRef="#br1" timeOffset="216">9383 6218 8912,'-10'0'0,"1"0"0,3 0 0,2 0 0,13-3 0,3 0 0,5-4 0,2 4 0,0-1 0,0 1 0,0 2 0,0-2 0,-1 2 0,-2 1 0,-3-5 0,-3 0 0,-1-4 0</inkml:trace>
  <inkml:trace contextRef="#ctx0" brushRef="#br1" timeOffset="217">9383 5934 8912,'9'0'0,"1"0"0,3 4 0,3 2 0,3 4 0,2 2 0,1 5 0,-1 4 0,-2 4 0,-3 3 0,1 4 0,-4-1 0,-5 1 0,-5-4 0,-2 2 0,-1 1 0,-4-4 0,-2 1 0,-4-3 0,-2 1 0,-4 1 0,-6-2 0,2-2 0,-1 0 0,3-3 0,2-1 0,1-5 0,-1-1 0,3-7 0,3-2 0</inkml:trace>
  <inkml:trace contextRef="#ctx0" brushRef="#br1" timeOffset="218">10009 5943 8912,'-7'-1'0,"1"-1"0,0-2 0,-1-1 0,2-3 0,0 1 0,0 1 0,2 0 0,-4 4 0,0-1 0,-2 0 0,0 3 0,0 4 0,2 2 0,1 3 0,-2 0 0,4 5 0,1 2 0,-1 3 0,1 3 0,1 2 0,0 0 0,2 5 0,0-1 0,-3 1 0,0 2 0,0-1 0,3-2 0,0 0 0,0-3 0,1-2 0,2-4 0,-2-1 0,2-2 0,-2-3 0,-1-3 0,0-1 0,-1 0 0,-2-3 0,-2-2 0,-5-4 0,-3-8 0,-2-3 0</inkml:trace>
  <inkml:trace contextRef="#ctx0" brushRef="#br1" timeOffset="219">9753 6275 8912,'-6'-4'0,"2"3"0,4-8 0,8 8 0,1-2 0,8 2 0,2 1 0,1 0 0,5 0 0,0 0 0,4 0 0,-2-1 0,-1-2 0,5-2 0,-1-5 0</inkml:trace>
  <inkml:trace contextRef="#ctx0" brushRef="#br1" timeOffset="220">10199 5962 8912,'-7'0'0,"1"0"0,-1 0 0,1 1 0,0 2 0,3 3 0,-3 4 0,1 2 0,0 0 0,0 6 0,-3 1 0,2 6 0,-1 2 0,-2 2 0,0 3 0,0 2 0,3-1 0,-1 0 0,3-5 0,1-3 0,3-3 0,0-3 0,1-3 0,2-5 0,4-3 0,-2-1 0,1-4 0,1 0 0,2-3 0,1 0 0,-4-4 0,0-2 0,-4-7 0,3-2 0</inkml:trace>
  <inkml:trace contextRef="#ctx0" brushRef="#br1" timeOffset="221">10218 6142 8912,'3'-12'0,"1"0"0,2 3 0,5 1 0,-2 3 0,4-1 0,-3 1 0,0 5 0,-1 1 0,1 3 0,-4-2 0,1 4 0,-4 4 0,3 2 0,-4 1 0,1-4 0,2 4 0,-2 0 0,0 2 0,-3-2 0,0 0 0,0 0 0,-1-2 0,-2 2 0,1-3 0,-5 0 0,1-1 0,-4 0 0,1 0 0,-1-3 0,1 3 0,-1-5 0,1 2 0,-1-2 0,5-4 0,1 0 0</inkml:trace>
  <inkml:trace contextRef="#ctx0" brushRef="#br1" timeOffset="222">10369 6123 8912,'6'-14'0,"-1"1"0,-2 7 0,-2-3 0,7 8 0,-6-3 0,2 8 0,-4 2 0,0 4 0,0 2 0,0 1 0,0 2 0,0 0 0,0 1 0,0 0 0,0-3 0,-3 3 0,-1-4 0,1 2 0,3-1 0,0-3 0,0 3 0,0-3 0,0 0 0</inkml:trace>
  <inkml:trace contextRef="#ctx0" brushRef="#br1" timeOffset="223">10455 6190 8912,'9'-11'0,"1"-1"0,-1 4 0,1-1 0,0 2 0,3 1 0,2-1 0,4 4 0,-5-4 0,-1 4 0,2 0 0,-6 7 0,1 2 0,-6 3 0,-7 0 0,-5 2 0,-3 1 0,-1 2 0,-4 2 0,2 1 0,-2-3 0,3-1 0,3 1 0,0 0 0,1-2 0,2-2 0,1-1 0,4 1 0,-1-4 0,2-2 0,2 4 0,3-5 0,5-1 0,6-1 0,4-4 0,3 0 0,-1-5 0,5 2 0,-5-7 0,6-2 0,-3-3 0</inkml:trace>
  <inkml:trace contextRef="#ctx0" brushRef="#br1" timeOffset="224">10587 5924 8912,'10'0'0,"1"0"0,1 0 0,3 1 0,4 3 0,1 3 0,2 4 0,-2 6 0,2 9 0,-4 3 0,-5 9 0,-2 7 0,-8 3 0,-5 0 0,-3 1 0,-12-2 0,-5 0 0,8-20 0,-2 0 0,-2 1 0,0 0 0,-2 0 0,0 0-1090,-2 0 1,-1 0 1089,1 1 0,-2-1 0,0-3 0,1-1 0,-1 2 0,0-1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6.95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12304 2699 8912,'-17'-7'0,"0"-5"0,0-1 0,-1-1 0,3 3 0,2 0 0,1 1 0,1-3 0,-6 7 0,1 0 0,5-1 0,-5 5 0,5-4 0,-4 6 0,-3 6 0,-1 11 0,-2 13 0,-4 9 0,-1 6 0,-1 15 0,-4 10 0,3 12 0,-3 8 0,17-37 0,1 1 0,0 0 0,0 1 0,0 3 0,1 1 0,0 1 0,3 0 0,1-1 0,2 0-137,0-1 0,1-1 0,3-5 0,0-3 137,-4 37 0,6-9 0,6-14 0,4-6 0,7-13 0,-2-8 0,-3-5 0,9-12 0,-4-2 0,11-2 0,1-9 0,6 0 0,5-6 0,6 0 0,3 0 0,11 0 0,1 0 0</inkml:trace>
  <inkml:trace contextRef="#ctx0" brushRef="#br0" timeOffset="1">12907 3335 8912,'0'-17'0,"0"0"0,0 0 0,0 0 0,0 0 0,-2-3 0,-4-3 0,2 6 0,-7-2 0,-5 6 0,-5-1 0,0 7 0,-6-1 0,1 2 0,-1 1 0,4 7 0,-4 9 0,0 6 0,1 6 0,5 4 0,-2 7 0,4 3 0,3 1 0,3 2 0,1-2 0,9-2 0,-3-1 0,4-3 0,2-1 0,0-4 0,0-3 0,0-6 0,0-7 0,2-7 0,4 2 0,5-4 0,4-2 0,4-10 0,4-7 0,-2-6 0,8-6 0,-2-9 0,2 4 0,-5-3 0,-6 9 0,5-3 0,0 6 0,-4 0 0,-6 1 0,2 8 0,-5 9 0,5 9 0,-3 3 0,1 7 0,-7 11 0,5 3 0,-3 7 0,1-2 0,5-3 0,1-1 0,2 2 0,6-5 0,0-6 0,10-1 0,-1-2 0,6-3 0,1-7 0,3-3 0,-2-2 0,8-15 0,-4-4 0</inkml:trace>
  <inkml:trace contextRef="#ctx0" brushRef="#br0" timeOffset="2">14008 3043 8912,'0'-17'0,"0"6"0,0-1 0,0 8 0,0-1 0,0 10 0,0 9 0,0 7 0,0 7 0,0 12 0,0 8 0,2 8 0,4 7 0,-5 2 0,5 0 0,-2-2 0,2 2 0,-4-4 0,3 2 0,3-8 0,-2 2 0,-1-3 0,-5-3 0,0-12 0,0-7 0,0-5 0,-7-4 0,-3-6 0</inkml:trace>
  <inkml:trace contextRef="#ctx0" brushRef="#br0" timeOffset="3">14025 3301 8912,'8'-29'0,"1"3"0,1-1 0,-4 0 0,-3 8 0,3 2 0,-2 0 0,7 5 0,-5-1 0,6 1 0,1 7 0,2 3 0,4 2 0,4 0 0,-3 2 0,2 3 0,-2-1 0,-3 8 0,-6 1 0,1 10 0,-3-2 0,3 6 0,-5-1 0,1 1 0,-6-4 0,4 6 0,-6-1 0,-6 7 0,2-6 0,-7-1 0,5-1 0,-4 2 0,3-7 0,3-2 0,-6-3 0,8-8 0,-5-1 0</inkml:trace>
  <inkml:trace contextRef="#ctx0" brushRef="#br0" timeOffset="4">14713 3181 8912,'-1'-17'0,"-5"-1"0,-4 1 0,1 0 0,-7 7 0,5 5 0,-4 3 0,3 11 0,1 9 0,1 1 0,-1 9 0,-5 1 0,7 5 0,-1 1 0,4-1 0,-1-1 0,1-5 0,0 5 0,6-5 0,0-3 0,0-2 0,0-4 0,2-4 0,4-3 0,4-4 0,7-10 0,0-4 0,0-6 0,0-10 0,1-3 0,-1-4 0,-6-1 0,-1 5 0,-1 0 0,1 0 0,-4 2 0,5 6 0,-7 0 0,2 0 0,-2 7 0,1 4 0,-3-3 0,6 9 0,-8 0 0,2 11 0,3 10 0,-3 0 0,4 8 0,2-6 0,-2 5 0,7-7 0,-2 2 0,5 2 0,1-2 0,-6-6 0,1-5 0,1 1 0,3-5 0,1-1 0</inkml:trace>
  <inkml:trace contextRef="#ctx0" brushRef="#br0" timeOffset="5">14954 3250 8912,'10'-23'0,"-4"0"0,1-6 0,-1 6 0,0 0 0,-6 6 0,0 7 0,0 3 0,7 9 0,5 3 0,1 5 0,1 7 0,-3 2 0,3 4 0,1 4 0,2 7 0,-7-5 0,-5 0 0,3-3 0,-2 3 0,-1 2 0,-5-8 0,0 5 0,0-5 0,0-6 0,0-5 0,0 1 0,0-5 0,0-8 0,0-12 0,2-9 0,4-2 0,-2-7 0,7 1 0,3-3 0,7-3 0,4 1 0,1 0 0,3 7 0,6 4 0,-7 4 0,1 2 0,-2 5 0,1 1 0,3 7 0,-8-2 0,-2 4 0,-2 2 0,-2 0 0,0 0 0,1 0 0,-1 6 0,0 0 0,-7-1 0,-3-5 0,-9-5 0,-3-3 0,-7-2 0,-3 7 0,-2-3 0,5 4 0,1 2 0,-1 0 0,-5 0 0,0 2 0,0 4 0,5 3 0,1 8 0,-1 1 0,3-1 0,-5 6 0,8 0 0,-1 1 0,1-1 0,4-4 0,-4 4 0,5-4 0,1-1 0,0-1 0,1-2 0,5-3 0,6-5 0,11-7 0,-4-5 0,6-5 0,-1-3 0,5-7 0,-2-1 0,2 4 0,-8-2 0,2-4 0,-4 4 0,-2-4 0,-6 4 0,1 2 0,-3 0 0,5 0 0,-3-1 0,-7 1 0,4 8 0,-8 1 0,0 10 0,0 4 0,0 3 0,0 10 0,0 4 0,0-4 0,0 4 0,5-4 0,1-1 0,2-1 0,-4 0 0,3 2 0,3 4 0,-6-10 0,1 4 0,5-3 0,-8 3 0,6-7 0,-1-3 0,3-9 0,-1-3 0,5-7 0,-9-11 0,9-4 0,-3-7 0,-1 0 0,1-1 0,-1 3 0,1 3 0,3-1 0,-9 7 0,1 2 0,2 2 0,-6 9 0,7 2 0,-3 8 0,-2 8 0,7 3 0,-5 12 0,4 6 0,-3 4 0,-3 1 0,4 0 0,-2 1 0,-1-7 0,-5 1 0,0-8 0,0 2 0,0 2 0,0-2 0,0-6 0,0-6 0,0-7 0,6-4 0,0-11 0,-1-6 0,-5-6 0,6 2 0,0-8 0,5 0 0,-5-5 0,6 0 0,-5 1 0,3 2 0,3 3 0,-3 7 0,1-2 0,-5 9 0,5 3 0,-1 5 0,2-5 0,3 7 0,-4-2 0,-1 12 0,1 5 0,-5 5 0,6 1 0,-3 6 0,4 0 0,-3-2 0,-2-2 0,5-2 0,-1 0 0,3 1 0,2-3 0,0-4 0,0 3 0,3-9 0,1-1 0,2-2 0,1-4 0,-1-4 0,2 3 0,4-9 0,-2 1 0,-4-6 0,-4-1 0,6-1 0,-1-4 0,-6 4 0,-1-4 0,-8 4 0,-9 2 0,0 0 0,0 0 0,-5 5 0,-1 1 0,-7 7 0,1-2 0,-3 4 0,-2 4 0,-1 4 0,1 5 0,0 6 0,0 6 0,0-2 0,-1 8 0,7-6 0,-1 6 0,9-6 0,-3 5 0,4-7 0,2 2 0,2-4 0,4-2 0,5 1 0,10-3 0,4-4 0,2-5 0,1-4 0,7-2 0,-7 0 0,1 0 0,0-8 0,5-3 0,1 1 0,-1-1 0,-1-2 0,-5-10 0,5-4 0,-6-7 0</inkml:trace>
  <inkml:trace contextRef="#ctx0" brushRef="#br0" timeOffset="6">16968 2751 8912,'-17'-8'0,"-1"-3"0,1-4 0,8 5 0,-7-5 0,14 15 0,-3 2 0,3 13 0,2 10 0,0 9 0,0 0 0,0 1 0,0 7 0,0 4 0,0 3 0,0 3 0,0-2 0,0-4 0,5 1 0,1-7 0,6 6 0,-7-6 0,3-7 0,-2-10 0,-2-4 0,7-4 0,2-3 0,3-7 0,1-10 0,0-5 0,0-7 0,-5 0 0,-1-1 0,-1-4 0,3-3 0,-3 0 0,-3 0 0,-1-4 0,-6 6 0,6 1 0,0 4 0,-2 1 0,-3 8 0,-1 1 0,0 10 0,0 4 0,0 3 0,0 10 0,2 2 0,4 2 0,-2 0 0,7-6 0,-5 1 0,6-1 0,-1-2 0,6-4 0,0-3 0,1-8 0,5 0 0,0 0 0,0 0 0,1 0 0,1-13 0,4-4 0,1-4 0,-7 3 0,6-5 0,-8 0 0,-4 4 0,-3 6 0,-5-2 0,3 3 0,3 5 0,-11 1 0,5 12 0,-1 5 0,-2 4 0,-6 3 0,6 1 0,-1 4 0,3-4 0,-2 4 0,-4 1 0,5-1 0,-1-2 0,0-2 0,1-1 0,-1-1 0,-4 0 0,6 0 0</inkml:trace>
  <inkml:trace contextRef="#ctx0" brushRef="#br0" timeOffset="7">16761 3181 8912,'-27'25'0,"5"-8"0,20-8 0,13-9 0,14-2 0,15-3 0,4 1 0,10-8 0,3-1 0,6-2 0,4-10 0,2-4 0,15-11 0,-40 18 0,0 0 0</inkml:trace>
  <inkml:trace contextRef="#ctx0" brushRef="#br0" timeOffset="8">18843 2631 8912,'-11'-18'0,"1"1"0,1 0 0,-1 0 0,7 7 0,-5 4 0,8 12 0,0 11 0,0 12 0,0 4 0,0 1 0,0 0 0,0 1 0,0 5 0,0 0 0,0 2 0,2-4 0,2 2 0,1-1 0,7-3 0,-6-2 0,5 6 0,-5 0 0,5 1 0,-5-9 0,0-3 0,1-6 0,-5 3 0,6 1 0</inkml:trace>
  <inkml:trace contextRef="#ctx0" brushRef="#br0" timeOffset="9">18568 3009 8912,'-17'0'0,"5"0"0,1 0 0,7-2 0,0-2 0,8-2 0,10-5 0,14 5 0,10-5 0,20 5 0,5-7 0,12 3 0,3-1 0,0-1 0,-1 1 0,-8-7-593,-1 1 0,-6-8 1,-3-1-1</inkml:trace>
  <inkml:trace contextRef="#ctx0" brushRef="#br0" timeOffset="10">19549 2768 8912,'-36'0'0,"-1"0"0,1 0 0,4 0 0,-3 8 0,1 3 0,-3 4 0,14 5 0,2 3 0,2 5 0,2 5 0,0 1 0,7 0 0,5 1 0,5-3 0,5-1 0,7-3 0,3 3 0,4-6 0,4-2 0,2-10 0,4-1 0,3-9 0,-3 3 0,5-6 0,5-6 0,1-7 0,-2-8 0,2-4 0,-5-3 0,3-5 0,-10 4 0,-3-3 0,-2-2 0,-11-1 0,-7 1 0,-3-1 0,-2 1 0,-9 0 0,-8-1 0,-10 9 0,-13 3 0,1 9 0,-6 3 0,1 9 0,-2 2 0,-2 2 0,10 9 0,5 5 0,8 5 0,8-2 0,6 4 0,3-4 0,8-2 0</inkml:trace>
  <inkml:trace contextRef="#ctx0" brushRef="#br0" timeOffset="11">13199 2218 8912,'0'-17'0,"-8"0"0,-3-3 0,-4-2 0,-3-5 0,1-2 0,0 0 0,-2-5 0,-2-4 0,-2 3 0,2 5 0,2 9 0,3-2 0,3 6 0,2 5 0,5 7 0,-6 10 0,9 14 0,-3 16 0,-2 9 0,2 11 0,3 4 0,1 2 0,2 3 0,0 4 0,0-5 0,0 0 0,0-7 0,2 3 0,1-2 0,3 1 0,2-9 0,-2-9 0,-5-9 0,5-2 0,-6-10 0,-6-2 0,-3-8 0,-8-9 0</inkml:trace>
  <inkml:trace contextRef="#ctx0" brushRef="#br0" timeOffset="12">12700 2527 8912,'17'0'0,"-5"0"0,-1 0 0,1-5 0,5-1 0,0-2 0,0 3 0,2 1 0,4-8 0,6-1 0,4-2 0,7-3 0,0 1 0,6-2 0,-6-4 0,2 4 0,-2-4 0,-6 4 0,1 2 0,-8 2 0,-10 3 0,-8 4 0,-1 8 0,-14 4 0,1 6 0,1 7 0,0 4 0,-2-4 0,4 0 0,-3 1 0,3-1 0,2 0 0,0 0 0,0 0 0,0-5 0,0-1 0,0 1 0,0 5 0,0-9 0,0-8 0,7-8 0,3-9 0</inkml:trace>
  <inkml:trace contextRef="#ctx0" brushRef="#br0" timeOffset="13">13285 2235 8912,'8'10'0,"-6"-3"0,5-7 0,-7 0 0,0 0 0,8 0 0,2-5 0,7-1 0,0 2 0,0 2 0,0 2 0,1 0 0,-1 0 0,0 0 0,0 6 0,-2 1 0,-3 3 0,-2 1 0,-5 7 0,-3-1 0,6 0 0,-8 0 0,0-5 0,0-1 0,0 1 0,0-1 0,0 1 0,0-9 0,0 5 0,2-10 0,3-4 0,3-3 0,4-8 0,3-1 0,-4 3 0,7 2 0,4 1 0,-2 1 0,3-6 0,1 5 0,-1 1 0,6 7 0,-6-2 0,8 4 0,-3 2 0,-1 0 0,0 0 0,0 2 0,-1 4 0,1-4 0,2 4 0,-2-5 0,-4-1 0,-4 0 0,4 0 0,-4 0 0,-2 0 0,-8-7 0,-1-3 0,-8-7 0,-8 6 0,-3 1 0,-4 1 0,-3-1 0,1 4 0,0-5 0,-2 7 0,-4-2 0,4 2 0,-4-1 0,4 3 0,2-4 0,-1 4 0,7 10 0,-1 3 0,9-1 0,-3 1 0,4-5 0,2 5 0,0 1 0,0 5 0,0 0 0,8-7 0,3-4 0,4-5 0,3-1 0,-1-1 0,0-5 0,0-6 0,0-3 0,1-10 0,-1-3 0,-6-5 0,1-1 0,-3-8 0,3-4 0,1-4 0,-7-1 0,-2-1 0,-2 0 0,-2 3 0,0 3 0,0 12 0,0 11 0,0 11 0,0 14 0,0 15 0,-2 18 0,-4 16 0,4 14 0,-4 10 0,4 1 0,2-1 0,8-5 0,4 5 0,5-6 0,6-6 0,13 2 0,16-8-735,7-7 0,10-8 0,0-8 0</inkml:trace>
  <inkml:trace contextRef="#ctx0" brushRef="#br0" timeOffset="14">21459 2441 8912,'17'-17'0,"-5"0"0,-3-2 0,-1-4 0,-4-6 0,-2-3 0,-2-3 0,-8 3 0,-3 1 0,-5 5 0,-1 1 0,0-4 0,0 6 0,0 4 0,-1 6 0,-1 3 0,-2 6 0,-4-1 0,-1 1 0,-1 10 0,-2 5 0,2 14 0,6 7 0,-2 10 0,2 8 0,10 7 0,5 18 0,4 3 0,2 8 0,0 0 0,0 0 0,0-6 0,0 1 0,6-7-116,0 6 1,7-15 115,-1-2 0,-3-9 0,1-8 0,-1-8 0,1-8 0,-6-12 0,-2-9 0,-8-15 0,0-7 0</inkml:trace>
  <inkml:trace contextRef="#ctx0" brushRef="#br0" timeOffset="15">20805 2940 8912,'-11'0'0,"1"-2"0,3-4 0,-7 4 0,12-13 0,10 13 0,15-3 0,17-3 0,12 0 0,11 1 0,9-1 0,-1-3 0,4 5 0,1-8 0,-1 3 0,-8-2 0,-10 1 0,-11-3 0,-6 3 0,-5-3 0,-7 0 0,-5 3 0,-4 7 0,-7 3 0,-1 2 0,-7 0 0,4 0 0,-8 2 0,0 3 0,0 7 0,-6 3 0,0 2 0,1 2 0,-3 4 0,4 2 0,-7 4 0,7 3 0,-2-3 0,-2 3 0,3 3 0,-1-3 0,6-3 0,0 3 0,0-5 0,0 0 0,0-4 0,0-12 0,0-3 0,-8-16 0,-1-1 0</inkml:trace>
  <inkml:trace contextRef="#ctx0" brushRef="#br0" timeOffset="16">21562 2734 8912,'10'-35'0,"0"1"0,-5 0 0,-3 5 0,4 0 0,-4 8 0,-2-2 0,2 12 0,4 5 0,3 4 0,8 2 0,2 8 0,4 3 0,4-3 0,8 0 0,-1-8 0</inkml:trace>
  <inkml:trace contextRef="#ctx0" brushRef="#br0" timeOffset="17">22148 2459 8912,'9'-18'0,"-1"-4"0,-8-1 0,0 7 0,-2 11 0,-2 12 0,-2 10 0,1 10 0,5 13 0,-6-2 0,0 8 0,0 0 0,6 6 0,0-8 0,0-4 0,2 2 0,4-2 0,-2 2 0,7-6 0,3 1 0,1-5 0,-4-5 0,1-4 0,-8 0 0,11-21 0,-5 5 0</inkml:trace>
  <inkml:trace contextRef="#ctx0" brushRef="#br0" timeOffset="18">21993 2871 8912,'-12'0'0,"1"0"0,-3 0 0,7 0 0,1-5 0,12-1 0,11-2 0,14 4 0,7-3 0,8-3 0,5-1 0,7-7 0,3 1 0,8 0 0,7 0 0,3 0 0</inkml:trace>
  <inkml:trace contextRef="#ctx0" brushRef="#br0" timeOffset="19">23249 2338 8912,'-34'16'0,"-1"-3"0,3-2 0,3 3 0,4 3 0,8 6 0,0 6 0,1 9 0,3 4 0,1 2 0,9 2 0,-3 5 0,6 1 0,6-1 0,5-1 0,10-4 0,4-6 0,2-4 0,-4-1 0,5-1 0,-8-7 0,-3-4 0,-8-4 0,-9-2 0</inkml:trace>
  <inkml:trace contextRef="#ctx0" brushRef="#br0" timeOffset="20">22888 2992 8912,'-6'-18'0,"0"1"0,0 0 0,6 0 0,0 0 0,10-6 0,7 0 0,16 0 0,12 6 0,7-6 0,5 0 0,7-2 0,6 4 0,1-2 0,-4 2 0,-10 0 0,1-2 0,-12 2 0,-6-8 0,-13 7 0,-10-7 0,-2 6 0,-9-6 0,0 14 0,-6-2 0,-2 3 0,-4 5 0,2-1 0,-7 5 0,5 3 0,-6-4 0,7 12 0,-7 5 0,8 6 0,-1 6 0,-3-2 0,2 8 0,2 1 0,2 3 0,2 1 0,0 1 0,0-1 0,0 1 0,0-3 0,0-3 0,0 3 0,0-3 0,0-2 0,0-1 0,0-1 0,0-4 0,0-2 0,0-2 0,0-9 0,0-8 0,0-9 0,0-13 0,0 0 0,0-9 0,0 2 0,2-3 0,4-3 0,-2 9 0,7 3 0,-5 4 0,4 2 0,-1 1 0,1 5 0,1 3 0,7 8 0,-1 0 0,0 8 0,0 3 0,6 10 0,0 2 0,0 0 0,-6-6 0,2 0 0,2 1 0,4-3 0,2-4 0,-4 3 0,6-8 0,-1-3 0,7-8 0,-3 1 0,-3-8 0,1 1 0,-7-6 0,0-6 0,-5 0 0,-7 0 0,1 6 0,-9 0 0,3-1 0,-12 9 0,-7 3 0,-8 4 0,-8 2 0,-3 2 0,-3 4 0,1 9 0,-1 8 0,3 6 0,3-6 0,6 5 0,12-5 0,3 6 0,8-4 0,4-1 0,8 1 0,14-2 0,20-6 0,10-7 0,1-4 0,8-4 0,-2-2 0,-4-2 0,-3-6 0,-8-9 0,-6-8 0,-8-9 0</inkml:trace>
  <inkml:trace contextRef="#ctx0" brushRef="#br0" timeOffset="21">19084 2871 8912,'6'-17'0,"0"0"0,-2 0 0,-2-1 0,-2 7 0,0 0 0,0 9 0,0 2 0,0 9 0,0 16 0,0 8 0,0 9 0,0 7 0,0 1 0,0 11 0,0 0 0,0 0 0,0 0 0,0 2 0,0-3 0,0-11 0,0-5 0,0-9 0,0-9 0,0-8 0,0-9 0,0-5 0,0-15 0,3-9 0,7-16 0,7-4 0,2-6 0,2-4 0,2-1 0,-4-1 0,4 1 0,-3 9 0,-3 7 0,0 9 0,0 8 0,0 9 0,1 3 0,-1 12 0,0 5 0,0 12 0,0 6 0,6 3 0,0 3 0,0-7 0,-4 1 0,2 0 0,2-3 0,0 5 0,-6-8 0,6-6 0,0-5 0,0-9 0,-5 3 0,6-19 0,3-6 0</inkml:trace>
  <inkml:trace contextRef="#ctx0" brushRef="#br0" timeOffset="22">19773 2837 8912,'-17'0'0,"-1"0"0,3 2 0,4 4 0,3-3 0,8 9 0,0 5 0,0 6 0,0 7 0,0-1 0,2 6 0,4 5 0,1-4 0,5 4 0,3-4 0,-4-1 0,3-1 0,-3 1 0,5-9 0,-5-3 0,4-6 0,3-5 0,-7-5 0,1-7 0,-1 0 0,6 0 0</inkml:trace>
  <inkml:trace contextRef="#ctx0" brushRef="#br0" timeOffset="23">20031 2699 8912,'9'0'0,"-3"2"0,-12 4 0,-1 5 0,-5 10 0,5 6 0,-1 6 0,6-1 0,-4 14 0,4 0 0,2 5 0,8-1 0,4 0 0,3-2 0,2-1 0,6-1 0,0-11 0,6-9 0,-6-3 0,0-11 0,-6-7 0,-8-10 0,-1-5 0</inkml:trace>
  <inkml:trace contextRef="#ctx0" brushRef="#br0" timeOffset="24">19945 2957 8912,'-10'8'0,"1"-6"0,3 4 0,4-5 0,12-1 0,18 0 0,22-1 0,19-5 0,9-10 0,14-6-485,-45 10 0,2 1 1,6-5-1,1-1 1,0-1-1,0 0 1</inkml:trace>
  <inkml:trace contextRef="#ctx0" brushRef="#br0" timeOffset="25">25985 2820 8912,'0'-23'0,"0"-2"0,0-2 0,-2-3 0,-2-1 0,-3 0 0,-3 5 0,-3 1 0,-3 2 0,-1 6 0,0 0 0,0-1 0,-2 9 0,-2 3 0,-4 8 0,-2 9 0,0 9 0,-3 16 0,1 6 0,-2 9 0,5 1 0,-1 7 0,2-1 0,4-1 0,10-6 0,5-5 0,4-7 0,2-1 0,2-8 0,4-7 0,5-11 0,12-7 0,4-6 0,9-11 0,2-11 0,2-7 0,1-12 0,-7-4 0,-1-4 0,-5-2 0,-3 1 0,-8-1 0,-1-1 0,-5-5 0,-3-5 0,-8-11 0,0 3 0,-2-1 0,-2 9 0,-2 11 0,-5 16 0,5 13 0,-2 6 0,3 5 0,3 12 0,-4 15 0,4 10 0,2 10 0,-2 16 0,-4 1 0,4 11 0,-3-2 0,3 2 0,2 0 0,7-2 0,5 2 0,11-9 0,6-8 0,5-8 0,6 2 0,10-11 0,7-6 0,6-12 0,-5-5 0,-1-6 0,-5-6 0,-10-5 0,-8-11 0,-9-2 0,-6-3 0,-9 0 0,-5-1 0,-5-5 0,-5 4 0,-5-1 0,-7 1 0,0-1 0,0 7 0,5 0 0,1 6 0,-1 5 0,-5 1 0,5 7 0,1 0 0,-2 8 0,-3 7 0,5 5 0,-1 1 0,3 2 0,-3 4 0,-1-4 0,7 4 0,-1-4 0,1-2 0,4 0 0,-4 0 0,4 1 0,2-7 0,2-1 0,4-3 0,3-3 0,9-10 0,-1 3 0,0-9 0,0 1 0,0-7 0,1 1 0,-1 0 0,-6 2 0,1 3 0,-6-1 0,5 7 0,-5 1 0,5 5 0,3 0 0,-5 0 0,3 0 0,-7 7 0,7 5 0,-6 3 0,5 2 0,1-2 0,5-3 0,0 3 0,0-3 0,6-3 0,0 3 0,8-9 0,-5 3 0,3-4 0,0-2 0,-6-9 0,5-9 0,-7 1 0,12-15 0,-6 5 0</inkml:trace>
  <inkml:trace contextRef="#ctx0" brushRef="#br0" timeOffset="26">26932 2252 8912,'-18'-25'0,"3"6"0,4-4 0,-3 4 0,8 2 0,-5 6 0,5-1 0,1 8 0,5-3 0,0 11 0,0 7 0,0 12 0,0 9 0,0 9 0,1 4 0,5 5 0,-2 9 0,7 4 0,7-2 0,5 3 0,0-9 0,-6 2 0,6 2 0,0-1 0,0-9 0,-6-8 0,-8-13 0,-1-3 0,-8-8 0</inkml:trace>
  <inkml:trace contextRef="#ctx0" brushRef="#br0" timeOffset="27">26708 2768 8912,'-8'-25'0,"6"0"0,-3-3 0,-3-3 0,2 8 0,0 0 0,6 6 0,10 6 0,7-1 0,10 8 0,15-1 0,10 3 0,9 2 0,13 0 0,7 0 0,-1 6-102,-5-1 0,-3 1 102,-14-6 0,-3 0 0,-9 0 0,2-2 0,-8-4 0,-8 3 0,-9-9 0,-3 1 0,-11-7 0,-3 1 0,-20 2 0,-9 3 0,-1-1 51,-5 7 0,-5 1 0,-7 5 0,5 2-51,5 3 0,1 5 0,7 7 0,-6 0 0,6 0 0,6 1 0,6-1 0,5 0 0,-6 0 0,7 0 0,-7 1 0,8-1 0,-1 0 0,3 0 0,4-2 0,3-3 0,5-4 0,7-8 0,0-2 0,1-4 0,-1-4 0,0-7 0,0 0 0,0 0 0,1-6 0,-1 0 0,-2 0 0,-3 6 0,3 0 0,-4-1 0,-1 7 0,1-1 0,-1 11 0,1 1 0,-1 7 0,-6 10 0,3 2 0,3 4 0,-4-3 0,5 2 0,1 3 0,5-2 0,2-2 0,4-9 0,-2 1 0,8-7 0,-4 0 0,9-6 0,-5-2 0,5-4 0,0-4 0,-7-9 0,2-2 0,0-2 0,-10-5 0,-2 5 0,-2-6 0,-9 6 0,0-7 0,-6 1 0,0 4 0,0 2 0,0 10 0,0 1 0,-2 8 0,-4-1 0,4 3 0,-6 4 0,8 3 0,0 9 0,0 7 0,6 0 0,2 6 0,1-1 0,5 1 0,3 2 0,2 3 0,0-1 0,-3-3 0,-3-7 0,4 2 0,-2-2 0,-3 0 0,-6 2 0,-4-2 0,-2-7 0,0-3 0,0-5 0,0 5 0,-2-7 0,-4 2 0,2-4 0,-7-2 0,7 0 0,-4-8 0,16-9 0,1-10 0</inkml:trace>
  <inkml:trace contextRef="#ctx0" brushRef="#br0" timeOffset="28">28480 2562 8912,'-15'-2'0,"2"-2"0,1-2 0,8 1 0,-3 5 0,11 0 0,5 0 0,10 0 0,6 0 0,4-6 0,5 0 0,1-7 0,-1 3 0,0-1 0,1-1 0,-6 1 0,-1-6 0,-7-6 0,2 0 0,-6 0 0,-5 6 0,-4-6 0,-8 0 0,0 0 0,0 6 0,-2-1 0,-4 1 0,-4 8 0,-7 3 0,0 4 0,0 2 0,-1 10 0,1 5 0,0 8 0,0 4 0,-4 3 0,4 10 0,-3-3 0,15 3 0,-1-4 0,6-2 0,0-1 0,0-4 0,2 1 0,4-7 0,3-2 0,8-10 0,6 3 0,0-8 0,8-3 0,-2-8 0,3-5 0,3-7 0,5-8 0,0-4 0,-2-3 0,-2-2 0,-3-1 0,-2-1 0,-3-2 0,3-2 0,-6-6 0,-2 4 0,-4-2 0,-2-4 0,-2 0 0,-3 2 0,-5 6 0,-7 12 0,0 3 0,0 8 0,-2 7 0,-1 6 0,-3 8 0,-8 8 0,3 10 0,1 5 0,-1 8 0,-1 7 0,-5 3 0,6 5 0,-1 2 0,9 5 0,-3 0 0,4-5 0,2-6 0,0-2 0,0 2 0,8 1 0,3-7 0,12-5 0,4-8 0,1-5 0,1-6 0,0-1 0,5-9 0,-7-1 0,-4-5 0,4-15 0,-1-4 0</inkml:trace>
  <inkml:trace contextRef="#ctx0" brushRef="#br0" timeOffset="29">29151 2441 8912,'-17'0'0,"8"0"0,3 0 0,12 0 0,13 0 0,15-1 0,10-3 0,6-2 0,3-7 0,5 1 0,5-3 0,4-2 0,2-2 0,0-4 0,-1 4-150,1-4 1,-2-4 149,-4-2 0,4-3 0,-6-3 0</inkml:trace>
  <inkml:trace contextRef="#ctx0" brushRef="#br0" timeOffset="30">29909 1358 8912,'-18'0'0,"1"0"0,2 2 0,3 4 0,5 11 0,9 14 0,5 7 0,11 8 0,6 19 0,11 9 0,-1 16-66,-16-42 1,-1 1 0,-1 6 0,0 1-1,-1 2 1,-1 1 0,-3 1 0,-1 0 65,-3-1 0,-1 1 0,-1-3 0,-2 0 0,-2 1 0,-2-1 0,-2 0 0,-2-2 0,-1-2 0,-1-2 0,-3-1 0,-1-1 0,-18 41 0,-13-4 0,18-40 0,-3-1 0,-6 1 0,-1 0-463,-6 6 0,-1-1 463,0-5 0,-2 0 0,0 5 0,-2 1 0,0-4 0,-2 0 0,-1 5 0,-1 3 0</inkml:trace>
  <inkml:trace contextRef="#ctx0" brushRef="#br0" timeOffset="31">25624 8975 8912,'0'-23'0,"0"0"0,0 2 0,0 2 0,2 4 0,1 1 0,3 3 0,-2 5 0,-10-4 0,-5 3 0,-4 1 0,-3 6 0,-1 0 0,-4 0 0,-4 2 0,-7 2 0,0 3 0,-1 3 0,-9 1 0,-7 7 0,-3 5 0,-9 1 0,-6 1 0,-9 0 0,-6 6 0,33-17 0,-2 0 0,0 0 0,-1-1-63,-5 2 1,-2-1 0,-3-3-1,0-1 1,-2 1 0,0 1 0,-2-2-1,0 1 63,-1 1 0,0-1 0,4-4 0,0-1 0,1 3 0,2-1 0,9-4 0,1 0 0,-40 7 0,20-7 0,14 2 0,20-4 0,5-2 0,24 0 0,1 0 0,16-8 0,-4 6 0,7-4 0,-5 5 249,5 1 1,1 0-250,5 0 0,0 0 0,0 0 0,1 0 0,-1 0 0,0 0 0,0 0 0,1 0 0,-1 0 0,0 0 0</inkml:trace>
  <inkml:trace contextRef="#ctx0" brushRef="#br0" timeOffset="32">23920 8803 8912,'-17'-2'0,"0"-2"0,1-3 0,5-3 0,-4 4 0,3-3 0,-3 1 0,-8 2 0,0 6 0,-6 2 0,6 4 0,-9 5 0,-1 12 0,-5 6 0,0 3 0,-4 3 0,2-1 0,-2 6 0,1 0 0,5 8 0,-4-2 0,4-4 0,1 0 0,3-2 0,3 0 0,6-1 0,12-11 0,3-3 0,8-8 0,2-1 0,4-5 0,13 2 0,15-7 0,12-2 0,9-2 0,12-2 0,8 0 0,5 0-206,-5 0 1,7-6 205,-2 0 0,4 1 0,2 5 0,4 0 0,-2 0 0,-7 0 0,-9 0 0,-7 0 0,-17 5 0,0 1 0,0-2 0,-2-2 0</inkml:trace>
  <inkml:trace contextRef="#ctx0" brushRef="#br0" timeOffset="33">15763 7806 8912,'0'-18'0,"0"-1"0,0-2 0,0-3 0,0-1 0,0 0 0,0 4 0,0 2 0,0 2 0,0 9 0,0 8 0,-2 8 0,-2 9 0,-3 2 0,-3 4 0,6-4 0,-1 4 0,-3 2 0,2-1 0,2 3 0,3 4 0,1-1 0,0-1 0,0 3 0,0-3 0,0 4 0,0 1 0,0 8 0,1 4 0,3 4 0,2 1 0,0 8 0,-6 4 0,0 10-191,0 1 0,-6 9 191,0-3 0,-13 6 0,2 6 0,6-42 0,-1 1 0,1 2 0,1 1 0,-1-2 0,-1-1 0,1-1 0,1-1 0,-7 39 0,5-2 0,-1-2 0,7-9 0,-5-1 0,5-5 0,0 0 0,6-1 0,0 1-39,0 0 0,0-8 39,0-4 0,0 5 0,0 1 0,-2 3 0,-3 3 0,3-6 0,-4 0 0,2-2 0,-2 3 0,4-7 0,-3-9 0,3-6 0,2-6 0,0 0 0,0-13 0,0 0 0,0-6 0,0 0 0,0 1 0,2-7 0,2 1 189,1 1 1,7-4-190,-7 3 0,7-6 40,-6 5 1,5-5-41,-5 5 0,2-5 0,-3 6 0,-1-9 0,8 3 0,-1 2 0,6-3 0,0 7 0,3-4 0,3-1 0,5 1 0,5 3 0,1-5 0,8 7 0,4-1 0,6-3 0,5 3 0,2-1 0,4 7 0,4-7 0,-4 0 0,6-5 0,6 6 0,3-7 0,10 5 0,2-1 0,2 1 0,-43-8 0,1 0-144,-1 1 1,0 0 0,39-1 143,-2-2 0,-2 5 0,8 1 0,-2 0 0,7-6 0,-13 0 0,2 0 0,-11 0 0,1 0 0,3 0 0,7 0 0,2-6 0,-40 3 0,1 0 0,41-4 0,2 1 0,-4 4 0,-2-4 0,-8-1 0,-3 1 0,3 0 0,1 6 0,3-2 0,4-4 0,-17 5 0,5-5 0,-12 4-87,1 2 0,2 0 87,9 0 0,-1-6 0,7 0 0,0 1 0,7 5 0,-1-2 0,0-4 0,-8 4 0,-3-4 0,1 3 0,-1-3 0,7 4 0,-2-4 0,-3 4 0,-3 2 0,-9 0 0,-4-2 0,-1-1 0,-5-3 0,-1 0 0,-3 6 0,1-6 0,0 1 0,7-7 0,4 7 0,-4-7 0,-1 6 0,-11 1 0,-1 3 0,0-2 211,-2-2 0,-8 0-211,-7 6 0,0 0 91,5 0 0,1 0-91,-1 0 0,0-5 0,3-3 0,3 0 0,6 1 0,9-5 0,3 7 0,-1-3 0,-5 2 0,-1 2 0,1-7 0,-2 7 0,-5-2 0,-8 3 0,-8-3 0,-1 4 0,7-4 0,-1 4 0,0 2 0,1-6 0,-1 1 0,1-1 0,-1 6 0,1-6 0,-1 1 0,0-1 0,1-2 0,-1 4 0,1-7 0,5 1 0,0-1 0,0 1 0,-6 5 0,1 1 0,-1-8 0,1 7 0,-3-5 0,-1 0 0,-2 1 0,-8 3 0,1-5 0,-2 5 0,-3-5 0,0 7 0,-7-12 0,-5 5 0,-3 1 0,-2-1 0,2 5 0,4-5 0,-4-6 0,4-6 0,3 0 0,3 6 0,-3-6 0,3 0 0,1-8 0,10 2 0,-4-3 0,4-4 0,-4-2 0,-2-3 0,1-6 0,-1 1 0,-2-4 0,-3-1 0,-3-1 0,-3 0 0,-4 1 0,3-1 0,-8 1 0,-3-1 0,-7 0 0,3 1 0,-2-1 0,1 1 0,1-1 0,-1 1 0,-2 1 0,7 4 0,0-7 0,6 7 0,0-6 0,0 12 0,0-6 0,0 4 0,0 0 0,0 0 0,0 4 0,0 9 0,0-3 0,0 3 0,0-3 0,0-3 0,-6 7 0,1-1 0,-7-2 0,5-7 0,-3-2 0,-3 2 0,3 2 0,-1 1 0,1 1 0,-1-1 0,-5 1 0,5 0 0,1-3 0,1-1 0,-1-2 0,1 2 0,3-4 0,-6 2 0,8-6 0,-1 6 0,-3-6 0,2 6 0,-5-6 0,5 6 0,-7 0 0,1 5 0,-3 1 0,-2-1 0,-2 1 0,-4 0 0,2-6 0,-8-1 0,6 1 0,-6 6 0,3 1 0,-3 5 0,2-3 0,6 6 0,-2 1 0,2-1 0,-4 2 0,2 6 0,-7-1 0,1 1 0,-11-2 0,-6-4 0,-11 10 0,-6-4 0,-6 3 0,-6-3 0,-11 2 0,-9 1 0,-1 3 0,4-2 0,4 3-266,2-1 0,0 5 266,0-6 0,13 9 0,6-5 0,4 2-72,2 0 0,2-7 72,-10 2 0,2 1 0,-13-1 0,-2 5 0,-8-4 0,-6 3 0,46 4 0,-1 2 0,1 0 0,-2 0 0,-4 1 0,-2 0 0,1 0 0,-1 0 0,-2 0 0,0 0 0,0 0 0,1 0 0,2 0 0,1 0 0,5 0 0,1 0 0,-38 0 0,10 0 0,9 0 0,-8 0 0,-3 0 0,9 0 0,2 0 0,4 0 0,4 0 0,-6 0 0,4 0 0,-6 0 0,-5 0 0,-5 0 0,-9 0 0,-3 2 0,42 1 0,0 0 0,-39 0-182,2 9 1,11-6 181,1 5 0,-1-5 0,5 3 0,5-1 219,3-4 0,-1 3-219,6-1 0,-6 6 0,5-7 0,1 3 0,5-4 0,-1 3 0,-4 3 0,-10 0 0,-8 1 0,-7 4-154,2-3 1,-5 3 153,-1 2 0,4 0 0,6 1 0,9-1-44,6 0 0,-3-2 44,7-3 0,2 3 182,9-3 0,4-3-182,7 3 0,1-7 16,-1 7 1,1-7 0,0 7-1,-3 1-16,-3 3 0,0 1 0,-12 0 0,3 2 0,-14 4 0,5-4 0,-5 4 0,8-4 0,-3-2 0,7 1 117,5-1 1,6-6-1,9-1 1,4-1-118,2 1 0,2-4 48,6 5 0,2-5-48,3 5 0,-3-5 0,4 5 0,3 1 0,-2-1 0,5 1 0,3-8 0,-6 5 0,8-3 0,0 3 0,0 16 0,0 4 0,0 5 0,0 6 0,0 20 0,0 14 0,0 24 0,0-45 0,0 1-270,0 1 0,0 0 0,0 1 1,0-1-1,0-3 0,0-1 1</inkml:trace>
  <inkml:trace contextRef="#ctx0" brushRef="#br0" timeOffset="34">26415 8476 8912,'-11'-7'0,"-1"-5"0,-1-1 0,0-1 0,-1 5 0,3 1 0,-1-3 0,-3 7 0,4 6 0,-3 11 0,8 12 0,3 2 0,1 3 0,2 5 0,0 5 0,0-4 0,0 4 0,0-3 0,0-3 0,0 0 0,0 1 0,0-3 0,0-3 0,0 1 0,0-7 0,0 0 0,0 2 0,-8-6 0,4-2 0,-7-11 0,5-4 0,-6-2 0,9-8 0,-3-3 0,4-18 0,2-5 0,0-14 0,0-3 0,0-3 0,2-9 0,2 0 0,1 2 0,9 0 0,-3 3 0,-1 5 0,1-4 0,1 13 0,5 9 0,-5 9 0,-1 8 0,-5 9 0,5 3 0,1 6 0,5 6 0,0 5 0,0 14 0,1 8 0,-1 5 0,0 11 0,0 3 0,0 0 0,1 5 0,-1-4 0,0-1 0,0 0 0,0-1 0,-5-5 0,-1 0 0,-1-2 0,1 2 0,3-6 0,-9-10 0,-1-1 0,-2 2 0,-4-12 0,-3-2 0,-5-13 0,-7-4 0,-8-16 0,-2-10 0</inkml:trace>
  <inkml:trace contextRef="#ctx0" brushRef="#br0" timeOffset="35">26174 8923 8912,'-17'-7'0,"0"-5"0,2-3 0,3-2 0,5 5 0,8 1 0,7-3 0,9-1 0,10-4 0,13-4 0,-2 2 0,8-8 0,2 6 0,10-5 0,-11 7 0,5 0 0,-4 5 0,-4 5 0,4 0 0,-8-7 0,-8 9 0,1-14 0,-7 4 0</inkml:trace>
  <inkml:trace contextRef="#ctx0" brushRef="#br0" timeOffset="36">26897 8562 8912,'-9'-7'0,"-7"-3"0,14 0 0,-5 3 0,12 14 0,5 5 0,3 5 0,7 6 0,1 2 0,-4 4 0,0 3 0,0-3 0,0 3 0,1 3 0,-1-9 0,0-3 0,0-4 0,0-2 0,1 1 0,-3-11 0,-2-9 0,-1-13 0,-8-15 0,1-11 0,3-6 0,-2 1 0,-1-4 0,-5-1 0,0 1 0,0 4 0,2 4 0,4 8 0,-2 1 0,7 5 0,1 5 0,5 11 0,2 6 0,4 4 0,-4 10 0,4 4 0,-2 3 0,2 2 0,-4 8 0,6 2 0</inkml:trace>
  <inkml:trace contextRef="#ctx0" brushRef="#br0" timeOffset="37">27758 8493 8912,'11'-11'0,"1"-1"0,-1-1 0,-1-2 0,-3 0 0,1 3 0,-6-3 0,4 3 0,-6-1 0,-6 2 0,-4 3 0,-9 10 0,-4 4 0,-6 5 0,-5 6 0,-6 6 0,4 4 0,-5 7 0,5-5 0,2 0 0,1 1 0,4 3 0,5-7 0,6-3 0,3-4 0,4-1 0,5-1 0,6-8 0,6-3 0,7-6 0,8-6 0,6-5 0,5-10 0,-1-4 0,-2-2 0,-1 4 0,7-5 0,-7 5 0,1-6 0,-8 10 0,2 0 0,-4 5 0,-2 11 0,-1 5 0,-5 15 0,-5 11 0,-4 11 0,4 12 0,-1 12 0,1 12 0,-6 5 0,0 4-218,0 2 1,0-2 217,0-4 0,0-5 0,0-12 0,-2-6 0,-4-11 0,-1-6 0,-5-11 0,-3-12 0,3-11 0,-10-4 0,-7-2 0,-4 0 0,-1 0 0,0-8 0,-1-3 0,3-12 0,3-6 0,-2-4 217,8-1 1,8-8-218,9-4 0,6-3 0,6-3 0,11 0 0,12 1 0,11 7 0,6 2 0,4 2 0,1 0 0,16-8 0,4 4 0</inkml:trace>
  <inkml:trace contextRef="#ctx0" brushRef="#br0" timeOffset="38">29186 7960 8912,'0'-26'0,"0"1"0,0 8 0,0-1 0,0 1 0,0 0 0,-2 9 0,-2 10 0,-3 16 0,-3 14 0,-2 12 0,-5 13 0,0 8 0,0 8 0,0-1 0,1 7 0,5-1 0,5 0 0,4-7 0,2-2 0,0-10 0,0-5 0,8-9 0,3 1 0,7-17 0,3-4 0,2-12 0,-2-5 0,3-4 0,-1-10 0,0-11 0,-5-12 0,4-9 0,1-2 0,0-16 0,-5 3 0</inkml:trace>
  <inkml:trace contextRef="#ctx0" brushRef="#br0" timeOffset="39">29427 8304 8912,'-17'0'0,"5"0"0,1 0 0,-1 4 0,-5 8 0,0 1 0,0 16 0,-1 1 0,1 10 0,8-3 0,3 3 0,4-4 0,2-2 0,10-1 0,7-4 0,6-10 0,5-8 0,5-7 0,-4 2 0,3-6 0,1-6 0,-3-6 0,-1-3 0,-8-10 0,2-3 0,-4 1 0,-2-2 0,-7 1 0,-5-7 0,-3 1 0,-4-1 0,-5 3 0,-10 3 0,-3 4 0,-8 8 0,-1 8 0,-3 3 0,1 4 0,2 2 0,6 8 0,-5 3 0,12 4 0,-1 3 0,11-1 0,1 0 0,10 0 0,5 0 0</inkml:trace>
  <inkml:trace contextRef="#ctx0" brushRef="#br0" timeOffset="40">30270 8098 8912,'-27'-17'0,"2"1"0,8 5 0,0-2 0,0 7 0,0 2 0,-1 2 0,1 2 0,0 2 0,0 4 0,0 9 0,-1 8 0,3 0 0,4 2 0,1-6 0,6 6 0,-2-2 0,3 0 0,1 0 0,2-6 0,7-2 0,5-4 0,5 3 0,6-8 0,-2 5 0,8-5 0,-6 1 0,3-3 0,-1 2 0,-4-2 0,-2 3 0,-1-1 0,-1 6 0,0-7 0,-5 7 0,-1-6 0,-1 7 0,1-2 0,-5 5 0,-4 1 0,-4 0 0,-4 0 0,-4 0 0,-7 1 0,-6-1 0,0 0 0,-5 0 0,5 0 0,0-1 0,6-5 0,-1-3 0,1-8 0,6 0 0,-1 0 0,8-2 0,-1-4 0,3-5 0,17-12 0,4-4 0</inkml:trace>
  <inkml:trace contextRef="#ctx0" brushRef="#br0" timeOffset="41">30752 8012 8912,'0'-23'0,"0"0"0,0 0 0,0 6 0,-2 0 0,-4 0 0,2 1 0,-7 5 0,-1 3 0,-5 8 0,-2 0 0,-4 0 0,-5 14 0,-13 3 0,7 11 0,0 1 0,1 4 0,10 1 0,0-2 0,6-3 0,7 4 0,5-5 0,5-1 0,5 0 0,7-2 0,3-4 0,10-2 0,4-2 0,5-6 0,6 1 0,-2-3 0,8 3 0,-5 3 0,4-3 0,-4 3 0,4 2 0,-6-5 0,1-1 0,-11 0 0,-7 7 0,-2 1 0,-3 4 0,-8-4 0,-7 4 0,-11-2 0,-14 2 0,-10-2 0,-7 7 0,-10-5 0,-7 6 0,-8-6 0,2 5 0,-6-7-165,-5 2 1,3 0 164,-4-5 0,14 3 0,9-10 0,10-3 0,14-3 0,5-3 0,11-2 0,7 0 0</inkml:trace>
  <inkml:trace contextRef="#ctx0" brushRef="#br0" timeOffset="42">26501 10178 8912,'0'-9'0,"-7"1"0,5 6 0,-4-3 0,4 3 0,2-6 0,0 6 0,0-4 0,0 4 0,8-5 0,-6 7 0,5 0 0,-7 0 0,0 0 0,0-8 0,0 6 0,0-5 0,8 7 0,-6-2 0,4-4 0,-4 4 0,-2-6 0,0 8 0,0 0 0,0 8 0,0 3 0,0 7 0,0 5 0,0 7 0,0 8 0,5 1 0,1 6 0,7-4 0,-1 4 0,3-6 0,2 1 0,6-6 0,0-5 0,8-4 0,-4-10 0,1-4 0,1-5 0,0-6 0,5-6 0,1-3 0,-1-8 0,-7-3 0,-4-2 0,-12 1 0,-5-8 0,-4 6 0,-2-6 0,0 8 0,0-2 0,-2 4 0,-4 2 0,-3 8 0,-1-7 0,-3 16 0,7 0 0,0 10 0,6 13 0,0-2 0,0 7 0,8 1 0,3 5 0,6 5 0,5-3 0,2-4 0,3 1 0,0-8 0,2-2 0,3 0 0,-3-6 0,1-4 0,-1-13 0,-2 0 0,-4 0 0,-4-9 0,4-9 0,-6-1 0,-5-9 0,-5-3 0,1-1 0,-6-3 0,3 1 0,-5-6 0,-5 0 0,-5-1 0,-7 7 0,-2-6 0,-2 2 0,-2 3 0,2 5 0,0 7 0,-2-6 0,4 8 0,2-4 0,9 16 0,16-5 0,3 9 0,6 3 0,6 6 0,-4-2 0,4 3 0,4-3 0,0-2 0</inkml:trace>
  <inkml:trace contextRef="#ctx0" brushRef="#br0" timeOffset="43">27534 10178 8912,'0'-9'0,"0"-6"0,0 5 0,4 0 0,7 5 0,1 3 0,13 2 0,-3 2 0,1 3 0,6 5 0,-6 7 0,8 2 0,-3 4 0,3 4 0,-1 7 0,-3 1 0,-2-1 0,-8 0 0,-5 1 0,-8-1 0,1 1 0,-5-3 0,-5-3 0,-5-4 0,-7-8 0,-6 0 0,0 0 0,0-7 0,4-5 0,0-5 0,2-5 0,-4-1 0,9-11 0,4 0 0,3-18 0,3 3 0,2-14 0,7 0 0,5-6 0,3 3 0,4 1 0,4 4 0,6 2 0,5-4 0,6 6 0,-5 2 0,-1 9 0,1-3 0,-8 5 0</inkml:trace>
  <inkml:trace contextRef="#ctx0" brushRef="#br0" timeOffset="44">28515 9766 8912,'-10'-17'0,"-3"5"0,7 1 0,2-3 0,2 7 0,4 1 0,2 12 0,4 5 0,1 4 0,-5 10 0,2 4 0,-2 5 0,0 6 0,1 6 0,-1 4 0,-2 1 0,-2 1 0,-2 0 0,-4-1 0,4 3 0,-3 3 0,3-4 0,2 3 0,0-8 0,0-8 0,0-6 0,0-5 0,7-6 0,5-12 0,3-3 0,2-8 0,1-4 0,-1-8 0,6-1 0,-2-17 0,-6-7 0,10-5 0,-6-9 0</inkml:trace>
  <inkml:trace contextRef="#ctx0" brushRef="#br0" timeOffset="45">28394 10264 8912,'-44'0'0,"4"0"0,12 0 0,6 0 0,21-2 0,18-3 0,15-5 0,20-7 0,13-2 0,4-4 0,9 2-261,-3-8 1,1 8 260,-1-2 0,9-2 0,10 1 0,-46 11 0,-1-1 0,43-15 0,-43 12 0,0 0 0</inkml:trace>
  <inkml:trace contextRef="#ctx0" brushRef="#br0" timeOffset="46">30304 9886 8912,'18'0'0,"-1"0"0,0 0 0,-5 0 0,-1 0 0,-5-2 0,5-4 0,-7 5 0,6-13 0,-5 8 0,-3-1 0,6 3 0,0-2 0,-7-7 0,13 9 0,-6-6 0,1 3 0,-5-7 0,5 11 0,-3-9 0,-4 8 0,13-11 0,-13 11 0,4-7 0,4 7 0,-7-9 0,9 7 0,-8-8 0,3 13 0,-7-7 0,0 0 0,0 6 0,0-5 0,0-1 0,0 6 0,-2-5 0,-3 7 0,1 0 0,-8 0 0,1 0 0,-6 0 0,0 0 0,-1 0 0,1 1 0,0 5 0,-2-2 0,-4 7 0,2-5 0,-8 6 0,8-1 0,-2 6 0,2 1 0,0-1 0,-2 0 0,2 0 0,2 0 0,2 0 0,2 6 0,1 2 0,5 2 0,1 4 0,0 1 0,3 2 0,3 1 0,-4-1 0,4 2 0,2 5 0,0-3 0,0 8 0,2-1 0,2 7 0,3-2 0,3-4 0,-1 1 0,3-7 0,5 1 0,0-7 0,1-2 0,5-3 0,-2-4 0,1-8 0,0-2 0,6-3 0,-5 1 0,6-7 0,0 0 0,5-6 0,0-2 0,1-4 0,5-3 0,0-9 0,0 1 0,2 0 0,-5 0 0,3 0 0,-10-3 0,-1-2 0,-8 2 0,2-3 0,-4 4 0,-2 2 0,-1-2 0,-5-4 0,-1 4 0,-5-4 0,-1-4 0,8-1 0,-8 1 0,1-2 0,-3-1 0,-2-3 0,0-1 0,0 0 0,0-1 0,0 3 0,0 1 0,0 2 0,-2 1 0,-3-7 0,-5 3 0,-7 3 0,-2-1 0,-4 7 0,2-8 0,-8 3 0,6 3 0,-6 2 0,3 4 0,-3 2 0,-4 1 0,5 5 0,1-3 0,0 9 0,2 1 0,4 2 0,2 2 0,2 0 0,0 2 0,0 4 0,7-3 0,4 9 0,4-8 0,2 11 0,0-4 0,0-1 0,0 1 0,2 1 0,4 5 0,-4 0 0,6 0 0,-8 1 0</inkml:trace>
  <inkml:trace contextRef="#ctx0" brushRef="#br0" timeOffset="47">30184 10299 8912,'-17'0'0,"0"0"0,-1 0 0,1 0 0,8 0 0,16-8 0,16-3 0,23-5 0,11-1 0,18-6 0,11 0 0,-40 9 0,2 0-163,3 2 0,1 1 0,0-4 0,-1 1 163,1 2 0,0 1 0,-2 2 0,-1 1 0,43-4 0,-10 9 0,-19-3 0,-13 4 0,-16 2 0,-9 0 0,-6 0 0,-9 0 0,-5 0 0,-10 0 0,-7 0 0,-3 0 0,3 0 0,1 0 652,7 8-652,-11-6 0,5 5 0,-7-7 0</inkml:trace>
  <inkml:trace contextRef="#ctx0" brushRef="#br0" timeOffset="48">24488 12448 8912,'-17'0'0,"0"0"0,-1 0 0,7 0 0,-1 0 0,9 0 0,-5 0 0,8 2 0,0 3 0,0 7 0,0 5 0,0 6 0,0 2 0,0 7 0,2 1 0,4 3 0,-3 8 0,9-4 0,-6 8 0,5-2 0,-7-2 0,2 2 0,1-8 0,-1 2 0,0-4 0,1-1 0,-5-3 0,4-3 0,-2-4 0,2-8 0,-4 0 0,3 0 0,-3 0 0,-2 1 0,-7-1 0,-5 0 0,-3-8 0,-2-3 0,-8 4 0,-2-1 0</inkml:trace>
  <inkml:trace contextRef="#ctx0" brushRef="#br0" timeOffset="49">24161 13411 8912,'-17'0'0,"5"5"0,1 1 0,-1 0 0,-5-6 0,0 0 0,7 0 0,3 0 0,7 0 0,7-2 0,5-2 0,5-4 0,6 1 0,6-1 0,3-3 0,3 5 0,7-7 0,4 1 0,9-3 0,6-2 0,6-1 0,10 1 0,5-6 0,4 0 0,-8 6 0,-3 6 0,-14-1 0,-9-5 0,-10 8 0,-14 3 0,-10 4 0,-13 2 0,-10 0 0,1 0 0,-8 0 0,7 0 0,-7 0 0,3 8 0,-3 3 0,-3 4 0,3 3 0,-11-9 0,-3 6 0,-9-5 0</inkml:trace>
  <inkml:trace contextRef="#ctx0" brushRef="#br0" timeOffset="50">24350 13961 8912,'-7'-10'0,"5"1"0,-4 3 0,4 4 0,2-4 0,0 12 0,0 6 0,0 9 0,0 1 0,0 9 0,0-2 0,0 3 0,0 3 0,0 1 0,0 4 0,0-6 0,0 1 0,0-3 0,0-9 0,0 0 0,0-6 0,0 0 0,0 1 0,0-9 0,0-3 0,0-12 0,0-9 0,2-10 0,2-4 0,2-7 0,5 0 0,-5-10 0,7 6 0,-1-6 0,1 2 0,-2-2 0,5-2 0,-5 8 0,3 2 0,-3 10 0,4 3 0,-3 7 0,-3 9 0,1 5 0,0 10 0,-1 11 0,3 4 0,5 13 0,0-3 0,0 9 0,2 2 0,4-2 0,-2 0 0,8-5 0,-2-1 0,1 1 0,3-1 0,-8 0 0,6-1 0,-6-5 0,-4-5 0,-6-4 0,2-1 0,-3-1 0,-3-2 0,3-3 0,-1-5 0,7-7 0</inkml:trace>
  <inkml:trace contextRef="#ctx0" brushRef="#br0" timeOffset="51">26002 12259 8912,'-5'-17'0,"-1"-1"0,2 1 0,2 8 0,2 1 0,0 10 0,-2 4 0,-4 5 0,-5 6 0,-10 6 0,-4 6 0,-2 3 0,-3 5 0,-10 3 0,3-2 0,-3 6 0,2 0 0,-2 0 0,3 0 0,-3 2 0,6-4 0,5-8 0,4-5 0,8-3 0,0-1 0,7-2 0,10-13 0,12-5 0,11-3 0,5-2 0,5-2 0,1-3 0,6 1 0,1-8 0,-1 3 0,-4-5 0,2 3 0,2-2 0,3 3 0,-3-1 0,-4 5 0,4-6 0,-5 9 0,-7-3 0,-3 4 0,-10 6 0,-3 7 0,-20 4 0,-15 20 0,-9-3 0,-8 14 0,1 2 0,-6 7 0,-1 5 0,2 1 0,-4 2 0,8 6 0,1-6 0,11-2 0,5-4 0,4-7 0,3-6 0,5-10 0,3-7 0,8-4 0,8-12 0,3-5 0,12-4 0,6-2 0,4 0 0,1 0 0,0-8 0,1-3 0,7-7 0,4-4 0,3 1 0,3-8 0,0 2 0,1-3 0,3 1 0,1-2 0,-7 7 0,-10 1 0,-4 3 0,-1 3 0,-3 6 0,-3-1 0,-4 1 0,-8-6 0,0 0 0</inkml:trace>
  <inkml:trace contextRef="#ctx0" brushRef="#br0" timeOffset="52">26639 12620 8912,'10'-8'0,"-5"-3"0,-1-5 0,0-1 0,2 0 0,-2 0 0,-4 5 0,-6 3 0,-6 1 0,5 10 0,1 10 0,-2 9 0,3 3 0,1 3 0,2 4 0,2 1 0,0 3 0,0-3 0,0-3 0,6 3 0,1-5 0,1 0 0,-1-4 0,7-4 0,-3-2 0,5 0 0,1 0 0,0-7 0,0-4 0,2-5 0,4-1 0,-4-7 0,4-5 0,-3-5 0,-3-6 0,-2 4 0,-2-4 0,-3 4 0,-2 2 0,3 0 0,-5 0 0,0 5 0,-6 1 0,0 7 0,0-4 0,0 10 0,0 4 0,5-2 0,1 7 0,2 1 0,-3 5 0,-1 0 0,8 0 0,1-2 0,2-3 0,-3 1 0,-1-7 0,3-2 0,1-2 0,2-2 0,0 0 0,1-6 0,-1-2 0,-2-3 0,-3-8 0,-3 0 0,-3-10 0,-4 6 0,4-6 0,-12 3 0,-6-3 0,-3-3 0,-2 3 0,-6 2 0,0-2 0,-6 10 0,6 2 0,0 2 0,6 9 0,0 0 0,2 8 0,3 4 0,5 4 0,7 7 0,15 8 0,4 1 0</inkml:trace>
  <inkml:trace contextRef="#ctx0" brushRef="#br0" timeOffset="53">27482 12706 8912,'16'-2'0,"-5"-4"0,-3 6 0,-8 0 0,0 8 0,0 9 0,-2 2 0,-4 2 0,-4 4 0,1 2 0,-4 1 0,7 7 0,-6-1 0,7 0 0,-1 1 0,6-1 0,-2-5 0,-4 0 0,4-8 0,-3 1 0,-5-2 0,0-11 0,-7-1 0</inkml:trace>
  <inkml:trace contextRef="#ctx0" brushRef="#br0" timeOffset="54">27362 12620 8912,'-12'-33'0,"1"5"0,-1 5 0,3 4 0,-6 1 0,13 9 0,-6 1 0,16 8 0,3 0 0,12-15 0,4-4 0</inkml:trace>
  <inkml:trace contextRef="#ctx0" brushRef="#br0" timeOffset="55">28085 12242 8912,'-18'-18'0,"7"7"0,-1-1 0,7 9 0,-5-1 0,2 8 0,5 7 0,-1 6 0,-2 6 0,4 0 0,-4 11 0,5-1 0,1 13 0,0-2 0,0 2 0,1 3 0,5-3 0,2 4 0,3 1 0,6-9 0,1-7 0,-1-3 0,6-9 0,-2 0 0,0-6 0,4-1 0,2-5 0,-5-3 0,7-8 0,0 0 0,5 0 0,1-6 0,-1 0 0,-7-7 0,-4 1 0,0 3 0,-6-3 0,2 7 0,-13-7 0,0 8 0,-6-3 0,0 7 0,0-8 0,0-1 0</inkml:trace>
  <inkml:trace contextRef="#ctx0" brushRef="#br0" timeOffset="56">28807 12087 8912,'0'-17'0,"-2"-1"0,-3 1 0,3 6 0,-6-1 0,0 1 0,-3 1 0,-6 12 0,-4 15 0,-2 12 0,2 9 0,2 12 0,1 7 0,7 8 0,1 0 0,1 6 0,-1 3 0,6 1 0,-1-6 0,3 5 0,2 1 0,2-9 0,3-8 0,5-12 0,9-8 0,4-8 0,6-7 0,-2-11 0,1-7 0,-7-18 0,4-6 0</inkml:trace>
  <inkml:trace contextRef="#ctx0" brushRef="#br0" timeOffset="57">29083 12362 8912,'-33'0'0,"4"0"0,-1 0 0,7 0 0,-2 2 0,2 4 0,10 11 0,-4 11 0,11 5 0,0 3 0,6 2 0,6 2 0,3 6 0,9-6 0,6 1 0,5-7 0,4-5 0,1-1 0,2-9 0,5-1 0,-5-3 0,4-9 0,2-3 0,-2-8 0,-2-5 0,-9-7 0,2-8 0,-8-4 0,-4-5 0,-6-6 0,1 2 0,-9-8 0,-1 2 0,-10-2 0,-3-4 0,-8 5 0,-8 3 0,-4 3 0,-3 7 0,-3 3 0,1 8 0,-1-2 0,7 12 0,-1 5 0,8 4 0,-2 2 0,4 6 0,2 0 0,7 7 0,2-3 0</inkml:trace>
  <inkml:trace contextRef="#ctx0" brushRef="#br0" timeOffset="58">28928 12620 8912,'-23'-2'0,"0"-4"0,0 2 0,6-7 0,7 7 0,3-11 0,20 5 0,6-7 0,8 0 0,9 0 0,6-1 0,10 1 0,-1 0 0,1 0 0,4 5 0,-5 1 0,5 1 0,-11-1 0,-2 1 0,-3 5 0,-4 1 0,-2-8 0,-7 1 0,-2-6 0</inkml:trace>
  <inkml:trace contextRef="#ctx0" brushRef="#br0" timeOffset="59">29926 12534 8912,'-12'2'0,"3"3"0,1 7 0,1 3 0,1 2 0,-4 2 0,1 4 0,-7 4 0,5 8 0,-4 1 0,-3 4 0,1-4 0,2 4 0,2-3 0,1-3 0,8-7 0,-1-4 0,3-12 0,-6 4 0,-2-5 0</inkml:trace>
  <inkml:trace contextRef="#ctx0" brushRef="#br0" timeOffset="60">30150 12207 8912,'-18'0'0,"1"0"0,0 0 0,7-8 0,-5 7 0,13-7 0,-5 10 0,8 4 0,5 5 0,6 4 0,3 3 0,2-1 0,2 6 0,4 0 0,-2-1 0,8-4 0,-6-3 0,6-4 0,-8 3 0,2-8 0,1 5 0,-1-5 0,-2-2 0,-1-3 0,-3-1 0,0-1 0,0-5 0,-7-4 0,-5-7 0,3-6 0,-2 0 0,-2 2 0,-2 2 0,-2 2 0,0 0 0,0 5 0,0 1 0,0 7 0,0-2 0,0 14 0,0 9 0,0 10 0,0 7 0,0 6 0,1 6 0,3 10 0,4 3 0,2 2 0,-5 0 0,7 2 0,-7-4 0,7-7 0,-8-8 0,1-4 0,-6-6 0,-11-5 0,-1-6 0,-16-12 0,0 3 0,-5-9 0,0 1 0,-1-6 0,3 0 0,3-2 0,6-3 0,4-7 0,2-3 0,-1-2 0,9-2 0,3-4 0,4-4 0,2-8 0,0 1 0,16 0 0,3-1 0</inkml:trace>
  <inkml:trace contextRef="#ctx0" brushRef="#br0" timeOffset="61">30752 12534 8912,'0'17'0,"0"6"0,0 0 0,0 5 0,0-5 0,0 8 0,0-2 0,8 3 0,1 1 0,3-3 0,-1-1 0,-1-2 0,1 1 0,2 3 0,-7-8 0,8 0 0,-12-14 0,13-1 0,-6-8 0</inkml:trace>
  <inkml:trace contextRef="#ctx0" brushRef="#br0" timeOffset="62">30855 12310 8912,'-17'0'0,"0"0"0,0 0 0,-1 0 0,7 0 0,-1 0 0,9 0 0,-5 0 0,10 0 0,4 0 0,11-7 0,10-3 0</inkml:trace>
  <inkml:trace contextRef="#ctx0" brushRef="#br0" timeOffset="63">31079 11468 8912,'8'-25'0,"1"12"0,10-3 0,4 7 0,6 5 0,5 4 0,6 6 0,2 3 0,4 12 0,-4 6 0,0 7 0,-5 14 0,3 4 0,-6 13 0,-5 13 0,-8 4 0,-8 6 0,-8-40 0,-2 1 0,-3 49 0,-2-3-268,0-46 0,-2 0 0,0 0 0,-3 1 268,-3 4 0,-3 1 0,-3 1 0,-2 1 0,-5 3 0,0 0 0,0-2 0,0 1 0,-2 1 0,-2 0 0,-2 4 0,-1 0 0,-2 3 0</inkml:trace>
  <inkml:trace contextRef="#ctx0" brushRef="#br0" timeOffset="64">25761 14270 8912,'10'-2'0,"-2"-1"0,-3-5 0,1-2 0,0 5 0,-6-7 0,0 1 0,0-6 0,0-1 0,0 1 0,0 6 0,0-1 0,0 8 0,0-3 0,0 9 0,0 3 0,0 7 0,0 11 0,0-2 0,0 7 0,0-1 0,0 2 0,0 3 0,2-5 0,2 2 0,1-1 0,7-7 0,-7 2 0,3-4 0,-2-1 0,-2-9 0,7-3 0,-7-4 0,11-10 0,-13-9 0,6-10 0</inkml:trace>
  <inkml:trace contextRef="#ctx0" brushRef="#br0" timeOffset="65">25727 13875 8912,'-29'-2'0,"3"-2"0,1-4 0,4-1 0,9 5 0,5-4 0,8 8 0,5 0 0,8-1 0,7-5 0,0-2 0,7-3 0,7 1 0,5 4 0,-6-3 0,-5-8 0,0 0 0,5-1 0</inkml:trace>
  <inkml:trace contextRef="#ctx0" brushRef="#br0" timeOffset="66">26157 13858 8912,'0'9'0,"0"-1"0,0-8 0,2 0 0,4 0 0,0-2 0,9-2 0,6-2 0,4 3 0,-2-5 0,5 2 0,1-7 0,5 3 0</inkml:trace>
  <inkml:trace contextRef="#ctx0" brushRef="#br0" timeOffset="67">26209 14270 8912,'-17'10'0,"-1"-4"0,1 1 0,0-1 0,9 0 0,8-6 0,10-8 0,13-3 0,4-5 0,7-1 0,2 0 0,5 0 0,-5 0 0,4-1 0,-4-6 0,-1 4 0,-1-4 0</inkml:trace>
  <inkml:trace contextRef="#ctx0" brushRef="#br0" timeOffset="68">26656 13840 8912,'10'0'0,"-3"2"0,-7 4 0,0 4 0,0 7 0,0 8 0,0 5 0,0 7 0,0 3 0,6 2 0,0-2 0,0-4 0,-6 4 0,0-3 0,-8-3 0,-2 0 0</inkml:trace>
  <inkml:trace contextRef="#ctx0" brushRef="#br0" timeOffset="69">25159 12035 8912,'10'27'0,"-5"-4"0,-3-4 0,-4-2 0,-1 0 0,-3 1 0,-2 1 0,4 2 0,-1 2 0,1-2 0,0 0 0,-2 2 0,4-4 0,-3 4 0,3-4 0,2-2 0,0-6 0,0 1 0,0 1 0,0-5 0,0-1 0,0-22 0,2 2 0,3-16 0,-3 0 0,4-5 0,-4 0 0,-2-1 0,0-1 0,0-4 0,0 2 0,0-8 0,6 8 0,-1-2 0,7 9 0,-6 2 0,5 8 0,-5-2 0,7 12 0,-1 5 0,3 4 0,2 2 0,6 10 0,0 7 0,8 10 0,-3 13 0,14-2 0,10 8 0,2-6-632,9 6 632,-8-16 0,12 11 0,-6-15 0</inkml:trace>
  <inkml:trace contextRef="#ctx0" brushRef="#br0" timeOffset="70">19807 14288 8912,'0'-18'0,"0"7"0,0-1 0,0-1 0,0-2 0,0 3 0,0 1 0,0-3 0,0 7 0,0-1 0,-2 8 0,-3 0 0,3 2 0,-4 4 0,2-2 0,-2 7 0,3 1 0,-9 5 0,-5 8 0,-6 3 0,-6 7 0,4 5 0,-1 6 0,-5 3 0,0 10 0,3 5 0,3 2 0,8 3 0,1-6 0,5 0 0,3-9 0,8-3 0,16-7 0,6-9 0,9-3 0,3-3 0,9-6 0,2-12 0,5-3 0,9-8 0,3 0 0</inkml:trace>
  <inkml:trace contextRef="#ctx0" brushRef="#br0" timeOffset="71">19876 14442 8912,'-10'0'0,"3"0"0,7 8 0,0 3 0,0 10 0,0 4 0,0 2 0,0-4 0,0 6 0,0 1 0,0 3 0,-6-1 0,0-1 0,3-5 0,1-1 0,2-2 0,0-6 0,0 0 0,0 1 0,0-9 0,0-3 0,0-12 0,0-5 0,7-5 0,5-1 0,-3 0 0,3 0 0,-3 0 0,3 0 0,3-1 0,-3 1 0,3 0 0,2 7 0,0 3 0,-1 9 0,-5 3 0,-3 7 0,-8 11 0,0-2 0,0 6 0,0-3 0,0-3 0,0 4 0,0-2 0,5 6 0,1-6 0,8 0 0,-5-6 0,8 0 0</inkml:trace>
  <inkml:trace contextRef="#ctx0" brushRef="#br0" timeOffset="72">20306 14631 8912,'-25'10'0,"6"3"0,-4-7 0,-2 5 0,1-3 0,-1 2 0,0 3 0,-4 4 0,6 6 0,2-4 0,10 4 0,-3 2 0,9-2 0,-1 0 0,6-6 0,0 0 0,0 0 0,2-7 0,4-4 0,3 3 0,8-7 0,1 4 0,-1-12 0,0-5 0,-6 1 0,1-1 0,-1-1 0,7-5 0,-3 0 0,-2 0 0,-1-1 0,-1 1 0,6 0 0,-7 6 0,-4-1 0,3 8 0,1-3 0,1 1 0,-1 2 0,-3 6 0,1 4 0,-2 5 0,-4 5 0,4-5 0,1 4 0,-1 2 0,5 1 0,-5-1 0,8 0 0,-3 0 0,4 0 0,2-5 0,1-1 0,-7-7 0,1 2 0,-1-4 0,4-4 0,-3-4 0,-4-5 0,-1-5 0,-5-1 0,4 0 0,-4 0 0,-2 0 0,0 5 0,0 1 0,0-1 0,0-5 0,0 0 0,-8 7 0,4 10 0,-7 12 0,7-3 0,-2 3 0,4 1 0,2 10 0,0-4 0,0 4 0,2-4 0,4-2 0,-2 1 0,7-1 0,-5-6 0,4 1 0,-1-1 0,1-1 0,-5-3 0,7-7 0,-6 0 0,5 0 0,-7 0 0,5-7 0,-3-5 0,-4-3 0,4-4 0,-4-2 0,-2-2 0,0 0 0,7-2 0,3-2 0</inkml:trace>
  <inkml:trace contextRef="#ctx0" brushRef="#br0" timeOffset="73">20736 14838 8912,'0'9'0,"0"-1"0,0-8 0,0 0 0,8 0 0,-4-2 0,7-4 0,-7 2 0,2-7 0,2 5 0,-3-5 0,1 7 0,-8-4 0,-4 8 0,3 2 0,-9 4 0,6-2 0,-5 7 0,7 6 0,-2 6 0,4 0 0,2-6 0,0 6 0,0 0 0,10 0 0,7-6 0,10 1 0,5-1 0,5-8 0,3-3 0,4-4 0,8-2 0</inkml:trace>
  <inkml:trace contextRef="#ctx0" brushRef="#br0" timeOffset="74">21304 14614 8912,'-15'-11'0,"2"1"0,1 3 0,-1 3 0,5 2 0,-5 9 0,7 5 0,2 3 0,2 4 0,2 4 0,0-4 0,2 4 0,4-4 0,5-1 0,-1-1 0,1 0 0,-5-6 0,6 1 0,-3-6 0,3 5 0,3-7 0,-4 2 0,-1-5 0,1-1 0,1 0 0,5-7 0,-5 3 0,-1-7 0,-7-1 0,11 3 0,-13 1 0,6 8 0,-8 0 0,0 2 0,0 4 0,2-3 0,3 7 0,7-2 0,-3-3 0,3-5 0,-1 0 0,7 0 0,-7-2 0,1-3 0,-1-3 0,6-3 0,-1-5 0,-5 5 0,2-4 0,-7-3 0,-2 1 0,-2 0 0,-2 0 0,0 0 0,-2 1 0,-4 5 0,2-3 0,-7 9 0,5-1 0,-5 6 0,5 0 0,-5 0 0,7 0 0,-4 0 0,8 8 0,0 1 0</inkml:trace>
  <inkml:trace contextRef="#ctx0" brushRef="#br0" timeOffset="75">21821 14786 8912,'-18'0'0,"1"0"0,6-2 0,-1-2 0,-1-1 0,-1 1 0,3 10 0,5 5 0,4 6 0,2 4 0,0 2 0,0 0 0,2-6 0,2 0 0,2 1 0,0-1 0,-6 0 0,5 0 0,1 0 0,0 1 0,-6-1 0,0 0 0,0-6 0,0 1 0,-8-8 0,-1 3 0,-9-7 0</inkml:trace>
  <inkml:trace contextRef="#ctx0" brushRef="#br0" timeOffset="76">21700 14700 8912,'10'-17'0,"-3"0"0,-7 0 0,-2-1 0,-3 1 0,3 6 0,-4-1 0,4 8 0,6-3 0,7 7 0,1 0 0,11 0 0,4 0 0,-1 0 0</inkml:trace>
  <inkml:trace contextRef="#ctx0" brushRef="#br0" timeOffset="77">22216 14545 8912,'12'-2'0,"-1"-3"0,-7-5 0,4-1 0,-8-1 0,0 10 0,0 2 0,2 14 0,3 9 0,-3 9 0,4 1 0,-4 7 0,-2 4 0,2-4 0,4 6 0,-4-2 0,3 1 0,-3-3 0,-2-7 0,0-3 0,0-1 0,0-4 0,0-3 0,0-8 0,-7-9 0,-5-7 0,-3-7 0,-2-3 0</inkml:trace>
  <inkml:trace contextRef="#ctx0" brushRef="#br0" timeOffset="78">22268 14494 8912,'-17'0'0,"0"0"0,-1 0 0,1 0 0,-6 2 0,0 3 0,0 5 0,6 7 0,-6 0 0,0 3 0,2 1 0,2 1 0,2 9 0,0-2 0,7-5 0,4-1 0,-1 2 0,1-2 0,0 0 0,8-13 0,4-5 0,-4-3 0,13-9 0,-5-3 0</inkml:trace>
  <inkml:trace contextRef="#ctx0" brushRef="#br0" timeOffset="79">22199 14528 8912,'15'-2'0,"-3"-3"0,3 3 0,-3-4 0,-3 4 0,3 2 0,-1 2 0,6 4 0,-3 1 0,3 5 0,-4 3 0,10-3 0,4 9 0,0 1 0,2-1 0,-1-1 0,-1-1 0,2 4 0,-4-4 0,-8 4 0,0-4 0,0-2 0</inkml:trace>
  <inkml:trace contextRef="#ctx0" brushRef="#br0" timeOffset="80">22629 14116 8912,'0'-18'0,"0"1"0,8 0 0,2 15 0,7 8 0,0 15 0,2 9 0,2 9 0,2 6 0,0 13 0,-6 5 0,0 11 0,-1 7 0,-3 6 0,-6-38 0,-2 0 0,-3-1 0,-1 1-177,3 5 0,-2 1 1,-4-1-1,-3-1 177,-3 1 0,-2 1 0,1 2 0,-3 1-230,-4 5 0,-2 0 1,0-2-1,-2 0 1,-6 3-1,0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040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10360 9920 8912,'9'-1'0,"-3"-5"0,-4-6 0,-4 5 0,-2-1 0,-2 0 0,-1 5 0,1-9 0,4 8 0,-6-3 0,8 9 0,0 3 0,0 5 0,2 7 0,2 0 0,2 0 0,-2 1 0,3-1 0,-1 0 0,6 0 0,-7 0 0,9 1 0,-5-1 0,8 0 0,1-7 0,-1-5 0,0-3 0,0-2 0,0 0 0,1 0 0,5 0 0,0 0 0,-2-7 0,-10-5 0,4 3 0,-3-3 0,-4 8 0,7-11 0,-13 13 0,13-6 0,-5 8 0,7 0 0,0 0 0,0 0 0,0 0 0,1 0 0,-1 0 0,0 0 0,-7-7 0,-5-5 0,5-3 0,-8-8 0,4 0 0,-5-2 0,-1 2 0,-1 4 0,-5-6 0,-6 3 0,-3-1 0,4 5 0,-1 7 0,8 0 0,-3-7 0,7 9 0,2 1 0,5 8 0,10 0 0,1 0 0,14 8 0,-5 1 0</inkml:trace>
  <inkml:trace contextRef="#ctx0" brushRef="#br0" timeOffset="1">11168 9749 8912,'2'-18'0,"4"1"0,-4 6 0,4-1 0,-4 6 0,-2-5 0,0 7 0,0-5 0,0 3 0,0 4 0,2-4 0,3 12 0,7 5 0,3 5 0,2 3 0,0 4 0,1-2 0,-1 7 0,0-5 0,0 6 0,-1-2 0,-5 1 0,2-3 0,-7-8 0,-2 1 0,-2-1 0,-2 0 0,0-6 0,0 1 0,0-8 0,-6-4 0,0-12 0,1-5 0,7-6 0,3-5 0,7-5 0,3-1 0,2-1 0,2 1 0,4 0 0,-2-1 0,8 1 0,-6 5 0,6 0 0,-6 8 0,5-2 0,1-3 0,5-1 0</inkml:trace>
  <inkml:trace contextRef="#ctx0" brushRef="#br0" timeOffset="2">11908 9405 8912,'18'-8'0,"-3"4"0,-4-7 0,5-1 0,-14 3 0,5 1 0,-14 23 0,-5 8 0,-3 8 0,-2 11 0,-1 4 0,1 5 0,0 7 0,6-3 0,-1 8 0,8 0 0,-2 6 0,5-8 0,1-4 0,0-5 0,0-6 0,1-6 0,5-10 0,6-5 0,3-6 0,2 0 0,0-13 0,3 0 0,2-6 0,-2-8 0,3-3 0,-12-4 0,-5-3 0,-4-5 0,-2 0 0,0-15 0,0 2 0</inkml:trace>
  <inkml:trace contextRef="#ctx0" brushRef="#br0" timeOffset="3">11822 9834 8912,'-9'2'0,"3"4"0,4-4 0,2 6 0,2-8 0,4 0 0,5 5 0,14 1 0,8-2 0,5-2 0,10-8 0,-2 0 0,9-7 0,2 2 0,3-1 0,-3-5 0,4-4 0,8-13 0</inkml:trace>
  <inkml:trace contextRef="#ctx0" brushRef="#br0" timeOffset="4">12752 9938 8912,'11'-18'0,"-1"1"0,-1 2 0,-1 2 0,1 1 0,1-1 0,1-3 0,7-1 0,-1 2 0,0 4 0,0 3 0,1 8 0,-1 6 0,0-1 0,0-1 0,0-2 0,1-2 0,-1 0 0,0 0 0,0 0 0,0 0 0,1 0 0,-1 0 0,0 0 0,0 0 0,0-6 0,1 1 0,-1-7 0,0 5 0,0-3 0,-5 4 0,-1-5 0,-5 5 0,5-5 0,-7-1 0,4-5 0,-8 0 0,6 5 0,-1 1 0,1-1 0,-6-5 0,0 0 0,0 6 0,0-1 0,-8 1 0,-1 1 0,-8 4 0,-1 12 0,-1 11 0,-4 12 0,4 5 0,-4 6 0,6 4 0,6 8 0,-5-1 0,7 1 0,-1 0 0,5-1 0,3 1 0,2-1 0,0-7 0,0-4 0,7-5 0,5-7 0,5-10 0,6-13 0,4-3 0,7-4 0,2-5 0,5-10 0,-3-8 0,8-10 0,-6-7 0,6-4 0,-16-9 0,-1-2 0,-10-1 0,-7 7 0,-7-8 0,-12-4 0,-11-2 0,-8 2 0,-7 5 0,-1 12 0,-1 10 0,1 7 0,1 16 0,5 2 0,-3 9 0,8 7 0,0 7 0,6 11 0,2 4 0,3 9 0,7 2 0,3 2 0,2 0 0,0 2 0,0 2 0</inkml:trace>
  <inkml:trace contextRef="#ctx0" brushRef="#br0" timeOffset="5">12924 10127 8912,'-17'-8'0,"1"4"0,5-7 0,5 7 0,12-2 0,13 2 0,15 1 0,12-5 0,10-2 0,5 1 0,8-3 0,1-3 0,5 4 0,11 1 0,-38 5 0,2-1 0,0 0 0,1-2 0,-3-2 0,-1-3 0,47-13 0</inkml:trace>
  <inkml:trace contextRef="#ctx0" brushRef="#br0" timeOffset="6">13853 3318 8912,'-11'2'0,"-1"2"0,-1 4 0,-1 3 0,3 8 0,5 8 0,4 5 0,2 5 0,2 1 0,4 2 0,5-2 0,5-1 0,1-3 0,2-2 0,4-3 0,-2-4 0,6-10 0,-3-3 0,-2-7 0,2-5 0,-1-5 0,0-5 0,-6-9 0,1-4 0,-1-6 0,0-9 0,0-2 0,-1-2 0,-3 4 0,-3-4 0,-3-2 0,-1 6 0,-6-2 0,6 11 0,-1 6 0,1 12 0,-6 5 0,0 12 0,2 16 0,4 13 0,1 16 0,5 1 0,7 11 0,-7 0 0,7-2 0,-8 2 0,4-7 0,1 1 0,-5-4 0,-5-1 0,-4-14 0,-2-3 0,-8-12 0,-3-1 0,-7-4 0,-4-7 0,1-3 0,-8-8 0,0 0 0,-5 0 0,1-8 0,3-3 0,3-7 0,2-4 0,2 1 0,6-8 0,0 8 0,-1-2 0,9 4 0,17 2 0,11-1 0</inkml:trace>
  <inkml:trace contextRef="#ctx0" brushRef="#br0" timeOffset="7">14765 3817 8912,'0'-10'0,"0"5"0,0 10 0,0 7 0,0 11 0,0 5 0,0 5 0,0 1 0,2-1 0,4-5 0,-2 5 0,7-5 0,-7 3 0,3-2 0,-1-6 0,0-4 0,0-10 0,-6-1 0,0-8 0</inkml:trace>
  <inkml:trace contextRef="#ctx0" brushRef="#br0" timeOffset="8">14731 3473 8912,'0'-17'0,"-2"2"0,-2 1 0,-2 3 0,-5 5 0,5-5 0,0 7 0,8-4 0,4 10 0,7 2 0,8 2 0,-2 7 0,4-2 0,2-1 0,-2 1 0,8-7 0,-4 4 0</inkml:trace>
  <inkml:trace contextRef="#ctx0" brushRef="#br0" timeOffset="9">15453 3404 8912,'0'-25'0,"0"6"0,0-6 0,0 8 0,-7 12 0,-3 8 0,1 13 0,-5 12 0,8 1 0,-5 3 0,5 3 0,-7 5 0,1 0 0,3 6 0,-3-6 0,9 6 0,-3-6 0,4 0 0,2-6 0,0 1 0,0-3 0,2-3 0,4-6 0,3-6 0,8-5 0,8-5 0,4-7 0,-2-2 0,1-3 0,1-7 0,5-11 0,-5 2 0,0-7 0,-14 5 0,2-6 0,-11 0 0,2-5 0</inkml:trace>
  <inkml:trace contextRef="#ctx0" brushRef="#br0" timeOffset="10">15385 3765 8912,'-12'0'0,"1"0"0,-3 0 0,8-2 0,6-3 0,10 1 0,13-8 0,6-1 0,3-2 0,10-2 0,4-1 0,8-1 0,-1-2 0,-3-2 0,0 2 0,7-5 0,4-1 0</inkml:trace>
  <inkml:trace contextRef="#ctx0" brushRef="#br0" timeOffset="11">16262 3335 8912,'0'-17'0,"-6"6"0,1-1 0,-1 9 0,6 4 0,0 17 0,0 1 0,0 9 0,0 1 0,0 5 0,0 1 0,0-1 0,0 1 0,0-1 0,0-2 0,0-3 0,0 2 0,0-8 0,2 0 0,4-6 0,-3-2 0,7-2 0,0-3 0,-1-2 0,3-5 0,5-8 0,0-5 0,8-15 0,2-1 0</inkml:trace>
  <inkml:trace contextRef="#ctx0" brushRef="#br0" timeOffset="12">16555 3335 8912,'9'-7'0,"1"5"0,-4-4 0,-4 4 0,5 10 0,-7 5 0,-2 8 0,-3 8 0,3 5 0,-4 6 0,4 4 0,2 8 0,0-6 0,0 0 0,0-2 0,0 1 0,2-3 0,4-7 0,-4-1 0,3-1 0,-1-5 0,2-5 0,-4-4 0,-2-3 0,-14-5 0,-5-7 0,-4-8 0,-7-5 0,-5-16 0,-9-2 0</inkml:trace>
  <inkml:trace contextRef="#ctx0" brushRef="#br0" timeOffset="13">16125 3525 8912,'-25'-18'0,"11"1"0,-3 0 0,11-6 0,1 0 0,3 0 0,2 6 0,2 2 0,5 1 0,9 3 0,5-2 0,9-3 0,-1-1 0,5 0 0,6 2 0,6 1 0,4 3 0,9-1 0,4-5 0,-3 8 0,-3 3 0,0 4 0,-5 2 0,-4 4 0,-14 7 0,-7 1 0,-4 11 0,-12-2 0,-5 2 0,-12-2 0,-5 7 0,-6-1 0,-4 4 0,-4-5 0,-2-1 0,4-2 0,-6-6 0,8 0 0,-2 1 0,4-7 0,2 1 0,8-9 0,1 5 0,18-8 0,7 0 0,9 0 0,7 0 0,3 0 0,4 2 0,6 4 0,4-3 0,2 9 0,-6-3 0,-1 3 0,-4 5 0,5 0 0,-8 0 0,4 6 0,-2-3 0,0-3 0,2-2 0,-2-4 0,4-3 0,8-8 0</inkml:trace>
  <inkml:trace contextRef="#ctx0" brushRef="#br0" timeOffset="14">21872 4212 8912,'-9'-7'0,"-7"5"0,7-14 0,-8 5 0,7 1 0,4-1 0,4-2 0,2 3 0,0-1 0,0-1 0,0-5 0,0 0 0,0 7 0,0 3 0,-7 7 0,-5 0 0,-3 7 0,-2 5 0,0 3 0,-1 2 0,-7 8 0,-3 4 0,1 3 0,-2 3 0,8-1 0,-2 0 0,4 1 0,2-1 0,6 0 0,1 1 0,2-3 0,5-3 0,8 2 0,7-9 0,5-4 0,6-7 0,4-1 0,7 1 0,2-3 0,5-8 0,3 5 0,7 1 0,-5 2 0,0-2 0,-8 1 0,2 5 0,-3 3 0,-3-4 0,-7 5 0,-4 1 0,-12 6 0,-5 0 0,-4 2 0,-4-4 0,-4 3 0,-5 3 0,-12 0 0,-6 2 0,-5 3 0,-6-3 0,-2-4 0,-4-3 0,-4-2 0,4-3 0,-2 0 0,2 0 0,0-7 0,12-5 0,-2-3 0,15-4 0,5-5 0,9-10 0,7-8 0,5-10 0,7-7 0,11-3 0,6-7 0,11-5 0,-4 9 0,4-4 0,-3 6 0,-3 1 0,0-5 0,1 6 0</inkml:trace>
  <inkml:trace contextRef="#ctx0" brushRef="#br0" timeOffset="15">22079 4350 8912,'-10'-17'0,"-3"-1"0,7 1 0,0 6 0,6-1 0,0 9 0,-7-13 0,5 14 0,-6-5 0,16 9 0,3 3 0,5 5 0,1 7 0,-2 0 0,-4 0 0,5 1 0,-5-1 0,5 0 0,1 0 0,-2 0 0,-3 1 0,3-3 0,-4-4 0,-1 3 0,-1-7 0,1 1 0,0 0 0,-5-3 0,7-5 0,-3-1 0,3-5 0,1-10 0,-7-6 0,0-9 0,-6 2 0,0 3 0,0-1 0,0 2 0,0 4 0,0 2 0,0 2 0,0 0 0,0-1 0,0 16 0,0 8 0,2 8 0,3 3 0,5 2 0,-1 4 0,9-4 0,-1 4 0,0 0 0,6-6 0,2 4 0,-2-10 0,2-3 0,-2-2 0,1-4 0,5-2 0,-4-8 0,-8-3 0,0-12 0,1-4 0,-3-2 0,-4 1 0,-3 1 0,-8-2 0,0-3 0,0 3 0,-6 2 0,1-1 0,-7 7 0,6-2 0,-1 9 0,1 3 0,4 7 0,-6 4 0,8 11 0,2 7 0,4 5 0,2-2 0,3 7 0,4-1 0,-3 4 0,1-5 0,-1-1 0,3 4 0,-3-6 0,-5 0 0,-1-6 0,2 0 0,-3 0 0,1 0 0,-4-7 0,4-4 0,-4-4 0,5-2 0,-7-2 0,0-4 0,0-9 0,0-10 0,0-2 0,0-3 0,0-5 0,0-5 0,0 11 0,0 1 0,0 7 0,0 4 0,0-1 0,0 1 0,0 8 0,2 1 0,4 8 0,-2 8 0,7 3 0,-7 6 0,2 6 0,1-4 0,-1 4 0,6 2 0,-7-2 0,3 0 0,-4-6 0,2 0 0,1-1 0,-1-5 0,-4-1 0,4-5 0,-3-3 0,3 4 0,-2-12 0,6-7 0,-1-8 0,1-8 0,-1-5 0,3-6 0,1-4 0,-7-8 0,5 6 0,-5 0 0,6 8 0,-7-2 0,7 11 0,-7 7 0,9 4 0,-3 7 0,-1 11 0,1 11 0,-1 12 0,1 6 0,5-2 0,-5 1 0,4-7 0,3 2 0,-1 2 0,0-2 0,6 0 0,0-6 0,6-7 0,-6-5 0,0-3 0,1-2 0,-10-2 0,3-3 0,-4-12 0,5-10 0</inkml:trace>
  <inkml:trace contextRef="#ctx0" brushRef="#br0" timeOffset="16">23610 3662 8912,'-17'0'0,"0"0"0,0 0 0,-1 0 0,3 2 0,4 4 0,5 5 0,4 12 0,2 6 0,0 3 0,0 3 0,8 5 0,3 0 0,4 6 0,3-6 0,-1-4 0,0-5 0,6-6 0,0-8 0,0-2 0,-6-3 0,6-5 0,0-7 0,0-9 0,-6-9 0,0-8 0,1-14 0,-9-2 0,-3-6 0,-4 2 0,-2-2 0,0 0 0,0 3 0,-10 4 0,-7 13 0,-2 3 0,-10 8 0,1 1 0,-7 5 0,3 3 0,3 8 0,-2 14 0,8 3 0,2 4 0,10-4 0,11-7 0,9-3 0,9-7 0</inkml:trace>
  <inkml:trace contextRef="#ctx0" brushRef="#br0" timeOffset="17">24316 2940 8912,'-25'-17'0,"-2"2"0,0 3 0,5 6 0,8 4 0,3 2 0,5 10 0,-4 5 0,1 8 0,-1 4 0,5 4 0,-7 9 0,8-2 0,-2 8 0,5 0 0,1 5 0,0-5 0,0 0 0,1 2 0,5 1 0,-2-5 0,8-4 0,-1 2 0,6-2 0,-5 6 0,-1-6 0,-5 2 0,5-1 0,-5-5 0,6 4 0,-7 2 0,7-2 0,-7 0 0,5-5 0,-2-3 0,-4-3 0,-3-4 0,-1-16 0,0-1 0</inkml:trace>
  <inkml:trace contextRef="#ctx0" brushRef="#br0" timeOffset="18">23972 3868 8912,'-50'10'0,"6"-4"0,10-4 0,9-2 0,15-2 0,10-4 0,15 2 0,14-7 0,11-8 0,8-10 0,6-4 0,3-1 0,8 0 0,-2-1 0,2-1-229,-2-4 0,-4-4 1,-7-8-1</inkml:trace>
  <inkml:trace contextRef="#ctx0" brushRef="#br0" timeOffset="19">25176 3181 8912,'-11'9'0,"-1"-3"0,-1-4 0,3-2 0,-1 0 0,-2 0 0,3-6 0,-1 0 0,-3 3 0,5 1 0,-3 4 0,1 3 0,1 7 0,-5 5 0,3 6 0,3 6 0,-1 9 0,3 4 0,3 2 0,2 7 0,2 7 0,7-1 0,5-5 0,3-9 0,2-2 0,6-7 0,0-5 0,8-10 0,-2-10 0,1-3 0,-1-8 0,3-13 0,-3-14 0,4-13 0,1-9 0,-7-1 0,-4-5 0,-6-4 0,-6-2 0,-5-6-139,-12-6 0,-5 5 139,-12-5 0,-6 6 0,-11 6 0,-4-2 0,-8 8 0,1 5-2,-1 10 1,8 4 1,4 15 0,-2 8 0,2 9 0,7 4 0,10 2 0,12 8 0,3 2 0,16 5 69,3-4 0,12 3 1,8-9-1,7-1-69,8-2 0,2-4 0,-2-4 0,4 5 0,-7-7 0</inkml:trace>
  <inkml:trace contextRef="#ctx0" brushRef="#br0" timeOffset="20">25761 3146 8912,'-32'0'0,"3"0"0,6 0 0,4 0 0,17-2 0,8-3 0,9-7 0,8-3 0,4-2 0,7-2 0,3-2 0,3-2 0,4-6 0,7 4 0,1 0 0,0 1 0,-1 1 0,1 5 0,-6 1 0,-4 2 0,-6 4 0,3-5 0,-13 7 0</inkml:trace>
  <inkml:trace contextRef="#ctx0" brushRef="#br0" timeOffset="21">25847 3542 8912,'-17'9'0,"0"-3"0,0-4 0,7-2 0,5-2 0,10-4 0,9-7 0,7-8 0,7 0 0,12-8 0,4 1 0,8-7 0,0 3 0,-1 1 0,1 4 0,0 3 0,-8-7 0,5 4 0,-5-7 0</inkml:trace>
  <inkml:trace contextRef="#ctx0" brushRef="#br0" timeOffset="22">27327 2562 8912,'-34'0'0,"0"0"0,1 0 0,2 0 0,5 0 0,1 2 0,4 3 0,-4 5 0,2 9 0,2 4 0,2 6 0,7 9 0,3 2 0,1 0 0,4 2 0,4 2 0,6 6 0,6-3 0,3-1 0,8-7 0,0 1 0,5-12 0,-3-3 0,0-4 0,0-4 0,0-3 0,-2-14 0,-2-2 0,7-4 0,1-11 0,4-14 0,-3-5 0,-1-4 0,-6-10 0,6-1 0,-8-9 0,2-8 0,-12-1 0,-5 0 0,-6-2-209,-6-3 1,-11-8 208,-12-4 0,-5 4 0,-6 13 0,-3 14 0,-4 5 0,3 10 0,2 13 0,7 10 0,7 17 0,12 2 0,-1 3 0,13 5 0,4 7 0,8 0 0,9 1 0,8-9 0,2-1 0,7-8 0</inkml:trace>
  <inkml:trace contextRef="#ctx0" brushRef="#br0" timeOffset="23">28033 2321 8912,'-23'0'0,"-2"0"0,0 2 0,0 4 0,8-1 0,6 13 0,5-3 0,-4 15 0,3 7 0,3 7 0,2 0 0,2 2 0,2-3 0,4 3 0,1-4 0,5-7 0,3-3 0,-1-3 0,7-6 0,-2-6 0,4-6 0,-4-3 0,-4-17 0,-4-9 0,-1-1 0,-4-9 0,-4-1 0,3-5 0,-3-1 0,-4 1 0,-3-1 0,-7 1 0,-3 0 0,-2-1 0,0 1 0,-1-1 0,1 9 0,0 3 0,2 4 0,3 1 0,4 7 0,8 0 0,0 7 0,0-12 0,0 7 0</inkml:trace>
  <inkml:trace contextRef="#ctx0" brushRef="#br0" timeOffset="24">28790 1805 8912,'-29'-32'0,"3"3"0,1 6 0,4 4 0,7 10 0,3 3 0,5 6 0,-3 7 0,1 11 0,0 8 0,3 15 0,3-3 0,-4 8 0,4-1 0,2 7 0,0 2 0,0 3 0,2-4 0,2 3 0,3-7 0,3-3 0,-4 2 0,5 9 0,-5-3 0,5 3 0,-5-3 0,6-3 0,-9-5 0,3 0 0,-4-16 0,-2 3 0</inkml:trace>
  <inkml:trace contextRef="#ctx0" brushRef="#br0" timeOffset="25">28532 2631 8912,'-34'-27'0,"1"-4"0,4 8 0,6 0 0,12 6 0,5 4 0,12-2 0,7-5 0,8 1 0,6-5 0,8 1 0,1-6 0,4 6 0,2-6 0,4 6 0,2-5 0,-8 5 0,8-8 0,-12 5 0,6-9 0</inkml:trace>
  <inkml:trace contextRef="#ctx0" brushRef="#br0" timeOffset="26">29513 1788 8912,'-17'0'0,"-1"0"0,1 0 0,-6 0 0,0 0 0,0 2 0,4 2 0,-2 5 0,-2 7 0,-2-1 0,3 14 0,0 1 0,-6 10 0,13-3 0,-3 3 0,13-4 0,-1-2 0,4 1 0,2-1 0,8-5 0,3-1 0,10-7 0,2 2 0,8-4 0,-3-1 0,-1-3 0,0-2 0,0-1 0,-1 1 0,-5 1 0,2-3 0,-4 4 0,-1-3 0,-9 3 0,-3 2 0,2 0 0,-3 3 0,-3 1 0,-6 1 0,-7 7 0,-12-6 0,-4 8 0,-7-3 0,-1-1 0,1 2 0,0-8 0,1 2 0,4-6 0,6-6 0,4-3 0,10-12 0,3-7 0,12-8 0,3-16 0</inkml:trace>
  <inkml:trace contextRef="#ctx0" brushRef="#br0" timeOffset="27">29823 2029 8912,'-18'-17'0,"3"-1"0,4 1 0,-5 8 0,14 1 0,-5 8 0,7 0 0,7 2 0,5 4 0,3 5 0,2 6 0,1 4 0,-1 4 0,0 2 0,2-4 0,4 5 0,-4-6 0,4 0 0,-2-2 0,2-3 0,-4 2 0,4 0 0,-2 0 0,2-4 0,-4-9 0,4 0 0,-4-4 0,-1-2 0,-7-2 0,1-4 0,-1-5 0,-1-5 0,-3-1 0,-5-2 0,4-4 0,-4 4 0,5 0 0,-7 7 0,0-1 0,0-2 0,-1 5 0,-5 4 0,4 3 0,-4-3 0,4 4 0,4 0 0,4 8 0,3 0 0,9-6 0,1 0 0,4 0 0,3 0 0,9 0 0,-1-6 0,1 0 0,-1-7 0,1 1 0,-3-3 0,-3-2 0,-6-2 0,-12-4 0,-3 4 0,-8-4 0,0-2 0,-2 2 0,-4 2 0,-5 2 0,-3 7 0,3 1 0,-4 7 0,11-9 0,-6 9 0,3 6 0,1 0 0,6 9 0,2 6 0,3 6 0,-1 8 0,8-2 0,1 3 0,2 2 0,3 1 0,-1-1 0,-6-7 0,1-4 0,-7 2 0,5-2 0,-2-2 0,-1-10 0,-1-5 0,-4-4 0,6-2 0,-6-10 0,3-7 0,5-10 0,-1-5 0,7-8 0,-5 0 0,4-8 0,3 2 0,5-4 0,0-1 0,-2 7 0,-8 6 0,-2 7 0,1 6 0,5 8 0,-2 9 0,-3 8 0,1 8 0,-7 9 0,7 8 0,-1 4 0,-4 3 0,-3 2 0,3 1 0,0-1 0,-1-1 0,1-5 0,-2-3 0,-6-8 0,0-5 0,0-1 0,0-7 0,0 4 0,2-8 0,1-4 0,5-6 0,2-7 0,1-11 0,6-1 0,-1-5 0,-5-7 0,10 3 0,-4-8 0,4 8 0,-4-2 0,1 6 0,1 3 0,2 4 0,2 3 0,0 6 0,-6 7 0,6 7 0,0-2 0,0 12 0,-6 5 0,2 12 0,4 6 0,4 4 0,9 1 0,6-2 0,10-3 0,-1 4 0,16-22 0,-5 4 0</inkml:trace>
  <inkml:trace contextRef="#ctx0" brushRef="#br0" timeOffset="28">19515 10333 8912,'-8'-17'0,"-2"0"0,-1-1 0,-1 3 0,-1 4 0,-2-5 0,-2 5 0,-1-4 0,1-2 0,0 5 0,0 3 0,0-1 0,-1 0 0,1 7 0,0-3 0,0 4 0,0 2 0,-6 8 0,0 3 0,-6 12 0,4 6 0,0 5 0,0 6 0,2 6 0,6 11 0,0-3 0,0 3 0,7-3 0,4-3 0,5 1 0,1-1 0,15-12 0,8-5 0,7-13 0,5-4 0,9-5 0,7-7 0,3-5 0,9 0 0,0-2 0,6-9 0,0-1 0,0-5 0,-10 0 0,-7 0 0,-10 4 0,-14-5 0,-3-3 0,-8-13 0</inkml:trace>
  <inkml:trace contextRef="#ctx0" brushRef="#br0" timeOffset="29">19859 10092 8912,'-6'-11'0,"0"-1"0,1 7 0,5-7 0,-8 8 0,6-3 0,-11 9 0,7 3 0,2 9 0,2 7 0,2 0 0,0 7 0,0 3 0,0 9 0,0-4 0,0 5 0,0-3 0,0 2 0,0-4 0,0 4 0,0-3 0,0-3 0,0-5 0,0-1 0,0-7 0,0 2 0,0-11 0,0-3 0,0-3 0,0-4 0,0 4 0,2-12 0,4-6 0,3-3 0,7-4 0,-3-2 0,-1-2 0,-1-6 0,6 7 0,0-1 0,1 5 0,-7 7 0,1 0 0,-1 7 0,6-4 0,0 8 0,-1 2 0,-5 4 0,3 3 0,-9 8 0,9 8 0,-3 4 0,-1-2 0,1 1 0,1-1 0,5 2 0,0-4 0,0-8 0,1 0 0</inkml:trace>
  <inkml:trace contextRef="#ctx0" brushRef="#br0" timeOffset="30">20513 10299 8912,'-44'9'0,"-4"1"0,8-4 0,0-3 0,5 9 0,3 3 0,3 6 0,-2-2 0,9 4 0,0 2 0,11-2 0,3 2 0,8-4 0,0 2 0,0-2 0,8-2 0,2-4 0,7-3 0,6 1 0,0-7 0,0-1 0,-6-5 0,0 0 0,0 0 0,0 0 0,1 0 0,5-2 0,0-3 0,-2 1 0,-10-8 0,4 1 0,-3-6 0,-3 0 0,3-1 0,-8 1 0,3 0 0,-1 0 0,0 0 0,0-1 0,-6 1 0,-8 8 0,4 1 0,-6 10 0,3 4 0,3 5 0,2 4 0,2 3 0,2-1 0,4 0 0,3 2 0,9 4 0,1-4 0,4 4 0,-2-10 0,5-3 0,1-2 0,0-5 0,-4-1 0,6-2 0,-8-2 0,2-3 0,-4-5 0,-2-7 0,-8-6 0,-3 0 0,2-6 0,-2 7 0,-1-7 0,-5 6 0,0-8 0,0 12 0,0-4 0,0 12 0,-2 3 0,-3 8 0,3 2 0,-4 4 0,6 5 0,4 10 0,3 4 0,3 2 0,1-4 0,7 6 0,-1-7 0,0 7 0,0-2 0,1 2 0,-1-3 0,0-3 0,-6-2 0,1 8 0,-8-8 0,3 4 0,-14-16 0,-3-1 0</inkml:trace>
  <inkml:trace contextRef="#ctx0" brushRef="#br0" timeOffset="31">20822 10161 8912,'-7'-17'0,"-1"0"0,-3 0 0,-3-1 0,7 3 0,-3 4 0,6 5 0,-1 12 0,5 3 0,5 8 0,-1 1 0,8-1 0,7 0 0,7 0 0</inkml:trace>
  <inkml:trace contextRef="#ctx0" brushRef="#br0" timeOffset="32">21287 10333 8912,'-17'10'0,"5"-3"0,1-7 0,5 2 0,-5 2 0,-1 4 0,3 1 0,-5-3 0,9 5 0,-9 1 0,7 5 0,-5 0 0,-1-5 0,7-1 0,-2 1 0,3 5 0,3-8 0,-6 7 0,10-14 0,4 3 0,-4-10 0,5-7 0,1-5 0,3-6 0,-1-4 0,1-7 0,1 1 0,5 5 0,-5-5 0,-1 5 0,-1 3 0,1 2 0,-3 4 0,-1 2 0,-3 5 0,8 1 0,-1 7 0,6 6 0,1 15 0,-1 13 0,0 11 0,2 14 0,0 0 0,-2 5 0,12-1 0,-10-8 0</inkml:trace>
  <inkml:trace contextRef="#ctx0" brushRef="#br0" timeOffset="33">18534 11915 8912,'7'-17'0,"-3"1"0,8 3 0,1 2 0,2 7 0,3 0 0,1 8 0,4 7 0,-4 6 0,4 6 0,2 4 0,-2 7 0,-1-5 0,-6-2 0,-3 0 0,-1-1 0,-9-3 0,3 6 0,-4-8 0,-2 2 0,0-10 0,-2-3 0,-2-1 0,-1 1 0,-3-6 0,2 1 0,4-5 0,-3-5 0,-3-5 0,2-7 0,0-8 0,6-4 0,0-5 0,0-6 0,6 4 0,0-4 0,5 3 0,-5 3 0,6 7 0,-7 4 0,7 4 0,-6 2 0,15 0 0,-2-1 0</inkml:trace>
  <inkml:trace contextRef="#ctx0" brushRef="#br0" timeOffset="34">19222 11880 8912,'0'18'0,"0"-1"0,0 0 0,-2 0 0,-4 0 0,5 6 0,-5 0 0,-2 6 0,2-6 0,-5 6 0,5-5 0,2 1 0,2 0 0,4-2 0,4-6 0,2 0 0,3 1 0,5-7 0,-5 0 0,4-7 0,3 2 0,1-4 0,4-2 0,-4-8 0,4-5 0,-4-6 0,-2-4 0,-2-6 0,-3 6 0,1-7 0,-7 1 0,5 2 0,-5-1 0,0 7 0,-6-2 0,0 4 0,0 1 0,0 9 0,0 1 0,0 24 0,7-5 0,5 12 0,-1 2 0,7-2 0,-5 0 0,10-6 0,-2 0 0,2 0 0,-4 0 0,4 1 0,2-3 0,-2-4 0,2 3 0,-2-9 0,-4 1 0,6-6 0</inkml:trace>
  <inkml:trace contextRef="#ctx0" brushRef="#br0" timeOffset="35">19859 11451 8912,'0'13'0,"0"2"0,0 6 0,0 4 0,2 4 0,3 5 0,-1 2 0,8 3 0,1 5 0,2 5 0,5-9 0,3 6 0,1-8 0,7-3 0,-2-3 0,1-3 0,3-6 0,1-12 0,6-3 0,0-8 0,3-8 0,-5-5 0,0-6 0,-5-4 0,-3-8 0,-13 3 0,2-5 0,-13-1 0,0 1 0,-6 5 0,-8-3 0,-3 8 0,-10 0 0,-4 8 0,-2 2 0,-3 1 0,-3 10 0,-1 2 0,-1 8 0,1 9 0,7 8 0,4 4 0,12 9 0,5 2 0,4 2 0,6-4 0,11 4 0,19 2 0,20-6 0,26 2 0,12-11-277,-36-16 0,3-3 1,1-3-1,2-2 277,7-2 0,0-1 0,0 0 0,0-2 0,2-2 0,1-2 0,0 2 0,-1-1 0,1 0 0,0 0 0</inkml:trace>
  <inkml:trace contextRef="#ctx0" brushRef="#br0" timeOffset="36">19910 4470 8912,'-11'0'0,"1"-2"0,3-3 0,1 5 0,6 0 0,0 9 0,0 6 0,0 16 0,0 5 0,2 6 0,4 6 0,-3 7 0,9 3 0,-1-1 0,-1 2 0,5-5 0,-3 3 0,-3-11 0,1-6 0,-2-4 0,-5-1 0,5-9 0,-2-3 0,-1-3 0,-3-5 0,4-4 0,-4-11 0,4-13 0,-4-10 0,-2-11 0,0-8 0,0-10 0</inkml:trace>
  <inkml:trace contextRef="#ctx0" brushRef="#br0" timeOffset="37">20323 4780 8912,'-11'0'0,"-1"0"0,7 0 0,-7 0 0,8 0 0,-3 2 0,7 3 0,0 7 0,0 3 0,7 2 0,-3 0 0,8 1 0,-8-1 0,1 0 0,5 0 0,-6-5 0,7-1 0,-7-7 0,4 2 0,-8-12 0,0 2 0,0-7 0,0-1 0,0-5 0,-2 0 0,-4 0 0,4-1 0,-6 1 0,1 0 0,5 6 0,-4-1 0,4 8 0,0-1 0,-3 10 0,3 5 0,-4 7 0,4 0 0,2 0 0,0 3 0,0 2 0,2-2 0,4 3 0,-3-10 0,9-2 0,-6-5 0,5 6 0,1-9 0,5-3 0,0-11 0,-5-6 0,-3-4 0,-1-4 0,-4-2 0,-3 0 0,-1-1 0,0 3 0,0 8 0,-1 0 0,-5-1 0,2 9 0,-7 3 0,5 4 0,-6 2 0,1 10 0,-6 7 0,-1 8 0,1 9 0,6 0 0,1-1 0,3-2 0,3-3 0,2-7 0,2 2 0,0-4 0,0-2 0,7-5 0,5-1 0,3-7 0,2-4 0,1-9 0</inkml:trace>
  <inkml:trace contextRef="#ctx0" brushRef="#br0" timeOffset="38">16727 10453 8912,'-17'0'0,"-1"-1"0,3-5 0,4-6 0,3-3 0,8-2 0,0 0 0,0-1 0,8 3 0,5 2 0,6 1 0,4-1 0,2-2 0,-2-3 0,2 7 0,5 1 0,-3 1 0,-2-1 0,6 7 0,-3-3 0,-1 4 0,0 2 0,0 0 0,-1 0 0,-5 8 0,2 3 0,0 12 0,-6 6 0,4 3 0,-11 4 0,0 4 0,-5 6 0,-3-2 0,-2 2 0,-9 0 0,-9 6 0,-1 5 0,-11-2 0,-5-3 0,-3-4 0,-4-4 0,2 1 0,-2 3 0,-4-8 0,-2-5 0,6-7 0,-2 1 0,-4-2 0,8-4 0,6-12 0,1-3 0,10-8 0,2-2 0,10-4 0,3-3 0,8-9 0,0-1 0,0-4 0,8 2 0,3-7 0,6-3 0,6-1 0,-2-1 0,8 4 0,-8-1 0,4 7 0,-2 4 0,0 6 0,0-1 0,-6 8 0,2 1 0,4 5 0,-4 0 0,4 2 0,-2 3 0,2 7 0,-4 9 0,4 2 0,-2 5 0,2-5 0,-2 2 0,8-2 0,-8-4 0,4 4 0,0-4 0,3-2 0,1 1 0,5-1 0,-7-6 0,11-1 0,1-3 0,-3-3 0,0-2 0,6-17 0,2-4 0</inkml:trace>
  <inkml:trace contextRef="#ctx0" brushRef="#br0" timeOffset="39">17708 10849 8912,'0'9'0,"-2"-1"0,-4-8 0,4 2 0,-4 4 0,-3-4 0,-1 5 0,1-5 0,3 4 0,4-4 0,-6 5 0,7-7 0,-7 0 0,8 0 0,0-1 0,0-5 0,0 4 0,0-13 0,-2 11 0,-4-8 0,2 9 0,-7-3 0,7 4 0,-4 4 0,8 4 0,0-5 0,-7 15 0,-3-7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080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18362 15027 8912,'-33'-8'0,"3"-1"0,1-3 0,0 3 0,2 1 0,3 4 0,-1 2 0,6 2 0,-4 0 0,4 0 0,9 0 0,4 0 0,12 0 0,-4 0 0,6 8 0,-8 3 0,0-1 0,0 1 0,0 1 0,0-1 0,0 1 0,-6-7 0,0 7 0,-2-6 0,3 5 0,3-5 0,-4 5 0,2-7 0,-2 2 0,5-4 0,-7-2 0,6 0 0,-4 0 0,4 0 0,-5-8 0,1 4 0,0-7 0,-7 7 0,3-4 0,-7 16 0,0 3 0,7 5 0,-13 1 0,4 0 0</inkml:trace>
  <inkml:trace contextRef="#ctx0" brushRef="#br0" timeOffset="1">11392 12173 8912,'0'-17'0,"0"-1"0,0 7 0,0-1 0,0-1 0,0-2 0,0 5 0,2-3 0,4 7 0,-4 2 0,3 10 0,-1-2 0,0 7 0,2 3 0,-2 1 0,3 2 0,-1 0 0,7 6 0,-1 0 0,-3 8 0,3-3 0,1 7 0,8 3 0,2 4 0,-2 2 0,4 9 0,-2 11 0,8 4-213,-3 7 1,5-3 212,1 9 0,8-1 0,4 6 0,-21-42 0,0 0-150,0 2 1,2-1-1,2-1 1,1-2 149,1 2 0,1-2 0,2-2 0,1-1 0,2-4 0,0-2 0,2 2 0,1-1 0,3 1 0,0-1 0,35 21 0,-5-3 0,-6-2 0,-4-1 0,8 11 0,-32-29 0,2 1 0,1-2 0,2-1 0,2-1 0,0 1 0,-2 1 0,0-1 0,2 0 0,0 0 0,-5 0 0,0 1 0,-1-1 0,0-1 0,40 20 0,-37-22 0,0-1 0,4 0 0,0-2 0,2 3 0,0 0 0,1 0 0,1-1 0,1 1 0,-1 0 0,-3 0 0,0 0 0,-2-1 0,0 1 0,-1 0 0,-1 0 0,2 0 0,0-1 0,6 0 0,1-2 0,5 1 0,1 0 0,0 0 0,1 0 0,-4-3 0,0 0 0,-1 1 0,-1 0 0,0-2 0,1 0 0,6 0 0,1 0-239,6-3 1,1 0 0,-3 0-1,-2 1 239,3-1 0,-2 0 0,-1 1 0,-1 0 0,-1 1 0,2 0 0,2 2 0,2-1 0,2-1 0,1 0 0,-5-1 0,0 0 0,0 0 0,0-2 0,-3-1 0,0-1 0,0 1 0,0-1 0,0-1 0,1 0 0,5 2 0,-1-1 0,-8 0 0,-1-1 0,1-1 0,0-1 0,-4-2 0,-1 1-165,-1 1 1,1 1 0,3-2 0,1-1 164,1-1 0,0 1 0,-4 2 0,-3 1 0,39 11 0,-10 0 82,-1-6 1,-3 0-1,4 0 1,-3 1-83,-3-1 0,-3-6 0,-10 1 0,-6-3 257,-11 3 0,-12 1-257,-11-7 976,-4 7-976,-1-11 814,-9 6-814,-1-8 0,-8 0 0,0 0 0,-8 0 0,6 0 0,-5 0 0,7 0 0,0 0 0,-8 0 0,6 0 0,-6-8 0,8-9 0,0-10 0</inkml:trace>
  <inkml:trace contextRef="#ctx0" brushRef="#br0" timeOffset="2">18293 15233 8912,'-12'-23'0,"3"0"0,1 2 0,4 2 0,-5 10 0,13 9 0,-3 11 0,9 4 0,9 3 0,6 1 0,9 4 0,3 3 0,3 9 0,4 1 0,9 4 0,3 6 0,1 4 0,8 9 0,-2 4 0,-9 6 0,-4 3 0,-6 5 0,-6 1 0,-17-2-219,-10 10 0,-11-9 219,-11 9 0,-10-12 0,-19 1 0,-6-3 0,-12 3 0,3-6 0,-8-1 0,0-5 0,-10-5 0,33-27 0,0 1 0,-4 1 0,0 1 0</inkml:trace>
  <inkml:trace contextRef="#ctx0" brushRef="#br0" timeOffset="3">19480 15113 8912,'-15'-19'0,"2"-2"0,3-2 0,2 2 0,3 11 0,5 10 0,0 10 0,0 13 0,2 7 0,3 8 0,7 8 0,3 12 0,2 8 0,0 11 0,1 9 0,-9-35 0,-1 3 0,0 1 0,-1 3 0,0 5 0,0 3 0,-1 8 0,-1 2 0,-3 9 0,0 3-105,1 6 1,0 1-1,-3-28 1,1 0 0,-1 0-1,1-1 1,0 1 0,-1-1-1,1 0 1,1-1 0,-1 1 104,1 29 0,2-1 0,2-3 0,1-1 0,-1-9 0,0-1 0,1-6 0,1-3 0,0-15 0,1-3 0,9 40 0,-1-14 0,-2-14 0,-4-20 0,3-10 0,-8-12 0,-1-4 0,-5-2 0,0-7 0,0-3 0,-9-30 0,-8-11 0,-8-20 0,-10-7 0</inkml:trace>
  <inkml:trace contextRef="#ctx0" brushRef="#br0" timeOffset="4">19411 15010 8912,'-5'-18'0,"-1"1"0,-6 6 0,7-1 0,-7 7 0,6-7 0,3 6 0,8-5 0,15 5 0,14-5 0,10 5 0,13-5 0,6-1 0,12-5 0,5 0 0,14-2 0,-42 8 0,1-1 0,5-2 0,3-1 0,6-1 0,3 0-99,7-1 1,1-1-1,-4-2 1,-1 0-1,4 0 1,-1 0-1,1 1 1,-1 0 98,4 0 0,1 1 0,0 1 0,1 0-344,1-1 1,0 2 0,-4 1 0,1 1 343,0-1 0,0 1 0,1 3 0,1 1 0,-2-1 0,0-1 0,-2 2 0,-1-1 0,-2-1 0,-1 1 0,-4 4 0,0 1-199,-1-3 1,0 1-1,-2 1 1,-1 1 198,-5-3 0,-1 0 0,2 1 0,0 1 0,-5 0 0,-1 1 0,1 0 0,1 0-134,-1-1 1,0 1 0,-3 1-1,0 0 134,0 0 0,1-1 0,-5 0 0,1 0 0,1-2 0,-1-1 0,43-2 0,-43 5 0,1 0 0,42 0 0,-45 1 0,-1-1 0,36 2 140,2-2 1,-17-1 0,0 1 0,-2 0-141,0-1 0,17 3 0,8-8 0,0 9 395,-1-3 1,-3-2-396,-2 3 0,-3-7 0,3 6 0,4-5 0,-39 8 0,1 0 0,-1-3 0,1 1 0,0 2 0,-1 0 0,2-3 0,-1 0 0,3 4 0,-1-1 0,0-3 0,0 0 0,3 3 0,0 1 0,1-1 0,1 2 0,0 0 0,0 0 0,2 0 0,1 0 0,1-2 0,0 0 0,2 2 0,2 0-52,4-2 0,1 1 1,1 0-1,0 2 52,1 0 0,1 0 0,-1 0 0,1 0 0,0 0 0,-1 0 0,0 0 0,1 0 0,5 0 0,1 0 0,-5 0 0,-1 2 0,0-1 0,1 1 0,1 2 0,1 0 0,1 1 0,1 0 0,-3-3 0,0-1 0,-2 2 0,0 0 0,-5-1 0,1 0 0,1 1 0,-1 0 0,4-2 0,0 0 0,-4 1 0,1 1 0,2-1 0,-1-2 0,-6 0 0,-2 0 0,3 0 0,0 0-64,1 0 1,0 0 0,-2 0 0,-1-2 63,-2-1 0,-1 1 0,-4 1 0,-2 0-107,-7-2 0,-2 0 1,40 1 106,-8 2 0,0 0 0,6 0 0,-7 6 0,-5-1 0,-3 7 0,-4-4 0,-4-1 204,-6 1 0,-9 3-204,-2-5 0,-8 7 533,3-1 1,1 3-534,-2 2 0,0 1 0,-4-1 0,3 2 505,1 4 1,-2 4-506,-9 7 0,-3-5 214,-3-1 1,-4 3-215,4 9 0,-2-2 0,2 8 0,-4-6 0,4 6 0,-3 2 0,-3 7 0,0 2 0,0-1 0,0-3 0,-7 7 0,5-7 0,-3 4 0,1 3 0,-1-3 0,1 2 0,-5-4 0,-1 5 0,1 1 0,3 2 0,-5 6 0,2-6 0,-3 0 0,-3-2 0,4 2 0,2 2 0,-2-8 0,5 0 0,-5-5 0,5 5 0,-5 1 0,5 5 0,-3-6 0,0-2 0,-1-1 0,-1-3 0,-6 1 0,6-2 0,0-4 0,-1-4 0,-5-8 0,0 0 0,0 1 0,0-1 0,0 1 0,0-9 0,0-3 0,0 2 0,0-2 0,-7 0 0,-5-6 0,-3 0 0,-2 0 0,-2 1 0,-4-1 0,-4 0 0,-8 0 0,-7-1 0,-4-5 0,-11 4 0,-6-3 0,-6-3 0,-5 1 0,-9-1 0,-6 1 0,-1-4 0,41-1 0,0 1 0,-41 4-330,-2 1 0,-3 4 330,46-8 0,0-2 0,-2 0 0,-1-1 0,-2 2 0,-1 0 0,3-3 0,-1 0 0,-2 1 0,-1 1 0,2 0 0,-1 0 0,1-1 0,-1 1 0,-7 1 0,0 0 0,-1 2 0,0 1 0,0-3 0,-1-1-205,1 1 1,0 0-1,5-1 1,0 1 204,0 3 0,1 0 0,-1-3 0,-1-1 0,-4 1 0,0-1 0,5 1 0,1 0 0,0 2 0,0 1 0,2-1 0,1-1 0,-1-1 0,1 0 0,-1 2 0,1-1 0,-6-1 0,-1 0 0,4 1 0,-1 1 0,-2 1 0,0-1 0,3-2 0,1 0 0,4-1 0,1 1 0,-4-1 0,-1 1 0,-1 3 0,-1 0 0,0-1 0,0 1 0,0-1 0,1 1 0,1-1 0,1 1 0,4 1 0,1-1 0,-1 2 0,0-1-136,0 2 0,-1-1 0,3 1 0,-1-1 136,-4-2 0,-1-1 0,-1 1 0,1 0 0,0 0 0,1-1 0,2-2 0,1-1 0,1 1 0,2 0 0,-42 3 0,-2 3 0,-3 1 0,46-10 0,0 0 0,-46 8 0,45-8 0,2 0 0,-36 8 0,-2-5 0,4 2 0,-4-4 0,-2 1 0,-4-1 0,6 4 0,0-2 0,2-1-162,9-5 1,-7 0 161,2 0 0,-6 0 0,-4 0 0,-2 0 0,42 0 0,1 0 0,-41 0 0,-6 0 0,2 0 0,4 0 0,-7 0 0,45 0 0,1 0 0,2 3 0,0 0 0,-3 0 0,1 0 0,-39 3 0,4-6 0,6 0 0,5 0 0,-3 5 0,-8 1 0,0 0 0,0-6 0,1 2 0,5 1 0,6 3 0,-5 0 0,-1-4 0,-4 4 0,-4-5 0,-4 5 0,2-2 0,41-1 0,1 0 0,-40-1 0,2 3 0,5-3 0,7-2 0,-10 6 0,-8 0 0,6-1 0,6-5 0,5 0 0,-3 2 0,-1 2 127,1 2 0,1 5 1,-9-5-128,-7-2 0,1 6 0,40-9 0,1-1 200,-41 6 1,-4 2-201,16-2 0,-4-1 0,-2-5 0,-6 6 0,0 0 0,4-2 0,6-3 0,5-1 0,9 0 0,-5 0 0,4 0 0,-4 0 0,12 0 0,0 0 0,-6 0 0,16 0 191,-1 0 1,10 0 0,13 0-192,6 0 0,12-1 378,5-5-378,4 4 94,2-6 1,10 3-95,7-1 0,6 0 105,5 6 0,5-8 0,-6-1 0</inkml:trace>
  <inkml:trace contextRef="#ctx0" brushRef="#br0" timeOffset="5">2099 9456 8912,'12'-11'0,"-1"-1"0,3-1 0,1-2 0,2-3 0,1 1 0,4 0 0,3 0 0,2 0 0,4-1 0,3 3 0,6 2 0,6 1 0,4-1 0,7 3 0,1 1 0,-1-1 0,2 1 0,-3-1 0,7-5 0,0 0 0,-2-4 0,6-4 0,-4 0 0,14-4 0,7-9 0,-39 17 0,1-1 0,1 0 0,0 0 0,0 1 0,0 0 0,3-3 0,-1 0 0,41-14-207,-42 15 0,2 2 1,-1 3-1,1 1 207,4 0 0,1 2 0,1 2 0,1 1 0,3-2 0,0 1 0,1 1 0,1 1 0,0 0 0,0 0 0,1 1 0,0 1 0,-1 1 0,0 1 0,3-3 0,0 0 0,1 3 0,0-1 0,0-1 0,0-1-263,3-1 1,0 0-1,-4 1 1,0-1 262,7 1 0,-1-1 0,-3 1 0,0-1 0,3-1 0,0 1 0,-2-2 0,1 1 0,2-1 0,0-1 0,-4-3 0,1 1 0,9 3 0,-1-1 0,-5-3 0,0 0 0,-1 0 0,1 1 0,2 1 0,1-1-271,3 0 0,-1 0 1,-3 0-1,-1-1 271,2-2 0,-1 0 0,-2 2 0,0 1 0,0-1 0,1 1 0,4 0 0,1 0 0,4 0 0,0 1 0,-6 0 0,-2 1 0,-2 3 0,-1 1 0,0-1 0,0 1 0,0-2 0,1 2 0,2 3 0,1 1 0,-3 1 0,-1 0 0,-5-1 0,-2 0-38,-3 1 0,-1 1 1,2-1-1,0 0 1,3 3-1,0 0 1,0 0-1,0 0 38,-1 0 0,-2 0 0,-6 0 0,-3 0 0,-1 0 0,0 0 0,0 0 0,1 0 15,1 0 1,1 0-1,0 0 1,1 0-16,-1 0 0,-1 0 0,38-6 0,-1 1 0,-5 1 0,-2 2 0,3 2 287,-1 0 1,-8-6-288,-3 0 0,-12 1 566,-6 5 1,-3 0-567,-3 0 0,-5 0 188,0 0 1,-8 0-189,2 0 0,-1 0 178,1 0 1,-4 2 0,4 1-1,-3 5-178,-3 2 0,2-5 200,4 7 0,-3-7-200,3 7 0,-4-1 0,-1 7 0,1-7 0,4 1 0,-2-1 0,8 6 0,8 0 0,9 1 0,8 1 0,5 2 0,6 2 0,1-2 0,-9 0 0,1 2 0,-6-2 0,-6 7 0,2-5 0,-8 6 0,2-1 0,-1 7 0,3 5 0,10 2 0,1 0 0,3 0 0,-1 6 0,-5-2 0,-2 3-230,-4 3 1,4-1 229,-4 1 0,4 5 0,2 1 0,4-1 0,-4-5 0,1-3 0,-12-3 0,-1 2 0,-5-6 0,-1 0-56,1 0 1,-6 0 55,0-2 0,0-2 0,5 8 0,1-6 0,-1 6 0,1-6 0,0 6 0,-1 0 0,1 5 0,0 1 0,-1 0 0,1-1 0,-1 1 0,9-1 0,3 1 0,9 7-209,-34-27 1,-1-1 0,38 30 208,-7 2 0,-1-1 0,-4 1 0,2 3 0,-7-3 0,-1-3 0,-3-3 0,3-4 0,6-1 0,4 5 0,2 1 0,0-1 0,0-5 0,-2-1 0,-4 1 0,2-3 0,-8-3 0,2-4 0,-3-7 0,5 1 0,6 4 0,4-2 0,9 8 0,-2-6-28,-3 6 1,-10 2 27,4 9 0,-6 2 0,0 4 0,4 4 0,-4-4 0,6 4 0,-32-32 0,0-1 0,1 0 0,1-1 0,1-1 0,0-1 0,37 28 0,-9-7 0,-4 5 0,-1 0 0,-2 4 0,2-9 0,6 3 0,-2-11 0,5 0 0,1-4 0,-2-3 0,-2-3 0,-8-7-32,-4-4 0,4 2 32,2-2 0,4-1 0,2-4 0,8-1 0,1 0 0,2 0 0,1 0 0,-9 6 0,3 0 0,-10 6 0,-2-6 0,2 9 0,10 3 0,1-1 0,4 6 0,5-4 0,-7-3 0,0-2 0,-3-3 0,-4-1 0,-3 2 0,3-5 0,4-6 0,3-1 97,8 0 0,-2 0-97,-3 0 0,1-7 0,-8-4 0,3-3 0,5 3 0,-7-4 0,11 4 0,2-4 0,4-2 0,-6 0 0,-6 0 0,-7 0 0,1 0 0,-1 2 0,1 2 0,9 3 0,6 3 0,-3-1 0,0 3 0,-1 3 0,-11-4 0,8 3 0,-1-3 0,3 3 0,2-9 0,0 3 0,2-4 0,2 2 0,2-3 0,-1-1 0,-5-2 0,10-2-189,-45 0 0,1-1 0,0 1 0,1 0 189,5-4 0,-1 0 0,-7 4 0,0-1 0,-1-3 0,-1 0 0,44 0 33,0-5 1,-44 9 0,1 0 0,4-1 0,1 0 0,1 2 0,-1 1-34,0-1 0,-1 2 0,-3-1 0,0 0 0,47 0 0,-47 0 0,0 0-105,4 0 0,1 0 1,-3 0-1,1 0 105,1 0 0,1 0 0,-2 0 0,-1 0 0,0 0 0,-1 0 0,-1 0 0,0 0 0,0 0 0,1 0 0,1 0 0,1 0 0,0 0 0,-1 0 0,4 0 0,-1 0 0,0 0 0,-1 0 0,-1-3 0,-1 0 0,0 0 0,0 0 0,43-8 0,-41 8 0,1 0 0,-1-3 0,-1 0 0,4 4 0,1-1 0,1-4 0,1 0 0,-5 2 0,0 1 0,1-2 0,-1 0 0,-1 1 0,-1-1 0,1-1 0,-1 0 0,5 4 0,-1-1 0,-1-4 0,1 1 0,3 1 0,0 0 0,-3-1 0,-1 1 0,-1 0 0,-1 0 0,3-2 0,-1 1 0,0 2 0,1 0 0,1 0 0,1 1 0,1 1 0,0 0 0,-8-1 0,-1 1 0,4 0 0,-1 0 0,-2 0 0,0 0 0,2 3 0,0 0 0,5-2 0,1-2 0,3 2 0,0-1 0,-3-1 0,-1 0 0,-5 1 0,1 0 0,1 2 0,1 0 0,1-2 0,0-1 0,3 1 0,1 0 0,1 1 0,0-2 0,-3-2 0,0-1 0,-2 1 0,-1 0 0,-3 0 0,1-1 0,2 1 0,1 1 0,2-3 0,0 0 0,3 3 0,0-1 0,-3-1 0,-1-2 0,-4 1 0,-1-1 0,-1 0 0,1-1 0,0-1 0,1-1 0,0 3 0,1-1 0,1-1 0,1-1 0,-4 2 0,-1 1 0,-3 1 0,-1-1 0,45-8 0,-8 0 0,6-4 0,-1 3 0,1-3 0,-6 10 0,0-4 0,0-3 0,-2 1 45,-3 0 0,-5 2-45,-7 3 0,2-3 0,3 4 0,-3-3 0,4 3 0,-14-5 186,-10 5 1,-7 1 0,-11 1 0,-6-1-187,-10 1 110,-7 5 0,-18-4-110,-4 8 0,-22 8 0,-18 3 0,-30 12 0,34-6 0,-1 1 0,-7 4 0,1 0 0</inkml:trace>
  <inkml:trace contextRef="#ctx0" brushRef="#br0" timeOffset="6">16228 9456 8912,'-16'-2'0,"3"-2"0,2-1 0,7-9 0,-4 5 0,8-8 0</inkml:trace>
  <inkml:trace contextRef="#ctx0" brushRef="#br0" timeOffset="7">16142 9387 8912,'-2'-15'0,"-2"2"0,-2 1 0,2-1 0,-5 5 0,5 1 0,-7 7 0,7 0 0,-4 0 0,8 0 0,0 0 0,0-8 0,0 6 0,0-6 0,0 8 0,8 0 0,-6 0 0,13 0 0,-13 0 0,6 0 0,-8 8 0,0-4 0,0 7 0,0-7 0,-2 10 0,-4-9 0,4 3 0,-4-2 0,-3-4 0,7 5 0,-6-7 0,8 0 0,0 0 0,0-7 0,0-5 0,0 3 0,0-3 0,0 8 0,0-11 0,0 4 0,0 1 0,0-1 0,0 5 0,0-6 0,0 7 0,0-7 0,0 6 0,0-5 0,0 7 0,0-3 0,0 8 0,0 7 0,0 9 0,0 10 0,0 13 0,6 4 0,0 8 0,-1 5 0,-5 0 0,0 8 0,0-2 0,6 2 0,0-2 0,0-5 0,-6-13 0,0-3 0,0-7 0,-2-10 0,-4-10 0,-6-13 0,-3-17 0,-2-14 0,0-7 0,-1-10 0,1-2 0,0-15 0,0 0 0,0-6 0,1 6 0,5 0 0,-3 10 0,9 1 0,1 8 0,2 2 0,2 6 0,0-4 0,2 9 0,4 2 0,3 8 0,8-2 0,1 12 0,-1 5 0,6 4 0,0 2 0,7 0 0,-1 0 0,4 2 0,1 4 0,2 0 0,3 9 0,3 4 0,2 0 0,-8 8 0,-2 2 0,-1 1 0,-10-1 0,0 5 0,-6 1 0,-2 1 0,-3 10 0,-8-6 0,-16 6 0,-11 3 0,-8 7 0,-12-3 0,-9 5 0,0-11 0,-5-1 0,3-6 0,3 6 0,7-13 0,4 1 0,5-11 0,7 0 0,10-12 0,26-11 0,11-9 0</inkml:trace>
  <inkml:trace contextRef="#ctx0" brushRef="#br0" timeOffset="8">16727 9680 8912,'-35'0'0,"3"-6"0,3 0 0,-3 2 0,5 12 0,-4 9 0,-3 10 0,9 7 0,-9 7 0,5-3 0,0 8 0,10-6 0,8 6 0,7-10 0,-2-2 0,6-1 0,6-10 0,5-2 0,5-2 0,3-10 0,4-3 0,-4-4 0,4-2 0,4-8 0,1-3 0,-1-6 0,2-6 0,-1-4 0,7-7 0,-8-3 0,-4-3 0,-4 4 0,-4-4 0,-4 3 0,-5 3 0,-4 0 0,-2-1 0,-8 9 0,-3 3 0,-12 11 0,-6 6 0,-3 5 0,-3 1 0,7 5 0,-1 1 0,8 15 0,-4-2 0</inkml:trace>
  <inkml:trace contextRef="#ctx0" brushRef="#br0" timeOffset="9">16899 9834 8912,'-12'0'0,"1"0"0,7 8 0,-2 4 0,3 3 0,-3 2 0,4 2 0,-4 2 0,4 4 0,2 2 0,-5-6 0,-1 2 0,0 3 0,6-6 0,0 2 0,0-2 0,-8-3 0,7-8 0,-7-5 0,8-15 0,0-1 0,0-11 0,2-3 0,4-3 0,3-6 0,1-5 0,5 4 0,-4-4 0,5 9 0,1 3 0,-6 7 0,1-2 0,-1 6 0,7 5 0,-3 6 0,-2 12 0,-3 8 0,-3 7 0,7 5 0,-3 9 0,-1-1 0,1 0 0,-1 1 0,1-1 0,5-5 0,-5 0 0,4-14 0,5 2 0,1-4 0,2-3 0,5-2 0,-5-8 0,8-2 0,-3-4 0,5-4 0,1-7 0,-5-2 0,0-4 0,-6 2 0,3-6 0,-1 1 0,-4-1 0,-9 6 0,-6-2 0,-5 4 0,-1 2 0,-7 1 0,-5 5 0,-11 3 0,-5 8 0,-11 8 0,-1 3 0,0 7 0,-2 5 0,8 1 0,-1 5 0,8 3 0,10-3 0,0-2 0,0 2 0,7-7 0,8 5 0,12-2 0,13-4 0,17-4 0,12-5 0,7 1 0,10-7 0,0 0 0,-1-6 0,-4-8 0,-1-4 0,-16-18 0,3-6 0</inkml:trace>
  <inkml:trace contextRef="#ctx0" brushRef="#br0" timeOffset="10">18207 9697 8912,'-17'-8'0,"-1"1"0,1-5 0,6 5 0,-1 7 0,8 7 0,-1 5 0,3 3 0,2 2 0,0 6 0,0 0 0,0 0 0,0-6 0,2 0 0,3 0 0,-1 1 0,8-1 0,-1-2 0,6-3 0,1 1 0,-1-7 0,8-1 0,1-5 0,3 0 0,0 0 0,-2-1 0,1-5 0,-3-4 0,-8-7 0,0 0 0,1 0 0,-3-1 0,-4 1 0,3 0 0,-8 0 0,-1 5 0,-5 1 0,0 7 0,0-3 0,0 8 0,0 5 0,0 6 0,0-3 0,0 3 0,0-1 0,0 6 0,2-5 0,4-1 0,-2-7 0,7 2 0,1-4 0,5-4 0,0-4 0,-2-5 0,-3-12 0,1 2 0,-7-8 0,0 6 0,-6-4 0,0 1 0,0-1 0,0 6 0,0-2 0,-8 6 0,-3 5 0,1-1 0,-1 7 0,-1-7 0,-5 3 0,0-7 0</inkml:trace>
  <inkml:trace contextRef="#ctx0" brushRef="#br0" timeOffset="11">19050 9628 8912,'0'-17'0,"0"9"0,0 8 0,0 8 0,0 9 0,-6 6 0,1 0 0,-7 8 0,6-5 0,1 3 0,-3 0 0,4-6 0,-7 5 0,5-7 0,-6 2 0,7 2 0,-7-2 0,8-6 0,-1-5 0,3-9 0,2-3 0,0-9 0</inkml:trace>
  <inkml:trace contextRef="#ctx0" brushRef="#br0" timeOffset="12">18964 9370 8912,'-27'-9'0,"4"-8"0,10 7 0,3-3 0,3 3 0,1 8 0,6 2 0,9 10 0,7 5 0,5-4 0,17 5 0,-2-7 0</inkml:trace>
  <inkml:trace contextRef="#ctx0" brushRef="#br0" timeOffset="13">19704 9061 8912,'-17'9'0,"0"-1"0,-1-8 0,3 8 0,2 5 0,3 8 0,2 8 0,3 3 0,5 3 0,0 5 0,0 0 0,0 6 0,0-6 0,2 6 0,3-4 0,7 2 0,3 3 0,-3 1 0,-1-2 0,-7 2 0,2-8 0,-4-8 0,-2 1 0,0-7 0</inkml:trace>
  <inkml:trace contextRef="#ctx0" brushRef="#br0" timeOffset="14">19308 9577 8912,'0'-27'0,"0"-4"0,0 8 0,8 6 0,3 6 0,6-1 0,6-3 0,8 2 0,7 1 0,14 3 0,11-3 0,-2-1 0,2 7 0,0-7 0,6 1 0,-8-1 0,-3 1 0,-12-3 0,-6 4 0,-6-5 0,-5-1 0,1-6 0,-7 0 0,-7-5 0,-9 5 0,1 2 0,-6 2 0,-2 9 0,-8 16 0,-5 13 0,1 8 0,-1 9 0,3 0 0,-1 10 0,7-2 0,-2 2 0,-1 3 0,-1-3 0,0 2 0,1-2 0,1 2 0,6-8 0,-6 4 0,1-10 0,-1-3 0,6-14 0,0 0 0,0-7 0,13-16 0,4-11 0,12-18 0,0 1 0,5-10 0,6 4 0,-1-6 0,7 8 0,-1 5 0,-1 9 0,6 4 0,-4 3 0,-4 8 0,-2 3 0,-3 14 0,-3 11 0,-2 13 0,-3 12 0,-4 12 0,-8 1 0,-7 4 0,-4-9 0,-12 11 0,-4-10 0</inkml:trace>
  <inkml:trace contextRef="#ctx0" brushRef="#br0" timeOffset="15">16968 10729 8912,'0'17'0,"0"0"0,0 0 0,0 0 0,2 0 0,3 1 0,-1-1 0,6 0 0,-1 0 0,1 0 0,-4-1 0,5-5 0,1 4 0,5-5 0</inkml:trace>
  <inkml:trace contextRef="#ctx0" brushRef="#br0" timeOffset="16">17226 10694 8912,'0'-11'0,"0"-1"0,0-1 0,0 5 0,6 8 0,1 12 0,3 3 0,3 2 0,4 0 0,6 1 0,-2-1 0,8 0 0,0-8 0,5 7 0,1-7 0</inkml:trace>
  <inkml:trace contextRef="#ctx0" brushRef="#br0" timeOffset="17">17794 10557 8912,'0'11'0,"0"1"0,-2-1 0,-2 8 0,-4 2 0,-1 2 0,5 2 0,-2-2 0,4 4 0,2 9 0,0 2 0,0 2 0,0 8 0,0-2 0,0 3 0,0 3 0,0 0 0,0-1 0,-7-7 0,-3-2 0,-7-7 0</inkml:trace>
  <inkml:trace contextRef="#ctx0" brushRef="#br0" timeOffset="18">17484 11021 8912,'0'-27'0,"2"2"0,4 8 0,3 2 0,8 3 0,3-1 0,2 5 0,9 1 0,7-1 0,1 2 0,6 6 0,1-5 0,6-1 0,5-8 0,1 3 0,7-4 0,-4-3 0,8 1 0</inkml:trace>
  <inkml:trace contextRef="#ctx0" brushRef="#br0" timeOffset="19">18224 10780 8912,'-34'0'0,"-1"0"0,1 0 0,5 0 0,0 0 0,-3 0 0,-3 0 0,-3 2 0,10 4 0,3 3 0,2 8 0,0 1 0,6-1 0,-3 2 0,15 4 0,-1-4 0,6 4 0,2-4 0,4-2 0,5-1 0,4-5 0,3-1 0,-1-5 0,2-3 0,4 2 0,4-6 0,-1-4 0,7-7 0,-4 2 0,1-5 0,-1-1 0,1 6 0,-7-1 0,2 6 0,-2-5 0,-4 7 0,4-2 0,-4 4 0,-1 2 0,-1 0 0,0 0 0,-7 8 0,-5 4 0,-3 3 0,-2 2 0,6 6 0,0 0 0,-1 0 0,-5-6 0,0 0 0,0-7 0,0-3 0,0-7 0</inkml:trace>
  <inkml:trace contextRef="#ctx0" brushRef="#br0" timeOffset="20">18499 10574 8912,'0'11'0,"0"1"0,0 5 0,0 6 0,0 7 0,0-1 0,0 4 0,2 3 0,4 4 0,5 6 0,7-4 0,5-2 0,-4 2 0,4-4 0,-4-3 0,-2-5 0,0-17 0,0 3 0,1-16 0</inkml:trace>
  <inkml:trace contextRef="#ctx0" brushRef="#br0" timeOffset="21">18637 10763 8912,'-17'2'0,"0"4"0,-3-3 0,-2 9 0,2-6 0,-3 5 0,4 2 0,2 3 0,2 1 0,3 0 0,5 0 0,7 0 0,0 1 0,0-1 0,9-2 0,8-2 0,12-3 0,9-2 0,6 3 0,8-5 0,0 0 0,-1-6 0,7-2 0,-1-4 0,0-11 0,-5-2 0,0-6 0</inkml:trace>
  <inkml:trace contextRef="#ctx0" brushRef="#br0" timeOffset="22">19136 10849 8912,'-17'-8'0,"7"-1"0,-5-9 0,13 9 0,-6 3 0,8 12 0,0 5 0,0 5 0,0 1 0,0 0 0,0 0 0,0 0 0,0 1 0,0-1 0,0 0 0,0 0 0,0 0 0,0-7 0,-7 5 0,-3-5 0</inkml:trace>
  <inkml:trace contextRef="#ctx0" brushRef="#br0" timeOffset="23">18947 10729 8912,'11'-10'0,"1"4"0,-7-1 0,7 1 0,-1 0 0,7-2 0,-1-1 0</inkml:trace>
  <inkml:trace contextRef="#ctx0" brushRef="#br0" timeOffset="24">19325 10900 8912,'-7'10'0,"3"-2"0,-8-8 0,9 0 0,-5 0 0,8 0 0,0 0 0,8 0 0,3 0 0,-1 0 0,1-2 0,2-2 0,3-2 0,7-5 0,0 5 0,2-2 0,-3 3 0,5 1 0,8-8 0,-1 7 0,0-7 0,3 6 0,3-5 0,-6 5 0,1-5 0,-3 5 0,-9-5 0,0 5 0,-6-6 0,-7 7 0,-4-7 0,-4 6 0,-2-5 0,-8 7 0,-4-3 0,-3-1 0,-2 6 0,0-4 0,0 6 0,-1 6 0,7-2 0,-1 7 0,1 1 0,-6 5 0,5 0 0,1 0 0,7 6 0,-2 0 0,4 2 0,2-2 0,0-2 0,0 8 0,2-7 0,4 7 0,4 0 0,7 5 0,0-5 0,0 0 0,-2-3 0,-1 5 0,-5-4 0,-1-3 0,-2-1 0,-6-5 0,-8-3 0,-5-2 0,-8-3 0,-8-3 0,-3-1 0,-3-6 0,3 0 0,3 0 0,-2-8 0,8-3 0,-1-6 0,1-6 0,11-4 0,1-7 0,7-8 0,4-2 0</inkml:trace>
  <inkml:trace contextRef="#ctx0" brushRef="#br0" timeOffset="25">20083 10402 8912,'17'-17'0,"-2"-2"0,-4-4 0,5 4 0,-14 1 0,5 13 0,-7 10 0,0 7 0,0 9 0,0 2 0,-5 5 0,-1-5 0,0 8 0,6-2 0,0-3 0,0 3 0,0-6 0,0 6 0,0-8 0,0 1 0,0-2 0,8-3 0,1 0 0</inkml:trace>
  <inkml:trace contextRef="#ctx0" brushRef="#br0" timeOffset="26">20496 10350 8912,'-10'-17'0,"4"0"0,4 9 0,2 8 0,0 14 0,-2 10 0,-1 3 0,-3 4 0,0 9 0,6 4 0,0 0 0,0-4 0,8 4 0,1 0 0</inkml:trace>
  <inkml:trace contextRef="#ctx0" brushRef="#br0" timeOffset="27">18190 12293 8912,'0'-11'0,"1"-1"0,3-1 0,2-2 0,-2-3 0,-2 1 0,-2 0 0,-2 0 0,-4 0 0,-3-1 0,-9 1 0,1 2 0,0 3 0,0-3 0,-2 6 0,-2-1 0,-2 4 0,-2 4 0,2 2 0,2 2 0,-8 4 0,6 4 0,-6 7 0,7 8 0,-5 3 0,2 7 0,4 5 0,2-4 0,2 4 0,7-9 0,4-3 0,4-5 0,2 6 0,0-8 0,8 2 0,3-12 0,7-5 0,5-12 0,3-5 0,9-10 0,-1-4 0,1-2 0,1-3 0,4-10 0,-5 3 0,-1-3 0,-2-4 0,-9-2 0,2-3 0,-2-3 0,-9 1 0,3-1 0,-11 8 0,-1 4 0,-3 6 0,-2 5 0,0 12 0,-7 9 0,3 16 0,-8 3 0,8 12 0,-3 6 0,1 5 0,0 6 0,1 2 0,5 4 0,0 4 0,0-4 0,0-2 0,0 1 0,0-4 0,0 4 0,7-6 0,5 1 0,9-10 0,2-1 0,7-8 0,-1 2 0,-4-12 0,-2-5 0,2-4 0,-2-2 0,-1-2 0,-6-4 0,-3-5 0,-1-4 0,-9-4 0,3-4 0,-4 4 0,-2-4 0,0 2 0,0-2 0,-2 4 0,-4-4 0,3 4 0,-7 1 0,1 3 0,-1 4 0,6 3 0,-11 0 0,11 14 0,-6 0 0,3 9 0,3 8 0,2-2 0,2 8 0,0-3 0,0 3 0,8 2 0,3-8 0,4-2 0,3-2 0,5-4 0,0-4 0,7-3 0,-1-8 0,3 0 0,3 0 0,-7-2 0,-1-4 0,0-5 0,0-4 0,-6-3 0,2 1 0,-12 0 0,-5 0 0,2 0 0,-3-1 0,1 1 0,-6 0 0,0 6 0,0-1 0,0 8 0,0-3 0,-8 7 0,7 2 0,-5 3 0,6-1 0,6 8 0,-3-1 0,9 6 0,-1 0 0,-1 1 0,5-7 0,-3 1 0,3-7 0,2 7 0,0-8 0,1 1 0,-7-3 0,0-2 0,1 0 0,5-2 0,0-1 0,-1-5 0,-5-2 0,4-1 0,-3-6 0,-3 1 0,3 5 0,-6-2 0,5 7 0,-5 0 0,5 6 0,-7 0 0,4 8 0,-8 3 0,0 4 0,0 3 0,0-1 0,0 0 0,0 6 0,0 0 0,0 2 0,0-4 0,-2 0 0,-4-6 0,4 2 0,-5-7 0</inkml:trace>
  <inkml:trace contextRef="#ctx0" brushRef="#br0" timeOffset="28">18981 12035 8912,'-27'-25'0,"4"1"0,4 3 0,10 5 0,1 18 0,8 4 0,2 5 0,4 5 0,5 1 0,12 0 0,4-2 0,7-3 0,1 3 0,-1-5 0,1 7 0</inkml:trace>
  <inkml:trace contextRef="#ctx0" brushRef="#br0" timeOffset="29">19377 12138 8912,'0'-9'0,"0"1"0,0 31 0,2-2 0,4 19 0,-3-3 0,9-3 0,-3 0 0,3 1 0,3 3 0,-3-4 0,-3 3 0,1-15 0,-1 0 0,1-3 0,-6-10 0,9-3 0,-7-12 0,0-5 0,-6-12 0,2-10 0,1-7 0,3 0 0,-2-2 0,4 6 0,-3-4 0,9-2 0,-3 1 0,4 9 0,3 9 0,7 4 0,3 2 0,5 0 0,1-1 0,1 1 0</inkml:trace>
  <inkml:trace contextRef="#ctx0" brushRef="#br0" timeOffset="30">19996 12259 8912,'-11'0'0,"0"0"0,1-2 0,-3-2 0,1-2 0,-1 2 0,-3-3 0,-1 1 0,0 0 0,0 6 0,0 0 0,-1 0 0,3 8 0,4 3 0,-3-1 0,9 1 0,-7 1 0,6 5 0,1 0 0,5 0 0,0-5 0,0-1 0,0-5 0,1 4 0,5-3 0,-2-1 0,8-6 0,1-6 0,10 1 0,-4-9 0,4 3 0,-2 1 0,2-1 0,-4 5 0,4-5 0,-4 7 0,-2-2 0,0 4 0,1 2 0,-1 0 0,0 6 0,0 0 0,-7 7 0,-4-2 0,1 5 0,-1 1 0,5 6 0,-5 0 0,0-4 0,2-6 0,-7-5 0,7-1 0,-8 3 0</inkml:trace>
  <inkml:trace contextRef="#ctx0" brushRef="#br0" timeOffset="31">20323 12018 8912,'-9'-10'0,"-6"3"0,13 7 0,-12 4 0,9 7 0,-7 1 0,6 12 0,1 1 0,-3 4 0,6 5 0,-4 6 0,4-3 0,2 3 0,0-4 0,0-2 0,8 1 0,4-1 0,3-7 0,2-4 0,0-4 0,0-4 0,3-3 0,3-6 0,-4-5 0,4-1 0,-4-7 0,-2-5 0,0-3 0,0-2 0,1 0 0,-3-1 0,-4 1 0,-3 6 0,-8-1 0,8 9 0,-6-5 0,5 10 0,-7 4 0,-6 3 0,1 8 0,-1 6 0,6 0 0,0 0 0,0-6 0,0 6 0,0 0 0,0-2 0,0-2 0,0-2 0,8-7 0,1-10 0,8-10 0,1-7 0</inkml:trace>
  <inkml:trace contextRef="#ctx0" brushRef="#br0" timeOffset="32">20650 12087 8912,'-5'-29'0,"-3"2"0,-2 3 0,7 1 0,-5 13 0,8 2 0,0 16 0,2 2 0,2 7 0,1 0 0,7 0 0,-6 0 0,7 8 0,-3 2 0</inkml:trace>
  <inkml:trace contextRef="#ctx0" brushRef="#br0" timeOffset="33">20100 12431 8912,'-27'-8'0,"-4"-2"0,8-7 0,2 0 0,10 0 0,3 0 0,8-1 0,10 5 0,7-2 0,12-2 0,9 3 0,14-3 0,11 6 0,4-3 0,1 3 0,1-3 0,0 9 0,-8-1 0,-3 6 0,-7 0 0,-5 0 0,-4-8 0,-7-1 0</inkml:trace>
  <inkml:trace contextRef="#ctx0" brushRef="#br0" timeOffset="34">20822 12259 8912,'0'11'0,"0"1"0,2-9 0,4 3 0,-4 4 0,6-6 0,-8 7 0,0-5 0,0 5 0,2-1 0,3 1 0,-3 5 0,4-5 0,-4 4 0,-2 2 0,2 1 0,4-1 0,-5 0 0,9-2 0,-4-3 0,-4 3 0,13-13 0,-4 4 0,-1-6 0,1-6 0,1-4 0,5-7 0,6-8 0,0-1 0,0-3 0,2 0 0,-6 6 0,4-5 0,-4 7 0,-2-2 0,-5 9 0,-1 3 0,-1 5 0,1-5 0,3 9 0,-9 2 0,7 8 0,-6 9 0,-1 0 0,-5 0 0,6 0 0,0 0 0,1 1 0,-3-1 0,2 0 0,7-2 0,-1-3 0,-3 1 0,3-7 0,-1 0 0,7-6 0,-1 0 0,0 0 0,0-2 0,0-2 0,1-2 0,-7-5 0,1 5 0,-9-2 0,3 3 0,-2 3 0,2-4 0,-3-2 0,9 3 0,-6-7 0,3 4 0,1 1 0,-1-1 0,1-5 0,1 1 0,5 3 0,-5-3 0,-1 1 0,1-6 0,-5 0 0,5-1 0,-7 1 0,2 0 0,-12 2 0,-5 3 0,-6 5 0,-6 7 0,2 1 0,-8 5 0,0 9 0,-5 8 0,-1 8 0,1-2 0,0 11 0,-1 6 0,10 3 0,8 3 0,9 1 0,7 5 0,12-5 0,12 4 0,23-11-328,28-6 1,16-13 327,-34-17 0,3-3 0,1-1 0,2-4 0,7-4 0,0-2 0,1 2 0,2-1 0,2-5 0,1-2 0,3 0 0,0-1 0</inkml:trace>
  <inkml:trace contextRef="#ctx0" brushRef="#br0" timeOffset="35">2805 13411 8912,'0'-18'0,"0"1"0,0 0 0,0 0 0,0 0 0,0-2 0,0-4 0,0 4 0,0-6 0,0 2 0,0 0 0,0 0 0,0 6 0,0 0 0,0-1 0,0 1 0,0 0 0,0 6 0,0-1 0,0 8 0,2-3 0,4 7 0,-4 2 0,5 3 0,1 7 0,-6 5 0,4 6 0,1 2 0,-1 3 0,7 7 0,-1-1 0,-3 0 0,3 7 0,-6-5 0,5-2 0,-7 3 0,2 3 0,1-4 0,-1 4 0,5-4 0,-5-1 0,-2-1 0,-2 1 0,4-7 0,-1 1 0,3-2 0,-2 1 0,-4 3 0,3-8 0,-1-8 0,2-9 0,-4-12 0,6-4 0</inkml:trace>
  <inkml:trace contextRef="#ctx0" brushRef="#br0" timeOffset="36">3270 12981 8912,'-2'9'0,"-4"-3"0,4-4 0,-11 0 0,7 4 0,0-3 0,6 9 0,0-6 0,0 5 0,2 4 0,4 6 0,3 6 0,9 8 0,5-1 0,0 0 0,-1 8 0,-4 4 0,-1 6 0,0 5 0,-2-1 0,-3 7 0,-6-2 0,-4-6 0,-25 2 0,-6-13 0</inkml:trace>
  <inkml:trace contextRef="#ctx0" brushRef="#br0" timeOffset="37">2960 13703 8912,'-12'0'0,"1"0"0,7 0 0,-4-8 0,18-1 0,7-8 0,10-1 0,13 3 0,8 2 0,7 1 0,7 1 0,6-6 0,1 5-121,0 1 0,-8-1 0,-1-5 0</inkml:trace>
  <inkml:trace contextRef="#ctx0" brushRef="#br0" timeOffset="38">3717 13514 8912,'-17'0'0,"0"2"0,-1 3 0,9-3 0,-1 14 0,7-5 0,-3 4 0,2 8 0,10 0 0,3 0 0,8-6 0,1 4 0,-1-3 0,0 3 0,0-10 0,0 2 0,1-1 0,-1 1 0,0-7 0,0-2 0,1-10 0,-9-3 0,-3-9 0,-6 1 0,-6 0 0,2 0 0,-7 0 0,-1-4 0,-5 3 0,2-3 0,3 10 0,-3-4 0,5-3 0,1 1 0,1 0 0</inkml:trace>
  <inkml:trace contextRef="#ctx0" brushRef="#br0" timeOffset="39">4147 13617 8912,'-17'0'0,"6"0"0,-1 0 0,6 0 0,-5 0 0,7 0 0,-4 2 0,8 4 0,2 3 0,4 8 0,-2 1 0,7-1 0,1 0 0,5 0 0,0 0 0,0 1 0,1-3 0,-1-4 0,-6 3 0,1-9 0,-1 7 0,7-6 0,-7-1 0,0-5 0,1 0 0,3-7 0,-1-5 0,-5-3 0,-1-2 0,-2 0 0,-1-1 0,1 1 0,0 6 0,-6-1 0,0 8 0,7-3 0,3 7 0,7 0 0,-1 2 0,-5 3 0,4-1 0,-3 8 0,-3-9 0,3 3 0,-6-4 0,5-2 0,0 0 0,5-2 0,-3-2 0,-3-5 0,-3-6 0,-1 1 0,-6-9 0,0-2 0,0 3 0,0-3 0,0 2 0,0 4 0,-6-6 0,1 8 0,-9-1 0,5 1 0</inkml:trace>
  <inkml:trace contextRef="#ctx0" brushRef="#br0" timeOffset="40">5386 12981 8912,'0'11'0,"0"1"0,0-1 0,0 1 0,0-1 0,0 3 0,2 1 0,4 2 0,-2 2 0,5 4 0,1 6 0,-1 3 0,3 12 0,5 8 0,-5-1 0,-1 7 0,-1 1 0,1-2 0,3 6 0,-9-6 0,-1-1 0,-2-3 0,-2-9 0,0-4 0,-8-7 0,-3-10 0,-12-8 0,4-15 0,-6 0 0</inkml:trace>
  <inkml:trace contextRef="#ctx0" brushRef="#br0" timeOffset="41">5231 13617 8912,'0'-17'0,"-5"5"0,-1 1 0,-2 1 0,3-1 0,3-4 0,-4 5 0,12-7 0,3 0 0,8-1 0,6 7 0,0-1 0,14 1 0,-3-6 0,10 5 0,-2 3 0,2 1 0,4 4 0,7-3 0,3 1 0,-3 0 0,-9 6 0,4 0 0,-14-7 0,6-3 0</inkml:trace>
  <inkml:trace contextRef="#ctx0" brushRef="#br0" timeOffset="42">6006 13342 8912,'-12'-6'0,"1"0"0,-1 1 0,-5 5 0,6 0 0,-1 0 0,8 0 0,-9 2 0,7 3 0,2 7 0,3 3 0,6 2 0,1 0 0,7 3 0,-1 2 0,9-2 0,2 3 0,6-6 0,-6-6 0,7 3 0,-1-9 0,-2 7 0,1-7 0,-7 1 0,2-6 0,-4-2 0,-3-3 0,-5-7 0,-5-3 0,-4-8 0,-2 0 0,-10-8 0,-7 3 0,-8 3 0,-9 2 0,-1 6 0,1 5 0,-1 7 0,1 3 0,0 4 0,-1 3 0,8 13 0,-5 8 0,5 9 0</inkml:trace>
  <inkml:trace contextRef="#ctx0" brushRef="#br0" timeOffset="43">7520 13239 8912,'0'-29'0,"0"0"0,0 1 0,0 1 0,-2 2 0,-3 2 0,-7 0 0,-3 2 0,-2 10 0,-1 5 0,1 4 0,0 2 0,0 0 0,-6 14 0,0 3 0,0 11 0,6 1 0,5 4 0,3 3 0,-1 2 0,1 2 0,5-2 0,-2-9 0,4 2 0,2-8 0,2 3 0,4-7 0,5-3 0,6-11 0,6 1 0,-4-4 0,4-2 0,-2-13 0,2-5 0,-4-10 0,4-1 0,-3-1 0,-3 1 0,0-2 0,0 8 0,-5-5 0,-1 5 0,-7 0 0,4 8 0,-1 3 0,-5 5 0,6 22 0,-8 8 0,2 15 0,2 10 0,1 5 0,-1 5 0,4 6 0,-3 0 0,7-3 0,-6 2 0,-1-8 0,-5 2 0,0 1 0,0-7 0,-7 3 0,-5-14 0,-5-2 0,-6-2 0,2-3 0,-8-4 0,8-10 0,-2-8 0,-1-7 0,1 0 0,2-8 0,2-8 0,3-10 0,5-7 0,-3-5 0,9-7 0,-1-1 0,6-3 0,2 1 0,4 5 0,5-1 0,4 2 0,3-2 0,-1 6 0,6-5 0,0 11 0,13-3 0,-2 2 0,12-7 0,0 8 0,4-7 0,1 12 0,-1-2 0,-4 2 0,0 6 0,-12 0 0,-3 0 0,-14 15 0,-11-6 0,-10 8 0,-11 2 0,-4 4 0,-8 0 0,-2 11 0,-1-4 0,1 10 0,-2 2 0,8 0 0,2 2 0,2 3 0,-2 3 0,4 1 0,-2 0 0,13 1 0,0-7 0,8 1 0,4 0 0,6-3 0,11-3 0,5-11 0,12 1 0,6-7 0,-2 0 0,0-8 0,0-6 0,0-9 0,-4-2 0,6-10 0,-8 1 0,3-7 0,-13-5 0,-5-2 0,-4 0 0,-1 0 0,-3-6 0,-4 2 0,3-5 0,-9-7 0,1 3 0,-6-8 0,-2 8 0,-3-3 0,1 7 0,-8 5 0,1 8 0,1 7 0,-5 6 0,5 16 0,1 3 0,3 12 0,4 7 0,2 8 0,0 8 0,0 11 0,0 4 0,0 7 0,0 1 0,0 0 0,2-1 0,4 1 0,-2-1 0,7 1 0,1-2 0,5-5 0,2-3 0,4-7 0,-4-1 0,4 1 0,-4-3 0,-4-3 0,-3-6 0,-6-4 0,-5-2 0,-1 0 0,-7-7 0,-10-10 0,-10-10 0</inkml:trace>
  <inkml:trace contextRef="#ctx0" brushRef="#br0" timeOffset="44">8122 13393 8912,'0'-17'0,"0"-2"0,0-4 0,0 4 0,0-4 0,10 4 0,9 0 0,14-4 0,11-6 0,21-5 0,9-6 0,16 4-259,-42 15 1,2 2 0,-1 3 0,1 1 258,-1 0 0,0 1 0,42-12 0,-10-3 0,-5-4 0,-7 7 0</inkml:trace>
  <inkml:trace contextRef="#ctx0" brushRef="#br0" timeOffset="45">9551 13032 8912,'-17'-7'0,"-1"-3"0,1-7 0,2 6 0,3-1 0,-3 8 0,4-1 0,-5 3 0,-1 2 0,0 7 0,0 5 0,1 11 0,3 7 0,3 8 0,3 8 0,1 4 0,6 2 0,8-1 0,3 1 0,12-1 0,6 1 0,1-10 0,-1-8 0,4-9 0,-5-13 0,9 1 0,-3-7 0,4-8 0,-9-10 0,2-7 0,-3-9 0,5-3 0,-5-15 0,-3-5 0,-2-7 0,-6 1 0,-5-2 0,-4 1 0,-8 1 0,-4 0 0,-6 13 0,-9 0 0,-6 4 0,-2 11 0,-1 6 0,-3 6 0,8 6 0,0 5 0,6 12 0,-6 3 0,0 8 0,6 8 0,5 4 0,7 3 0,-7 3 0,8-1 0,-3 0 0,7 1 0</inkml:trace>
  <inkml:trace contextRef="#ctx0" brushRef="#br0" timeOffset="46">9310 13393 8912,'-35'0'0,"3"0"0,3 0 0,12 0 0,11 0 0,12-1 0,9-5 0,12-6 0,11-3 0,20-2 0,3-6 0,8-2 0,2-2 0,3-3 0,-1 5 0,7 2 0,-7 4-147,1 2 0,-3 5 147,-2 1 0,-16-1 0,-3-5 0</inkml:trace>
  <inkml:trace contextRef="#ctx0" brushRef="#br0" timeOffset="47">2358 15044 8912,'-27'0'0,"2"-2"0,6-2 0,-4-1 0,-8 3 0,-5 7 0,-4 13 0,-14 6 0,3 11 0,-3 1 0,1 4 0,3 4 0,4 6 0,8-4 0,7-6 0,14-4 0,11-2 0,4 1 0,12-8 0,7-6 0,10-8 0,5-7 0,5-4 0,3-2 0,-2 0 0,6 0 0,0 0 0,0 0 0,0 0 0,2 0 0,-2 0 0,-6 0 0,2 0 0,-2 0 0,-3 0 0,-6 0 0,-5 2 0,-6 3 0,-3 5 0,-4 7 0,-3 6 0,-8 0 0,-13 2 0,-5-2 0,-16 1 0,0 5 0,-7 2 0,1-8 0,2 1 0,-8-1 0,6-4 0,-6 4 0,6-4 0,-6-1 0,14-7 0,-3 1 0,6-9 0,1 3 0,9-4 0,9-4 0,2-4 0,5-5 0,14-12 0,6-6 0,20-11 0,-1-4 0</inkml:trace>
  <inkml:trace contextRef="#ctx0" brushRef="#br0" timeOffset="48">2925 15319 8912,'10'0'0,"-2"0"0,-8 0 0,-2 0 0,-4 0 0,-5 0 0,-5 2 0,-1 4 0,6 1 0,-1 7 0,1-3 0,1 3 0,2 1 0,8 2 0,0 0 0,0 0 0</inkml:trace>
  <inkml:trace contextRef="#ctx0" brushRef="#br0" timeOffset="49">3132 15010 8912,'0'-23'0,"0"0"0,0 0 0,0-2 0,0 6 0,0-4 0,0 4 0,0 9 0,0 3 0,0 9 0,0 5 0,0 10 0,0 10 0,0 8 0,0 5 0,0-2 0,0 6 0,2 0 0,4 0 0,-4 0 0,3 1 0,-3-2 0,-2-9 0,0 0 0,0 1 0,6 3 0,0-4 0,1 3 0,-1-15 0,-2-1 0,7-9 0,1 1 0,5-7 0,0 6 0,0-7 0,1-1 0,-1-10 0,6 1 0,0-11 0,-2-3 0,-2-17 0,-2 0 0</inkml:trace>
  <inkml:trace contextRef="#ctx0" brushRef="#br0" timeOffset="50">3063 15353 8912,'-17'0'0,"7"0"0,3 0 0,11 0 0,7 0 0,8-7 0,16-5 0,7-3 0,4-2 0,5 0 0,7 0 0,-5-8 0,6-2 0</inkml:trace>
  <inkml:trace contextRef="#ctx0" brushRef="#br0" timeOffset="51">3872 15388 8912,'-17'0'0,"0"0"0,5 6 0,1-1 0,5 1 0,-6-6 0,9 0 0,-3 0 0,12 0 0,-3 0 0,9 0 0,-1 0 0,7 0 0,-1-8 0,0-1 0,0-8 0,-5 5 0,-1 1 0,-7-1 0,4-5 0,-8 0 0,-2 2 0,-4 3 0,-4 5 0,-7 7 0,0 7 0,0 3 0,0 7 0</inkml:trace>
  <inkml:trace contextRef="#ctx0" brushRef="#br0" timeOffset="52">22939 15663 8912,'27'-29'0,"-6"3"0,-8 1 0,-7 4 0,-4 2 0,-2 1 0,-2 9 0,-2 1 0,-1 1 0,-1 5 0,4-6 0,-4 8 0,4 0 0,-5 0 0,7 0 0,-8 2 0,-4 6 0,-3 9 0,-2 10 0,-10 13 0,-7 5 0,-3 19 0,-8 4 0,22-25 0,0 2-42,-3 0 1,0 2 0,0 5 0,0 3 0,0 3 0,1 0 0,0 2 0,2-1 41,3-2 0,0 0 0,-1-2 0,2-3 0,-8 34 0</inkml:trace>
  <inkml:trace contextRef="#ctx0" brushRef="#br0" timeOffset="53">23868 14563 8912,'6'-18'0,"0"1"0,0 6 0,-4 1 0,1 1 0,5 1 0,2 0 0,1 3 0,4 8 0,-3 9 0,-3 7 0,-5 19 0,2 8 0,-2 11 0,-4 16 0,-6 11 0,0-36 0,-1 1 0,-3 7 0,-1 3 0,-6 13 0,-3 3-548,-5 12 1,-1 4 0,6-26 0,1 1 0,-2 2 547,-1 7 0,-2 1 0,2 2 0,-1 1 0,0 0 0,2 2-221,-1 0 1,1 2 0,1-1 0,0-2 0,0 1 0,2-1 220,2-1 0,1 0 0,0-2 0,1-11 0,1-1 0,0-1 0,-2 26 0,1-3 0,5-13 0,1-3-4,5-9 0,1-3 0,0-5 1,2-1-1,0 38 0,0-8 4,0-17 0,0-12 0,0-14 0,7-8 0,-5-14 0,6-1 0</inkml:trace>
  <inkml:trace contextRef="#ctx0" brushRef="#br0" timeOffset="54">5868 14717 8912,'-17'6'0,"0"0"0,0-2 0,7-4 0,4-6 0,4 2 0,2-7 0,2 1 0,4-1 0,-4 3 0,4 8 0,-12 2 0,-6 5 0,-5 11 0,-6 8 0,-11 9 0,-12 5 0,-11 4 0,-7 7 0,-2 7 0,-3 1 0,0-2 0,0-3 0,14-1 0,3-13 0,18-5 0,-1-7 0,18-8 0,0-3 0,11-8 0,6-9 0,4 0 0,7 0 0,5 0 0,5 0 0,0-2 0,7-3 0,1 1 0,5-8 0,1 3 0,-1-3 0,1-1 0,-1 7 0,-1-5 0,-5 5 0,3-2 0,-8 3 0,0 3 0,-6-4 0,0 4 0,-7 10 0,-5 3 0,-10 12 0,-7 6 0,-11 5 0,-5 6 0,-11 4 0,-1 8 0,-6-1 0,6 1 0,0-2 0,8-4 0,1-4 0,2 0 0,8-6 0,-2 4 0,6-9 0,6-3 0,3-7 0,8 2 0,2-6 0,4-5 0,11 1 0,12-7 0,13 0 0,9-10 0,12-6 0,10-7 0,7-12 0,12 1 0,-4-7-186,-42 16 1,0-2 0,-1 0 0,0-2 185,1-2 0,-1-1 0,28-24 0,-4 4 0,-19 12 0,-10 11 0,-10 4 0,-1 2 0,-17 7 0,-7 4 0,-12 14 0,-16 9 0,-6 6 0,-11 6 0,4-4 0,-7-8 0</inkml:trace>
  <inkml:trace contextRef="#ctx0" brushRef="#br0" timeOffset="55">5404 16591 8912,'0'10'0,"0"-2"0,-8-8 0,6 1 0,-6 5 0,1 6 0,5 5 0,-4 4 0,4 4 0,2 1 0,0 3 0,0 7 0,2 1 0,4-3 0,-2 4 0,7-9 0,-5-4 0,3-2 0,1-6 0,-1-6 0,3 5 0,5-14 0,0 3 0,-5-3 0,-3-4 0,-1-3 0,-4-7 0,-2-11 0,-2-4 0</inkml:trace>
  <inkml:trace contextRef="#ctx0" brushRef="#br0" timeOffset="56">5421 16505 8912,'-27'-5'0,"4"-1"0,10-6 0,1 7 0,8-1 0,-3 4 0,7-4 0,0 4 0,0-5 0,7 7 0,5 0 0,-3-2 0,3-4 0,-6 4 0,5-3 0,-7-5 0,9 6 0,-7-7 0,0 7 0,-6-4 0,0 8 0,-8 0 0,-3 0 0,1 6 0,-1 0 0,5 7 0,-4-1 0,3 3 0,1-6 0,-2 7 0,-1-7 0</inkml:trace>
  <inkml:trace contextRef="#ctx0" brushRef="#br0" timeOffset="57">6849 15044 8912,'10'-17'0,"-3"5"0,-7 1 0,0-2 0,0 5 0,0 8 0,0 11 0,0 7 0,0 4 0,2-1 0,2 8 0,4 0 0,1-2 0,-3 3 0,5-7 0,-1 0 0,3-6 0,-1 0 0,1 1 0,-3-3 0,1-4 0,1-3 0,5-8 0,0-2 0,0-4 0,1-5 0,5-6 0,-1-6 0,1 2 0,-5-8 0,-3 2 0,-4-1 0,5-3 0,-5 8 0,-3 0 0,-1 6 0,1 0 0,-6 7 0,8 3 0,-5 7 0,-1 15 0,8 8 0,-1 9 0,6 8 0,0-1 0,1 6 0,-1 3 0,0 2 0,0 1 0,1 1 0,-3-8 0,-4-4 0,-3-6 0,-8-5 0,0 4 0,-4-14 0,-7 4 0,-3-10 0,-14-3 0,-3-3 0,-2-3 0,5 4 0,-1-3 0,-1 1 0,-11-6 0,-1 0 0,-4 0 0,2 0 0,4 0 0,6 0 0,-1 0 0,3 0 0,9 0 0,23-7 0,11-3 0</inkml:trace>
  <inkml:trace contextRef="#ctx0" brushRef="#br0" timeOffset="58">7606 15474 8912,'10'-8'0,"3"-1"0,-7-9 0,0 7 0,-6 0 0,7 7 0,-5-2 0,4 12 0,-4 5 0,-2 12 0,0 4 0,0 7 0,0 1 0,0-1 0,0 0 0,0 1 0,0-3 0,0-3 0,2 1 0,4-7 0,-5 2 0,5-2 0,-4-4 0,-2 6 0,8-15 0,-6-18 0,5-11 0</inkml:trace>
  <inkml:trace contextRef="#ctx0" brushRef="#br0" timeOffset="59">7606 15113 8912,'-25'0'0,"12"0"0,-4 0 0,9 0 0,-3 0 0,7 0 0,-2 0 0,12 0 0,-2 0 0,7 0 0,-7 0 0,11 0 0,-5 0 0,1-2 0,1-4 0,-8 2 0,1-7 0,-3 7 0,-2-4 0,0 8 0,0 0 0,-7 0 0,-3 0 0</inkml:trace>
  <inkml:trace contextRef="#ctx0" brushRef="#br0" timeOffset="60">8140 15457 8912,'-18'0'0,"7"0"0,0 0 0,1 2 0,-1 3 0,3-3 0,16 6 0,3-8 0,12 0 0,6 0 0,3 0 0,3 0 0,-1 0 0,0 0 0,7-8 0,-1-3 0,0-5 0,-6-1 0,1 0 0,-1 0 0,-1 5 0,-5 1 0,-5-2 0,-11 5 0,-5 0 0,-16 8 0,-7 0 0,-5 0 0,-1 8 0,4 3 0,1 5 0,0 3 0,2 2 0,3 2 0,-3 0 0,13-6 0,-6 0 0</inkml:trace>
  <inkml:trace contextRef="#ctx0" brushRef="#br0" timeOffset="61">9155 15044 8912,'-32'-2'0,"1"-2"0,2-1 0,-1 1 0,3 2 0,0 4 0,0 3 0,1 7 0,5 11 0,-2 5 0,5-1 0,5 2 0,3 1 0,3 3 0,1 1 0,6 1 0,8-1 0,3 0 0,6-7 0,6-4 0,0-4 0,12-2 0,-5-1 0,12-5 0,-2-5 0,1-4 0,6-10 0,-1-3 0,-4-5 0,-1-1 0,-5-2 0,-2-4 0,-5 2 0,0-7 0,-10-1 0,-2-5 0,-7-1 0,-10 1 0,-2-1 0,-4 1 0,-6 0 0,-11-1 0,-9 1 0,-8-1 0,-6 9 0,6 3 0,0 4 0,5 1 0,7 9 0,-1 3 0,8 4 0,-2 6 0,4 6 0,2 7 0,5 10 0,1-5 0,1 1 0,-1-5 0,-5 6 0,7 3 0</inkml:trace>
  <inkml:trace contextRef="#ctx0" brushRef="#br0" timeOffset="62">8880 15371 8912,'-18'0'0,"1"0"0,0 0 0,7 0 0,5 0 0,10 0 0,5 5 0,9 1 0,2-2 0,2-2 0,8-4 0,-3-4 0,11 2 0,1-7 0,0 5 0,-6-5 0,1 1 0,-1-1 0,1-5 0,-3 5 0,-3-4 0,3-10 0,-5-2 0</inkml:trace>
  <inkml:trace contextRef="#ctx0" brushRef="#br0" timeOffset="63">9482 14786 8912,'17'-6'0,"0"1"0,1-3 0,-1 4 0,2-2 0,4 3 0,4 8 0,7 7 0,-5 11 0,-1 5 0,1 7 0,-2 5 0,-2 6 0,-8 11 0,-2-2 0,-3 9 0,-7 6 0,-10 10 0,-9 4 0,-7 2 0,-13 4 0,-12-4 0,22-41 0,-2-2-1075,-25 32 1075,19-37 0,-3-2 0,-3-4 0,-3-3 0,-6 1 0,-1-1 0</inkml:trace>
  <inkml:trace contextRef="#ctx0" brushRef="#br0" timeOffset="64">6849 14803 8912,'0'-17'0,"-2"6"0,-4 1 0,-5 2 0,-4 7 0,-3 4 0,-1 9 0,-2 11 0,-4 7 0,-1 9 0,5 12 0,-2 12 0,4 6 0,1 5 0,9 7 0,3 8 0,4 5 0,2 2 0,10-5 0,7 3 0,10-8 0,5-14 0,5-3 0,3-11 0,11-5 0,12-5 0,6-2 0,6-10 0,-4-7 0,5-12 0,-7 0 0</inkml:trace>
  <inkml:trace contextRef="#ctx0" brushRef="#br0" timeOffset="65">10394 14872 8912,'-17'-17'0,"5"0"0,3-1 0,-1 3 0,1 4 0,5 1 0,-2 4 0,6 5 0,6-3 0,5 8 0,5-3 0,1 5 0,6-4 0,2-2 0,1-2 0,5-4 0,2 3 0,1-9 0,-5 1 0,1-6 0,5 1 0,3 5 0,2-3 0,-6 9 0,-1-1 0,-4 6 0,-5 8 0,-6 1 0</inkml:trace>
  <inkml:trace contextRef="#ctx0" brushRef="#br0" timeOffset="66">10342 15457 8912,'2'-16'0,"4"5"0,6-4 0,10 3 0,5-3 0,8-2 0,-1 1 0,0 5 0,9-2 0,2 5 0,5 0 0,2 1 0,-1-7 0,1 5 0,0-8 0</inkml:trace>
  <inkml:trace contextRef="#ctx0" brushRef="#br0" timeOffset="67">11254 14992 8912,'-34'0'0,"5"0"0,1 0 0,1 0 0,-4 0 0,5 2 0,1 4 0,2 9 0,6 8 0,1 8 0,5-3 0,3 3 0,8-2 0,0 3 0,2-5 0,4 2 0,5-1 0,6-9 0,6-1 0,-2-3 0,8-9 0,0-1 0,5-5 0,3 0 0,3 0 0,-2-9 0,8-8 0,-8-1 0,2-5 0,-3-1 0,-3 1 0,-2-8 0,-3 2 0,-4-3 0,-8-2 0,-7-1 0,-4 1 0,-12-2 0,-6-5 0,-18 5 0,-10-4 0,-8 6 0,-4 5 0,-1 4 0,-5 8 0,5 2 0,-5 3 0,5 12 0,1 12 0,1 11 0,-1 5 0,0-3 0,1 0 0</inkml:trace>
  <inkml:trace contextRef="#ctx0" brushRef="#br0" timeOffset="68">5817 16574 8912,'-20'0'0,"-1"0"0,0-2 0,6-3 0,7-7 0,6 4 0,10-5 0,4 7 0,3 1 0,2-3 0,0 6 0,2-4 0,2 3 0,2-3 0,2 4 0,-4-4 0,2 4 0,-2 2 0,-7 0 0,-3 0 0,1 8 0,5 1 0</inkml:trace>
  <inkml:trace contextRef="#ctx0" brushRef="#br0" timeOffset="69">5903 16901 8912,'0'32'0,"0"-3"0,0-6 0,0-4 0,1-9 0,5-5 0,4-3 0,7-2 0,2 0 0,4 0 0,2-7 0,4-5 0,1-3 0,-7-2 0,8-8 0,-5-10 0,9-9 0</inkml:trace>
  <inkml:trace contextRef="#ctx0" brushRef="#br0" timeOffset="70">6488 16471 8912,'0'-10'0,"0"3"0,7 22 0,-5 4 0,4 16 0,-2 7 0,0 3 0,1 5 0,-1 2 0,-2-1 0,-17 1 0,-4-1 0</inkml:trace>
  <inkml:trace contextRef="#ctx0" brushRef="#br0" timeOffset="71">4922 14941 8912,'-6'17'0,"0"0"0,2 0 0,2 1 0,2-1 0,0 0 0,0 0 0,2-2 0,2-1 0,4-3 0,1 3 0,-5-5 0,2 3 0,-2-7 0,0 7 0,1 1 0,1-5 0,-6 0 0,0-8 0,0 0 0,0-8 0,0-5 0,0-8 0,0-8 0,0-4 0,0-1 0,0 0 0,0-1 0,0 1 0,0 5 0,2 2 0,2 3 0,2 3 0,5 1 0,-5 3 0,7 2 0,-1 4 0,3 5 0,2 4 0,0 15 0,1 4 0,-1 20 0,0 3 0,2 8 0,4 3 0,-11 1 0,10-1 0,-12 1 0</inkml:trace>
  <inkml:trace contextRef="#ctx0" brushRef="#br0" timeOffset="72">12339 14872 8912,'-6'-34'0,"0"-1"0,2 1 0,2 1 0,2 5 0,0 5 0,0 4 0,0 2 0,0-1 0,8 7 0,4-1 0,3 9 0,2-5 0,0 2 0,0 1 0,1-1 0,-1 6 0,0 0 0,0 0 0,2 7 0,4 5 0,-9 3 0,1 4 0,-3 4 0,-3 6 0,-5 9 0,2 2 0,-6 8 0,-6-2 0,2 3 0,-7 3 0,-1 2 0,-5 1 0,0 2 0,-1-1 0,1 5 0,-2 0 0,-4 0 0,-4 6 0,-7-6 0</inkml:trace>
  <inkml:trace contextRef="#ctx0" brushRef="#br0" timeOffset="73">12493 15783 8912,'0'17'0,"0"-7"0,-7-2 0,5-8 0,-6 2 0,8 3 0,0 5 0,0 7 0,-7 0 0,-3 0 0</inkml:trace>
  <inkml:trace contextRef="#ctx0" brushRef="#br0" timeOffset="74">8794 15990 8912,'-12'17'0,"1"0"0,-3 0 0,-1 0 0,0 1 0,1-3 0,3-2 0,-3-1 0,-1-1 0,-2 6 0,2 1 0,3-1 0,-3-6 0,5 1 0,-1 1 0,-1 2 0,3 3 0,-3-1 0,3-2 0,5-2 0,-2-1 0,1-8 0,5 11 0,0-13 0,0-2 0,1-10 0,5-7 0,-4-8 0,6-1 0</inkml:trace>
  <inkml:trace contextRef="#ctx0" brushRef="#br0" timeOffset="75">8725 16058 8912,'11'0'0,"1"0"0,-7 2 0,7 4 0,-2-2 0,1 7 0,4-5 0,-3 6 0,3-7 0,4 7 0,2 1 0,2 2 0,0-3 0,-6-1 0,6-1 0,-2 3 0,-4-3 0,-3-3 0,-10 7 0,3-12 0,-14 5 0,-3-7 0</inkml:trace>
  <inkml:trace contextRef="#ctx0" brushRef="#br0" timeOffset="76">8776 16110 8912,'-11'0'0,"-1"0"0,3 8 0,-3 3 0,5-1 0,7 1 0,0 6 0,0 6 0,0 2 0,0-2 0,0-2 0,0 8 0,0-3 0,0 5 0,0-2 0,0 1 0,6-3 0,-1 2 0,1-8 0,-6 2 0,2-10 0,4-2 0,-4-7 0,5 4 0,1-8 0,1 0 0</inkml:trace>
  <inkml:trace contextRef="#ctx0" brushRef="#br0" timeOffset="77">8949 16110 8912,'0'17'0,"0"0"0,0 1 0,0 6 0,0 5 0,0 4 0,0 1 0,0 0 0,0 1 0,0-1 0,0 2 0,0 3 0,0 1 0,-8-2 0,-4-9 0,-3 1 0,-2-7 0,0-8 0,-8 1 0,-2-7 0</inkml:trace>
  <inkml:trace contextRef="#ctx0" brushRef="#br0" timeOffset="78">8604 16540 8912,'-2'9'0,"-3"-3"0,3-2 0,-4 2 0,4-3 0,2 9 0,0 1 0,0 3 0,8 1 0,3 0 0,5-6 0,1 1 0,2-1 0,4-1 0,-2 3 0,8-7 0,-8 5 0,2-5 0,1 0 0,-1-6 0,0 0 0,2 0 0,-6-8 0,6-9 0,-8-10 0</inkml:trace>
  <inkml:trace contextRef="#ctx0" brushRef="#br0" timeOffset="79">9121 16505 8912,'-10'8'0,"-3"2"0,7 7 0,-7 8 0,1 3 0,-3 12 0,-2 6 0,1 6 0,3 5 0,3 4 0,3 0 0,-14-1 0,2-9 0</inkml:trace>
  <inkml:trace contextRef="#ctx0" brushRef="#br0" timeOffset="80">4637 17698 8912,'3'-6'0,"0"0"0,0 3 0,-3-3 0,3 3 0,1-2 0,1 1 0,1-2 0,3 3 0,-3-2 0,0 2 0,-4 0 0,4 3 0,-4 0 0,2 0 0,-4 0 0,0 4 0,0-3 0,0 2 0,-4-3 0,2 1 0,-4 2 0,4-1 0,-4 4 0,-1-3 0,-4 3 0,-2 1 0,-1 1 0,1 1 0,-4 0 0,1 0 0,-5-1 0,1 4 0,0 0 0,-3 4 0,-4-2 0,1 1 0,-1-1 0,3-2 0,1 3 0,3-4 0,-1 1 0,3-2 0,4-2 0,3 1 0,4 0 0,-1 0 0,7-4 0,-3-1 0,4-4 0,4 0 0,-3 0 0,4 0 0,-2 0 0,-2 0 0,4 0 0,-2 0 0,2 0 0,3 0 0,1 0 0,0 0 0,0 0 0,0 0 0,0 0 0,0 0 0,0 0 0,0 0 0,2 0 0,1 1 0,-1 2 0,-1-1 0,-1 4 0,0-4 0,-1 6 0,-2-3 0,-3 1 0,-3 2 0,0 2 0,0 0 0,-3 1 0,-3 1 0,-7 2 0,-5 3 0,-4 2 0,-4 2 0,-2-3 0,-2 3 0,2 1 0,-4-1 0,3-2 0,3 0 0,3-4 0,5 0 0,5-5 0,1 2 0,6-2 0,3-5 0,6-2 0,3-2 0,7-1 0,4 0 0,5 0 0,5 0 0,3-1 0,3-2 0,1-3 0,2-2 0,0-1 0,-1 1 0,0-4 0,-3 0 0,-5 1 0,-6 5 0,-4-1 0,-3 3 0,-5-1 0,-4 3 0,-5-2 0,-4 4 0,-2 0 0,-2 0 0,-1 1 0,0 2 0,4-2 0,2 7 0,3-7 0,0 3 0,0-4 0</inkml:trace>
  <inkml:trace contextRef="#ctx0" brushRef="#br0" timeOffset="81">4868 17884 8912,'-1'-8'0,"-2"2"0,2-1 0,-3 6 0,4-3 0,0 5 0,0 2 0,0 2 0,3 4 0,0 3 0,1-1 0,-2 4 0,2 1 0,1 0 0,-2-1 0,3 0 0,-3-3 0,3 3 0,-3-6 0,3 0 0,0 0 0,2-5 0,1 2 0,1-3 0,2-6 0,-2-3 0,3-5 0,0-3 0,1-2 0,-1 0 0,-1-5 0,-2 2 0,-1-2 0,0 3 0,0 0 0,-1 1 0,-2 8 0,0 0 0,-4 4 0,6 10 0,-3 5 0,1 5 0,0 5 0,-3 5 0,3-2 0,-1 0 0,1 1 0,1-4 0,-4 0 0,-1 2 0,-2-1 0,0-1 0,0-2 0,-6-3 0,-4-1 0,-4-1 0,-5-3 0,0 0 0,-4-1 0,3-1 0,-1-2 0,2 1 0,2-4 0,0 0 0,2-3 0,2 0 0,5-1 0,2-2 0,3-2 0,3-4 0,3-4 0,2-1 0,4-3 0</inkml:trace>
  <inkml:trace contextRef="#ctx0" brushRef="#br0" timeOffset="82">5277 18071 8912,'9'0'0,"0"0"0,-5 0 0,0 1 0,-4 2 0,0 2 0,0 3 0,0 1 0,0 1 0,0 1 0,0 1 0,-3 3 0,0-4 0,1 4 0,2-3 0,0 3 0,0-3 0,0 0 0,0-4 0,0 1 0,0-4 0,2-2 0,2-6 0,0-4 0,0-4 0,3-2 0,-2-5 0</inkml:trace>
  <inkml:trace contextRef="#ctx0" brushRef="#br0" timeOffset="83">5295 17875 8912,'-9'0'0,"3"-3"0,0 0 0,4-3 0,-6 5 0,7-3 0,1 4 0,1 0 0,7 0 0,-7 0 0,7 0 0,-7 0 0,3 0 0,-12-4 0,-2-1 0</inkml:trace>
  <inkml:trace contextRef="#ctx0" brushRef="#br0" timeOffset="84">5819 18009 8912,'-14'-1'0,"3"-2"0,3-2 0,2 0 0,0 1 0,1 0 0,1 2 0,4-4 0,1 4 0,3-1 0,4 2 0,3 1 0,5 0 0,-1 0 0,1 0 0,2 0 0,0 0 0,0 0 0,-1 0 0,0 0 0,-2 0 0,-3 0 0,-2 0 0,-1 0 0,0 0 0,-1 0 0,-3 0 0,-1 0 0,-5 0 0,-2 0 0,-3 0 0,-1 0 0,-6 0 0,-1 0 0</inkml:trace>
  <inkml:trace contextRef="#ctx0" brushRef="#br0" timeOffset="85">6814 17591 8912,'3'-9'0,"-1"0"0,0-2 0,0-1 0,1 1 0,-2 5 0,0 3 0,-5 6 0,-2 3 0,-3 2 0,-1 5 0,-6 2 0,-2 1 0,-2 2 0,-7-2 0,0 2 0,-5-3 0,0 6 0,-1-2 0,1-1 0,6-2 0,0-1 0,6 1 0,2-4 0,4 0 0,10-6 0,4-1 0,8-3 0,8 1 0,4-2 0,3-1 0,6-3 0,1 0 0,-1-2 0,-2 2 0,-1-3 0,-3 3 0,1-3 0,-6 3 0,0 0 0,-6 3 0,-4 0 0,-9 5 0,-8 4 0,-4 3 0,-8 6 0,-3 1 0,-5 1 0,1 1 0,2 2 0,1 0 0,4 0 0,1-5 0,5-6 0,3-2 0,6-1 0,4-1 0,4-2 0,7-2 0,6-4 0,9-1 0,3-2 0,5-5 0,1-4 0,1-1 0,2 2 0,-1-2 0,1 0 0,-5 2 0,-1-1 0,-4 5 0,-6 1 0,-3 4 0,-12-6 0,-1 3 0</inkml:trace>
  <inkml:trace contextRef="#ctx0" brushRef="#br0" timeOffset="86">6547 18275 8912,'-6'0'0,"0"0"0,4 0 0,-2 4 0,4 2 0,-1 2 0,-2 0 0,2 2 0,-2 1 0,2 1 0,1-1 0,0 0 0,0-1 0,-1 2 0,-2-1 0,2-1 0,-6-1 0,2-4 0,-4-1 0</inkml:trace>
  <inkml:trace contextRef="#ctx0" brushRef="#br0" timeOffset="87">6574 18142 8912,'-9'-4'0,"0"-1"0,0-4 0,4 3 0,1 1 0,0 1 0,3 1 0,-3 3 0,11 0 0,2 1 0,1 2 0,5-2 0,3 2 0,-1-2 0,9-5 0,-3-1 0</inkml:trace>
  <inkml:trace contextRef="#ctx0" brushRef="#br0" timeOffset="88">6814 18159 8912,'0'-8'0,"0"-1"0,1 3 0,2 0 0,1 1 0,5-1 0,3-1 0,1 4 0,1 1 0,2 1 0,-3 1 0,2 0 0,-4 3 0,1 0 0,-2 4 0,-1 2 0,0 5 0</inkml:trace>
  <inkml:trace contextRef="#ctx0" brushRef="#br0" timeOffset="89">6814 18364 8912,'13'0'0,"0"0"0,-1 0 0,0 0 0,4-1 0,-2-2 0,7-2 0,3-4 0,1 0 0,-2 0 0,2 0 0,-4 0 0,2-4 0,-2-1 0,0-3 0,-3-1 0</inkml:trace>
  <inkml:trace contextRef="#ctx0" brushRef="#br0" timeOffset="90">7160 18204 8912,'0'-5'0,"0"1"0,0 12 0,0-1 0,0 7 0,3 1 0,0 3 0,0 0 0,-3 0 0,0-1 0,0 1 0,-4 0 0,-1 0 0</inkml:trace>
  <inkml:trace contextRef="#ctx0" brushRef="#br0" timeOffset="91">7640 17618 8912,'-13'0'0,"0"0"0,-3 0 0,2 1 0,2 2 0,-3 3 0,3 6 0,0 3 0,-1 5 0,6 3 0,-1 3 0,4 1 0,2 0 0,5-1 0,3 0 0,4-2 0,3-4 0,1-1 0,5-5 0,0-4 0,4-5 0,0-1 0,0-2 0,-1-8 0,3-3 0,-1-1 0,-1-4 0,0-1 0,-2-5 0,-3 0 0,-4-4 0,1 4 0,-6-4 0,-2 3 0,-7-2 0,-2 3 0,-4-2 0,-7 1 0,-6 1 0,-3 0 0,-5 5 0,1 2 0,3 4 0,-3 5 0,2 1 0,4 3 0,2 3 0,4 1 0,5 5 0,4 0 0,-3 4 0,3 1 0</inkml:trace>
  <inkml:trace contextRef="#ctx0" brushRef="#br0" timeOffset="92">7542 17769 8912,'-5'0'0,"1"0"0,16 0 0,-1 0 0,10 0 0,1-3 0,2 0 0,3 1 0,2 1 0,2 0 0,1-2 0,-1 1 0,-4-4 0,-1 0 0,1-3 0</inkml:trace>
  <inkml:trace contextRef="#ctx0" brushRef="#br0" timeOffset="93">8359 17671 8912,'5'-4'0,"-1"2"0,-3-4 0,3 0 0,4 1 0,5-1 0,4-1 0,0 2 0,10-1 0,3-1 0,0-1 0,4 2 0,-6 1 0,-1 1 0,-2 2 0,-7 1 0,0 2 0,-6 2 0,-5 3 0,-3-2 0,-4 4 0,0-3 0</inkml:trace>
  <inkml:trace contextRef="#ctx0" brushRef="#br0" timeOffset="94">8350 17858 8912,'-8'0'0,"2"-1"0,0-2 0,4 1 0,-1-4 0,7 1 0,5-1 0,7-2 0,8 2 0,6 1 0,3-1 0,5 0 0,3 1 0,-1-1 0,-2 3 0,-1-3 0,-2 3 0,-5-1 0,-1 1 0,-8 1 0,0-4 0,2-4 0,-5-4 0</inkml:trace>
  <inkml:trace contextRef="#ctx0" brushRef="#br0" timeOffset="95">9008 17636 8912,'-13'0'0,"0"-4"0,-2-2 0,2 2 0,5 1 0,-1 6 0,0 4 0,0 3 0,0 2 0,3 2 0,0-2 0,4 4 0,-1-1 0,6-1 0,3 0 0,3 0 0,3 1 0,2-3 0,3-6 0,1-2 0,0-4 0,0 0 0,0-1 0,-2-2 0,-1-3 0,1-6 0,-4-3 0,0 0 0,-4-2 0,-3 0 0,-2-7 0,-3 0 0,-3-2 0,-3 0 0,-9 3 0,-9-3 0,-12 2-311,12 11 1,-3 1 0,-2-2 0,-1 1 0,-6 0 0,1-1 0</inkml:trace>
  <inkml:trace contextRef="#ctx0" brushRef="#br0" timeOffset="96">6396 17440 8912,'-1'5'0,"-2"-2"0,-3-2 0,2-1 0,0 1 0,4 2 0,0 3 0,0 2 0,0 1 0,0 0 0,0 0 0,3-3 0,0 0 0,-1 0 0,-1 2 0,-1-2 0,0 0 0,1-3 0,2 3 0,-2-3 0,2 3 0,-2-4 0,-1 2 0,3-11 0,1-3 0,0-3 0,0-2 0,3-2 0,-1-1 0,2 3 0,0 0 0,0 4 0,-2-4 0,4 4 0,-4-1 0,4 6 0,-4 3 0,2 2 0,1 1 0,0 5 0,-1 4 0,2 6 0,2 5 0,-3 2 0,0 5 0,4-1 0,-3 1 0</inkml:trace>
  <inkml:trace contextRef="#ctx0" brushRef="#br0" timeOffset="97">4157 18532 8912,'-4'5'0,"3"-1"0,-5-4 0,4 1 0,-1 2 0,2-1 0,1 4 0,0 1 0,0 1 0,0 2 0,0 0 0,0 3 0,0 1 0,3-2 0,0 3 0,0-2 0,-3 2 0,1 1 0,1-4 0,0-1 0,0-1 0,-1-6 0,-5 0 0,0-4 0</inkml:trace>
  <inkml:trace contextRef="#ctx0" brushRef="#br0" timeOffset="98">4140 18470 8912,'-9'0'0,"4"0"0,-3 0 0,7 0 0,10-1 0,7-1 0,-1-2 0,0-1 0,1 3 0,-2-6 0,4 3 0</inkml:trace>
  <inkml:trace contextRef="#ctx0" brushRef="#br0" timeOffset="99">4388 18523 8912,'-8'0'0,"-5"0"0,3 0 0,1 0 0,6-1 0,6-2 0,3 1 0,6-4 0,2 4 0,3 0 0,1 1 0,0 1 0,-1 0 0,-3 0 0,3 0 0,-7-4 0,3-1 0</inkml:trace>
  <inkml:trace contextRef="#ctx0" brushRef="#br0" timeOffset="100">4415 18692 8912,'-9'4'0,"0"-3"0,4 7 0,1-7 0,12 2 0,4-6 0,4 1 0,2-4 0,3 0 0,3-3 0,-1-1 0,0-1 0,1-1 0,-1 2 0,-1-4 0,-1-4 0,2-5 0</inkml:trace>
  <inkml:trace contextRef="#ctx0" brushRef="#br0" timeOffset="101">4744 18443 8912,'-5'-4'0,"-3"3"0,7 1 0,-6 8 0,4 4 0,0 4 0,3-1 0,0 3 0,0 2 0,0 0 0,0 4 0,0-1 0,0 0 0,0 2 0,0-5 0,-1-3 0,-2-5 0,-10-2 0,-5-1 0</inkml:trace>
  <inkml:trace contextRef="#ctx0" brushRef="#br0" timeOffset="102">4317 17609 8912,'-9'5'0,"0"-1"0,-2-1 0,-1 1 0,1 1 0,4 4 0,1 4 0,0 0 0,1 3 0,-2 1 0,4 1 0,1-1 0,1 1 0,1 0 0,0-1 0,0-3 0,0-1 0,4-8 0,-3-5 0,2-6 0,-2-2 0,-1-1 0,0-2 0,0-1 0,0-4 0,0 1 0,0-1 0,0 2 0,1-2 0,1 4 0,2 1 0,1 1 0,-2 1 0,3 1 0,0 3 0,3 2 0,1 2 0,2 1 0,1 1 0,5 2 0,0 6 0,0 5 0,3 3 0,3 1 0,2 4 0,0 1 0,0 1 0,-2-3 0,1-1 0,-2-6 0</inkml:trace>
  <inkml:trace contextRef="#ctx0" brushRef="#br1" timeOffset="103">7311 17041 8912,'-3'-9'0,"0"0"0,-3 3 0,3 1 0,0-1 0,-1 1 0,2 1 0,-4 4 0,3 0 0,-2 0 0,-1 1 0,-3 2 0,4-2 0,-3 3 0,2-4 0,-2 0 0,-1 0 0,3 3 0,0 0 0,0-1 0,-2-2 0,-4 3 0,0 1 0,0 0 0,-1 0 0,-1 3 0,-3-1 0,-4-1 0,0 1 0,-4 1 0,2 5 0,-3-2 0,-1 1 0,-2-1 0,-1-1 0,1 0 0,2 0 0,1-3 0,3 0 0,9-4 0,6 2 0</inkml:trace>
  <inkml:trace contextRef="#ctx0" brushRef="#br1" timeOffset="104">6751 17165 8912,'-17'9'0,"-1"0"0,-4 0 0,-1 3 0,-3 0 0,-4 2 0,1-2 0,0 3 0,5-3 0,3 0 0,2-3 0,0-2 0,1-1 0,1 1 0,6-4 0,1 4 0,-2-1 0,-1-1 0,1 1 0,0-3 0,4 3 0,-4-4 0,0 1 0,-3 2 0,3 0 0,0 1 0,-1-1 0,4-2 0,-3 3 0,-1-1 0,1 1 0,-3 2 0,3-2 0,0-1 0,1 1 0,-1 1 0,1 1 0,1-2 0,1-1 0,3-2 0,0 3 0,4-3 0,0 3 0,1-3 0,1 3 0,0 0 0,0 3 0,-1 0 0,-2 0 0,2 3 0,-2 3 0,2 2 0,1 1 0,-1 0 0,-2 3 0,2-1 0,-2 4 0,-1-1 0,1 4 0,1-1 0,1-3 0,-2 3 0,0-3 0,-1 3 0,1 1 0,2-1 0,-2 1 0,-1 0 0,1-1 0,0 3 0,3-3 0,0 2 0,0-7 0,0 0 0,0-3 0,0 1 0,0-1 0,0 1 0,0-4 0,0-1 0,0 1 0,0-3 0,0 2 0,0-2 0,0 3 0,3-3 0,0 3 0,1-1 0,-2 1 0,1 0 0,-1 1 0,0-2 0,1 0 0,-2 4 0,2 3 0,-2 0 0,-1-4 0,3 4 0,0 0 0,0-1 0,-3-6 0,3 2 0,0-4 0,0-1 0,1-1 0,-3-5 0,4 1 0,-3-3 0,-1 0 0,4-3 0,-2 0 0,-2 0 0,4 0 0,-2 0 0,-2 0 0,7 0 0,-2 0 0,2 0 0,-2 0 0,0 0 0,0 0 0,3 0 0,0 0 0,3 0 0,-2 0 0,2 0 0,2 0 0,1 0 0,1 0 0,2 0 0,0 0 0,0 0 0,2-1 0,1-2 0,3 1 0,-3-3 0,-1 2 0,-2-3 0,3 4 0,0-1 0,2 1 0,-2-1 0,1 2 0,-3-2 0,2 2 0,-1 1 0,2 0 0,-2 0 0,1 1 0,-3 2 0,0-2 0,-1 2 0,1-2 0,0-1 0,0 3 0,-1 0 0,2-1 0,2-1 0,-1-1 0,3 0 0,1 0 0,3 0 0,-1 0 0,1 0 0,0 0 0,-1 0 0,0-3 0,-2 0 0,-2-3 0,-1 3 0,-5-3 0,2 2 0,-2 0 0,1 0 0,1-2 0,0 3 0,-3-3 0,-1 3 0,2-4 0,5 2 0,-1 0 0,2-1 0,1-1 0,0-1 0,-3-1 0,4 0 0,-3 0 0,3 0 0,-6 1 0,0-1 0,0 0 0,-3 0 0,0 0 0,0 0 0,2 0 0,-2 0 0,1 1 0,-2-1 0,5 0 0,-4 0 0,4 0 0,-4 0 0,1 0 0,2 0 0,0 1 0,0-1 0,-5 3 0,-1 0 0,1 1 0,-1-2 0,-1 2 0,-1 1 0,-4-2 0,0 3 0,-4-3 0,4 3 0,-3-3 0,3 3 0,-3-3 0,3 0 0,0-2 0,-1-1 0,3 0 0,-2 0 0,2 0 0,1 0 0,-1 3 0,-3 1 0,3-1 0,-3-3 0,1 1 0,0 2 0,-4-2 0,6 3 0,-7-4 0,2 0 0,-2 1 0,-2-1 0,-1 0 0,-1 0 0,-4-4 0,1-2 0,1-1 0,-1-2 0,1-4 0,-1-2 0,0-1 0,3-2 0,-3 1 0,3-2 0,1 0 0,1 2 0,1-3 0,0 5 0,0 0 0,0 0 0,-1-1 0,-2 5 0,2-4 0,-2 3 0,1 2 0,-1 0 0,-1 0 0,-2-2 0,-2 3 0,2-3 0,-1 2 0,1 1 0,-1-1 0,1 0 0,-2 2 0,-1 0 0,3 1 0,0-2 0,1 1 0,-1 2 0,-1-1 0,4 1 0,-3 2 0,2 0 0,0 1 0,0 1 0,-1-2 0,2 1 0,-1 2 0,1-2 0,2 2 0,-2 1 0,-1 1 0,0-1 0,0 0 0,0 0 0,-3 0 0,5 1 0,-4 2 0,3-2 0,-3 2 0,4 2 0,-2-1 0,0 1 0,3 0 0,-2 1 0,-2 2 0,4-6 0,-5 4 0,3-1 0,-3 1 0,-1-3 0,2 1 0,-1-1 0,0 3 0,-3-3 0,3 3 0,0-2 0,0 2 0,-4-2 0,0 0 0,-2 0 0,-1 0 0,1-1 0,1-2 0,-4 2 0,1 1 0,-4-1 0,3 0 0,0-3 0,0 5 0,-2 1 0,-2-1 0,-2 1 0,-3 2 0,-5 3 0,-1 3 0,-5 3 0,0 6-179,-6 4 0,4 0 179,2 2 0,4 2 0,7-1 0,0 7 0,4 3 0,3 6 0,4 4 0,3 0 0,0 6 0,5-21 0,1 2 0,0 3 0,1-1 0</inkml:trace>
  <inkml:trace contextRef="#ctx0" brushRef="#br1" timeOffset="105">7960 18408 8912,'4'0'0,"1"-3"0,-2 0 0,-1-1 0,4 2 0,1-1 0,1 1 0,1 1 0,1 1 0,2 0 0,2 0 0,3 1 0,2 1 0,1 2 0,0 1 0,1 1 0,-3 3 0,0 3 0,-1-1 0,-2 0 0,0-1 0,-4-1 0,1 0 0,-2-3 0,-1 0 0,-5 0 0,4 3 0,-7-1 0,3-7 0,-4-2 0</inkml:trace>
  <inkml:trace contextRef="#ctx0" brushRef="#br1" timeOffset="106">8199 18275 8912,'0'-12'0,"0"0"0,0 0 0,0 3 0,0 1 0,1 3 0,2 2 0,2 6 0,4 3 0,4 2 0,2 4 0,2-2 0,0 2 0,2 1 0,2 0 0,2-1 0,3 1 0,-3 3 0,3-6 0,-4 3 0</inkml:trace>
  <inkml:trace contextRef="#ctx0" brushRef="#br1" timeOffset="107">8759 18470 8912,'-9'-1'0,"0"-1"0,0-1 0,3 0 0,1 3 0,2 1 0,-2 2 0,1 3 0,2 2 0,1 2 0,1 2 0,0-3 0,0 3 0,0-2 0,0 0 0,0 1 0,1 1 0,2-1 0,-2-2 0,3-3 0,-4 0 0,0 0 0,0 0 0,0 0 0,0-4 0,0 1 0,0-6 0,1-2 0,2-5 0,2-2 0,3-2 0,2-3 0,2-1 0,-1 0 0,4 1 0,-1-1 0,0 0 0,2 3 0,-4 0 0,3 5 0,-3-2 0,0 6 0,-4 3 0,1 2 0,-1 2 0,-1 3 0,-1 5 0,-4 1 0,2 4 0,0 2 0,-2 1 0,4 1 0,-3-1 0,3 1 0,-3-3 0,3 0 0,-3 1 0,2 4 0,1-5 0,3 0 0,0-8 0,0-3 0</inkml:trace>
  <inkml:trace contextRef="#ctx0" brushRef="#br1" timeOffset="108">9310 18372 8912,'-9'0'0,"0"0"0,-1 0 0,-1 0 0,-1 0 0,-2 3 0,1 1 0,-1 2 0,-2 4 0,3 0 0,1 5 0,1 1 0,2 4 0,-1-1 0,7 2 0,0 0 0,3 0 0,1-1 0,2-1 0,3-2 0,5-2 0,1 0 0,3-4 0,2-1 0,5-5 0,1-2 0,-4 0 0,6-4 0,-3-2 0,0-2 0,-2-3 0,1-1 0,-3-3 0,-3-1 0,0-1 0,1-1 0,-7-2 0,3 0 0,-6 2 0,-2-2 0,-1 3 0,-3-3 0,-3-1 0,-2 1 0,-4 3 0,-1-3 0,-2 2 0,-2 2 0,-3 1 0,-1 4 0,0 2 0,0 3 0,0 2 0,1 1 0,-1 0 0,0 4 0,0 2 0,2 5 0,1 4 0,-1 2 0,4 1 0,1-2 0,5-1 0,-2 2 0,4-3 0</inkml:trace>
  <inkml:trace contextRef="#ctx0" brushRef="#br1" timeOffset="109">9097 18568 8912,'-9'-9'0,"3"4"0,0 2 0,4-2 0,2 4 0,6-2 0,10 2 0,4 1 0,11 0 0,7 0 0,7-3-226,-19 2 1,1-1-1,0-3 1,-1-1-1,1 1 1,0 0-1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1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27947 17554 8912,'-8'10'0,"-3"-5"0,-5-3 0,5-2 0,0 0 0,7 0 0,-4-7 0,10 5 0,4-4 0,3 6 0,8 6 0,1-4 0,-1 3 0,0-1 0,0 2 0,6-2 0,0 7 0,8-7 0,-3 2 0,13-4 0,6-2 0,9 0 0,7 0 0,4 0 0,2 0 0,5-2 0,1-4 0,-8-2 0,-10-3 0,-3-4 0,-3 3 0,1 3 0,-2-3 0,-4 1 0,-6 1 0,-4-5 0,-2 4 0,-3 1 0,3-1 0,-9-1 0,10-5 0,-5 0 0,7-1 0,1 1 0,2 0 0,6-6 0,-6 0 0,2-2 0,-2 2 0,-1 2 0,6-7 0,-6 7 0,1-4 0,-6 2 0,-5 0 0,3-7 0,-3 1 0,-2 2 0,2-2 0,-8 1 0,2-7 0,-2-1 0,0-4 0,2-4 0,-2 0 0,-2 2 0,-2 8 0,-6-3 0,1-3 0,-3 10 0,3-5 0,-4 5 0,-8-5 0,0 3 0,0 3 0,0-3 0,0 3 0,1 2 0,5-1 0,-4 1 0,4-2 0,-4-3 0,-2 3 0,0-1 0,0-1 0,0 2 0,0-1 0,0-1 0,0 3 0,-2-3 0,-4 8 0,2-5 0,-7 5 0,5 0 0,-5 5 0,-3 1 0,-1-2 0,-2 0 0,0 2 0,-6-4 0,0 9 0,-6-3 0,6-2 0,-8 0 0,3 0 0,-7 5 0,-3 1 0,-2-3 0,2-1 0,-4 3 0,1 1 0,1 1 0,6-1 0,-1-4 0,1 3 0,-6 3 0,0-3 0,0 3 0,5-5 0,-1 3 0,-4-3 0,1 5 0,-6-3 0,6 3 0,-1-3 0,4-1 0,1 7 0,1-5 0,1 3 0,3 1 0,1-1 0,2 2 0,-1 6 0,-3 0 0,8 0 0,-2 0 0,2 0 0,2 0 0,-7 0 0,5 0 0,-6 0 0,-2 0 0,-1 0 0,-2 0 0,-1 0 0,-5 0 0,0 0 0,-6 0 0,6 0 0,-8 0 0,2 0 0,-2 0 0,2 0 0,4 2 0,8 4 0,1-2 0,5 7 0,-3-7 0,8 2 0,-5 1 0,5 1 0,2 0 0,1-1 0,3 1 0,0-2 0,0-3 0,0 9 0,-3-6 0,-2 5 0,2-1 0,-3 3 0,4-1 0,2 1 0,0 2 0,0 2 0,0 1 0,-1-1 0,1 0 0,0 0 0,0 2 0,-1 2 0,1 2 0,0-2 0,4 6 0,-5 2 0,5 3 0,-10 2 0,4 1 0,2-1 0,0 3 0,-1 3 0,7-2 0,1 6 0,1-2 0,-1-4 0,6 4 0,-1-2 0,3 0 0,2-5 0,0-3 0,0-3 0,5 1 0,1-7 0,2 8 0,-4-4 0,1-1 0,1-1 0,2 0 0,-6-6 0,7 12 0,-5-6 0,2 1 0,0 3 0,-1 0 0,1-1 0,2 3 0,-4 7 0,1 2 0,-1-2 0,4-1 0,-3-3 0,3 0 0,-2 1 0,-4-3 0,4-3 0,1 1 0,-1-7 0,5 6 0,-3-6 0,0 0 0,-1 2 0,5-10 0,-6 8 0,5-12 0,-5 12 0,5-7 0,-5 7 0,7-10 0,-1-2 0,1 1 0,1 5 0,-3 0 0,2 0 0,1-5 0,-3-1 0,5-1 0,-5 1 0,4 3 0,3-9 0,-1 7 0,0-6 0,0 1 0,0-3 0,1 2 0,-1-2 0,0-2 0,0-2 0,0 0 0,1 0 0,-1 0 0,0 0 0,-5 0 0,-1 0 0,0 0 0,7 0 0,-1 0 0,-8 0 0,7 0 0,-14 0 0,5 0 0,-5 0 0,4 0 0,-4 1 0,4 5 0,-3-2 0,3 8 0,-4 5 0,4 6 0,3 7 0,1-3 0</inkml:trace>
  <inkml:trace contextRef="#ctx0" brushRef="#br0" timeOffset="1">27981 15577 8912,'-2'-32'0,"-3"3"0,3 4 0,-4 8 0,4 7 0,-6 3 0,5 7 0,-9 0 0,6 0 0,-5 0 0,5-2 0,-5-4 0,5 2 0,-5-7 0,5-1 0,-6-5 0,-1 0 0,-2 0 0,-8-6 0,0 0 0,-10-8 0,-1 3 0,-4-5 0,-12-3 0,-4-4 0,-9 3 0,-6-5 0,-11 10 0,-4 3-111,-2-3 0,-2 11 0,-4-6 111,44 15 0,-1-1-162,-6-2 1,1 0 0,2 4 0,0 1 161,1-5 0,-1 1 0,4 3 0,1-1 0,-39-15 0,-2 1 0,-4-1 0,44 16 0,0 1 0,-2-3 0,-1 1 0,1 0 0,0 1 0,2 0 0,-1-1 0,1 0 0,0 1 0,0 2 0,-1 1 0,-3-1 0,1 1 0,-1-1 0,0 1 0,-4-1 0,-1 0 0,-1 1 0,-2-1 0,-2 1 0,0-1 0,2 0 0,-1 1 0,-3 0 0,0 1-245,1 1 1,0 0-1,-2-1 1,0 1 244,-7 3 0,0 0 0,6-3 0,1 1 0,1 2 0,1 0 0,5-3 0,0 0-155,0 3 1,1 1 0,1-2 0,-1 0 154,0 1 0,-1 0 0,1 2 0,0 0 0,5-2 0,0 1 0,-2 0 0,-1 2 0,4-1 0,-1 2 0,-4-1 0,-1 2 0,-4-1 0,-2 1 0,2 2 0,0 0 0,4 1 0,1 0 0,1 0 0,1 1 0,-38 11 0,39-5 0,-1 1 0,0 1 0,-1 1 0,-2 3 0,-1 2 0,1-1 0,0 2 0,1 5 0,3 2 0,4-3 0,0 1 0,-2 2 0,-1 0 0,0-3 0,1 1 0,0 2 0,0 0 0,-1-2 0,1-1 0,3 0 0,2 0 0,-34 15 0,4-4 0,7 2 0,2-5 66,4-4 0,-2-8-66,7 1 0,-5-1 0,6 2 0,1-4 0,11 2 0,6-5 272,9-5 0,-1 1-272,8 5 0,-4-6 0,8-1 0,4-1 492,0 1 1,5-6-493,-1 2 0,7-3 751,-2 3-751,4-4 161,2 6-161,0-8 0,0 0 0,-6 7 0,1 5 0,-3 3 0,2 2 0,4-7 0,-21-3 0,4-7 0</inkml:trace>
  <inkml:trace contextRef="#ctx0" brushRef="#br0" timeOffset="2">20461 14786 8912,'-25'-34'0,"6"-1"0,-4 1 0,4 3 0,0 8 0,-2 12 0,-2 7 0,-8 12 0,5 7 0,-3 10 0,0 9 0,2 14 0,-1 4 0,5 7 0,4 2 0,7 6 0,1-4 0,7 2 0,-2-2 0,6 4 0,6-4 0,4-2 0,9-2 0,4-3 0,5-7 0,5-11 0,1-3 0,10-8 0,8-10 0,1-2 0,10-3 0,8-5-304,9-7 1,10 0 303,-39 0 0,2 0 0,-1-1 0,3-2 0,7-2 0,2-1 0,-5-1 0,0-1 0,1-5 0,1-1 0,2 2 0,2 1 0,2-1 0</inkml:trace>
  <inkml:trace contextRef="#ctx0" brushRef="#br0" timeOffset="3">1600 14236 8912,'-26'-6'0,"3"0"0,9 1 0,3 5 0,-1 0 0,-5 0 0,8 0 0,3 0 0,12 0 0,5 0 0,4 0 0,4 0 0,4 0 0,6 0 0,11 0 0,6 0 0,4 0 0,11 0 0,8 0 0,7-8-343,10-3 1,10-5 342,-45 8 0,1-1 0,4-3 0,1-1 0,6-1 0,2 0 0,3-2 0,0-1 0,2 0 0,1 0 0,1-1 0,0 0 0,-3-2 0,0-1 0,-8 4 0,-2-2 0,-4-1 0,-1 0 0,-5 5 0,-2 1 0,29-9 0,-11 6 0,-11 6 0,-30 3 0,-1 8 0,-23 0 0,-2 0 0,-3 0 685,3 0-685,-6 0 0,1 0 0,-1 2 0,-4 4 0,-3 3 0,4 8 0,-12-5 0,-6-3 0,-3-1 0,-3 6 0,1-5 0</inkml:trace>
  <inkml:trace contextRef="#ctx0" brushRef="#br0" timeOffset="4">2702 14150 8912,'-10'-17'0,"-3"5"0,7 1 0,0 9 0,6 2 0,0 15 0,0 16 0,0 5 0,0 4 0,0 8 0,0-2 0,0 11 0,-2 8 0,-1 6 0,-3 3 0,0 3 0,6-3 0,-6-5 0,1 0 0,-7-2 0,6-10 0,1-7 0,5-10 0,-6-10 0,0-1 0,1-8 0,5 2 0,0-4 0,0-2 0,0 0 0,0 1 0,0-1 0,-8-2 0,-4-4 0,-3-5 0,-2-12 0,-8-11 0,-2-9 0</inkml:trace>
  <inkml:trace contextRef="#ctx0" brushRef="#br0" timeOffset="5">2272 15078 8912,'-12'0'0,"1"0"0,7-7 0,-4 5 0,8 2 0,0 11 0,2 5 0,4 1 0,1 0 0,7 0 0,-3 0 0,3 1 0,7 4 0,2 1 0,0 6 0,-6-6 0,6 0 0,0-6 0,5 2 0,-5 4 0,8-6 0,-2 1 0,-3-3 0,3-9 0,-6-1 0,6-7 0,1-3 0,3-20 0,1-12 0</inkml:trace>
  <inkml:trace contextRef="#ctx0" brushRef="#br0" timeOffset="6">3029 15096 8912,'-17'1'0,"-1"5"0,-1 6 0,-4 11 0,2 3 0,-7 9 0,-1 1 0,-6 4 0,-1 4 0,-4 8 0,4-1 0,-5 1 0,5-3 0,2-3 0,-3 2 0,-3-8-96,4-7 1,-6-16 0,7-9 0</inkml:trace>
  <inkml:trace contextRef="#ctx0" brushRef="#br0" timeOffset="7">1428 16282 8912,'0'-12'0,"0"1"0,0 5 0,0-5 0,-5 5 0,-1-5 0,2-3 0,-6 7 0,7-7 0,-9 8 0,8-1 0,-1 1 0,-5 4 0,6-5 0,-5 8 0,1 5 0,-5 11 0,1 12 0,-9 5 0,-2 7 0,-2 2 0,2 9 0,4 5 0,-4 1 0,4 7 0,2-2 0,7 2 0,5-2 0,3-12 0,2-11 0,2-5 0,3-7 0,7-5 0,11-11 0,4-8 0,9-16 0,2-11 0,2-7 0,0-5 0,-5 1 0,-3-2 0,-3-5 0,2 3 0,-8-8 0,-2 8 0,-10-2 0,3 6 0,-9 5 0,1-3 0,-6 12 0,0 3 0,-6 12 0,1 10 0,-7 7 0,6 11 0,2 5 0,3 5 0,1-1 0,0-3 0,0 3 0,0-3 0,5-4 0,1-2 0,7-6 0,-1-6 0,9 3 0,2-8 0,0-1 0,-6-5 0,6-7 0,0-5 0,0-3 0,-6-2 0,-7-2 0,-5-4 0,-3 4 0,-2-4 0,-2-2 0,-5 2 0,-9 2 0,-5 2 0,-13 4 0,5 3 0,-7-1 0,7 7 0,3 0 0,-3 6 0,8 0 0,-2 0 0,9 6 0,3 0 0,7-1 0,-3 3 0,7 2 0</inkml:trace>
  <inkml:trace contextRef="#ctx0" brushRef="#br0" timeOffset="8">2082 16488 8912,'-17'0'0,"2"-2"0,3-3 0,-3 3 0,7 2 0,-3 11 0,-3 6 0,9 6 0,-3-2 0,4 6 0,-1-2 0,1-4 0,2 4 0,2-2 0,0 5 0,0-5 0,0 0 0,0-6 0,0 1 0,0-1 0,0-6 0,0 1 0,0-1 0,0-1 0,0-5 0,0-10 0,0-7 0,0-11 0,0 2 0,0-7 0,2 5 0,3-4 0,5 0 0,0 0 0,5 6 0,-4-2 0,-1 4 0,1 2 0,1 0 0,5 2 0,0 3 0,-5 5 0,-1 9 0,3 3 0,-5 5 0,3 7 0,-7 0 0,7 0 0,-6 1 0,5-1 0,-7 0 0,2 0 0,1 0 0,-1 1 0,2-9 0,-3-3 0,-1 1 0,8-1 0,1-2 0,2-10 0,3-5 0,-7-10 0,0-2 0,-1-2 0,2 2 0,1 4 0,-7-4 0,-1 2 0,-5-2 0,2 10 0,4-4 0,-4 11 0,6 0 0,-8 12 0,0 3 0,0 9 0,7-1 0,5 0 0,-3-2 0,3-3 0,-1 1 0,6-7 0,3 5 0,2-5 0,-2 0 0,3-6 0,-4 0 0,-2 0 0,6-6 0,0 0 0,-2-7 0,-10 1 0,5-3 0,-5-2 0,-3-6 0,-3 0 0,3 6 0,-2 5 0,0 1 0,-6-6 0,0 7 0,0 10 0,0 12 0,0 11 0,0 5 0,0 5 0,0 1 0,0 2 0,0 5 0,0 4 0,0 5 0,1 2 0,5-1 0,-4-5 0,4 0 0,-4-2 0,-2 2 0,0-10 0,0-9 0,0-2 0,0-2 0,0-16 0,0-7 0,-8-15 0,-1-12 0</inkml:trace>
  <inkml:trace contextRef="#ctx0" brushRef="#br0" timeOffset="9">2650 16437 8912,'-9'-18'0,"1"9"0,10 1 0,4 8 0,5 0 0,12 0 0,-2 0 0,8 0 0,-1 0 0,-1 0 0,4 6 0,-8 0 0,0 1 0,-6-1 0,0 2 0,0 3 0,-7 4 0,-3-3 0,-1 3 0,0 2 0,-2 6 0,-10 0 0,2 6 0,-7-6 0,-1 0 0,-5-6 0,2 0 0,3 0 0,-11-7 0,4-2 0</inkml:trace>
  <inkml:trace contextRef="#ctx0" brushRef="#br0" timeOffset="10">3115 16437 8912,'2'-10'0,"3"4"0,-3 4 0,6 2 0,-8 8 0,0 4 0,0 3 0,0 2 0,0 0 0,0 0 0,0 1 0,0-1 0,0 0 0,0 0 0,8-2 0,3-3 0,4 1 0,3-7 0,-1 0 0,2-6 0,2-2 0,2-4 0,6-3 0,-6-9 0,1 1 0,-1 0 0,-4-6 0,4 0 0,-5 0 0,-7 6 0,2 6 0,-7-1 0,0 8 0,-6-1 0,0 10 0,-6 1 0,0 9 0,1 4 0,-3 1 0,6 4 0,-4-1 0,5 2 0,1-2 0,0-4 0,0 4 0,1-4 0,5-2 0,-2-1 0,7-5 0,1-3 0,5-8 0,0 0 0,1-4 0,-1-6 0,0-7 0,0-13 0,0-5 0,8 1 0,2-8 0</inkml:trace>
  <inkml:trace contextRef="#ctx0" brushRef="#br0" timeOffset="11">3717 16007 8912,'10'2'0,"-5"3"0,-3-1 0,-2 8 0,0-5 0,0 11 0,-5-3 0,-1 14 0,-2 1 0,4 10 0,-1 4 0,1 0 0,2 6 0,2-4 0,2 3 0,4 3 0,-3-8 0,9-4 0,-1-6 0,6-5 0,1 0 0,-1-12 0,6 2 0,2-13 0,1-4 0,5-6 0,3-6 0,7-7 0,-3-2 0,8-4 0,-2 2 0,2-8 0,-4 3 0,-10-5 0,-3 4 0,-6 2 0,-6 2 0,-5 6 0,-5-8 0,-9 8 0,-3 0 0,-11 6 0,-7 5 0,0 4 0,6-4 0,-6 10 0,0 4 0,2 3 0,2 8 0,-2-2 0,4 6 0,-2 2 0,13-2 0,0 0 0,6-6 0,10 6 0,7 0 0,10-2 0,13-9 0,4 1 0,8-7 0,5-1 0,0-7 0,-3-3 0,-6-7 0,-1-3 0,-6-2 0,-3-6 0,-10 0 0,-8-2 0,-9 2 0,-7 4 0,2-4 0,-12-2 0,-6 2 0,-11 6 0,-5 6 0,1 7 0,-2-2 0,1 4 0,1 2 0,-4 2 0,8 4 0,2 9 0,10 8 0,-4 2 0,3-2 0,4-2 0,3 8 0,3-8 0,2 3 0,2-1 0,3 0 0,11-2 0,7-9 0,5 1 0,-5-7 0,8 0 0,-2-6 0,1-2 0,-1-4 0,3-6 0,-5-9 0,0-3 0,-4-3 0,-4-8 0,-2-5 0,0-7 0,1 1 0,-7-4 0,1-1 0,-9-3 0,3-3 0,-2-4 0,0-6 0,1 4 0,-1 5 0,-2 14 0,-2 10 0,0 7 0,0 10 0,-7 8 0,5 3 0,-4 12 0,2 11 0,-2 11 0,4 7 0,-3 5 0,-3 6 0,2 11 0,1 4 0,5 8 0,0-2 0,0-2 0,0-2 0,0 2 0,7-4 0,5 2-194,3-15 0,2 9 0,0-13 0</inkml:trace>
  <inkml:trace contextRef="#ctx0" brushRef="#br0" timeOffset="12">3511 16437 8912,'-33'0'0,"4"0"0,6 0 0,20 0 0,12 0 0,16 0 0,15 0 0,18-10 0,10-7 0,11-10 0,-34 8 0,2-2 0,4-4 0,1-2 0,4-3 0,1-1 0</inkml:trace>
  <inkml:trace contextRef="#ctx0" brushRef="#br0" timeOffset="13">1669 17778 8912,'2'-29'0,"2"2"0,2 2 0,-1 3 0,-5 4 0,0 1 0,0 10 0,0 7 0,0 9 0,6 6 0,2 3 0,1 1 0,5 4 0,1-4 0,2 4 0,0-4 0,1-2 0,-1 0 0,0 0 0,0-1 0,2-3 0,2-4 0,2-1 0,6-2 0,-6-6 0,2-6 0,-2 0 0,-4-7 0,6 0 0,-2-6 0,0-4 0,-6 0 0,-6 6 0,-1-1 0,1 1 0,-3 0 0,0 7 0,-6 3 0,5 9 0,-7 3 0,0 7 0,0 3 0,0 2 0,2 1 0,4-1 0,-2-6 0,7 1 0,-5-3 0,5 3 0,1-5 0,5-7 0,0 0 0,2 0 0,2-4 0,2-7 0,6 0 0,-6-12 0,2-4 0,-2-2 0,-4-3 0,4-3 0,-6 7 0,-5-1 0,1 8 0,-7-2 0,-1 10 0,-5 1 0,0 8 0,0 6 0,0 16 0,0 1 0,0 9 0,0-1 0,0 2 0,2 3 0,2-5 0,2 0 0,-2-4 0,3 1 0,-1-1 0,0-5 0,-6-7 0,0 0 0,0-1 0,-8 3 0,-3-7 0,-5-2 0,-1-2 0,-6-2 0,0 0 0,0-6 0,6 0 0,-2-1 0,-4 1 0,10 2 0,-4-7 0,3-8 0,-3-8 0</inkml:trace>
  <inkml:trace contextRef="#ctx0" brushRef="#br0" timeOffset="14">2891 17503 8912,'8'9'0,"-6"6"0,5-11 0,-7 8 0,6-1 0,0 6 0,-1 1 0,-5-1 0,0 0 0,0 2 0,2 4 0,4 6 0,-4-3 0,4 3 0,-4-6 0,-2 6 0,0-8 0,0 2 0,0-4 0,0-2 0,0-8 0,-8-1 0,-2-8 0</inkml:trace>
  <inkml:trace contextRef="#ctx0" brushRef="#br0" timeOffset="15">2874 17382 8912,'-17'0'0,"-1"-5"0,1-1 0,0-8 0,7 13 0,5-7 0,10 8 0,13 0 0,10 0 0,5 0 0,1 0 0,8 0 0,2 0 0</inkml:trace>
  <inkml:trace contextRef="#ctx0" brushRef="#br0" timeOffset="16">3442 17554 8912,'-35'15'0,"1"-3"0,7 1 0,4-7 0,-2 7 0,2-1 0,6-3 0,6 3 0,5-6 0,-6 5 0,9 1 0,-5 5 0,8 0 0,2-2 0,4-3 0,-4-5 0,5-7 0,-1-2 0,0-3 0,1-5 0,-1-7 0,-2-6 0,7-2 0,3-2 0,1-3 0,2-1 0,0 3 0,1-3 0,-1 8 0,0 0 0,0 6 0,6 2 0,0 3 0,0 5 0,-6 7 0,1 0 0,-1 0 0,2 2 0,4 3 0,-2 5 0,8 7 0,-1 0 0,7 0 0,-7-7 0,1-4 0,0 1 0,5-1 0,-1-2 0,-5-10 0,-3 2 0,-8-7 0,1-4 0,-1-6 0,-8 1 0,-3-2 0,-4 2 0,-2 3 0,-8 2 0,-3 4 0,-6-3 0,-6 8 0,4 1 0,-4 5 0,-2 2 0,0 3 0,0 7 0,0 3 0,2 8 0,6 0 0,2 7 0,3-1 0,-1-2 0,7 2 0,0-7 0,6 7 0,2-6 0,4 6 0,6-8 0,11 2 0,3-10 0,9-2 0,-1 1 0,1-3 0,-7 7 0,1-5 0,-2 5 0,1 1 0,-3 2 0,-8 4 0,-7 3 0,-4 9 0,-4 5 0,-2 0 0,-4 8 0,-8-2 0,-1-2 0,-16 0 0,-1-2 0,-3-4 0,-7-2 0,0-1 0,0-9 0,5-3 0,1-11 0,-1-7 0,9-3 0,3-2 0,6-9 0,5-8 0,8-12 0,8-9 0,6-6 0,14-15 0,3-3 0</inkml:trace>
  <inkml:trace contextRef="#ctx0" brushRef="#br0" timeOffset="17">4853 17468 8912,'0'-17'0,"0"0"0,0 0 0,-2-1 0,-4 1 0,-5 0 0,-10 8 0,-2 3 0,-8 17 0,2 6 0,3 14 0,-3 1 0,0 9 0,3 3 0,1 1 0,8 7 0,1-8 0,5-4 0,-3-6 0,9-5 0,-1-4 0,6-8 0,0-7 0,8-3 0,3-9 0,4-5 0,3-10 0,6-8 0,5-10 0,4-7 0,1-4 0,-2-3 0,-3-3 0,4 1 0,-5-1 0,-3-1 0,-2-5 0,-4 5 0,-2-5 0,-7-1 0,-4 2 0,-4 7 0,-2 12 0,0 7 0,0 9 0,0 10 0,-6 6 0,0 12 0,-5 6 0,5 10 0,-5 11 0,5 7 0,-6 8 0,7-2 0,-1 3 0,6 5 0,0 1 0,0 3 0,2-7 0,3-5 0,5-2 0,7 2 0,8 2 0,4-8 0,3-2 0,3-10 0,7-5 0,4-11 0,1-4 0,-1-8 0,-4-10 0,-7-9 0,-1-12 0,1-7 0,7-17 0,2 1 0</inkml:trace>
  <inkml:trace contextRef="#ctx0" brushRef="#br0" timeOffset="18">5369 17331 8912,'-17'0'0,"0"0"0,-6 0 0,0 0 0,0 0 0,6 0 0,-1 0 0,1 0 0,0 7 0,0 5 0,2 3 0,3 2 0,2 0 0,5 1 0,3-1 0,-4 0 0,6 0 0,6 0 0,-2-1 0,7-5 0,1-1 0,5-5 0,0-3 0,0 4 0,0-12 0,1-5 0,5-4 0,0-3 0,1-4 0,-1-1 0,-4 0 0,4 5 0,-3 1 0,-3 0 0,-6 6 0,1-1 0,-1 8 0,6-1 0,-7 3 0,-2 6 0,-8 7 0,0 2 0,0 16 0,0 5 0,0 7 0,0 6 0,0-3 0,0 2 0,0 0 0,1-8 0,5 2 0,-2-11 0,8-6 0,-1-4 0,6-2 0,0-9 0,1-8 0,5-10 0,-1-13 0,17-19 0,-3-11 0</inkml:trace>
  <inkml:trace contextRef="#ctx0" brushRef="#br0" timeOffset="19">5834 17021 8912,'-27'0'0,"2"-7"0,10 3 0,3-8 0,5 8 0,7-1 0,0 10 0,0 13 0,2 10 0,1 7 0,3 5 0,8 4 0,-3 7 0,-1 1 0,1-1 0,-7 9 0,2 3 0,1 2 0,-1 0 0,-2-6 0,-2-6 0,-10 3 0,-3-10 0,-5-12 0,-1-5 0,0-10 0,0-8 0,-6-11 0,0-11 0,-8-12 0,4-4 0</inkml:trace>
  <inkml:trace contextRef="#ctx0" brushRef="#br0" timeOffset="20">5455 17503 8912,'8'-10'0,"-4"1"0,7 3 0,-5 4 0,5-4 0,-5-1 0,6 1 0,-1-2 0,6 2 0,6 4 0,4-3 0,3 1 0,7-2 0,14 4 0,1-3 0,9-5 0,-3-1 0,1-5 0,-2-1 0,12-8 0,9-2 0</inkml:trace>
  <inkml:trace contextRef="#ctx0" brushRef="#br0" timeOffset="21">6402 17296 8912,'-18'0'0,"1"0"0,0 0 0,-2 0 0,-4 0 0,-4 2 0,-7 4 0,-3-2 0,-3 7 0,4 3 0,-6 7 0,4 3 0,3 3 0,-1-4 0,13 6 0,6-2 0,5 1 0,8 3 0,-1-8 0,5 0 0,5-6 0,-1-8 0,10-3 0,3-4 0,4-2 0,4-2 0,-2-4 0,-2-5 0,7-12 0,1-4 0,5-7 0,-1-1 0,-4 1 0,1 2 0,-5 1 0,0 4 0,0 2 0,-2-3 0,-6 5 0,0 6 0,0 5 0,-5 8 0,-1-1 0,-5 7 0,6 9 0,-1 10 0,6 19 0,2 12 0,4 11 0,6 2 0,4-2 0,9 4 0,2-6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1669 11657 8912,'-25'10'0,"4"3"0,-7-7 0,-1-1 0,-4-5 0,3 0 0,1 0 0,-1 0 0,-3 0 0,4 0 0,3 2 0,1 2 0,4 2 0,2 7 0,3-1 0,5 3 0,3 2 0,8 2 0,0 2 0,0 2 0,10 6 0,7-6 0,2 5 0,8-5 0,0 0 0,-1 2 0,3-6 0,6 4 0,-1-4 0,2-2 0,1-1 0,-3-5 0,4 4 0,-9-3 0,-4-3 0,-2 3 0,-4-3 0,-2 3 0,-7-3 0,-5-3 0,-10 2 0,-7 3 0,-9 5 0,-4-5 0,-1 4 0,-5 3 0,4-1 0,-2 0 0,7-6 0,-7 1 0,8-1 0,-2 6 0,4-5 0,2-1 0,5-7 0,2 0 0,3-8 0,1-13 0,6-10 0</inkml:trace>
  <inkml:trace contextRef="#ctx0" brushRef="#br0" timeOffset="1">1945 12052 8912,'-8'-26'0,"6"1"0,-4 8 0,-3-1 0,7 9 0,-6 1 0,8 8 0,0 8 0,0 3 0,0 5 0,8 1 0,3 0 0,3 0 0,-1 0 0,-1 1 0,1-1 0,2 0 0,2 0 0,1-5 0,-1-3 0,0 1 0,0-1 0,0-5 0,1 2 0,-1-4 0,0-2 0,0 0 0,1 0 0,-1-8 0,0-3 0,-8-7 0,-3-4 0,2 2 0,-2-3 0,-3 4 0,-1 2 0,-2 0 0,0 0 0,0 5 0,0 1 0,0 9 0,0 2 0,0 2 0,0 9 0,0 1 0,0 5 0,0 0 0,0 0 0,8 1 0,3-1 0,5 0 0,1 0 0,2-2 0,4-3 0,-2 1 0,8-7 0,-8 0 0,2-6 0,-4 0 0,-2 0 0,0-8 0,0-1 0</inkml:trace>
  <inkml:trace contextRef="#ctx0" brushRef="#br0" timeOffset="2">2547 12001 8912,'-2'-10'0,"-4"5"0,4-5 0,-5 8 0,7-4 0,0 12 0,0-2 0,0 7 0,5 1 0,1 5 0,0 0 0,-4 0 0,2 1 0,1-1 0,3-2 0,-2-3 0,-4 3 0,3-4 0,-1-1 0,2 1 0,-4-5 0,4 5 0,-4-7 0,5 4 0,1-10 0,3-4 0,3-9 0,-9-8 0,1 0 0,2-2 0,-6 4 0,3-7 0,3 7 0,-2-2 0,0 9 0,-6 3 0,1 5 0,5-5 0,-4 7 0,8-4 0,-7 10 0,5 4 0,2 5 0,-5 7 0,7 4 0,-3-2 0,5 4 0,-5-1 0,-1 0 0,5 0 0,-5-6 0,4 1 0,-5-9 0,1 6 0,-4-15 0,7 0 0,-5-13 0,3-12 0,1-2 0,0-3 0,-5-3 0,7-1 0,-3 5 0,5 3 0,-5 1 0,-1 4 0,5 2 0,-11 9 0,14 2 0,-5 8 0,-1 8 0,1 4 0,1 5 0,5 6 0,2 2 0,2 5 0,4-3 0,2-2 0,3-2 0,10-6 0,-3 0 0,3 0 0,2-2 0,-2-3 0,-4-8 0,-5-8 0,-1-6 0,-7-7 0,0-8 0,-5-1 0</inkml:trace>
  <inkml:trace contextRef="#ctx0" brushRef="#br0" timeOffset="3">3442 11863 8912,'-12'-7'0,"1"-5"0,7 3 0,-2-3 0,-1 6 0,1-5 0,0 7 0,6-4 0,0 8 0,6 8 0,1 4 0,1 3 0,2 2 0,-1 0 0,1 6 0,1 0 0,-1 0 0,-4-6 0,-3 0 0,9 1 0,-8-1 0,1 0 0,-1-2 0,2-3 0,-4 3 0,4-4 0,-4-3 0,-2-2 0,0-12 0,0-7 0,0-8 0,5-6 0,1-7 0,0-1 0,-6 1 0,6-1 0,-1 1 0,7 2 0,-7 3 0,3 4 0,-2 8 0,-4 0 0,5 1 0,1 5 0,2 5 0,7 12 0,-6 4 0,1 7 0,-6 0 0,3 2 0,1 2 0,-1 2 0,1 0 0,1-6 0,5 0 0,-5 0 0,4-1 0,2-5 0,1-3 0,-1-8 0,0 0 0,0 0 0,1-2 0,1-4 0,2-5 0,2-5 0,1-1 0,-2 0 0,0 0 0,0 0 0,-3 1 0,-2 5 0,6-4 0,0 3 0,2 5 0,-4 1 0,2 4 0,-2 2 0,0 0 0,2 0 0,-4 0 0,6 0 0,-1 0 0,5 0 0,-2 0 0,2 0 0,-8-2 0,2-4 0,-4 2 0,-2-7 0,0 0 0,0-7 0,-5 7 0,-3-1 0,-1-1 0,-4-2 0,-2-2 0,-2-1 0,-8 1 0,-3 0 0,-5 6 0,-1-1 0,0 8 0,0-1 0,-6 3 0,0 2 0,4 2 0,5 3 0,-1-1 0,3 8 0,-1-1 0,2 6 0,3 0 0,8 1 0,0-1 0,0 0 0,0 0 0,2 0 0,4 1 0,3-3 0,8-4 0,-5 3 0,-1-9 0,1 1 0,5-6 0,6 0 0,0 0 0,0-2 0,-6-4 0,6-3 0,0-8 0,-2 0 0,-2-1 0,-2 1 0,1 0 0,-1 0 0,0 0 0,0 1 0,0 3 0,1 3 0,-1 3 0,-6-1 0,1 2 0,-1 4 0,6-3 0,1 3 0,-1 2 0,0 0 0,0 0 0,0 0 0,1 0 0,-1-2 0,0-4 0,0 4 0,0-3 0,1-5 0,-1-2 0,-2 3 0,-3-3 0,1 1 0,-5-6 0,-1 0 0,1-1 0,-2 9 0,-6-6 0,0 13 0,-6-4 0,0 12 0,-1 3 0,1 8 0,4 3 0,-4 2 0,4 5 0,2 0 0,6 4 0,0-9 0,9 9 0,2-2 0,0-4 0,8-3 0,0-2 0,4-3 0,3-8 0,3-3 0,1-4 0,2-4 0,3-4 0,-3-5 0,-4-12 0,-5-6 0,-4 2 0,-8-1 0,-2-1 0,-3-5 0,1 1 0,-7 5 0,0 3 0,-6 8 0,0-1 0,0 1 0,-6 6 0,-2 1 0,-1 3 0,5 1 0,-4 6 0,8 8 0,0 1 0,8 6 0,3-3 0,5 1 0,1-7 0,0 2 0,0-3 0,0-3 0,3 4 0,1-4 0,1-2 0,1 0 0,-5 0 0,-1 0 0,0 0 0,0 0 0,0 0 0,1 0 0,-3 7 0,-4 5 0,3 11 0,-8 6 0,5 3 0,-5 2 0,0 3 0,-6 3 0,0 6 0,0 3 0,0 1 0,0-4 0,-2-6 0,-4-4 0,-4-3 0,-7-5 0,2-5 0,3-4 0,-1-11 0,7-8 0,8-11 0,10-18 0,11-15 0,3-17 0</inkml:trace>
  <inkml:trace contextRef="#ctx0" brushRef="#br0" timeOffset="4">6195 11330 8912,'10'-28'0,"-5"-1"0,-3 8 0,0 0 0,4 8 0,-2 1 0,7 12 0,8-4 0,16 20 0,9-7 0</inkml:trace>
  <inkml:trace contextRef="#ctx0" brushRef="#br0" timeOffset="5">6625 11554 8912,'-26'9'0,"3"-3"0,4-4 0,1-2 0,9-2 0,3-4 0,4 4 0,4-5 0,4 7 0,3 0 0,9 0 0,6-8 0,3-1 0</inkml:trace>
  <inkml:trace contextRef="#ctx0" brushRef="#br0" timeOffset="6">929 13204 8912,'-40'10'0,"2"-4"0,5-4 0,9-2 0,4 0 0,5-2 0,4-4 0,5 4 0,14-6 0,9 1 0,19-3 0,21-7 0,22 0 0,-29 7 0,3 1 0,5-2 0,1-1 0,4-2 0,4-1 0,12-4 0,4-2-207,10-1 1,4-2 0,-26 6 0,3-2 0,0 1 0,7-2 0,0 0 0,2 0 0,6-1 0,1-1 0,1 1 206,-20 5 0,1 0 0,0 0 0,2-1 0,4-1 0,2 0 0,1 0 0,-1 0 0,-3 0 0,0 1 0,1-1 0</inkml:trace>
  <inkml:trace contextRef="#ctx0" brushRef="#br0" timeOffset="7">3889 12431 3838,'73'-15'0,"0"1"0,1 0 0,-1-1 0,21-4 0,-1 0 0,1 0-638,-1 0 0,0-1 1,-2 2 637,-11 2 0,-1 2 0,-1 0 0,2-1 0,1 0 0,-3 1 0,-7 1 0,-2 1 0,0-1 0,-2-1 0,0 0 0,-1 0 0,26-8 0,-2 0 0,-8 3 0,-3 1 0,-16 1 0,-2 0 0,-7 4 0,-3 1 757,33-7 0,-19 4-757,-25 3 0,-9 3 251,-20 3 0,-5 4 0,-12-4 0,-9 6-251,-12 6 0,-20 11 0,-28 12 0,-3 11 0,32-18 0,0 0 0,1 0 0,2 0 0,-36 20 0,3-8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2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3218 705 8912,'17'0'0,"-1"-2"0,-5-4 0,-5-5 0,-4-4 0,-2-3 0,-8 9 0,-3 3 0,3 4 0,0 4 0,10 4 0,4 5 0,-2 10 0,7 2 0,-5 8 0,3-3 0,1 7 0,0 5 0,-5 4 0,7 7 0,-8 3 0,1 3 0,3-3 0,-2 3 0,-1-5 0,3-7 0,2-4 0,7-13 0,8-5 0,3-11 0,1-5 0,4-7 0,3-4 0,0-7 0,6-2 0,-1-16 0,-3 6 0,-10-6 0,5 3 0,-4-3 0,-5 2 0,-1 4 0,-3 4 0,-5-4 0,-4 4 0,-5 2 0,-6-2 0,-6-4 0,-11-4 0,-10-7 0</inkml:trace>
  <inkml:trace contextRef="#ctx0" brushRef="#br0" timeOffset="1">3528 860 8912,'-12'17'0,"1"0"0,-1 0 0,10-1 0,8-5 0,8-3 0,3-8 0,8 0 0,5 0 0,8-2 0,8-4 0,-2-4 0,2-7 0,-2 0 0,2 0 0,-4 0 0,-7-1 0,-3 1 0,-3 0 0,-6 6 0,-12-1 0,-11 8 0,-17-19 0,-10 4 0</inkml:trace>
  <inkml:trace contextRef="#ctx0" brushRef="#br0" timeOffset="2">3252 756 8912,'0'18'0,"0"-9"0,0 7 0,8-15 0,4 5 0,12-12 0,11-7 0,11-8 0,9-8 0,1-3 0,7-2 0,-2 5 0,2 0 0,-4 8 0,-7-2 0,-10 6 0,-8 6 0,-7 3 0,-10 8 0</inkml:trace>
  <inkml:trace contextRef="#ctx0" brushRef="#br0" timeOffset="3">4251 653 8912,'0'12'0,"1"-3"0,5-1 0,-2 0 0,7-3 0,-5-1 0,6 8 0,1-1 0,2-1 0,1 11 0,-5-4 0,10 10 0,-4-4 0,4 7 0,-3-1 0,-1 3 0,0 3 0,-2-1 0,-3 0 0,3-1 0,-3-4 0,-5-5 0,9-6 0,-7-1 0</inkml:trace>
  <inkml:trace contextRef="#ctx0" brushRef="#br0" timeOffset="4">4732 688 8912,'-17'0'0,"0"0"0,-2 0 0,-4 0 0,4 7 0,-4 5 0,-4 5 0,0 6 0,-1 6 0,-1 3 0,6 10 0,-6 4 0,8 2 0,-2-2 0,10-4 0,3-8 0,3 0 0,3 1 0,-4-9 0,3-3 0,-1-3 0,6-3 0,0-8 0,2-1 0,3-10 0,7-4 0,3-11 0,2-10 0</inkml:trace>
  <inkml:trace contextRef="#ctx0" brushRef="#br0" timeOffset="5">5077 791 8912,'-6'-12'0,"0"1"0,-7 7 0,3-4 0,-9 8 0,-2 0 0,-2 0 0,-2 2 0,2 4 0,4 9 0,-4 8 0,4 2 0,2-2 0,7 2 0,5 6 0,3-5 0,2-1 0,0 4 0,0-6 0,0 0 0,0-6 0,7-8 0,5-3 0,3-4 0,2-2 0,0 0 0,1-13 0,-1-5 0,0-5 0,-2 1 0,-1-5 0,-3 0 0,-1-3 0,1 7 0,3-2 0,-9 2 0,7 4 0,-6-4 0,-3 4 0,-1 9 0,4 4 0,0 12 0,0 6 0,-6 11 0,5-2 0,1 7 0,6-7 0,-7 2 0,9-4 0,-3-2 0,4 1 0,3-1 0,-1-2 0,0-3 0,0-5 0,0-7 0,1 0 0,7-7 0,1-3 0</inkml:trace>
  <inkml:trace contextRef="#ctx0" brushRef="#br0" timeOffset="6">5490 756 8912,'-8'16'0,"-4"-5"0,-3-3 0,6-8 0,1 2 0,10 2 0,4 1 0,-3 9 0,9-3 0,-1 4 0,-1 3 0,3 1 0,-7 4 0,6-2 0,-7 7 0,3-5 0,-2 6 0,-4-8 0,3 2 0,-3-4 0,-2-2 0,0 0 0,0 1 0,0-9 0,-6-9 0,1-11 0,1-5 0,2-1 0,2-8 0,0-3 0,6 1 0,-1-2 0,9 3 0,-5-3 0,3 4 0,-1 0 0,1 6 0,5-4 0,0 6 0,0 4 0,1 3 0,-1 2 0,0 3 0,0 5 0,0 2 0,1 3 0,-3 5 0,-4 7 0,3 0 0,-8 0 0,1 1 0,-3-1 0,2 0 0,-2 0 0,-2 0 0,-2 1 0,0-7 0,0 1 0,0-7 0,0 7 0,0-8 0,1 3 0,5-7 0,-4-2 0,4-3 0,-4-7 0,0-9 0,1-2 0,3 2 0,6-4 0,-7 2 0,3-5 0,-2 5 0,-4 0 0,3 6 0,-1 1 0,2 5 0,-4-4 0,7 13 0,-5-2 0,2 8 0,2 5 0,-3 8 0,-1 1 0,6-1 0,-1 0 0,1 0 0,1 0 0,7 1 0,-7-9 0,1-3 0,-1 2 0,6-3 0,0 1 0,1-6 0,-1 0 0,-2-2 0,-1-2 0,-3-1 0,0-9 0,7 3 0,-3-10 0,-4-2 0,3-2 0,-8 2 0,5 4 0,-5-4 0,1 4 0,-3 2 0,2 0 0,2 7 0,-3 4 0,-3 6 0,4 6 0,2 5 0,-3 12 0,3 0 0,-2 12 0,-4-3 0,3 14 0,-1 2 0,2 1 0,-4 3 0,4 0 0,1-7 0,-1 1 0,2-6 0,-3 6 0,-3-9 0,4-3 0,-4-2 0,-2-9 0,0-2 0,0-2 0,6-11 0,-1-8 0,1-8 0,-6-16 0,0-3 0</inkml:trace>
  <inkml:trace contextRef="#ctx0" brushRef="#br0" timeOffset="7">6230 722 8912,'-8'10'0,"6"-3"0,-6-7 0,8 0 0,8 0 0,5-2 0,8-1 0,8-3 0,4 0 0,1 4 0,0-2 0,1-1 0,-1-1 0,1 6 0,-7 6 0,-1 1 0,-2 3 0,-4 3 0,-10 2 0,-5 3 0,-4 1 0,-4 2 0,-5 4 0,-11 1 0,-1 3 0,-9 5 0,5-5 0,-6 0 0,8-3 0,-2 3 0,4-6 0,2-11 0,-1-5 0</inkml:trace>
  <inkml:trace contextRef="#ctx0" brushRef="#br0" timeOffset="8">6797 447 8912,'10'-8'0,"-2"5"0,-8-9 0,7 8 0,-5-3 0,0 16 0,-10 8 0,1 10 0,-1 6 0,1 3 0,1 4 0,4 2 0,-4 4 0,4 4 0,2-5 0,2 3 0,4-2 0,3 2 0,9-8 0,-1-2 0,0-2 0,6-11 0,0-8 0,6-1 0,-6-11 0,5-1 0,-3-9 0,2-9 0,3-7 0,-3-6 0,0-5 0,-2 1 0,-4 3 0,-8-1 0,-1-5 0,-8 1 0,1 5 0,-3-3 0,-4 8 0,-2 2 0,-1 2 0,-9 4 0,3 3 0,-10 5 0,-2 10 0,2 7 0,2 7 0,2 12 0,-1-1 0,3 11 0,4 1 0,-3 2 0,8-2 0,1-4 0,5 4 0,2-3 0,3-5 0,7-1 0,3-3 0,10-12 0,4 1 0,3-12 0,3 1 0,-1-4 0,0-2 0,3-8 0,3-3 0,-6-6 0,1-6 0,-1-4 0,-7-7 0</inkml:trace>
  <inkml:trace contextRef="#ctx0" brushRef="#br0" timeOffset="9">7623 602 8912,'-11'-8'0,"-1"-3"0,9 1 0,-3-1 0,4 7 0,10-4 0,3 8 0,6 0 0,6 0 0,8 0 0,7 0 0,-2 8 0,5 3 0,-5 6 0,-2 6 0,-1-2 0,-4 8 0,-5 0 0,-6 5 0,-3 6 0,-4 0 0,-3 6 0,-8-6 0,-2 0 0,-4 2 0,-5-5 0,-10 3 0,-4-4 0,-2-1 0,-1-9 0,-7-3 0,-1-4 0,-4-1 0,9-9 0,-3-3 0,9-4 0,-2-2 0,2-2 0,4-4 0,8-3 0,1-9 0,8-1 0,-1-4 0,3-2 0,2-3 0,7-5 0,3 14 0,7-4 0,-1 10 0,-5 1 0,4 9 0,-3-3 0,5 6 0,6 6 0,-4-3 0,4 9 0,-2-1 0,2 7 0,-4-1 0,4 0 0,2 0 0,-2 0 0,-2 1 0,-2-1 0,0 0 0,2-2 0,2-3 0,-2-7 0,4-3 0,-2-2 0,0 0 0,-6 0 0,8-15 0,2-4 0</inkml:trace>
  <inkml:trace contextRef="#ctx0" brushRef="#br0" timeOffset="10">8277 585 8912,'-2'9'0,"-3"-3"0,3-4 0,-6-2 0,8 7 0,2-5 0,4 4 0,3 4 0,9 1 0,-1-1 0,0 1 0,0 2 0,0 3 0,8 1 0,2 0 0</inkml:trace>
  <inkml:trace contextRef="#ctx0" brushRef="#br0" timeOffset="11">8432 1186 8912,'-27'12'0,"5"-3"0,2-1 0,11-2 0,1-6 0,8 0 0,0 0 0,10-6 0,5-2 0,8 1 0,2-3 0,0 1 0,5-11 0,-3-6 0</inkml:trace>
  <inkml:trace contextRef="#ctx0" brushRef="#br0" timeOffset="12">3493 1977 8912,'-19'-2'0,"-2"-2"0,-2-3 0,2-3 0,4-3 0,6-2 0,3 3 0,10 3 0,4 1 0,9-3 0,10 5 0,3 2 0,9 2 0,-1 2 0,12 0 0,5 0 0,9 0 0,14-6 0,10 1 0,-33-2 0,3 0 0,7 1 0,2 1 0,7-3 0,2 0-452,8 0 1,2-1-1,5-2 1,4-1 451,-26 5 0,2 0 0,1-2 0,1 0 0,0-2 0,1 1 0,0 0 0,1 1 0,0-1 0,6-2 0,1-1 0,0 0 0,1 0 0,0-1 0,0 1 0,0 0 0,1 1 0,0 1 0,2 0 0,0 1 0,0 0 0,-1-1 0,1 0 0,0 1 0,3 0 0,1 0 0,0 1 0,4-1 0,1-1 0,0 1-387,-2 1 1,1-1 0,0 1-1,2-2 1,1 1 0,-1 0 386,-4 2 0,0 1 0,0-1 0,0 0 0,1 0 0,-1 1 0,0 1 0,0 0 0,0 1 0,-4 1 0,0 0 0,-2 1 0,-5-1 0,-2 1 0,-2 0 0,-6 0 0,-1 1 0,-2-1-199,26 1 1,-2 1 0,-10-1 0,-2 2 198,-8 0 0,-2 0 0,-7 0 0,-1 0-49,-8 0 0,-1 0 1,29 0 48,-17 0 0,-17 0 1108,-12 0-1108,-14 0 0,-17-2 0,-16-2 1191,-16-2 1,-18-1-1192,-17 1 0,-8 4 0,-3-4 0,-5 0 0,5-5 0,1-8 0</inkml:trace>
  <inkml:trace contextRef="#ctx0" brushRef="#br0" timeOffset="13">15712 3628 8912,'-2'-12'0,"-4"3"0,-6 1 0,-1 0 0,0 5 0,1-3 0,-1 2 0,-3 2 0,-1 2 0,0 0 0,0 0 0,0 8 0,-1 3 0,1 5 0,0 1 0,0 6 0,0 2 0,1-1 0,5 1 0,-3 4 0,9-4 0,1 0 0,2-1 0,2 5 0,0-6 0,2 0 0,4-6 0,3 0 0,10 2 0,2 0 0,2-1 0,6 3 0,-6-10 0,7 2 0,-1-1 0,-2 3 0,2-3 0,-8-3 0,2 3 0,-6-1 0,-6 6 0,-3 1 0,-8-1 0,-2 2 0,-4 4 0,-9-2 0,-10 6 0,-2-3 0,-3-3 0,5-2 0,2-1 0,-2-3 0,2-4 0,0-3 0,6-8 0,0-2 0,0-4 0,7-11 0,4-11 0,4-5 0,-5-9 0,-3-2 0</inkml:trace>
  <inkml:trace contextRef="#ctx0" brushRef="#br0" timeOffset="14">15970 3817 8912,'-18'0'0,"1"0"0,0 0 0,0 0 0,5 0 0,3 2 0,1 4 0,2 9 0,6 8 0,8 7 0,4-1 0,3 3 0,2 3 0,2-1 0,4 1 0,-2-3 0,8-3 0,-6-3 0,4-6 0,-3-3 0,-3-8 0,-1 1 0,-3-4 0,-2-3 0,-3-8 0,1-5 0,-7-7 0,1-8 0,-1-4 0,-4-3 0,4-2 0,-4-1 0,-2 1 0,0 1 0,0 5 0,0-3 0,0 8 0,-6 0 0,0 6 0,0 6 0,6-1 0,0 8 0,0-1 0,0 12 0,0 10 0,2 3 0,4 8 0,-2-5 0,5 4 0,1-2 0,0-4 0,1-4 0,6-6 0,0 3 0,1-9 0,1 1 0,4-6 0,-4 0 0,4 0 0,-4-7 0,-2-5 0,0-5 0,0-6 0,-5 4 0,-2-4 0,-3 2 0,-3-2 0,-2 10 0,-2-5 0,0 5 0,0-4 0,0 7 0,0 10 0,0 10 0,2 9 0,2 2 0,1 2 0,7 0 0,-6-6 0,5 0 0,-5 0 0,5 6 0,-5 0 0,-2-2 0,5-2 0,-7-1 0,6-9 0,-8-1 0,0-8 0,0-8 0,0-3 0,0-5 0,0-7 0,0 1 0,0-1 0,0-2 0,0 6 0,0-4 0,0 9 0,0 3 0,6 5 0,-1-5 0,3 7 0,-2-2 0,-2 4 0,7 2 0,-1 2 0,3 4 0,-3 5 0,-3 5 0,5 1 0,-7 0 0,7 0 0,-6 0 0,7 1 0,-11-1 0,8-2 0,-5-3 0,-3-5 0,8-9 0,-5-3 0,3-13 0,6-10 0,-3-5 0,2-1 0,-3 1 0,1 5 0,1-3 0,5 8 0,-5-4 0,-1 10 0,1-4 0,5 21 0,0 0 0,-6 14 0,-1 10 0,-2 3 0,-5 4 0,5 7 0,-2 2 0,7-6 0,-1-5 0,-3-6 0,3 6 0,-3-8 0,3 2 0,3-12 0,-5-3 0,7-8 0</inkml:trace>
  <inkml:trace contextRef="#ctx0" brushRef="#br0" timeOffset="15">17570 3576 8912,'-23'17'0,"-2"2"0,0 2 0,1 2 0,-5 2 0,6-2 0,2 2 0,9 6 0,7-5 0,3-1 0,4 4 0,3-6 0,7 0 0,11-6 0,-2-8 0,8-3 0,1-4 0,3-2 0,-1-8 0,-3-3 0,-4-4 0,-8-3 0,-2-4 0,-3-1 0,1-2 0,-7 2 0,0 4 0,-6-4 0,-2 2 0,-4-2 0,0 10 0,-11-5 0,4 7 0,-10-1 0,-4 5 0,-2 7 0,2 0 0,-1 0 0,7 0 0,-2 0 0,4 7 0,1 3 0,3 1 0,4 1 0,11-8 0,9 3 0</inkml:trace>
  <inkml:trace contextRef="#ctx0" brushRef="#br0" timeOffset="16">18430 3198 8912,'-26'-17'0,"-1"-6"0,4 0 0,-2 0 0,-5 6 0,1 1 0,-2 5 0,5 3 0,-3 8 0,0 2 0,-3 6 0,5 7 0,10 6 0,1 16 0,11-3 0,-1 10 0,6-4 0,0 8 0,0-2 0,0 3 0,2 3 0,2-1 0,1 1 0,7 0 0,-6-1 0,5-7 0,-5-4 0,7 2 0,-1-2 0,-3-5 0,3-7 0,-3-7 0,3 2 0,3-5 0,-4-7 0,-3-11 0,0-10 0</inkml:trace>
  <inkml:trace contextRef="#ctx0" brushRef="#br0" timeOffset="17">17811 3662 8912,'-17'0'0,"0"0"0,7 0 0,12 0 0,15 0 0,12 0 0,17-2 0,11-2 0,8-1 0,10-9 0,-1 3-732,8-4 0,-11-3 1,6 1-1</inkml:trace>
  <inkml:trace contextRef="#ctx0" brushRef="#br0" timeOffset="18">18912 3490 8912,'-46'0'0,"-1"0"0,1 0 0,2 0 0,0 2 0,9 4 0,-3 3 0,11 9 0,3-1 0,6 0 0,9 6 0,9 0 0,0 7 0,0-1 0,0 2 0,0-3 0,7 3 0,5-8 0,1 0 0,-1-6 0,3-2 0,-4-3 0,5-7 0,1-7 0,0-9 0,0-2 0,1-16 0,-1 0 0,0-5 0,-2-6 0,-3 0 0,3-2 0,-3 2 0,-3-4 0,3-8 0,-1 0 0,-1 1 0,3 1 0,-7 4 0,5-1 0,-5 6 0,0 9 0,-6 9 0,0 8 0,0 9 0,-2 16 0,-4 18 0,4 12 0,-4 6 0,4 6 0,2 5 0,0-3 0,0 1 0,0-5 0,0-4 0,0-6 0,0 5 0,8-6 0,4 1 0,3-12 0,2-5 0,6-4 0,2-3 0,0-5 0,0-5 0,5-12 0,-1-5 0,-2-12 0,1-6 0,-1-3 0,4-3 0,-5 1 0,-1 0 0,-2-1 0,-5 1 0,-9 5 0,-3 0 0,-4 8 0,-2-1 0,0 2 0,-8 5 0,-3 4 0,-1 11 0,-5 11 0,4 6 0,-10 6 0,9-2 0,5 8 0,1 0 0,4-3 0,2 7 0,2-5 0,0-3 0,0-2 0,2-4 0,4-1 0,5-1 0,12 0 0,-2-8 0,8-3 0,2-6 0,1-6 0,3-3 0,-1-8 0,-5-6 0,-1 0 0,-7-6 0,2 6 0,-4-5 0,-1 5 0,-3-6 0,-4 6 0,-5 2 0,-4 2 0,-4 4 0,-4 3 0,3-1 0,-9 7 0,1 0 0,-7 8 0,1 4 0,8 4 0,3 7 0,4 6 0,2 0 0,2 0 0,4-6 0,1 0 0,7 0 0,-1-2 0,6-3 0,-2 1 0,6-7 0,2 2 0,-2-3 0,6-3 0,-6 4 0,0-4 0,-6-2 0,0-2 0,0-4 0,4 2 0,-3-7 0,3 1 0,-10-1 0,2-4 0,1 5 0,-3-1 0,3-1 0,-5 7 0,3-7 0,-8 8 0,5-9 0,-3 7 0,-4 0 0,5 14 0,-7 4 0,0-3 0,0 3 0,0 1 0,0 10 0,0-2 0,0 7 0,0-5 0,0 4 0,2 0 0,4 0 0,-4-6 0,4 2 0,1-4 0,-1-2 0,8 0 0,-5-7 0,6-7 0,-3-6 0,3-22 0,-5-12 0</inkml:trace>
  <inkml:trace contextRef="#ctx0" brushRef="#br0" timeOffset="19">19962 3215 8912,'-17'0'0,"0"-6"0,-1 1 0,9-1 0,1 6 0,18 0 0,7 0 0,8 8 0,9 3 0,-5-1 0,0 1 0,-8 1 0,11 5 0,-5 0 0</inkml:trace>
  <inkml:trace contextRef="#ctx0" brushRef="#br0" timeOffset="20">20203 3439 8912,'0'9'0,"2"1"0,4-5 0,-4-1 0,3 8 0,-1-7 0,2 7 0,1 5 0,7 8 0,-3 2 0,3 3 0,7 3 0,2 1 0,0-5 0,-6-1 0,0-7 0,0 2 0,0-4 0,1-1 0,-7-9 0,1-3 0,-3-8 0,5-9 0,-3-12 0,2-8 0,-5-3 0,-2-1 0,1-5 0,-1 0 0,6-6 0,-7 6 0,7 0 0,-4 8 0,1 3 0,4 6 0,3 4 0,1 2 0,-7 7 0,12 2 0,-2 8 0</inkml:trace>
  <inkml:trace contextRef="#ctx0" brushRef="#br0" timeOffset="21">20960 3507 8912,'6'12'0,"0"-1"0,-1-7 0,-5 4 0,-7-8 0,-5 0 0,-9 0 0,-2 0 0,-2 0 0,2 0 0,4 0 0,-4 2 0,4 2 0,2 1 0,0 7 0,0-7 0,5 9 0,1-3 0,5-1 0,-5 1 0,7-5 0,-2 5 0,6-7 0,6 2 0,-2-4 0,7-2 0,0-8 0,7-3 0,-1-4 0,0-3 0,0 1 0,0 0 0,1 6 0,-1-1 0,-6 3 0,1-3 0,-1 4 0,7 8 0,-1 0 0,-2 2 0,-2 4 0,-1 6 0,1 3 0,1 2 0,-3 0 0,4 0 0,-3 1 0,3-1 0,2 0 0,1-8 0,-1-3 0,0-4 0,0-2 0,0 0 0,1 0 0</inkml:trace>
  <inkml:trace contextRef="#ctx0" brushRef="#br0" timeOffset="22">21287 3164 8912,'-17'-8'0,"7"6"0,-5-6 0,13 10 0,-4 4 0,5 5 0,1 12 0,0 0 0,0 10 0,0 5 0,0 4 0,1 2 0,5 2 0,-4 2 0,4-8 0,1 6 0,-1-6 0,6-6 0,-5-7 0,3-2 0,-4-4 0,5-10 0,-7-3 0,11-12 0,-3-8 0,1 1 0,0-12 0,-1 2 0,1-2 0,3 4 0,1-4 0,-6 6 0,1 5 0,-7-1 0,7 7 0,-6 1 0,5 5 0,-1 7 0,1 5 0,-3 5 0,-8 6 0,2-4 0,3 4 0,-3-4 0,6-2 0,0 0 0,-6-7 0,13-2 0,-4-8 0,-3-8 0,7-9 0,-5-10 0</inkml:trace>
  <inkml:trace contextRef="#ctx0" brushRef="#br0" timeOffset="23">21769 3181 8912,'-17'0'0,"7"0"0,-5 0 0,13 0 0,-4 2 0,12 3 0,4 3 0,7 3 0,0 5 0,0-5 0,-7 5 0,5 1 0,-5 0 0</inkml:trace>
  <inkml:trace contextRef="#ctx0" brushRef="#br0" timeOffset="24">21115 3628 8912,'-19'0'0,"-2"0"0,-2 0 0,0 0 0,13-2 0,5-4 0,10 0 0,11-9 0,11-4 0,13 0 0,7 0 0,5 2 0,5-1 0,1 1 0,5-2 0,-6-4 0,1 10 0,-7-4 0,1-4 0,0-6 0</inkml:trace>
  <inkml:trace contextRef="#ctx0" brushRef="#br0" timeOffset="25">21993 3353 8912,'-10'0'0,"-3"-2"0,7-4 0,-7 4 0,11-6 0,-6 10 0,8 4 0,0-2 0,0 7 0,0 5 0,0 5 0,6-2 0,0 4 0,5-4 0,-5-2 0,5-6 0,-5 1 0,2-3 0,-3 3 0,5-4 0,7-8 0,0 0 0,1-2 0,-1-4 0,0-6 0,0-10 0,-2 1 0,-3-8 0,3 6 0,-3-6 0,1 8 0,-1-2 0,-5 4 0,1 2 0,-6 0 0,7 7 0,-3 5 0,-4 10 0,4 7 0,-4 5 0,-2 6 0,5-2 0,3 8 0,0-1 0,-1-1 0,7-2 0,-3-8 0,4 0 0,3 0 0,-1-1 0,0-5 0,8-3 0,4-8 0,-3-2 0,3-4 0,0-7 0,-2-8 0,5 0 0,-3-8 0,-4 6 0,-3-5 0,-8 6 0,-3 0 0,-7-3 0,2 2 0,-6 2 0,-6 9 0,-5 7 0,-5 3 0,-7 2 0,1 0 0,-9 15 0,2 8 0,2 7 0,-1 5 0,7-1 0,-2 1 0,6-1 0,3 0 0,5 1 0,1-1 0,4-5 0,10-1 0,11-8 0,12-3 0,5-2 0,6-9 0,4 0 0,8-6 0,0-8 0,1-5 0,3-7 0,1-3 0,0-7 0,-5 3 0,0-7 0</inkml:trace>
  <inkml:trace contextRef="#ctx0" brushRef="#br0" timeOffset="26">23421 3181 8912,'-17'0'0,"7"0"0,12 0 0,15 0 0,6 0 0,6 0 0,5-6 0,-1-2 0,5 1 0,0-1 0,-1-3 0,-3 5 0,-1-6 0,-5 7 0,5-9 0,-14 5 0,6-8 0</inkml:trace>
  <inkml:trace contextRef="#ctx0" brushRef="#br0" timeOffset="27">23490 3421 8912,'-52'8'0,"10"0"0,8 3 0,7-3 0,19-8 0,8-2 0,10-4 0,15 2 0,9-7 0,8-1 0,10-5 0,-1-4 0,1 4 0,0-4 0,-1 10 0,-7-5 0,-4 1 0,-3 4 0,5-12 0,2 4 0</inkml:trace>
  <inkml:trace contextRef="#ctx0" brushRef="#br0" timeOffset="28">24970 2974 8912,'0'-11'0,"0"-1"0,-2-1 0,-4-2 0,-5-2 0,-5-1 0,-8 7 0,-5 0 0,-6-1 0,-5 3 0,2 1 0,-8 8 0,-2 2 0,-1 4 0,7 5 0,5 12 0,9 7 0,3 9 0,2 7 0,6 11 0,1-4 0,5 7 0,5-3 0,4 0 0,4-7 0,4-10 0,3-8 0,9-9 0,6-7 0,5-18 0,5-6 0,7-9 0,-3-10 0,8-13 0,-8-6 0,2-11 0,-4 0-113,-1-12 1,-8 10 112,-4-10 0,-6 4 0,-6-4 0,-5 0 0,-4 1 0,-2 6 0,0 5 0,-2 11 0,-4 6 0,4 11 0,-5 12 0,7 25 0,0 17 0,0 11 0,0 10 0,2 4 0,3 1 0,-1 6 0,8 1 0,-3 7 0,3-2 0,3-4 0,-4-2 0,-1-1 0,2 1 0,-1-5 0,6-1 0,2-11 112,4-9 1,-2-8-113,8-12 0,-6-5 0,6-12 0,-6-11 0,5-12 0,-7-3 0,2-2 0,0-9 0,-6 0 0,-7-3 0,-6 0 0,-4 8 0,0-2 0,-8-1 0,-3 7 0,-5 3 0,-1 14 0,0 2 0,0 4 0,1 5 0,5 12 0,-4 5 0,3 12 0,5 6 0,1 11 0,4 6 0,2 3 0,0 3 0,0-1 0,8-5 0,3 0 0,12-8 0,6 2 0,5-11 0,6-6 0,-2-12 0,8-5 0,-2-6 0,2-8 0,-6-9 0,-3-9 0,-5-7 0,-3-1 0,-4-6 0,-8-1 0,-2 1 0,-3 6 0,-5 0 0,-7-1 0,-2 3 0,-3 3 0,-3 4 0,-3 8 0,-5 6 0,5-1 0,-4 8 0,-3 4 0,7 16 0,1 6 0,3 1 0,3 2 0,4-4 0,6 8 0,-3-8 0,9 2 0,-6-4 0,5-2 0,-1 0 0,1 1 0,4-9 0,-3-1 0,3-1 0,2-5 0,1 0 0,-1-8 0,0-7 0,0 2 0,-5-3 0,-1 3 0,1-4 0,5 3 0,-6 4 0,-1 1 0,-3-1 0,1 6 0,-2-4 0,-4 5 0,5 2 0,-7 5 0,2 4 0,4-1 0,-4 7 0,4-5 0,-2 6 0,1 6 0,-3-2 0,4 8 0,-2-6 0,0 4 0,1-1 0,-1 1 0,4-4 0,-2 6 0,1-10 0,-1-2 0,-2-2 0,7-9 0,-1 2 0,1-3 0,3-5 0,-9 0 0,7-7 0,-6-11 0,7-14 0,-3-4 0</inkml:trace>
  <inkml:trace contextRef="#ctx0" brushRef="#br0" timeOffset="29">26088 2785 8912,'-17'10'0,"0"-3"0,7-7 0,3 0 0,7 8 0,7-4 0,5 5 0,3-1 0,2 6 0,1-11 0,-1 9 0,-8-6 0,-1 3 0,0-1 0,-6-3 0,7 1 0,-3 0 0,-4 0 0,5-6 0,-7 0 0,-7 0 0,5 0 0,-6 0 0,8 0 0,0-2 0,0-4 0,-2 4 0,-3-4 0,3 4 0,-6 2 0,8 0 0,0 8 0,0-4 0,0 7 0,0 3 0,0 3 0,0 6 0,0 2 0,0 3 0,0 5 0,0-6 0,0 1 0,0 1 0,0-8 0,0 2 0,2-4 0,4-2 0,-4 0 0,7-7 0,-5-6 0,2-8 0,-3-8 0,5-11 0,-2-5 0,7-12 0,-3-4 0</inkml:trace>
  <inkml:trace contextRef="#ctx0" brushRef="#br0" timeOffset="30">26123 2579 8912,'-8'10'0,"-1"5"0,-7-4 0,3 5 0,1 1 0,3 0 0,-3 0 0,5 0 0,9-7 0,3-4 0,3-12 0,3-6 0,-1-9 0,-4-2 0,-4-5 0,3 3 0,-5 0 0,-5 0 0,-3 2 0,-3 6 0,-5 0 0,5 0 0,1 7 0,-1 5 0,-3 3 0,7 4 0,1 3 0,4 11 0,2 6 0,4 9 0,7-2 0,3-4 0,14-3 0,1 5 0,6 0 0</inkml:trace>
  <inkml:trace contextRef="#ctx0" brushRef="#br0" timeOffset="31">26536 2785 8912,'11'0'0,"1"0"0,-8 0 0,3 0 0,-7 8 0,0 3 0,2 5 0,4 1 0,-2 2 0,7 4 0,-5-2 0,5 8 0,-1-1 0,1 7 0,5-3 0,-5-3 0,-1 1 0,1-7 0,-7-6 0,2-5 0,-2-8 0,1 1 0,-3-5 0,6-7 0,-2-10 0,-1-10 0,3-11 0,-2-2 0,-2-6 0,7 6 0,0-6 0,7 6 0,-5-1 0,4 7 0,-3 4 0,9 5 0,-2 9 0,2 7 0,-2 3 0,7 6 0,-1 0 0,2 0 0,3 8 0,-5 9 0,7 10 0</inkml:trace>
  <inkml:trace contextRef="#ctx0" brushRef="#br0" timeOffset="32">27138 2837 8912,'0'9'0,"0"-1"0,0-8 0,-8 0 0,-1 0 0,-8 0 0,-1 0 0,1 0 0,0 8 0,0 3 0,0 6 0,-1 6 0,1-4 0,0 4 0,0 2 0,1-2 0,3-2 0,2-2 0,7-2 0,-4-7 0,18-2 0,7-8 0,0-14 0,6-3 0,4-12 0,2 1 0,-3 3 0,3 2 0,-8 4 0,2 2 0,-4-1 0,-2 3 0,0 4 0,-5 3 0,-1 8 0,-7 2 0,2 4 0,2 5 0,-3 10 0,-1 2 0,-2-2 0,4-2 0,0-2 0,5 1 0,-5-1 0,1-6 0,-1 1 0,4-8 0,7 3 0,-2-9 0,-1-5 0,-3-11 0,1-6 0,5-11 0</inkml:trace>
  <inkml:trace contextRef="#ctx0" brushRef="#br0" timeOffset="33">27603 2338 8912,'-17'0'0,"5"2"0,1 4 0,5 13 0,-6 15 0,9 7 0,-3 4 0,4 5 0,2-2 0,0 5 0,0 5 0,0-3 0,0-9 0,0 2 0,0-8 0,8-2 0,3-9 0,-1-5 0,1-6 0,-5-9 0,5-3 0,3-4 0,1-6 0,2-7 0,0-3 0,1-15 0,-1 7 0,0-7 0,0 0 0,0-5 0,1 5 0,-1 1 0,-6 7 0,1-2 0,1 4 0,-5 9 0,5 4 0,-7 12 0,0 5 0,-6 12 0,2 2 0,3 4 0,-3 3 0,4-3 0,2-2 0,-3 1 0,9-7 0,-3 2 0,-1-5 0,1-7 0,3-5 0,1-4 0,2-4 0,0-4 0,-5-4 0,-1-7 0,-7-8 0,11-1 0,-5-9 0</inkml:trace>
  <inkml:trace contextRef="#ctx0" brushRef="#br0" timeOffset="34">27981 2235 8912,'-17'0'0,"0"2"0,0 4 0,1 5 0,5 12 0,-2-2 0,7 8 0,-2-6 0,4 3 0,-1 1 0,1 0 0,2-12 0,2 2 0,7-3 0,-5-5 0,12-3 0,-8-12 0,-3-5 0,-1 1 0,-2-1 0,0-1 0,0-5 0,-5 6 0,-1-1 0,-8 8 0,5-3 0,-8 7 0</inkml:trace>
  <inkml:trace contextRef="#ctx0" brushRef="#br0" timeOffset="35">27482 2802 8912,'-17'0'0,"0"0"0,7-7 0,14-3 0,19-7 0,13-6 0,22 0 0,9-5 0,7 5 0,1-6 0,-6 6 0,-2 0 0,-6 6 0,-10 0 0,-7-8 0,-9-2 0</inkml:trace>
  <inkml:trace contextRef="#ctx0" brushRef="#br0" timeOffset="36">28515 2545 8912,'-12'0'0,"1"0"0,5-6 0,-5 0 0,7 0 0,-4 8 0,8 4 0,0 5 0,0 12 0,0-2 0,0 8 0,0-2 0,0 1 0,6 3 0,0-8 0,5 6 0,-5-6 0,1-2 0,-3-8 0,2-2 0,7-7 0,-9 2 0,6-12 0,-1-7 0,1-8 0,-1 0 0,3-8 0,1-1 0,-7-11 0,7 5 0,-1-4 0,1 4 0,-1 1 0,1 9 0,-7 3 0,0 4 0,1 1 0,-5 17 0,4 6 0,-2 9 0,2 3 0,-5 6 0,5 0 0,2 5 0,-2-5 0,5 0 0,-3-6 0,1-1 0,5-5 0,1 4 0,2-7 0,0 3 0,1-3 0,-1-8 0,0 0 0,0 0 0,0 0 0,1 0 0,-1 0 0,0-8 0,0-3 0,2-4 0,2-4 0,0-2 0,-5-2 0,-1-8 0,-9 2 0,5 3 0,-5-3 0,0 8 0,-6-2 0,0 10 0,0 1 0,-2 8 0,-4-1 0,-4 5 0,-7 5 0,-2 7 0,-4 11 0,4 9 0,-4 10 0,4 2 0,2 4 0,5 0 0,1-2 0,7 1 0,-2-6 0,6-3 0,6-2 0,5-3 0,12-5 0,6-5 0,11-11 0,4-5 0,8-7 0,-1-4 0,1-7 0,0-8 0,7-16 0,2 1 0</inkml:trace>
  <inkml:trace contextRef="#ctx0" brushRef="#br0" timeOffset="37">30391 2493 8912,'-20'-8'0,"-1"-3"0,-2-4 0,-5 5 0,5 4 0,0 4 0,-2 2 0,6 4 0,-4 8 0,4 1 0,2 16 0,1 5 0,5 6 0,5-2 0,4-1 0,2-3 0,0 1 0,2-3 0,4-3 0,5-8 0,5-8 0,7 0 0,-1-7 0,3-2 0,-2-10 0,-4-5 0,4-12 0,-4 2 0,-1-8 0,-3 1 0,-4-7 0,-1 6 0,-6 1 0,2-3 0,-3-1 0,-1 3 0,-2 0 0,-5 8 0,-3-1 0,-2 2 0,-3 3 0,-2 0 0,-3 7 0,9-5 0,1 6 0</inkml:trace>
  <inkml:trace contextRef="#ctx0" brushRef="#br0" timeOffset="38">31199 2166 8912,'0'-42'0,"-5"6"0,-1-4 0,-8 11 0,3 8 0,-6 8 0,-6 7 0,-4 4 0,-7 2 0,1 8 0,4 3 0,-1 12 0,7 6 0,0 5 0,6 6 0,1-1 0,5 6 0,3 1 0,8 6 0,0-1 0,0 1 0,0-2 0,2-3 0,2-3 0,2-2 0,7-1 0,-1-7 0,1-7 0,0-2 0,-1-4 0,1-4 0,-5 4 0,-2-10 0,-4-3 0,-2-1 0,-8-7 0,-2 0 0</inkml:trace>
  <inkml:trace contextRef="#ctx0" brushRef="#br0" timeOffset="39">30735 2510 8912,'-18'0'0,"7"-2"0,0-3 0,-1 3 0,4-12 0,10 7 0,14-3 0,8 6 0,11-1 0,7 3 0,4 2 0,9 0 0,3 0 0,5 0 0,-6 0 0,8-2 0,-2-4 0,4-4 0,2-7 0</inkml:trace>
  <inkml:trace contextRef="#ctx0" brushRef="#br0" timeOffset="40">31853 2252 8912,'-7'-17'0,"1"-2"0,-11-4 0,3 10 0,-9-4 0,-3 11 0,-3 0 0,2 4 0,-2 2 0,1 4 0,1 7 0,-4 1 0,8 11 0,6 4 0,8 1 0,1 3 0,4-3 0,2 5 0,2-4 0,2-3 0,4 3 0,3-8 0,9 2 0,-1-4 0,0-2 0,6 0 0,0 1 0,2-1 0,-2 0 0,-4-2 0,4-3 0,-6 3 0,-5-4 0,1 5 0,-5 1 0,-1 0 0,1 0 0,-2-5 0,-6-1 0,-8 1 0,-3 5 0,-5-6 0,-1 1 0,-2-6 0,-4 5 0,4-7 0,-4 2 0,-2-5 0,2-1 0,2-7 0,10-5 0,-3-3 0,8-2 0,1-8 0,12-2 0,3-7 0</inkml:trace>
  <inkml:trace contextRef="#ctx0" brushRef="#br0" timeOffset="41">31905 2321 8912,'0'-17'0,"6"0"0,-1-1 0,1 7 0,-6 0 0,0 7 0,0 6 0,0 15 0,0 8 0,0 9 0,0 0 0,0 3 0,0 1 0,0 2 0,0 0 0,0-5 0,2-3 0,4-3 0,3 1 0,9-7 0,-1-2 0,0-9 0,0-5 0,0-7 0,1 0 0,-1 0 0,6-9 0,0-8 0,0-8 0,-6-10 0,-2 1 0,-3 0 0,1-7 0,-7 1 0,-1 4 0,3 5 0,-6 1 0,4 7 0,-6 2 0,-6 10 0,2 5 0,-7 12 0,7 5 0,-2 12 0,4-4 0,2 4 0,0-4 0,0-2 0,0 0 0,6-5 0,2-3 0,1-1 0,5-4 0,1-2 0,2-2 0,-5-2 0,-1-4 0,0 2 0,7-7 0,-7 1 0,-1-3 0,-1 3 0,1 3 0,-6-1 0,1 2 0,5 4 0,-8-5 0,7 7 0,-3 0 0,-4 2 0,4 3 0,-4 5 0,-2 7 0,0 0 0,0-5 0,0-1 0,0 3 0,0-7 0,0 1 0,7-23 0,1 3 0,3-11 0,5 4 0,-5 2 0,5 2 0,1 1 0,0 3 0,0-2 0,0 5 0,1 2 0,-1 2 0,0-1 0,0 3 0,0-4 0,-5 6 0,-1 4 0,3 2 0,-7 1 0,-1-1 0,-4-4 0,-2 5 0,0-7 0,0 0 0,8 0 0,1 2 0,8 4 0,1-2 0,-1 7 0,2-5 0,4 6 0,-4-7 0,4 7 0,2-3 0,-2 3 0,0-5 0,-6 1 0,0 2 0</inkml:trace>
  <inkml:trace contextRef="#ctx0" brushRef="#br0" timeOffset="42">27121 12981 8912,'-12'9'0,"1"-3"0,-2-4 0,5-2 0,0 0 0,8 0 0,0 0 0,0 8 0,0 1 0,0 8 0,0 1 0,0 8 0,0 11 0,0 10 0,0 9 0,0 16 0,0 3 0,0 13-248,0 3 0,0 1 248,0-6 0,6 0 0,0 0 0,1-15 0,-1-8 0,-4-12 0,6-9 0,-3-9 0,1-6 0,8-12 0,-13-7 0,9-8 0,-4 0 0,-4-8 0,5-2 0,-9-7 248,-3 0 0,3 0-248,-4 0 0,-4-8 0,-1-4 0,-4-11 0,-3-4 0</inkml:trace>
  <inkml:trace contextRef="#ctx0" brushRef="#br0" timeOffset="43">27482 13307 8912,'0'-17'0,"0"0"0,0 0 0,0 0 0,0 5 0,0 1 0,2-1 0,4 3 0,3-7 0,9 5 0,7-2 0,3 1 0,5-3 0,1 3 0,6 5 0,0 1 0,6-2 0,-7 3 0,-5 1 0,-3 2 0,-12 4 0,-2 4 0,-2 3 0,-9 8 0,-2 2 0,-10 2 0,-7 4 0,-8 2 0,-6 2 0,-8 5 0,1-5 0,0-1 0,1-7 0,4 2 0,-1 2 0,7-2 0,2-6 0,7-5 0,3 1 0,9-3 0,2 1 0,10-7 0,13 2 0,3-4 0,9-2 0,5 0 0,0 0 0,2 0 0,-2 0 0,-3 5 0,3 3 0,-4 2 0,-1 3 0,-9 2 0,-3 2 0,-6 1 0,-5-1 0,1 0 0,-7 0 0,-2 2 0,-10 4 0,-5-4 0,-12 4 0,-2-4 0,-4-1 0,-3-1 0,3 0 0,-4 0 0,-1 0 0,5-5 0,1-1 0,5-5 0,-6 5 0,6-7 0,-6 2 0,8-4 0,-2-2 0,4 0 0,2 0 0,6 0 0,-1 0 0,8-10 0,1-5 0,6-6 0,15-17 0,8 2 0</inkml:trace>
  <inkml:trace contextRef="#ctx0" brushRef="#br0" timeOffset="44">28480 13428 8912,'0'-12'0,"0"1"0,2 1 0,4-1 0,4 3 0,7 8 0,2-2 0,4-3 0,-2 3 0,8-4 0,-1-2 0,9 1 0,3-3 0,6-3 0,-4 3 0,-2-1 0,-4 1 0,-1-1 0,-9-3 0,-3 9 0,-6-3 0,-5 2 0,-4 4 0,-10-5 0,-4 7 0,-4 0 0,-9 0 0,-2 2 0,-2 3 0,-2 3 0,3 3 0,2 3 0,-3-8 0,4-1 0,2-5 0</inkml:trace>
  <inkml:trace contextRef="#ctx0" brushRef="#br0" timeOffset="45">29496 13032 8912,'9'-2'0,"-3"-3"0,-4 3 0,-10-6 0,-1 8 0,-9 0 0,1 2 0,0 4 0,0 11 0,0 12 0,-1 3 0,1 3 0,0 7 0,0 3 0,7-1 0,4 2 0,5 0 0,1 6 0,0-3 0,1-5 0,7-7 0,9-7 0,8-11 0,10-2 0,-1-1 0,0-11 0,3 1 0,3-6 0,-2-7 0,8-5 0,-2-5 0,2-6 0,-2 2 0,-4-8 0,-9 6 0,1-7 0,-5-3 0,-6 1 0,-10-8 0,-5 5 0,-8-1 0,-9-10 0,-8 6 0,-16-6 0,-5 10 0,0 2 0,-8 7 0,2 10 0,-2 1 0,3 5 0,3 3 0,7 8 0,8 0 0,4 0 0,0 8 0,4 3 0,6 7 0,3 4 0,5-2 0,5 2 0,5-2 0,1-3 0,15-8 0,-2-1 0</inkml:trace>
  <inkml:trace contextRef="#ctx0" brushRef="#br0" timeOffset="46">29151 13514 8912,'-28'0'0,"1"0"0,2 0 0,10 0 0,11-2 0,16-4 0,9 4 0,21-5 0,7-1 0,7-3 0,3-3 0,-2 3 0,-1-5 0,7 5 0,-8-4 0,3-3 0,-5 1 0,-1 0 0,-8 6 0,-4-1 0,-5 3 0,-7-3 0,-11 3 0,-11 3 0,-6 4 0,-6-4 0,-3 4 0,-8 2 0,-1-7 0,1-3 0</inkml:trace>
  <inkml:trace contextRef="#ctx0" brushRef="#br0" timeOffset="47">30150 12757 8912,'0'-17'0,"0"8"0,0 3 0,0 12 0,2 13 0,3 15 0,-3 10 0,4 15 0,-4 10 0,-2 9 0,0 6 0,0 2 0,2 2-417,3 4 1,-1-2 416,2-41 0,0-1 0,-2 34 0,1-2 0,-3-7 30,-2-4 0,0-2-30,0-4 0,-15-4 0,-4-7 0</inkml:trace>
  <inkml:trace contextRef="#ctx0" brushRef="#br0" timeOffset="48">29719 11605 8912,'10'-7'0,"-2"-7"0,-3-5 0,1-4 0,-2 2 0,-2 2 0,-2 2 0,0 0 0,0 0 0,0-1 0,0 7 0,0 0 0,-2-1 0,-4 3 0,4-7 0,-13 14 0,3-5 0,-3 1 0,-2 0 0,0 0 0,0 6 0,-1 8 0,1 4 0,0 5 0,0 6 0,0 3 0,-1 9 0,1 1 0,0 4 0,5 6 0,1 11 0,7-3 0,-2 3 0,-1-3 0,1-3 0,0 1 0,6-1 0,0-1 0,0-4 0,6-4 0,0-8 0,5-5 0,-3-2 0,-1-2 0,1-4 0,-2-10 0,-6-3 0,-8-16 0,-1-1 0</inkml:trace>
  <inkml:trace contextRef="#ctx0" brushRef="#br0" timeOffset="49">29289 12052 8912,'-17'0'0,"0"0"0,0 0 0,5 0 0,1 0 0,7 0 0,-4-2 0,12-3 0,7-7 0,12-3 0,16-4 0,6-4 0,7 2 0,5-8 0,3 8 0,3-2 0,2 6 0,-8 6 0,8-3 0,-2 9 0,-3-7 0,-3 6 0,4-15 0,0 2 0</inkml:trace>
  <inkml:trace contextRef="#ctx0" brushRef="#br0" timeOffset="50">30339 11416 8912,'9'-17'0,"-3"0"0,-4 0 0,-2 5 0,-2 3 0,-4 1 0,-3 2 0,-8 6 0,-1 2 0,-1 4 0,-2 7 0,-2 8 0,-1 6 0,1 7 0,3 8 0,-2 4 0,2 4 0,3 2 0,0-1 0,2 1 0,3-3 0,6-3 0,5 2 0,1-8 0,3-2 0,9-9 0,7-6 0,15-12 0,1-3 0,-1-8 0,8-8 0,2-16 0,8-13 0</inkml:trace>
  <inkml:trace contextRef="#ctx0" brushRef="#br0" timeOffset="51">30666 11537 8912,'-35'24'0,"1"-4"0,0-9 0,-1-3 0,10 5 0,8-2 0,0 5 0,5 1 0,3 2 0,-3 4 0,9-4 0,-5 6 0,8-8 0</inkml:trace>
  <inkml:trace contextRef="#ctx0" brushRef="#br0" timeOffset="52">30477 11812 8912,'5'17'0,"1"0"0,7 0 0,3-1 0,7-3 0,-2-2 0,4-7 0,-1 2 0,3-6 0,4-6 0,-1-3 0,-1-9 0,2-6 0,-8-5 0,-2 2 0,-10-1 0,2-1 0,-7-5 0,0 1 0,-6 4 0,0 3 0,-2 5 0,-4 0 0,-5 5 0,-6 1 0,-6 9 0,4 1 0,-4 5 0,3 0 0,3 0 0,6 0 0,-1 0 0,9 2 0,-3 3 0,4-1 0,2 8 0,0-9 0,0 13 0,0-7 0</inkml:trace>
  <inkml:trace contextRef="#ctx0" brushRef="#br0" timeOffset="53">30545 11760 8912,'-17'0'0,"0"0"0,6 0 0,-1 0 0,8 0 0,-5 0 0,3 0 0,4-2 0,-4-4 0,12 3 0,5-9 0,12 6 0,6-5 0,6 1 0,5-1 0,2-4 0,6 3 0,-4-3 0,-2-2 0,-2 0 0,-6-1 0,1 1 0,-1 0 0</inkml:trace>
  <inkml:trace contextRef="#ctx0" brushRef="#br0" timeOffset="54">30872 11262 8912,'10'0'0,"5"1"0,-3 5 0,1 6 0,-1 3 0,9 10 0,-4 3 0,4 5 0,-4 3 0,0 2 0,0 2 0,-5 8 0,-1-2 0,-5-2 0,6 2 0,-9-8 0,3 2 0,-4-4 0,-2-1 0,0-8 0,0-4 0,0-4 0,0-2 0,0-8 0,0-1 0,0-31 0,0-6 0</inkml:trace>
  <inkml:trace contextRef="#ctx0" brushRef="#br0" timeOffset="55">31526 11433 8912,'-25'0'0,"6"0"0,-4 0 0,12-7 0,3 5 0,16-11 0,7 5 0,10 0 0,9 1 0,10-5 0,-3 6 0,6 1 0,-1 5 0,2 0 0,-2 0 0,2 0 0,-8 0 0,0 0 0,-5 0 0,-1 0 0</inkml:trace>
  <inkml:trace contextRef="#ctx0" brushRef="#br0" timeOffset="56">31681 11605 8912,'-23'10'0,"0"-4"0,0-4 0,6-2 0,8 0 0,1 0 0,23 0 0,8 0 0,12-2 0,10-4 0,9-4 0,17-7 0,3 0 0,7 0 0,3 0 0,2-1-409,0 1 0,0-15 0,0-5 0</inkml:trace>
  <inkml:trace contextRef="#ctx0" brushRef="#br0" timeOffset="57">24195 13773 7780,'-42'-4'0,"-1"1"0,0 0 0,-1 3 0,-4 0 0,21 0 0,-1 0 0,0 0 0,-2 0 0,-4 0 0,-1 0 0,5 1 0,-1 1-241,-2-1 0,0 1 1,1 1-1,0 0 241,-2-2 0,-1 0 0,2 2 0,0 0 0,0-1 0,0-1 0,6 1 0,0-1 0,1-1 0,1 0 0,-19 0-193,4 0 1,0 0 192,-3 0 0,-1 1 0,-2 2 0,0-1-56,21 0 0,-2 1 1,0-1-1,-1-1 56,-5 2 0,0 0 0,-1 0 0,-1 0 0,-2 1 0,-1 0 0,0 1 0,0-1 0,-1 0 0,0 0 0,-2 1 0,0-1 0,-2 0 0,0 1 0,6-1 0,1 0 0,2 1 0,2-1 0,2 0 0,2 0 0,2-1 0,0-1 0,0 1 0,0-2 69,0-1 0,1 0 0,-22 0 0,4 0 0,4 0-69,0 0 0,-2 0 0,-8 0 0,1 0 57,21 0 1,-1 0 0,2-1 0,0-2-58,0 0 0,0 1 0,0-1 0,-1 1 0,0-1 0,0 0 0,0 2 0,0 0 0,-1-1 0,0 0 0,1 1 0,0-1 7,1 1 1,1 0-1,0-3 1,1 1-8,-16-3 0,3-2 350,8 0 0,-2-1-350,-3 1 0,-3-1 0,-1 0 0,-2 0 0,3-3 0,0 3 0,2-3 0,-6 3 0,-3 1 0,-3 3 0,23 3 0,-1 1 0,-2 0 0,0 1 0,0 0 0,0 0 0,0 0 0,0 0 0,-22 0 0,6-3 0,6 0 0,2-4 0,0 2 0,3-3 0,3-1 0,0 0 0,7-2 0,0 0 0,2 0 0,2-2 0,-2 2 0,0-3 0,0 0 0</inkml:trace>
  <inkml:trace contextRef="#ctx0" brushRef="#br0" timeOffset="58">20014 13608 8912,'-9'-8'0,"1"-1"0,-1 1 0,1-1 0,-1 3 0,0 1 0,5 3 0,-4-6 0,7 7 0,-3-3 0,8 4 0,-2 0 0,4 1 0,0 2 0,2-2 0,1 3 0,-1-1 0,1 0 0,-1-1 0,5-5 0,0-2 0</inkml:trace>
  <inkml:trace contextRef="#ctx0" brushRef="#br0" timeOffset="59">20221 13359 8912,'-6'0'0,"1"-1"0,0-1 0,0-1 0,0 0 0,-4 3 0,1 0 0,-1 0 0,-4 2 0,-6 4 0,-5 6 0,-3 3 0,-10 7 0,-1 4 0,16-11 0,-1 1 0,-2 2 0,-1 0 0,0 0 0,1 1 0,-1 1 0,0 0 0,2-3 0,1-1 0,4 1 0,0-1 0,-13 11 0,5-5 0,15-3 0,3-5 0,6-6 0,4-1 0,2-4 0,-1 0 0,4-3 0,-1 1 0,4 2 0,0-1 0,3 3 0,1-2 0,5 3 0,0 0 0,2 2 0,3 2 0,2 1 0,-2 0 0,-1 3 0,5 1 0,5 5 0,1 2-265,2 4 0,-1 1 265,0 2 0,5-3 0,-5 3 0,4-4 0,2-1 0,-3 0 0,-1-1 0</inkml:trace>
  <inkml:trace contextRef="#ctx0" brushRef="#br0" timeOffset="60">20935 14365 8912,'0'-17'0,"-1"-1"0,-2 1 0,-3 0 0,-1 1 0,-3 2 0,-2 2 0,2 3 0,-4 4 0,-2 2 0,0 2 0,2 5 0,0 2 0,1 5 0,0 3 0,2 6 0,0 3 0,1 2 0,1 1 0,1 3 0,-1-1 0,4 4 0,3-4 0,1-1 0,1-3 0,0-4 0,0-6 0,0 3 0,3-12 0,3 1 0,2-4 0,0-6 0,1-2 0,0-5 0,-1-3 0,1-4 0,-1-2 0,4-2 0,-1-3 0,1 0 0,-4 2 0,1 2 0,-1 3 0,-2 0 0,0 0 0,-4 3 0,2 10 0,-4 6 0,0 8 0,0 4 0,0 7 0,3 5 0,0 4 0,3-1 0,0-2 0,3 0 0,2 0 0,0-4 0,3-3 0,1-4 0,2-3 0,0-4 0,0-2 0,-1-2 0,-1-4 0,0-7 0,-4-2 0,4-5 0,-4 0 0,1-6 0,-4-4 0,0-3 0,-2-2 0,0 0 0,-3 0 0,0-2 0,-3-7 0,0 0-123,0-2 1,0 3 122,0 5 0,-3 4 0,0 6 0,0 5 0,0 8 0,2 4 0,-3 10 0,4 4 0,0 4 0,0 7 0,0 6 0,0 5 0,0 4 0,0 2 0,0 1 0,0 1 0,0-3 0,0-4 0,1-1 0,2 0 0,0-1 0,3-4 0,5-5 0,-3-4 0,3-1 0,-3-5 0,0-4 0,-2-7 0,1 0 0,-2-4 0</inkml:trace>
  <inkml:trace contextRef="#ctx0" brushRef="#br0" timeOffset="61">21107 14391 8912,'-10'0'0,"0"0"0,-2 0 0,5 0 0,3 0 0,11-4 0,5-2 0,7-2 0,4-4 0,6 2 0,2-5 0,3 4 0,1-4 0,1 1 0,2 1 0,-1-4 0,1 4 0,1-4 0</inkml:trace>
  <inkml:trace contextRef="#ctx0" brushRef="#br0" timeOffset="62">21795 14270 8912,'-8'0'0,"-1"0"0,3 0 0,0 0 0,4 0 0,-4 0 0,-1 0 0,0 0 0,-2 1 0,0 2 0,1 3 0,0 5 0,1 5 0,2 3 0,-2 4 0,0 8 0,2 4 0,1 4 0,4-1 0,0 0 0,0 0 0,4 1 0,5-4 0,4-6 0,4-6 0,0-7 0,1-2 0,1-4 0,1-5 0,3-6 0,-3-7 0,3-8 0,-3-7 0,2-6 0,-4-3 0,0 2 0,-7-2 0,1 2 0,-4-2 0,-3-3 0,-2 3 0,-3 0 0,-3 3 0,-7 2 0,-7-1 0,-1 2 0,-4 4 0,1 5 0,2 4 0,1 5 0,1 2 0,0 2 0,3 4 0,3 1 0,5 2 0,-1 5 0,4 3 0,0 4 0,3-4 0,4 4 0,2 0 0,2 0 0,0-1 0,1-1 0,3-5 0,2 1 0</inkml:trace>
  <inkml:trace contextRef="#ctx0" brushRef="#br0" timeOffset="63">21675 14563 8912,'-14'8'0,"2"-3"0,3-2 0,4-2 0,-1-1 0,4 0 0,-2 0 0,16-5 0,4-3 0,4-2 0,6-5 0,0 0 0,-1 2 0,4-1 0,-2 2 0,-1-2 0,-1 3 0,1 0 0,3-2 0,0 2 0,-5-1 0,-3 4 0,-3-1 0,-1 1 0</inkml:trace>
  <inkml:trace contextRef="#ctx0" brushRef="#br0" timeOffset="64">22286 14279 8912,'-4'5'0,"3"-1"0,-2-7 0,6 0 0,3-4 0,5 1 0,2-1 0,6-2 0,1 0 0,3-3 0,1 4 0,-2-3 0,3 3 0,-2-3 0,2 1 0,1 2 0,0-1 0</inkml:trace>
  <inkml:trace contextRef="#ctx0" brushRef="#br0" timeOffset="65">22458 14434 8912,'-18'0'0,"2"0"0,2 0 0,2 0 0,7 0 0,2 0 0,6 0 0,2-5 0,7-4 0,1 1 0,5-5 0,3 1 0,1-2 0,3-3 0,1 0 0,-1 0 0,-2 0-294,2 0 1,-7-5 0,3 1 0</inkml:trace>
  <inkml:trace contextRef="#ctx0" brushRef="#br0" timeOffset="66">22656 14167 8912,'0'5'0,"0"-1"0,0-5 0,0-2 0,3-2 0,3-3 0,6-1 0,2 0 0,1 1 0,0-1 0,1 4 0,-2 3 0,-1 1 0,-2 1 0,1 1 0,-4 1 0,-1 3 0,-7 4 0,0 2 0,0 1 0,-4 3 0,-2-1 0,-1 2 0,-2-2 0,0 1 0,1-2 0,-1-1 0,1 0 0,2 0 0,0-3 0,4-4 0,-1 1 0,2 0 0,3-1 0,4 1 0,1-4 0,7 2 0,1-1 0,2 0 0,0 2 0,0-2 0,3 4 0,0-1 0,-1 1 0,-4 2 0,-3-1 0,-3 1 0,-4-3 0,-3 0 0,-1-1 0,-1 4 0,-8-1 0,-7 2 0,-6 1 0,-4 0 0,-3 1 0,-1 0 0,0-3 0,4 3 0,0-5 0,2-2 0,0 1 0,6 3 0,-1-5 0,6-1 0,1-6 0,2-1 0</inkml:trace>
  <inkml:trace contextRef="#ctx0" brushRef="#br0" timeOffset="67">23748 14141 8912,'8'-3'0,"-2"-3"0,-1-2 0,-4 0 0,2-2 0,-1 0 0,-1-3 0,-1 0 0,0-1 0,0-1 0,0 2 0,0 0 0,-4 1 0,-1 1 0,-4 1 0,-2 2 0,0 1 0,-2 4 0,-1 1 0,1 1 0,1 1 0,-1 1 0,0 2 0,-1 2 0,4 8 0,-2 4 0,0 5 0,0 7 0,2 2 0,0 3 0,2 4 0,-1 2 0,4 3 0,2 3 0,2-2 0,1 2 0,1-4 0,2-1 0,5-1 0,3-6 0,2-4 0,-2-7 0,-2-5 0,0 0 0,-3-4 0,-2-1 0,-1-6 0,-3-7 0,-4-4 0,-1-5 0</inkml:trace>
  <inkml:trace contextRef="#ctx0" brushRef="#br0" timeOffset="68">23456 14485 8912,'-9'0'0,"1"0"0,-1-4 0,4 3 0,3-2 0,8 3 0,5-3 0,9 0 0,5-4 0,7 1 0,2-1 0,4-2 0,-3 1 0,2-1 0,-1 0-155,-2 1 0,1-5 1,-1 0-1</inkml:trace>
  <inkml:trace contextRef="#ctx0" brushRef="#br0" timeOffset="69">24195 13979 8912,'-8'-6'0,"-1"2"0,-3 4 0,-2 1 0,-2 2 0,-2 10 0,1 7 0,-1 7 0,-1 6 0,-1 2 0,1 2 0,0 6 0,2 0 0,4 1 0,7-18 0,0 0 0,-2 21 0,5-22 0,0-1 0,0 21 0,2-5 0,5-5 0,2-4 0,1-6 0,2-8 0,3 1 0,-1-4 0,4-2 0,0 0 0,-2-6 0,1-4 0,-3-4 0,5-7 0,-2-4 0</inkml:trace>
  <inkml:trace contextRef="#ctx0" brushRef="#br0" timeOffset="70">27723 9594 24575,'0'0'0</inkml:trace>
  <inkml:trace contextRef="#ctx0" brushRef="#br0" timeOffset="71">25004 9645 24575,'0'0'0</inkml:trace>
  <inkml:trace contextRef="#ctx0" brushRef="#br0" timeOffset="72">22062 10539 24575,'68'0'0</inkml:trace>
  <inkml:trace contextRef="#ctx0" brushRef="#br0" timeOffset="73">25297 11090 24575,'0'0'0</inkml:trace>
  <inkml:trace contextRef="#ctx0" brushRef="#br0" timeOffset="74">24333 14339 8912,'12'0'0,"-1"0"0,-7 0 0,3 0 0,-1-2 0,0-4 0,0 3 0,-6-9 0,0 1 0,0-1 0,0 1 0,0 7 0,0-4 0,-2 8 0,-4 0 0,-4 0 0,-7 2 0,0 4 0,2 5 0,3 12 0,-3-4 0,4 4 0,1 2 0,-2-2 0,7 6 0,-7-6 0,8 2 0,-1-4 0,3 1 0,2-1 0,7-7 0,5-3 0,3-7 0,2 2 0,3-4 0,3-2 0,1-2 0,5-4 0,-2-3 0,-4-9 0,-6 1 0,0 0 0,-2 0 0,-9 0 0,-2-1 0,-2 1 0,-2 0 0,0 0 0,-6 0 0,0-1 0,-9 3 0,-2 4 0,0-3 0,-6 9 0,4-3 0,1 2 0,1 4 0,0-1 0,0 4 0,0 5 0,-1 8 0,1-5 0,0 1 0,0-3 0</inkml:trace>
  <inkml:trace contextRef="#ctx0" brushRef="#br0" timeOffset="75">24316 14459 8912,'-17'0'0,"-1"0"0,7 0 0,-1 0 0,9 0 0,-13 0 0,14 0 0,-3 0 0,10 0 0,5 0 0,9 0 0,2 0 0,2 0 0,6 0 0,-6 0 0,5 0 0,-5 0 0,8 0 0,-12-7 0,6-3 0</inkml:trace>
  <inkml:trace contextRef="#ctx0" brushRef="#br0" timeOffset="76">24522 14116 8912,'12'7'0,"-3"5"0,1 5 0,0 6 0,1-2 0,6 7 0,0 3 0,1 2 0,-1 1 0,0 0 0,-2 3 0,-3 1 0,-6 2 0,-5-2 0,-10 4 0,-8-2 0,-10-2 0,-13-9 0,-4 4 0,-8-7 0</inkml:trace>
  <inkml:trace contextRef="#ctx0" brushRef="#br0" timeOffset="77">23473 15474 8912,'-18'0'0,"1"-2"0,0-4 0,7 2 0,7-5 0,6 1 0,13-5 0,9 1 0,3-3 0,9-2 0,-1 0 0,10-1 0,0 7 0,3 0 0,-1-3 0,-2-1 0,-8-2 0,3 0 0,-13-1 0,-3 1 0</inkml:trace>
  <inkml:trace contextRef="#ctx0" brushRef="#br0" timeOffset="78">23576 15766 8912,'-14'15'0,"-3"-3"0,-2-6 0,6-5 0,1-1 0,10 0 0,2 0 0,10-1 0,13-5 0,-2-4 0,8-7 0,1 0 0,10 0 0,-3-2 0,3-4 0,4-4 0,0-7 0</inkml:trace>
  <inkml:trace contextRef="#ctx0" brushRef="#br0" timeOffset="79">24299 15439 8912,'-35'18'0,"7"-1"0,-1 0 0,0 2 0,-5 6 0,-1 7 0,1 7 0,7 6 0,4-4 0,12-1 0,5-6 0,8 0 0,9-1 0,12-4 0,8-6 0,3-10 0,1-2 0,5-7 0,0 2 0,0-6 0,-5-6 0,-1-5 0,0-5 0,5-3 0,-5-4 0,4 2 0,-11-7 0,0-5 0,-4-5 0,-4 2 0,-2-4 0,-7 3 0,-5 3 0,-10 0 0,-7-1 0,-11 8 0,-5 5 0,-5 2 0,-3 5 0,-2 4 0,-3 5 0,1 4 0,6 2 0,1 6 0,5 0 0,-3 13 0,8-2 0,8 6 0,9 0 0,4-4 0,2 4 0,8-12 0,1 4 0,9-5 0</inkml:trace>
  <inkml:trace contextRef="#ctx0" brushRef="#br0" timeOffset="80">21115 16523 8912,'-11'11'0,"-1"-1"0,-1-3 0,3-1 0,-1-6 0,-1 0 0,1 0 0,-1 0 0,8 0 0,-3 0 0,7-8 0,0-1 0,0-1 0,0-5 0,0 13 0,0-7 0,0 3 0,-8 4 0,6-6 0,-13 8 0,7 2 0,-3 4 0,-4 3 0,3 9 0,-3 8 0,-1 9 0,3 9 0,2 5 0,1 3 0,-1 0 0,3-1 0,8 1 0,0-8 0,0-4 0,2-12 0,4-5 0,9-6 0,8-5 0,7-4 0,-1-8 0,5-10 0,5-5 0,3-8 0,2-4 0,-4-7 0,6-6 0,-14-8 0,3 2 0,-7 2 0,1-2 0,-6 8 0,-11-2 0,-5 4 0,-7 1 0,-2 1 0,-3-1 0,-7 9 0,-9 3 0,-4 6 0,-2 5 0,4-1 0,-5 7 0,1 0 0,-2 6 0,-1 2 0,7 4 0,-6 3 0,6 9 0,-6-1 0,7 0 0,-1-2 0,5-3 0,1 3 0,0-5 0</inkml:trace>
  <inkml:trace contextRef="#ctx0" brushRef="#br0" timeOffset="81">20943 16695 8912,'-42'9'0,"6"-1"0,-5-8 0,11 5 0,1 1 0,14 6 0,-2-7 0,15 1 0,7-6 0,13 0 0,16 0 0,8-2 0,4-4 0,9-1 0,3-7 0,-1 5 0,2 1 0,-11-3 0,4 5 0,-6-5 0,0 5 0,-4-15 0,-8 2 0</inkml:trace>
  <inkml:trace contextRef="#ctx0" brushRef="#br0" timeOffset="82">21425 16660 8912,'17'19'0,"0"-7"0,-7-10 0,-4-8 0,-5 2 0,-1-7 0,0 5 0,2-4 0,4 3 0,-2 1 0,7 6 0,1-6 0,5 1 0,0-1 0,0 6 0,1 0 0,-1 0 0</inkml:trace>
  <inkml:trace contextRef="#ctx0" brushRef="#br0" timeOffset="83">21597 16781 8912,'0'26'0,"-2"-1"0,-4-8 0,4-5 0,-3-1 0,1-7 0,-2 2 0,4-4 0,-4-2 0,12 0 0,6 0 0,3 0 0,2 0 0,6 0 0,0 0 0,8-8 0,-3-3 0,5-12 0,1-4 0</inkml:trace>
  <inkml:trace contextRef="#ctx0" brushRef="#br0" timeOffset="84">22148 16523 8912,'0'9'0,"0"-1"0,0-8 0,-8 0 0,-2 0 0,-7 0 0,0 0 0,0 2 0,0 3 0,-1 5 0,1 7 0,0 8 0,0 4 0,-1-3 0,1 3 0,0 0 0,0 5 0,2-5 0,3-2 0,6-3 0,4-3 0,2-2 0,10-3 0,7-5 0,8-5 0,9-12 0,7 2 0,-1-7 0,6-1 0,-6-5 0,-2 2 0,-2 4 0,-7-3 0,0 8 0,-14-5 0,2 5 0,-11-7 0,-6 3 0,-10-7 0</inkml:trace>
  <inkml:trace contextRef="#ctx0" brushRef="#br0" timeOffset="85">22113 16626 8912,'17'0'0,"-7"0"0,5 0 0,-5 0 0,-1 2 0,-3 3 0,-4 13 0,-4 12 0,-2 6 0,-1 5 0,-9 12 0,3-1 0,-3 5 0,3 0 0,1 2 0,4 5 0,5-7 0,-5-11 0,4-6 0,10-12 0,1-3 0</inkml:trace>
  <inkml:trace contextRef="#ctx0" brushRef="#br0" timeOffset="86">22578 16729 8912,'0'17'0,"0"0"0,0-7 0,0-2 0,2-8 0,3 0 0,-3 0 0,14 0 0,-14 0 0,5 0 0,-7 0 0,0 0 0</inkml:trace>
  <inkml:trace contextRef="#ctx0" brushRef="#br0" timeOffset="87">22612 17107 8912,'-17'0'0,"0"0"0,0 0 0,9 0 0,8 0 0,9 0 0,7 0 0,3 0 0,4 0 0,-4-7 0,6-3 0</inkml:trace>
  <inkml:trace contextRef="#ctx0" brushRef="#br0" timeOffset="88">23490 16488 8912,'-12'-2'0,"1"-3"0,7 3 0,-5-6 0,3 8 0,2 0 0,-6 2 0,3 4 0,-7 3 0,3 8 0,-4 1 0,3-7 0,1 1 0,-1-1 0,-3 8 0,1 2 0,3 2 0,1 6 0,-1-6 0,-2 7 0,7-1 0,0-2 0,6 1 0,0 3 0,0 1 0,0 3 0,0-1 0,0-5 0,0-1 0,0-1 0,0 2 0,0-2 0,0-5 0,-2-2 0,-4 2 0,3-10 0,-9-6 0,1 3 0,-6 1 0</inkml:trace>
  <inkml:trace contextRef="#ctx0" brushRef="#br0" timeOffset="89">23077 16918 8912,'-21'-15'0,"4"3"0,9 3 0,-4 3 0,9 4 0,3-6 0,11 8 0,14-1 0,9-5 0,7 4 0,6-4 0,-1 4 0,2 2 0,2-5 0,1-1 0,-1-2 0,-4 2 0,-4-3 0,0-8 0,2 0 0</inkml:trace>
  <inkml:trace contextRef="#ctx0" brushRef="#br0" timeOffset="90">23989 16540 8912,'-2'-17'0,"-4"-1"0,-9 9 0,-8 3 0,-8 6 0,3 6 0,-5 5 0,-3 12 0,-2 8 0,-3 7 0,7 6 0,5 8 0,5 5 0,1 0 0,0 2 0,13-3 0,1 1 0,3-2 0,4-11 0,2-9 0,8-3 0,3-9 0,6 0 0,6-6 0,-4-7 0,4-4 0,2-12 0,-2-6 0,15-3 0,-1-2 0</inkml:trace>
  <inkml:trace contextRef="#ctx0" brushRef="#br0" timeOffset="91">24075 16781 8912,'-17'-20'0,"0"-1"0,-1 0 0,1 6 0,0 7 0,0 14 0,-2 6 0,-4 11 0,2 9 0,-8 8 0,14 8 0,-3-2 0,7 3 0,-1 3 0,5 0 0,7-3 0,2-3 0,3-6 0,7-11 0,11-6 0,-4-4 0,6-4 0,-2-3 0,0-7 0,7-10 0,-1-7 0,-2-5 0,1-6 0,-5 2 0,6-8 0,-8 1 0,2-7 0,0 1 0,-6 0 0,2-5 0,-13 5 0,0-10 0,-6 10 0,0-5 0,-2 7 0,-4 3 0,-5 6 0,-7 6 0,-4 6 0,2-3 0,-3 9 0,4 1 0,2 10 0,0 1 0,0 5 0,5 3 0,1-4 0,7 5 0,-11 1 0,5 0 0</inkml:trace>
  <inkml:trace contextRef="#ctx0" brushRef="#br0" timeOffset="92">23817 17090 8912,'-17'-10'0,"5"-3"0,1 7 0,7-1 0,0 3 0,8-2 0,7 0 0,12 6 0,6 0 0,11 0 0,-2 0 0,8 0 0,0 0 0,-2 0 0,-2 0 0,-7 0 0,-1-2 0,-2-1 0,-3-3 0,4-7 0,-7 3 0</inkml:trace>
  <inkml:trace contextRef="#ctx0" brushRef="#br0" timeOffset="93">24247 16626 8912,'-11'0'0,"-1"0"0,8 0 0,-3 0 0,7 0 0,0 0 0,7 7 0,5 5 0,5 5 0,4 4 0,2 2 0,0 8 0,-6-3 0,0 7 0,0 5 0,-1-4 0,-5 4 0,-3 2 0,-8-2 0,0 0 0,0-5 0,-2-1 0,-4 1 0,-3-3 0,-9-1 0,3-5 0,4-1 0,-5-2 0,5-6 0,3-7 0,-7-3 0,5-7 0</inkml:trace>
  <inkml:trace contextRef="#ctx0" brushRef="#br0" timeOffset="94">24729 16866 8912,'-17'10'0,"5"-2"0,1-8 0,-3 0 0,7-8 0,7 0 0,11-3 0,6-2 0,4 7 0,4 0 0,2-2 0,2 7 0,5-5 0,-7 4 0,-4 2 0,-4 0 0,-2 0 0,0 0 0,1 0 0,6-8 0,3-1 0</inkml:trace>
  <inkml:trace contextRef="#ctx0" brushRef="#br0" timeOffset="95">24832 17021 8912,'-17'17'0,"7"-7"0,-5 5 0,15-13 0,0 4 0,8-6 0,9-6 0,2 4 0,4-3 0,-2-3 0,8 2 0,-6 0 0,3 4 0,-1-3 0,6-5 0,-4-7 0</inkml:trace>
  <inkml:trace contextRef="#ctx0" brushRef="#br0" timeOffset="96">19970 16660 8912,'-5'-8'0,"0"-1"0,0-1 0,1 0 0,1-2 0,-3-3 0,2 1 0,0-1 0,0 0 0,-1 0 0,2 3 0,-4 0 0,0 2 0,-3-2 0,0 4 0,-2 6 0,-1 1 0,-1 1 0,-2 0 0,-2 1 0,-1 1 0,-2 4 0,0 2 0,1 0 0,2 1 0,-2 1 0,2 0 0,1 2 0,0 0 0,3-1 0,2 0 0,3 3 0,1 0 0,3 1 0,2-1 0,2 2 0,1 0 0,0 1 0,2-4 0,4-1 0,-1 0 0,7 0 0,-2-1 0,2-2 0,-2-4 0,5 1 0,-4-4 0,2 1 0,0-2 0,-3-1 0,0-1 0,-1-2 0,0 1 0,3-4 0,-3 1 0,3-4 0,-6 1 0,0-1 0,0-1 0,2-1 0,1-2 0,-1-2 0,-2 1 0,0-1 0,-1-2 0,1 0 0,-2 1 0,-1 2 0,-2-2 0,2 5 0,-2-1 0,-1 4 0,0 3 0,0 1 0,4 11 0,2 1 0,1 8 0,2 1 0,-1 3 0,1 3 0,2 2 0,1-2 0,2-2 0,-2-1 0,2 0 0,-2-2 0,-2-3 0,0-1 0,-2-7 0,1-4 0,-1-2 0,0-2 0,-2-2 0,2-1 0,-3-5 0,0-3 0,1 1 0,-4-4 0,2 0 0,-2-2 0,1-3 0,0 1 0,-3-4 0,3 3 0,0-3 0,0 0 0,-3-3 0,0 1 0,0-1 0,0 0 0,0 0 0,0 0 0,0 1 0,0-3 0,0 2 0,0 4 0,0 3 0,4 5 0,1-1 0,3 5 0,1 1 0,-1 6 0,0 6 0,-2 4 0,-4 4 0,-1 3 0,-1 6 0,0 3 0,0 2 0,0 0 0,0 1 0,0 0 0,0 0 0,0 0 0,0 1 0,0-1 0,0 1 0,0-7 0,0-1 0,0-4 0,1 0 0,2 0 0,-2-3 0,2 0 0,1-6 0,-1 0 0,2 0 0,-2 3 0,4-1 0,-1 1 0,1 0 0,2 2 0,-1 1 0,-3 2 0,0-4 0,-2 2 0,-2-3 0,2 0 0,-2-5 0,-5-1 0,-2-6 0,-1-5 0,-2-5 0</inkml:trace>
  <inkml:trace contextRef="#ctx0" brushRef="#br0" timeOffset="97">20065 16600 8912,'-8'0'0,"-1"0"0,0 0 0,5 0 0,2-3 0,6-1 0,6 0 0,2 1 0,7-4 0,3 1 0,4-2 0,3-4 0,4 3 0,5-3 0,0 0-138,-1 0 0,-2 1 138,-1 2 0,-3-3 0,-6-2 0</inkml:trace>
  <inkml:trace contextRef="#ctx0" brushRef="#br0" timeOffset="98">25529 16652 8912,'0'-6'0,"-1"0"0,-2-1 0,2 5 0,-2 2 0,2 4 0,4 8 0,1 2 0,0 3 0,0 3 0,-1 6 0,-1 7 0,2 4 0,1 6 0,-3 2 0,0-20 0,0 1 0,-1 2 0,1 1 0,-1 1 0,0 1 0,1 5 0,0 1-368,0 5 0,-1-1 0,0 2 1,-1-1-1,2 3 0,0 0 1</inkml:trace>
  <inkml:trace contextRef="#ctx0" brushRef="#br0" timeOffset="99">31036 10015 8912,'-9'3'0,"-1"0"0,0-1 0,-2-1 0,2-1 0,0-1 0,2-2 0,0 1 0,1-3 0,3 0 0,0 1 0,-2 1 0,3-3 0,1-1 0,1 2 0,1 0 0,0-2 0,0 3 0,0-3 0,-1 7 0,0 0 0,-3 5 0,-1 6 0,-1 2 0,-2 4 0,-1 3 0,0 1 0,1 1 0,-1-1 0,1 1 0,-1-2 0,4 1 0,1-5 0,1-1 0,1-1 0,-1-6 0,3 1 0,4-6 0,3 0 0,5-3 0,3-2 0,-1-3 0,5-2 0,2-7 0,-2-1 0,-4-2 0,-2-1 0,0-2 0,1 1 0,-2-4 0,-2 3 0,-4-3 0,1 3 0,-5-3 0,1 4 0,-3-1 0,-4 5 0,-1 4 0,-6 4 0,0 2 0,-5 3 0,2 0 0,-1 4 0,0 3 0,-1 6 0,2 0 0,-1 5 0,0-2 0,3 2 0,3 1 0,1 1 0,-1-1 0,4 0 0,2 0 0,2-2 0,1-1 0,1-5 0,1 1 0,2-3 0,1-1 0,2-2 0,4-1 0,-1-2 0,1-1 0,1 0 0,0 0 0,2-4 0,-2-2 0,2-2 0,-2-4 0,2-1 0,-3-4 0,1 0 0,-5-2 0,-1 0 0,-3-1 0,1-3 0,-1 3 0,0 0 0,-3 3 0,-4 4 0,-2 1 0,-4 4 0,-2 2 0,-3 2 0,0 4 0,-1 7 0,-1 1 0,3 7 0,-1-1 0,1 2 0,1 1 0,0 1 0,5-1 0,3-1 0,2-2 0,2 0 0,1-3 0,0-3 0,0 3 0,0-7 0,4 7 0,2-8 0,1-2 0,2 0 0,0-1 0,3 0 0,-3-2 0,3-1 0,-3-3 0,0 3 0,0-4 0,-1 2 0,-3-3 0,-2-1 0,1 1 0,-1-1 0,-2 1 0,0-1 0,-1-2 0,0-1 0,-2 1 0,-1 2 0,-1 3 0,1 1 0,-2 3 0,-6-2 0,-1 4 0,1 5 0,2 3 0,1 6 0,-1 2 0,0-1 0,1 2 0,0-2 0,2 2 0,3 0 0,3-3 0,0-1 0,0-2 0,1-1 0,1-2 0,1 0 0,5-2 0,2-3 0,3-2 0,1-2 0,3-2 0,1-3 0,-1-5 0,-3 0 0,0-3 0,-3-1 0,0-2 0,-2 0 0,-3 0 0,-2-1 0,-4-1 0,0-2 0,0 2 0,-4 2 0,-2 3 0,-2-1 0,0 3 0,-2 2 0,-1 4 0,1 2 0,-1 4 0,-3 2 0,1 4 0,-1 5 0,-1 4 0,5 6 0,-2 2 0,3 3 0,0 3 0,3-5 0,1 1 0,3-2 0,-1 0 0,3-3 0,3-4 0,3-3 0,1-1 0,2-3 0,-1-3 0,1-4 0,0 1 0,2-3 0,1-3 0,0-2 0,-1-4 0,0-3 0,2-3 0,0-4 0,-3-1 0,-1-3 0,-3 0 0,0-5 0,-3-1 0,0 1 0,-3 2 0,-1 4 0,-2 2 0,1 3 0,-2 2 0,-1 5 0,0 3 0,2 3 0,-3 4 0,1 4 0,-4 2 0,-1 6 0,-1 5 0,1 4 0,-1 5 0,1 0 0,3 0 0,0-1 0,1-2 0,4 0 0,0-2 0,1-1 0,1-3 0,2-4 0,1-1 0,4-7 0,-1-2 0,1-2 0,2-1 0,2-1 0,1-2 0,-1-2 0,-2-7 0,2-2 0,-2-5 0,-1-2 0,-1-1 0,-2-1 0,1-3 0,-4-2 0,1 3 0,-3-2 0,-2 8 0,-2 1 0,-1 3 0,-1 5 0,-2 1 0,-1 6 0,-2 7 0,-2 5 0,1 5 0,-1 5 0,1 6 0,1 4 0,1-1 0,-1-2 0,2-1 0,3-2 0,3-4 0,2-4 0,1-2 0,0-5 0,5-3 0,4-2 0,0-3 0,5-3 0,-1-4 0,0-3 0,-1-4 0,2-3 0,-6-3 0,1 0 0,-4-3 0,1 3 0,-3 1 0,-2 1 0,-1 2 0,0 1 0,-5 3 0,-4 3 0,0 4 0,-5 5 0,1 4 0,0 8 0,2 7 0,0 4 0,5 2 0,3 0 0,10-6 0,2-3 0,9-8 0</inkml:trace>
  <inkml:trace contextRef="#ctx0" brushRef="#br0" timeOffset="100">26845 14657 8912,'-8'0'0,"-1"0"0,0 0 0,-3 0 0,-2 0 0,-3 1 0,0 3 0,0 5 0,-3 0 0,-1 6 0,0 3 0,0 1 0,3 1 0,2 1 0,4-2 0,4 3 0,3 0 0,2 0 0,2-2 0,1 3 0,0-3 0,0 3 0,1 0 0,2-1 0,1-2 0,5-6 0,0 1 0,-1-3 0,1-1 0,-1-2 0,2-4 0,1-3 0,4-1 0,1-1 0,1-1 0,0-1 0,1-6 0,-1-4 0,-3-2 0,1 3 0,-2-4 0,1 4 0,-4-1 0,-4 4 0,-4-1 0,1 1 0,-3 3 0,0 2 0,0 6 0,0 3 0,-3 2 0,1 4 0,0 1 0,1 0 0,2 4 0,2-3 0,2 1 0,7 0 0,1-4 0,4-5 0,1-2 0,-1-4 0,2-1 0,-1-2 0,-2-4 0,1-3 0,-4-4 0,1-3 0,-7 3 0,-1-1 0,-4 1 0,-2-3 0,-5 2 0,-4 1 0,-7 5 0,-7 0 0,-3 4 0,-1 5 0,-3 0 0,-1 0 0,7 0 0,1 0 0,8 4 0,4 2 0,6-1 0,5 0 0,6-3 0,8 1 0,4-2 0,12-9 0,0-1 0</inkml:trace>
  <inkml:trace contextRef="#ctx0" brushRef="#br0" timeOffset="101">27121 14906 8912,'-9'-3'0,"4"2"0,1-3 0,4 4 0,0 4 0,0 1 0,0 3 0,0 1 0,1 3 0,1 1 0,1 2 0,-1-1 0,-1 0 0,-1 4 0,0-4 0,0 0 0,0-3 0,0 0 0,-3-1 0,0-2 0,0-3 0,0-1 0,2-9 0,-2-3 0,2-9 0,2-5 0,1-1 0,1 1 0,3-3 0,0-1 0,2-1 0,0 7 0,0 0 0,-2 3 0,1 4 0,-1 1 0,2 6 0,0 4 0,1 4 0,0 7 0,3 5 0,-5 6 0,1 3 0,2-1 0,1 1 0,1-1 0,-4 1 0,4 1 0,-1-4 0,1-1 0,-4-4 0,1-1 0,0-2 0,-1-4 0,1-5 0,-2-4 0,-1-5 0,2-4 0,-3-7 0</inkml:trace>
  <inkml:trace contextRef="#ctx0" brushRef="#br0" timeOffset="102">27387 14872 8912,'0'-5'0,"0"1"0,4 4 0,-3 1 0,2 2 0,-1 0 0,1 6 0,2-3 0,3 6 0,1 0 0,-1 0 0,1 0 0,0-1 0,-1 0 0,1 0 0,-1-2 0,1 0 0,0-4 0,-1-2 0,0-4 0,-2-1 0,0-4 0,-3-6 0,3 2 0,-3-4 0,3-3 0,0 0 0,2-2 0,0 5 0,1-3 0,0 0 0,-1 4 0,1 1 0,3-1 0,2 0 0</inkml:trace>
  <inkml:trace contextRef="#ctx0" brushRef="#br0" timeOffset="103">27714 14924 8912,'0'4'0,"-3"1"0,1-2 0,-1-2 0,3 3 0,0-4 0,4-1 0,2-1 0,5-1 0,-1-4 0,5 2 0,-4-3 0,3-1 0,-2-2 0,2 0 0,-3-4 0,0 4 0,-2-4 0,-3 4 0,-3-1 0,-3 0 0,-1 3 0,-1-3 0,-3 6 0,-4 3 0,-2 3 0,-2 0 0,0 0 0,-2 3 0,1 3 0,0 6 0,3 1 0,0 4 0,4 1 0,1 2 0,5-2 0,-2 2 0,3-1 0,3-2 0,5-1 0,7-2 0,2 1 0,3-6 0,3-2 0,2-2 0,1-2 0,3-3 0,-5-4 0,2-2 0,-2-5 0,-2-7 0,-1-4 0</inkml:trace>
  <inkml:trace contextRef="#ctx0" brushRef="#br0" timeOffset="104">27981 14769 8912,'-4'-6'0,"-1"0"0,1 0 0,0 2 0,4 0 0,1 4 0,2 1 0,2 2 0,6 3 0,1 4 0,2 3 0,1 0 0,1-2 0,2 4 0,-1-4 0,0 4 0,3-2 0,0 1 0,-3-1 0,-2-5 0,-1 1 0,-1-1 0,0 0 0,-5-2 0,-3-2 0,-1-12 0,-4-2 0</inkml:trace>
  <inkml:trace contextRef="#ctx0" brushRef="#br0" timeOffset="105">28196 14692 8912,'-5'7'0,"-3"-1"0,-1 3 0,-3-2 0,-1 5 0,-1 1 0,-2 4 0,-1 3 0,2 4 0,1-1 0,0 4 0,1-1 0,4-4 0,2 0 0,5-6 0,-1 1 0,3-3 0,3 1 0,5-7 0,3-5 0,3-2 0,-1-3 0,-1-4 0,1-5 0,2-8 0,-2-3 0</inkml:trace>
  <inkml:trace contextRef="#ctx0" brushRef="#br0" timeOffset="106">28437 14554 8912,'9'-9'0,"-1"0"0,1-2 0,0 0 0,0-3 0,3 2 0,-1-2 0,6 2 0,-4-1 0,4 3 0,-2 4 0,-1 1 0,-1 2 0,-2 3 0,-4 1 0,2 2 0,-6 5 0,-1 7 0,-1-1 0,-1 3 0,0-1 0,-1 4 0,-1-2 0,-4-1 0,-2 3 0,0 0 0,0 0 0,2-3 0,-1 1 0,1-1 0,-1 0 0,1 0 0,0-1 0,3-1 0,1-3 0,1 1 0,1-4 0,0 3 0,3-3 0,0 0 0,2-4 0,-2 1 0,8-4 0,-2 2 0</inkml:trace>
  <inkml:trace contextRef="#ctx0" brushRef="#br0" timeOffset="107">28609 15070 8912,'-8'-1'0,"-1"-2"0,4 2 0,-2-3 0,6 4 0,-3 0 0,8 4 0,1 2 0,3 1 0,1-1 0,-1 0 0,4-3 0,-1 2 0,4-3 0,-4 1 0,1-2 0,0-1 0,-5 0 0,1 0 0,-4 0 0,2 0 0,-4-4 0,1-1 0,-7 0 0,-4-1 0,-3-1 0,-3 0 0,1-2 0,-2 1 0,0 0 0,4 2 0,-1 1 0,4 3 0,-1 2 0,0 0 0,1 1 0,0 4 0,2 2 0,3 1 0,3 0 0</inkml:trace>
  <inkml:trace contextRef="#ctx0" brushRef="#br1" timeOffset="108">23429 11433 8912,'0'-8'0,"-1"-1"0,-1 1 0,-4 0 0,-2 2 0,0 2 0,-1 4 0,0 0 0,1 1 0,-1 2 0,2 5 0,0 4 0,2 3 0,1 3 0,1-1 0,3 3 0,0-2 0,0-1 0,1 0 0,1-2 0,2-2 0,1 0 0,1-3 0,2-4 0,1-2 0,-1-4 0,2 0 0,1 0 0,0-2 0,3-4 0,-3 0 0,0-5 0,-1-2 0,-2-2 0,0 0 0,-2 1 0,-2-2 0,-4 5 0,-1-1 0,-2 4 0,1-1 0,-4 2 0,-1 1 0,-4 3 0,1 3 0,-1 3 0,-1 5 0,0 7 0,2 2 0,0 3 0,4-1 0,1 4 0,0-3 0,-1 3 0,2-5 0,4-1 0,0 0 0,0-6 0,4 1 0,2-4 0,4-3 0,3-2 0,0-3 0,2-3 0,1-2 0,-2-3 0,1-4 0,-3 1 0,-2-1 0,-4 4 0,-3-1 0,-2 0 0,-2 1 0,-2-1 0,-3 1 0,-5-1 0,0 0 0,-2 2 0,0 1 0,3 3 0,-1-1 0,0 1 0,2 2 0,1 3 0,-1 3 0,3 4 0,2 2 0,-2 1 0,4 2 0,-1-2 0,2 1 0,1-1 0,1 1 0,2-2 0,2-4 0,3 1 0,2-5 0,1 0 0,0-2 0,3-1 0,2-1 0,0-2 0,1-4 0,0-5 0,-3 1 0,-3 2 0,-5-2 0,-3-1 0,-2 1 0,-1 2 0,-4-2 0,-3-1 0,-2 3 0,-3 2 0,-2 0 0,2 4 0,-2 1 0,2 2 0,1 0 0,2 2 0,1 2 0,-1 5 0,3 8 0,1 0 0,2 2 0,-3-1 0,4-2 0,-1-2 0,2 1 0,2-3 0,2-3 0,3-2 0,5-3 0,4-4 0,1-4 0,1-2 0,0-5 0,1-3 0,-2-3 0,-2 0 0,-2 1 0,-7 2 0,-1-2 0,-4 5 0,-5-4 0,-3 1 0,-6 1 0,-2 1 0,2 7 0,0 2 0,-1 2 0,-2 1 0,1 5 0,1 3 0,0 7 0,4 6 0,1 1 0,3 2 0,4 1 0,3 1 0,4-4 0,5-2 0,7-10 0,6-2 0</inkml:trace>
  <inkml:trace contextRef="#ctx0" brushRef="#br1" timeOffset="109">27344 10935 8912,'-3'-5'0,"1"0"0,-4 3 0,-1 0 0,0-1 0,-2 3 0,0 1 0,1 1 0,-1 3 0,1 4 0,-1 0 0,0 3 0,2 1 0,1 4 0,-1 1 0,4-1 0,1 0 0,2 0 0,0-1 0,3-1 0,2-4 0,4-5 0,-1 1 0,2-4 0,0-3 0,2-1 0,0-4 0,0-4 0,-3-3 0,3-3 0,-3-1 0,0-1 0,-1 0 0,-3 0 0,-1 0 0,-4 2 0,0 2 0,0 0 0,-4 2 0,-1 2 0,-6 2 0,0 1 0,-2 2 0,2 4 0,0 7 0,-3 1 0,0 7 0,0-1 0,-1 5 0,3 1 0,1 3 0,3-2 0,3-1 0,2-2 0,2 0 0,1-6 0,4-1 0,5-2 0,4-4 0,4-2 0,3-6 0,0-3 0,0-5 0,-3-4 0,0 0 0,1 1 0,-5-2 0,-3 4 0,-3-1 0,-4 1 0,-2-2 0,-1 2 0,-4 1 0,-2 2 0,-4 2 0,-2 1 0,-3-1 0,1 4 0,0 0 0,0 3 0,3 1 0,-4 2 0,2 6 0,-2 5 0,1 2 0,2 2 0,1 3 0,6 2 0,-2 0 0,4 0 0,1-3 0,1-1 0,5-6 0,2-2 0,4-2 0,2-3 0,3-2 0,-1-4 0,3-2 0,0-4 0,-1-1 0,-2-7 0,-1 1 0,-5-3 0,1 2 0,0-1 0,-5-2 0,-1 0 0,-2 3 0,-1 0 0,-4 0 0,-1 0 0,-6-1 0,0 3 0,-4 2 0,4 4 0,-1 3 0,0 2 0,2 1 0,-1 0 0,1 8 0,2 3 0,-1 4 0,1 3 0,0 2 0,2 0 0,2 3 0,4-4 0,0-2 0,0-2 0,0-4 0,0 0 0,1-2 0,2-3 0,3-3 0,5-3 0,-1-2 0,1-3 0,0-5 0,0-7 0,-2 0 0,0 0 0,-2 2 0,-4 1 0,0 1 0,-3-2 0,-1 4 0,-2 1 0,-3 3 0,-5 1 0,0 3 0,-3 6 0,0 3 0,-3 5 0,3 2 0,3 5 0,2 0 0,3 2 0,3-5 0,8 1 0,8-3 0,9-6 0,6-13 0,7-12 0,-1-13 0</inkml:trace>
  <inkml:trace contextRef="#ctx0" brushRef="#br1" timeOffset="110">23464 11640 8912,'5'0'0,"-3"0"0,-4 0 0,-3 0 0,0 0 0,0 0 0,2 0 0,2 0 0,-2 0 0,10 0 0,2 0 0,5 0 0,-1 0 0,-1 0 0,1 0 0,6 0 0,0 0 0,1 0 0,1-3 0,-2 0 0,1 1 0,-1 1 0,-1 0 0,0-2 0,-1 2 0,0-1 0,-1 1 0,0 1 0,-3 0 0,-1 0 0,3 0 0,-4 0 0,3 0 0,-2 0 0,3 0 0,0-1 0,0-1 0,-1-1 0,2 0 0,-1 3 0,1-1 0,1-2 0,0 2 0,1-2 0,-1 1 0,0 0 0,1 1 0,2-2 0,2-1 0,4 1 0,1-3 0,2 3 0,1-2 0,5 2 0,-1-4 0,0 2 0,0 0 0,-3-1 0,-1 1 0,-4-1 0,2 0 0,-3 3 0,2-4 0,-6 2 0,1 0 0,2-1 0,4 0 0,1-2 0,2-1 0,-2 0 0,0 1 0,0-1 0,-2 1 0,2 0 0,0 1 0,0 2 0,0-1 0,0-3 0,1 2 0,1 1 0,2-1 0,-4 4 0,2-3 0,-2 0 0,-1 2 0,-6 0 0,-1 1 0,-3 1 0,2-1 0,0 3 0,6-3 0,-3 0 0,7-3 0,-1 3 0,2-2 0,2 1 0,-2 0 0,2 0 0,-6-2 0,-1 4 0,-5-4 0,2 3 0,-1-1 0,0 1 0,3 2 0,-3-2 0,1 2 0,0-2 0,2 2 0,1-2 0,2 2 0,-5 1 0,-1 0 0,0 0 0,0-3 0,1 0 0,-2 0 0,-2 3 0,0-1 0,1-2 0,4 3 0,-1-3 0,2 1 0,0-1 0,1 2 0,0-2 0,-1 1 0,-2-1 0,-1 1 0,-3-2 0,1 0 0,-1 2 0,-2-2 0,-2 1 0,1-1 0,-2 1 0,0 3 0,0-3 0,0 1 0,3-1 0,1 2 0,-1-2 0,0 1 0,0-1 0,1 2 0,0-2 0,1 3 0,1 0 0,0-3 0,-3 0 0,-1 0 0,-1 3 0,0 0 0,-3 0 0,2-1 0,-3-2 0,2 2 0,-3-2 0,2 2 0,-2 1 0,3 0 0,-2 0 0,4 0 0,-4 0 0,1-3 0,0 1 0,1-1 0,4 3 0,-2 0 0,-1 0 0,0 0 0,1 0 0,-1 0 0,1 0 0,1 0 0,-2 0 0,0 0 0,-3 0 0,0-1 0,2-1 0,-1-1 0,-1 1 0,-4 1 0,-2 1 0,2 0 0,4 0 0,-1 0 0,1 0 0,-1-3 0,0 0 0,0 1 0,2 2 0,3-3 0,-1 0 0,0-3 0,0 3 0,0-3 0,3 4 0,1-4 0,-1 3 0,-1-3 0,-1 2 0,0 1 0,0-1 0,-2-2 0,-2 3 0,-1-1 0,-2 2 0,1 1 0,-1-2 0,1 2 0,0-3 0,-1 3 0,1-2 0,-4 2 0,-1 1 0,-1 0 0,-2 0 0,3 0 0,-12 0 0,2 1 0,-9 2 0,-3-2 0,-8 3 0,-4-4 0</inkml:trace>
  <inkml:trace contextRef="#ctx0" brushRef="#br1" timeOffset="111">29306 14468 8912,'-6'-13'0,"1"1"0,-4-4 0,-2-1 0,0-1 0,2 0 0,0 3 0,0 1 0,5 0 0,0 0 0,0 3 0,3 4 0,-2 1 0,5 5 0,2 1 0,1 5 0,1 3 0,2 0 0,1 1 0,0 3 0,2 3 0,1 2 0,1 3 0,2-2 0,2 2 0,-3-2 0,1-1 0,0 1 0,1-1 0,1-1 0,1-2 0,-4 2 0,0-5 0,-2 2 0,2-2 0,-3-2 0,0-1 0,-1 1 0,-2-12 0,1-2 0,-1-8 0</inkml:trace>
  <inkml:trace contextRef="#ctx0" brushRef="#br1" timeOffset="112">29745 14227 8912,'-9'-3'0,"1"1"0,-1-2 0,1 1 0,-1 2 0,0-2 0,-2 2 0,-1 1 0,0 4 0,1 2 0,0 6 0,-3 5 0,2 1 0,-2 5 0,2 3 0,-2 3 0,4 2 0,-2-2 0,2 0 0,2-4 0,2-2 0,0 0 0,4-5 0,-4 0 0,3-5 0,-3-4 0,0-5 0,-6 0 0,-1-4 0</inkml:trace>
  <inkml:trace contextRef="#ctx0" brushRef="#br1" timeOffset="113">29435 14545 8912,'-4'5'0,"0"0"0,-5-2 0,0-1 0,1 3 0,0 1 0,2 3 0,2 3 0,1 3 0,2 5 0,-2 3 0,6 1 0,3 2 0,1 4 0,2 1 0,0 0 0,3 0 0,-3-3 0,3 1 0,-3 0 0,0 0 0,3-4 0,-1-5 0,0-7 0,-2-4 0,0-4 0,-1-5 0</inkml:trace>
  <inkml:trace contextRef="#ctx0" brushRef="#br1" timeOffset="114">29668 14760 8912,'-10'11'0,"-1"-3"0,0-1 0,0-2 0,2-1 0,4 0 0,5-4 0,6 3 0,6-2 0,6-1 0,3-4 0,4-1 0,1-3 0,0 0 0,-3-2 0,0-2 0,-1 2 0,1-4 0,-6 3 0,-6 0 0,-2-2 0,-3 1 0,-3-1 0,-2 1 0,-6 2 0,-4 3 0,-5 2 0,-5 1 0,-2 3 0,-2 7 0,-1 2 0,4 9 0,1 4 0,1 3 0,1 2 0,3 3 0,3 2 0,5 3 0,2 0 0,4-3 0,8 2 0,3-5 0,6-4 0,6-7 0,0-4 0,6-8 0,0-2 0,0-6 0,0-3 0,-3-9 0,-1 0 0,-3-8 0,1 0 0,-5-3 0,-5 1 0,-2-1 0,-4 3 0,-1 0 0,-2 0 0,-4-3 0,-1 1 0,-2 2 0,-3 1 0,-1 1 0,-2 4 0,0 7 0,1 3 0,0 4 0,2 6 0,2 3 0,4 6 0,0 5 0,0 2 0,1 5 0,2-2 0,3 0 0,6 1 0,1-4 0,4 2 0,0 0 0,1-1 0,2-1 0,0-5 0,-1 1 0,-5-3 0,-1 3 0,-5-1 0,-4-1 0,-5-1 0,-7 1 0,-5 1 0,-7 2 0,-3 1 0,-2 0 0,-1-3 0,3 2 0,0-1 0,4-3 0,0-2 0,4-3 0,3-4 0,3-2 0,4-12 0,2-7 0,6-8 0,2-5 0</inkml:trace>
  <inkml:trace contextRef="#ctx0" brushRef="#br1" timeOffset="115">30442 14184 8912,'4'-3'0,"-4"1"0,-5 0 0,-3 1 0,0 2 0,-1 2 0,-2 2 0,-1 8 0,2 5 0,0 7 0,5 5 0,2 8 0,3 3 0,0 3 0,6 1 0,-2-20 0,1-1 0,9 18-261,0 1 0,6-5 261,0 2 0,3 0 0,-3 0 0,-2-4 0,-3-4 0,0 0 0,-7-6 0,2 0 0,-7-9 0,-1-1 0,-2-5 0,0 3 0</inkml:trace>
  <inkml:trace contextRef="#ctx0" brushRef="#br1" timeOffset="116">30605 15061 8912,'-8'8'0,"-1"-2"0,3 0 0,1-3 0,-2-1 0,-1-1 0,4-1 0,0-1 0,4-2 0,3-2 0,0-3 0,4-2 0,2-1 0,-1 0 0,4-3 0,0 2 0,0-2 0,-1 4 0,-2-2 0,-1 1 0,0 1 0,-2 3 0,-2 4 0,-12-1 0,-2 4 0</inkml:trace>
  <inkml:trace contextRef="#ctx0" brushRef="#br1" timeOffset="117">20737 11494 8912,'4'-10'0,"-1"-1"0,-2-4 0,-1-1 0,0-1 0,0 3 0,0 3 0,0 1 0,0 2 0,-1 3 0,-2 2 0,2 3 0,-4 3 0,0 5 0,0 5 0,0 3 0,-1 9 0,1 3 0,1 1 0,-2 6 0,4 2 0,-2 1 0,2-1 0,-1 0 0,1-1 0,1 2 0,1 0 0,0-6 0,0-6 0,4-4 0,2-5 0,1-4 0,5-4 0,-1-6 0,4-10 0,-2-4 0,2-5 0,3-1 0,1-4 0,-5-2 0,1 2 0,-3 1 0,-1-1 0,-3 2 0,-2 2 0,-4 2 0,-1 7 0,-1-1 0,0 3 0,0 5 0,0 4 0,0 6 0,0 3 0,0 3 0,0-1 0,0 3 0,0-4 0,0-1 0</inkml:trace>
  <inkml:trace contextRef="#ctx0" brushRef="#br1" timeOffset="118">20900 11829 8912,'9'4'0,"-1"1"0,1 2 0,0-1 0,2-2 0,1-4 0,0-1 0,-2-2 0,2-5 0,-2-5 0,-4-1 0,2-11 0,-3 3 0</inkml:trace>
  <inkml:trace contextRef="#ctx0" brushRef="#br1" timeOffset="119">20960 11580 8912,'-13'-4'0,"1"0"0,3-2 0,3 0 0,1 3 0,3-4 0,-2 6 0,4-3 0,5 4 0,2 0 0,4 0 0,4 4 0,-1 2 0,0-2 0,0-2 0,-3 7 0,1 1 0</inkml:trace>
  <inkml:trace contextRef="#ctx0" brushRef="#br1" timeOffset="120">21124 11752 8912,'8'13'0,"-3"-1"0,3-7 0,-7-1 0,3 0 0,-4-3 0,0 6 0,0-2 0</inkml:trace>
  <inkml:trace contextRef="#ctx0" brushRef="#br1" timeOffset="121">21141 11829 8912,'0'13'0,"-4"0"0,2-2 0,-2 1 0,0-2 0,1 0 0,3-2 0,0-3 0,1-2 0,2-6 0,-1-2 0,3-3 0,1-5 0,3-1 0,0-3 0,3-3 0,-3 2 0,3-3 0,-2 0 0,1 2 0,0 2 0,0 2 0,-2 1 0,0 0 0,-1 5 0,-3 3 0,3 4 0,-2-1 0,-2 3 0,-2 3 0,2 6 0,-1 5 0,3 3 0,-3 3 0,2-2 0,-1 3 0,1-1 0,2 0 0,0 0 0,2-6 0,0 1 0,-1-3 0,1-2 0,-1-4 0,1 1 0,0-5 0,2 0 0,1-5 0,0-1 0,-1-5 0,-1-2 0,1-2 0,-1 1 0,-1-1 0,-4-1 0,1 3 0,-4-2 0,1 2 0,-3 1 0,-3-1 0,-3 4 0,-5 1 0,1 4 0,-1-1 0,0 3 0,0 0 0,1 0 0,-1 3 0,1 3 0,2 2 0,0 4 0,2 2 0,0 0 0,3 0 0,-3-2 0,3 2 0,0-3 0,3 4 0,1-5 0,2 2 0,2-1 0,3-2 0,5 0 0,2-6 0,3-1 0,2-1 0,7-2 0,-1-2 0,2-2 0,-3-3 0,-2-2 0,0-1 0,-3 1 0,0-1 0,-6 0 0,-3 0 0,-2 1 0,-3-1 0,-2 1 0,-4 2 0,-1 0 0,-2 2 0,-2-1 0,-4 1 0,-2-2 0,-1 0 0,0 3 0,0 2 0,3 2 0,-3 1 0,3 1 0,0 2 0,1-1 0,-1 4 0,4-1 0,1 4 0</inkml:trace>
  <inkml:trace contextRef="#ctx0" brushRef="#br1" timeOffset="122">21554 11829 8912,'0'8'0,"0"1"0,0 0 0,0-1 0,1 1 0,2-1 0,2 1 0,3-1 0,1-3 0,0-2 0,-1-2 0,1-1 0,-2-1 0,-1-2 0,2-1 0,-3-5 0,2 0 0,-1 1 0,2-1 0,-5 1 0,3-1 0,-2 3 0,-3 2 0,2 0 0,-2 1 0,3 3 0,-2 1 0,1 2 0,4-1 0,-1 3 0,-1 1 0,4 3 0,-2-4 0,4 0 0,-1 0 0,-2 0 0,2-3 0,1 1 0,-1-6 0,2-2 0,-3-4 0</inkml:trace>
  <inkml:trace contextRef="#ctx0" brushRef="#br1" timeOffset="123">21804 11786 8912,'4'-4'0,"0"-1"0,-4-3 0,4 3 0,1 0 0,3 3 0,2-1 0,1 1 0,3 5 0,-5-2 0,-1 3 0</inkml:trace>
  <inkml:trace contextRef="#ctx0" brushRef="#br1" timeOffset="124">21958 11829 8912,'6'17'0,"0"0"0,-1 0 0,0-3 0,-1 2 0,-4-2 0,0 2 0,0-2 0,0-2 0,0-3 0,0-4 0,0-2 0,0-6 0,0-6 0,0-5 0,0-3 0,0-3 0,0 5 0,0-1 0</inkml:trace>
  <inkml:trace contextRef="#ctx0" brushRef="#br1" timeOffset="125">22019 11786 8912,'8'-26'0,"1"3"0,0 2 0,-1 2 0,1 3 0,-1 4 0,1 1 0,-1 1 0,-3 2 0,3-1 0,-3 1 0</inkml:trace>
  <inkml:trace contextRef="#ctx0" brushRef="#br1" timeOffset="126">26992 11820 8912,'-17'-11'0,"0"-1"0,3 2 0,3 3 0,1 1 0,3 5 0,1 1 0,2 0 0,4 4 0</inkml:trace>
  <inkml:trace contextRef="#ctx0" brushRef="#br1" timeOffset="127">26923 11837 8912,'0'21'0,"0"2"0,1-1 0,2 1 0,-1 2 0,3 2 0,-1-2 0,1 0 0,0-4 0,2 0 0,-2-1 0,2 0 0,1-4 0,0-5 0,-2-2 0,0-3 0,1-3 0,0-2 0,2-3 0,-1-4 0,2-4 0,1-7 0,-1-3 0,2 0 0,-4-4 0,-2 1 0,1 1 0,-5-1 0,1 4 0,-3-1 0,3 6 0,0 2 0,0 3 0,-3 0 0,0 4 0,0 3 0,0 4 0,0 5 0,0 4 0,4 2 0,1 4 0,3 0 0,1 1 0,-1-1 0,2 0 0,0-1 0,2-1 0,0-3 0,0-3 0,-3-5 0,3-1 0,-3-2 0,0-1 0,-1-1 0,-3-2 0,2-5 0,-4-7 0,0-1 0,-7-5 0,-1-1 0</inkml:trace>
  <inkml:trace contextRef="#ctx0" brushRef="#br1" timeOffset="128">27207 11709 8912,'-12'13'0,"-1"-4"0,-1-3 0,-2 1 0,1 4 0,3 0 0,0 3 0,3-7 0,0 0 0</inkml:trace>
  <inkml:trace contextRef="#ctx0" brushRef="#br1" timeOffset="129">27104 11820 8912,'0'5'0,"4"-1"0,0-4 0,5 0 0,-1-1 0,-3-2 0,3-2 0,-2-3 0,-2-1 0,-1 0 0,-2-2 0,-1 0 0,0 0 0,0 2 0,0 3 0,0 0 0,-4 4 0,3-2 0,-3 8 0,4 2 0,4-1 0,1 0 0,6-3 0,0 1 0,2-2 0,-2-1 0,0 0 0,3 0 0,-2 0 0,2 0 0,-1 0 0,3 0 0,-3 0 0,0 0 0,-2 0 0,-2 0 0,-1 0 0,-3 0 0,-1 4 0,-4 2 0,0-3 0,0 1 0</inkml:trace>
  <inkml:trace contextRef="#ctx0" brushRef="#br1" timeOffset="130">27319 11829 8912,'0'8'0,"0"1"0,0 0 0,0-1 0,0 1 0,0-1 0,0 1 0,0-4 0,0-1 0,1-4 0,2 0 0,-2-4 0,3-1 0,-4-4 0</inkml:trace>
  <inkml:trace contextRef="#ctx0" brushRef="#br1" timeOffset="131">27345 11794 8912,'3'-17'0,"0"0"0,3 4 0,-5-4 0,7 4 0,-2-4 0,1 4 0,2 2 0,-1 4 0,1 5 0,0 1 0,-1 1 0,1 1 0,-1 1 0,1 3 0,0 4 0,-1 0 0,1 3 0,-1-3 0,1 3 0,0-3 0,-1 0 0,4-1 0,-1-3 0,2-1 0,-2-4 0,0 0 0,3 0 0,-3-5 0,3-2 0,-2-4 0,-1 1 0,-2-4 0,0 0 0,-1-2 0,-3-1 0,2 0 0,-4 3 0,0-2 0,-3 1 0,-1 0 0,-2 1 0,-2 2 0,-3 7 0,-2 1 0,-1 4 0,0 0 0,1 0 0,0 7 0,1 5 0,1 3 0,-1 2 0,1 3 0,-1 0 0,4 2 0,2-3 0,2 1 0,1-1 0,1-2 0,2-3 0,3-1 0,5-5 0,4-3 0,5-2 0,2-4 0,4-5 0,3-3 0,3-8 0,-2-2-180,2-1 1,1-1 179,2-2 0,-4 1 0,-8 2 0,-2 1 0,-3-4 0,-5 1 0,-3 0 0,-2 4 0,-2 3 0,-4 2 0,1-2 0,-3 3 0,-3 3 0,-2 4 0,-4 2 0</inkml:trace>
  <inkml:trace contextRef="#ctx0" brushRef="#br1" timeOffset="132">27913 11459 8912,'-14'9'0,"2"-1"0,2 1 0,0 0 0,-2-1 0,2 1 0,1 2 0,3 1 0,0 2 0,3-2 0,1 1 0,1-1 0,1 0 0,0-4 0,4 1 0,1-1 0,3-3 0,1-1 0,-1-4 0,4-2 0,-1-3 0,4-2 0,-4-7 0,4-1 0,-4-2 0,1 3 0,-4-1 0,0 1 0,-2-2 0,-1 1 0,-1 4 0,2 1 0,-3 2 0,0-1 0,-3 4 0,0 3 0,0 4 0,0 4 0,0 6 0,0 0 0,0 2 0,0 3 0,3-3 0,-1-2 0,4 0 0,0-3 0,2 0 0,4-1 0,0-3 0,1-2 0,-1-2 0,2-1 0,-2 0 0,2-4 0,-2-1 0,-2-7 0,-4-2 0,1-3 0,-4-3 0,-1-2 0,2 0 0,-3-2 0,2 4 0,-2-3 0,-1 3 0,0 3 0,0 2 0,-3 5 0,0-2 0,-3 7 0,5 1 0,-3 4 0,9 0 0,3 0 0,7 0 0,4 0 0,0 0 0,4 0 0,0 1 0,2 2 0,-2 1 0,0 5 0,-6 0 0,0 3 0,-6-3 0,1 3 0,-6 0 0,-4 0 0,-1 2 0,-1-2 0,0-5 0,0-3 0</inkml:trace>
  <inkml:trace contextRef="#ctx0" brushRef="#br1" timeOffset="133">28334 11459 8912,'0'0'0</inkml:trace>
  <inkml:trace contextRef="#ctx0" brushRef="#br0" timeOffset="134">30485 13239 8912,'-5'3'0,"-1"-1"0,-1 0 0,0-1 0,-2-1 0,3 0 0,1 0 0,3-1 0,-1-2 0,2 3 0,1-4 0,0 0 0,4 3 0,1-2 0,3-1 0,1 1 0,2 0 0,1 0 0,1-2 0,-1 0 0,3-2 0,-4 5 0,3-2 0,-2 1 0,-1 2 0,-2-2 0,0 2 0,-1 1 0,-7 0 0,-2 0 0</inkml:trace>
  <inkml:trace contextRef="#ctx0" brushRef="#br0" timeOffset="135">30477 13462 8912,'-4'13'0,"-1"-7"0,-3 3 0,3-6 0,1 1 0,4-5 0,1-1 0,2-2 0,3-1 0,4-1 0,2-2 0,3-1 0,-1 1 0,2-1 0,2 0 0,-4 4 0,0-1 0,-3 0 0,5-6 0,-3-2 0</inkml:trace>
  <inkml:trace contextRef="#ctx0" brushRef="#br0" timeOffset="136">30761 13118 8912,'-1'6'0,"-2"0"0,2 0 0,-3 2 0,4 1 0,0-1 0,0 1 0,0 0 0,1-1 0,2 1 0,-2 2 0,2 2 0,-1-1 0,1 0 0,-2 0 0,1-3 0,0-1 0,1 1 0,-2-1 0,2 1 0,-2-3 0,-1-1 0,0-3 0,0 2 0,0-4 0,0 0 0</inkml:trace>
  <inkml:trace contextRef="#ctx0" brushRef="#br0" timeOffset="137">30769 13247 8912,'0'-12'0,"0"-1"0,0-1 0,0-2 0,0 6 0,0-1 0,4-2 0,1 4 0,4-1 0,-1 4 0,-2 4 0,0-1 0,-1 6 0,4 3 0,-1 1 0,-3 2 0,3-1 0,-2 1 0,-1 2 0,0 1 0,-2-1 0,3-2 0,-4 2 0,1 1 0,-1-1 0,0-2 0,-1-3 0,2-1 0,-2 2 0,-1 1 0,0-4 0,0 1 0,0-2 0,0-2 0,-4 3 0,0-4 0</inkml:trace>
  <inkml:trace contextRef="#ctx0" brushRef="#br0" timeOffset="138">30864 13247 8912,'0'-12'0,"0"-2"0,4-3 0,-3 4 0,4-2 0,-3 3 0,0-2 0,4 2 0,0 1 0,2 3 0,1 3 0,0 2 0,-1 2 0,1 2 0,-1 2 0,-2 4 0,0 5 0,-4 2 0,1-2 0,-1 1 0,0-1 0,-1 1 0,2-2 0,1-1 0,-1 1 0,1-1 0,-1-2 0,-1-3 0,3-2 0,1-2 0,3-1 0</inkml:trace>
  <inkml:trace contextRef="#ctx0" brushRef="#br0" timeOffset="139">31174 13050 8912,'-13'0'0,"4"-3"0,-3 0 0,3 0 0,0 3 0,3 0 0,1 0 0,-2 0 0,-1 0 0,4 4 0,1 2 0,2 1 0,1 2 0,0 2 0,0 1 0,0-1 0,0-2 0,0-1 0,0 1 0,1-1 0,1-2 0,0 0 0,2-4 0,-1 1 0,-2-2 0,4-1 0,-2 0 0,-1-1 0,3-2 0,-2 1 0,3-4 0,-3 2 0,3-2 0,-4-1 0,3 3 0,0 0 0,0 1 0,-2 0 0,2 3 0,-2 0 0,3 0 0,-3 0 0,3 0 0,-4 0 0,5 4 0,-5 0 0,4 5 0,-4 0 0,1-1 0,0-2 0,0 0 0,0-4 0,1 5 0,1-2 0</inkml:trace>
  <inkml:trace contextRef="#ctx0" brushRef="#br0" timeOffset="140">31243 13015 8912,'-5'-4'0,"0"3"0,2-1 0,2-3 0,-2-1 0,6 2 0,3 1 0,2 2 0,0 1 0,1 0 0,-1 0 0,4 1 0,-1 2 0,1 3 0,-4 4 0,1 2 0,0-2 0,-2 3 0,-1-2 0,-2 5 0,-4-2 0,0 1 0,0 0 0,-1 1 0,-2-2 0,-2 1 0,-3 0 0,-1-3 0,0-3 0,4-2 0,-1-1 0,1-3 0,-1-6 0,-1-5 0,2-6 0</inkml:trace>
  <inkml:trace contextRef="#ctx0" brushRef="#br0" timeOffset="141">31415 12972 8912,'-9'5'0,"0"3"0,1-3 0,-1 7 0,1 2 0,-1 2 0,0 2 0,1 0 0,-1 2 0,4-2 0,3 2 0,1-2 0,1-1 0,3-3 0,3-3 0,2-5 0,0-3 0,2-2 0,1-1 0,3-8 0,3-1 0</inkml:trace>
  <inkml:trace contextRef="#ctx0" brushRef="#br0" timeOffset="142">31613 12697 8912,'0'-5'0,"0"2"0,0 2 0,0-2 0,0 2 0,0-3 0,0 0 0,0 3 0,0-3 0,0 1 0,0 2 0,0-3 0,0 0 0,0 3 0,-1-3 0,-2 4 0,1 0 0,-4 0 0,3 3 0,-3 0 0,4 1 0,-4-1 0,3-2 0,-3 5 0,4-4 0,-4 6 0,3-3 0,-3 0 0,3 1 0,-3 3 0,1 2 0,-1 1 0,0 0 0,1-2 0,-4 5 0,1-2 0,3 1 0,-2 2 0,4-5 0,-3 2 0,3-2 0,0-1 0,3 2 0,0-3 0,0-5 0,0 4 0,0-7 0,1 3 0,2-4 0,3 0 0,2 0 0,0 0 0,1 0 0</inkml:trace>
  <inkml:trace contextRef="#ctx0" brushRef="#br0" timeOffset="143">31544 12903 8912,'0'9'0,"0"0"0,3-1 0,-1 2 0,0 1 0,2-1 0,-1 1 0,0-1 0,-3-2 0,0 4 0,0-1 0,-1 4 0,-2-4 0,1 2 0,-4-3 0,0 2 0,-2 2 0,0-4 0,-1 2 0,3-3 0,0 0 0,2-3 0,-2-1 0,-2 1 0,7-1 0,-6-1 0,6-4 0,-3 0 0,12 0 0,-3 0 0,7 0 0,-6 1 0,-1 2 0,0 2 0,0 3 0,-2 1 0,2 3 0,0 2 0,1 5 0,-3 2 0,-2 1 0,-1 5 0,0 5 0,-4 1 0,-3 2 0,-2 3 0,-3 2 0,-2 0 0,2 3 0,-2-3-205,3 3 1,-3-4 204,6-4 0,-2-1 0,7 0 0,0-7 0,3-4 0,1-4 0,2-2 0,2-3 0,3-3 0,2-1 0,2-2 0,1 1 0,4-1 0,1 1 0,1 0 0,1-2 0,0-1 0,1 1 0,-1-4 0,0-1 0,-3 2 0,0 1 0</inkml:trace>
  <inkml:trace contextRef="#ctx0" brushRef="#br0" timeOffset="144">31699 12964 8912,'8'0'0,"-2"0"0,0 0 0,0 0 0,2 0 0,1 0 0,-1 0 0,1 1 0,-1 0 0,0 3 0,-2 1 0,1 1 0,-5 2 0,4 1 0,-3 0 0,-1 0 0,-1 3 0,-2-3 0,-2 3 0,-3-2 0,-1 2 0,-2-3 0,0 3 0,1-3 0,-1 0 0,3-2 0,1-1 0,3 2 0,2-6 0,7 2 0,3 0 0,1 0 0,3-1 0,0-2 0,3 2 0,1 2 0,-1 0 0,-1 0 0,-2 1 0,2 0 0,-5 2 0,-2-2 0,-3 0 0,-5 0 0,2 6 0,-6-2 0,-6 5 0,-4-4 0,-7 2 0,-1 1 0,0-2 0,0 1 0,1-2 0,3-2 0,0-1 0,1-3 0,1-2 0,4-3 0,5-3 0,2-6 0,4-8 0,4-5 0,1-3 0</inkml:trace>
  <inkml:trace contextRef="#ctx0" brushRef="#br0" timeOffset="145">32008 13084 8912,'-3'8'0,"-3"-3"0,2-1 0,0-4 0,4 0 0,4-3 0,2 0 0,1-3 0,2 0 0,3 1 0,3 0 0,0 2 0,-1-3 0,3 0 0,-4-2 0</inkml:trace>
  <inkml:trace contextRef="#ctx0" brushRef="#br0" timeOffset="146">32335 12929 8912,'-1'-7'0,"-1"1"0,1-2 0,-7 7 0,3-3 0,-3 4 0,2 1 0,-1 3 0,-2 5 0,-1 4 0,-2 7 0,4 3 0,0 1 0,3-1 0,-2 2 0,4-2 0,0 2 0,3 0 0,4-3 0,2-2 0,1-5 0,2-4 0,2-2 0,1-3 0,2-3 0,-1-4 0,0-2 0,2-6 0,1-3 0,-2-2 0,-1-5 0,-1 2 0,-3-3 0,3 1 0,-4-2 0,-2-1 0,-1 3 0,-2-1 0,-2 1 0,2 2 0,-6 1 0,-3 2 0,-3 2 0,-2 3 0,0 3 0,-3 0 0,4 4 0,-2 0 0,3 3 0,0 2 0,0 4 0,1-2 0,-1 3 0</inkml:trace>
  <inkml:trace contextRef="#ctx0" brushRef="#br0" timeOffset="147">32241 13058 8912,'-9'5'0,"0"2"0,1-4 0,-1-1 0,4-2 0,2 0 0,3 0 0,11-3 0,6-3 0,3 1 0,3-1 0,1 1 0,1 0 0,-2 0 0,0 2 0,-4 2 0,6-3 0,-3 4 0</inkml:trace>
  <inkml:trace contextRef="#ctx0" brushRef="#br0" timeOffset="148">32559 13067 8912,'0'6'0,"0"-1"0,0-2 0,0 3 0,4-4 0,-2 3 0,3-3 0,-2 4 0,3 2 0,-3 0 0,0 4 0,-3 0 0,0 3 0,0 3 0,-4 0 0,-2 5 0,-4 2 0,-2 0 0,-7 3 0,1-6 0</inkml:trace>
  <inkml:trace contextRef="#ctx0" brushRef="#br0" timeOffset="149">31871 13772 8912,'-9'-4'0,"0"-1"0,1 0 0,-1 2 0,1 3 0,-1 0 0,0 0 0,1 3 0,-1 3 0,2 5 0,1 0 0,-1 4 0,4 0 0,1 1 0,1 1 0,1 0 0,0 0 0,0 1 0,0-1 0,3-1 0,1-2 0,1-2 0,2-3 0,0-1 0,3-2 0,0-3 0,2-2 0,-1-1 0,-2 0 0,2-4 0,1-2 0,2-3 0,-2-2 0,-1 1 0,-2-5 0,-1 0 0,1-1 0,-4-2 0,-2 1 0,-2 0 0,-1 0 0,-1 1 0,-2-1 0,-4 2 0,-4 0 0,1-2 0,-4 5 0,0 1 0,0 2 0,-1 1 0,3 3 0,0 1 0,1 5 0,0 2 0,0 2 0,2 7 0,0 2 0,3 0 0,2-1 0,0 0 0,2 1 0,1 0 0,1 3 0</inkml:trace>
  <inkml:trace contextRef="#ctx0" brushRef="#br0" timeOffset="150">31793 13892 8912,'-1'8'0,"-2"-3"0,2 0 0,-2-3 0,-1 1 0,3 0 0,-3-3 0,5 0 0,2 0 0,3-1 0,5-2 0,2 2 0,5-2 0,2 1 0,0-1 0,4 0 0,-1-3 0,-2-2 0,-1 3 0,2-3 0,0-1 0</inkml:trace>
  <inkml:trace contextRef="#ctx0" brushRef="#br0" timeOffset="151">32069 13875 8912,'1'8'0,"1"-3"0,-1-1 0,3-4 0,0 0 0,1 0 0,4-3 0,3 0 0,-3-2 0,3 2 0,0-4 0,0 1 0,-2 0 0,0 0 0,2-6 0,2 3 0</inkml:trace>
  <inkml:trace contextRef="#ctx0" brushRef="#br0" timeOffset="152">32266 13746 8912,'0'-5'0,"0"-3"0,0 3 0,3 0 0,0-1 0,4 4 0,-1-1 0,-2 0 0,2 0 0,1 0 0,1-1 0,0 3 0,1-2 0,-1 2 0,1 1 0,0 4 0,-1 1 0,1 4 0,-4-1 0,-3 1 0,-1-1 0,-1 1 0,-1 0 0,-1-1 0,0-2 0,-4 0 0,4-1 0,-1 4 0,-2-1 0,4 1 0,-2 0 0,3-4 0,0 1 0,0 1 0,0 0 0,0 1 0,3-2 0,1 1 0,2-1 0,2 2 0,-3 0 0,3 1 0,1 0 0,-1-1 0,1 1 0,-1-2 0,1-1 0,-3 1 0,-2-3 0,0 1 0,-2 1 0,-1-1 0,-1 1 0,-4-2 0,-1 2 0,0 1 0,-1-4 0,0 0 0,-2-3 0,-1 0 0,1 0 0,-1 0 0,0-8 0,1-2 0</inkml:trace>
  <inkml:trace contextRef="#ctx0" brushRef="#br0" timeOffset="153">32439 13583 8912,'13'-1'0,"-2"-2"0,-1-3 0,-1-2 0,2 0 0,1-1 0,-1 1 0,-2 0 0,-1 2 0,1 3 0,2 0 0,1 0 0,-1 0 0,-2 3 0,-1 5 0,1 3 0,-3 2 0,0 4 0,-5 3 0,2 3 0,-2 1 0,-1-1 0,0-1 0,0 4 0,0-3 0,0 0 0,-3-1 0,1 0 0,0 0 0,1-2 0,1-2 0,0-4 0,0 1 0,0-3 0,1-1 0,1-3 0,3 2 0,4-4 0,-1 0 0,1-3 0,0 0 0,-1 0 0,1 0 0,-3 0 0,-1 0 0,-3 0 0,1 0 0,-6 0 0,1 3 0,-3 3 0,-1 3 0,-3 2 0,2 4 0,1 1 0,-1 2 0,4 2 0,0 3 0,3 6 0,0 1 0,0 5 0,1-1 0,2 0 0,-2 1 0,2-1 0,-2 1 0,-1-1 0,-8 1 0,-3 1 0,-4-2 0,-10 2 0,0-5 0,-8 2 0,1-1-147,-3-6 1,8-6 146,-2-6 0,3-3 0,3-5 0,3-3 0,2-2 0</inkml:trace>
  <inkml:trace contextRef="#ctx0" brushRef="#br0" timeOffset="154">31991 14270 8912,'-5'4'0,"3"-4"0,1-4 0,1-4 0,0 2 0,1 1 0,1 1 0,-1-2 0,4 5 0,-2-2 0,-2 2 0,3 5 0,-4 1 0</inkml:trace>
  <inkml:trace contextRef="#ctx0" brushRef="#br0" timeOffset="155">31974 14382 8912,'-9'32'0,"0"0"0,-3 1 0,3-5 0,-4 5 0,5-5 0,2 1 0,0-3 0,4-4 0,-1-2 0,0-2 0,0-1 0,-1 0 0,1 1 0,2-5 0,-3-1 0,4-7 0,0-1 0,0-5 0,0-2 0,0-2 0,0-7 0,0-1 0</inkml:trace>
  <inkml:trace contextRef="#ctx0" brushRef="#br0" timeOffset="156">32026 14210 8912,'7'1'0,"0"1"0,-1 1 0,-3 0 0,2-3 0,-3 0 0,2 0 0,-12-4 0,5 3 0,-5-2 0,0 2 0,-3 1 0,-3 0 0,-3 0 0,-4 4 0,-2 2 0,-6 2 0,-6 4 0,1 0 0,-4 3 0,3 0 0,16-5 0,4 3 0</inkml:trace>
  <inkml:trace contextRef="#ctx0" brushRef="#br0" timeOffset="157">31681 14348 8912,'-5'3'0,"-1"-1"0,0 1 0,1 1 0,1-3 0,1 2 0,2-2 0,-2-1 0,6 0 0,3 0 0,1-1 0,2-2 0,-1-3 0,5-1 0,0-2 0</inkml:trace>
  <inkml:trace contextRef="#ctx0" brushRef="#br0" timeOffset="158">31965 14219 8912,'0'-5'0,"0"-3"0,0 7 0,4-6 0,1 6 0,4-2 0,-1 5 0,1 2 0,0 0 0,3 3 0,-2 4 0,5 0 0,-1 3 0,3-2 0,0 3 0,-3-9 0,-2 2 0</inkml:trace>
  <inkml:trace contextRef="#ctx0" brushRef="#br0" timeOffset="159">32180 14348 8912,'9'11'0,"0"1"0,3-1 0,-6-2 0,5-5 0,-6 0 0,4-4 0</inkml:trace>
  <inkml:trace contextRef="#ctx0" brushRef="#br0" timeOffset="160">26192 12491 8912,'-4'-9'0,"2"3"0,-4 1 0,1-2 0,0-1 0,1 4 0,4 0 0,0 4 0,0 7 0,0-5 0,0 10 0,0-6 0,0-2 0,0 2 0,0-3 0,0 3 0,0-4 0,0 2 0,0-1 0,0-2 0,0 3 0,-4-4 0,3 0 0,-3 0 0,2-1 0,-1-2 0,0 2 0,3-3 0,0 4 0,0-3 0,0 2 0,0-3 0,-4 4 0,3-1 0,-2-2 0,2 2 0,1-3 0,0 0 0,-4 3 0,3-2 0,-2 3 0,3 0 0,0 3 0,0-2 0,0 7 0,0-7 0,0 3 0,-3-3 0,0 2 0,0-2 0,3 2 0,0-3 0,0 0 0</inkml:trace>
  <inkml:trace contextRef="#ctx0" brushRef="#br0" timeOffset="161">26132 12577 8912,'4'-1'0,"0"-1"0,0-1 0,-3-1 0,2 1 0,-2 2 0,-1-2 0,-4 6 0,3-2 0,-3 3 0,4-4 0,0 0 0,0 4 0,0 1 0</inkml:trace>
  <inkml:trace contextRef="#ctx0" brushRef="#br0" timeOffset="162">26166 12585 8912,'-5'1'0,"1"1"0,1 1 0,2 0 0,-3 1 0,3-3 0,-2 2 0,2-2 0,-3-1 0,0 0 0,3 0 0,-3 0 0,1 0 0,2 0 0,-7 0 0,3 3 0,-3 2 0</inkml:trace>
  <inkml:trace contextRef="#ctx0" brushRef="#br0" timeOffset="163">26166 12620 8912,'5'-1'0,"-2"-2"0,-2-3 0,-1-1 0,-3-2 0,0 0 0,0 1 0,-1-1 0,3 1 0,-3-2 0,2 0 0,-1-2 0,-1 0 0,2 1 0,-2 0 0,-1 0 0,2 2 0,-2 0 0,-1 1 0,-3 2 0,1 1 0,-1 1 0,0 1 0,-3 3 0,2 0 0,-5 0 0,1 5 0,-3 4 0,0 0 0,-1 5 0,4 2 0,1 4 0,-1 2 0,1 0 0,3 3 0,2-2 0,0 1 0,5 2 0,1-3 0,5 0 0,2-1 0,3 1 0,4-2 0,-1-4 0,4 0 0,-4 0 0,5 1 0,-3-2 0,0-1 0,-1 0 0,-3-2 0,0 1 0,-1 2 0,-3-5 0,-2 0 0,-6-2 0,-1 0 0,-9-5 0,0 0 0</inkml:trace>
  <inkml:trace contextRef="#ctx0" brushRef="#br0" timeOffset="164">25779 12921 8912,'-4'4'0,"3"0"0,-7 0 0,7-3 0,-1 2 0,5-5 0,6-1 0,1-5 0,4 0 0,1-2 0,5-4 0,1 1 0,2-2 0,2-1 0,-2 2 0,1-5 0,-1-1 0,-2-3 0,-4 3 0,-3-4 0,-2 2 0</inkml:trace>
  <inkml:trace contextRef="#ctx0" brushRef="#br0" timeOffset="165">26140 12113 8912,'0'-12'0,"0"1"0,0 0 0,0 2 0,0 4 0,0 2 0,0 6 0,0 3 0,0 5 0,0 3 0,1 4 0,2 2 0,2-1 0,3 4 0,1-1 0,0 1 0,-2-2 0,-1 0 0,2-3 0,-4 7 0,5-4 0</inkml:trace>
  <inkml:trace contextRef="#ctx0" brushRef="#br0" timeOffset="166">26261 12654 8912,'-6'5'0,"0"-2"0,4-2 0,-2-2 0,4-2 0,4 0 0,2-6 0,5 3 0,1-6 0,1 2 0,3-2 0,0 3 0,1-3 0,-4 3 0,4-4 0,-4 0 0</inkml:trace>
  <inkml:trace contextRef="#ctx0" brushRef="#br0" timeOffset="167">26312 12766 8912,'-3'6'0,"1"-1"0,-2-3 0,1 1 0,2-2 0,-2-2 0,6-2 0,3-4 0,4-5 0,3 2 0,0 0 0,-2 2 0,4-1 0,-2-3 0,2 1 0,-2 0 0,-2 2 0,-1-3 0,2-2 0</inkml:trace>
  <inkml:trace contextRef="#ctx0" brushRef="#br0" timeOffset="168">26502 12405 8912,'4'0'0,"0"0"0,-4 0 0,0 4 0,0 0 0,0 5 0,0 0 0,0-1 0,3 5 0,0 1 0,4 2 0,-2 1 0,0 3 0,1 1 0,-4-1 0,1-3 0,-2 0 0,-1 0 0,0 0 0</inkml:trace>
  <inkml:trace contextRef="#ctx0" brushRef="#br0" timeOffset="169">26467 12603 8912,'-5'-4'0,"2"3"0,4-7 0,1 2 0,3 1 0,4-4 0,0 2 0,3-4 0,1 0 0,1 0 0,2-2 0,-3-5 0</inkml:trace>
  <inkml:trace contextRef="#ctx0" brushRef="#br0" timeOffset="170">26682 12293 8912,'5'-4'0,"0"3"0,-2-2 0,-2 2 0,2 2 0,-2 3 0,1 5 0,1 4 0,4 7 0,-1 3 0,-1 2 0,4 1 0,-2 4 0,4 4 0,0 1 0,0-1 0,-1 0 0,2-3 0</inkml:trace>
  <inkml:trace contextRef="#ctx0" brushRef="#br0" timeOffset="171">23542 12130 8912,'8'-4'0,"0"-2"0,-2-1 0,-2 1 0,-4 1 0,2 0 0,1 1 0,0 1 0,-3-3 0,0 3 0,0-3 0,0 0 0,0-2 0,0 2 0,0 1 0,0-1 0,0-3 0,0 1 0,0-1 0,0 3 0,0 1 0,-1 3 0,-2-1 0,1-1 0,-3 1 0,2 0 0,-3 3 0,-1 0 0,3 0 0,-2 0 0,1 1 0,-1 2 0,-1 2 0,2 4 0,-1 3 0,0 2 0,4 2 0,-4 2 0,4 5 0,-1 3 0,2 2 0,1-2 0,0 2 0,0 1 0,0 3 0,1-4 0,1 0 0,1-1 0,1-2 0,-2-3 0,-1-1 0,3-4 0,-1-3 0,0-3 0,0-1 0,-3-1 0,0-1 0,0-4 0,0-4 0,0-8 0,0-5 0</inkml:trace>
  <inkml:trace contextRef="#ctx0" brushRef="#br0" timeOffset="172">23370 12319 8912,'8'0'0,"1"-3"0,-1 0 0,2-3 0,1 4 0,0-4 0,3 2 0,2 0 0,0 0 0,1-2 0,0 0 0,0 1 0,-3-1 0,2 5 0,-2-11 0,3 3 0</inkml:trace>
  <inkml:trace contextRef="#ctx0" brushRef="#br0" timeOffset="173">23808 11932 8912,'-2'-9'0,"-2"1"0,0-1 0,-1 2 0,0 1 0,2 2 0,-1 5 0,0 2 0,1 5 0,3 7 0,0 5 0,0 3 0,0 2 0,0 0 0,1 1 0,2 0 0,2 0 0,3 0 0,1-1 0,-1 1 0,1 0 0,3-4 0,2-1 0</inkml:trace>
  <inkml:trace contextRef="#ctx0" brushRef="#br0" timeOffset="174">23894 12448 8912,'-9'9'0,"-2"1"0,0-1 0,0-2 0,3-1 0,1-2 0,1 0 0,4-2 0,0-2 0,4 0 0,3 0 0,4 0 0,-1 0 0,1 0 0,3 0 0,0-1 0,0 0 0,1-2 0,2-3 0,-1 3 0,0 0 0,-1 2 0,0-1 0,-3-1 0,3 1 0,-2 2 0,-2 0 0,-4 0 0,1 0 0,3 0 0</inkml:trace>
  <inkml:trace contextRef="#ctx0" brushRef="#br0" timeOffset="175">23920 12714 8912,'-4'0'0,"0"0"0,4 0 0,4-3 0,1-1 0,7-3 0,2 1 0,2 0 0,1 1 0,-3-1 0,2 0 0,-2-2 0,3-1 0,0 1 0</inkml:trace>
  <inkml:trace contextRef="#ctx0" brushRef="#br0" timeOffset="176">24213 12585 8912,'-5'-3'0,"-2"1"0,4-4 0,2 3 0,3-3 0,3 4 0,5 0 0,1 1 0,-1 1 0,1 0 0,2 0 0,-2 0 0,2-3 0,-2 0 0,2-4 0,5 2 0</inkml:trace>
  <inkml:trace contextRef="#ctx0" brushRef="#br0" timeOffset="177">24497 12345 8912,'0'-5'0,"0"1"0,0 12 0,0 3 0,-7 12 0,-2 6 0,-2 8 0,0 6 0,6-19 0,-1 0 0,0 1 0,2 0 0,0 1 0,2 0-220,0 0 1,1 0 0,4 21 0,2 0-1</inkml:trace>
  <inkml:trace contextRef="#ctx0" brushRef="#br0" timeOffset="178">25934 9731 8912,'5'-3'0,"1"1"0,1 0 0,0 0 0,-2-1 0,-2-3 0,-3 1 0,-3 0 0,-1 3 0,-4-6 0,1 3 0,1 1 0,5-1 0,-2 2 0,-1-2 0,0-2 0,-1 1 0,2-1 0,-2 4 0,-2 1 0,-1 1 0,0 1 0,-1 4 0,0 3 0,0 3 0,-3 5 0,3 1 0,-3 1 0,3 3 0,0 0 0,4 3 0,3-3 0,1 0 0,1-3 0,0 1 0,0-1 0,0-4 0,3-1 0,3-7 0,2-1 0,0-4 0,4-4 0,-1-1 0,2-4 0,-2-2 0,0-3 0,2-3 0,0-1 0,-3-2 0,0-2 0,-2-4 0,0-1 0,-2-1 0,-2 0 0,-1-4 0,-2 5 0,2-2 0,-2 0 0,-2 5 0,0 16 0</inkml:trace>
  <inkml:trace contextRef="#ctx0" brushRef="#br0" timeOffset="179">25951 9525 8912,'0'12'0,"0"11"0,0 3 0,0 3 0,1-2 0,2 1 0,2 1 0,3-3 0,1 0 0,-1-6 0,4 0 0,0-2 0,1-2 0,-1-2 0,0-5 0,-4-6 0,1-2 0,-1-1 0,1 0 0,0 0 0,-1-7 0,1-2 0,-3-4 0,-2 1 0,0-2 0,-2-1 0,2-1 0,-1-1 0,0 2 0,-3 1 0,-4 0 0,-2 0 0,1 2 0,0 3 0,-1 3 0,-3 2 0,1 0 0,0 2 0,2 5 0,0 5 0,3 7 0,0 1 0,3 1 0,0 0 0,0 1 0,0-1 0,0 0 0,3-1 0,0-2 0,6-1 0,0-5 0,2 0 0,1-2 0,-3-2 0,4-4 0,-2-1 0,1-2 0,-1-3 0,-2-5 0,-4 0 0,1-3 0,-4 3 0,1 0 0,-2-2 0,-1 2 0,0 0 0,0 2 0,0 0 0,0 1 0,0-1 0,0 4 0,0 2 0,1 3 0,1 0 0,1 3 0,3-1 0,0 4 0,1 1 0,-1 3 0,0 2 0,1-2 0,0 0 0,2-2 0,0-2 0,-1 0 0,1-1 0,-1 0 0,1 0 0,0-3 0,-1 1 0,1-1 0,-3-1 0,-1-1 0,1-3 0,3 0 0,-4-3 0,1 3 0,-1-3 0,1 0 0,1-2 0,-1 0 0,2-5 0,0 0 0</inkml:trace>
  <inkml:trace contextRef="#ctx0" brushRef="#br0" timeOffset="180">26441 9706 8912,'4'-5'0,"-2"1"0,4 4 0,-4-4 0,2 3 0,-4 1 0,0 3 0,0 5 0,0 1 0,0 3 0,0-1 0,0 3 0,0 3 0,0 0 0,0 0 0,0-1 0,0-1 0,2 0 0,1-4 0,0 4 0,-3-4 0,4-3 0,-3-4 0,3-4 0,-4 0 0</inkml:trace>
  <inkml:trace contextRef="#ctx0" brushRef="#br0" timeOffset="181">26459 9620 8912,'-14'0'0,"2"0"0,3 0 0,1-1 0,-1-2 0,4 2 0,1-3 0,5 4 0,2 0 0,2 0 0,4 0 0,2 1 0,0 2 0,5-2 0,-2 2 0,0 0 0,0 0 0,-4 0 0,7-3 0,-4 0 0</inkml:trace>
  <inkml:trace contextRef="#ctx0" brushRef="#br0" timeOffset="182">26570 9654 8912,'0'9'0,"0"-5"0,0 4 0,0-6 0,0 4 0,1-4 0,1 4 0,2 0 0,1-1 0,-2 2 0,2-1 0,0 5 0,1 0 0,2 1 0,-3-4 0,3 1 0,1-1 0,-1 1 0,1-1 0,-1-3 0,1-2 0,0 1 0,-1-2 0,1-3 0,-1-4 0,1-6 0,-1-3 0,-3-3 0,3 0 0,-2 0 0,2 0 0,0-1 0,1 2 0,-1 2 0,4-2 0,-1 5 0,1-4 0,-4 1 0</inkml:trace>
  <inkml:trace contextRef="#ctx0" brushRef="#br0" timeOffset="183">26872 9680 8912,'0'5'0,"0"1"0,0-4 0,-4 2 0,-2-4 0,1-1 0,-1-2 0,1 2 0,-3-3 0,2 1 0,-1 2 0,3-2 0,-2 6 0,2-2 0,4 5 0,0 0 0,0 3 0,0-4 0,0 1 0,0 0 0,0-1 0,0 1 0,4-4 0,1 2 0,4-7 0,-2-1 0,0 0 0,-1 1 0,-4-3 0,4 3 0,0-4 0,3 6 0,-1-2 0,1 3 0,-3 0 0,-1 0 0,1 2 0,3 1 0,-4 4 0,1-1 0,1 0 0,0 0 0,2 2 0,0-3 0,-4-1 0,1-1 0,0-2 0,2-1 0,1 0 0</inkml:trace>
  <inkml:trace contextRef="#ctx0" brushRef="#br0" timeOffset="184">27018 9577 8912,'5'-6'0,"-3"0"0,-1 0 0,0-1 0,2 1 0,-2-2 0,3 7 0,-1 2 0,0 8 0,3 3 0,-4 6 0,2 0 0,-1 2 0,-1-2 0,4 2 0,-4 1 0,1-1 0,0 0 0,0-3 0,3-2 0,-3-2 0,-1-1 0,0-1 0,1-5 0,-2-3 0,5-3 0,0-4 0,2-5 0,-2 0 0,0-5 0,1 1 0,0-1 0,-1 4 0,0-2 0,-1 3 0,0 0 0,3 1 0,-3 3 0,0 1 0,1 8 0,-3 2 0,0 1 0,-3 2 0,1 0 0,1 2 0,1 0 0,-1 0 0,-1-1 0,-1-2 0,0 0 0,3-3 0,-2 3 0,7-7 0,-2 2 0,1-6 0,2-2 0</inkml:trace>
  <inkml:trace contextRef="#ctx0" brushRef="#br0" timeOffset="185">27259 9594 8912,'0'-9'0,"-1"1"0,-2-1 0,2 0 0,-2 1 0,2 2 0,1 0 0,0 4 0,0-5 0,0 6 0,1-2 0,2 6 0,2-1 0,3 3 0,-2 0 0,-1 2 0,-1-1 0,-2 0 0,-1-1 0,-1 1 0,0 0 0,0 2 0</inkml:trace>
  <inkml:trace contextRef="#ctx0" brushRef="#br0" timeOffset="186">27104 9714 8912,'-13'5'0,"3"-1"0,-4-4 0,3 0 0,2-4 0,6-1 0,3-3 0,7 2 0,5 0 0,4 0 0,4-2 0,2-1 0,4 1 0,0-1 0,0 0 0,-4 1 0,-2-1 0,-2 1 0,3-1 0,1 0 0</inkml:trace>
  <inkml:trace contextRef="#ctx0" brushRef="#br0" timeOffset="187">27439 9628 8912,'0'12'0,"0"-1"0,0 0 0,-3-6 0,1 2 0,-4-4 0,3 4 0,-3-2 0,4-1 0,-1 1 0,3-2 0,0-1 0,0 3 0,0-3 0,0 6 0,0-3 0,1 2 0,1-1 0,3-2 0,4-4 0,-1 0 0,1 0 0,-3-3 0,0 0 0,-1-4 0,4-2 0,-1 0 0,-3-2 0,3 1 0,-2 2 0,0-1 0,0 1 0,2-1 0,-4 3 0,2 1 0,0 2 0,-4 1 0,1 5 0,1 1 0,-2 6 0,0 0 0,-1 2 0,2 2 0,0-2 0,3 2 0,-3-3 0,3 1 0,0-3 0,2-2 0,0-1 0,2-2 0,1-4 0,-1 0 0,1 0 0,3-4 0,0-2 0,1-5 0,0-4 0,0 2 0,-3-1 0,-3-1 0,-2 2 0,-1-3 0,-3 1 0,0 3 0,-3 1 0,-1 1 0,-2 1 0,-1 5 0,-5 1 0,-1 3 0,-1 3 0,0 5 0,-3 7 0,3 4 0,-4 1 0,5 3 0,-2-3 0,4 0 0,2-2 0,3 1 0,2 1 0,1-3 0,0-2 0,8-5 0,3 2 0,8-7 0,4-2 0,-1-2 0,1-1 0,3-4 0,3-1 0,-1-3 0,2-8 0,1-3 0</inkml:trace>
  <inkml:trace contextRef="#ctx0" brushRef="#br0" timeOffset="188">23404 17726 8912,'-12'-4'0,"-3"-1"0,-1-3 0,-1 0 0,-1 2 0,-1 1 0,-3 1 0,0 2 0,3 1 0,-1 1 0,3 0 0,3 2 0,2 3 0,3 3 0,1 7 0,2-1 0,3 3 0,3 2 0,0 2 0,0 1 0,0-2 0,0 3 0,4-5 0,5 0 0,-1-2 0,4-5 0,0 0 0,0-5 0,-1-4 0,-1-4 0,0-4 0,2-2 0,-1-5 0,-2-4 0,0-1 0,-1-5 0,1 0 0,-1-3 0,-2-1 0,0-1 0,-3 1 0,2-2 0,-3-1 0,1-2 0,1 3 0,-1 4 0,-1 5 0,-1 4 0,-1 4 0,0 9 0,0 6 0,-1 9 0,-2 11 0,2 6 0,-2 2 0,2 3 0,1 0 0,3-2 0,0-1 0,4 0 0,-2 0 0,4-2 0,2-2 0,-1-2 0,1-3 0,2 1 0,-2-5 0,1-3 0,-4-7 0,1-3 0,0-2 0,-2-7 0,-1-4 0,1-2 0,-4-4 0,-1-2 0,2-4 0,-3 2 0,2-2 0,-2 3 0,-1 2 0,-1 1 0,-2 2 0,2-3 0,-3 5 0,1 2 0,2 4 0,-3 6 0,4 2 0,0 5 0,1 4 0,2-1 0,-1 2 0,3-1 0,2-1 0,1 0 0,0 1 0,1-2 0,-1-4 0,1 2 0,0-7 0,-1 1 0,1-2 0,0-1 0,-1-1 0,1-2 0,-2-1 0,-1-5 0,-2 0 0,-4 1 0,3-4 0,0 1 0,-1 0 0,-1 2 0,-1 0 0,0 1 0,0-1 0,0 4 0,0 1 0,0 4 0,3 3 0,3 1 0,2 1 0,0 2 0,1-3 0,1 1 0,0 0 0,1 0 0,1 0 0,-3 0 0,-1-1 0,1-3 0,-1 2 0,0-1 0,-2 4 0,1-5 0,-6 4 0,2-2 0,-2 3 0,-1-1 0,0 0 0,0-3 0,4 6 0,1-6 0,3 4 0,-2-5 0,0 2 0,0-6 0,2-5 0,1-6 0</inkml:trace>
  <inkml:trace contextRef="#ctx0" brushRef="#br0" timeOffset="189">23714 17700 8912,'0'-8'0,"0"-1"0,0 1 0,0 2 0,0 0 0,0 4 0,0-2 0,1 4 0,3 1 0,4 2 0,3 1 0,6 2 0,-2-2 0,10-1 0,-3 2 0</inkml:trace>
  <inkml:trace contextRef="#ctx0" brushRef="#br0" timeOffset="190">23886 17718 8912,'-9'0'0,"4"0"0,-1 0 0,4 3 0,-1-1 0,6 4 0,3 1 0,1 0 0,-1 2 0,0 0 0,0-1 0,6 1 0,-3-1 0,3 1 0,-3-1 0,0 1 0,0 0 0,-1-1 0,1 1 0,0-1 0,-1-3 0,0-2 0,-2-6 0,0-2 0,-3-3 0,3-1 0,0 0 0,2-3 0,1 3 0,-1-3 0,5-1 0,0 0 0</inkml:trace>
  <inkml:trace contextRef="#ctx0" brushRef="#br0" timeOffset="191">24204 17752 8912,'-8'0'0,"-1"0"0,0 0 0,1 0 0,-1-1 0,1-2 0,-1 2 0,0-2 0,1 2 0,0 2 0,2 2 0,-1-2 0,6 7 0,-2-3 0,2 3 0,2-2 0,2 0 0,-1-5 0,3 2 0,-2-2 0,3-1 0,-3 0 0,3 0 0,-3 3 0,2 0 0,2-1 0,-2-1 0,0-1 0,1 0 0,3 0 0,-1 0 0,1 3 0,0 0 0,-1 0 0,1 0 0,-1-2 0,1 4 0,0-2 0,-1-2 0,1 3 0,-1-4 0</inkml:trace>
  <inkml:trace contextRef="#ctx0" brushRef="#br0" timeOffset="192">24307 17589 8912,'0'-9'0,"0"0"0,0 5 0,0 0 0,0 11 0,0 6 0,-3 5 0,2 1 0,-2 4 0,2-4 0,1 1 0,0-2 0,0 0 0,0-1 0,0 0 0,1-1 0,2-2 0,-2-1 0,2-5 0,0-2 0,1-1 0,1-1 0,1-2 0,2-5 0,-2-2 0,0-4 0,-1 0 0,0-3 0,3 3 0,-2-2 0,0 4 0,0 1 0,2 0 0,-3 2 0,3 0 0,-2 5 0,0 2 0,-4 1 0,0 5 0,0 0 0,1-1 0,-2 1 0,2-1 0,-2 1 0,0-1 0,2 1 0,-2 0 0,3-5 0,-1-4 0,2-4 0</inkml:trace>
  <inkml:trace contextRef="#ctx0" brushRef="#br0" timeOffset="193">24445 17606 8912,'9'-5'0,"-4"-2"0,1 4 0,-3-2 0,3 2 0,-4-4 0,2 6 0,-4-3 0,1 7 0,0 1 0,2 1 0,-1 2 0,-1 0 0,3 6 0,1 0 0</inkml:trace>
  <inkml:trace contextRef="#ctx0" brushRef="#br0" timeOffset="194">24282 17821 8912,'-9'-4'0,"3"0"0,1-2 0,4-1 0,1 1 0,4-3 0,8-1 0,2-3 0,2 0 0,6 3 0,4-2 0,0 0 0,3 0 0,1-3 0,1 2 0,3-5 0</inkml:trace>
  <inkml:trace contextRef="#ctx0" brushRef="#br0" timeOffset="195">24634 17692 8912,'-8'0'0,"-1"3"0,1-1 0,3 2 0,2-1 0,-1-1 0,1 4 0,0 0 0,4 2 0,2 1 0,-1-2 0,3 0 0,0-1 0,0 0 0,-3 1 0,4-1 0,0 2 0,0-5 0,-1 4 0,2-1 0,-3-4 0,1 1 0,-3-3 0,-1-3 0,2-3 0,1-2 0,-1 0 0,1-5 0,-1-1 0,-2-2 0,2-1 0,0-1 0,0 1 0,0 0 0,1 0 0,-3 3 0,2 3 0,-1 2 0,1 4 0,-3 1 0,8 4 0,-4 6 0,3 4 0,-2 1 0,2 2 0,1 1 0,0-2 0,1 2 0,0-3 0,-1 1 0,1-3 0,-1-2 0,1-1 0,0-2 0,-1-4 0,1 0 0,-1 0 0,1-4 0,0-2 0,0-2 0,1-4 0,-1-2 0,-1-2 0,-2 1 0,-1 1 0,-1 1 0,-4-2 0,0 0 0,0 3 0,-4 5 0,-2 4 0,-5 3 0,-3 3 0,0 9 0,0 8 0,4 4 0,-2 2 0,3 4 0,0 1 0,4 2 0,2-2 0,3-1 0,3-5 0,7 1 0,7 0 0,1-8 0,6-4 0,2-7 0,2-4 0,0-3 0,-2-3 0,-1-4 0,-2-5 0,-2-7 0,0 1 0,1-8 0</inkml:trace>
  <inkml:trace contextRef="#ctx0" brushRef="#br0" timeOffset="196">25417 14202 8912,'6'0'0,"-1"-1"0,-1-2 0,-2-3 0,2-2 0,-2 0 0,0-1 0,-1 1 0,-1-1 0,0 0 0,-4 1 0,1-1 0,-4 1 0,1 0 0,-1 2 0,0 0 0,-2 3 0,1 1 0,-1 1 0,0 1 0,1 0 0,-4 0 0,0 2 0,-1 2 0,1 5 0,-2 4 0,2-1 0,-2 3 0,2 0 0,4 4 0,2 1 0,1 4 0,0-2 0,2 4 0,2 3 0,2-1 0,2 3 0,-2-3 0,5 0 0,0-2 0,3-3 0,-4-2 0,1-4 0,-1 0 0,1-2 0,-3-2 0,1 0 0,-3-5 0,2-2 0,-2-4 0,-5 2 0,-1-8 0,-3-1 0</inkml:trace>
  <inkml:trace contextRef="#ctx0" brushRef="#br0" timeOffset="197">25125 14494 8912,'0'5'0,"0"-2"0,0-3 0,4-1 0,1-1 0,7-3 0,2-4 0,5 1 0,1-1 0,4-1 0,-2 0 0,1-1 0,0 0 0,-5 2 0,0 4 0,-2-3 0,-5 2 0,1-5 0,-4-3 0</inkml:trace>
  <inkml:trace contextRef="#ctx0" brushRef="#br0" timeOffset="198">25529 14012 8912,'9'5'0,"-4"0"0,-2-2 0,-2-1 0,-1 3 0,-1 3 0,-2 3 0,1-1 0,-4 4 0,4 0 0,-1 2 0,2 0 0,1 2 0,0 1 0,0-5 0,0 2 0,4-6 0,1 2 0</inkml:trace>
  <inkml:trace contextRef="#ctx0" brushRef="#br0" timeOffset="199">25727 14193 8912,'-6'-3'0,"1"-1"0,-2-1 0,-1 0 0,0 0 0,2 0 0,0 3 0,0-1 0,-2 2 0,-1 3 0,1 4 0,-1 3 0,1 2 0,-1 6 0,0 6 0,2 5 0,0 2 0,2-1 0,1 1 0,-1 1 0,2-2 0,0 3 0,3-4 0,1-3 0,2-5 0,3-3 0,5-2 0,-1-4 0,1-5 0,2-2 0,2-4 0,-3-8 0,8-2 0,-2-7 0</inkml:trace>
  <inkml:trace contextRef="#ctx0" brushRef="#br0" timeOffset="200">25762 14339 8912,'-4'-5'0,"2"-1"0,-4 3 0,4-4 0,-5 6 0,5-3 0,-4 4 0,4 1 0,-1 2 0,1 4 0,-1 3 0,2 1 0,-1 3 0,2 0 0,2 4 0,2-2 0,2-2 0,2 2 0,-3-5 0,3-1 0,1-4 0,-1 1 0,1-4 0,-3 0 0,-1-3 0,0-4 0,1-2 0,1-3 0,-5-2 0,1 1 0,-3-5 0,0 1 0,0-3 0,-3 0 0,0 2 0,-2 2 0,-2 0 0,2-1 0,0 3 0,2-1 0,-3 4 0,4 3 0,-2-3 0,0 3 0,0-3 0</inkml:trace>
  <inkml:trace contextRef="#ctx0" brushRef="#br0" timeOffset="201">25813 14098 8912,'0'-8'0,"3"-4"0,0 1 0,1 0 0,-1 6 0,-1 1 0,3 4 0,2 1 0,1 2 0,0 3 0,1 9 0,2 0 0,1 8 0,3 3 0,-1 2 0,-1 5 0,-2-2 0,-1-13 0,-1-2 0</inkml:trace>
  <inkml:trace contextRef="#ctx0" brushRef="#br0" timeOffset="202">25968 14373 8912,'0'26'0,"0"0"0,0 4 0,-1-4 0,-2 3 0,-2-2 0,-3-1 0,-2-4 0,-1-2 0,-5-3 0,-4-3 0,-1 2 0,4-2 0</inkml:trace>
  <inkml:trace contextRef="#ctx0" brushRef="#br0" timeOffset="203">26106 14167 8912,'-6'0'0,"0"0"0,0 0 0,2-1 0,1-2 0,6-1 0,3-4 0,1 1 0,2 1 0,2 1 0,1-3 0,-1 1 0,2 2 0,-4 2 0,3-2 0,-3 1 0,-4 1 0,3 0 0,-4-2 0</inkml:trace>
  <inkml:trace contextRef="#ctx0" brushRef="#br0" timeOffset="204">26132 14313 8912,'0'14'0,"0"-5"0,0-3 0,0-4 0,0 1 0,0-6 0,0-3 0,0-5 0,3 0 0,3-2 0,2 0 0,0 3 0,4 0 0,-1 2 0,1-1 0,-4 1 0,4-1 0,-1 0 0,2 1 0,-2-1 0,3-3 0,3-2 0</inkml:trace>
  <inkml:trace contextRef="#ctx0" brushRef="#br0" timeOffset="205">26390 14047 8912,'-12'6'0,"1"-1"0,-4-2 0,4 3 0,0-3 0,6 2 0,-2 1 0,4 3 0,-3 3 0,4 3 0,-1-2 0,3 1 0,0 1 0,0 2 0,4 0 0,1 0 0,3-3 0,0-3 0,4-1 0,-1-2 0,1-3 0,-3-2 0,-1-2 0,1-1 0,-1-1 0,1-2 0,-3 0 0,-1-6 0,-3 3 0,1-6 0,-2 3 0,-1 0 0,-4-2 0,-1-1 0,-4 0 0,-2 0 0,0 3 0,-3-3 0,-2 3 0,-4 0 0,1 2 0,-4 0 0,0 2 0,1 1 0,-3 1 0,3 3 0</inkml:trace>
  <inkml:trace contextRef="#ctx0" brushRef="#br0" timeOffset="206">25934 14253 8912,'1'9'0,"2"-1"0,-3-2 0,3 0 0,-2-4 0,-1 2 0,0-1 0,3-1 0,1 4 0,0 1 0,0 0 0,2 3 0,-1 0 0,1 3 0,0 0 0,-4 2 0,0 5 0,-1 2 0,-1 4 0,-7 0 0,-3 0 0</inkml:trace>
  <inkml:trace contextRef="#ctx0" brushRef="#br0" timeOffset="207">25710 13927 8912,'5'0'0,"3"0"0,-8 0 0,5 0 0,-2 0 0,-2 0 0,4 0 0,-2 0 0,-2 0 0,3 0 0,-1 0 0,-2 0 0,3 0 0,0 0 0,-3 0 0,3-4 0,-4 3 0,0-3 0,4 4 0,-3 0 0,2 0 0,-3 4 0,0-3 0,0 3 0,4-4 0,-3 0 0,3 0 0,-4 3 0,0-2 0,0 3 0,0 0 0,0-3 0,0 3 0,0 0 0,0-3 0,0 2 0,0-3 0</inkml:trace>
  <inkml:trace contextRef="#ctx0" brushRef="#br0" timeOffset="208">1256 12843 8912,'-9'-7'0,"3"-5"0,-2 3 0,1-1 0,-3 2 0,6-5 0,-5 11 0,3-2 0,-6 8 0,-3 6 0,-2 7 0,6-2 0,-1-3 0,2 3 0,-3-4 0,4 5 0,1 1 0,-6 0 0,7 0 0,-5 0 0,3-5 0,3-1 0,2 1 0,-5 7 0,-1 2 0,1 2 0,3 7 0,-6-1 0,7 11 0,-7 6 0,-1 6 0,-3 5 0,1 10 0,4 7 0,-3 8-1183,9-1 1183,-9 10 0,12-33 0,-5-3 0</inkml:trace>
  <inkml:trace contextRef="#ctx0" brushRef="#br0" timeOffset="209">895 14012 8912,'0'77'0,"0"3"0,7 4-422,-5-6 1,6 6 421,-8-3 0,0 9 0,0 1 0,0 7 68,0-7 0,0-1 0,0-12 1,0-7-69,0-6 0,-2-8 0,-4 6 0,4-5 0,-3 5 0,3 2 0,2 2 0,0-1 0,0-2 0,6-7 69,-1-11 1,1 1-70,-6-6 0,6-3 0,0-10 0,1-1 0,-1-4 0,-2-2 0,5 6 0,1-2 0,-1-4 0,3-10 0,5-3 0</inkml:trace>
  <inkml:trace contextRef="#ctx0" brushRef="#br0" timeOffset="210">998 16127 8912,'10'17'0,"5"-7"0,-11 3 0,7-7 0,-5 7 0,5-1 0,1-3 0,5 3 0,2-8 0,4 1 0,4 3 0,9-2 0,3-2 0,1-2 0,8 3 0,-3 1 0,7 2 0,5-3 0,5 3 0,6 3 0,1-1 0,0-4 0,8-2 0,1 5 0,2-1 0,1-4 0,-9 3 0,3-1 0,-4 0-114,-3-6 0,1 0 114,0 0 0,8 0 0,3 0 0,4 2 0,2 3 0,-8-3 0,-5 4 0,-6-4 0,-4-2 0,2 0 0,10 0 0,-10 0 0,4-2 0,-3-2 0,1-2 0,-2-1 0,4 1 0,-10 4 0,10-4 0,-2 4-175,8 2 0,-1-5 175,12-1 0,-9 0 0,9 6 0,-10 0 0,3 0 0,-3 0 0,7 6 0,-3 0 0,4-2 0,2-3 0,0-1 0,2 0 0,4 0 0,-12 0 0,0 0 0,1 0 0,-1 0 0,8 0 0,6-1 0,-46-2 0,1 0 0,49 1 0,-20-6 0,-3 6 0,-5-3 0,5 3 0,1-4 0,1 2 0,-1-2 0,7 5 0,-11-7 0,9 8 0,-9 0 0,3 0 0,-4 0 0,-1 0 0,3-2 0,2-4 0,1 4 0,-1-3 0,-3 3 0,9 2 0,-3-6 0,2 0 0,4-7 0,-3 1 0,11 3 0,-44 3 0,1 0 0,2 0 0,-1-1 0,2 0 0,0-1 0,-3-1 0,-1 1 0,1-1 0,0 0 0,-1 1 0,1-1 0,2 0 0,1 1 0,6-1 0,1 1-190,1-1 0,1 1 0,0 2 0,0 0 190,-4 1 0,1-1 0,2-2 0,0-2 0,0-1 0,1 0 0,4-1 0,1 1 0,3 2 0,0 0 0,-3 1 0,-2-1 0,-2 1 0,0-1 0,2 0 0,1 1 0,0-1 0,1 1 0,5-1 0,0 0-191,1 1 0,-1-1 1,-1 3-1,-2 1 191,-2-1 0,0 0 0,3 1 0,2-1 0,3-3 0,1 1 0,2 2 0,1 0 0,-3 0 0,-1 1 0,-2 3 0,-1 0 0,-7-1 0,0 0 0,4 1 0,0 0 0,2-1 0,1 1 0,2 1 0,0 0 0,-7-2 0,0 0 0,2 2 0,-1 0 0,-3 1 0,-1 0 0,-1 0 0,0 0 0,7 0 0,0 0 0,-4 0 0,0 0 0,-2 0 0,0 0 0,1-2 0,0-2 0,-5 1 0,1 1 0,1-1 0,2 2-172,-1 0 0,0 0 1,-1 1-1,-1 0 172,-3 0 0,0 0 0,3-3 0,-1 0 0,-2 0 0,1 0 0,1 0 0,0-1 0,1 2 0,-1 0 0,-2-1 0,-2 0-39,-2 2 0,-2-2 0,-2 0 0,-1-1 39,44-2 0,-2 0 0,7 6 0,-3 0 0,-2 0 0,0 0 0,-12 0 0,6 0 0,6 0 0,1 0 0,5 0 0,-4 0 0,-8 0 0,-2 0 0,-4 0 0,2-5 0,-7-1 0,7 0 0,-2 6 0,5-6 0,1 1 0,-4-7 228,-8 6 0,-1-5-228,-16 5 0,1-7 0,-5 1 0,5-1 0,5 2 0,4-5 0,2 5 0,-2-2 0,-4 1 0,0-3 0,-12 3 306,-7-3 1,0 4 0,-2-1-307,2-1 0,-5-1 399,1 3 1,-6-2-400,-5 7 0,3-6 554,-3 7-554,-4-1 0,-2 4 215,-12-4-215,-3 4 0,-8-5 0,0 7 0,0 0 0,6-2 0,-1-4 0,9 4 0,-5-6 0,9 3 0,-1-1 0,-2 0 0,-3-1 0,3 5 0,-4-4 0,5-4 0,1-1 0,0 3 0,-6-7 0,1 4 0,-6-3 0,3 1 0,1 1 0,-1-1 0,-3-2 0,6-2 0,-7-6 0,7 0 0,-8-2 0,1 2 0,3 2 0,0-6 0,-1 0 0,1 1 0,5-3 0,-1-5 0,3-3 0,2-3 0,8-4 0,4-7 0,3-1 0,3 1 0,-1-1 0,1 0 0,5 1 0,0-1 0,0 3 0,-6 3 0,-5-2 0,0 8 0,-8-8 0,2 2 0,-4 2 0,-2-2 0,-5 1 0,-3-9 0,-1-1 0,-4-3 0,3 1 0,-1 6 0,0-1 0,-6 0 0,6-1 0,-1-4 0,1 5 0,-4 0 0,2 8 0,1 2 0,1 12 0,-6-5 0,-2 9 0,-3 3 0,3 0 0,-6 13 0,2-1 0,1-1 0,-9 9 0,10-5 0,-7 8 0,5-6 0,-5 0 0,-1 1 0,-5 5 0,0-6 0,0 0 0,-8-5 0,-4 3 0,-5-1 0,-7-5 0,-3-1 0,-7-2 0,-1 0 0,1-1 0,-7-1 0,1-4 0,-10 2 0,-2-7 0,-5 1 0,-9-4 0,3 5 0,-2 1 0,3-4 0,-1 6 0,2-5-207,-3 5 0,-1-6 207,8 6 0,-16 0 0,-2 4 0,43 9 0,-2-1 0,0-1 0,-1 1 0,3 2 0,1 1 0,-1 2 0,0 0 0,-3 1 0,-1-1 0,-4-2 0,-1-1 0,-3 1 0,-2 1 0,1 0 0,0 0 0,1 1 0,1 1 0,2-2 0,0 0 0,2 2 0,1 1 0,-5-2 0,-1 0 0,-2 1 0,-2-1 0,-4-3 0,1 1 0,1 0 0,2 0 0,5 1 0,1 1 0,-1 0 0,0 1 0,-4-2 0,-1 0 0,-6 0 0,-1 1-254,0 0 0,1 0 0,0-1 1,2 1 253,9 3 0,0 0 0,-5-3 0,0 1 0,-4 2 0,0 0 0,-4-3 0,-1 1 0,-2 1 0,1 0 0,3 0 0,0 0 0,1 1 0,-1-1 0,0-2 0,-1 0 0,-5 3 0,1 0 0,0 0 0,1-1 0,1 1 0,1 0 0,-1 2 0,0 0 0,2-2 0,-1 0 0,-2 2 0,-1-1 0,2-1 0,-1 0 0,-1 2 0,-1 0 0,4-2 0,-1 0 0,0-1 0,-1 1 0,1 0 0,1 0 0,-2-3 0,1 0 0,1 2 0,1 1 0,-2-1 0,0 0 0,0 1 0,-1-2 0,0 0 0,-1-1 0,8 3 0,1 0 0,-4-3 0,0-1 0,4 1 0,-1 0 0,-3 0 0,0-1 0,-1 0 0,-1 1 0,4 0 0,1 0 0,1 0 0,2-1 0,-1-1 0,0 1 0,-5-2 0,0 0 0,1 1 0,-1-1 0,0 1 0,1-1 0,4 1 0,2 1 0,4 0 0,1 0 0,-3 2 0,-2 1 0,-1 0 0,-2 0 0,-2-2 0,1-1 0,2 1 0,2 0 0,1 2 0,2-1 0,7-1 0,1 0 0,-3 3 0,-1 1-36,-5-4 0,0 0 0,2 3 1,1 0-1,0-1 0,0-1 1,3 0-1,1 0 36,1 1 0,-1-1 0,-1 0 0,-1 0 0,-5 0 0,0-1 0,5-2 0,1 0-142,0 2 1,0 1 0,4 0-1,0 0 142,5-1 0,-1 1 0,-3 3 0,1 0 0,-41-4 0,4 4 0</inkml:trace>
  <inkml:trace contextRef="#ctx0" brushRef="#br0" timeOffset="211">6092 11777 8912,'-92'0'0,"0"0"0,1 0-513,4-7 0,1 5 513,0-4 0,0 4 0,0 2 0,6 0 0,0 0 0,15 0 0,0 0 0,5 2 138,3 4 0,-6-4-138,6 3 0,15-3 0,9-2 0</inkml:trace>
  <inkml:trace contextRef="#ctx0" brushRef="#br0" timeOffset="212">4629 11777 8912,'-42'0'0,"-4"0"0,4 0 0,8 0 0,9 0 0</inkml:trace>
  <inkml:trace contextRef="#ctx0" brushRef="#br0" timeOffset="213">4337 11777 8912,'-29'0'0,"6"0"0</inkml:trace>
  <inkml:trace contextRef="#ctx0" brushRef="#br0" timeOffset="214">843 14855 8912,'-2'-17'0,"-2"-1"0,-1 1 0,-1 6 0,6-1 0,0-1 0,0-2 0,0-2 0,0-1 0,0-1 0,2-2 0,2-4 0,1-1 0,9-3 0,-5-5 0,3-3 0,-1-3 0,-1 2 0,1-8 0,3 0 0,-8-5 0,5-1 0,-5 1 0,-2-3 0,-3-3 0,-1 1 0,0-7 0,0 8 0,0-2 0,0 3 0,0 3 0,0-1 0,0 0 0,0 1 0,0-1 0,0 6 0,0 0 0,0-5 0,0-6 0,6-6 0,0 3 0,0-1 0,1-4 0,-3 4 0,8-2 0,-3 8 0,3-3 0,1 5 0,-7 1 0,7 3 0,-1 3 0,1 4 0,0 9 0,-1 3 0,1 1 0,4 2 0,6-1 0,-3-3 0,2 8 0,-2 0 0,-3 6 0,6 0 0,0 0 0,0-1 0,2 1 0,-1 0 0,5 0 0,5-6 0,1 0 0,-1 0 0,6 6 0,4-2 0,2-4 0,8 4 0,7-6 0,10 2 0,5 0 0,3-2 0,1 2 0,4 4-190,-4-4 1,-3 4 189,-3 2 0,-1 0 0,2 0 0,7-1 0,8 1 0,-2 6 0,4-1 0,-10 9 0,-2-3 0,4 2 0,-35 1 0,0 0 0,42 1 0,-39 0 0,0-1 0,-2 1 0,1 0 0,0-1 0,-1 0 0,-1 2 0,0-2 0,0-2 0,-1-1 0,42 0 0,2-5 0,4 5 0,-48 0 0,1 0 0,47 1 0,-1-5 0,-1 2 0,-4 5 0,-6-5 0,2 2 0,2-5 0,-39 8 0,0 0 0,42-5 0,-10 3 0,-5 3 0,-7-6 0,-2 2-71,-4 1 1,4-3 70,-4 2 0,4 4 0,2-3 0,-8-3 0,-7 2 0,-12 2 0,-14 3 0,-7 1 0,-3 0 0,-9 0 0,-1 0 187,-8 0 0,-2 0-187,-4 0 0,-5 0 0,-12 1 0,-8 7 0,-7 9 0,-21 8 0,-12 10 0</inkml:trace>
  <inkml:trace contextRef="#ctx0" brushRef="#br0" timeOffset="215">6178 12517 8912,'-2'-23'0,"-4"0"0,-5 0 0,-6 0 0,-4 0 0,-4 4 0,-2 6 0,-4 7 0,-3 4 0,-4 2 0,-2 2 0,1 4 0,3 11 0,2 11 0,1 7 0,4 5 0,1 4 0,9 7 0,5 1 0,5 0 0,3 5 0,6 0 0,8 6 0,5-7 0,6-5 0,4-3 0,8-12 0,-3-1 0,5-3 0,1-9 0,-3-8 0,1-9 0,6-4 0,5-2 0,1-8 0,1-3 0,5-12 0,-4-6 0,-4-5 0,-2-6 0,-5-4 0,-9-6 0,-8 0 0,-11-1 0,-5 3 0,-2-11 0</inkml:trace>
  <inkml:trace contextRef="#ctx0" brushRef="#br0" timeOffset="216">6195 12242 8912,'10'-23'0,"-5"-2"0,-3-2 0,-2 6 0,0 6 0,0 15 0,0 15 0,0 14 0,2 11 0,4 6 0,-4 9 0,4 2 0,-4 8 0,-2-2 0,0-2 0,0 1 0,1-3 0,5-4 0,-2-3 0,7-6 0,1-4 0,5-8 0,-5-7 0,-1-4 0,1-4 0,3-12 0,-4-7 0,-5-9 0,-4-6 0,4-4 0,-1-4 0,1-6 0,-6-11 0,0 2 0,0-8 0,0 8 0,0-3 0,2 5 0,4 2 0,-2 7 0,7 4 0,-5 6 0,5 5 0,3 7 0,1 3 0,2 2 0,6 7 0,0 5 0,6 3 0,-6 2 0,7 1 0,-1-1 0,4-2 0,1-3 0,6-5 0,0-7 0,0 0 0,2 0 0,-5-2 0,3-3 0,-11 1 0,-6-8 0,-4-5 0,-2-6 0,-9-2 0,-8 2 0,-8 2 0,-11-5 0,-4-1 0,-6 0 0,2 6 0,-1-2 0,5 4 0,-6 2 0,8 7 0,-2 5 0,4 3 0,2 2 0,0 7 0,-1 5 0,9-5 0,1 1 0</inkml:trace>
  <inkml:trace contextRef="#ctx0" brushRef="#br0" timeOffset="217">6711 12534 8912,'0'23'0,"0"0"0,0 7 0,6-11 0,0 4 0,7-4 0,-1-1 0,-1-3 0,6-4 0,-3-3 0,9-8 0,-4 0 0,-2 0 0,0-2 0,0-4 0,1-3 0,-1-8 0,0-1 0,-2 1 0,-3 0 0,-6 0 0,-4 5 0,-2 1 0,0-1 0,0 3 0,0-6 0,0 13 0,0-6 0,1 8 0,5 0 0,-2 0 0,7 0 0,1 0 0,5 0 0,6-2 0,0-4 0,2 3 0,-2-9 0,-4 3 0,4-5 0,-4 3 0,-2-3 0,-1 5 0,-5-3 0,4 8 0,-5-11 0,-1 13 0,-1-5 0,-8 7 0,0 0 0,8 7 0,-4-3 0,7 8 0,-5-9 0,5 3 0,-5 2 0,5-3 0,-5 7 0,6-6 0,-1-1 0,-1-5 0,-18-7 0,-11-3 0</inkml:trace>
  <inkml:trace contextRef="#ctx0" brushRef="#br0" timeOffset="218">7142 12276 8912,'-8'-17'0,"0"0"0,-3-1 0,-3 7 0,9-1 0,-1 9 0,6-13 0,2 14 0,6-5 0,9 1 0,10 0 0,5 1 0,2 5 0,1-2 0,-1-4 0,8 4 0,2-6 0</inkml:trace>
  <inkml:trace contextRef="#ctx0" brushRef="#br0" timeOffset="219">7469 12327 8912,'9'18'0,"-1"-1"0,-8-8 0,2-1 0,3-8 0,-3 0 0,8 0 0,-4 0 0,-4 0 0,7 0 0,-3 0 0,-4 0 0,5 0 0,1 0 0,-6 0 0,6 0 0,-8-2 0,0-4 0,0-5 0,0 1 0,0-1 0,0-1 0,0-5 0,5 0 0,1 0 0,6-6 0,-7 0 0,9 0 0,-3 6 0,4 2 0,5 1 0,1 3 0,2-3 0,1 7 0,-1 1 0,-2 4 0,8 2 0,-2 2 0,2 4 0,3 3 0,-3 9 0,-3 4 0,3 1 0,-10 6 0,-2-6 0,1 0 0,-9-6 0</inkml:trace>
  <inkml:trace contextRef="#ctx0" brushRef="#br0" timeOffset="220">6608 13204 8912,'-17'-2'0,"0"-3"0,1-7 0,5-3 0,-2 3 0,7 1 0,2 7 0,10-2 0,5 5 0,5 1 0,1 0 0,0 1 0,0 5 0,0 6 0,1 3 0,-1 2 0,0 0 0,0 2 0,0 4 0,-5-4 0,-3 6 0,1-2 0,0 0 0,-7 0 0,3-6 0,-4-5 0,-2-1 0,0 1 0,0 5 0,0-8 0,0-3 0,0-14 0,0-9 0,0-9 0,2-7 0,4-1 0,1-1 0,5 1 0,3 1 0,-3 5 0,-3-3 0,3 8 0,-1 0 0,4 6 0,-1 2 0,-3 3 0,-7-3 0,11 13 0,-13-5 0,6 7 0,-6 0 0,4 0 0,-3 5 0,9 1 0,-8 7 0,11-3 0,-4 7 0,-1 0 0,1 1 0,-5-1 0,6 0 0,-7 0 0,7 0 0,-1 1 0,5-1 0,-5 0 0,4-2 0,-3-3 0,-3 1 0,3-7 0,-6 5 0,5-5 0,-5 0 0,5-6 0,-5 0 0,6 0 0,-9-2 0,3-4 0,-2-5 0,2-5 0,-4-1 0,3 0 0,-3 0 0,-2 0 0,0-1 0,0 1 0,0 6 0,0-1 0,0 6 0,0-5 0,0 7 0,0-3 0,0 7 0,2 5 0,2 3 0,2 1 0,5-3 0,-5 6 0,7-7 0,-1 7 0,3-8 0,2 1 0,0-3 0,-5-2 0,-1 0 0,-5-2 0,6-3 0,-3-5 0,3-7 0,-3-6 0,-3 0 0,-4-7 0,4 1 0,-4-9 0,-2-2 0,-2-2 0,-2 1 0,-4-3 0,-1 1 0,-1 1 0,-1 7 0,-3 3 0,8 3 0,-5 10 0,5 7 0,-7 9 0,11-5 0,-8 18 0,5 7 0,3 9 0,-4 13 0,4 3 0,2 2 0,0 3 0,0 11 0,6-5 0,0 4 0,7-3 0,-2-2 0,-1 1 0,1 4 0,7-9 0,5 2 0,-2-8 0,-2-10 0,0 1 0,4-10 0,-2-2 0,8-10 0,-8-3 0,1-8 0,0-2 0,0-4 0,-2-9 0,3-8 0,1-13 0,-1-1 0,-4-5 0,-5-5 0,-1-3 0,-7-2 0,0 1 0,-6-1 0,-8 1 0,-3-1 0,-7 8 0,-5 4 0,2 13 0,-7 10 0,5 7 0,-6 10 0,8 10 0,-2 7 0,4 12 0,2 9 0,1 0 0,5 8 0,5 6 0,12 5 0,13-5 0,16-7 0,14-3 0,14-1 0,21-11-229,-36-22 1,2-4 0,5 0-1,1-3 229,6-2 0,2-3 0,6-4 0,2-3 0,2-6 0,1-1 0,4 0 0,0-2 0,-1-5 0,-1-2 0,5 0 0</inkml:trace>
  <inkml:trace contextRef="#ctx0" brushRef="#br0" timeOffset="221">3493 16798 8912,'-7'-17'0,"5"-1"0,-4 1 0,4 0 0,2 0 0,0 0 0,0 5 0,0 1 0,0-3 0,0-1 0,-6 4 0,1-1 0,1-1 0,-6-1 0,-1 3 0,-4 1 0,-5 6 0,-3-1 0,-5 1 0,-5 10 0,-1 5 0,-6 6 0,0 6 0,-1 4 0,7 7 0,0 1 0,-1-1 0,8 6 0,4 0 0,12 0 0,5-5 0,4-3 0,2-3 0,8-4 0,5-8 0,10 0 0,12 0 0,1 1 0,10-1 0,0-6 0,5 1 0,-1-3 0,-4 3 0,2 3 0,-8-4 0,-2 5 0,-1 1 0,-13 0 0,-6 0 0,-3 2 0,-9 4 0,-4-2 0,-14 8 0,-1-6 0,-16 6 0,-2-1 0,-1-1 0,-2 4 0,-1-8 0,1-1 0,-1-4 0,3-1 0,3 0 0,6-6 0,12 1 0,-5-8 0,14 0 0,-3-16 0,3-7 0,2-15 0,13-6 0,4-1 0,4-6 0,12-5 0,3-9 0</inkml:trace>
  <inkml:trace contextRef="#ctx0" brushRef="#br0" timeOffset="222">3683 17056 8912,'9'-18'0,"-3"1"0,-4 8 0,0 1 0,4 8 0,-5 0 0,7 8 0,-8 3 0,0 4 0,0 3 0,0 5 0,0-1 0,0 7 0,0-6 0,0 8 0,0-3 0,0-3 0,0-2 0,2-4 0,4-2 0,-4 0 0,3 1 0,5-9 0,-1-1 0,9-8 0</inkml:trace>
  <inkml:trace contextRef="#ctx0" brushRef="#br0" timeOffset="223">3786 16918 8912,'-2'-29'0,"-4"1"0,4 7 0,-3-2 0,3 4 0,4 9 0,3 4 0,5 5 0,7 1 0,6 7 0,0 5 0,8-5 0,-3-1 0,12 4 0,4-1 0</inkml:trace>
  <inkml:trace contextRef="#ctx0" brushRef="#br0" timeOffset="224">4199 16935 8912,'-40'-2'0,"0"-3"0,1 3 0,11-4 0,3 4 0,8 2 0,1 2 0,3 2 0,1 2 0,9 7 0,-3-2 0,12-1 0,5 1 0,1 1 0,5 5 0,-4 0 0,10 0 0,-4 1 0,-2-1 0,1 0 0,-1 0 0,0 0 0,0 1 0,0-1 0,-5 0 0,-1 0 0,-5 0 0,6 1 0,-9 1 0,3 4 0,2-2 0,-2 7 0,5 1 0,-5 5 0,-2 1 0,-2-1 0,-2 2 0,0 4 0,-2-1 0,-4 7 0,-9-8 0,-8 2 0,-8-6 0,2-5 0,-3-6 0,-3-4 0,7-10 0,-1-3 0,2-4 0,-1-2 0,5-2 0,11-4 0,-1-11 0,7-11 0,0-5 0,8-1 0,4-3 0,5-3 0,7-2 0,5-4 0,3-3 0,9 3 0,1 4 0,4 2 0,-1-2 0,6 2 0,-6-6 0,1 8 0,-4 3 0,-1 5 0,-9 9 0,-3-2 0,-5 4 0,-7 1 0,4 9 0,-13 1 0,6 10 0,-8 4 0,0-2 0,0 7 0,0-5 0,0 5 0,0 5 0,0 5 0,0-2 0,0 4 0,0-4 0,0-2 0,0 6 0,0 0 0,6 0 0,-1-6 0,1 0 0,-6 0 0,0 0 0,0 1 0,0-9 0,0-1 0,0-8 0,0-2 0,0-4 0,0-5 0,0-12 0,6-2 0,1-6 0,1 3 0,0-3 0,5-1 0,-1-3 0,3 9 0,2 3 0,2 0 0,4 6 0,-4-3 0,4 15 0,-4-1 0,-1 6 0,1 2 0,4 4 0,-4 5 0,4 12 0,-10-2 0,-1 8 0,-1 1 0,6 10 0,-1-3 0,-5 3 0,4-6 0,-3-5 0,3-4 0,2-8 0</inkml:trace>
  <inkml:trace contextRef="#ctx0" brushRef="#br0" timeOffset="225">5266 16523 8912,'0'-18'0,"-6"7"0,0-1 0,-5 7 0,5-7 0,-7 10 0,1 4 0,-3 14 0,-2 10 0,0 22 0,-1 9 0,3 8 0,4 4 0,-3 6-182,9-1 0,-1 8 182,6-1 0,2-7 0,3-5 0,1-2 0,9-12 0,5-3 0,-1-5 0,6-10 0,-3-3 0,7-3 0,-6-14 0,8 4 0,-5-12 0</inkml:trace>
  <inkml:trace contextRef="#ctx0" brushRef="#br0" timeOffset="226">5404 16952 8912,'0'-17'0,"0"0"0,0 0 0,0 0 0,1-1 0,5 1 0,4 2 0,7 4 0,6-3 0,2 8 0,2 3 0,3 1 0,3 9 0,1 5 0,-1 5 0,-5 6 0,-5 6 0,-4 3 0,-3 4 0,-5 4 0,-3-3 0,-8 3 0,0-4 0,-2-1 0,-4-1 0,-5 0 0,-5-5 0,-1 0 0,0-8 0,0 2 0,-6-4 0,0-2 0,6-8 0,5-3 0,8-4 0,-3-10 0,7-1 0,0-8 0</inkml:trace>
  <inkml:trace contextRef="#ctx0" brushRef="#br0" timeOffset="227">5868 16901 8912,'-11'-12'0,"-1"1"0,8-1 0,-11 5 0,4 7 0,1 9 0,-1 14 0,1 4 0,-1 7 0,-3 3 0,8 3 0,1-4 0,5 4 0,0 2 0,0-2 0,0-5 0,2-7 0,3 3 0,7 1 0,3-5 0,2-4 0,1-9 0,-1-3 0,2-7 0,4 2 0,-10-6 0,4-6 0,-3-4 0,3-15 0,0-1 0</inkml:trace>
  <inkml:trace contextRef="#ctx0" brushRef="#br0" timeOffset="228">5903 16540 8912,'0'-17'0,"0"5"0,0 1 0,0 5 0,1-4 0,5 3 0,10 1 0,6 6 0,9 4 0,-2 7 0,3 3 0,3 16 0,-1 7 0,0 6 0,-1 13 0,-4 1 0,1 14-161,-7-2 1,-2 9 160,-9-4 0,-5 7 0,-9-7 0,-5-3-44,-10-6 0,-1-2 44,-5-12 0,-1 3 0,1-14 0,5-2 0,7-9 0,1 2 0,-1-9 0,3-6 79,8-9 1,8-30 0,1-5 0</inkml:trace>
  <inkml:trace contextRef="#ctx0" brushRef="#br0" timeOffset="229">6711 17038 8912,'-17'-7'0,"0"-3"0,2-1 0,3-1 0,5 8 0,8-3 0,5 5 0,6-2 0,3-2 0,4 1 0,4-3 0,-2 4 0,8-5 0,-1-1 0,-1 1 0,4 5 0,-8-2 0,5 4 0,-5 2 0,-2 0 0,-1 0 0,-9 6 0,0 0 0,1 7 0,5-4 0</inkml:trace>
  <inkml:trace contextRef="#ctx0" brushRef="#br0" timeOffset="230">6677 17313 8912,'-17'0'0,"0"0"0,5 0 0,1 0 0,7-1 0,-2-5 0,4 4 0,4-6 0,6 8 0,9 0 0,2-2 0,10-3 0,5 1 0,6-8 0,2 3 0,-3-3 0,-1 7 0,-6 3 0,3-6 0,-8-1 0</inkml:trace>
  <inkml:trace contextRef="#ctx0" brushRef="#br0" timeOffset="231">8553 16248 8912,'0'-33'0,"0"2"0,0 3 0,-2 14 0,-4 3 0,-5 7 0,-12 12 0,-6 3 0,-9 5 0,-4 3 0,-2 4 0,-4 5 0,0-3 0,0 0 0,4-2 0,2 0 0,-4 7 0,6-1 0,0-2 0,6-1 0,-1-1 0,1-4 0,1 4 0,5-2 0,5 0 0,11-6 0,5 0 0,14-5 0,7-3 0,9-1 0,11-4 0,2-2 0,10-2 0,0 0 0,6 0 0,-3 0 0,-3 0 0,2 6 0,-8-1 0,0 9 0,-7-3 0,-4 4 0,-6 3 0,-6 8 0,-6 9 0,-13 7 0,-15 9 0,-10 9 0,-13 3 0,-4-2 0,-6 0 0,5-2 0,4-4 0,5-7 0,2-2 0,7-10 0,4-1 0,11-3 0,7-9 0,3 0 0,2-6 0,2 0 0,3 1 0,7-3 0,3-4 0,8 5 0,0-5 0,0 10 0,-6 2 0,6 8 0,0-3 0,0 7 0,-8 3 0,-1 4 0,-3 2 0,-7 7 0,2 7 0,-4-1 0,-2-5 0,0-7 0,0 1 0,0-2 0,0 0 0,0-8 0,0-5 0,7-16 0,5 3 0,3-7 0,2 0 0,2-3 0,4-8 0,10-2 0,7-4 0,6 1 0,-6-12 0,8-12 0,-4-15 0</inkml:trace>
  <inkml:trace contextRef="#ctx0" brushRef="#br0" timeOffset="232">9482 16007 8912,'-10'7'0,"5"5"0,3 5 0,2 6 0,-2 8 0,-4 7 0,4 0 0,-4 8 0,5 2 0,1 1 0,0 3 0,0-2 0,0-5 0,0-4 0,0 1 0,0-4 0,-2-4 0,-4-3 0,2-5 0,-5 5 0,-1-4 0,0-2 0,5-8 0,-7-6 0,1-7 0,-6-4 0,-1-9 0</inkml:trace>
  <inkml:trace contextRef="#ctx0" brushRef="#br0" timeOffset="233">9224 16609 8912,'0'-18'0,"0"1"0,0 0 0,2 0 0,3 0 0,11 1 0,7 5 0,7-4 0,-1 3 0,4 3 0,1-3 0,6 8 0,0-1 0,-2 1 0,-1-2 0,-5 4 0,-3-4 0,2 4 0,-8 2 0,-1 0 0,-4 0 0,-1 0 0,8-15 0,2-4 0</inkml:trace>
  <inkml:trace contextRef="#ctx0" brushRef="#br0" timeOffset="234">10050 16162 8912,'0'17'0,"0"0"0,0 8 0,0 3 0,0 13 0,0 4 0,0 7 0,0 5 0,-8 4 0,-3 8 0,-5 8 0,-1 1 0</inkml:trace>
  <inkml:trace contextRef="#ctx0" brushRef="#br0" timeOffset="235">11702 16248 8912,'0'-27'0,"0"2"0,2 8 0,2 0 0,3 1 0,3 5 0,-4-3 0,5 7 0,4-1 0,6 1 0,0 1 0,6 6 0,0 0 0,0 0 0,1 2 0,5 3 0,-2 7 0,-3 3 0,-7 8 0,2 2 0,-4 2 0,-2 3 0,-7-3 0,-4 2 0,-6-1 0,-6 7 0,-5-1 0,-5 0 0,-9-1 0,-3-4 0,-3 1 0,2-7 0,-3 2 0,5-6 0,0 0 0,4-4 0,6-7 0,6 4 0,-4-9 0,15-5 0,0-15 0,7-15 0,10-12 0</inkml:trace>
  <inkml:trace contextRef="#ctx0" brushRef="#br0" timeOffset="236">12476 16007 8912,'-5'-27'0,"-1"4"0,-8 6 0,3 5 0,-1 5 0,-5 7 0,2 4 0,-14 7 0,1 8 0,-7 16 0,3 7 0,3 3 0,-2 11 0,8 1 0,6-1 0,8-9 0,1-1 0,4 2 0,6-6 0,10-2 0,7-5 0,15-7 0,8-3 0,4-8 0,2-7 0,-2-5 0,2-5 0,-8-5 0,0-5 0,-6-7 0</inkml:trace>
  <inkml:trace contextRef="#ctx0" brushRef="#br0" timeOffset="237">13079 16041 8912,'-12'0'0,"1"0"0,-3 0 0,1-2 0,1-3 0,5 1 0,7-8 0,0 7 0,2-5 0,3 2 0,11-3 0,9 3 0,1 1 0,5-1 0,1 2 0,1 6 0,-2 0 0,-3 0 0,-1 0 0,2 0 0,1 6 0,-9 4 0,-4 5 0,-3 10 0,-10 5 0,1 5 0,-6 7 0,-11 3 0,-1 11 0,-16 1 0,-2-3 0,-1-7 0,-3 1 0,1-8 0,2 0 0,3-5 0,0-8 0,12-5 0,-2-8 0,15-5 0,6-1 0,6-2 0,16-22 0,3-3 0</inkml:trace>
  <inkml:trace contextRef="#ctx0" brushRef="#br0" timeOffset="238">14232 16007 8912,'9'-12'0,"-3"1"0,-12 7 0,-5-2 0,-7 4 0,-4 2 0,2 8 0,-3 4 0,4 5 0,2 6 0,2-2 0,1 7 0,5 3 0,1 1 0,2 1 0,6-3 0,0-1 0,0 2 0,10-7 0,7-3 0,10-5 0,6-5 0,3-7 0,4 2 0,4-12 0,10-7 0,1-8 0,2-8 0,-1-5 0,-10-7 0,-6-4 0,-11 3 0,-12-8 0,-13 4 0,-10-2 0,-11 2 0,-25 4 0,-20 10 0,-8 3 0,-13 4 0,7 10 0,-4 4 0,3 5 0,10 14 0,2 11 0,2 13 0,8 5 0,-3 8 0,-3-6 0,0 3 0</inkml:trace>
  <inkml:trace contextRef="#ctx0" brushRef="#br0" timeOffset="239">9017 17520 8912,'0'9'0,"0"-1"0,0 0 0,2-6 0,4 3 0,7-3 0,8-2 0,0 0 0,8-2 0,2-2 0,1-1 0,3-3 0,-1 4 0,0-3 0,1-3 0,-3 6 0,-3-1 0,-6 1 0,-4-2 0,-2 4 0,1-4 0,-9 4 0,1 4 0,-6 4 0,1 6 0,-1 3 0,-2-6 0,-10-1 0,-1-8 0</inkml:trace>
  <inkml:trace contextRef="#ctx0" brushRef="#br0" timeOffset="240">9912 17210 8912,'10'0'0,"-3"0"0,-7 0 0,0 2 0,0 4 0,0 4 0,0 7 0,0 8 0,0 5 0,-2 8 0,-3 8 0,3 6 0,-4 5 0,4 0 0,2 12 0,0-12 0,0 7-119,0-9 1,0-11 0,0-2 0</inkml:trace>
  <inkml:trace contextRef="#ctx0" brushRef="#br0" timeOffset="241">11650 17228 8912,'0'-18'0,"0"1"0,0 0 0,2 2 0,4 3 0,5 6 0,-1-1 0,1 1 0,3 2 0,1 2 0,2 2 0,1 0 0,-1 0 0,0 0 0,0 2 0,0 4 0,1 4 0,-1-1 0,-2 6 0,-2-3 0,-1 3 0,1 2 0,-5 1 0,-2-1 0,1 0 0,-1 0 0,-2 0 0,-2 0 0,-4 3 0,-4 3 0,-5 3 0,-12 9 0,2-1 0,-10 0 0,-3 1 0,-5-1 0,1 6 0,10 0 0,-3-1 0,8-11 0,0-5 0,6-11 0,7-5 0,3-7 0</inkml:trace>
  <inkml:trace contextRef="#ctx0" brushRef="#br0" timeOffset="242">12201 17159 8912,'-17'-16'0,"0"5"0,-1-2 0,1 7 0,0 2 0,0 10 0,-6 3 0,-2 10 0,-2 4 0,-3 6 0,5-2 0,2 1 0,-2 1 0,2 5 0,0 1 0,6-1 0,5-1 0,1-5 0,7 3 0,-2-8 0,4-6 0,2-5 0,8-3 0,3 3 0,7-5 0,5-5 0,7 2 0,8 2 0,-1-1 0,3-5 0,4-15 0,0-4 0</inkml:trace>
  <inkml:trace contextRef="#ctx0" brushRef="#br0" timeOffset="243">13354 17107 8912,'11'-25'0,"1"-3"0,1-3 0,3 2 0,-7 10 0,-3 8 0,-4 7 0,-4-4 0,-4 8 0,-5 0 0,-5 2 0,-1 4 0,0-2 0,0 7 0,-2 3 0,-4 1 0,4 2 0,-4 0 0,-2 3 0,2 2 0,-2 3 0,2 4 0,2 3 0,-8-3 0,3 2 0,-3-3 0,4 5 0,8-5 0,1-3 0,5-2 0,-2-4 0,9-2 0,6 1 0,7-9 0,14-3 0,10-4 0,9-2 0,2 0 0,4 0 0,3-2 0,7-4 0,-5 2 0,4-7 0,-9 5 0,-2-5 0,-10 7 0,-1-2 0,-3 4 0,-9 2 0,0 0 0,-13 0 0,-4 8 0,-12 3 0,-6 3 0,-11-3 0,4-3 0,-6-8 0</inkml:trace>
  <inkml:trace contextRef="#ctx0" brushRef="#br0" timeOffset="244">14094 17176 8912,'-17'0'0,"-1"2"0,1 4 0,0-3 0,0 7 0,0 0 0,-1-1 0,7 3 0,-1 5 0,9 0 0,-3 0 0,4 6 0,2 0 0,2 0 0,4-6 0,5-2 0,4-3 0,10 1 0,4-7 0,5 0 0,7-6 0,1 0 0,4 0 0,5-2 0,1-4 0,-6-5 0,5-12 0,-11 4 0,1-4 0,-13-2 0,-5 2 0,-11-6 0,-7 4 0,-5 1 0,-5-1 0,-14-4 0,-16 6 0,-7-6 0,-10 7 0,1 2 0,-1 7 0,1 5 0,-1 8 0,0 2 0,1 4 0,-1 6 0,0 10 0,1 5 0,-1 8 0,1-1 0</inkml:trace>
  <inkml:trace contextRef="#ctx0" brushRef="#br0" timeOffset="245">9706 18225 8912,'-18'0'0,"1"0"0,0 0 0,0 0 0,0 0 0,5 2 0,3 3 0,1 7 0,4 3 0,2 4 0,2 2 0,0 4 0,0 2 0,2-6 0,4 2 0,3-2 0,1 2 0,5-10 0,-3 2 0,3-5 0,2-6 0,6-2 0,0-2 0,6-2 0,-6-4 0,0-4 0,-4-7 0,2 0 0,2 0 0,-6-6 0,-5 0 0,-9-6 0,3 6 0,-6 1 0,-6 4 0,-3 1 0,-8 0 0,-8 0 0,-4 0 0,2 7 0,-1 4 0,1 6 0,-2 6 0,2-2 0,4 7 0,12 1 0,-12 5 0,13 0 0</inkml:trace>
  <inkml:trace contextRef="#ctx0" brushRef="#br0" timeOffset="246">11530 18311 8912,'-27'-25'0,"2"8"0,8-1 0,0 11 0,0 5 0,-1 4 0,1 4 0,0 5 0,2 4 0,1 3 0,5 1 0,1 4 0,2-2 0,6 7 0,0-7 0,0 2 0,2-4 0,4-2 0,4-1 0,7-3 0,0-3 0,0-3 0,2-1 0,4-6 0,4-2 0,7-4 0,1-5 0,-1-4 0,-5-3 0,0 1 0,-3 0 0,1 0 0,-8 0 0,-5-1 0,-11 1 0,3 6 0,-12-1 0,-5 9 0,-12-3 0,-4-2 0,-7 2 0,-1 3 0,1 1 0,0-6 0,-1-1 0</inkml:trace>
  <inkml:trace contextRef="#ctx0" brushRef="#br0" timeOffset="247">11341 18414 8912,'17'-12'0,"0"1"0,0-2 0,0-3 0,1 1 0,-1 4 0,0-3 0,0 8 0,0 3 0,1 1 0,-1 2 0,0 0 0,0 0 0,-5 7 0,-1 5 0,1 3 0,-3 2 0,1 2 0,-4 4 0,-5-2 0,5 6 0,-4 0 0,-2 0 0,0-6 0,0 1 0,-8 5 0,-3 2 0,-12-2 0,-6-1 0,-3-1 0,-3-4 0,1 0 0,0 2 0,-1-4 0,1 4 0,1-6 0,5-5 0,-5-5 0,14-7 0,-6 0 0</inkml:trace>
  <inkml:trace contextRef="#ctx0" brushRef="#br0" timeOffset="248">11822 18259 8912,'-17'0'0,"0"0"0,5 0 0,1 0 0,0 0 0,-7 0 0,1 8 0,2 5 0,0 8 0,-3 8 0,5 3 0,-10 3 0,10-1 0,1 0 0,8 7 0,-1-1 0,3 0 0,2-6 0,2-1 0,3-5 0,5-3 0,7-8 0,8-5 0,4-1 0,3-7 0,3 2 0,-1-12 0,0-11 0,1-10 0</inkml:trace>
  <inkml:trace contextRef="#ctx0" brushRef="#br0" timeOffset="249">12476 18294 8912,'-15'-25'0,"4"-4"0,3 4 0,8 2 0,0 4 0,2 10 0,4 3 0,5 4 0,-1-4 0,1 0 0,0 1 0,12 5 0,0 0 0,0 0 0,-5 0 0,4 0 0,1 0 0,8 2 0,-2 3 0,-4-1 0,-2 8 0,-4-1 0,-2 6 0</inkml:trace>
  <inkml:trace contextRef="#ctx0" brushRef="#br0" timeOffset="250">12493 18741 8912,'-34'0'0,"2"0"0,5-2 0,10-4 0,9 2 0,14-7 0,3-1 0,10-5 0,4 0 0,6 0 0,11-6 0,6 0 0,4-6 0,1 6 0,3 0 0,3 6 0,-1 0 0,7 0 0,-2 1 0,2 5-190,-4-4 1,1-3 0,1-8-1</inkml:trace>
  <inkml:trace contextRef="#ctx0" brushRef="#br0" timeOffset="251">13440 18259 8912,'-21'-17'0,"4"0"0,-4 7 0,9 4 0,-3 5 0,0 10 0,3 8 0,-1 2 0,7 8 0,2-2 0,2-4 0,2 6 0,0 1 0,2-3 0,4-2 0,5-4 0,5-2 0,9-1 0,3-5 0,5-3 0,1-8 0,-5-8 0,0-3 0,1-6 0,10-6 0,-9-4 0,3-8 0,-13 1 0,-3 0 0,-9-6 0,-11-1 0,-5 1 0,-11-2 0,-16 12 0,-18-5 0,-7 14 0,-10 4 0,2 10 0,4 12-234,-4 12 1,6 10 0,-8 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25607 10058 8912,'-2'-15'0,"-2"1"0,-2 3 0,-5-1 0,3-5 0,0-2 0,-1-2 0,1-4 0,0-1 0,-3-3 0,5-6 0,0 3 0,-1 3 0,5-7 0,-6 7 0,3 3 0,-1-1 0,-8 15 0,5-3 0</inkml:trace>
  <inkml:trace contextRef="#ctx0" brushRef="#br0" timeOffset="1">25452 9628 8912,'0'0'0</inkml:trace>
  <inkml:trace contextRef="#ctx0" brushRef="#br0" timeOffset="2">25331 10625 8912,'-15'-11'0,"5"1"0,10 1 0,10-1 0,15-1 0,9-8 0,10-2 0,6-2 0,-4-6 0,0 4 0,1 0 0,3 1 0,0-5 0,-6 6 0,-10 0 0,-9-2 0,2-2 0,0-7 0</inkml:trace>
  <inkml:trace contextRef="#ctx0" brushRef="#br0" timeOffset="3">25710 9783 8912,'9'-33'0,"-3"3"0,-4 3 0,-2 2 0,0 4 0,-8 4 0,-3 6 0,-4 3 0,-1 10 0,5 4 0,-5 3 0,9 14 0,-7 2 0,5 4 0,1 7 0,3 0 0,5 10 0,0 2 0,0 9 0,0 4 0,0 8 0,7 0 0,3 1 0,1 5 0,1 5 0,-1 2 0,6-1 0,1-7 0,-1-11 0,0-4 0,0-7 0,-2-10 0,-3-8 0,1-7 0,-5-12 0,0-1 0,-1-3 0,-1-7 0,-6 4 0,0-16 0,-2-2 0,-4-7 0,-3-2 0,-8-4 0,-8 4 0,-2-6 0</inkml:trace>
  <inkml:trace contextRef="#ctx0" brushRef="#br0" timeOffset="4">25434 10625 8912,'-11'0'0,"-1"0"0,7 0 0,-7 0 0,8 0 0,-1 0 0,10-2 0,7-3 0,5-7 0,6-3 0,11-12 0,12-7 0,6-10 0,5-13 0,-3 1-152,3-7 0,-3 13 152,-3-1 0,-7 11 0,-5 2 0,-9 9 0,-7 12 0,-4 7 0,-9 10 0,-2 2 0,-8 4 0,0-2 0,0 7 0,-8 1 0,-4 5 0,3-8 76,-3-3 0,1-4 0,-6-2 0</inkml:trace>
  <inkml:trace contextRef="#ctx0" brushRef="#br0" timeOffset="5">26467 9542 8912,'-17'12'0,"0"-3"0,-1 1 0,1-1 0,0 3 0,0 5 0,-1 2 0,1 4 0,6 4 0,1 9 0,1 6 0,-1 10 0,6 1 0,-1 10 0,3-6 0,4 5 0,3-3 0,7-4 0,3 3 0,2-7 0,0-3 0,1-14 0,-1-7 0,0-4 0,6-6 0,0-5 0,0-7 0,2-3 0,-6-9 0,4-5 0,-4-13 0,-2-9 0,0-8 0,1-10 0,-1 1 0</inkml:trace>
  <inkml:trace contextRef="#ctx0" brushRef="#br0" timeOffset="6">26673 9834 8912,'-15'2'0,"4"4"0,-5-4 0,5 4 0,-4 3 0,-1 3 0,5 11 0,1-4 0,6 6 0,-1-1 0,1 5 0,4 4 0,6 1 0,3 0 0,8 1 0,3-8 0,2-5 0,-2-2 0,3-3 0,1-2 0,-1-4 0,0-3 0,-4-10 0,2-4 0,2-5 0,0-6 0,-5-6 0,-3-4 0,-4-7 0,3-3 0,-9-3 0,1 4 0,-6-4 0,-2 9 0,-3 3 0,1 7 0,-8-2 0,1 9 0,-6 5 0,-3 1 0,-3 4 0,4 2 0,-4 2 0,2 8 0,-2 4 0,4 3 0,-6 2 0,8 0 0</inkml:trace>
  <inkml:trace contextRef="#ctx0" brushRef="#br0" timeOffset="7">26622 10144 8912,'-17'0'0,"-1"0"0,1 0 0,0 0 0,7 0 0,3-2 0,11-4 0,7-5 0,2-10 0,16-2 0,-4-2 0,7 4 0,5-4 0,-1-2 0,0 5 0,-1-7 0,-3 8 0,-3-2 0,-4-4 0,0 8 0,2-6 0</inkml:trace>
  <inkml:trace contextRef="#ctx0" brushRef="#br0" timeOffset="8">26708 9525 8912,'0'11'0,"2"-1"0,4-2 0,-3 3 0,9-5 0,1 0 0,10-6 0,4 0 0,7 0 0,8 7 0,4 5 0,2 3 0,-2 2 0,2 8 0,-8 4 0,0 3 0,-6 3 0,-7 1 0,-4 4 0,-6-2 0,-5 6 0,-6 0 0,-4 0 0,-4-6 0,-4 2 0,2 2 0,-7-2 0,7-1 0,-2-11 0,-4-3 0,9-15 0,-7-18 0,8-11 0</inkml:trace>
  <inkml:trace contextRef="#ctx0" brushRef="#br0" timeOffset="9">27362 9834 8912,'-12'-1'0,"1"-5"0,7 4 0,-4-13 0,8 3 0,10-3 0,5-4 0,10-2 0,8-2 0,-3 0 0,10 6 0,2 0 0,-1-1 0,4 3 0,-4 4 0,-1-3 0,-6 9 0,-7-1 0,-4 6 0,4 0 0,-1 0 0</inkml:trace>
  <inkml:trace contextRef="#ctx0" brushRef="#br0" timeOffset="10">27672 10127 8912,'-18'0'0,"7"0"0,-1 0 0,9 0 0,-3-2 0,13-4 0,11-5 0,1-7 0,11-3 0,5-1 0,3 1 0,2-4 0,-5 2 0,-1 0 0,0 6 0,-5-1 0,0 1 0,-8 0 0,4 0 0,-8 0 0</inkml:trace>
  <inkml:trace contextRef="#ctx0" brushRef="#br0" timeOffset="11">28377 9147 8912,'-17'-17'0,"0"-1"0,-1 1 0,3 0 0,4 0 0,1 7 0,4 5 0,10 10 0,-4 7 0,14 18 0,3 10 0,0 16 0,6 7 0,-2 4 0,2 1 0,-4 3 0,4 4 0,-2-3 0,0 7 0,2-5 0,-2-7 0,-2-2 0,-2-14 0,-1 3 0,-5-14 0,3-7 0,-7-12 0,1-6 0,-1-4 0,1-7 0,-2 2 0,-2-4 0,7-2 0,-5-2 0,5-4 0,-5-3 0,6-9 0,-9-6 0,5-11 0,-8-9 0</inkml:trace>
  <inkml:trace contextRef="#ctx0" brushRef="#br0" timeOffset="12">28842 9267 8912,'-12'0'0,"1"0"0,5-6 0,-5 1 0,7-1 0,-4 4 0,8-4 0,0 2 0,2-5 0,4 1 0,-2-3 0,7 3 0,2-1 0,-3 5 0,1-2 0,-5 4 0,6 2 0,1 0 0,-5 0 0,-1 8 0,-7 3 0,0 12 0,0 6 0,-2-2 0,-1 1 0,-5 3 0,-2 1 0,5 1 0,-7-5 0,6 3 0,-5-8 0,7 0 0,-2-6 0,5 0 0,1 0 0,0-7 0,1-2 0,5-8 0,8 0 0,7 0 0,0 0 0,7 0 0,1 0 0,5 0 0,1 0 0,-1 0 0,-5 1 0,0 5 0,-6-2 0,5 8 0,-9-1 0,-1 6 0,-9 2 0,-9 4 0,-2 6 0,-4 3 0,-9 3 0,-8-1 0,-7 0 0,1 1 0,-2-6 0,3-1 0,-3-7 0,8 2 0,-6-11 0,7-7 0,0-5 0,9-7 0,2-11 0,7-14 0,-4-12 0</inkml:trace>
  <inkml:trace contextRef="#ctx0" brushRef="#br0" timeOffset="13">29306 9353 8912,'-11'-2'0,"1"-4"0,3-5 0,1 1 0,6-1 0,8 5 0,3-5 0,10-1 0,4-5 0,0 0 0,0 0 0,5 0 0,-1-1 0,-4 7 0,-2-1 0,-4 9 0,-2-3 0,0 4 0,0 2 0,-5 0 0,-1 0 0,-7 2 0,2 4 0,-2-5 0,2 5 0,-5-4 0,7-2 0</inkml:trace>
  <inkml:trace contextRef="#ctx0" brushRef="#br0" timeOffset="14">30167 8700 8912,'-17'0'0,"-1"-2"0,1-2 0,0-2 0,5-5 0,1 5 0,5 0 0,-5 6 0,-3 0 0,1 10 0,2 7 0,-3 8 0,8 9 0,1 3 0,5 3 0,0 4 0,0 5 0,0-1 0,0-2 0,7-2 0,5 2 0,3-6 0,2-12 0,-3-3 0,3-7 0,-4-3 0,10-4 0,-4-3 0,-1-8 0,5-8 0,-1-3 0,9-12 0,-4-6 0,2-5 0,-1-6 0,-5-4 0,6-8 0,-6-5 0,5 0 0,-12-6 0,1 5 0,-11 1 0,-1 5 0,-3 1 0,-2-1 0,-9 14 0,-7 7 0,-6 10 0,-5 12 0,4 5 0,-6 4 0,2 8 0,-1 3 0,3 12 0,8 6 0,-1 3 0,1 3 0,6-7 0,-1 1 0,8-8 0,-1 2 0,3-4 0,2-2 0</inkml:trace>
  <inkml:trace contextRef="#ctx0" brushRef="#br0" timeOffset="15">30081 9044 8912,'-17'5'0,"-1"1"0,1-2 0,6-2 0,-1-2 0,8 0 0,-1 0 0,12-2 0,10-4 0,8-5 0,10-12 0,1-4 0,4-7 0,-2-1 0,8 1 0,-7 1 0,1 3 0,-4 3 0,-1 2 0,-3 2 0,-3 6 0,-4 0 0,-16 5 0,-3 1 0,-4 7 0,-10-3 0,-1-1 0,-9-2 0</inkml:trace>
  <inkml:trace contextRef="#ctx0" brushRef="#br0" timeOffset="16">30528 7995 8912,'-6'-19'0,"-1"-2"0,-3-2 0,-3 2 0,5 2 0,1 9 0,7 10 0,9 19 0,6 16 0,6 9 0,8 20 0,-4 11 0,2 7 0,3 4 0,3 0 0,1 0 0,6 0-366,1 0 1,-1 2 365,-23-42 0,0 0 0,19 39 0,5 1 0,-5-1 0,4-11 0,-4-7 0,-1-10 0,-1-3-15,1-3 1,-1-1 14,1-4 0,-16-6 0,-8-11 0,-7-12 0,-8-10 0,-7-7 0,-8 0 0</inkml:trace>
  <inkml:trace contextRef="#ctx0" brushRef="#br0" timeOffset="17">26415 5536 8912,'-15'-2'0,"4"-3"0,3 1 0,8-8 0,0 8 0,0-3 0,0 7 0,0 0 0,0-8 0,0-3 0,0 1 0,0-1 0,0-1 0,0-5 0,0 0 0,0 0 0,0-8 0,0-4 0,0-3 0,0-3 0,0-7 0,0-4 0,0-3 0,0-3 0,-2-1 0,-4-5 0,-3 3 0,-9-8 0,-6 2 0,-5-2 0,-11-2-212,-6 7 1,-11-1 211,-7 2 0,-8 3 0,-3-3 0,3 9 0,8 4 0,7 2-92,4 4 0,-5-4 92,1 2 0,3-8 0,3 2 0,3 3 0,-10-3 0,-1-4 0,2-2 0,-6-1 0,5 13 0,-1 2 0,2 9 0,-12-2 0,-15 8 0,-10 2 0,43 12 0,-1-1 0,-4 2 0,-1-1 0,3 1 0,-1-1 0,-2-1 0,1-1-152,4 2 0,1 1 1,-3-3-1,1 1 152,4 4 0,0 0 0,-44-9 0,1-2 0,6 2 0,7 1 0,9 5-105,5 1 0,0-3 105,-10 5 0,-11 0 0,-11 6 0,45 0 0,0 0 0,-2 0 0,-1 0 0,2 0 0,-1 0 0,-2 0 0,-1 0 0,1 1 0,0 0 0,-1 2 0,1 0 0,-1-2 0,-1 2-83,-2 2 0,0 1 1,2-3-1,1 0 83,-1 2 0,1 1 0,6-1 0,1 0 0,-2 0 0,1 1 0,2 2 0,0-1-87,0-1 0,1 0 1,-48 9 86,4 2 0,12-1 0,0-5 0,7 8 0,4-7 0,-9 13 0,-8-8 0,-10 2 0,45-10 0,1 1 0,1-1 0,0 1 0,0 1 0,1 1 0,-1-2 0,0 1 0,-2 3 0,-1 1 0,0-2 0,1 0 0,-1 1 0,0 1 0,2 1 0,-1 1 0,2-4 0,1 2 0,0 3 0,2 2 0,-40 20 0,6 1 0,-3-7 0,-3 0 0,-4 1 0,42-15 0,-1 2 0,3 1 0,0 0 0,1-2 0,0 0 0,-35 19 0,-4 4 0,3 2 0,35-22 0,-1 1 0,-5 1 0,1 0 0,0 2 0,0 1-12,-1-1 0,1 1 1,5 3-1,2-1 12,3-2 0,2 0 0,-34 34 0,-1-6 0,3-3 0,2-7 0,-8 3 0,-3-4 0,38-18 0,0 1 0,-1 2 0,0 1 0,0 1 0,0 1 0,0 0 0,0 1 0,-4 3 0,-2 2-232,-1 3 0,-3 0 1,-6 1-1,-2 0 232,-8 5 0,0 0 0,7-7 0,2 0 0,0 0 0,1 0 0,6-2 0,1 0 0,3-1 0,0 0 0,3-2 0,1 1 10,-5 2 0,2 0 0,6-4 0,2-1-10,-1-1 0,1 0 0,-25 33-8,8-9 0,2 6 8,-3 0 0,5-3 0,-7 4 0,-1 3 0,27-32 0,-1 1 0,1 3 0,-2 0 0,-5-2 0,1-1 0,7 0 0,1 0 0,-31 32 0,10 0 0,7 0 0,4-8 133,7-4 0,14-4 1,6-1-1,4-2-133,1-4 0,0 3 604,-1-3 0,-2-10-604,7-1 0,-8-12 351,3 0 1,-2-4-352,1-2 0,-3-2 260,3-3 1,-3 3-261,-2-4 0,0 5 0,-1-1 0,1-2 0,0-1 0,0-3 0,0 3 0,-1 1 0,1-7 0,6 5 0,-1-5 0,8 7 0,-1-1 0,1 1 0,-2-1 0,-3-12 0,-9-10 0</inkml:trace>
  <inkml:trace contextRef="#ctx0" brushRef="#br0" timeOffset="18">15367 6894 8912,'-40'16'0,"0"-3"0,4 0 0,5 7 0,6-1 0,8 9 0,0 3 0,0 1 0,1 8 0,5 3 0,5 2 0,4 9 0,2 5 0,0 12 0,0 3 0,0 7 0,0-5 0,0-2 0,0-5 0,2-6 0,4-9 0,5-12 0,5-10 0,1-15 0,6-1 0,0-5 0,7-3 0,-1-8 0,5 0 0,7 0 0,4-10 0,13-7 0,11-10 0,11-13 0,-38 12 0,0-3 0,1-4 0,0-1 0</inkml:trace>
  <inkml:trace contextRef="#ctx0" brushRef="#br0" timeOffset="19">21012 12860 8912,'7'-17'0,"3"0"0,1 0 0,1 0 0,-8 9 0,2 8 0,-5 8 0,-1 9 0,0 0 0,-5 0 0,-1 2 0,0 2 0,-1 2 0,-1 8 0,-5-2 0,1 3 0,-1 2 0,-3 3 0,-1 3 0,-6-2 0,-2 8 0,1 4 0,-1 5 0,-4-2 0,6 5 0,-8-5 0,3-1 0,-3 3 0,1-1 0,3-7 0,2-3 0,0-3 0,2-7 0,-4 0 0,-7 1 0,-2-1 0,-5 0 0,-10-5 0,-12 0 0,-12-1 0,-5 7 0,-2-3 0,1-3 0,-1 1 0,8-7 0,-14 6-267,2-6 1,-4 0 266,4-6 0,-8 0 0,45-8 0,0 0 0,-44 0 0,1-1 0,2-3 0,-2 1 0,41-2 0,-3 0 0,-6-1 0,0 0 0,7-3 0,1 1 0,-1 2 0,2 0 0,-39-1 0,10-2 0,9 0 0,8 0 0,0 0 0,-6 0 0,-1 0 0,-5 0 0,2-2 0,-7-4 0,7-3-144,-1-8 0,1 0 144,-1-1 0,-12-1 0,37 9 0,0-1 0,-1 0 0,1-1 0,0 2 0,0-1 0,-43-15 0,12-3 0,4 0 0,7-5 0,6 1 0,-1-13 0,3 1 0,-2-7 0,-4 0 0,4 1 0,4-3 0,2-1 0,5-2 0,6 1 0,4 1 0,8-2 0,5 1 0,0-7 0,6 6 0,-5-6 0,-7 0 0,-5-4 0,2 2 0,1 2 0,3 6 0,0-6 0,5 3 0,0-8 0,8 6 0,-2-12 0,-2 7 0,2-7 0,-7 1 0,1-2 0,2 12 0,-1 0 0,-1 6 0,-5 2 0,-3-5 0,-3-1 0,4 4 0,-4-6 0,1 8 0,-1-3 0,-2 3 0,-4-2 0,-2 11 0,8 0 0,-6 2-14,6 4 0,0-8 14,6 2 0,7-3 0,4-3 0,4 0 0,2 1 0,-1-3 258,1-3 0,2 9-258,3-3 0,-1 12 0,7 5 0,-5 0 0,5 5 0,-5 4 0,5 2 0,0 4 151,-1 2 1,5 0-152,-4 0 0,4-1 15,2 1 0,0 0-15,0 0 0,-6 0 0,1-1 0,-1 1 0,6 0 0,0 0 0,0 0 0,0-1 0,0 1 0,0 6 0,0-1 0,0 8 0,0-3 0,0 7 0,0 0 0,7 7 0,3-5 0,7 4 0,0-4 0,1-2 0</inkml:trace>
  <inkml:trace contextRef="#ctx0" brushRef="#br0" timeOffset="20">14249 10900 8912,'-17'0'0,"-1"0"0,1 0 0,2-1 0,1-3 0,5-4 0,1-1 0,3-5 0,6-7 0,5-2 0,4 0 0,7 4 0,0-2 0,0-2 0,1-2 0,-1 2 0,0-3 0,0-1 0,2-5 0,2 3 0,2-4 0,-2-1 0,4-2 0,-2-4 0,6 1 0,-4-5 0,0 2 0,-1 4 0,5-4 0,-6 2 0,6 0 0,-6 6 0,-4 1 0,-6 4 0,2 5 0,-3 6 0,-4 9 0,-1 1 0,-7 10 0,0 4 0,0 5 0,2 5 0,4 1 0,2 8 0,7 1 0,0 3 0,4 0 0,2-1 0,-4 7 0,8-3 0,4-3 0,-2 3 0,1-5 0,3 2 0,2-1 0,-1-7 0,-3 2 0,3-4 0,-3-1 0,-4-3 0,-2-4 0,-4 3 0,-4-7 0,-1 1 0,-3 0 0,-5 3 0,5-5 0,-7 7 0,4-3 0,-1-1 0,3-1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4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21700 13118 8912,'-9'10'0,"-1"-2"0,4-8 0,4 0 0,-7 0 0,3 0 0,4 0 0,-7 0 0,3 0 0,4-2 0,-4-4 0,4 4 0,2-8 0,0 5 0,0 3 0,0-6 0,0 1 0,0 5 0,0-6 0,0 8 0,0 0 0,8 0 0,-6 0 0,15-6 0,0 1 0,2-1 0,10 6 0,4 0 0,5 0 0,8 0 0,11-8 0,6 6 0,12-3 0,13 1-191,-37 1 0,1 0 0,-1 2 0,1 0 191,3-1 0,-1-2 0,-1 0 0,-1 1 0,0 0 0,0 0 0,43-9 0,-5 5 0,-10-1-55,-11 1 1,-8-7 54,-9 3 0,0 1 0,-1-1 0,-12 7 0,-7-4 0,-5 3 0,-6-1 0,-8 0 0,-1 6 0,-8 0 755,3 0-755,-7 0 59,-7 0 0,3 0-59,-8 0 0,8 0 0,-3 0 0,5 0 0,-4 0 0,-2 8 0,-3 3 0,-6 3 0,0-3 0,-1 4 0,-6-5 0</inkml:trace>
  <inkml:trace contextRef="#ctx0" brushRef="#br0" timeOffset="1">26570 13170 8912,'-11'-6'0,"-1"0"0,7-5 0,-5 3 0,0 1 0,1-1 0,-3 2 0,1 6 0,-1 0 0,9 0 0,-5 0 0,8 0 0,0 0 0,8 0 0,-5 0 0,9 0 0,-1 0 0,7 0 0,-1 0 0,0 0 0,6 0 0,0 0 0,13 0 0,1-2 0,5-1 0,5-3 0,9-6 0,1 7 0,6-7 0,-5 7 0,1-7 0,-2 6 0,-3-5 0,3 5 0,-5 0 0,-6 6 0,-2-2 0,-4-3 0,-2 3 0,8-4 0,-8 4 0,2 2 0,2 0 0,1 0 0,0 0 0,5 0 0,-6 0 0,-1 0 0,1 0 0,-2 0 0,6 0 0,-6 0 0,2 0 0,-2 0 0,-2 0 0,8 0 0,2 0 0,9 0 0,-3 0 0,3 0 0,-3 0 0,-3 0 0,1 0 0,0 0 0,-7-2 0,1-3 0,-9 3 0,-3-4 0,-1 4 0,-10 2 0,0 0 0,-6 0 0,0 0 0,0 0 0,0 0 0,1 0 0,-7-6 0,1 1 0,-1-1 0,6 6 0,0 0 0,1 0 0,-1 0 0,0 0 0,-7 0 0,-3 0 0,1 0 0,-6 0 0,5 0 0,-7 0 0,0 0 0,0-8 0,-1 6 0,-5-3 0,-11-5 0,-10 0 0</inkml:trace>
  <inkml:trace contextRef="#ctx0" brushRef="#br0" timeOffset="2">21476 11691 8912,'0'10'0,"0"-2"0,0-8 0,0 0 0,8 7 0,-6-3 0,4 7 0,-4 3 0,-2 1 0,0 4 0,0 2 0,0 4 0,0 2 0,0 0 0,0 3 0,0-3 0,0-2 0,0 3 0,0-5 0,2 6 0,1-6 0,3-2 0,-2-2 0,0-9 0,1-5 0,-3-3 0,6-17 0,-8-4 0</inkml:trace>
  <inkml:trace contextRef="#ctx0" brushRef="#br0" timeOffset="3">21580 11571 8912,'-10'-8'0,"-5"6"0,7-7 0,-3 3 0,-5 4 0,14-5 0,-5 7 0,9 0 0,3 0 0,5 0 0,7 0 0,0-2 0,1-4 0,-1 4 0,0-6 0</inkml:trace>
  <inkml:trace contextRef="#ctx0" brushRef="#br0" timeOffset="4">21889 11777 8912,'0'12'0,"0"-1"0,0-7 0,0 4 0,-5-10 0,-1-4 0,0 4 0,6-6 0,0 8 0,8 0 0,3 0 0,-3 0 0,7 0 0,-5 0 0</inkml:trace>
  <inkml:trace contextRef="#ctx0" brushRef="#br0" timeOffset="5">21752 12138 8912,'0'18'0,"0"-7"0,0 0 0,0-7 0,0 4 0,0-8 0,0 0 0,0-8 0,0 6 0,7-13 0,3 6 0</inkml:trace>
  <inkml:trace contextRef="#ctx0" brushRef="#br0" timeOffset="6">25813 12138 8912,'0'-17'0,"0"0"0,0 0 0,0 5 0,0 1 0,0 5 0,0-5 0,0 7 0,0-2 0,0 12 0,-2 3 0,-4 9 0,4 1 0,-3 2 0,3 4 0,2 1 0,-6 3 0,0 5 0,1-1 0,5-5 0,0 5 0,0-4 0,0-3 0,0 3 0,0-8 0,2 4 0,3 0 0,-3-6 0,13-2 0,-13-17 0,6-10 0</inkml:trace>
  <inkml:trace contextRef="#ctx0" brushRef="#br0" timeOffset="7">25796 11966 8912,'-17'16'0,"-1"-3"0,1-1 0,6-7 0,-1 7 0,8-8 0,-3 3 0,7-7 0,0 0 0,7 0 0,-3 0 0,6-2 0,-3-3 0,1 3 0,-2-4 0,-4 4 0,5-6 0,1-1 0,2-8 0</inkml:trace>
  <inkml:trace contextRef="#ctx0" brushRef="#br0" timeOffset="8">26174 12173 8912,'-17'0'0,"0"0"0,0 0 0,5 0 0,1 0 0,-3 0 0,7 0 0,-1 2 0,8 3 0,2-1 0,4 8 0,3-9 0,9 11 0,-1-8 0,-6 1 0,1-1 0,-8-4 0,11 13 0,-6-5 0</inkml:trace>
  <inkml:trace contextRef="#ctx0" brushRef="#br0" timeOffset="9">26140 12585 8912,'-10'2'0,"5"4"0,3-4 0,2 6 0,7-8 0,5 0 0,3 0 0,10-16 0,2-3 0</inkml:trace>
  <inkml:trace contextRef="#ctx0" brushRef="#br0" timeOffset="10">25744 11863 8912,'12'0'0,"-3"-2"0,1-1 0,-1-3 0,-5-8 0,4 14 0,-8 0 0,0 2 0,0 10 0,0 1 0,0 2 0,0 3 0,0-1 0,0 0 0,0 0 0,0-5 0,0-1 0,2-7 0,3 2 0,-3-6 0,4-6 0,-4 2 0,-2-7 0,0 5 0,0-5 0,0-1 0,-6-5 0,1 0 0,-3 5 0,2 3 0,-5 1 0,1 2 0,-1 6 0,5 0 0,-6 0 0,7 0 0,-7 0 0,8 2 0,-1 4 0,3-4 0,2 13 0,0-5 0,0 7 0,2-8 0,3-3 0,-1-4 0,8-2 0,-1 0 0,6 0 0</inkml:trace>
  <inkml:trace contextRef="#ctx0" brushRef="#br0" timeOffset="11">4371 10574 8912,'-15'-8'0,"3"-3"0,-3 3 0,3 2 0,-1 12 0,2 7 0,5 8 0,4 8 0,2 4 0,0 1 0,0 0 0,0 1 0,8-1 0,3 0 0,2 3 0,3-1 0,-1 0 0,4-3 0,2-10 0,-4 0 0,1-6 0,-1-6 0,6 3 0,0-9 0,-2-1 0,-2-9 0,-2-7 0,-5-3 0,-1-2 0,-7-1 0,2 1 0,-4 0 0,-2 0 0,7 7 0,-5 5 0,4 10 0,1 11 0,1 8 0,2 3 0,3 4 0,4-1 0,6-1 0,0 2 0,12-9 0,-5-4 0,10-7 0,2-7 0,-1 2 0,-1-20 0,-6-9 0,-1-9 0,-5-8 0,-3-2 0,-10-6 0,-3 2 0,-6-2 0,-8 4 0,-10-1 0,-1 1 0,-16-2 0,1 11 0,-7 12 0,1 6 0,1 4 0,4 3 0,7 3 0,10 1 0,4 14 0,22-6 0,3 3 0,19 5 0,1-1 0</inkml:trace>
  <inkml:trace contextRef="#ctx0" brushRef="#br0" timeOffset="12">5197 10522 8912,'0'17'0,"0"8"0,0 2 0,0 4 0,0 3 0,0-4 0,0 11 0,0-5 0,0-2 0,0 1 0,0-1 0,0-1 0,0-5 0,0-3 0,2-8 0,4 0 0,-4-7 0,13-12 0,-4-15 0,3-8 0,-3-9 0,5 1 0,-5 5 0,2-3 0,-1 8 0,3 0 0,-3 6 0,-3 2 0,3 3 0,-1 5 0,6 7 0,1 13 0,-1 4 0,0 4 0,0-4 0,8 0 0,4 1 0,3-1 0,3 0 0,-1-7 0,0-5 0,1-3 0,-1-2 0,-1 0 0,-5-2 0,-5-3 0,-3-7 0,-5-3 0,-4-2 0,3-1 0,-9 1 0,-1 0 0,-9 0 0,-7 0 0,-5 7 0,-6 4 0,4 5 0,-4 1 0,4 0 0,1 0 0,1 7 0,0 7 0,2 5 0,3 4 0,5-1 0,7-4 0,0 5 0,0 0 0,9-2 0,8-10 0,8 2 0,10-7 0,-1 0 0,1-6 0,5-2 0,0-4 0,-6 0 0,-5-11 0,-2 4 0,1-10 0,-8 10 0,-11 1 0,-1-1 0,-4-3 0,5 7 0,-7 1 0,6 8 0,-14 2 0,0 4 0,0-2 0,6 7 0,-1 1 0,-5 5 0,4 0 0,-4 0 0,4 0 0,2 1 0,0-1 0,0-8 0,0-1 0,0-8 0,0-8 0,0-3 0,8-10 0,1-2 0,3 2 0,-1 2 0,1 2 0,5-1 0,0 7 0,0 0 0,1 7 0,-1-2 0,-2 6 0,-3 6 0,7 3 0,-8 8 0,8 8 0,-7 4 0,3 5 0,4 5 0,2 3 0,2 2 0,6-6 0,-6 2 0,6-10 0,-6-1 0,-1-16 0,-4 10 0,-1-13 0</inkml:trace>
  <inkml:trace contextRef="#ctx0" brushRef="#br0" timeOffset="13">6935 10660 8912,'-11'-6'0,"-1"0"0,3 2 0,-3 10 0,-1 6 0,7 11 0,0 3 0,6 9 0,0-1 0,0 0 0,0 7 0,0-1 0,8 6 0,3-6 0,5 0 0,1-6 0,0-7 0,0-4 0,1-6 0,-1-5 0,0-7 0,0-3 0,0-9 0,1-5 0,-7-5 0,1-6 0,-1-4 0,6-7 0,0-6 0,1 0 0,-3 1 0,-4 11 0,3-3 0,-9 8 0,9 0 0,-12 10 0,4 7 0,-5 10 0,-1 19 0,0 6 0,0 11 0,2-4 0,2 6 0,4-2 0,1 0 0,3-5 0,5-7 0,0-7 0,0 2 0,1-11 0,-1-7 0,0-5 0,0-5 0,-1-12 0,-5-12 0,4-4 0,-3-1 0,-5-6 0,1 0 0,-2 2 0,0 1 0,-1 3 0,-5-1 0,-2 7 0,-1 1 0,-3 2 0,0 2 0,6 14 0,0 3 0,0 12 0,8 3 0,1 16 0,9 2 0</inkml:trace>
  <inkml:trace contextRef="#ctx0" brushRef="#br0" timeOffset="14">7968 10918 8912,'-10'0'0,"2"0"0,3 7 0,-1 5 0,0 5 0,6 6 0,2-2 0,4 8 0,-4-1 0,3 7 0,-3-7 0,0-1 0,4-2 0,-4 5 0,6-3 0</inkml:trace>
  <inkml:trace contextRef="#ctx0" brushRef="#br0" timeOffset="15">8243 10453 8912,'-2'-17'0,"-2"0"0,-2 0 0,-1 23 0,1 11 0,4 13 0,-4 12 0,3 8 0,-3 5 0,4 5 0,-4-3 0,2 2 0,1 6 0,-3-2 0,2 2 0,4-6 0,6-1 0,-2-7 0,7-5 0,-5-8 0,7-13 0,4-10 0,4-5 0,4-6 0,-2-10 0,4-11 0,7-12 0,3-11 0,1-8 0,4-5 0,2-4 0,-11-8 0,1 2 0,-11 1 0,0-1 0,-6 2 0,-5-2 0,-7 6 0,-3 3 0,-4 7 0,-3 7 0,1 3 0,-8 20 0,6 4 0,-5 16 0,-2 9 0,3 7 0,-1 15 0,7 8 0,-2 4 0,-2 10 0,3 3 0,1 0 0,2 0 0,2-1 0,0-7 0,0 1 0,0-1 0,2-5 0,4 0 0,3-13 0,8 1 0,6-13 0,0-2 0,0-7 0,2-5 0,-4-7 0,8-6 0,-6-13 0,5 2 0,-7-11 0,2-1 0,-4 2 0,-1 0 0,-1 1 0,0-1 0,-7 6 0,5-4 0,-13 14 0,4-1 0,-4 8 0,-4-1 0,-2 10 0,-2 7 0,-15 3 0,2 2 0</inkml:trace>
  <inkml:trace contextRef="#ctx0" brushRef="#br0" timeOffset="16">7675 10591 8912,'-27'-8'0,"1"1"0,4-5 0,0 7 0,6 3 0,9 4 0,7 3 0,7 3 0,3 5 0,1-3 0,1-3 0,-8-1 0,3-6 0,-7 0 0,-7 0 0,-5 0 0,3 0 0,-3 0 0,-1 0 0,-10 8 0,-4 1 0</inkml:trace>
  <inkml:trace contextRef="#ctx0" brushRef="#br0" timeOffset="17">21907 13359 8912,'-18'-32'0,"1"1"0,0 4 0,0 2 0,0 4 0,-1 4 0,1 6 0,0 5 0,7 14 0,5 7 0,3 8 0,2 4 0,7 9 0,3 10 0,1 3 0,1 3 0,5 0 0,6-1 0,2 1 0,-2-1 0,6-1 0,3-4 0,4 2 0,5-8 0,6-2 0,9-2 0,7-9 0,13-6 0,12-10 0,-38-9 0,2-4 0,6-4 0,2-5-84,6-4 0,0-4 0,0-1 0,0-2 0,3-3 0,0-2 1,3 1-1,1-1 84,2-2 0,1 0 0,6 3 0,1-1-109,2-2 0,2 1 0,-4 4 0,0 2 0,3 2 0,0 2 1,-2 2-1,0 3 109,-1 3 0,-1 3 0,-2 1 0,0 2 0,1 3 0,-1 2 0,-7 1 0,-1 0 0,5 2 0,-1 2 0,-6 3 0,-2 3 0,-4 2 0,-2 2 0,0 0 0,0 1 0,2 5 0,-1 2 0,-2-5 0,0 0 0,2 1 0,0 0 0,-4-2 0,-1 0 0,-1 0 0,1-1 0,4-1 0,2 0 0,-60-15 0</inkml:trace>
  <inkml:trace contextRef="#ctx0" brushRef="#br0" timeOffset="18">26225 13828 7370,'51'7'0,"7"-1"0,-2-1 0,-1-3 0,-1 0-124,-5 1 0,0 0 0,4-2 1,-1-2 123,-3-2 0,0 0 0,5-1 0,1-2 0,-6-2 0,-1-1 0,48-8 0,-16 0 0,-9 0 0,-12 0 0,-3 5 0,-16 1 0,7-1 287,-1-5 1,10 0-288,1 0 0,-7 7 439,-10 4 1,-4-1-440,-1 1 0,5 0 291,0 6 1,6 6-292,-6 0 0,14 5 0,-3-5 0,20 7 0,6-3 0,12-1 0,-37-6 0,0 0 0,0 1 0,1 0 0,4-2 0,1 1 0,-2 3 0,0 0-181,2-3 0,-1 0 0,-1 3 0,-1 1 181,-3-1 0,-1-1 0,1 0 0,-1 0 0,1 1 0,0-1 0,-2 0 0,-1 0-105,43 6 0,-14-3 105,-15-8 0,-7 0 0,1 0 0,3 0-9,-3 0 1,0-9 8,-5-9 0,-2 1 0,-5-6 0,-2-4 0,-11 1 0,-3-3 0,-6 0 0,-6 8 353,-6-2 1,3 4-354,-9 2 0,-1 8 112,-9 3 1,-5-2-113,-7 3 0,0-1 9,-1 6 1,3 2-10,4 3 0,3 5 0,8 0 0,0-3 0</inkml:trace>
  <inkml:trace contextRef="#ctx0" brushRef="#br0" timeOffset="19">24436 13703 8912,'-36'-2'0,"0"-2"0,-1-2 0,5 3 0,7 12 0,-4 14 0,8 15 0,0 29 0,8 17 0,9-35 0,2 2 0,2 3 0</inkml:trace>
  <inkml:trace contextRef="#ctx0" brushRef="#br0" timeOffset="20">24333 13823 8912,'27'-17'0,"-4"0"0,-4 0 0,-2 7 0,-7 3 0,-5 8 0,-10 5 0,1-2 0,-6 7 0,1 5 0,-1 5 0,-1 5 0,-5 11 0,1 3 0,-2 6 0,4 11 0,-12 8 0,2 6 0,0 3 0,-8 14 0,2-2 0,16-36 0,2 1 0,-1-1 0,3 0 0,-5 45 0,8-5 0,6-8 0,6-13 0,13-12 0,16-11 0,13-14 0,9-20 0,0-12 0,-5-25 0,0-11 0</inkml:trace>
  <inkml:trace contextRef="#ctx0" brushRef="#br0" timeOffset="21">24953 13978 8912,'0'-11'0,"1"1"0,3 0 0,2 1 0,0 3 0,-6-5 0,0 7 0,0-4 0,0 8 0,0 0 0,0 8 0,0-6 0,0 5 0,0-7 0,0 0 0,-8 0 0,6 0 0,-5 0 0,7 0 0,0 0 0,0 8 0,0 4 0,-6 3 0,0 2 0,0 8 0,6 4 0,0 3 0,0 2 0,0 1 0,0-1 0,0 1 0,0-1 0,0-5 0,0-1 0,0-5 0,0 6 0,0-8 0,2 2 0,4-4 0,-2-10 0,7-3 0,-7-4 0,11-10 0,-5-1 0</inkml:trace>
  <inkml:trace contextRef="#ctx0" brushRef="#br0" timeOffset="22">25021 14786 8912,'-17'0'0,"0"0"0,0 0 0,0 0 0,5 0 0,1 0 0,-1 0 0,-5 0 0,5 0 0,1 0 0,7 0 0,-3 0 0,7 0 0,0-8 0,5-1 0,1-8 0,2 5 0,-3 1 0,-3 7 0,6-11 0,0 13 0,-6-6 0,3 10 0,-9 4 0,-1 5 0,-3 5 0,2 1 0,4 0 0,-3 0 0,3-5 0,2-1 0,0-7 0,0 3 0,7-7 0,-3 0 0,8 0 0,-8 0 0,3-7 0,-7-5 0,0-3 0,0 6 0,0-7 0,0 14 0,0-5 0,0-1 0,0-1 0</inkml:trace>
  <inkml:trace contextRef="#ctx0" brushRef="#br0" timeOffset="23">25314 14202 8912,'17'-25'0,"-7"6"0,-3-4 0,-1 2 0,0-2 0,0 4 0,-6-4 0,0 4 0,0 1 0,0 7 0,0-1 0,0 9 0,0 5 0,0 15 0,-6 8 0,0 9 0,0 0 0,6 3 0,0 1 0,0 2 0,0 2 0,0-2 0,0-4 0,0 5 0,6-7 0,0-5 0,1 3 0,-1-3 0,-4 3 0,6 1 0,-2-3 0,-1-1 0,1-8 0,-6 11 0,0-5 0</inkml:trace>
  <inkml:trace contextRef="#ctx0" brushRef="#br0" timeOffset="24">25400 14889 8912,'-17'0'0,"0"0"0,-1 0 0,1 6 0,0 0 0,0-2 0,0-3 0,5 5 0,1 0 0,7 0 0,-4-6 0,16 0 0,1 0 0,9 0 0,-1 0 0,0 0 0,0-8 0,0-3 0,-7-5 0,-4-1 0,-4 8 0,-2-7 0,-2 14 0,-4-3 0,-4 3 0,-7 2 0,0 0 0,5 0 0,1 0 0,7 7 0,-3 3 0,8-1 0,7-3 0,7-4 0,6-2 0,10 0 0,-2 0 0,11-8 0,4-1 0</inkml:trace>
  <inkml:trace contextRef="#ctx0" brushRef="#br0" timeOffset="25">25779 13823 8912,'-10'-17'0,"-5"2"0,5 1 0,1 3 0,3 1 0,12-1 0,9 11 0,8 11 0,13 18 0,-1 5 0,3 20 0,-4 3 0,-5 16-43,0 7 0,-8 14 1,-10-43-1,-1 1 0,-3 4 1,-3 1 42,-2 1 0,-4 2 0,-2 4 0,-3 0-287,-6 2 0,-3 0 0,-1 4 0,-2-1 287,-6 0 0,-2 0 0,4-2 0,0-2 0,1-7 0,-2-2 0,1 0 0,-2-1 0,-2-3 0,-3-1 0,0 1 0,-1-1 0</inkml:trace>
  <inkml:trace contextRef="#ctx0" brushRef="#br0" timeOffset="26">10325 10230 8912,'0'-17'0,"-2"1"0,-3 5 0,3 7 0,-4 16 0,4 11 0,2 9 0,0 8 0,0-2 0,0 6 0,0 0 0,0 0 0,0-4 0,2 4 0,2-2 0,1-4 0,3 1 0,-2 1 0,-2-4 0,7 4 0,-7-5 0,4-5 0,-3-3 0,1-2 0,0 5 0,-6-3 0</inkml:trace>
  <inkml:trace contextRef="#ctx0" brushRef="#br0" timeOffset="27">10394 11227 8912,'-15'-2'0,"3"-4"0,3 5 0,3-5 0,2 2 0,-7-2 0,7 4 0,-4-5 0,8 7 0,0-8 0,2 4 0,4-7 0,-2 1 0,7-1 0,-7 3 0,6 2 0,-5 1 0,-3-1 0,6 8 0,-8 4 0,0-3 0,0 9 0,0-8 0,0 11 0,0-13 0,0-2 0,7-17 0,3-10 0</inkml:trace>
  <inkml:trace contextRef="#ctx0" brushRef="#br0" timeOffset="28">10962 10367 8912,'-6'-17'0,"-1"0"0,-3 0 0,6 7 0,-3 5 0,7 10 0,0 9 0,0 7 0,0 5 0,0 9 0,0-1 0,0 1 0,0 5 0,0 0 0,1 0 0,5-6 0,-2 1 0,7-1 0,-1 6 0,3 0 0,-1-1 0,1-3 0,-5-2 0,-2 1 0,1 5 0,-1 0 0,0-2 0,-6-9 0,7 3 0,3-5 0</inkml:trace>
  <inkml:trace contextRef="#ctx0" brushRef="#br0" timeOffset="29">11031 11279 8912,'0'17'0,"-2"-8"0,-4-3 0,4 4 0,-5-8 0,7 5 0,0-7 0,0 0 0,0-7 0,0 5 0,0-14 0,0 13 0,0-9 0,0 6 0,0-5 0,0 7 0,0-3 0,0 7 0,0 0 0,0-8 0,0 6 0,0-13 0,7-3 0,3-8 0</inkml:trace>
  <inkml:trace contextRef="#ctx0" brushRef="#br0" timeOffset="30">11237 9972 8912,'0'-17'0,"0"0"0,0-1 0,0 9 0,8 11 0,3 15 0,12 10 0,6 13 0,4 6 0,1 11 0,0 8 0,1 8 0,-1 13 0,-16-39 0,-1 3 0,0 4 0,0 1-39,1 2 0,-2 0 0,-2 2 1,-3-1-1,-1 0 0,-2 1 1,-4-3-1,-1 0 39,-1 0 0,-2-1 0,-4-3 0,-1-1 0,-3-1 0,-2-2 0,-15 34 0,-9-2 0,-14-15 0,-3-8 0,-13-3 0,1-3 0,-2-9 0,2-7 0,6-10 0,-4-4 0,1-2 0,5-2 0,5-4 0</inkml:trace>
  <inkml:trace contextRef="#ctx0" brushRef="#br0" timeOffset="31">10119 10075 8912,'-25'-27'0,"6"3"0,-4 6 0,4 1 0,1 0 0,-4 7 0,-1 5 0,2 3 0,1 6 0,3 7 0,0 16 0,0 21 0,0 11 0,-1 15 0,1 14 0,8-34 0,1 1 0,0 4 0,1 2 0,0 6 0,2 0 0,2 3 0,0 2-330,2 2 0,1 1 1,3 1-1,1 0 330,1 2 0,2-1 0,5-5 0,4-3 0,0-4 0,3-3 0,3-9 0,4-5 0,23 21 0,7-10-127,-1-6 0,4-11 127,-1-7 0,5-10 0,-6-14 0,-3-3 0,-6-8 0,-1 0 0,-1 0 0</inkml:trace>
  <inkml:trace contextRef="#ctx0" brushRef="#br0" timeOffset="32">11065 11296 8912,'0'11'0,"0"1"0,0 1 0,0-5 0,0-1 0,-7-7 0,5 0 0,-6 0 0,8-7 0,0-3 0</inkml:trace>
  <inkml:trace contextRef="#ctx0" brushRef="#br0" timeOffset="33">12390 10608 8912,'-27'0'0,"5"0"0,2 0 0,3 0 0,10 0 0,7 0 0,9 0 0,14 0 0,8-2 0,7-2 0,8-1 0,3-9 0,5 3 0,1-4 0,3-3 0,-3 1 0,-9 0 0,4 2 0,-4 3 0,2 5 0,-3-1 0,-10 6 0,-12-4 0,-6 14 0,-5 9 0,1 2 0,-7 10 0,-8 0 0,-8 5 0</inkml:trace>
  <inkml:trace contextRef="#ctx0" brushRef="#br0" timeOffset="34">12648 11038 8912,'-26'10'0,"-1"3"0,4-7 0,10-1 0,-5-5 0,13 0 0,-3 0 0,10 0 0,5-2 0,13-3 0,12-7 0,12-3 0,13-2 0,12-6 0,12 0 0,1-6 0,-2 6 0,2-1 0,-7 3 0,-2-2 0,-3 2 0,-14 0 0,-5-2 0,-3-4 0,4-7 0</inkml:trace>
  <inkml:trace contextRef="#ctx0" brushRef="#br0" timeOffset="35">13991 10453 8912,'-18'-17'0,"-5"8"0,1 3 0,-9 4 0,2 2 0,-5 8 0,-6 3 0,1 14 0,-5 9 0,2 10 0,4 6 0,9 7 0,7 1 0,10 7 0,6-2 0,8-2 0,10 2 0,7-10 0,15-1 0,6-10 0,2-15 0,1-8 0,-1-6 0,4-11 0,-6-2 0,0-10 0,-6-12 0,-5-7 0,0-11 0,-1-4 0,7-8 0,-9 1 0,-3 1 0,-5 0 0,-7-1 0,-3 5 0,-8-6 0,-10 1 0,-7 5 0,-10 2 0,-13-2 0,2 16 0,-8 1 0,0 14 0,-6 3 0,3 8 0,3 0 0,6 8 0,3 8 0,11 3 0,3 2 0,11 6 0,6 0 0,6 6 0,8-6 0,9-2 0,10-2 0,13-2 0,4-7 0,8-3 0</inkml:trace>
  <inkml:trace contextRef="#ctx0" brushRef="#br0" timeOffset="36">14851 10127 8912,'-9'-8'0,"3"-3"0,6-5 0,6-1 0,9 6 0,12 1 0,3 1 0,7-1 0,8 6 0,1-1 0,4 3 0,2 2 0,3 2 0,-3 1 0,-8 7 0,-6 5 0,-11 0 0,-4 14 0,-6 0 0,-8 5 0,-9 2 0,-9 5 0,-14 2 0,-6 9 0,-3 2 0,-3 3 0,1-4 0,-1 5 0,7-11 0,-1-1 0,10-8 0,2 3 0,7-5 0,3-2 0,5-5 0,-4 0 0,6-8 0,6 2 0,-3-4 0,9-2 0,-1 2 0,7 4 0,-1-10 0,0 3 0,0-7 0,0-5 0,1 4 0,-1-3 0,0 1 0,-5 2 0,-1 3 0,-7 4 0,2 3 0,-4 1 0,-2 4 0,-8-4 0,-4 4 0,-3 3 0,0 1 0,1 0 0,3-4 0,1 2 0,-1-2 0,-4-1 0,3-4 0,4-7 0,3 1 0,3-9 0,2 5 0,0-8 0,6-2 0,1-4 0,3-5 0,3-4 0,-5-3 0,-2 1 0,-5 0 0,-8 0 0,-5 0 0,-11 5 0,-5 1 0,-5 7 0,-1-2 0,-1 4 0,1 2 0,0 6 0,-1 0 0,8 7 0,4-1 0,4 3 0,2 2 0,0 0 0</inkml:trace>
  <inkml:trace contextRef="#ctx0" brushRef="#br0" timeOffset="37">24522 946 8912,'0'9'0,"0"-1"0,2-2 0,4-1 0,-4 1 0,7-6 0,-3 0 0,-4 0 0,6 0 0,-8 2 0,0 4 0,0-4 0,0 5 0,0-7 0,7 8 0,3 1 0</inkml:trace>
  <inkml:trace contextRef="#ctx0" brushRef="#br0" timeOffset="38">24574 1066 8912,'0'-11'0,"0"-1"0,0-1 0,0 3 0,0-1 0,0-1 0,0 1 0,0-1 0,0 1 0,0-1 0,0 1 0,0 7 0,0-4 0,0 8 0,0 0 0,-6 10 0,-1 7 0,-3 10 0,-1 7 0,-7 6 0,1 4 0,0 8 0,5-6 0,1 0 0,1-6 0,-1 6 0,1-10 0,7 0 0,-3-7 0,2-4 0,2-2 0,2-14 0,8-1 0,3-8 0,-1-8 0,1-3 0,6-5 0,8-3 0,2-2 0,4-2 0,-5-5 0,3 5 0,0-6 0,5 6 0,1 8 0,-1 9 0,0-1 0,1 1 0,-6 2 0,-3 10 0,-1 5 0,-4 4 0,-4 10 0,-5 4 0,-4 2 0,-8-3 0,0 5 0,0-5 0,-2 5 0,-4 1 0,-4 1 0,-7-3 0,-2-1 0,-4-3 0,2-7 0,-8 2 0,3 2 0,-3-2 0,-2-6 0,8-5 0,-5-9 0,3 3 0,0-4 0,0-2 0,2-8 0,6-3 0,6-14 0,-1-9 0,8-8 0,-11-17 0,5-3 0</inkml:trace>
  <inkml:trace contextRef="#ctx0" brushRef="#br0" timeOffset="39">24505 1066 8912,'0'-17'0,"0"0"0,0-1 0,-6 1 0,1 0 0,-1 6 0,6-1 0,2 1 0,6-7 0,9 3 0,9 4 0,15-5 0,5 5 0,5 1 0,7-1 0,-3 5 0,8-5 0,-7 5 0,1-5 0,-4-1 0,-9-13 0,-2-2 0</inkml:trace>
  <inkml:trace contextRef="#ctx0" brushRef="#br1" timeOffset="40">25847 1393 8912,'-9'-18'0,"-6"1"0,13 8 0,-6 3 0,8 12 0,0 7 0,0 8 0,0 12 0,0 7 0,0 9 0,0 1 0,0 5 0,0 1 0,0-1 0,0 3 0,0-3 0,2 6 0,2-2 0,1-3 0,7-10 0,-6-6 0,-1-12 0,-5-3 0</inkml:trace>
  <inkml:trace contextRef="#ctx0" brushRef="#br1" timeOffset="41">27000 825 8912,'-7'-17'0,"-5"0"0,-3 0 0,-2-1 0,0 1 0,5 8 0,1 3 0,5 4 0,-6 2 0,-1 0 0,3 8 0,-1 3 0,0 6 0,1 6 0,0 4 0,5 7 0,1 1 0,-6 1 0,3 2 0,3 2 0,-4 6 0,2-6 0,1 8 0,5-2 0,0 2 0,0-2 0,0-4 0,0-8 0,9 0 0,8 1 0,3-8 0,8-4 0,3-12 0,9-5 0,-2-4 0,6-2 0,-2-2 0,-3-4 0,-5-5 0,-5-12 0,-5 3 0,-6-2 0,-9-5 0,-3 8 0,-12-4 0,-13 11 0,-15 7 0,-8 3 0,-10 2 0,-2 7 0,-1 7 0,-4 5 0,-2 4 0,11 7 0,-2-1 0,18 3 0,-1 3 0,20-7 0,4 1 0,9-8 0,7 2 0,15-11 0,14-7 0,16-18 0,11-6 0</inkml:trace>
  <inkml:trace contextRef="#ctx0" brushRef="#br1" timeOffset="42">27689 1272 8912,'-10'-11'0,"4"-1"0,-1 7 0,1-7 0,0 10 0,6 2 0,0 12 0,0 9 0,0 7 0,0 13 0,-2 4 0,-3 5 0,3 4 0,-4 3 0,4 12 0,2 9 0,0 0 0,0-3 0,0-12 0,0-6 0,-8-11 0,-1-4 0</inkml:trace>
  <inkml:trace contextRef="#ctx0" brushRef="#br1" timeOffset="43">28618 928 8912,'-11'-17'0,"-1"0"0,8 0 0,-1 0 0,3-1 0,2 1 0,0 0 0,9 6 0,8-1 0,8-1 0,2-3 0,11-6 0,-3 1 0,1 3 0,0 5 0,-1 7 0,-1-5 0,1 7 0,-3 0 0,-3 10 0,-6 11 0,-4 10 0,-2 13 0,-7 10 0,-5 7 0,-3 14 0,-2-3 0,-7 5 0,-5-2 0,-3 1 0,-2 3 0,-1-1 0,1-5 0,6-6 0,-1 0 0,3-7 0,-3 1 0,5-4 0,7-1 0,-8-8 0,-4-4 0,-3-11 0,-2-5 0,0-6 0</inkml:trace>
  <inkml:trace contextRef="#ctx0" brushRef="#br1" timeOffset="44">28756 1496 8912,'-29'15'0,"2"-3"0,2-7 0,4-3 0,8-2 0,1 0 0,11 0 0,1 0 0,17-7 0,17-5 0,4-3 0,14-2 0,4-1 0,12 1 0,7-6 0,1 2 0,1 4 0,-1 4 0,-7 9 0,-6-2 0,-9 2 0,-3-1 0,-7 3 0,-17-6 0,-2 8 0</inkml:trace>
  <inkml:trace contextRef="#ctx0" brushRef="#br1" timeOffset="45">29823 1513 8912,'11'-6'0,"1"1"0,-9 8 0,3 15 0,2 3 0,-1 11 0,1 8 0,0 8 0,-3 2 0,-5 11 0,0 0 0,0 0 0,0 0 0,0 2 0,0-7 0,0-14 0,0-8 0,0-19 0,0 1 0</inkml:trace>
  <inkml:trace contextRef="#ctx0" brushRef="#br1" timeOffset="46">30855 602 8912,'0'-23'0,"0"0"0,0 2 0,0 2 0,0 2 0,0 9 0,0 8 0,-2 17 0,-2 18 0,-3 8 0,-3 7 0,6 4 0,-1 1 0,3 4 0,2 2 0,0 1 0,0 1 0,0-2 0,0-4 0,2 6 0,3 4 0,-1-12 0,8-3 0,-8-12 0,11-6 0,-6-9 0</inkml:trace>
  <inkml:trace contextRef="#ctx0" brushRef="#br1" timeOffset="47">31423 1307 8912,'10'0'0,"-3"-8"0,-7 6 0,-2 4 0,-3 15 0,-7 10 0,-3 5 0,-4 10 0,-2 6 0,-4 8 0,-2 7 0,0 5 0,-3 5 0,3 2 0,2-3 0,-4-11 0,6-9 0,0-16 0,6-11 0</inkml:trace>
  <inkml:trace contextRef="#ctx0" brushRef="#br1" timeOffset="48">31836 1100 8912,'-17'0'0,"7"0"0,12 0 0,15 0 0,10 0 0,13-2 0,6-1 0,4-3 0,2-6 0,-1 7 0,1-1 0,-1-2 0,-7 5 0,-3-7 0,-5 2 0,-2 4 0,-7 1 0,-4-3 0,-4 4 0,-9-6 0,-10 1 0,-10-3 0</inkml:trace>
  <inkml:trace contextRef="#ctx0" brushRef="#br1" timeOffset="49">32920 619 8912,'0'-27'0,"0"4"0,0 4 0,0 2 0,0 6 0,0-1 0,6 10 0,2 4 0,1 13 0,-5 20 0,2 16 0,1 12 0,-1 18 0,0 6 0,-6-36 0,0 2 0,-1-1 0,0 1 0,-2 1 0,0 1 0,2-3 0,-2 1-193,-2 1 1,-1 1 0,4 1 0,0 0 192,0 2 0,-2-1 0,0-1 0,-1 1 0,-1 0 0,0 0 0,-1-7 0,-1 0 0,-1 0 0,1 1 0</inkml:trace>
  <inkml:trace contextRef="#ctx0" brushRef="#br1" timeOffset="50">23576 2802 8912,'0'-17'0,"0"6"0,-2-1 0,-2-1 0,-2-2 0,1-2 0,-3-1 0,6 7 0,-4-1 0,3-1 0,-3-2 0,2-1 0,-6 7 0,1 9 0,-1 9 0,1 9 0,-5 6 0,3 11 0,-2 9 0,3 7 0,-2 7 0,7 3 0,-5 8 0,3-3 0,3-2 0,4 0 0,5-4 0,7-3 0,3-4 0,4-12 0,4-18 0,-2-6 0,8-8 0,3-9 0,7-9 0,-3-16 0,4-10 0,-3-7 0,-3-9 0,0-8 0,1-4 0,-8-2 0,-4 2 0,-12 2 0,-5 3 0,-8 5 0,-10-5 0,-7 13 0,-15 4 0,-3 7 0,-3 5 0,4 6 0,-4 12 0,4 5 0,1 4 0,6 6 0,1 8 0,7-1 0,-2 12 0,11 2 0,7-2 0,3 5 0,2-5 0,0 0 0,0-6 0,0 1 0</inkml:trace>
  <inkml:trace contextRef="#ctx0" brushRef="#br1" timeOffset="51">23335 3181 8912,'-17'0'0,"0"0"0,-1 0 0,1 0 0,2-2 0,3-4 0,9 2 0,14-7 0,8 5 0,16-5 0,1-1 0,4 3 0,-2-7 0,8 5 0,-2-4 0,2-3 0,2 1 0,-8 0 0,0 0 0,-5 0 0,-9-1 0,7-6 0,-6-3 0</inkml:trace>
  <inkml:trace contextRef="#ctx0" brushRef="#br1" timeOffset="52">24230 3009 8912,'-17'0'0,"-1"0"0,1 0 0,6 0 0,-1 0 0,8 0 0,6 0 0,16 0 0,6-8 0,11-3 0,-1-5 0,3-1 0,1 2 0,2 3 0,-6-3 0,-5 4 0,-8-5 0,4-1 0</inkml:trace>
  <inkml:trace contextRef="#ctx0" brushRef="#br1" timeOffset="53">24299 3456 8912,'-10'0'0,"2"0"0,8 0 0,10-8 0,7-3 0,10-5 0,13-1 0,0 0 0,12 0 0,-4-2 0,9-4 0,2 2 0,-1-8 0,-1 8 0,-5-4 0</inkml:trace>
  <inkml:trace contextRef="#ctx0" brushRef="#br1" timeOffset="54">25159 2992 8912,'-8'9'0,"-1"5"0,-8-9 0,-1 9 0,-1-3 0,-2 4 0,-2 3 0,6 4 0,6 1 0,-1 10 0,-5 1 0,7 6 0,5 6 0,3-2 0,2-4 0,7-5 0,5-1 0,9-1 0,2-11 0,7-6 0,-1-11 0,-2-3 0,2-2 0,-3-2 0,5-5 0,-4-8 0,-2-6 0,-2-12 0,-6-1 0,-6-3 0,1-8 0,-8 4 0,1-4 0,-10 1 0,-7-2 0,-5-2 0,-6 8 0,-4 2 0,-7 9 0,-1 6 0,-1 12 0,-2 5 0,-2 4 0,1 17 0,11 8 0,3 15 0,8 8 0,7 4 0,-5-6 0,5-2 0</inkml:trace>
  <inkml:trace contextRef="#ctx0" brushRef="#br1" timeOffset="55">20582 3060 8912,'-18'-17'0,"-5"0"0,0 0 0,2 0 0,2 1 0,2 5 0,0 5 0,-2 4 0,-2 2 0,-2 2 0,0 4 0,0 7 0,0 8 0,-2 8 0,4 11 0,-2 6 0,2 4 0,2 3 0,4 2 0,3 3 0,6-3 0,5-1 0,2-5 0,5-3 0,6-6 0,11-5 0,5-7 0,5-9 0,3-9 0,4-4 0,6-8 0,6-6 0,5-9 0,-9-6 0,4 0 0,-14-13 0,-4 1 0,1-10 0,-9 1 0</inkml:trace>
  <inkml:trace contextRef="#ctx0" brushRef="#br1" timeOffset="56">20926 2906 8912,'-10'0'0,"3"2"0,7 3 0,0 12 0,0 12 0,0 11 0,0 6 0,0 4 0,0 1 0,0 3 0,0 3 0,0-3 0,0 3 0,0-5 0,0-7 0,0-8 0,0-9 0,0-7 0,0 2 0,0-11 0,1-5 0,3-9 0,4-3 0,1-7 0,-3-5 0,6-6 0,-1-4 0,6-7 0,2-2 0,4-4 0,-3 3 0,3-3 0,1 10 0,-1 1 0,6 8 0,-6-2 0,-2 4 0,-10 2 0,5 7 0,-9 4 0,5 12 0,-4 4 0,-10 11 0,-4-4 0,4 12 0,-6-18 0,8 12 0,0-4 0,0-2 0,0 0 0,0 1 0,0-1 0,8 0 0,0-5 0,3-1 0,4-7 0,-3 2 0,3-5 0,2-6 0,1-1 0,-1-7 0,0 1 0,-6-3 0,1-2 0,-3-1 0,3 1 0,-2 6 0,-7-1 0,3-1 0,0 5 0,-6 1 0,0 7 0,0 2 0,0 3 0,0 7 0,0 3 0,0 2 0,7-7 0,-5 5 0,12-11 0,-9 7 0,1-7 0,-4 4 0,4-8 0,-4 0 0,5-8 0,-8 4 0,-5-7 0,2 7 0,-8-2 0,7-1 0,-7 1 0,8 0 0,-3-1 0,7 5 0,0-6 0,2 6 0,3-4 0,13-3 0,8-8 0</inkml:trace>
  <inkml:trace contextRef="#ctx0" brushRef="#br1" timeOffset="57">21838 3146 8912,'-12'10'0,"1"-4"0,5 1 0,-5-1 0,-1 5 0,-5-5 0,0 2 0,0-2 0,1 5 0,5 4 0,-3 3 0,9-1 0,-1 0 0,6 0 0,0 0 0,0 0 0,0 1 0,0-1 0,6 0 0,-1 0 0,9-5 0,-3-1 0,5-7 0,1 2 0,0-4 0,0-2 0,0-8 0,1-3 0,-1-5 0,0-1 0,-7-2 0,-5-4 0,-3 2 0,-2-8 0,-2 8 0,-3-2 0,1 4 0,-8 2 0,1 2 0,-6 3 0,-1-1 0,1 7 0,0 2 0,0 3 0,7 8 0,3-3 0,7 7 0,7-7 0,7 2 0,7-4 0,7-2 0,5 0 0,1 0 0,1-6 0,-1 0 0,-5-7 0,-1 2 0,-1-5 0,2-1 0,-4 0 0,-8 0 0,-6 0 0,1-1 0,-8 7 0,0 1 0,-8 1 0,-8-1 0,-3 6 0,-2-1 0,0 5 0,-1 5 0,1-1 0,0 8 0,7-7 0,5 7 0,-3-1 0,2 7 0,0-1 0,6 0 0,0 0 0,0 0 0,8 1 0,4-1 0,-3 0 0,3 0 0,-7 2 0,7 4 0,-6-4 0,3 6 0,-1 0 0,-4 4 0,-2-3 0,-2 3 0,0-6 0,0 6 0,-2-7 0,-4 7 0,2-8 0,-7 2 0,-1-4 0,-5-2 0,0-5 0,-1-3 0,1-1 0,2-4 0,4-10 0,3-11 0,0-10 0,-1-7 0</inkml:trace>
  <inkml:trace contextRef="#ctx0" brushRef="#br1" timeOffset="58">22251 3146 8912,'-6'12'0,"0"-1"0,-7-1 0,1 1 0,5 5 0,-1-13 0,8 9 0,0-8 0,8 3 0,3-7 0,5 0 0,1 0 0,6-7 0,0-5 0,0-3 0,-6-2 0,8 0 0,-6-1 0,4 1 0,-12 0 0,-5 0 0,-4 0 0,-2-1 0,0 7 0,0-1 0,-8 9 0,-5-3 0,-8 4 0,-8 2 0,2 8 0,-1 3 0,-1 12 0,-5 6 0,1 11 0,4 6 0,5 11 0,6 6 0,3-2 0,4 2 0,5-7 0,12 1 0,13-13 0,15-10 0,12-11 0,9-10 0,7-5 0,6-8 0,-4-4 0,-1-7 0,-2-3 0,2-14 0,-4-8 0,-7-8 0</inkml:trace>
  <inkml:trace contextRef="#ctx0" brushRef="#br1" timeOffset="59">25658 2992 8912,'-6'-12'0,"1"1"0,-1 7 0,14-4 0,1 10 0,1 4 0,5-4 0,-4 4 0,3-3 0,-3 3 0,5-4 0,-5 4 0,-3 3 0,-1 1 0</inkml:trace>
  <inkml:trace contextRef="#ctx0" brushRef="#br1" timeOffset="60">25796 3490 8912,'-17'10'0,"-1"-5"0,3-1 0,4 2 0,3-4 0,8 6 0,0-16 0,0-2 0</inkml:trace>
  <inkml:trace contextRef="#ctx0" brushRef="#br1" timeOffset="61">27121 2734 8912,'-17'-17'0,"-1"-3"0,1 1 0,2 0 0,3 4 0,5 9 0,9 6 0,2 12 0,3 5 0,3 6 0,-1-2 0,5 7 0,-3 3 0,3 1 0,-7 3 0,1-1 0,-2 3 0,-1 3 0,1-2 0,-6 8 0,-2-6 0,-4 6 0,-9-8 0,-8 2 0,-7-4 0,3-1 0</inkml:trace>
  <inkml:trace contextRef="#ctx0" brushRef="#br1" timeOffset="62">26811 3043 8912,'0'-9'0,"10"-7"0,7 5 0,15-4 0,14-3 0,4-5 0,2 1 0,5-3 0,0 2 0,-3-4 0,-6 0 0,-14-5 0,-1 5 0,-7-7 0</inkml:trace>
  <inkml:trace contextRef="#ctx0" brushRef="#br1" timeOffset="63">27448 2596 8912,'0'17'0,"6"8"0,-1 4 0,7 5 0,-6 6 0,-3 6 0,-1 4 0,4 1 0,0 1 0,-1-2 0,-5-3 0,0-3 0,0-2 0,0-3 0,0-11 0,0-9 0,0-7 0,0-8 0,0-4 0,0-18 0,0-10 0,0-5 0,2-7 0,4 0 0,-2-4 0,7 10 0,-5-3 0,6 15 0,-7-1 0,7 7 0,1 5 0,3 3 0,1 8 0,0 2 0,0 4 0,0 5 0,1 12 0,4-4 0,1 4 0,8 2 0,-2-2 0,3-6 0,3-5 0,-1-8 0,0 1 0,1-3 0,-1-2 0,-5-7 0,0-5 0,-8-5 0,2-4 0,-4-4 0,-2-2 0,-7 4 0,-5-5 0,-5 5 0,-5-4 0,-7 2 0,-3 4 0,-8 4 0,0 6 0,-6 3 0,6 8 0,-5 2 0,5 4 0,0 9 0,5 8 0,1 7 0,0-1 0,7 3 0,5 3 0,3-1 0,2 1 0,2-7 0,3 1 0,5-2 0,7 1 0,8-5 0,4-11 0,1-7 0,-1-3 0,4-2 0,-5 0 0,-3-3 0,-2-9 0,2 1 0,-2-14 0,-2 2 0,-2 0 0,-8-6 0,1 6 0,-2 0 0,1 6 0,2 0 0,-7 0 0,2 7 0,-2 5 0,-3-3 0,7 4 0,-2 6 0,3 6 0,-5 9 0,1 0 0,-1 0 0,-4 6 0,4 0 0,1 0 0,-1-6 0,-2 0 0,-2 1 0,-2-1 0,0-8 0,0 7 0,2-16 0,4 0 0,-3-10 0,9-13 0,-6-6 0,5-11 0,6-2 0,6-4 0,2-1 0,-2 7 0,-2-1 0,8 7 0,-6 7 0,3 6 0,1 8 0,0 7 0,-4 12 0,6 5 0,-3 20 0,3 9 0,-4 10 0,0 7 0,-4-2 0,7 9 0,-5-9 0,6 2 0,0-9 0,5-2 0,1-16 0,-1-1 0,0-8 0,1-4 0</inkml:trace>
  <inkml:trace contextRef="#ctx0" brushRef="#br1" timeOffset="64">25434 4092 8912,'-11'0'0,"-1"0"0,9-8 0,-5 6 0,8-7 0,0 3 0,8 2 0,3-5 0,4 1 0,-3 2 0,-1 6 0,1 0 0,5 0 0,0 0 0,0 0 0,1 0 0,-7 0 0,1 0 0,-1 0 0,6 0 0,1 0 0,-1 0 0,0 0 0,0 0 0,-5-2 0,-1-3 0,-5-3 0,5-3 0,-5-7 0,5 1 0,-7 4 0,2-10 0,4 15 0,-1-7 0</inkml:trace>
  <inkml:trace contextRef="#ctx0" brushRef="#br1" timeOffset="65">25710 3851 8912,'-12'17'0,"1"1"0,-6 8 0,-6 9 0,-8 14 0,2 14 0,3 8 0,-3 9 0,8-5-282,-2 11 0,11-6 282,7 0 0,3-3 0,2-8 0,2-12 34,3-11 1,7-6 0,9-19-1,6-6-34,5-7 0,-1-8 0,9-6 0,-6-19 0,-5-15 0,4-15 0,-7-6 0</inkml:trace>
  <inkml:trace contextRef="#ctx0" brushRef="#br1" timeOffset="66">26157 3903 8912,'-17'-6'0,"0"0"0,7-7 0,1 9 0,3-7 0,4 7 0,0-2 0,10 12 0,1 7 0,5 8 0,1 0 0,2 8 0,2-2 0,4 1 0,-4 5 0,4-5 0,-4 5 0,-1 1 0,-7 1 0,1-1 0,-9-5 0,3-1 0,-4-7 0,-2 12 0,0-6 0</inkml:trace>
  <inkml:trace contextRef="#ctx0" brushRef="#br1" timeOffset="67">26192 4728 8912,'-18'0'0,"-5"-2"0,1-4 0,4 5 0,7-5 0,7 2 0,-4 0 0,1-2 0,7 1 0,0 5 0,7-8 0,11-3 0,-1-5 0,0-1 0,0-2 0,0-4 0,8-11 0,2-10 0</inkml:trace>
  <inkml:trace contextRef="#ctx0" brushRef="#br1" timeOffset="68">26519 3868 8912,'0'18'0,"0"-1"0,5 8 0,1 3 0,6 7 0,-7 5 0,7-2 0,-5 8 0,1 0 0,0-2 0,5 5 0,-11-12 0,6 5 0</inkml:trace>
  <inkml:trace contextRef="#ctx0" brushRef="#br1" timeOffset="69">26605 4677 8912,'0'-10'0,"0"0"0,0 5 0,0 1 0,0-8 0,0 7 0,0-7 0,0 1 0,0-6 0,7-1 0,3 1 0</inkml:trace>
  <inkml:trace contextRef="#ctx0" brushRef="#br1" timeOffset="70">26605 3662 8912,'0'-17'0,"0"0"0,2 0 0,3-1 0,12 9 0,12 3 0,6 4 0,5 2 0,6 12 0,11 11 0,-3 15 0,3 25 0,-9 9 0,-26-27 0,-2 2 0,0 2 0,-2 1 0,0 4 0,-4-1 0,-5 0 0,-2-1-217,-1 3 1,-1-1 0,-2-1 0,-2-1 216,0 0 0,-2 0 0,-3-3 0,-1 1 0,-3 2 0,-2-1 0,-9 31 9,-9-2 0,-1-16-9,-6-19 0,7-3 0,-1-11 0,-2-8 0,-1-8 0</inkml:trace>
  <inkml:trace contextRef="#ctx0" brushRef="#br1" timeOffset="71">27465 4230 8912,'0'17'0,"-2"-2"0,-2-2 0,-3-3 0,-3-2 0,6-3 0,-1-7 0,10-3 0,7 1 0,9-8 0,4-1 0,1-2 0,9 3 0,5 1 0,-2-3 0,-1-1 0,-3 4 0,0-1 0,-7 8 0,-4-1 0,-4-5 0,-2 1 0</inkml:trace>
  <inkml:trace contextRef="#ctx0" brushRef="#br1" timeOffset="72">27448 4573 8912,'0'27'0,"0"-2"0,0-8 0,2-7 0,3-5 0,5-3 0,7-2 0,2-13 0,4-4 0,10-6 0,9 2 0,0-4 0,0-2 0,6 1 0,-2-3 0,-4-4 0,0 7 0,-8-9 0</inkml:trace>
  <inkml:trace contextRef="#ctx0" brushRef="#br1" timeOffset="73">28738 4281 8912,'-17'2'0,"0"2"0,0 2 0,0-3 0,-1-1 0,9-2 0,1 0 0,8 0 0,8 0 0,-6 0 0,5 0 0,-5 0 0,4 0 0,-4 0 0,6 0 0,-8 0 0,7 0 0,5 0 0,-3 0 0,3 0 0,5 0 0,6 0 0,8 0 0,-3-2 0,5-1 0,1-3 0,2-2 0,3 4 0,1-1 0,-2 1 0,-2-4 0,-1 2 0,-6 1 0,-3 3 0,-1-4 0,-2 4 0,-13-5 0,-3 7 0,-7 0 0,0 0 0,-7 0 0,3 0 0,-8 0 0,9 0 0,-5 0 0,8 0 0,0 0 0,-8-8 0,-1-2 0</inkml:trace>
  <inkml:trace contextRef="#ctx0" brushRef="#br1" timeOffset="74">29565 3765 8912,'17'-7'0,"0"-1"0,-2-5 0,-3 1 0,-7-1 0,3 3 0,-2-1 0,0 5 0,-6-5 0,0 7 0,0-4 0,0 16 0,0 5 0,0 8 0,0 8 0,0 5 0,0 6 0,0 4 0,0 8 0,0 5 0,0 0 0,5 1 0,1-7 0,0 1 0,-6 0 0,0-3 0,0-3 0,0-4 0,0-8 0,0-7 0,0-4 0,0 4 0,0-14 0,0 4 0,7-11 0,-5-6 0,6-4 0,-8-7 0,0 7 0,0-11 0,0 13 0,-8-6 0,-9 1 0,-10-3 0</inkml:trace>
  <inkml:trace contextRef="#ctx0" brushRef="#br1" timeOffset="75">30442 4092 8912,'-9'0'0,"-7"0"0,14 0 0,-5-8 0,5 6 0,-4-3 0,4 3 0,-5 2 0,5 0 0,-4 0 0,4 0 0,-6 0 0,8 0 0,-2 0 0,-3 0 0,3 0 0,-6 0 0,8 0 0,0 0 0,8 6 0,3-1 0,5 3 0,1-2 0,6-4 0,0 3 0,13-3 0,-2-2 0,12 0 0,0 0 0,4 0 0,1 0 0,1-7 0,0-3 0,-3-1 0,-3-1 0,-9 6 0,-9-5 0,-7 7 0,2-2 0,-5 2 0,-7-1 0,-1 3 0,-5-4 0,-3 4 0,-2 2 0,-2 0 0,-13 0 0,13 0 0,-7 2 0,3 4 0,4-4 0,-8 5 0,5-7 0,3 8 0,-8-6 0,4 4 0,3-3 0,-9 1 0,-1 2 0,-3 0 0,-1-6 0,0 0 0</inkml:trace>
  <inkml:trace contextRef="#ctx0" brushRef="#br1" timeOffset="76">30700 3903 8912,'10'-8'0,"-3"6"0,-7-13 0,0 13 0,0-13 0,0 13 0,0-4 0,0 12 0,0 5 0,0 14 0,0 10 0,6 7 0,0 9 0,0 8 0,-6 4 0,2 4 0,1 2 0,3 0 0,-2 0 0,-2-3 0,-2-2 0,0-11 0,0-7 0,-2-10 0,-4-1 0,4-9 0,-5-16 0,7-2 0,0-10 0,0-4 0,-6-4 0,0-7 0,-5-2 0,5-4 0,-7-4 0,3-7 0,-7 0 0</inkml:trace>
  <inkml:trace contextRef="#ctx0" brushRef="#br1" timeOffset="77">31939 3697 8912,'18'0'0,"-1"0"0,0 0 0,-8-2 0,-3-4 0,-4 4 0,-4-6 0,-4 8 0,5 0 0,-9 0 0,4 0 0,2 0 0,-7 0 0,5 8 0,-5 3 0,1 5 0,-5 3 0,0 4 0,-5 5 0,-6 5 0,3 1 0,-8 3 0,3 3 0,-11 4 0,-1 7 0,0-1 0,6-4 0,1 1 0,4-6 0,4-3 0,10-10 0,4-5 0,3-4 0,16-9 0,3-4 0,6-4 0,6-2 0,-2-6 0,8 0 0,0-7 0,5 1 0,2 3 0,3-3 0,3 1 0,2 1 0,-4-5 0,6 4 0,-2-3 0,2 3 0,1-5 0,-6 5 0,-3 1 0,-9-1 0,1 7 0,-7-2 0,-6-1 0,-5 1 0,-8 0 0,1 6 0,-10 0 0,-5 0 0,-7 0 0,0 6 0,-1 0 0,1 0 0,0-6 0,0 0 0,-8 0 0,-2 0 0</inkml:trace>
  <inkml:trace contextRef="#ctx0" brushRef="#br1" timeOffset="78">31836 3834 8912,'-10'0'0,"-5"0"0,13 8 0,-3 3 0,3 14 0,2 9 0,0 5 0,0 12 0,0-3 0,0 11 0,0-2 0,0 1 0,0-1 0,0-5 0,0-3 0,0-3 0,0-4 0,0-7 0,0-1 0,0 0 0,-2-5 0,-4 0 0,2-10 0,-7-2 0,-8 0 0,-8-7 0</inkml:trace>
  <inkml:trace contextRef="#ctx0" brushRef="#br1" timeOffset="79">29513 5553 8912,'11'0'0,"1"0"0,1 0 0,2 0 0,3 0 0,-1 0 0,2 2 0,4 2 0,8 2 0,7-2 0,-2-2 0,4-2 0,-1 0 0,1 0 0,-6 0 0,1 0 0,-11-2 0,-4-4 0,-3 4 0,0-4 0,-9 4 0,-8 2 0,-16 0 0,-10 0 0</inkml:trace>
  <inkml:trace contextRef="#ctx0" brushRef="#br1" timeOffset="80">29754 5828 8912,'0'18'0,"0"-1"0,0 0 0,2-7 0,3-5 0,5-5 0,9-3 0,4-5 0,6-2 0,3-1 0,3-6 0,5-1 0,0 1 0,0 0 0,-5 0 0,-3 2 0,-3 3 0,-2-1 0,-5 7 0,-8 0 0,3 6 0,-2-2 0,1-3 0,-7 3 0,-1-8 0,-8 4 0,7-3 0,3-8 0</inkml:trace>
  <inkml:trace contextRef="#ctx0" brushRef="#br1" timeOffset="81">30717 5364 8912,'-11'-11'0,"0"-1"0,7 1 0,-4-1 0,8 1 0,8 1 0,5-3 0,6 2 0,4-3 0,6 5 0,-6-3 0,7 6 0,-3-3 0,2-1 0,0 1 0,-3 5 0,3-2 0,-4 4 0,-8 2 0,0 2 0,-1 4 0,-5 5 0,-5 5 0,-4 3 0,-2 4 0,0-2 0,0 7 0,-8-7 0,-3 2 0,1 2 0,-1-2 0,-1 6 0,-5-6 0,5-2 0,3-8 0,-1-1 0,1 1 0,5-5 0,-11 7 0,13-13 0,-6 5 0,16-9 0,3-3 0,4 3 0,3-4 0,5 4 0,1 2 0,3 0 0,4 0 0,-4 0 0,1 0 0,-1 2 0,2 4 0,-4 1 0,-8 5 0,-2 3 0,-3-3 0,-5 5 0,-7 6 0,-2-4 0,-3 4 0,-13 4 0,-10-1 0,-5 3 0,-1 0 0,-1-3 0,1 3 0,-6 2 0,0-8 0,-1-1 0,7-4 0,5-3 0,1-4 0,5-3 0,-6-8 0,8 0 0,-2-10 0,12-7 0,-5-8 0,7-9 0</inkml:trace>
  <inkml:trace contextRef="#ctx0" brushRef="#br1" timeOffset="82">19363 796 8912,'-19'-6'0,"3"-1"0,8 3 0,-2 4 0,6 0 0,0 6 0,4 11 0,5 2 0,4 7 0,1 1 0,3 2 0,4-1 0,5-5 0,4-2 0,3-5 0,9-2 0,-1-2 0,-2-5 0,-2-5 0,-1-4 0,0-6 0,0-9 0,-7-3 0,-3-7 0,-10-2 0,-5-4 0,-3 3 0,-3-1 0,-1-3 0,0 4 0,0 11 0,0 8 0</inkml:trace>
  <inkml:trace contextRef="#ctx0" brushRef="#br1" timeOffset="83">19682 686 8912,'0'-7'0,"0"3"0,0 10 0,0 7 0,0 10 0,0 9 0,0 9 0,5 8 0,4 8 0,-3 1 0,3 1 0,0-2 0,2 2 0,0-5 0,-3-1 0,2-9 0,-6-8 0,0-4 0,-5-9 0,-4-3 0,-3-3 0,-7-4 0,-1-1 0,-5-5 0,5-3 0,-6-2 0,2-2 0,2-6 0,0-2 0,2-4 0,0-5 0,-1-2 0,5-5 0,5-1 0,3 0 0,3-3 0,1 0 0,5-12 0,2 2 0</inkml:trace>
  <inkml:trace contextRef="#ctx0" brushRef="#br1" timeOffset="84">19915 956 8912,'8'4'0,"0"0"0,1 5 0,3-1 0,0 3 0,0 2 0,5 0 0,0 2 0,1 2 0,0-2 0,0-2 0,-2-1 0,-4 1 0,0-1 0,1-5 0,-8-3 0,3-8 0,-2-9 0,-6-7 0,0-3 0,0-2 0,0 0 0,0-4 0,0 3 0,0-3 0,0 2 0,0-1 0,0 7 0,0 1 0,5 6 0,3 6 0,3-1 0,2 4 0,0 5 0,2 6 0,1 1 0,6 6 0,-3 6 0</inkml:trace>
  <inkml:trace contextRef="#ctx0" brushRef="#br1" timeOffset="85">20455 931 8912,'-13'-12'0,"2"4"0,3 0 0,-3 3 0,3-3 0,-3 6 0,-1-3 0,0 4 0,-1 7 0,1 2 0,1 4 0,3 4 0,-1 2 0,5 2 0,-1 2 0,5-5 0,0 3 0,0-4 0,0 1 0,0-5 0,0 0 0,6-1 0,2-3 0,3-4 0,-3-8 0,0-4 0,0-7 0,5-1 0,-1-6 0,0 2 0,1 0 0,-1 0 0,0 5 0,0-1 0,1 2 0,-1 2 0,-4 1 0,0 3 0,0-3 0,5 10 0,-1-4 0,-4 14 0,0 3 0,-5 4 0,2-1 0,1 2 0,2-2 0,-1 2 0,1 0 0,-1-1 0,1-4 0,3-1 0,-3-3 0,3 2 0,1-6 0,-4-1 0,1-8 0,0-3 0,2-3 0,1-6 0,1-2 0</inkml:trace>
  <inkml:trace contextRef="#ctx0" brushRef="#br1" timeOffset="86">20724 662 8912,'0'-13'0,"-5"1"0,4 0 0,-6 5 0,3 3 0,2 9 0,-2 8 0,3 7 0,1 7 0,0 5 0,0 4 0,0 1 0,0 0 0,1 0 0,3-1 0,-1 1 0,5 0 0,-1-6 0,3-2 0,-2-5 0,1-3 0,1-4 0,-2-4 0,3-2 0,-3-3 0,-1-3 0,1-5 0,0-9 0,4-4 0,1-7 0,-1 0 0,-1-4 0,-3 0 0,2-1 0,-6 1 0,4-1 0,-4 1 0,4 5 0,-4 2 0,0 4 0,-4 1 0,0-1 0,0 7 0,0 0 0,0 20 0,2 2 0,2 0 0,-3 3 0,3-2 0,2 3 0,-2-3 0,4-1 0,-4-4 0,4-4 0,-2 0 0,0 1 0,4-3 0,1 0 0,1-6 0,0 0 0,1-6 0,-1-2 0,0-4 0,0-4 0,1 1 0,-1-6 0,-1 1 0,-3 1 0,2-3 0,-6 6 0,4-1 0,-4 5 0,0 0 0,-4 0 0,0 5 0,0 1 0,4 12 0,0 2 0,4 7 0,-4 1 0,6 1 0,-2-4 0,2 2 0,-2 2 0,3-1 0,-3-4 0,3 0 0,1 1 0,0-5 0,1 0 0,-1-5 0,0 1 0,0-3 0,-3-1 0,-1 0 0,-1-5 0,1-3 0,1-3 0,-5-2 0,0 1 0,-4 0 0,0-4 0,0-1 0,0 2 0,0 2 0,0 0 0,0 5 0,0 0 0,0 5 0,0-1 0,0 8 0,-4 7 0,0 6 0,0 4 0,4-2 0,0 2 0,0-1 0,4 1 0,0 3 0,6-1 0,-2-2 0,3-4 0,1-4 0,5-2 0,-1-3 0,4-3 0,-3-5 0,5-1 0,-2-3 0,2-3 0,0-7 0,-3-2 0,-2-4 0,0-2 0,-5 1 0,-4-2 0,0 3 0,-5 1 0,1-2 0,-2 6 0,-2-1 0,0-3 0,-2 7 0,-2-1 0,3 7 0,-5 6 0,8 6 0,0 5 0,2 4 0,6 7 0,-2-2 0,3 0 0,1 0 0,1 0 0,-1 5 0,0-1 0,0 1 0,-1-5 0,-3 1 0,-2-2 0,-6 1 0,0 2 0,0-6 0,-1 1 0,-4-5 0,-1 0 0,-7 0 0,0-3 0,-2-3 0,-3 0 0,-1-3 0,4-2 0,-1-1 0,-2 0 0,2 0 0,3-7 0,5-5 0,5 0 0,-2-12 0,5 5 0</inkml:trace>
  <inkml:trace contextRef="#ctx0" brushRef="#br1" timeOffset="87">22159 956 8912,'-12'12'0,"0"-1"0,-1-3 0,6-3 0,3-5 0,10-1 0,6-2 0,7-1 0,6-5 0,3 2 0,5-1 0,2 0 0,-2 1 0,0-1 0,-2-2 0,2 6 0,1 0 0,-5 4 0,-2 0 0,-1 0 0,-7 0 0,-3 0 0,-2 0 0,-7 5 0,-3 2 0,-8 5 0,-3-5 0,-11 4 0,-1-4 0</inkml:trace>
  <inkml:trace contextRef="#ctx0" brushRef="#br1" timeOffset="88">22282 1213 8912,'-23'19'0,"2"-4"0,5-6 0,8-3 0,2-6 0,6 0 0,11 0 0,5 0 0,6-6 0,3-2 0,5-3 0,2-1 0,2 0 0,-1 0 0,1 1 0,-5 3 0,-1-2 0,-3 6 0,-1 0 0,-4 4 0,-3 0 0</inkml:trace>
  <inkml:trace contextRef="#ctx0" brushRef="#br1" timeOffset="89">23974 735 8912,'7'-12'0,"2"4"0,-5 0 0,-1-2 0,-2-1 0,-1-1 0,0 0 0,0-1 0,0 1 0,0 0 0,0 0 0,0-1 0,0 1 0,0 0 0,0 0 0,0-1 0,0 1 0,0 0 0,0 5 0,0-4 0,0 17 0,0 2 0,-6 15 0,-7 14 0,-4 6 0,-9 10 0,-3 4 0,-4 3 0,2 2 0,-2-1 0,-3-3-195,15-27 1,1 0 0,-1-2 0,1 0 194,1 4 0,1 0 0,-17 24 0,2-6 0,6-3 0,5-3 0,10-15 0,8-1 0,4-16 0,4-1 0,-2-8 0,7 1 0,3-4 0,4-1 0,10-6 0,-1-2 0,11-7 0,1-1 0,1 1 388,0 1 1,-2 2-389,-3 0 0,-1 5 0,-7 3 0,2 3 0,-15 10 0,1 3 0,-7 10 0,-6 3 0,-1 6 0,-3 4 0,-8 4 0,-9 1 0,2 3 0,-1 2 0,5 1 0,-2-5 0,4-6 0,1-6 0,5-1 0,3-3 0,2-6 0,2-10 0,6-5 0,2-8 0,4-3 0,5-5 0,-4 1 0,3 3 0,-2-1 0,-2 5 0,1-1 0,-1 5 0,-1 3 0,-3 5 0,6 7 0,-6 14 0,5 9 0,-4 11 0,1 7 0,3 9 0,-5-29 0,1 0-187,1 3 0,1 0 0,1 0 1,2 0 186,1-2 0,2-1 0,2-1 0,1-2 0,3 0 0,3-1 0,0-1 0,2-2 0,0-2 0,1-1 0,0 0 0,1-3 0,0-3 0,0-1 0,0-1 0,1 0 0,1-1 0,0 0 0</inkml:trace>
  <inkml:trace contextRef="#ctx0" brushRef="#br1" timeOffset="90">33024 196 8912,'-7'-1'0,"2"-2"0,0-3 0,1 0 0,0-2 0,6-5 0,2 2 0,4 2 0,3 1 0,2 5 0,2-1 0,3 3 0,1 1 0,0 6 0,3 7 0,-3 7 0,-1 7 0,-6 6 0,-4 8 0,-5 4 0,0 8 0,-6 3 0,-5-1 0,1 4 0,-1-6 0,1 6-153,-1-2 0,-2-4 153,6-4 0,0-6 0,4-6 0,7-7 0,5-5 0,6-2 0,5-8 0,-1-3 0,-2-3 0,5-6 0,4 1 0,-2-2 0,-7-2 0,-1 0 0,-2 0 0,-8 0 0,3 0 306,-2 0-306,-3 5 0,-2 2 0,-5 5 0,0 2 0,-1 2 0,-3 6 0,-4 5 0,2 6 0,2 8 0,-1 6 0,1 6 0,1 6-232,7-2 1,3 3 231,5 1 0,6 6-188,-8-33 1,0 1 0,1 1 0,0 0 187,-1 1 0,0 0 0,1-2 0,0 1 0,-2 1 0,-2-1 0,3 28-44,-10 2 0,-12 0 0,-13-3 1,9-30-1,-2 1 44,-3 1 0,-1 0 0,-1-3 0,-1-2 0,-3-1 0,-3-1 0,-1-2 0,-1 0-182,-2-1 1,-1-1 0,-1-2 0,0-1 181,-1 1 0,0-3 0,-27 7 0,3-10 0,13-8 0,-5-8 0,11-2 0,2-7 0,5-4 0</inkml:trace>
  <inkml:trace contextRef="#ctx0" brushRef="#br1" timeOffset="91">33036 5268 8912,'6'7'0,"0"-4"0,1-6 0,-3-5 0,-8 1 0,-4 0 0,-3 2 0,-1 2 0,0 2 0,-2 1 0,-1 0 0,-1 0 0,-5 0 0,5 0 0,-5 0 0,5 0 0,0 0 0,-2 0 0,-1 0 0,-6 1 0,-1 2 0,-2 1 0,-5 4 0,-8-4 0,-8 6 0,-8-2 0,-4-1-285,-5 1 0,4 0 285,-4 4 0,2-4 0,0-1 0,0 0 0,4 0 0,4-4-60,7 1 0,6-3 60,2-1 0,12 0 0,5 0 0,13 0 0,0 0 0,11 0 282,0 0 0,5 0-282,3 0 0,1 1 63,3 3 0,-3-1-63,8 5 0,-2-1 0,0 1 0,1-4 0,0-2 0,-3-2 0</inkml:trace>
  <inkml:trace contextRef="#ctx0" brushRef="#br1" timeOffset="92">32178 5023 8912,'-19'-12'0,"1"0"0,6-1 0,-1 7 0,2 0 0,1 2 0,-3 0 0,2 0 0,-9 4 0,0 5 0,-5 4 0,0 1 0,1 3 0,-5 3 0,-1 2 0,0 1 0,0 3 0,-4 1 0,2 1 0,-2 1 0,1-1 0,4 1 0,9-1 0,-2 1 0,6-1 0,-5 1 0,5-1 0,1 1 0,1-1 0,6 1 0,0-1 0,5-1 0,-1-2 0,4-4 0,4-4 0,3-1 0,5 0 0,6-1 0,2-3 0,5 3 0,4-3 0,-2-2 0,6-2 0,2-3 0,4-1 0,1 0 0,5 0 0,4 0 0,4 0 0,10 0-254,-2 0 1,3 0 253,-3 0 0,-6-1 0,-6-3 0,-4 7 0,-7-3 0,-1 1 0,-3 0 0</inkml:trace>
  <inkml:trace contextRef="#ctx0" brushRef="#br1" timeOffset="93">8670 3051 8912,'0'-7'0,"-5"-4"0,3 4 0,-7-1 0,5 0 0,-6 5 0,2-1 0,-3 3 0,-1 1 0,-1 0 0,0 5 0,-4 3 0,2 9 0,-5 3 0,4 10 0,-3 7 0,1 8 0,3 6 0,7 1 0,4 5 0,2-6 0,2-2 0,3-7 0,5-9 0,2-8 0,10-4 0,1-12 0,5-1 0,2-6 0,5-6 0,2-7 0,2-5 0,-6-6 0,-2 1 0,-9-6 0,-3-1 0,2-6 0,0 2 0</inkml:trace>
  <inkml:trace contextRef="#ctx0" brushRef="#br1" timeOffset="94">8927 3014 8912,'-8'0'0,"0"0"0,5 0 0,-2 1 0,5 3 0,0 3 0,0 5 0,1 2 0,3 2 0,1 3 0,4 6 0,1 1 0,-1 2 0,0 0 0,-1 4 0,3-5 0,-3 2 0,-2-2 0,-2 2 0,1-9 0,0 1 0,-1-6 0,-3-4 0,3-3 0,-3-3 0,5-10 0,-6-3 0,0-5 0,0-3 0,4-2 0,0-2 0,6-3 0,-2 2 0,-1 4 0,-1 0 0,1 4 0,0 0 0,1 1 0,4 5 0,1 3 0,-5 4 0,0 4 0,0 5 0,-1 1 0,4 4 0,-3 2 0,2-2 0,-2 2 0,3-2 0,-3-2 0,3 0 0,1 1 0,0-2 0,1-3 0,-4-3 0,2-5 0,3 0 0,1-7 0,-3-5 0,0-1 0,0-8 0,-1 1 0,-2-5 0,0 5 0,-5-1 0,2 5 0,-4-3 0,2 1 0,0 6 0,-4 4 0,0 5 0,0-2 0,-4 10 0,0 3 0,0 5 0,4 3 0,-4-1 0,0 4 0,1 0 0,2 0 0,2-4 0,3 1 0,-1-2 0,5-2 0,2-1 0,1-3 0,1 2 0,0-6 0,1 0 0,-1-4 0,0-6 0,0-2 0,-4-4 0,1-4 0,-7-2 0,2-4 0,-2 3 0,-2 2 0,-6-1 0,-2 1 0,-3 4 0,-1-3 0,0 7 0,0 4 0,5 5 0,1 5 0,8 4 0,2 1 0,4-1 0,8-1 0,-2-6 0,9 9 0,-4-4 0</inkml:trace>
  <inkml:trace contextRef="#ctx0" brushRef="#br1" timeOffset="95">9651 3185 8912,'7'0'0,"-2"-5"0,-5 2 0,0-5 0,0 5 0,-5-2 0,-2 5 0,-4 5 0,3 4 0,2 3 0,6 4 0,0-1 0,0 4 0,0 0 0,0 0 0,0-4 0,0 2 0,6-4 0,2-1 0,-1-1 0,1-3 0,2-3 0,1-4 0,-3-2 0,0-4 0,-1-3 0,1-8 0,1-3 0,-5-4 0,-1 1 0,-1 2 0,-2-1 0,0-3 0,-6 5 0,-2 2 0,1 5 0,0 2 0,1 4 0,-1 0 0,4 2 0,-2 4 0,5 0 0,10 0 0,4 0 0</inkml:trace>
  <inkml:trace contextRef="#ctx0" brushRef="#br1" timeOffset="96">9945 3075 8912,'-12'-5'0,"0"3"0,0-2 0,-5 3 0,1 1 0,-1 5 0,5 4 0,4-3 0,0 2 0,4 1 0,-3 3 0,2 0 0,2 0 0,3 5 0,4-1 0,3 0 0,5-3 0,2 0 0,2 4 0,-1-4 0,5 4 0,-5-4 0,2-1 0,0 1 0,0-1 0,-4 0 0,0 0 0,-9 1 0,5-2 0,-3-2 0,-2-1 0,0 0 0,-4 5 0,-6-2 0,-2-3 0,-3 1 0,-1-5 0,0 6 0,0-2 0,-1-2 0,1-2 0,0-3 0,0-1 0,5-1 0,3-3 0,2-9 0,2-6 0</inkml:trace>
  <inkml:trace contextRef="#ctx0" brushRef="#br1" timeOffset="97">10105 3259 8912,'-7'0'0,"1"0"0,6 0 0,0 5 0,6-3 0,2 2 0,3-3 0,1-2 0,2-3 0,2-4 0,-1 1 0,6-1 0,-5-1 0,3-3 0,-1 0 0,-3 0 0,-3-2 0,-4-2 0,2 2 0,-6-2 0,-1 2 0,-8 2 0,-1 5 0,-7 3 0,-3 3 0,-2 1 0,1 1 0,-1 3 0,-3 4 0,5 9 0,0 2 0,4 5 0,-3 5 0,2-1 0,0 5 0,9-4 0,-1 1 0,5-3 0,2 1 0,2 0 0,3-4 0,5-3 0,4-5 0,1-8 0,4 2 0,0-6 0,2 0 0,2-4 0,-1-6 0,6-6 0,1-7 0</inkml:trace>
  <inkml:trace contextRef="#ctx0" brushRef="#br1" timeOffset="98">10755 3112 8912,'-9'0'0,"1"0"0,-1 0 0,2 0 0,-1 1 0,-2 3 0,3 3 0,-1 5 0,6 6 0,-3 3 0,0 7 0,1 3 0,1 3 0,2 3 0,1-3 0,0 7 0,1-3 0,3-1 0,-1-7 0,5-6 0,2 0 0,6-8 0,-2-4 0,2-4 0,-1-5 0,1 1 0,-1-4 0,6-4 0,-5-3 0,5-5 0,-2-6 0,2-2 0,-1-5 0,-3-3 0,0 1 0,-5-6 0,-1 4 0,-3-3 0,-3-1 0,-5-4 0,-1 5 0,-3-1 0,-4 6 0,-9-2 0,4 9 0,-4 3 0,0 8 0,0 1 0,1 5 0,4-1 0,-1 4 0,1 4 0,1 4 0,3 3 0,-1 5 0,5 1 0,-2-1 0,2-4 0,3 0 0,-5 1 0,6-1 0</inkml:trace>
  <inkml:trace contextRef="#ctx0" brushRef="#br1" timeOffset="99">10706 3394 8912,'-13'0'0,"1"0"0,0 0 0,0 4 0,-1 1 0,1 2 0,5-3 0,3 4 0,3-4 0,1 5 0,1-7 0,3 2 0,4 2 0,9-2 0,6 0 0,6-4 0,3-1 0,-3-3 0,5-2 0,-3-3 0,2 2 0,0 1 0,-6-3 0,1 1 0,-2 1 0,-1-1 0,-1-1 0,1-3 0,-1 0 0</inkml:trace>
  <inkml:trace contextRef="#ctx0" brushRef="#br1" timeOffset="100">11257 3247 8912,'0'12'0,"-1"-1"0,-3-3 0,3-3 0,-5-5 0,6 0 0,2 0 0,2 0 0,4 0 0,3 0 0,2 0 0,2 0 0,2 0 0,3-4 0,-4 0 0,5 0 0,-5 4 0,5-4 0,-5 0 0,4-1 0,-2 2 0,0-1 0,0 1 0,-2 2 0,-4 1 0,0 0 0,-5 0 0,-1-6 0,-6-1 0</inkml:trace>
  <inkml:trace contextRef="#ctx0" brushRef="#br1" timeOffset="101">11356 3492 8912,'-13'12'0,"1"-4"0,0 0 0,4-4 0,-1 5 0,7-7 0,-4 5 0,8-4 0,2 1 0,4-1 0,10-3 0,6-4 0,6 1 0,7-5 0,0-1 0,-1-3 0,0 0 0,-3 0 0,-3-1 0,-6 1 0,-4 4 0,1 0 0,-10 4 0,1-4 0,-2 5 0,-4-3 0,-1 6 0,-10 2 0,-3 2 0,-3-3 0,-1 5 0</inkml:trace>
  <inkml:trace contextRef="#ctx0" brushRef="#br1" timeOffset="102">12312 3063 8912,'5'7'0,"-3"4"0,3-10 0,-5 4 0,0-5 0,-5 0 0,3 2 0,-2 2 0,3 4 0,5 7 0,0 1 0,0 5 0,-4-4 0,0 3 0,0 1 0,0 7 0,0 0 0,0-1 0,0-6 0,0 1 0,0-6 0,0-1 0,0-2 0,0-6 0,2-1 0,2-6 0,2-6 0,7-2 0,-1-7 0,0-1 0,5-5 0,0 4 0,2-1 0,3 0 0,-3 6 0,2 4 0,-1 5 0,5-1 0,-2 3 0,-1 2 0,-3 3 0,-2 4 0,0 3 0,-5 1 0,-1 6 0,-3 3 0,-2-2 0,-6 1 0,0 0 0,0 0 0,-6 1 0,-2-4 0,-3 3 0,-1-4 0,-5 1 0,0-5 0,-1-1 0,0-3 0,-2 2 0,3-6 0,-3 0 0,4-4 0,-5-2 0,5-2 0,-6-8 0,3-7 0</inkml:trace>
  <inkml:trace contextRef="#ctx0" brushRef="#br1" timeOffset="103">12299 3100 8912,'12'0'0,"1"0"0,-7 0 0,0 0 0,-6 0 0,5-4 0,4-2 0,1 1 0,3-1 0,3-3 0,0 1 0,6 1 0,-1-1 0,3 3 0,5-3 0,3 0 0,4 1 0,-3-4 0,-1 3 0,1-3 0,4-1 0</inkml:trace>
  <inkml:trace contextRef="#ctx0" brushRef="#br1" timeOffset="104">13035 3038 8912,'0'13'0,"0"-1"0,0-5 0,0-2 0,0-5 0,0 0 0,5-5 0,-3 3 0,9-9 0,-5 5 0</inkml:trace>
  <inkml:trace contextRef="#ctx0" brushRef="#br1" timeOffset="105">13108 3185 8912,'-19'13'0,"3"-1"0,2-5 0,8 4 0,0-10 0,6 4 0,0-5 0,0 0 0,4-1 0,0-3 0,6 3 0,-2-3 0,3-3 0,1 0 0</inkml:trace>
  <inkml:trace contextRef="#ctx0" brushRef="#br1" timeOffset="106">9651 4019 8912,'-12'-17'0,"-1"-1"0,1 1 0,0-1 0,0 4 0,-1 5 0,0 5 0,-4 3 0,-2 1 0,-7 2 0,-1 5 0,-2 5 0,-5 9 0,3 0 0,-2 7 0,1 4 0,4 5 0,1 4 0,5 5 0,6 6 0,2 5 0,2 9 0,5 0 0,5-31 0,2 0 0,1 30 0,3-2 0,6-2-179,-2 0 1,-1-6 178,1-6 0,1-7 0,8-10 0,-2-7 0,4-9 0,0-3 0,0-5 0,-3-10 0,5-10 0,-6 0 0,2-6 0</inkml:trace>
  <inkml:trace contextRef="#ctx0" brushRef="#br1" timeOffset="107">9786 4080 8912,'-2'-7'0,"0"2"0,-2-1 0,-1 5 0,5-3 0,0 8 0,0 4 0,0 3 0,5 1 0,-1 0 0,5 1 0,-2 0 0,1 2 0,0 1 0,-1 5 0,1-5 0,2 5 0,-6-5 0,0 6 0,-4-2 0,0 3 0,0 2 0,0 5 0,0 1 0</inkml:trace>
  <inkml:trace contextRef="#ctx0" brushRef="#br1" timeOffset="108">9908 4668 8912,'-6'-6'0,"-5"5"0,9-10 0,-9 10 0,10-5 0,-3 2 0,8 0 0,3 0 0,5 4 0,-1-5 0,-3-4 0,9-7 0,-4-3 0</inkml:trace>
  <inkml:trace contextRef="#ctx0" brushRef="#br1" timeOffset="109">10154 4117 8912,'0'12'0,"0"-5"0,-6-2 0,5 0 0,-5 4 0,6 6 0,0 1 0,0 0 0,0-3 0,0 4 0,0 4 0,2 2 0,0 1 0,4 2 0,1 3 0,-5-2 0,3 6 0,0-6 0,-1 1 0,0 4 0,-4-1 0</inkml:trace>
  <inkml:trace contextRef="#ctx0" brushRef="#br1" timeOffset="110">10227 4803 8912,'0'12'0</inkml:trace>
  <inkml:trace contextRef="#ctx0" brushRef="#br1" timeOffset="111">10227 4803 8912,'-7'0'0,"2"-6"0,5-2 0,0 3 0,0-6 0,0 4 0,0-1 0,0 0 0,0 5 0,0-8 0,0 10 0,0-5 0,5 1 0,2-2 0</inkml:trace>
  <inkml:trace contextRef="#ctx0" brushRef="#br1" timeOffset="112">10338 3884 8912,'0'-12'0,"-2"-1"0,-1 1 0,-1 0 0,-1 5 0,1 3 0,4 2 0,-2 4 0,7 3 0,1 8 0,8 0 0,6 8 0,4 4 0,0 8 0,1 3 0,-1 0 0,1 8 0,-1 5 0,1 7-35,-12-24 0,-2 1 0,0 3 0,-3 2 0,1 1 0,-3 2 0,0-1 1,-2 0 34,-1-1 0,-2 0 0,-1-2 0,-1 1-153,-3-2 0,-1 1 1,1 1-1,-1 0 153,-5 0 0,-1-2 0,-9 29 0,-4-12 0,0-6-55,4-3 1,-2-5 54,6-3 0,3-4 0,5-9 0,-1-4 0,-2-7 0,0-1 0,3-7 0,2 0 0</inkml:trace>
  <inkml:trace contextRef="#ctx0" brushRef="#br1" timeOffset="113">11196 4362 8912,'-7'0'0,"13"0"0,6 0 0,8 0 0,5-5 0,-1 1 0,1-5 0,3 2 0,-2 0 0,-1 3 0,2-1 0,0 1 0,-2 1 0,-2 2 0,-2 1 0,-9 0 0,0 5 0,0 2 0</inkml:trace>
  <inkml:trace contextRef="#ctx0" brushRef="#br1" timeOffset="114">11270 4656 8912,'-2'8'0,"-2"-1"0,-4-2 0,2-1 0,2-4 0,10 0 0,6 0 0,7-3 0,10-5 0,2-1 0,6-12 0,4 6 0,0-2 0,-3 2 0,-4 2 0,0-2 0,-5 7 0,-5 1 0,-4-1 0,-5 6 0,2-3 0,-9 4 0,-8 1 0,-7 0 0</inkml:trace>
  <inkml:trace contextRef="#ctx0" brushRef="#br1" timeOffset="115">12153 4264 8912,'-11'8'0,"2"0"0,-1-5 0,8 2 0,-3-5 0,5 0 0,5 0 0,3 0 0,5-1 0,3-2 0,4-1 0,4 1 0,1 0 0,4-1 0,-2 3 0,6-3 0,1 3 0,2 1 0,-5-5 0,-3 1 0,-2 0 0,-1 4 0,-6 0 0,-3 0 0,-7 0 0,-5 0 0,-8 0 0,-3 4 0,-6 0 0,1 1 0,0-5 0</inkml:trace>
  <inkml:trace contextRef="#ctx0" brushRef="#br1" timeOffset="116">12349 4018 8912,'12'-6'0,"0"0"0,1 6 0,-5 0 0,0 0 0,-4 2 0,4 2 0,-5 8 0,1 8 0,-1 9 0,1 4 0,-3 3 0,3 5 0,-2-3 0,-2 3 0,0-3 0,0-1 0,4-2 0,0-2 0,4-4 0,-4-9 0,4 2 0,-2-7 0,-1-3 0,1-2 0,3-8 0,-2-2 0,5-12 0,0-7 0</inkml:trace>
  <inkml:trace contextRef="#ctx0" brushRef="#br1" timeOffset="117">12729 4018 8912,'8'0'0,"0"-1"0,2-3 0,1-3 0,1-5 0,0 1 0,0 3 0,1 4 0,3-2 0,0 2 0,6 0 0,-1 4 0,0 2 0,1 3 0,-1 6 0,1 4 0,-5 7 0,0-2 0,-5 5 0,-4 3 0,2-1 0,-6 6 0,-2-6 0,-6 3 0,-4-1 0,-3-1 0,-5 1 0,0-4 0,-6-2 0,1-3 0,-6 2 0,-2-6 0,1 1 0,3-5 0,1 0 0,-1 0 0,6-5 0,3-3 0,-3-2 0,6-5 0,1-4 0,7-7 0,3-3 0,-2 0 0,0-3 0,0 1 0,4-2 0,0 0 0,0 4 0,4 1 0,2 5 0,-1 2 0,1 0 0,3 7 0,-1-2 0,7 2 0,2 2 0,4 6 0,0 2 0,6 4 0,3 3 0,0 1 0,0-1 0,3 0 0,-5 2 0,5-4 0,-4 4 0,3-8 0,-3-1 0,0-5 0,-5 1 0,-5-2 0,-2-2 0,2 0 0,0 0 0</inkml:trace>
  <inkml:trace contextRef="#ctx0" brushRef="#br1" timeOffset="118">13636 4153 8912,'-5'18'0,"-3"-4"0,-3-5 0,-1 1 0,-1 1 0,6 1 0,3 0 0,4-4 0,4-1 0,5-2 0,2 0 0,2-5 0,4-2 0,3-2 0,3-1 0,0-5 0,-1 2 0,-1-2 0,-2 4 0,1-3 0,2 5 0,-6-2 0,-1 0 0,-1 3 0,-2-3 0,0 4 0,-5-3 0,-1 5 0,-6 0 0,0 0 0</inkml:trace>
  <inkml:trace contextRef="#ctx0" brushRef="#br1" timeOffset="119">14188 3884 8912,'2'-11'0,"0"1"0,4 3 0,1 2 0,-3-3 0,4 4 0,1 0 0,6 4 0,3 0 0,1 0 0,2 1 0,3 3 0,-4 3 0,1 5 0,-2 5 0,3 0 0,-3 1 0,-1 0 0,-8 3 0,-5 0 0,0 2 0,-1 1 0,-5 5 0,-7 0 0,-5 3 0,-3-3 0,-3 1 0,-6-2 0,1-2 0,-1 2 0,2-7 0,3-4 0,1-4 0,2 0 0,4-7 0,-1 0 0,7-9 0,2-5 0,1 0 0,4-9 0,0 2 0,0-1 0,0-2 0,1-3 0,2 2 0,1 1 0,5 2 0,0 3 0,1 2 0,3 2 0,-1 2 0,0 2 0,2 0 0,2 5 0,-1 2 0,6 2 0,-1 3 0,5 5 0,-1 0 0,1 1 0,-2-1 0,-3 0 0,8-1 0,-4-3 0,-1 2 0,-2-6 0,-2 0 0,1-4 0,3 0 0,-4 0 0</inkml:trace>
  <inkml:trace contextRef="#ctx0" brushRef="#br1" timeOffset="120">14936 3884 8912,'6'12'0,"-5"-5"0,10 4 0,-4-10 0,5 3 0,2-7 0,2-2 0,4-2 0,4-2 0,0-2 0,2-2 0,1 1 0,2 0 0,-1 4 0,-3 0 0,-6 5 0,-3-1 0,-2 1 0,-2-1 0,1 3 0,-1-5 0</inkml:trace>
  <inkml:trace contextRef="#ctx0" brushRef="#br1" timeOffset="121">15108 4080 8912,'-12'7'0,"3"2"0,1-5 0,6 2 0,-3-2 0,4-3 0,1 3 0,1-7 0,4-2 0,3-2 0,8-1 0,4-4 0,0-1 0,0 1 0,0 0 0,5 0 0,-1-1 0,1 1 0,0 0 0,-1 0 0,1-1 0,-1 1 0,1 0 0,-1 0 0,1-1 0</inkml:trace>
  <inkml:trace contextRef="#ctx0" brushRef="#br1" timeOffset="122">15586 3835 8912,'-12'4'0,"0"0"0,-5 4 0,1-4 0,0 6 0,3-2 0,1 3 0,0 1 0,-1 2 0,1 2 0,5-1 0,3 5 0,3 2 0,1 1 0,1-4 0,3-2 0,9 0 0,7 0 0,3-5 0,2-4 0,-1-5 0,1 1 0,-1-4 0,1-4 0,-1-3 0,0-7 0,-4-1 0,-4-1 0,-3-6 0,-5 2 0,-3-3 0,-5-2 0,-2 1 0,-7-1 0,0 1 0,-12-1 0,0 1 0,-8-1 0,3 6 0,-3 3 0,4 4 0,0 2 0,2 3 0,2 2 0,4 6 0,4 7 0,7 5 0,2 3 0,2-1 0,2 5 0,6-5 0,0 3 0</inkml:trace>
  <inkml:trace contextRef="#ctx0" brushRef="#br1" timeOffset="123">16285 3602 8912,'-5'-20'0,"-4"0"0,-1 1 0,-3 2 0,0-1 0,-2 4 0,-2 5 0,2 5 0,-2 4 0,0 4 0,1 7 0,-2 8 0,5 8 0,-4 14 0,5 4 0,4 2 0,2 7 0,6-1 0,0-2 0,0 0 0,2-6 0,2 0 0,5-2 0,6-3 0,3-1 0,2-10 0,4-6 0,-4-7 0,3-8 0,2-4 0,-1-8 0,1-2 0</inkml:trace>
  <inkml:trace contextRef="#ctx0" brushRef="#br1" timeOffset="124">16432 3786 8912,'-7'-6'0,"-3"5"0,3-6 0,-6 3 0,5 3 0,0-3 0,1 4 0,-1 4 0,-3 2 0,3 7 0,-3-1 0,3 0 0,0 0 0,5 5 0,-1-1 0,3 0 0,1-3 0,0-1 0,0 0 0,0-5 0,0 4 0,0-10 0,1 3 0,3-8 0,-1 2 0,5-7 0,1 0 0,-2 2 0,1-1 0,-3 5 0,3-1 0,0-3 0,4 6 0,0-3 0,1 2 0,-1 2 0,0 0 0,0 0 0,1 0 0,-1 0 0,0 0 0,5 2 0,-1 1 0,-1 1 0,-1-2 0,-2 0 0,0-2 0,6-6 0,1-1 0</inkml:trace>
  <inkml:trace contextRef="#ctx0" brushRef="#br1" timeOffset="125">16628 3614 8912,'-6'-5'0,"-5"3"0,4-9 0,0 10 0,2-4 0,5 6 0,0 3 0,1 7 0,2 7 0,2 1 0,2 3 0,-3 5 0,4 1 0,-4 1 0,5-5 0,-7 2 0,2 3 0,-2-5 0,-2 1 0,4-2 0,0-7 0,0 5 0,-4-5 0,0-1 0,0-7 0,0-2 0,0-6 0,0-6 0,1-2 0,3-3 0,2-1 0,3 0 0,0-1 0,0 1 0,2 0 0,1 0 0,1-1 0,-1 1 0,1 4 0,2 1 0,2 2 0,-2 2 0,-2 2 0,0 1 0,0 0 0,4 0 0,-4 0 0,4 0 0,-2 0 0,0 0 0,2 0 0,2 0 0,-4 0 0,2 0 0,-4-4 0,0 0 0,-1-5 0,0 5 0,-5-5 0,-2 6 0,-5-5 0,0-2 0,-5 5 0,-3 1 0,-3 2 0,-1 2 0,-1 0 0,1 0 0,0 6 0,0 2 0,-1 3 0,1 1 0,4 0 0,0 2 0,-1 1 0,3 1 0,-4 1 0,6-5 0,0 0 0,4 0 0,0 1 0,0-6 0,1-2 0,3-5 0,6 0 0,5 0 0,-1 0 0,2 0 0,-2-5 0,-2-4 0,0 3 0,0-3 0,1 1 0,-1 1 0,-4 1 0,0 2 0,-4 2 0,4-2 0,-3 3 0,3 1 0,1 0 0,-2 0 0,1 0 0,-4 1 0,5 3 0,-1-2 0,4 7 0,0-5 0,0-1 0,1-2 0,-1-1 0,-5 0 0,9-5 0,-2-2 0</inkml:trace>
  <inkml:trace contextRef="#ctx0" brushRef="#br1" timeOffset="126">17303 3467 8912,'-12'4'0,"-1"0"0,7 0 0,0-4 0,6 0 0,0 0 0,0 6 0,1 2 0,2 7 0,3 3 0,0 1 0,3 1 0,3 5 0,0-1 0,0 1 0,-3-1 0,-1 1 0,0-1 0,4 1 0,-1 3 0,-3 0 0,-2-4 0,-1-2 0,-3-7 0,8 8 0,-3-4 0</inkml:trace>
  <inkml:trace contextRef="#ctx0" brushRef="#br1" timeOffset="127">17401 4104 8912,'-7'0'0,"2"0"0,5 0 0,0 0 0,4-5 0,1-3 0,1-5 0,-1-3 0,10-8 0,-1-8 0</inkml:trace>
  <inkml:trace contextRef="#ctx0" brushRef="#br1" timeOffset="128">17364 3161 8912,'-12'-7'0,"4"-4"0,0 3 0,5 1 0,-1-1 0,9 5 0,7-1 0,8 10 0,10 6 0,6 7 0,8 4 0,4 7 0,1 3 0,4 10-229,-26-17 1,-1 1-1,1 2 1,-2 1 228,-2 6 0,-1 1 0,-3 1 0,-2 1 0,-2 3 0,-2 1 0,-2 0 0,0-1 0,-3-1 0,0 0 0,-3-4 0,-2-1-132,1 29 0,-8-7 132,-4-5 0,-4-2 0,-5 2 0,4-8 0,-4 0 0,2-5 0,0-5 0,-1-1 0,1-1 0,1-7 0,2-2 0,0-10 0,0-10 0,5-3 0,-4-6 0,4-2 0</inkml:trace>
  <inkml:trace contextRef="#ctx0" brushRef="#br1" timeOffset="129">18578 2646 8912,'7'-12'0,"0"0"0,-3 1 0,4 3 0,-2 13 0,-1 13 0,-1 9 0,0 10 0,4 12 0,-2 13 0,-3-25 0,-1 1 0,1 6 0,0 1 0,1 6 0,1 3 0,-1 6 0,-1 2 0,1 4 0,-1 0-142,-2-19 0,1 1 0,-1-1 0,2 22 0,-1-1 0,0-20 1,-1 0-1,0-1 0,1 21 0,1-2 142,-1-4 0,1-2 0,-2-4 0,1-3 0,1-7 0,2-2 0,-1-1 0,0 0 0,2-1 0,0 0 0,0 0 0,1-1 0,-1 1 0,0-1 0,0 0 0,1 0 67,2-4 0,-1-1 0,5 31 0,4-6 0,-5-10-67,-4-13 0,2-6 0,-6-15 0,-1-6 0,-7-7 0,1-4 0,-5-4 0,-1-9 0,-3-7 0,-6-9 0,-1-13 0,-5-8 0</inkml:trace>
  <inkml:trace contextRef="#ctx0" brushRef="#br1" timeOffset="130">9528 13612 8912,'-1'-17'0,"-3"1"0,1-2 0,-5 2 0,5 2 0,-1-2 0,3 2 0,1 2 0,-2 1 0,-2 3 0,3-3 0,-5 10 0,6-3 0,0 8 0,0 4 0,6 10 0,1 6 0,1 7 0,0 5 0,-4 5 0,4 0 0,-5 5 0,1-1 0,-1 1 0,-1 0 0,2-2 0,-1-2 0,-1-7 0,-2-6 0,0-9 0,0-3 0,0-4 0,0-7 0,0-6 0,0-12 0,0-13 0,-5-6 0,1-10 0,0-4 0,4-8 0,0-3 0,0 0 0,-4-2 0,0 5 0,0 1 0,4 7 0,0 6 0,0 5 0,0 9 0,0 9 0,6 8 0,0 10 0,7 15 0,4 3 0,4 14 0,3 4 0,5 6 0,-2 2 0,6-1 0,0 1-116,3-5 1,0-1 115,-4-8 0,1-7 0,-7-9 0,-4-4 0,-3-4 0,-3-8 0,-3-8 0,-7-9 0,-2-8 0,2-5 0,-2-7 0,-1 1 0,-2-1 0,-1-4 0,0 0 0,-5-4 0,-4 3 0,-1 0 0,-3 0 0,1 1 0,0 4 0,1 11 231,3 6-231,2 10 0,8 8 0,2 10 0,4 8 0,7 6 0,1 2 0,11 1 0,-1-1 0</inkml:trace>
  <inkml:trace contextRef="#ctx0" brushRef="#br1" timeOffset="131">10301 13648 8912,'-19'0'0,"1"0"0,6 0 0,0 0 0,-1 0 0,1 5 0,0 3 0,4 9 0,0 3 0,5 5 0,-1 2 0,4 3 0,4 1 0,4 1 0,8 0 0,3-3 0,6-9 0,-5-2 0,0-7 0,-1-3 0,0-4 0,-4-3 0,1-1 0,-6-6 0,-2-7 0,-6-4 0,3-8 0,-4-1 0,-2-1 0,-2-2 0,-1 2 0,-9 0 0,5-2 0,-8 8 0,8-4 0,-6 9 0,6-1 0,1 4 0,0 1 0,2-1 0,1 5 0,4 0 0,0 5 0,11-8 0,2 5 0</inkml:trace>
  <inkml:trace contextRef="#ctx0" brushRef="#br1" timeOffset="132">10473 13391 8912,'-7'-19'0,"-3"-4"0,6 2 0,-5 4 0,7-1 0,-3 11 0,5 9 0,0 10 0,0 7 0,0 11 0,0 7 0,0 6 0,4 5 0,0 1 0,6-2 0,-2-2 0,-1 2 0,1-6 0,0-1 0,4-4 0,1-4 0,-1-3 0,0-6 0,0-7 0,-3-1 0,-1-10 0,-2-3 0,3-6 0,0-4 0,-3-7 0,0-4 0,4-4 0,-3 1 0,1-7 0,-1 0 0,1 0 0,-3-4 0,-3 5 0,1 0 0,1 3 0,0 1 0,-4 4 0,1 4 0,3 8 0,-2-3 0,3 11 0,-4 0 0,2 8 0,1 7 0,4 4 0,-4 5 0,5 1 0,-5-1 0,5 1 0,-1-1 0,3 1 0,2-2 0,-1-1 0,0-2 0,-4-9 0,0 1 0,1-4 0,3 1 0,-4-4 0,0-5 0,-5-5 0,1-4 0,3-7 0,0-3 0</inkml:trace>
  <inkml:trace contextRef="#ctx0" brushRef="#br1" timeOffset="133">10816 13269 8912,'0'-9'0,"0"1"0,0 4 0,0-4 0,0 5 0,0-2 0,0 5 0,1 5 0,4 3 0,1 7 0,7 3 0,-1 0 0,0-1 0,0 5 0,1-8 0,-1 4 0</inkml:trace>
  <inkml:trace contextRef="#ctx0" brushRef="#br1" timeOffset="134">10424 13721 8912,'-13'0'0,"1"0"0,0 0 0,0 0 0,8-5 0,8-3 0,9-3 0,16-1 0,5-6 0,11-3 0,0 0 0,9-1 0,1 1 0,2 0 0,3-2 0,-27 8 0,1 0 0,0-1 0,0 0 0</inkml:trace>
  <inkml:trace contextRef="#ctx0" brushRef="#br1" timeOffset="135">11147 13391 8912,'-5'6'0,"-2"1"0,-5-3 0,-1 3 0,1 5 0,0 2 0,0 2 0,-5 7 0,1 6 0,1 9 0,5-1 0,4 1 0,0 0 0,3-1 0,7 0 0,5-2 0,7-2 0,-1-5 0,5-7 0,-3-4 0,3-6 0,2-3 0,1-4 0,2-4 0,-1-4 0,1-6 0,-1-7 0,1-9 0,-1 2 0,0-7 0,-4 1 0,-4-2 0,-2-2 0,-3-1 0,-3-2 0,-3 2 0,-5 2 0,-5 4 0,-3 9 0,-9 4 0,-3 9 0,-4 7 0,-5 7 0,3 9 0,-3 4 0,8 9 0,0 4 0,6 2 0,-1 2 0,4 0 0,3 1 0,5 1 0,3 2 0,12-2 0,5-6 0,10-4 0,3-9 0,9 2 0,-1-6 0,-2-5 0,-2-7 0,-7-2 0,0-2 0,-7-3 0,-6-5 0,-3-6 0,-10-10 0</inkml:trace>
  <inkml:trace contextRef="#ctx0" brushRef="#br1" timeOffset="136">12790 13379 8912,'-10'0'0,"-2"0"0,3-4 0,-8 0 0,8 0 0,0 4 0,1 0 0,-4 0 0,0 10 0,0 7 0,3 11 0,1 9 0,5 7 0,-1 9 0,3 4 0,1 3 0,7 1 0,5 0 0,2-6 0,6-6 0,1-8 0,3-13 0,6-5 0,3-10 0,-2-7 0,2-1 0,-6-15 0,2-6 0,-3-7 0,-2-6 0,-1-4 0,-2-8 0,-4 2 0,-4-6 0,-7 0 0,-1-4 0,-5-4 0,-5 0 0,-8 1 0,-12 6 0,-7 2 0,-8 2 0,1 4 0,-6 9 0,9 8 0,-1 12 0,9 5 0,-1 8 0,6 5 0,7 7 0,1 3 0,11 6 0,1 3 0,6 1 0,2-3 0,2-5 0,1-3 0,4-6 0,6 1 0,1-1 0</inkml:trace>
  <inkml:trace contextRef="#ctx0" brushRef="#br1" timeOffset="137">12618 13710 8912,'-12'4'0,"0"0"0,-1-2 0,7 1 0,2 1 0,-3-2 0,11 3 0,0-5 0,11-1 0,5-3 0,9-3 0,4-5 0,3-2 0,5-2 0,3 1 0,5-6 0,0 2-113,0-1 0,-4 2 113,0 6 0,-10-5 0,2 1 0,-3-6 0,3 3 0</inkml:trace>
  <inkml:trace contextRef="#ctx0" brushRef="#br1" timeOffset="138">13366 13587 8912,'-12'0'0,"0"0"0,-1 0 0,8-1 0,5-3 0,7 1 0,11-4 0,5 0 0,4 0 0,7 1 0,-1-2 0,-2-3 0,2 2 0,-6-1 0,3-3 0</inkml:trace>
  <inkml:trace contextRef="#ctx0" brushRef="#br1" timeOffset="139">13489 13881 8912,'24'-12'0,"-3"-6"0,-1-2 0,5 1 0,3-2 0,0-1 0,-2-1 0,-2-1 0,1-6 0,-1-1 0</inkml:trace>
  <inkml:trace contextRef="#ctx0" brushRef="#br1" timeOffset="140">13918 13379 8912,'-12'0'0,"0"0"0,-1 0 0,1 0 0,0 0 0,-1 1 0,1 5 0,0 6 0,0 7 0,1 4 0,3 2 0,-2-1 0,6 1 0,0-1 0,4 1 0,1-1 0,3 1 0,3-5 0,5 0 0,5-6 0,-1-2 0,6-1 0,-2-7 0,4 0 0,0-4 0,1 0 0,-1 0 0,-3 0 0,-1 0 0,0 0 0,5 0 0,-5 4 0,1 0 0,-6 5 0,1-5 0,-2 5 0,-2-1 0,-5 3 0,-3 2 0,-3-1 0,-1 0 0,-5 4 0,-5 1 0,-5-1 0,-5 2 0,1-5 0,-2 4 0,1-4 0,-5 0 0,5-1 0,0 0 0,5-5 0,-2-3 0,-1-3 0,2-1 0,1-11 0,7-5 0,-3-11 0,4-4 0,-5-6 0</inkml:trace>
  <inkml:trace contextRef="#ctx0" brushRef="#br1" timeOffset="141">13795 13428 8912,'-6'0'0,"16"-6"0,12 4 0,19-7 0,5-3 0,12-4 0,-1-6 0,8 2 0,-5 1 0,-5 1 0,-9 3 0,-6 4 0,-8 7 0,-11 0 0,-5 5 0,-8 7 0,-2 2 0,-6 10 0,-6-5 0,-11 3 0,-9-6 0</inkml:trace>
  <inkml:trace contextRef="#ctx0" brushRef="#br1" timeOffset="142">15120 13550 8912,'0'-23'0,"0"1"0,-2 2 0,0 0 0,-2 0 0,0 3 0,-2-1 0,3 6 0,-5 0 0,5 6 0,-1 10 0,3 4 0,6 7 0,4 3 0,2 2 0,1 6 0,0-1 0,0 3 0,1-3 0,-1-3 0,0-3 0,0-2 0,1 4 0,-1-5 0,0 1 0,0-7 0,1-1 0,-1-4 0,0-5 0,0-5 0,1-4 0,-1-8 0,0-8 0,3-3 0,-3-5 0,3-2 0,-6 2 0,-3 3 0,1 1 0,-1 5 0,-4 3 0,0 4 0,-2 10 0,0 2 0,0 17 0,0 8 0,0 10 0,-2 7 0,-2 4 0,3-3 0,-3 3 0,3-3 0,1-3 0,0-1 0,0-1 0,1-7 0,3-2 0,-3-5 0,5-12 0,-13-1 0,-5-6 0,-1-11 0,-15-8 0,2-13 0</inkml:trace>
  <inkml:trace contextRef="#ctx0" brushRef="#br1" timeOffset="143">15083 13158 8912,'-12'-1'0,"-1"-3"0,1 2 0,1-3 0,3 0 0,3 3 0,16-3 0,5 5 0,13 0 0,7 0 0,7 0 0,6 0 0,1-4-183,3 0 1,3-11-1,5 1 1</inkml:trace>
  <inkml:trace contextRef="#ctx0" brushRef="#br1" timeOffset="144">16174 12999 8912,'-12'0'0,"0"-5"0,0 3 0,-1-2 0,5 3 0,0 1 0,1 2 0,-1 7 0,4 8 0,3 9 0,1 5 0,0 6 0,6 5 0,7 3 0,0 3 0,6 2 0,0 3 0,0 5 0,-4 0 0,2-1 0,-5-4 0,-4-8 0,-2-1 0,-8-7 0,-3-5 0,-7-8 0,-2-14 0,-6-6 0,-1-9 0,-3-7 0,-6-6 0,-2-6 0</inkml:trace>
  <inkml:trace contextRef="#ctx0" brushRef="#br1" timeOffset="145">16003 13550 8912,'0'-31'0,"-2"-3"0,-2 5 0,2 5 0,-7 3 0,7 6 0,-2-1 0,4 4 0,4 4 0,4-3 0,8 3 0,9-3 0,7-1 0,5-1 0,4 1 0,4 0 0,3 0 0,-5-1 0,-2 1 0,-4-2 0,-4-2 0,-3 1 0,-6-5 0,-6 3 0,-6-2 0,-6 2 0,-5 2 0,-1 0 0,0-2 0,-1 4 0,-4-4 0,-1 8 0,-7 1 0,1-1 0,0 3 0,5 0 0,2 8 0,5 3 0,0 7 0,0 7 0,0 10 0,0 4 0,0 1 0,0-2 0,0 2 0,0-5 0,0 4 0,0-5 0,4 1 0,0-5 0,0-1 0,-4-2 0,4-3 0,0-6 0,0-1 0,2-3 0,-5-4 0,3-8 0,3-4 0,1-9 0,-1-6 0,1-5 0,0-5 0,4 4 0,1 1 0,-1 3 0,-1 6 0,-3 3 0,3 4 0,-3 3 0,3 5 0,0 10 0,-3 6 0,3 6 0,-3 6 0,4 1 0,5-1 0,-2 4 0,5-4 0,1 2 0,3-11 0,1-4 0,-1-6 0,1-3 0,-1-2 0,-1-3 0,-2-5 0,-2-2 0,-3-10 0,-2-1 0,2-3 0,-8-1 0,-3 1 0,0 3 0,-1 1 0,-5 5 0,-7 0 0,-5 5 0,-3 6 0,-2 4 0,-2 4 0,-3 5 0,2 7 0,-1 4 0,2 9 0,4-2 0,7 6 0,0 0 0,5 3 0,5-3 0,7 0 0,10-2 0,8 2 0,9-6 0,9-5 0,15-10 0,6-8 0,-30-4 0,1 0-168,1-1 1,-1-2 0,31-8 167,-6-5 0,-16-6 0,-12 1 0,-8-2 0,-9-1 0,-5-1 0</inkml:trace>
  <inkml:trace contextRef="#ctx0" brushRef="#br1" timeOffset="146">13710 14898 8912,'-17'-8'0,"1"0"0,1-1 0,3 1 0,2 2 0,2 0 0,4 2 0,-4 4 0,9 5 0,0 5 0,5 5 0,3 5 0,2 8 0,2 2 0,-3 1 0,-1 3 0,1 0 0,-1-1 0,-4 1 0,1-4 0,-2-1 0,0 1 0,0-1 0,-4-4 0,-2-5 0,-2 0 0,3-9 0,-3 2 0,-3-9 0,4 0 0,-3-8 0,0-6 0,3-5 0,2-9 0,1-9 0,0-4 0,0-4 0,1-1 0,3-3 0,-1 3 0,5 5 0,-1 6 0,1 2 0,3 3 0,-3 2 0,3 9 0,2 4 0,-1 4 0,0 5 0,4 7 0,1 7 0,5 10 0,-2 7 0,3 5 0,2-2 0,1 2 0,2-1 0,-3-3 0,-1-5 0,1-6 0,-5-3 0,-2-4 0,-2-4 0,-2-2 0,-2-6 0,-4-7 0,1-5 0,-5-6 0,4-6 0,-4-2 0,4-3 0,-4-1 0,3-3 0,0 5 0,0 2 0,-5 7 0,2 3 0,-1 2 0,1 2 0,-2 5 0,3 3 0,-5 8 0,4 3 0,0 5 0,4 4 0,-2 1 0,1-1 0,2 2 0,2-1 0,1 4 0,5-5 0,-1-8 0,6 2 0,-2-6 0,3-1 0,2-2 0,-5-2 0,1-3 0,-6 1 0,1-5 0,-4-1 0,-3-3 0,-5 0 0,-3 0 0,-2 1 0,-3 3 0,-7 2 0,-6 6 0,-4 0 0,0 2 0,-2 2 0,-2 4 0,6 7 0,3 1 0,2 5 0,2-5 0,5 0 0,3-3 0,3-1 0,1 0 0,7-1 0,5-3 0,11-2 0,10-6 0,8 0 0,5-2 0,6-3 0,5-8 0,-1 0 0,1-8 0,-2-3 0,-2-5 0,-6 1 0,-11 2 0,-5 0 0,-6 2 0,-2-2 0,-7 9 0,-5 1 0,-7 9 0,-8 3 0,-8 3 0,-10 1 0,-5 1 0,-6 3 0,2 0 0,-2 9 0,6-4 0,-2 7 0,5-1 0,3 2 0,-1 2 0,6 5 0,1-3 0,7-1 0,3 2 0,5 5 0,1 0 0,3-4 0,4 1 0,9-8 0,2-5 0,5-7 0,1-4 0,-1-4 0,1-4 0,-1-10 0,1-7 0,-1-6 0,-1-6 0,-2-3 0,-2 0 0,-3-5 0,-6 0 0,2-4 0,-6 0 0,2 0 0,-6 7 0,3 5 0,-4 7 0,-1 10 0,-1 4 0,-4 7 0,4 11 0,-3 10 0,3 6 0,1 6 0,0 6 0,0 3 0,4 2 0,0 2 0,5-4 0,0-1 0,-3-4 0,2 0 0,1-3 0,3-5 0,2-4 0,2-2 0,-2-3 0,2-3 0,2-4 0,-2-8 0,0-3 0,-3-5 0,3-6 0,0-2 0,-3 1 0,-5-2 0,0 2 0,4-1 0,-4 2 0,-1 6 0,-1 0 0,-2 5 0,-4 7 0,0 8 0,0 3 0,0 1 0,0 6 0,0 2 0,4-2 0,0-2 0,0 2 0,-4-2 0,1 1 0,2-5 0,1 0 0,0 0 0,-4-5 0,0-7 0,0-8 0,0-8 0,0-3 0</inkml:trace>
  <inkml:trace contextRef="#ctx0" brushRef="#br1" timeOffset="147">15206 14763 8912,'-14'-13'0,"-2"-4"0,6 4 0,-2-4 0,8 0 0,0 0 0,2 1 0,2 4 0,6-1 0,2 1 0,7 1 0,1 3 0,7 3 0,2 5 0,-1 0 0,5 0 0,-2 1 0,2 3 0,2 3 0,6 5 0</inkml:trace>
  <inkml:trace contextRef="#ctx0" brushRef="#br1" timeOffset="148">15721 14677 8912,'-6'7'0,"-2"-3"0,-7-1 0,-1 1 0,-5-1 0,5 5 0,-5-4 0,5 4 0,-6 2 0,2 6 0,2-2 0,2 2 0,4 2 0,3-2 0,0 5 0,5-5 0,0 0 0,5-4 0,3-1 0,4-2 0,5 0 0,3-5 0,3 0 0,5-4 0,1-5 0,0-3 0,-1-3 0,1-2 0,-1-3 0,1 0 0,-5-1 0,1 5 0,-6-1 0,1-1 0,-3 0 0,0 3 0,-1 2 0,0-3 0,-5 5 0,-1 1 0,-8 11 0,-2-1 0,3 5 0,-3-1 0,2 3 0,2 1 0,0 1 0,0-5 0,0 0 0,0 0 0,4 0 0,0 1 0,1-7 0,0 4 0,-2-6 0,5 0 0,-5 0 0,8 0 0,-5-4 0,5-2 0,-1-1 0,-2-2 0,-1 2 0,1-1 0,3 1 0,-3-2 0,3 0 0,1 0 0,-2 2 0,2-1 0,-2 4 0,6-4 0,-1 4 0,1-5 0,-2 7 0,2-2 0,2 4 0,-2 4 0,2-2 0,-2 7 0,-2-1 0,2 4 0,-2 0 0,-2 0 0,2 5 0,1-2 0,0-3 0,-4-2 0,6-8 0,-3 4 0</inkml:trace>
  <inkml:trace contextRef="#ctx0" brushRef="#br1" timeOffset="149">16910 14653 8912,'-1'-8'0,"-3"0"0,1 5 0,-5 0 0,-2 6 0,1 4 0,1 5 0,-2 6 0,6 2 0,1 3 0,2 2 0,1-1 0,0 1 0,1-1 0,3 1 0,4-2 0,9-3 0,-4-3 0,4-9 0,0-3 0,1-5 0,0-2 0,0-7 0,2-4 0,-4-12 0,1-3 0,-5-1 0,-1-5 0,-3 1 0,-2-2 0,-6-2 0,-3 6 0,-5 2 0,-6 3 0,-11 2 0,-3 6 0,-1 6 0,1 5 0,4 7 0,3 2 0,0 2 0,12 2 0,1 7 0,5-1 0,3 0 0</inkml:trace>
  <inkml:trace contextRef="#ctx0" brushRef="#br1" timeOffset="150">17793 14200 8912,'-37'-19'0,"0"-3"0,1 5 0,4 5 0,2 5 0,3 2 0,3 2 0,-2 2 0,9 1 0,6 5 0,7 3 0,3 5 0,1 3 0,0 7 0,0 6 0,0 5 0,0-1 0,0 2 0,0 2 0,0 5 0,0 3 0,4 2 0,0 2 0,0 0 0,-4 0 0,4-5 0,0-3 0,-1-4 0,-1-5 0,2-6 0,0-5 0,0-6 0,-4 1 0,0-8 0,0-3 0,0-5 0,-7-5 0,-5-3 0,-1-14 0,-4-4 0</inkml:trace>
  <inkml:trace contextRef="#ctx0" brushRef="#br1" timeOffset="151">17413 14543 8912,'-15'1'0,"3"3"0,3-1 0,1 5 0,3-4 0,5 4 0,7-5 0,6 1 0,12-3 0,10-1 0,9 0 0,9 0 0,3-5-302,5-3 0,-4-4 302,1-5 0,-12-2 0,2-5 0</inkml:trace>
  <inkml:trace contextRef="#ctx0" brushRef="#br1" timeOffset="152">14212 15866 8912,'-8'0'0,"0"0"0,0 0 0,-4-6 0,-1-2 0,1 3 0,0 1 0,0 2 0,-1 2 0,0 0 0,-2 3 0,-3 4 0,-1 5 0,0 9 0,-2-1 0,-2 4 0,4 5 0,-1 4 0,-1 2 0,6 1 0,-1-4 0,6 2 0,4-7 0,0-3 0,3-7 0,3-4 0,4-5 0,3-3 0,6-5 0,3 0 0,2 0 0,1 0 0,2 0 0,3-4 0,0 0 0,-3-1 0,-2 2 0,-2-1 0,-2 1 0,-2 3 0,-5 4 0,1-1 0,-5 5 0,1 0 0,-5 4 0,0 5 0,0-1 0,-6 4 0,-1-2 0,-1 0 0,0 0 0,1 2 0,-1-4 0,2 1 0,6-5 0,-4-4 0,0 0 0,0 0 0,10 5 0,0-1 0,7 0 0,-1 6 0,0 2 0,-1 5 0,-3 3 0,3 4 0,-3 4 0,-1 5 0,1 0 0,1 3 0,3-8 0,1 3 0,4-11 0,1 3 0,2-6 0,3-9 0,-9-10 0,3-6 0</inkml:trace>
  <inkml:trace contextRef="#ctx0" brushRef="#br1" timeOffset="153">14581 16209 8912,'-7'-12'0,"2"5"0,-1-4 0,5 9 0,-5-2 0,6 8 0,0 3 0,0 6 0,-1 4 0,-2 4 0,-1 2 0,1 1 0,2-1 0,1-2 0,-4 2 0,0-3 0,0-2 0,4-2 0,0-2 0,0-2 0,0 1 0,0-1 0,5-5 0,2-2 0,5-5 0,2-5 0,2-4 0,-1-6 0,4-1 0,0 0 0,0-2 0,2 5 0,3-4 0,-3 9 0,-1 4 0,-3 3 0,3 1 0,-5 1 0,1 3 0,-2 7 0,-3 7 0,-3 1 0,-4 2 0,-2 3 0,-2 0 0,0 1 0,0-1 0,-6-3 0,-2-1 0,-3 0 0,-1 5 0,-1-5 0,1 1 0,0-8 0,0 1 0,-1-6 0,1-2 0,0-8 0,-6-10 0,-1-7 0</inkml:trace>
  <inkml:trace contextRef="#ctx0" brushRef="#br1" timeOffset="154">14568 16271 8912,'-12'-6'0,"4"3"0,-1-5 0,7 5 0,-4-7 0,13 4 0,5-2 0,7-3 0,10 3 0,4-4 0,6-3 0,5-2 0,4 2 0,-1-2 0,10 0 0,-2 2 0,-2 7 0,-1 3 0,-11 5 0,-7 0 0,-10 0 0,1 5 0,-6 2 0</inkml:trace>
  <inkml:trace contextRef="#ctx0" brushRef="#br1" timeOffset="155">15329 16307 8912,'-8'5'0,"-1"3"0,3 5 0,-3 3 0,-1 4 0,1 9 0,-1 2 0,-3 6 0,6 4 0,3 0 0,3-2 0,1-6 0,0 1 0,1-7 0,3-2 0,5-4 0,6-11 0,1-2 0,4-5 0,-3-3 0,5-11 0,-3-8 0,5-12 0</inkml:trace>
  <inkml:trace contextRef="#ctx0" brushRef="#br1" timeOffset="156">15598 16075 8912,'-12'-13'0,"1"5"0,3 0 0,-3 5 0,3-1 0,-3 3 0,-1 1 0,3 9 0,3 6 0,-1 7 0,0 8 0,4 4 0,-1 3 0,3 4 0,1-1 0,1 7 0,3-2 0,4-2 0,9-1 0,3-3 0,3-8 0,3-5 0,3-6 0,-3-8 0,2-8 0,-3-4 0,-5-4 0,2-6 0,-6-7 0,-3-9 0,-5 2 0,-5-3 0,1 2 0,-4 1 0,-4-1 0,-5 1 0,-7-1 0,-2 2 0,-2 2 0,1 8 0,3 5 0,2 5 0,-2-1 0,2 3 0,3 6 0,3 3 0,2 3 0,6 1 0,6 1 0,6-1 0,7 0 0</inkml:trace>
  <inkml:trace contextRef="#ctx0" brushRef="#br1" timeOffset="157">16064 16332 8912,'-7'8'0,"3"0"0,-1-4 0,1 4 0,0-4 0,4 5 0,0 0 0,0 8 0,0-4 0,0 3 0,0 2 0,0-2 0,5 2 0,3-3 0,3 1 0,1-1 0,1-6 0,-1 2 0,0-5 0</inkml:trace>
  <inkml:trace contextRef="#ctx0" brushRef="#br1" timeOffset="158">16309 16062 8912,'-12'4'0,"0"0"0,4 0 0,-1-4 0,7 0 0,-1 0 0,11 0 0,6-5 0,10-4 0,10-3 0,3-3 0,1-3 0,1-1 0,-3 4 0,1-1 0,-1-2 0,-4 2 0,-2 5 0,-7 7 0,-2 3 0,-5 10 0,-8 4 0,-2 12 0,-6 4 0,-4 5 0,0 3 0,0 4 0,4-1 0,0 3 0,0-4 0,0 2 0,0-2 0,0-2 0,0-4 0,0 1 0,0-6 0,4-3 0,0-5 0,1-5 0,-1 2 0,-2-9 0,3-3 0,-5-6 0,-1-4 0,-3-8 0,-3-4 0,-5-8 0</inkml:trace>
  <inkml:trace contextRef="#ctx0" brushRef="#br1" timeOffset="159">16420 16331 8912,'-13'0'0,"1"-5"0,7 3 0,5-2 0,11-2 0,9-3 0,10-1 0,7-3 0,1 1 0,7 0 0,-4 0 0,2-1 0,-2 1 0,-5 0 0,-1 1 0,-6 3 0,-1 2 0,8 1 0,2-2 0</inkml:trace>
  <inkml:trace contextRef="#ctx0" brushRef="#br1" timeOffset="160">17069 16307 8912,'0'12'0,"0"0"0,0 1 0,0 0 0,0 3 0,0 4 0,0 4 0,0 2 0,0 3 0,0 3 0,0 4 0,0-4 0,0 1 0,0-6 0,0 2 0,0-5 0,0-3 0,6-5 0,2-8 0,-1-2 0,1-6 0,5-17 0,7-3 0</inkml:trace>
  <inkml:trace contextRef="#ctx0" brushRef="#br1" timeOffset="161">17425 15988 8912,'5'-17'0,"-3"-1"0,2-3 0,-2 8 0,3 5 0,-4 5 0,8 3 0,-4 11 0,-3 7 0,0 6 0,-2 9 0,0-1 0,0 8 0,0 1 0,0 0 0,0-5 0,0 4 0,0-2 0,0-4 0,0-3 0,0 1 0,0-8 0,0 2 0,0-10 0,0 1 0,0-11 0,5-2 0,2-9 0,0-7 0,4-6 0,-5-17 0,7-3 0</inkml:trace>
  <inkml:trace contextRef="#ctx0" brushRef="#br1" timeOffset="162">17351 16246 8912,'-12'0'0,"0"0"0,-1 0 0,7-6 0,0 5 0,9-5 0,5 6 0,10-1 0,8-3 0,5 1 0,6-5 0,0 4 0,-1-4 0,5 1 0,0-1 0,-4-3 0,-4 3 0,-1-9 0,5-2 0</inkml:trace>
  <inkml:trace contextRef="#ctx0" brushRef="#br1" timeOffset="163">17928 15866 8912,'-13'0'0,"1"0"0,0 1 0,0 3 0,3 4 0,1 9 0,4 2 0,-4 5 0,5 2 0,-1 1 0,3 3 0,1 2 0,5-5 0,3 1 0,7-2 0,2-1 0,4-1 0,0 1 0,3-10 0,4-4 0,0-5 0,1 4 0,-5-3 0</inkml:trace>
  <inkml:trace contextRef="#ctx0" brushRef="#br1" timeOffset="164">18222 16197 8912,'0'12'0,"0"0"0,0 0 0,0 7 0,0 4 0,0 6 0,0 2 0,4 2 0,0 4 0,6 0 0,-2-1 0,1-4 0,1-5 0,-3-5 0,-2-6 0,5-8 0,-4-13 0,7-9 0</inkml:trace>
  <inkml:trace contextRef="#ctx0" brushRef="#br1" timeOffset="165">18381 16099 8912,'14'0'0,"4"0"0,6-2 0,7-2 0,10-1 0,4-4 0,3-6 0,0 3 0,-3-1 0,-4-1 0,-5 0 0,-3-2 0,-3 1 0,-5-5 0,-1-1 0,1-3 0</inkml:trace>
  <inkml:trace contextRef="#ctx0" brushRef="#br1" timeOffset="166">19093 15817 8912,'-6'-7'0,"5"-4"0,-5 10 0,6 2 0,0 11 0,0 6 0,0 6 0,0 6 0,0 3 0,0 2 0,0 2 0,2 0 0,2 0 0,-3 0 0,3-1 0,3 4 0,1-3 0,-2-5 0,-2-11 0,3-4 0,-6-10 0,10-1 0,-4-6 0</inkml:trace>
  <inkml:trace contextRef="#ctx0" brushRef="#br1" timeOffset="167">19264 15425 8912,'0'-14'0,"0"-1"0,0-1 0,0-1 0,2 1 0,2 1 0,4 4 0,4 0 0,3 6 0,3-1 0,1 1 0,-4 2 0,1 7 0,-2 5 0,-2 1 0,0 8 0,1 3 0,-2 2 0,-3 1 0,-3 2 0,-5 3 0,0-2 0,0 6 0,-1-1 0,-3 0 0,2 2 0,-2-6 0,3 2 0,1-1 0,0-8 0,0 4 0,0-9 0,1 1 0,3-4 0,5-1 0,7-5 0,4-3 0,9-4 0,4-4 0,2-3 0,2-5 0,-2-4 0,-2 0 0,-4-1 0,-9 5 0,-2 4 0,-6 0 0,-5 12 0,-3 4 0,-8 8 0,-4 9 0,-2 6 0,2 6 0,-2 6 0,6 10 0,0 5 0,4 6 0,0 1 0,0-1 0,4-7-149,0-4 1,0-2 148,-4-2 0,-2-2 0,-6-2 0,-7-4 0,-14-8 0,-6-1 0,-9-6 0,-2-4 0,-5-3 0,-6 1 0,0-3 0,-2-5-737,2-4 737,2-5 0,6-2 0,0-5 0,3 1 0,5 2 0,6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66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6092 10866 8912,'17'0'0,"-2"-2"0,-3-4 0,-6-5 0,-6-2 0,-4-1 0,-4 5 0,-1 1 0,-3-3 0,-5 5 0,0 2 0,-1 2 0,1 2 0,0 4 0,0 7 0,0 8 0,-1 16 0,7 7 0,1 4 0,1 3 0,-1 3 0,6 7 0,-1 2 0,5 0 0,5-3 0,5-9 0,7-8 0,2-3 0,4-15 0,-2-8 0,8-9 0,-6-14 0,6-9 0,-6-10 0,3-15 0,-1-8 0,-4-5 0,-4-8 0,-5 6 0,-4-6 0,-8 5 0,-14 9 0,-3 9 0,-12 5 0,1 7 0,-11 5 0,-1 11 0,6 4 0,5 8 0,10 14 0,0 3 0,7 2 0,5 0 0,5 0 0,13 4 0,3-9 0,14 3 0,9-11 0,14 1 0,10-7 0</inkml:trace>
  <inkml:trace contextRef="#ctx0" brushRef="#br0" timeOffset="1">6832 10918 8912,'-35'0'0,"-5"7"0,0 5 0,-6 3 0,6 2 0,0 8 0,6 4 0,5 3 0,0 3 0,10 5 0,2-2 0,9-4 0,6-3 0,4-10 0,4 2 0,5-6 0,12-6 0,-2 3 0,8-8 0,-6-1 0,6-5 0,-3-7 0,3-5 0,-2-11 0,-4-5 0,-4-7 0,6-5 0,-2-6 0,0-3 0,0-3 0,-6 0 0,-6 1 0,1-1 0,-3-7 0,3-4 0,-5-4 0,-7-2 0,-1 1 0,-3-1 0,-4 4 0,-1 8 0,-3 15 0,-5 19 0,0 13 0,-1 10 0,1 12 0,0 16 0,0 16 0,0 19 0,5 6 0,1 5 0,1 3 0,-1 3 0,5-5 0,4-5 0,12-1 0,7 0 0,17 3-267,18-3 1,15-12 266,13-16 0,-34-26 0,2-2 0,3 0 0,1-3 0,2 0 0,1-3 0,2 0 0,1-2 0,-3-1 0,1-1 0</inkml:trace>
  <inkml:trace contextRef="#ctx0" brushRef="#br0" timeOffset="2">7641 10918 8912,'-29'-25'0,"0"-4"0,6 6 0,-5 6 0,-1 9 0,2 6 0,-7 12 0,-1 7 0,1 10 0,-6 13 0,9 4 0,4 8 0,3-1 0,3 1 0,3-3 0,7-3 0,3-4 0,8-7 0,8-9 0,3-3 0,5-5 0,1-7 0,6-3 0,0-8 0,7-8 0,-3-5 0,2-10 0,-1-12 0,1-3 0,6-13 0,-7 1 0,1-13 0,-8 6 0,2-7 0,-6 1 0,-5-5 0,-5-3-185,-7-4 1,-2-3 184,-3-8 0,-5 8 0,-7 7 0,0 12 0,-1 13 0,7 23 0,-1 12 0,9 16 0,-3 13 0,2 16 0,-2 18 0,4 9 0,-3 13 0,3 5-247,2 7 0,0 5 247,0 1 0,7 0 0,5-8 0,5-4 0,6-6 0,6-3 0,11-2 0,10-18 85,7-10 1,8-15-86,-2-14 0,2-5 0,-2-7 0,-2-5 0,-11-4 0</inkml:trace>
  <inkml:trace contextRef="#ctx0" brushRef="#br0" timeOffset="3">8415 9697 8912,'0'-29'0,"0"3"0,0 1 0,2 6 0,4 5 0,5 12 0,6 12 0,6 13 0,0 19 0,10 15 0,3 18 0,-4 4 0</inkml:trace>
  <inkml:trace contextRef="#ctx0" brushRef="#br0" timeOffset="4">8363 12104 6832,'-51'34'0,"-1"1"0</inkml:trace>
  <inkml:trace contextRef="#ctx0" brushRef="#br0" timeOffset="5">5713 9938 8912,'-49'0'0,"1"0"0,2 0 0,-2 2 0,-2 7 0,-1 14 0,5 15 0,2 27 0,2 17 0,21-33 0,4 2 0,2 7 0,3 2 0,2 6 0,3 2 0,2 3 0,2 1 0,1 5 0,2 1 0,4 7 0,2 2 0,1 5 0,5 1 0,4 0 0,4-3-144,5-3 0,5-4 0,6-4 1,7-5-1,7-9 0,5-6 1,3-3-1,3-5 144,3-4 0,2-4 0,-5-6 0,2-3 0,-1-4 0,2-3 0,3-2 0,2-4 0,7-1 0,1-2 0,0-1 0,1-3 0,-5-2 0,1-1 0,2-3 0,-1-1 0,-6 1 0,0 1 0,1 2 0,1-1 0</inkml:trace>
  <inkml:trace contextRef="#ctx0" brushRef="#br0" timeOffset="6">5989 9645 8912,'2'-11'0,"1"-1"0,3-1 0,0 4 0,-6-3 0,0 8 0,2-3 0,3 7 0,-3 0 0,6 0 0,-6 0 0,4 0 0,-4-8 0,7 6 0,-3-4 0,3-3 0,9 7 0,-1-4 0,0-2 0,0 3 0,0-3 0,1 2 0,5 4 0,0-3 0,7-3 0,-1 2 0,3-7 0,10 3 0,2-7 0</inkml:trace>
  <inkml:trace contextRef="#ctx0" brushRef="#br0" timeOffset="7">8191 10952 8912,'0'-10'0,"0"-5"0,2 13 0,4-3 0,11-3 0,14 0 0,7-1 0,8-5 0,6-1 0,5-2 0,6 2 0,4 3 0,-2-3 0,-6 3 0,-9-1 0,-6 2 0,-14 1 0,-12 4 0,-9-3 0,-9-8 0</inkml:trace>
  <inkml:trace contextRef="#ctx0" brushRef="#br0" timeOffset="8">8415 11296 8912,'17'0'0,"4"-8"0,6-3 0,9-6 0,6-6 0,4-4 0,6-7 0,-2-1 0,-4 1 0,-4 1 0,-8 3 0,-1 1 0,-5-1 0,-11-3 0,-9-1 0</inkml:trace>
  <inkml:trace contextRef="#ctx0" brushRef="#br0" timeOffset="9">8570 10591 8912,'-10'0'0,"3"8"0,7 7 0,0 8 0,0 15 0,0 2 0,7 10 0,3 7 0,1 6 0,1 4 0,-1-4 0,5-2 0,-3-2 0,-2-3 0,-5-8 0,6-3 0,-8-12 0,1 1 0,3-17 0,0-1 0,1-7 0,1-5 0,1-10 0,4-11 0,-5-10 0</inkml:trace>
  <inkml:trace contextRef="#ctx0" brushRef="#br0" timeOffset="10">8794 10505 8912,'0'17'0,"0"0"0,0 16 0,0 7 0,0 10 0,0 7 0,0 6 0,0 12 0,0 3 0,0 0 0,7-3 0,5-12 0,-3-4 0,3-9 0,1-5 0,2-4 0,3-15 0,-1-8 0,0-3 0,0-9 0,-7-8 0,5-16 0,-5-8 0</inkml:trace>
  <inkml:trace contextRef="#ctx0" brushRef="#br0" timeOffset="11">9706 10505 8912,'-2'-17'0,"-4"0"0,2 5 0,-7 1 0,5 7 0,-5-2 0,-1 4 0,-7 2 0,-4 0 0,4 8 0,-4 3 0,-2 10 0,2 2 0,0 8 0,6-3 0,2 5 0,3 1 0,-1 5 0,7-5 0,0 4 0,6-9 0,2-2 0,4 1 0,4-7 0,7 2 0,0-4 0,0-2 0,6-5 0,0-1 0,2-1 0,-4 1 0,2-3 0,-2 0 0,-2-5 0,-2 9 0,-1-6 0,-5 5 0,-3-5 0,-8 5 0,0 5 0,0 5 0,-4-2 0,-8 4 0,1 2 0,-12-3 0,4 1 0,2-5 0,-1-3 0,1-4 0,6-3 0,-1-8 0,8 0 0,-3-15 0,7-4 0</inkml:trace>
  <inkml:trace contextRef="#ctx0" brushRef="#br0" timeOffset="12">10015 10608 8912,'-26'0'0,"3"0"0,4 0 0,1 0 0,1 0 0,0 0 0,0 0 0,1 2 0,3 4 0,2 5 0,7 5 0,-2 1 0,4 0 0,4 0 0,4 0 0,3-1 0,9-5 0,1 2 0,4-7 0,-4 0 0,6-6 0,-2 0 0,0 0 0,1 0 0,-1 0 0,-2-2 0,8-4 0,-8-3 0,2-8 0,-4-1 0,-2 1 0,1 0 0,-1 0 0,0 0 0,0-1 0,0 1 0,1 0 0,-7 6 0,1-1 0,-7 8 0,7-1 0,-8 3 0,11 2 0,-13 0 0,7 5 0,-3 1 0,-4 7 0,4-1 0,1-3 0,-1 3 0,7-8 0,-3 1 0,7-10 0,-5 1 0,-1-8 0,-5 1 0,5-6 0,-5 2 0,6 3 0,-7 4 0,7 8 0,-6-2 0,5-3 0,-5 3 0,5-4 0,-7 4 0,9 4 0,-5 2 0,2 2 0,-5 1 0,7-3 0,1 2 0,-3 0 0,1-6 0,-5 0 0,5 0 0,3 0 0,1 0 0,2 0 0,1-2 0,-1-4 0,0 2 0,0-7 0,0 7 0,1-2 0,-7-2 0,1 3 0,-1-1 0,6 4 0,0-2 0,1-1 0,-7-1 0,1 6 0,-7 0 0,7 0 0,-6 0 0,5 0 0,-5 0 0,5 0 0,1 0 0,5-2 0,0-4 0,-5 2 0,-1-7 0,-5 5 0,5-5 0,-1 5 0,1-5 0,-3 5 0,-8-6 0,8 8 0,-6-3 0,7 7 0,-5 2 0,2 3 0,-3 7 0,-1 5 0,-2 6 0,0-2 0,0 8 0,0-1 0,0 7 0,6-1 0,0 1 0,0-1 0,-6 0 0,2 1 0,3-1 0,-3-5 0,4-1 0,-2-7 0,0 2 0,1-4 0,3-3 0,-2-5 0,-4-5 0,3-12 0,-3-3 0,-2-9 0</inkml:trace>
  <inkml:trace contextRef="#ctx0" brushRef="#br0" timeOffset="13">10996 10367 8912,'-9'-7'0,"1"-3"0,16 1 0,3 3 0,5 2 0,3 0 0,4-1 0,5 1 0,3 2 0,-2 2 0,3 2 0,-5 4 0,0 3 0,-4 1 0,-4 5 0,-2-4 0,-8 5 0,-3 1 0,-6 6 0,-6 0 0,-3 2 0,-8-3 0,-2-1 0,-4 8 0,3-8 0,-2 2 0,2-4 0,3-2 0,0 1 0,0-9 0,0-1 0</inkml:trace>
  <inkml:trace contextRef="#ctx0" brushRef="#br0" timeOffset="14">11341 9869 8912,'0'-12'0,"0"1"0,0 7 0,7-4 0,1 22 0,3 3 0,3 14 0,-9 1 0,1 8 0,2 4 0,-1 2 0,5 6 0,3-1 0,-3 1 0,3-1 0,2 1 0,2-8 0,4-4 0,-4-11 0,4-6 0,2-10 0,-2-2 0,6-9 0,-6-2 0,-2-9 0,-2-7 0,4-8 0,0-5 0,-2-4 0,-10-1 0,3 5 0,-9 1 0,3-1 0,-2-5 0,-6 7 0,0 4 0,-4-2 0,-13 2 0,3 6 0,-9 6 0,-1 7 0,1-2 0,-6 14 0,6 9 0,0 10 0,-2 5 0,6 10 0,-4 4 0,12 4 0,5 1 0,4-5 0,2 0 0,2-2 0,4 2 0,9-12 0,8-11 0,13-6 0,-1-5 0,3-7 0,-4-10 0,6-7 0,1-11 0,-3-5 0,-2-5 0,-1-1 0,-1-1 0,-7 1 0,-2 0 0,-2-1 0,0 1 0,-6 1 0,-6 5 0,-7-3 0,2 8 0,3-7 0,-7 11 0,-2 1 0,-4 11 0,-7 7 0,7 7 0,-4 5 0,3 5 0,-1 6 0,0-2 0,6 8 0,-5 5 0,-1 6 0,0 0 0,6-5 0,2 5 0,4 0 0,3 0 0,8-6 0,1 5 0,-1-5 0,0 8 0,0-13 0,1 1 0,-1-9 0,0 2 0,-6-2 0,1-9 0,-8-5 0,-12-7 0,-3-7 0,-14-3 0</inkml:trace>
  <inkml:trace contextRef="#ctx0" brushRef="#br0" timeOffset="15">11667 9284 8912,'27'21'0,"8"8"0,11 9 0,17 19 0,-28-20 0,2 3 0,8 6 0,2 2 0,2 3 0,0 1-514,2 2 0,-1 1 0,-4 1 1,-2 0 513,-5-4 0,-4-1 0,-4-3 0,-4-2 0,1 34 0,-10-1 158,-13 1 1,-10 4 0,-9-6-1,-7 1-158,-7-5 0,-5-1 0,-1 1 0,-8 1 0,-4-1 0,-2 1 0,-2-16 0,-1-4 0,-5-5 0</inkml:trace>
  <inkml:trace contextRef="#ctx0" brushRef="#br0" timeOffset="16">3614 14631 8912,'-19'-21'0,"-2"2"0,-2 4 0,2 2 0,0 3 0,-2 8 0,-6 12 0,-3 9 0,-5 19 0,-1 8 0,-2 11 0,0 10 0,5 8 0,3 3-270,3 8 1,16-38-1,3 1 270,3 0 0,3 0 0,-1 2 0,4 1 0,9 40 0,9-5 0,10-4 0,7-11 37,6-15 1,4-11-38,8-23 0,-1-8 0,1-15 0,-8-7 0,9 1 0,-7-11 0,0-4 0</inkml:trace>
  <inkml:trace contextRef="#ctx0" brushRef="#br0" timeOffset="17">3717 15147 8912,'-6'12'0,"1"-1"0,1 2 0,2-3 0,2 1 0,0 1 0,0 5 0,8-7 0,3-5 0,10-3 0,2-2 0,8-7 0,-3-5 0,5-5 0,1-6 0,-1 2 0,-5-8 0,-5 1 0,-11-7 0,1 7 0,-7-1 0,-4 0 0,-6 3 0,-7 3 0,-12 11 0,2-1 0,-8 7 0,0 4 0,-5 14 0,7 7 0,4 15 0,4 4 0,2 8 0,1 0 0,5 13 0,5-1 0,4-1 0,12 2 0,7-1 0,2-13 0,10 1 0,1-15 0,11-8 0,-1-12 0,11-5 0,-3-12 0,10-5 0,-5-18 0,-3-9 0,-2-8 0,-3-8 0,-6-9 0,-5 10 0,-9-6 0</inkml:trace>
  <inkml:trace contextRef="#ctx0" brushRef="#br0" timeOffset="18">4319 14992 8912,'-9'0'0,"1"0"0,10 2 0,4 4 0,-2 4 0,7 7 0,-1 0 0,1 0 0,4 6 0,-3 0 0,3-2 0,2-2 0,-5-4 0,-1-3 0,1 3 0,5-3 0,0-5 0,0-1 0,1-4 0,-1-2 0,0 0 0,-2-8 0,-1-3 0,-5-6 0,-1-6 0,-2 2 0,-6-8 0,0 6 0,0-6 0,0 8 0,0-3 0,0 6 0,2 3 0,3 4 0,-1 3 0,8 8 0,-7 8 0,9 1 0,3 3 0,4-1 0,10-5 0,-3 5 0,5-7 0,1 2 0,6-4 0,1-2 0,-1 0 0,-6 0 0,1-8 0,-1-3 0,-9-5 0,-6-1 0,-8-2 0,-3-4 0,-2 4 0,-6-4 0,-8 4 0,-3 2 0,-5 2 0,-1 3 0,-6 4 0,0 8 0,0 0 0,-2 0 0,6 2 0,-4 4 0,6 4 0,6 7 0,-3 6 0,9 0 0,-1 5 0,6-5 0,0 6 0,0-6 0,7 0 0,5-6 0,5-2 0,6-3 0,4 1 0,7-7 0,1 0 0,-1-6 0,1-8 0,-1-4 0,-2-3 0,-3-2 0,2 0 0,-8 0 0,-4-1 0,-6 1 0,1 6 0,-9-1 0,3 8 0,-2-1 0,-4 3 0,5 2 0,-7 2 0,0 3 0,0 7 0,0 3 0,0 2 0,0 1 0,0-1 0,0 0 0,-5 0 0,-1 0 0,0-5 0,6-1 0,0-7 0,0 4 0,0-10 0,0-4 0,0-5 0,2-5 0,4-1 0,-4-6 0,3 0 0,3 0 0,-2 6 0,5 0 0,-5 0 0,5 5 0,-3 3 0,2-1 0,3 1 0,2 5 0,3-2 0,-1 6 0,0 6 0,0-2 0,0 7 0,6 1 0,0 5 0,2-6 0,-2 1 0,6 1 0,3 2 0,-3-3 0,0-1 0,-1-7 0,14 4 0,2-8 0</inkml:trace>
  <inkml:trace contextRef="#ctx0" brushRef="#br0" timeOffset="19">5989 14666 8912,'2'-10'0,"3"4"0,5 3 0,7-3 0,2 2 0,6-7 0,8-3 0,5-1 0,15-2 0,-1 0 0,1-1 0,1 1 0,-18 0 0,12 0 0,-12 0 0</inkml:trace>
  <inkml:trace contextRef="#ctx0" brushRef="#br0" timeOffset="20">6212 14941 8912,'-17'25'0,"0"-6"0,0 4 0,7-4 0,4-2 0,4 0 0,2-7 0,4-3 0,8-7 0,11 0 0,7 0 0,7-7 0,3-5 0,-2-9 0,8-2 0,-8-1 0,2 1 0,-5 3 0,-7-2 0,-3 2 0,-7 3 0,-3 0 0,-4 0 0,-5 0 0,-4-1 0,-10 1 0,-9 0 0,-10 0 0</inkml:trace>
  <inkml:trace contextRef="#ctx0" brushRef="#br0" timeOffset="21">6212 14391 8912,'-2'11'0,"-3"1"0,3-7 0,-4 7 0,4 1 0,2 10 0,-6 6 0,1 11 0,1 8 0,2 7 0,2 6 0,0 8 0,8 0 0,3-1 0,4-6 0,3-5 0,-1-6 0,2-5 0,2-6 0,2-3 0,2-11 0,-2-3 0,-4-5 0,4-7 0,2 2 0,-2-7 0,-1-15 0,-4-14 0,7-8 0,1-3 0</inkml:trace>
  <inkml:trace contextRef="#ctx0" brushRef="#br0" timeOffset="22">6453 14356 8912,'-11'-5'0,"-1"-1"0,8 0 0,-3 14 0,7 3 0,0 18 0,0 9 0,0 8 0,0 7 0,7 16 0,5 0 0,-1 15 0,7-4 0,-5 0 0,10-13 0,-2-4 0,2-5 0,-4-7 0,4-5 0,-4-6 0,-2-11 0,6-12 0,0-11 0,0-4 0,-6-2 0</inkml:trace>
  <inkml:trace contextRef="#ctx0" brushRef="#br0" timeOffset="23">7159 14700 8912,'-19'-6'0,"-2"-1"0,-2-1 0,2 0 0,-4 3 0,2 5 0,-8 5 0,3 1 0,3 8 0,2-3 0,6 6 0,5 6 0,-3-2 0,3 8 0,5-6 0,1 5 0,4-1 0,2 2 0,0 3 0,0-3 0,8 2 0,3-3 0,6 3 0,6-8 0,-2 0 0,6-6 0,0 0 0,0 0 0,-6 0 0,2 1 0,2-1 0,-3 0 0,-1 0 0,-9 0 0,1-5 0,-7-1 0,0 1 0,-6 5 0,0 0 0,0 0 0,-8 0 0,-3 1 0,-5-5 0,-1 4 0,6-9 0,-1 9 0,8-11 0,-1-6 0,10-12 0,13-18 0,8-7 0</inkml:trace>
  <inkml:trace contextRef="#ctx0" brushRef="#br0" timeOffset="24">7486 14906 8912,'7'-17'0,"-5"0"0,4 0 0,-4 5 0,-2 1 0,-8 7 0,-3-2 0,-4 4 0,-3 2 0,1 0 0,0 0 0,0 8 0,1 4 0,3 5 0,2 6 0,7-4 0,-2 4 0,-2 2 0,3-3 0,-1 1 0,6-5 0,2-1 0,4 0 0,-3-7 0,9-5 0,-1 3 0,7-2 0,-1-1 0,0-7 0,0-3 0,0 3 0,1-4 0,-1-2 0,0 3 0,-6-3 0,1 2 0,-1 4 0,7-3 0,-3 1 0,-4-2 0,5 4 0,-5-3 0,4 1 0,3 0 0,-1-2 0,0-1 0,0 1 0,-7 4 0,5-6 0,-13 8 0,13 0 0,-11 0 0,6 2 0,-3 4 0,7 3 0,-10 3 0,7-1 0,-7-5 0,2 6 0,-3-9 0,3 3 0,-4-4 0,8 4 0,-5-1 0,5 1 0,7-6 0,0-7 0,1 3 0,-1-8 0,-6 8 0,1-1 0,-1-3 0,6 2 0,1-1 0,-1 3 0,0-2 0,0 0 0,0 6 0,1 0 0,-1 0 0,0 0 0,-5-5 0,-1-1 0,-5 0 0,5 4 0,3-2 0,1-1 0,-4-3 0,1 2 0,-6 4 0,5-3 0,-5-3 0,5 2 0,-7 1 0,4 5 0,-6 0 0,1 2 0,3 3 0,-2 7 0,-2 3 0,-2 2 0,0 2 0,0 4 0,6-2 0,-1 8 0,1 0 0,-6 5 0,2 0 0,4 1 0,-4-1 0,3 1 0,-3 1 0,-2 4 0,0-10 0,0 5 0,0-12 0,0 0 0,0-4 0,0-2 0,0 0 0,0-7 0,8-33 0,2-15 0</inkml:trace>
  <inkml:trace contextRef="#ctx0" brushRef="#br0" timeOffset="25">8209 14992 8912,'0'-17'0,"1"0"0,5 0 0,-2 0 0,7-1 0,1 7 0,5 0 0,0-1 0,1 3 0,5 1 0,-1 8 0,9-6 0,-2 0 0,3 3 0,3 8 0,-9-1 0,-3 8 0,-3-1 0,-5 6 0,-4 2 0,-5 4 0,-6-2 0,-6 8 0,-5-6 0,-12 6 0,2-7 0,-8 7 0,2-8 0,-3 4 0,1-2 0,-1 0 0,-1-6 0,2-6 0,-1-7 0,7 2 0,0-12 0,6-3 0</inkml:trace>
  <inkml:trace contextRef="#ctx0" brushRef="#br0" timeOffset="26">8725 14391 8912,'11'19'0,"1"4"0,-1 7 0,-1 8 0,5 8 0,-3 12 0,3 3 0,2 0 0,2-2 0,4-7 0,-4-8 0,4-2 0,-4-4 0,-1-4 0,-1-9 0,0-13 0,-6-9 0,1 3 0,-3-6 0,5-6 0,-5-5 0,-1-4 0,3-3 0,-5 1 0,6-6 0,-7 0 0,1 0 0,-6 6 0,0 6 0,0-1 0,0 9 0,0 3 0,-6 9 0,1 8 0,-1 0 0,6 1 0,2-3 0,4-4 0,-3 3 0,9-9 0,1-1 0,3-2 0,7-2 0,-1 0 0,1 0 0,-5 0 0,-1-7 0,0-1 0,0-4 0,-5-1 0,-1 7 0,-5 1 0,5 5 0,-7 7 0,2 5 0,2 9 0,-3 2 0,7 7 0,-6-1 0,5 9 0,-3 2 0,-1 0 0,1 2 0,-2-5 0,-6 3 0,0-4 0,0-2 0,-2-7 0,-4-4 0,2-4 0,-7-3 0,-3-5 0,7-13 0,1-15 0,-4-23 0,1-14 0</inkml:trace>
  <inkml:trace contextRef="#ctx0" brushRef="#br0" timeOffset="27">9017 14081 8912,'18'-25'0,"-1"14"0,0-1 0,2 9 0,4 5 0,8 5 0,7 10 0,6 18 0,7 16 0,7 9 0,-3 8 0,-3 5 0,-4 7 0,-16 8-259,-13-37 1,-3 1 0,-7 0 0,-3-1 258,1 1 0,-3-1 0,-2 47 0,-3-49 0,-3-1 0,-14 44 0,5-43 0,-2-1 0,-5 5 0,-2 0 0,-4 4 0,-2 0 0,-5 3 0,-5 1 0,-5 2 0,-4 0 0,-2-6 0,-5 0 0,-8 7 0,-4 0 0,0-3 0,0-1 0</inkml:trace>
  <inkml:trace contextRef="#ctx0" brushRef="#br0" timeOffset="28">12872 18276 8912,'-8'-23'0,"-1"0"0,-3 4 0,1 6 0,-2 9 0,-3 8 0,1 7 0,2 14 0,1 8 0,-1 5 0,5 8 0,2-6 0,4 0 0,2 2 0,0-6 0,0 6 0,0-1 0,0-1 0,8-6 0,4-5 0,-5-1 0,-1 7 0,-4-1 0,-2-7 0,0-2 0</inkml:trace>
  <inkml:trace contextRef="#ctx0" brushRef="#br0" timeOffset="29">17553 18156 8912,'-12'-2'0,"1"-4"0,-1-5 0,3-4 0,11 3 0,15 3 0,10 1 0,5 4 0,5-4 0,3 3 0,4 1 0,0 2 0,-2 2 0,-10 0 0,-3 2 0,-6 4 0,-6 5 0,-5 12 0,-9 11 0,-14 12 0,-12 4 0,-8 2 0,-9-1 0,0 1 0,-2-1 0,4-1 0,0-2 0,5-2 0,2-10 0,14-2 0,-4 1 0,23-18 0,4 0 0,11-7 0,17-10 0,5-8 0,7-4 0,1-9 0,17-3 0,1-3 0,1-4 0,3 6 0,0 3 0,-8 8 0,-3 5 0,-5 1 0,-9-5 0,-2 3 0</inkml:trace>
  <inkml:trace contextRef="#ctx0" brushRef="#br0" timeOffset="30">23060 18139 8912,'0'-12'0,"-2"1"0,-4-3 0,-5 1 0,-5 2 0,-7 13 0,0 15 0,-7 15 0,-1 14 0,-5 4 0,-4 1 0,-1 1 0,7-1 0,7-5 0,2-2 0,4-2 0,4-4 0,4-3 0,13-6 0,0-5 0,4-8 0,5-5 0,8-5 0,12-4 0,0-2 0,9-10 0,2-7 0,8-2 0,-2-8 0,4 0 0,1 1 0,1 3 0,-1-6 0,-1 8 0,-4-2 0,-12 6 0,-11 5 0,-11-3 0,-4 6 0,-24-9 0,-3 1 0</inkml:trace>
  <inkml:trace contextRef="#ctx0" brushRef="#br0" timeOffset="31">22888 18139 8912,'-8'-10'0,"6"6"0,-4 16 0,6 17 0,6 22 0,-4 10 0,4 14 0,-4 3 0,-2 0 0,0 12 0,0-4 0,0 4 0,0-4 0,1-2 0,5-4 0,-5-56-245</inkml:trace>
  <inkml:trace contextRef="#ctx0" brushRef="#br0" timeOffset="32">31354 18173 8912,'-6'-11'0,"-1"1"0,-3 1 0,-3 1 0,-2-2 0,-3 1 0,1 5 0,-2-2 0,-2 4 0,-2 2 0,-6 2 0,5 6 0,-1 7 0,0 6 0,2 10 0,8-1 0,3 7 0,6 3 0,4 0 0,4-6 0,4 1 0,6-1 0,11-1 0,5-5 0,-1 3 0,2-8 0,1-2 0,3-2 0,-5-2 0,1 0 0,-14 0 0,3 1 0,-3-1 0,-7 0 0,-3 0 0,-12-2 0,-11-3 0,-1 3 0,-9-3 0,-1-3 0,-5 3 0,-1-7 0,1 7 0,-1-8 0,1 1 0,1-5 0,5-5 0,1-7 0,4-11 0,4-3 0,-6-9 0</inkml:trace>
  <inkml:trace contextRef="#ctx0" brushRef="#br0" timeOffset="33">31010 18070 8912,'0'11'0,"0"1"0,0 1 0,2 3 0,4 1 0,5 0 0,12-6 0,6 1 0,11-8 0,10 3 0,9-1 0,10 0 0,15 0 0,-4-6 0,6 0-131,-11 0 1,-3 0 130,-8 0 0,10-8 0,-3-2 0</inkml:trace>
  <inkml:trace contextRef="#ctx0" brushRef="#br0" timeOffset="34">3184 18104 8912,'-18'-2'0,"1"-1"0,0-3 0,0 0 0,0 6 0,7 0 0,4 0 0,14 0 0,7 0 0,6 0 0,4 0 0,-2 0 0,-2 0 0,8 0 0,-8 0 0,2 0 0,-4 2 0,-2 4 0,0-2 0,0 7 0,-1 1 0,-5 5 0,-3 0 0,-8 0 0,0 6 0,0 2 0,-2 0 0,-4 0 0,-9 3 0,-8-5 0,-2 6 0,2-6 0,4-2 0,-4-10 0,4 4 0,4-11 0,3 8 0,5-8 0,9 3 0,3-7 0,7 0 0,5 0 0,6 0 0,-2 2 0,8 4 0,-8 3 0,2 9 0,0-1 0,-6 0 0,4 2 0,-10 4 0,-3-4 0,0 6 0,-3-2 0,1 0 0,-2 0 0,-10-6 0,2-2 0,-7-3 0,-1 3 0,-5-4 0,0-1 0,0 0 0,-1-3 0,1-3 0,6-2 0,-1-2 0,1 0 0,-6 0 0,-1 0 0,1-15 0,0-4 0</inkml:trace>
  <inkml:trace contextRef="#ctx0" brushRef="#br0" timeOffset="35">3941 18276 8912,'17'0'0,"-7"0"0,5-7 0,-13 7 0,4 0 0,-5 7 0,-1 12 0,0 2 0,0 2 0,0 6 0,0-6 0,0 2 0,0-4 0,0 2 0,0-2 0,6-2 0,0-2 0,7 0 0,-3-7 0,7-5 0,0-3 0,-1-9 0,-5-5 0,4-3 0,-3-2 0,1 0 0,-1-1 0,3 1 0,-4 0 0,-1 6 0,1-1 0,-5 8 0,6-1 0,-3 5 0,3 5 0,3 5 0,-4 7 0,-1 0 0,1 0 0,1 1 0,5-1 0,0 0 0,1-2 0,-1-3 0,0-7 0,0-3 0,0-2 0,1-7 0,-1-5 0,-6-5 0,1-6 0,-8-2 0,1-3 0,-3-7 0,-2 5 0,0-5 0,0 3 0,-7-6 0,-3-6 0</inkml:trace>
  <inkml:trace contextRef="#ctx0" brushRef="#br0" timeOffset="36">2013 18345 8912,'-28'-15'0,"-1"1"0,0 5 0,3 1 0,3 4 0,4 4 0,1 6 0,1 9 0,2 10 0,3 2 0,7 4 0,3 1 0,4 4 0,3 3 0,7 1 0,3 0 0,4-8 0,2-1 0,2-3 0,8-8 0,-3-3 0,5-8 0,1-9 0,-1 0 0,-4 0 0,3-9 0,-3-8 0,-4-8 0,-2-10 0,-12 1 0,-3-2 0,-3-3 0,1-1 0,-8-7 0,-9 1 0,-6 4 0,-6 2 0,-6-2 0,-11 1 0,3 9 0,-3 9 0,4 6 0,2 5 0,1 9 0,4 6 0,-1 15 0,7 10 0,2 12 0,9 6 0,-1 2 0,7-2 0,0-4 0,-1 0 0,-3 2 0</inkml:trace>
  <inkml:trace contextRef="#ctx0" brushRef="#br0" timeOffset="37">1807 18534 8912,'-27'0'0,"2"0"0,8 0 0,0 0 0,7 8 0,5 3 0,5 5 0,5 1 0,7-2 0,11-3 0,9 3 0,8-4 0,8-3 0,-2-2 0,-4-4 0,-2-2 0,2 0 0,-1 0 0,-1-16 0,-6-3 0</inkml:trace>
  <inkml:trace contextRef="#ctx0" brushRef="#br0" timeOffset="38">2340 18414 8912,'0'-17'0,"0"-1"0,0 7 0,0 0 0,0 7 0,8-4 0,4 8 0,5 0 0,6 0 0,3-2 0,1-4 0,13 5 0,-3-7 0</inkml:trace>
  <inkml:trace contextRef="#ctx0" brushRef="#br0" timeOffset="39">2564 18586 8912,'-36'2'0,"-1"2"0,3 1 0,11 9 0,19-12 0,16 3 0,7-3 0,17-2 0,4 0 0,6 0 0,4-2 0,2-3 0,-8-5 0,-4-7 0,4 0 0,0-1 0</inkml:trace>
  <inkml:trace contextRef="#ctx0" brushRef="#br0" timeOffset="40">1910 18620 8912,'-11'10'0,"-1"-3"0,-1 1 0,13-8 0,9 0 0,16-10 0,15-5 0,6-8 0,2-2 0,-2-1 0,0-11 0,6-7 0</inkml:trace>
  <inkml:trace contextRef="#ctx0" brushRef="#br0" timeOffset="41">4578 18465 8912,'0'18'0,"7"-9"0,5-1 0,3-1 0,-4-5 0,1 4 0,1-4 0,3-2 0,1 0 0,0 0 0,0 0 0,0 0 0,-1-2 0,-3-2 0,-1-1 0,1 1 0,2 2 0,2 2 0,-7 0 0,-2 0 0,-8-8 0,0 6 0,5-13 0,1 4 0,0 1 0,-6-1 0,0 5 0,0-6 0,0 7 0,0-7 0,0 6 0,0-5 0,0 7 0,0-4 0,-2 8 0,-4 0 0,2 8 0,-7 4 0,7 3 0,-2 2 0,-1 6 0,1 0 0,0 0 0,6-6 0,0 0 0,0 0 0,0 1 0,8-3 0,3-4 0,-1-3 0,1-8 0,1-2 0,5-4 0,0-3 0,-1-8 0,-3-3 0,-2-2 0,-7 2 0,2-2 0,-6-3 0,-6 2 0,-3 2 0,-9 9 0,1-1 0,0 7 0,0 0 0,0 6 0,-1 0 0,1 0 0,8 2 0,3 4 0,4 4 0,10 7 0,9-8 0,10-1 0</inkml:trace>
  <inkml:trace contextRef="#ctx0" brushRef="#br0" timeOffset="42">5197 18345 8912,'10'-17'0,"-5"0"0,-1 5 0,2 1 0,-4 7 0,5-4 0,-7 8 0,6 10 0,2 7 0,-1 10 0,1 5 0,4 3 0,-7-1 0,7 0 0,-6 1 0,5 5 0,-5 0 0,5-6 0,-5-5 0,0-8 0,-6 2 0,0-4 0,-8-9 0,0-10 0,-3-12 0,3-11 0,8-5 0,0-5 0,0-1 0,0-8 0,2-2 0,2 0 0,2 4 0,7 3 0,-1 3 0,1 0 0,-2-1 0,5 10 0,-5 8 0,5 6 0,1 5 0,8 4 0,1-5 0</inkml:trace>
  <inkml:trace contextRef="#ctx0" brushRef="#br0" timeOffset="43">5679 18225 8912,'-10'-17'0,"-3"-6"0,7 0 0,0 5 0,6 7 0,0 7 0,0-2 0,0 12 0,6 8 0,2 14 0,-1 12 0,1 8 0,0 9 0,-2 1 0,-5 5 0,5-6 0,-4 8 0,-2-2 0,0-9 0,0-3 0,0-5 0,0 0 0,2-12 0,4-11 0,3-19 0,8-6 0</inkml:trace>
  <inkml:trace contextRef="#ctx0" brushRef="#br0" timeOffset="44">5989 18276 8912,'-18'0'0,"-1"8"0,-4 3 0,2 5 0,-5 1 0,1 2 0,4 4 0,7-4 0,3 4 0,7 4 0,-2 1 0,6-1 0,6 2 0,4-8 0,9 0 0,4-6 0,5-3 0,7-9 0,5 3 0,4-6 0,7-6 0,1-3 0,0-8 0,-1-1 0,1 1 0,0 0 0</inkml:trace>
  <inkml:trace contextRef="#ctx0" brushRef="#br0" timeOffset="45">7262 18225 8912,'-6'-12'0,"1"1"0,-7 5 0,6-5 0,3-3 0,1 5 0,4-3 0,3-1 0,3-2 0,5-1 0,-1 5 0,-8-4 0,1 3 0,-3-3 0,-4 5 0,-3 5 0,-5 3 0,-9 2 0,-2 0 0,-2 0 0,-8 7 0,3 5 0,3 3 0,2 2 0,2 2 0,-2 4 0,11-4 0,1 4 0,7 2 0,4-2 0,2 2 0,4-2 0,5-4 0,12 4 0,4-2 0,7 2 0,1-4 0,-1 4 0,-1-6 0,-5-6 0,-1 5 0,-4-5 0,-9 4 0,3 3 0,-12-1 0,1 0 0,-4 0 0,-2 0 0,-9 3 0,-7 1 0,-5 1 0,0-1 0,-4-1 0,2-3 0,-7 0 0,1 0 0,4-7 0,2-5 0,4-3 0,4-4 0,3-3 0,5-13 0,7-8 0</inkml:trace>
  <inkml:trace contextRef="#ctx0" brushRef="#br0" timeOffset="46">7572 18294 8912,'-8'-10'0,"-1"2"0,-9 8 0,7 2 0,-1 4 0,7 4 0,-5 7 0,3 2 0,3 4 0,2-2 0,2 7 0,2-5 0,3 6 0,5-8 0,7 2 0,0-4 0,1-2 0,3-5 0,-4-1 0,4-7 0,-10 2 0,-1-4 0,1-2 0,-7-2 0,2-4 0,-4-6 0,-2-9 0,0-1 0,0 1 0,-6-4 0,0 2 0,-7-6 0,2 6 0,-3 0 0,3 6 0,-3 0 0,9 0 0,-9 7 0,12 3 0,-3 7 0,10 0 0,12 0 0,18 7 0,9 3 0</inkml:trace>
  <inkml:trace contextRef="#ctx0" brushRef="#br0" timeOffset="47">8398 18139 8912,'-17'-8'0,"-6"6"0,0-4 0,-6 5 0,6 1 0,-6 7 0,6 5 0,2 3 0,2 2 0,4 2 0,4 4 0,-3-2 0,8 8 0,1-2 0,5 1 0,0 3 0,0-8 0,5 0 0,1-6 0,8 0 0,-5-7 0,8-5 0,-5-3 0,-1-2 0,1-7 0,5-5 0,0-11 0,2-5 0,2-7 0,2-5 0,2 2 0,-2-8 0,-2 0 0,8-5 0,-8-1 0,2 0 0,-4 3 0,-2 3 0,-2-2 0,-3 8 0,-4 2 0,-8 9 0,0 4 0,0 8 0,-2 8 0,-2 5 0,-2 8 0,0 7 0,6 12 0,0 2 0,0 3 0,0 5 0,0-4 0,0 3 0,0 2 0,2-7 0,4-4 0,-2 2 0,7-2 0,-5 0 0,5-6 0,-5 0 0,6 0 0,-1 1 0,6-9 0,1-3 0,-1-4 0,0-2 0,0 0 0,0-8 0,1-3 0,-3-5 0,-4-1 0,3-2 0,-9-4 0,7 4 0,-6-4 0,-1 4 0,-5 2 0,2 5 0,4 1 0,-4 7 0,6-4 0,-8 10 0,0 4 0,0 4 0,0 7 0,0 0 0,0 0 0,0 0 0,0 1 0,5-7 0,1 1 0,7-1 0,-5 0 0,4 1 0,3-8 0,-7 1 0,3-10 0,-1 1 0,-5-8 0,-3 1 0,4-8 0,-4-2 0,-2-2 0,0 0 0,0 6 0,-8-2 0,-3-4 0,1 6 0,-1-1 0,5 1 0,-5 6 0,5 3 0,-6 2 0,8 4 0,-3 10 0,7 2 0</inkml:trace>
  <inkml:trace contextRef="#ctx0" brushRef="#br0" timeOffset="48">9327 17812 8912,'-17'0'0,"5"0"0,1 0 0,5 0 0,-5 0 0,7 0 0,-11 0 0,13 0 0,-6 0 0,8 0 0,0 0 0,8 0 0,1 0 0,8 0 0,1 0 0,-1 0 0,6-2 0,0-4 0,0-1 0,-6-5 0,0-3 0,0 4 0,-1-5 0,-5-1 0,-1 0 0,-5 0 0,-3 0 0,2 1 0,-8 5 0,-5-3 0,-8 9 0,-1-1 0,1 6 0,-6 10 0,0 7 0,-5 8 0,5 9 0,0 0 0,5 1 0,1 5 0,0 0 0,7 6 0,5-6 0,5 0 0,5-6 0,7-1 0,3-4 0,10-7 0,4-10 0,5-4 0,6-8 0,-3-2 0,3-4 0,-4-6 0,-1-10 0,-1-5 0,0-8 0</inkml:trace>
  <inkml:trace contextRef="#ctx0" brushRef="#br0" timeOffset="49">9981 17571 8912,'-10'-34'0,"-3"7"0,7 4 0,-1 10 0,1 2 0,-4 9 0,-7 2 0,0 9 0,0 14 0,0 10 0,-1 7 0,-5 6 0,2-4 0,4 0 0,4 0 0,9 3 0,-2-4 0,4-1 0,2-6 0,4-7 0,8-4 0,1-4 0,16-2 0,-1-6 0,7 1 0,-1-8 0,1 2 0,-7-5 0,1-1 0,-6 6 0,6 0 0,-14 0 0,2-6 0,-11 2 0,0 3 0,-8-1 0,-10 8 0,-9 1 0,-19 10 0,-4-2 0,-8 7 0,-7 1 0,-4 6 0,4-1 0,-1 0 0</inkml:trace>
  <inkml:trace contextRef="#ctx0" brushRef="#br0" timeOffset="50">9103 18620 8912,'-19'-17'0,"-2"0"0,0 0 0,4 1 0,4 5 0,-1 5 0,7 4 0,-1 10 0,8 5 0,0 6 0,0 4 0,0 8 0,2-3 0,2 5 0,1 1 0,7 1 0,-4-3 0,1-1 0,4-3 0,3-7 0,1 2 0,-4-4 0,5-1 0,-5-9 0,10-3 0,-2-4 0,2-2 0,-4-8 0,4-3 0,2-12 0,-2-6 0,0-5 0,-6-6 0,-2 3 0,-3-3 0,-5 4 0,-7 2 0,-2-5 0,-3 5 0,-11-2 0,-7 13 0,-7 2 0,1 9 0,-3 7 0,-3 3 0,7 2 0,-1 0 0,8 9 0,-2 8 0,11 1 0,7 4 0,3-2 0,2 4 0,0 3 0</inkml:trace>
  <inkml:trace contextRef="#ctx0" brushRef="#br0" timeOffset="51">9035 18826 8912,'-18'0'0,"1"-1"0,0-5 0,7 4 0,-5-6 0,23 6 0,1-3 0,10-7 0,12 3 0,-2-3 0,3 6 0,3-5 0,5 1 0,0-1 0,6-4 0,-6 3 0,0-3 0,-5-2 0</inkml:trace>
  <inkml:trace contextRef="#ctx0" brushRef="#br0" timeOffset="52">9620 18620 8912,'0'-11'0,"0"-1"0,0-1 0,0-2 0,9-3 0,8 1 0,3 2 0,6 2 0,-1 1 0,-4-1 0,4 5 0,-2 2 0,0 4 0,2 2 0,2 0 0</inkml:trace>
  <inkml:trace contextRef="#ctx0" brushRef="#br0" timeOffset="53">9826 18723 8912,'-17'0'0,"0"0"0,0 0 0,5 0 0,1 0 0,7 0 0,-2 0 0,12 0 0,11 0 0,12 0 0,3-2 0,3-3 0,-9 3 0,7-14 0,-6 7 0</inkml:trace>
  <inkml:trace contextRef="#ctx0" brushRef="#br0" timeOffset="54">10170 18465 8912,'2'-17'0,"4"0"0,4 0 0,1 2 0,-1 1 0,-3 3 0,7 7 0,-3-2 0,-1 6 0,1 6 0,-7-2 0,2 7 0,-3-5 0,1 5 0,2 3 0,0-5 0,-6 3 0,0-6 0,0 5 0,0-5 0,0 5 0,2-7 0,3 2 0,-3 3 0,14 1 0,-13 5 0,9-3 0,-6-3 0,5-3 0,1-2 0,5 7 0,-6-5 0,1 5 0,-1-5 0,6 6 0,-5-7 0,-1 7 0,-1-7 0,1 7 0,-3-6 0,-8 5 0,0 2 0,0 3 0,-8 1 0,-3 0 0,-4-5 0,-3-1 0,1 1 0,0 5 0,0-6 0,0 1 0,-1-9 0,1 13 0,0-7 0</inkml:trace>
  <inkml:trace contextRef="#ctx0" brushRef="#br0" timeOffset="55">10755 18517 8912,'-9'-8'0,"-6"6"0,11-7 0,-8 3 0,8 4 0,-5-5 0,3 7 0,4 0 0,-5 0 0,8 0 0,5 0 0,-2 0 0,8 0 0,7 7 0,7 3 0</inkml:trace>
  <inkml:trace contextRef="#ctx0" brushRef="#br0" timeOffset="56">10962 18104 8912,'-10'0'0,"3"2"0,7 4 0,2 4 0,3 7 0,3 13 0,5 7 0,-3 5 0,-2 5 0,3 9 0,-5 1 0,5 8 0,-5-2 0,0-2 0,-6 2 0,0-5 0,0 5-164,0-8 1,-8-3 0,-1-10 0</inkml:trace>
  <inkml:trace contextRef="#ctx0" brushRef="#br0" timeOffset="57">10859 18139 8912,'-8'9'0,"-3"-3"0,-5-4 0,-1 0 0,0 2 0,0 1 0,5 1 0,1-6 0,1-7 0,-1-5 0,5-3 0,4-2 0,2-3 0,0-1 0,0-3 0,0-3 0,0-2 0,0-5 0,0-8 0,0-4 0,0-4 0,0-1 0,2-3 0,4-3 0,-4-6 0,3-12 0,-3-3-244,-2-8 0,2 0 244,4 0 0,-2-7 0,1 44 0,1 0 0,-4-1 0,0 1 0,1 0 0,0 0 0,1-1 0,-1-1 0,0 2 0,0 1 0,9-48 0,-10 47 0,1 1 0,11-48 0,-8 48 0,-1-1 0,0-5 0,0 1 0,0 1 0,1 1 0,0-4 0,2-1 0,2 0 0,1-1 0,0-4 0,1 0 0,-2-3 0,1 0 0,2-5 0,0-2 0,1-3 0,1-1 0,1-2 0,1-2 0,-1-5 0,2 2 0,2 5 0,0 1-96,-1-5 1,2 1-1,6 7 1,2 1-1,-1 0 1,1 1 0,4 0-1,3 0 96,4-1 0,0 1 0,-4 5 0,1 0-242,3 0 0,0 1 0,-4 6 0,-1 1 242,-3 3 0,-1 1 0,2 0 0,-1-1 0,-3-2 0,-1 0 0,1 2 0,0 1 0,-4-6 0,1-1 0,4 6 0,2 0 0,1-3 0,2 1 0,1-2 0,1-1 0,4-4 0,0-1 0,2-4 0,-2 0 0,1 0 0,-1-1 0,-4-1 0,0 0 0,1 0 0,-1-1 0,-1-3 0,0-1-289,1-1 0,1-1 0,0 3 0,2 1 289,2 7 0,2 2 0,2 2 0,0 0 0,-1 5 0,0 2 0,-2 2 0,-2 1 0,-2 3 0,-1 0 0,-6 3 0,-1 1-17,-2 2 0,-1 2 1,0 2-1,0 0 17,0-1 0,1 1 0,4 0 0,3 0 0,3-3 0,2 0 0,1-1 0,0 0 0,1-1 0,0-1 0,3-1 0,0 0 0,0-3 0,0-1 0,-1 0 0,0 1 0,-2-3 0,2 0 0,4 0 0,1-1 0,1 3 0,1-1 0,5 1 0,-1-1-52,-1 0 0,-1 1 0,-1 4 1,-1 0 51,-5 4 0,-2 0 0,-2 6 0,-2 2 0,28-28 0,-31 31 0,1 1 0,1-4 0,2-1 0,1 0 0,2 1 75,1 1 1,0 0-1,-4-3 1,0 1-76,-5 4 0,0 1 0,36-34 0,-36 34 0,0-1 0,2-4 0,1 1 0,2 4 0,2-1 0,3-3 0,1 0 0,4 3 0,0 1 0,1-5 0,1-1 0,2 0 0,-1-1 0,-5 3 0,-1 0 0,-3 2 0,-2 1 0,-2 2 0,-2 2 0,29-17 0,4 5 531,-4 11 0,-3 4-531,-20 8 0,-4 5 480,-24 1-480,-5 7 1005,-13-4-1005,0 8 337,0 0 1,8-1-338,3-5 0,12 2 63,6-7 0,3-1-63,3-5 0,-7 0 0,1-1 0,-8 9 0,-4-1 0,-11 5 0,-4 3 0,-2-4 0,0 12 0,-6-2 0,0 7 0,-7 0 0,11 7 0,-4-1 0,5 0 0,1 0 0,1 0 0,5 1 0,6-3 0,3-4 0,4-3 0,4-8 0,-4-2 0,4-4 0,-4-3 0,-2-8 0</inkml:trace>
  <inkml:trace contextRef="#ctx0" brushRef="#br0" timeOffset="58">16813 7445 8912,'-10'-35'0,"-3"8"0,7 5 0,0 2 0,6 3 0,0 0 0,0 0 0,2 2 0,4 3 0,4 5 0,7 8 0,0 5 0,2 6 0,4 3 0,4 4 0,7 4 0,8 4 0,4 7 0,6 2 0,5 4 0,4 4-251,8 8 1,0 1 250,0 5 0,-15 5 0,-9 11 0,-16 1 0,-12 11 0,-13-38 0,-4 1 0,-2 6 0,-5 1 0,-8 0 0,-5 1 0,-6 3 0,-5 0 0,-4 1 0,-1-2-272,-1-1 1,-1-1-1,1 0 1,0 1 271,2 2 0,1 0 0,6-8 0,1-1 0,0 4 0,2-1 0,5-7 0,0 0 0,-1-2 0,0-1 0,-14 42 0,1 4 0</inkml:trace>
  <inkml:trace contextRef="#ctx0" brushRef="#br1" timeOffset="59">18430 16299 8912,'12'-40'0,"-2"0"0,-1 4 0,-1 5 0,-1 8 0,-3 4 0,-2 11 0,-2 8 0,-6 8 0,-1 9 0,-3 2 0,-3 4 0,-3 4 0,-3 7 0,-4 3 0,-5 3 0,-7 4 0,-5 7 0,-4 3 0,-9 1 0,-7 4 0,-8 3 0,31-31 0,-1 1 0,-2 2 0,0 0 0,1 0 0,1-1-130,-31 30 1,10-5 129,7-13 0,5-5 0,12-11 0,12-12 0,16-9 0,9-10 0,3-4 0,5 3 0,9-9 0,2-1 0,2-3 0,8-3 0,-3-4 0,-3-3 0,8-1 0,-7 2 0</inkml:trace>
  <inkml:trace contextRef="#ctx0" brushRef="#br1" timeOffset="60">19153 16196 8912,'10'0'0,"-3"0"0,-8 2 0,-5 4 0,-4 3 0,-7 8 0,-6 8 0,-2 4 0,-3 5 0,-9 6 0,-5 6 0,-9 11 0,-9 1-500,-3 11 1,-6-1 499,32-25 0,0 0 0,2-5 0,1 1 0,-1 4 0,1 0 0,-25 25 0,13-1 0,6-7 120,3-11 0,13-7-120,6-13 0,9-4 0,9-14 0,0 1 0,0-9 0,15-3 0,8-11 0,2-12 0,4-6 0,-1-11 0,7 4 0,-1-6 0</inkml:trace>
  <inkml:trace contextRef="#ctx0" brushRef="#br1" timeOffset="61">20203 16179 8912,'11'-23'0,"1"2"0,-1 4 0,-1 3 0,-2 10 0,-8-3 0,-4 9 0,-8 3 0,-11 7 0,-9 13 0,-8 9 0,-6 10 0,-4 6 0,-7 3 0,-1 5 0,-7 5-203,34-27 0,-1 2 0,-4-2 0,-2 1 203,-2 3 0,-1 0 0,0 0 0,-2 0 0,0 3 0,0 0 0,3 0 0,0 0 0,-1 0 0,2 0 0,6-4 0,1-2 0,-32 32 0,22-15 0,8-14 0,11-12 0,0-5 0,12-4 0,3-9 0,16-2 0,5-10 0,8-4 0,4-13 0,6-15 0,-3-10 0,9-6 0,7-2 0</inkml:trace>
  <inkml:trace contextRef="#ctx0" brushRef="#br1" timeOffset="62">21063 16230 8912,'18'-17'0,"-9"8"0,-1 1 0,-18 10 0,-7 4 0,-8 9 0,-9 8 0,-3 7 0,-3 1 0,-6 5 0,-3 4 0,-5 10 0,-3 2 0,-10 7-213,30-25 1,-1 1-1,-5 2 1,-2 0 212,3 0 0,-2 1 0,-3-1 0,-1 0 0,1-2 0,2-1 0,2-1 0,2 1 0,3-3 0,1 1 0,-30 25 0,12-13 0,17-10 0,17-9 0,11-13 0,10 3 0,15-15 0,8 0 0,10-10 0,7-12 0,6-7 0,11-11 0,4-4 0,1 0 0,-3 2 0</inkml:trace>
  <inkml:trace contextRef="#ctx0" brushRef="#br1" timeOffset="63">21838 16213 8912,'7'-9'0,"1"-7"0,4 5 0,-3 1 0,-3-1 0,-8 7 0,-4-2 0,-5 12 0,-18 5 0,-2 12 0,-9 6 0,-6 5 0,-11 7 0,2 4-266,-8 13 0,-1 3 266,-4 8 0,30-32 0,1 2 0,0 1 0,-1 0 0,1 1 0,0 0 0,2 0 0,1-1 0,3-2 0,1 0 0,-28 31 0,15-16 0,10-9 0,14-11 0,11-10 0,6-4 0,10-10 0,3-3 0,12-6 0,6-6 0,11-11 0,6-12 0,-4-18 0,0-7 0</inkml:trace>
  <inkml:trace contextRef="#ctx0" brushRef="#br1" timeOffset="64">22302 16127 8912,'-7'-17'0,"-5"2"0,-3 3 0,-10 14 0,-4 15 0,-5 10 0,-6 13 0,2 6 0,-8 9 0,-2 7 0,-2 4 0,-1-1 0,-1 10 0,-5 3-201,28-38 0,0 0 1,-2 3-1,-1 0 201,3 3 0,1 0 0,-1-5 0,0 0 0,3 2 0,1 0 0,-21 34 0,0 3 0,0-6 0,-5 7 0,3-5 0,-4 0 0,-7-7 0,-6-8 0,-8 0 0,34-31 0,-2-2 0,-3 0 0,0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726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5971 12620 8912,'10'0'0,"-2"-8"0,-6 4 0,3-7 0,-3 5 0,4-5 0,-4 5 0,-2-6 0,0-1 0,0 5 0,2-7 0,3 4 0,-1-3 0,6 1 0,-2 1 0,-3 9 0,3-13 0,-6 14 0,5-5 0,-7 7 0</inkml:trace>
  <inkml:trace contextRef="#ctx0" brushRef="#br0" timeOffset="1">6075 12534 8912,'7'28'0,"5"1"0,3-6 0,2 6 0,2-6 0,4 5 0,4-5 0,8 6 0,7-8 0,3 2 0,5-6 0,2-6 0,1-3 0,5-8 0,-5-8 0,5-3 0,-7-6 0,-5-6 0,2 4 0,-8-4 0,0-2 0,-5 2 0,-7 0 0,-1 6 0,0 0 0,0 0 0,-6-1 0,2 3 0,-4 4 0,-2 5 0,2 4 0,2 2 0,4 0 0,2 0 0,1 0 0,7 2 0,1 2 0,4 1 0,-3 9 0,5-5 0,-2 3 0,0-1 0,10-7 0,1 2 0,9-4 0,1-2 0,11 0 0,-3-2 0,2-4 0,0-5 0,-10-5 0,-17-1 0,-12 0 0</inkml:trace>
  <inkml:trace contextRef="#ctx0" brushRef="#br0" timeOffset="2">8226 12482 8912,'51'-19'0,"1"-4"0,0 12 0,-6-10 0,-3 15 0,0 2 0,-3 2 0,-6 2 0,1 0 0,-1 0 0,0 2 0,1 2 0,-1 4 0,1 1 0,-1-3 0,0 5 0,9-7 0,2 2 0,13 2 0,5-3 0,6 1 0,5-6 0,5 0-206,7 0 1,-6-8 205,0-3 0,-13-4 0,2-3 0,-4 1 0,6 0 0,2 0 0,1 0 0,-1 1 0,-10 5 0,-6-2 0,-9 5 0,-6 0 0,-6 1 0,-5-5 0,-14 6 0,-1-1 0,-5 1 0,2 2 0,-7-7 0,6 5 0,-7-5 0,7-1 0,-6-5 0,7 0 102,-2 0 1,3-1 0,-1 1 0,-3 0-103,-3 0 0,7 7 0,-14 3 0,0 7 0,-16 9 0,-12 8 0,-12 8 0,-6 10 0,-4-1 0,-17 0 0,-4 1 0</inkml:trace>
  <inkml:trace contextRef="#ctx0" brushRef="#br0" timeOffset="3">7968 12775 8912,'-27'-18'0,"-4"1"0,10 0 0,4 0 0,4 0 0,7 1 0,-4 3 0,3 1 0,1 9 0,-2-3 0,-3 12 0,-6 5 0,-6 14 0,-6 11 0,-4 14 0,-9 5 0,-3 14 0,-5 4-202,24-31 0,0 2 0,0 2 1,-1 1 201,-2 1 0,0 2 0,-1 4 0,-1 1 0,-4 1 0,-1 0 0,0 1 0,0-1 0,-1-1 0,-1-1 0,-3-4 0,0-1 0,1 0 0,0 0 0,0-4 0,1 1 0,-2 4 0,2-2 0,-20 26 0,1-5 0,24-12 0,5-5 0,8-6 0,4 0 0,7-10 0,5-2 0,3-1 0,2-10 0,0-2 0,0-10 0,0-3 0,0-6 403,0 3 1,0-1-404,0 8 0,-8-1 0,-3 6 0,-10-1 0,-2-5 0,-8-3 0,4-24 0,-7-3 0</inkml:trace>
  <inkml:trace contextRef="#ctx0" brushRef="#br0" timeOffset="4">6419 14270 8912,'-17'0'0,"-1"0"0,1 0 0,-2 2 0,-4 4 0,-4 5 0,-7 12 0,0 8 0,-1 7 0,-5 6 0,0 8 0,5 1 0,7 4 0,1 5 0,6-1 0,0-8 0,15-7 0,0-13 0,6 1 0,0-11 0,0 0 0,10-10 0,7-1 0,10-9 0,13 3 0,6-4 0,11-2 0,6-8 0,12-3 0,-2-4 0,5-3 0,-3 3 0,-8 4 0,-6 3 0,-10 8 0,-7-8 0,-2-1 0</inkml:trace>
  <inkml:trace contextRef="#ctx0" brushRef="#br0" timeOffset="5">3373 16093 8912,'-6'11'0,"-1"-1"0,-3-3 0,6-3 0,-2-9 0,4 1 0,2-8 0,0-1 0,-1-2 0,-5-3 0,4 9 0,-13 1 0,5 8 0</inkml:trace>
  <inkml:trace contextRef="#ctx0" brushRef="#br0" timeOffset="6">3648 15800 8912,'-11'-17'0,"1"0"0,3 0 0,3 0 0,-4 5 0,2 1 0,-1 7 0,1-2 0,4 4 0,-6 2 0,6-5 0,-3-1 0,-5 0 0,-7 6 0,0 0 0,0 0 0,-6 8 0,0 3 0,0 5 0,-2 1 0,6 8 0,-4 3 0,-2 5 0,2 1 0,0 8 0,6 4 0,7 9 0,5 3 0,3 1 0,2-2 0,0-3 0,0 3 0,7-11 0,5-6 0,3-9 0,0-5 0,-1-1 0,-3-4 0,-1-8 0,1-1 0,3-6 0,-9 5 0,3-5 0,-2 5 0,-4 1 0,3 5 0,-5-6 0,-5 1 0,-11-3 0,-7 3 0,-7-4 0,3-8 0</inkml:trace>
  <inkml:trace contextRef="#ctx0" brushRef="#br0" timeOffset="7">3063 16437 8912,'-9'-44'0,"3"4"0,4 11 0,2 6 0,9 2 0,9-2 0,7 10 0,9-4 0,8 3 0,6-3 0,9 0 0,12 0 0,-6-1 0,6 1 0,-6 8 0,0 3 0,0 4 0,-11 2 0,-4-2 0,-14-4 0,-7-11 0,-2-10 0</inkml:trace>
  <inkml:trace contextRef="#ctx0" brushRef="#br0" timeOffset="8">3597 15663 8912,'-6'-50'0,"-2"3"0,1 4 0,-1 5 0,2 8 0,0 3 0,1 6 0,1 2 0,0 9 0,-2 5 0,4 5 0,-3 7 0,1 12 0,-2 14 0,-2 15 0,-3 9 0,-4 15 0,3 3 0,-3 7 0,-2 4 0,-6 6 0,0-1 0,10-42 0,1 0-242,-11 43 1,2-1 241,-8-5 0,3-2 0,-3-3 0,4-20 0,8-15 0,0-16 0,-1-7 0,7-6 0,-1-5 0,-1-7 0,4-5 0,-3-5 0,2 1 0,-1-8 0,1 1 0,5-6 0,3-2 0,-4-4 0,4-2 241,2-4 1,8-3-242,3 3 0,5-1 0,1 1 0,6-2 0,0 10 0,0 4 0,1 4 0,3 3 0,8-1 0,1 3 0,4 8 0,4 0 0,8 0 0,-1 8 0,1 3 0,0 4 0,-1 3 0,1-1 0,-1-2 0,3-2 0,3-1 0,-11-8 0,0 2 0,-2-5 0,-4-1 0,-5 0 0,-7 0 0,-7 6 0,2 0 0,-11 0 0,-12-14 0,-10-2 0</inkml:trace>
  <inkml:trace contextRef="#ctx0" brushRef="#br0" timeOffset="9">4698 16076 8912,'-17'-35'0,"1"1"0,5 1 0,3 5 0,1 5 0,5 4 0,-6 11 0,8 8 0,0 8 0,0 9 0,0 2 0,0 4 0,0 4 0,0 7 0,0 0 0,0 1 0,0-1 0,0 1 0,0-9 0,0-3 0,0-4 0,0-1 0,0-1 0,0 0 0,0-8 0,0-1 0,0-8 0,0-2 0,0-4 0,0-5 0,0 3 0,0-1 0,0 3 0,0 4 0,0-7 0,0 3 0,0 4 0,0-6 0,0 8 0,0 0 0,0-7 0,0 5 0,0-6 0,0 8 0,0 0 0,8 8 0,-4-4 0,7 7 0,-1-5 0,1 5 0,4 1 0,-3 5 0,9-6 0,2 1 0,0-3 0,-6 3 0,0 1 0,0-5 0,1 1 0,-1-5 0,0 4 0,-5-18 0,-1-7 0,-7-10 0,2-13 0,-5-7 0,-1-9 0,0 3 0,0-5 0,0 5 0,0 1 0,0 4 0,0 8 0,-1 8 0,-5 15 0,4 7 0,-6 6 0,10 18 0,4 14 0,0 7 0,9 9 0,4-2 0,10 5 0,-2-3 0</inkml:trace>
  <inkml:trace contextRef="#ctx0" brushRef="#br0" timeOffset="10">5438 16162 8912,'-17'-35'0,"0"8"0,-1 4 0,1 4 0,0 10 0,0 3 0,-2 4 0,-4 2 0,2 2 0,-6 4 0,2 7 0,4 8 0,2 0 0,2 8 0,5-6 0,1 5 0,1-7 0,-1 2 0,3-3 0,8-3 0,0 0 0,0 0 0,2-2 0,4-3 0,-3-5 0,9-7 0,7 0 0,10 0 0,-3-1 0,3-5 0,0-6 0,5-11 0,-1 10 0,-3-4 0,-3 2 0,-2-1 0,-2 5 0,-6-1 0,0 9 0,1-3 0,-9 4 0,6 2 0,-13 13 0,4 5 0,-6 3 0,-6 3 0,4-3 0,-3 8 0,3-6 0,2 6 0,0-8 0,0 3 0,7-14 0,11-2 0,8-8 0</inkml:trace>
  <inkml:trace contextRef="#ctx0" brushRef="#br0" timeOffset="11">5834 15818 8912,'-17'-8'0,"5"4"0,1-7 0,7 7 0,-4-2 0,8 12 0,0 11 0,0 12 0,0 3 0,0 3 0,0-1 0,2 2 0,2 3 0,2 1 0,5-2 0,-5-9 0,7 3 0,-1-3 0,-3-5 0,3-1 0,-7-9 0,7-3 0,-6-7 0,5 2 0,1-6 0,5-8 0,0-9 0,-2-8 0,-3-9 0,3-1 0,-3 1 0,1 1 0,-2 5 0,5-3 0,-5 8 0,-3 0 0,-2 6 0,1 0 0,-1 0 0,0 7 0,-6 5 0,0 10 0,0 5 0,0 7 0,0 0 0,0 0 0,5 6 0,3 0 0,0-2 0,-1-2 0,7-1 0,-3-1 0,4-6 0,3 1 0,-1-8 0,0 1 0,0-3 0,1-2 0,-1-2 0,0-3 0,0-7 0,0-3 0,1-6 0,-1 4 0,0-12 0,0 17 0,0-10 0,-5 10 0,-1 6 0,-5 3 0,6-3 0,-7 4 0,5-2 0,-1 6 0,1 4 0,0 13 0,1-2 0,4 4 0,-3-4 0,3 2 0,2 4 0,1-6 0,-1 1 0,6-1 0,0-8 0,-2 1 0,-2-4 0,4-6 0,0-6 0,5-6 0,-5-10 0,0-5 0,-6-8 0,-5 1 0,-1 0 0,-7 1 0,2 4 0,-4 7 0,-2 2 0,-2 9 0,-4 0 0,-5 7 0,-12-2 0,4 14 0,-4 9 0,-4 10 0,-2 13 0,4-2 0,4 8 0,6 0 0,4-2 0,7 5 0,-2-3 0,6-4 0,6-2 0,7-4 0,16-1 0,9-8 0,19-4 0,12-12 0,10-3 0,7-8 0</inkml:trace>
  <inkml:trace contextRef="#ctx0" brushRef="#br0" timeOffset="12">8363 16076 8912,'-32'9'0,"3"-3"0,6-4 0,4 0 0,4 3 0,3 7 0,7 5 0,3 6 0,2 2 0,0 5 0,2-1 0,3 2 0,5-5 0,9 1 0,2-2 0,2-4 0,8-2 0,-3-4 0,3-3 0,-2-6 0,3-5 0,-5-2 0,2-5 0,-1-6 0,-7-5 0,2-6 0,2 2 0,-2-7 0,-2-1 0,-2 2 0,-2-5 0,1 3 0,-1-2 0,0 3 0,-2-3 0,-1 10 0,-5 4 0,-1 4 0,5 1 0,-11 3 0,6 9 0,-8 11 0,0 6 0,0 6 0,0-2 0,0 8 0,0 0 0,0-3 0,-2 5 0,-4-8 0,2 5 0,-7-5 0,-1 6 0,-5-6 0,-2 6 0,-4-6 0,-4-2 0,-7-10 0,-8 4 0,-2-5 0</inkml:trace>
  <inkml:trace contextRef="#ctx0" brushRef="#br0" timeOffset="13">8277 15990 8912,'-7'-25'0,"3"0"0,-8-4 0,9 4 0,-3 8 0,4 0 0,12 8 0,7 3 0,8 4 0,9 2 0,18 0 0,11 0 0,11 0 0,12 0 0</inkml:trace>
  <inkml:trace contextRef="#ctx0" brushRef="#br0" timeOffset="14">9516 15921 8912,'-34'-8'0,"5"1"0,1-5 0,7 4 0,-4 8 0,2 2 0,0 4 0,0 6 0,6 10 0,5 0 0,1 6 0,7 1 0,-2 5 0,4 1 0,2-1 0,8 0 0,3 1 0,5-7 0,1 1 0,0-14 0,0 3 0,1-13 0,-1 1 0,0-4 0,-2-4 0,-3-4 0,1 2 0,-7-7 0,5 0 0,-5-7 0,2 3 0,-3 4 0,-3-5 0,14 9 0,-5-5 0,-3 5 0,1 7 0,-3 0 0,-4 0 0,11 7 0,-7 5 0,2-3 0,-3 3 0,-1-1 0,8 6 0,-7-1 0,7-5 0,-8-3 0,11-8 0,-13-2 0,4-4 0,-4 2 0,-2-7 0,0-1 0,0-5 0,0 0 0,0 7 0,0 3 0,0 7 0,0 0 0,7 0 0,3 0 0</inkml:trace>
  <inkml:trace contextRef="#ctx0" brushRef="#br0" timeOffset="15">9929 16265 8912,'-5'-33'0,"-1"5"0,-2 5 0,4 9 0,-1 3 0,-1 7 0,6-4 0,0 16 0,0 2 0,0 9 0,0 2 0,0 2 0,0 0 0,0-6 0,0 0 0,0 0 0,0 0 0,0 0 0,0-5 0,0-1 0,0-7 0,0 12 0,2-15 0,2 3 0,1-8 0,9-5 0,-3-8 0,5-1 0,1 1 0,0 0 0,0 0 0,0 5 0,1 1 0,-1 5 0,0-5 0,0 7 0,0-2 0,1 4 0,-1 2 0,0 6 0,0 0 0,-5 1 0,-1-1 0,1-4 0,5 4 0,-6-4 0,1-2 0,-1 0 0,7 0 0,-7-2 0,1-4 0,1-5 0,-5-5 0,-3-1 0,-3 6 0,-2-1 0,0 6 0,0-5 0,0 5 0,0-5 0,0 7 0,0-4 0,0 10 0,0 4 0,6-2 0,0 7 0,1 1 0,-1 5 0,-4 6 0,4 0 0,1 0 0,-1-6 0,0 0 0,-6 0 0,0 0 0,0 1 0,-2-1 0,-4 0 0,-3 0 0,-9 0 0,-1 6 0,-4 0 0,4 0 0,-4-6 0,-3 3 0,-3 2 0,4-2 0,2 1 0,6-6 0,5-4 0,5-7 0,14-12 0,3-11 0</inkml:trace>
  <inkml:trace contextRef="#ctx0" brushRef="#br0" timeOffset="16">10566 15990 8912,'2'-42'0,"4"7"0,-4 3 0,3 9 0,5 6 0,1 5 0,-3 8 0,7-3 0,-5 9 0,1 3 0,1 7 0,-3 5 0,3 6 0,1 4 0,-7 7 0,2 8 0,-3 4 0,-3-2 0,4 2 0,-4 0 0,-2 5 0,0-5 0,0 0 0,0 2 0,0 1 0,-6-5 0,1-4 0,-7 2 0,6-2 0,-7-7 0,1-10 0,-3-12 0,-2-11 0,0-9 0</inkml:trace>
  <inkml:trace contextRef="#ctx0" brushRef="#br0" timeOffset="17">10601 16299 8912,'-10'-17'0,"4"0"0,4 0 0,2-1 0,0 7 0,0-1 0,10 7 0,7-7 0,8 8 0,11-1 0,6 3 0,10 2 0,5 0 0,6 0 0,2-2 0,-7-4-196,-1-3 0,-5-16 0,-1-2 1</inkml:trace>
  <inkml:trace contextRef="#ctx0" brushRef="#br0" timeOffset="18">11272 16110 8912,'-35'-27'0,"7"2"0,-1 8 0,6 2 0,-6 3 0,8-1 0,-2 7 0,4 1 0,2 5 0,7 2 0,5 3 0,-3-1 0,2 8 0,1 5 0,5 8 0,0-1 0,0 1 0,1 4 0,5-6 0,-4 5 0,4-5 0,1 0 0,-1-5 0,6-1 0,-7 0 0,1-8 0,2-1 0,-4-8 0,7 0 0,-5-2 0,5-4 0,-1-3 0,5-8 0,0 0 0,5-1 0,1-1 0,-4-4 0,0 10 0,0-4 0,-1 3 0,-5-3 0,4 8 0,-5-7 0,7 14 0,-7-3 0,-5 10 0,-3 5 0,-2 7 0,0 0 0,0 1 0,0-1 0,0 0 0,0 0 0,0 0 0,0 1 0,0-1 0,8-8 0,2-1 0,7-8 0,-6-2 0,1-4 0,-1-9 0,6-8 0,-1 0 0,-5-2 0,4 6 0,-3-4 0,1 4 0,-1 2 0,3 0 0,-5 0 0,7 7 0,0 2 0,0 10 0,0 4 0,1 5 0,-1 12 0,2-3 0,4 2 0,-2 3 0,8-2 0,-1 0 0,7-6 0,-1 1 0,1-1 0,-1-8 0,0-3 0,1-4 0,-1-2 0,1-2 0,-1-4 0,0-11 0,1-12 0,-3-5 0,-3-6 0,2 2 0,-8-8 0,0-6 0,-6-5 0,0-6 0,0 6 0,-7-1 0,-5 7 0,3 9 0,-2 7 0,-2 10 0,-2 6 0,-2 10 0,-8 1 0,0 22 0,-3 3 0,-4 11 0,3 1 0,-1 9 0,1 2 0,-1 6 0,7-4 0,2 0 0,2 0 0,2-2 0,0-5 0,0 5 0,0 0 0,0 0 0,0-5 0,8-7 0,3 1 0,5-8 0,1 2 0,0-4 0,0-2 0,-5-5 0,-1-1 0,-5-7 0,6 2 0,-3-6 0,3-6 0,3-19 0,-6-11 0</inkml:trace>
  <inkml:trace contextRef="#ctx0" brushRef="#br0" timeOffset="19">12218 16041 8912,'-27'-25'0,"3"6"0,6-4 0,9 12 0,1 3 0,8 8 0,8 0 0,3 0 0,14-7 0,11-5 0,14-3 0,11-2 0,6-2 0,2-4 0,0 4-124,0-4 1,0 9 123,-1 3-264,1 7 0,8-11 0,1 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746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26398 6808 8912,'0'-34'0,"0"0"0,0-3 0,0-3 0,0 6 0,-2-2 0,-2 5 0,-3 2 0,-3 1 0,-3-1 0,-3 10 0,-1 2 0,0 2 0,0 9 0,-8 2 0,-4 10 0,-3 7 0,-3 8 0,-5 6 0,0 7 0,0 10 0,6 8 0,1 11 0,4 9 0,4 1 0,8 7 0,0-5 0,2 5 0,3 0 0,7-2 0,3-1 0,2-8 0,2 1 0,3 5 0,5-12 0,7 0 0,-5-23 0,-3-11 0,-1-8 0,-3-27 0,-5-5 0</inkml:trace>
  <inkml:trace contextRef="#ctx0" brushRef="#br0" timeOffset="1">25761 7307 8912,'-17'0'0,"0"0"0,0 0 0,7 0 0,3 0 0,22 0 0,10 0 0,13 0 0,14 0 0,3-8 0,14-3 0,-8 1 0,14-1 0,-8 0-146,7-7 1,-3-7 0,-2-1 0</inkml:trace>
  <inkml:trace contextRef="#ctx0" brushRef="#br0" timeOffset="2">26484 7204 8912,'-17'32'0,"0"-3"0,-6 4 0,0-5 0,0-1 0,6 2 0,1 5 0,5 6 0,-2-2 0,7-9 0,0 2 0,6-9 0,2-1 0,4-1 0,3-9 0,8 0 0,6-7 0,0 2 0,2-12 0,-2-5 0,-4-10 0,4-2 0,-4-8 0,-1 3 0,-9-5 0,-3-1 0,2 1 0,-3 3 0,-1 3 0,-2 2 0,-10 0 0,-3 2 0,1 6 0,-1 0 0,-1 2 0,-5 9 0,6 0 0,-1 6 0,8 0 0,-11 8 0,15 0 0,0 3 0,0 4 0,8-5 0</inkml:trace>
  <inkml:trace contextRef="#ctx0" brushRef="#br0" timeOffset="3">26622 7290 8912,'17'2'0,"0"4"0,-5-5 0,-1 5 0,-5 2 0,5-2 0,-5 5 0,6-5 0,-7 7 0,7-1 0,-1 3 0,-1-6 0,-3-1 0</inkml:trace>
  <inkml:trace contextRef="#ctx0" brushRef="#br0" timeOffset="4">26794 7496 8912,'17'27'0,"-5"-2"0,-1-8 0,-7 0 0,2 0 0,-4 1 0,-2-1 0,0-8 0,0-1 0,-8-23 0,6-4 0,-4-16 0,4 1 0,2-1 0,0 1 0,0 0 0,2 5 0,4 0 0,4 6 0,7-5 0,0 7 0,0-2 0,0 4 0,1 2 0,6 7 0,3-13 0,8 4 0</inkml:trace>
  <inkml:trace contextRef="#ctx0" brushRef="#br0" timeOffset="5">27345 7256 8912,'-2'-12'0,"-4"1"0,4 7 0,-6-2 0,8 12 0,0 3 0,0 9 0,0 1 0,0 2 0,0 3 0,0 3 0,0 0 0,0 2 0,0 3 0,0-3 0,0-4 0,0-3 0,0-2 0,0-3 0,0 0 0,0-7 0,0-5 0,2-10 0,2-9 0,2-7 0,5-6 0,-5-7 0,7 0 0,-1-1 0,-3 1 0,3-1 0,-2 9 0,1 3 0,4 4 0,-3 2 0,-3 1 0,3 5 0,-1-3 0,5 11 0,-5 4 0,2 9 0,-7 13 0,6-2 0,-7 8 0,7-6 0,-6 5 0,1-1 0,-1 2 0,-4 1 0,6-7 0,-3-2 0,1-2 0,2-4 0,-3-3 0,-3-4 0,14-8 0,-7-14 0,8-3 0,-1-10 0,-5 4 0,4-7 0,-5 3 0,1-2 0,1 1 0,-6 7 0,5-2 0,-7 9 0,2 3 0,-2 5 0,1-5 0,-3 7 0,6 4 0,-6 10 0,2 1 0,1 0 0,1 1 0,-6 5 0,8 0 0,3 0 0,-1-1 0,1-5 0,1 4 0,5-11 0,0 6 0,0-2 0,0-5 0,1-1 0,-1-2 0,0-7 0,-2-3 0,-3-7 0,1 0 0,-5-1 0,1 1 0,-5 6 0,2-1 0,-4 9 0,-2-5 0,0 8 0,0 2 0,0 4 0,2 3 0,2 8 0,1 0 0,-1 1 0,4 1 0,-2 4 0,5-4 0,-5 4 0,5-4 0,-5-2 0,2 0 0,-3 0 0,-1-5 0,8-1 0,-8-9 0,1-2 0,-10-15 0,-5-12 0</inkml:trace>
  <inkml:trace contextRef="#ctx0" brushRef="#br0" timeOffset="6">27999 6963 8912,'-18'-17'0,"1"0"0,0 0 0,7 7 0,3 2 0,14 10 0,7 4 0,7 4 0,7-1 0,5 6 0,1-3 0,1 1 0,-1-1 0,8 3 0,2-5 0</inkml:trace>
  <inkml:trace contextRef="#ctx0" brushRef="#br0" timeOffset="7">28463 7221 8912,'-17'0'0,"0"0"0,0 2 0,-1 4 0,7-2 0,-1 7 0,9-5 0,-3 5 0,4 3 0,2 9 0,0-4 0,0 5 0,0-1 0,0 0 0,0 8 0,0-2 0,0-5 0,0-1 0,0-4 0,0-1 0,2-7 0,4 1 0,-3-9 0,9 3 0,-6-12 0,5-5 0,1-12 0,5-6 0,-6-5 0,1-6 0,-1 3 0,6-3 0,1 4 0,-1 2 0,0 7 0,0 4 0,-2 4 0,-3 2 0,3 0 0,-11 9 0,8 8 0,-9 8 0,3 9 0,2 6 0,-3 1 0,-1 1 0,-2 0 0,4 4 0,0-6 0,1-2 0,-1-10 0,-4 4 0,13-7 0,-3 4 0,3-7 0,0-10 0,-3-7 0,3-5 0,-3-6 0,3 2 0,2-8 0,0 6 0,1-5 0,-3 7 0,-4-2 0,-1 4 0,-4 2 0,-4 7 0,11 4 0,-7 12 0,-1 9 0,-5 8 0,0 8 0,0-3 0,0 3 0,2 0 0,2-5 0,2-1 0,1 4 0,-1-6 0,2 0 0,3-6 0,5 0 0,-5 0 0,2-9 0,-1-8 0,-4-15 0,-8-20 0,0-9 0</inkml:trace>
  <inkml:trace contextRef="#ctx0" brushRef="#br0" timeOffset="8">28876 6980 8912,'-7'-17'0,"-1"0"0,-4 0 0,-3 0 0,13 7 0,-4 4 0,12 12 0,4-4 0,7 4 0,8 3 0,2 1 0</inkml:trace>
  <inkml:trace contextRef="#ctx0" brushRef="#br0" timeOffset="9">29461 7238 8912,'-17'0'0,"0"0"0,2 2 0,3 4 0,3-2 0,3 7 0,4-5 0,-4 5 0,4 3 0,2 1 0,0 4 0,0 4 0,0-4 0,0-2 0,0-9 0</inkml:trace>
  <inkml:trace contextRef="#ctx0" brushRef="#br0" timeOffset="10">29392 7479 8912,'-7'10'0,"5"5"0,-6-13 0,6 3 0,-3-10 0,3-7 0,-4-11 0,4 2 0,2-7 0,8-1 0,1-5 0,3-1 0,-1 1 0,-5 5 0,5 1 0,1 7 0,5-2 0,-5 9 0,-1 3 0,0 7 0,7-2 0,-1 12 0,-2 5 0,-1 10 0,-5 4 0,-1 2 0,-1 2 0,-1 5 0,-4-1 0,4-5 0,1-3 0,-1-6 0,0 0 0,2-2 0,-7 4 0,15-19 0,-7 6 0,7-16 0,-5-3 0,4-6 0,-3-4 0,1-2 0,-1 2 0,3-4 0,-3 2 0,-3 0 0,3 6 0,-9 0 0,3 0 0,4-1 0,-8 7 0,3-1 0,-3 9 0,0 1 0,4 7 0,-2 7 0,7-6 0,1 7 0,5-2 0,-4-1 0,4 1 0,-3-7 0,9 4 0,-4 0 0,-2-7 0,0 5 0,-5-4 0,-1-2 0,-5 0 0,5 0 0,-7 0 0,4 0 0,0 0 0,-7 0 0,7 2 0,-8 4 0,0 5 0,2 6 0,4 6 0,-4-2 0,3 8 0,-3-6 0,-2 4 0,2-3 0,4-3 0,-4-1 0,4-3 0,-3-2 0,3-3 0,-2-5 0,6-9 0,-3-3 0,-1-5 0,2-22 0,1-5 0</inkml:trace>
  <inkml:trace contextRef="#ctx0" brushRef="#br0" timeOffset="11">29891 7049 8912,'-17'-7'0,"2"3"0,3-8 0,3 8 0,5-3 0,-2-1 0,8 6 0,10-3 0,11 3 0,5 2 0,7 0 0,5 0 0,-2 2 0,8 3 0,-8-3 0,4 6 0,-7-8 0</inkml:trace>
  <inkml:trace contextRef="#ctx0" brushRef="#br0" timeOffset="12">30236 7221 8912,'-18'-8'0,"1"-1"0,8-3 0,3 1 0,-4 7 0,8-3 0,-3 7 0,9 1 0,1 5 0,9-2 0,-5 7 0,3 3 0,-1 1 0,-7 2 0,2 1 0,-4-1 0,-2 0 0,5-6 0,1 1 0,0-1 0,-6 6 0,0-5 0,0-1 0,0-5 0,0 6 0,0-7 0,0 7 0,0-1 0,0 6 0,2 1 0,3-1 0,-1-6 0,8 1 0,-6-3 0,5 3 0,-5 3 0,5-3 0,1 3 0,5 2 0,-6 6 0,1 0 0,-1 0 0,-1 2 0,3-6 0,-7 4 0,5 1 0,-5-1 0,0 0 0,-6-6 0,-2 3 0,-4 3 0,-3-10 0,-8 4 0,-1-5 0,1-1 0,0-3 0,0-8 0,1-2 0,5-4 0,3-11 0,8-10 0,0-7 0</inkml:trace>
  <inkml:trace contextRef="#ctx0" brushRef="#br0" timeOffset="13">30838 7221 8912,'-17'-11'0,"0"-1"0,-1 6 0,1-5 0,0 7 0,0-2 0,-6 5 0,0 1 0,-2 7 0,4 7 0,-4 5 0,-2 4 0,12 1 0,-2-1 0,11-2 0,0 8 0,4-8 0,2 2 0,8-4 0,4-2 0,5-5 0,6-1 0,-4-7 0,4 2 0,-4-4 0,-2-4 0,0-2 0,0-2 0,1-5 0,-1 5 0,-8-7 0,7 11 0,-12-12 0,7 9 0,-5-1 0,5 6 0,-7 7 0,9 3 0,-5 7 0,2 0 0,3 1 0,-3-1 0,1 0 0,1 0 0,5-2 0,0-3 0,0-4 0,0-8 0,1 0 0,-1 0 0,-8-16 0,14-3 0,-4-15 0</inkml:trace>
  <inkml:trace contextRef="#ctx0" brushRef="#br0" timeOffset="14">31096 6774 8912,'-9'2'0,"3"4"0,-2 11 0,2 12 0,-1 11 0,1 6 0,4 3 0,-4 3 0,4 1 0,4 3 0,4 1 0,6-2 0,3-9 0,2-6 0,0-5 0,0-5 0,1-1 0,-1-16 0,0-1 0,-2-10 0,-3-8 0,3-4 0,-3-7 0,3-8 0,2-3 0,-5 1 0,-1-2 0,-5 8 0,5-2 0,-7 4 0,2 2 0,-4 8 0,-2 3 0,0 12 0,0 3 0,0 8 0,0 2 0,0 4 0,0-2 0,0 8 0,0-8 0,0 2 0,0-4 0,2-4 0,3-3 0,5-5 0,7-7 0,0-9 0,1-8 0,-1-8 0,0-10 0,0 1 0,0-8 0,1-2 0</inkml:trace>
  <inkml:trace contextRef="#ctx0" brushRef="#br0" timeOffset="15">31389 6826 8912,'-8'-18'0,"-2"1"0,1 8 0,1-7 0,8 16 0,0 0 0,0 8 0,0 9 0,0 0 0,0 1 0,0-1 0,8 8 0,1 1 0</inkml:trace>
  <inkml:trace contextRef="#ctx0" brushRef="#br0" timeOffset="16">30804 7273 8912,'-20'0'0,"-1"0"0,-2 0 0,8-2 0,9-4 0,8 4 0,10-4 0,9 3 0,19-1 0,6-4 0,4-1 0,7 3 0,0-6 0,8 9 0,-2-3 0,4-4 0,2 1 0,0-3 0,0 1 0,-14 1 0,-3-1 0,-14-3 0,-3 9 0,-9-1 0,-18 6 0,-8 0 0,-8 0 0,-9 0 0,8 0 0,1 0 0,8 2 0,0 4 0,0-3 0,0 9 0,0-8 0,0 11 0,8-11 0,3 7 0,-1-7 0,1 2 0,-5-4 0,5-2 0,-7 0 0,4 0 0,-16 0 0,0 2 0,-3 3 0,-4-3 0,5 14 0,-1-15 0,-1 5 0,8 4 0,-3-8 0,14 5 0,5-7 0,3 0 0,2 0 0,1 0 0,-1-2 0,0-3 0,0 3 0,0-8 0,1 4 0,-1 5 0,0-7 0,0 8 0,-5 0 0,-1 0 0,3 0 0,-7 2 0,-1 4 0,3-5 0,-7 9 0,4-4 0,-2-4 0,2 3 0,-4-3 0,5-2 0,-5 0 0,4 0 0,-2-5 0,7-1 0,-5-2 0,5 2 0,-5 5 0,6-5 0,-7 4 0,7 2 0,-1 0 0,7 0 0,-1 0 0,-6 8 0,1 3 0,1 4 0,0 3 0,-1-1 0,-3 0 0,-3 0 0,-4 0 0,8-7 0,-5-4 0,-3-5 0,6-16 0,-8-4 0</inkml:trace>
  <inkml:trace contextRef="#ctx0" brushRef="#br0" timeOffset="17">31870 6138 8912,'-9'0'0,"1"0"0,10 15 0,4 8 0,11 23 0,12 11 0,3 16 0,-13-33 0,-3-2 0</inkml:trace>
  <inkml:trace contextRef="#ctx0" brushRef="#br0" timeOffset="18">32111 6877 8912,'12'51'0,"-1"0"0,1-2 0,-1 1 0,0-1 0,-1-1 0,9 42 0,-9 4-547,-4-8 1,-8 0 546,-10 0 0,-16-8 0,-24-4 0,13-44 0,-4-4 0,-6-1 0,0-1 0</inkml:trace>
  <inkml:trace contextRef="#ctx0" brushRef="#br0" timeOffset="19">25796 6069 8912,'-38'-67'0,"1"6"0,7 10 0,1 12 0,2 13 0,-1 10 0,-1 9 0,0 9 0,-1 15 0,-11 21 0,-4 19 0,-5 22 0,22-28 0,0 5 0,2 6 0,1 2 0,-3 3 0,2 1 0,6 5 0,2 1 0,1 6 0,1 1-508,2 5 0,4 4 0,5-25 0,2 2 0,1 1 508,0 2 0,2 1 0,2 0 0,3 4 0,3 0 0,2 1 0,1 0 0,2 1 0,3-1 0,4-1 0,2-1 0,3-1 0,2-3 0,2 0 0,3-2 0,2-3 0,1-2 0,3-2 0,-1-5 0,2-2 0,2-4 0,19 18 0,2-8-113,-8-14 1,1-6 0,4-2 0,3-3 112,0-2 0,2-3 0,1-6 0,2-4 0,1-1 0,1-4 0,1-3 0,-2-5 0,-10-6 0,-1-2 0,0 1 0,0 0 0</inkml:trace>
  <inkml:trace contextRef="#ctx0" brushRef="#br0" timeOffset="20">25262 15027 8912,'0'-17'0,"0"-1"0,0 9 0,0 11 0,0 15 0,0 12 0,0 9 0,0 8 0,0 13 0,0 10 0,0 9 0,0 14 0,0-42 0,-2 1 0,0 3 0,-3 1 0,-3 2 0,-1 0 0,0 5 0,0-1 0,-3-4 0,0 0 0,0 1 0,1-1-148,-1-2 1,1-1-1,0-4 1,1-3 147,-2 28 0,-1-12 0,7-23 0,0-11 72,-1-8 0,5-10-72,-4 1 0,4-9 0,2 3 0,0-12 0,0-13 0,0-15 0,8-8 0,1-10 0</inkml:trace>
  <inkml:trace contextRef="#ctx0" brushRef="#br0" timeOffset="21">25469 15130 8912,'-27'-10'0,"-5"-9"0,3 8 0,2-6 0,-2 11 0,-3 2 0,-6 2 0,-1 10 0,-6 3 0,6 5 0,-1 1 0,10 6 0,1 0 0,2 0 0,6 1 0,-2-5 0,12 4 0,1 2 0,-1-2 0,7 0 0,-2-6 0,4-7 0,4-6 0,4-16 0,3-7 0,9-15 0</inkml:trace>
  <inkml:trace contextRef="#ctx0" brushRef="#br0" timeOffset="22">25107 14992 8912,'18'-9'0,"-1"1"0,0 8 0,2 8 0,4 3 0,12 5 0,10 1 0,7 2 0,5 4 0,-1-2 0,7 8 0,-8-1 0,3 7 0,-5-5 0,-1 4 0,-14-9 0,-3 10 0,-12-12 0,1 1 0</inkml:trace>
  <inkml:trace contextRef="#ctx0" brushRef="#br0" timeOffset="23">22113 16781 8912,'-2'-46'0,"-2"4"0,-3 7 0,-3 14 0,-3 12 0,5 14 0,2 9 0,5 7 0,1 7 0,0 7 0,0 5 0,0 4 0,0 0 0,-2 6 0,-2-3 0,-4 5 0,-1-1 0,3 5 0,-6-10 0,7-4 0,-7 0 0,1-4 0,1-4 0,-5 5 0,11-22 0,-7 0 0,7-8 0,-4-12 0,8-9 0,0-11 0,8-9 0,3-8 0,4-4 0,3-8 0,-1 1 0,0-1 0,0 0 0,1 1 0,-3 3 0,-4 8 0,3 2 0,-9 15 0,9 8 0,-3 9 0,3 17 0,-3 6 0,3 12 0,-9 0 0,9 3 0,-3 3 0,4-3 0,3-3 0,1-4 0,2-8 0,4 0 0,1 0 0,-3-5 0,6-1 0,-6-7 0,6 2 0,-6-6 0,5-6 0,-12 2 0,1-7 0,-4-7 0,2-4 0,-3 1 0,-6 1 0,-4 3 0,-2 0 0,0 6 0,0-1 0,-8 8 0,0-1 0,-3 10 0,-3 11 0,7 8 0,-1 1 0,0 0 0,3 4 0,5-6 0,0 5 0,0-5 0,9 6 0,9-6 0,1-6 0,9-6 0,-5-7 0,6 2 0,2-4 0,1-2 0,-3-10 0,-1-7 0,-7-2 0,2-10 0,-11 1 0,-6-7 0,-5 3 0,-1 1 0,-1 5 0,-5 1 0,-11 2 0,-12 6 0,-4 7 0,-1 4 0,0 4 0,-1 2 0,7 2 0,-1 4 0,10-2 0,2 7 0,1 3 0,10 7 0,3 2 0,8 0 0,5-6 0</inkml:trace>
  <inkml:trace contextRef="#ctx0" brushRef="#br0" timeOffset="24">23215 16574 8912,'-25'-9'0,"6"-7"0,-6 14 0,7-1 0,1 12 0,-2 12 0,-4 10 0,6 1 0,0 14 0,1 8 0,11 9 0,-1 2 0,6-2 0,2-2 0,4-4 0,3-5 0,8 1 0,1-5 0,-1 0 0,-6-6 0,1-2 0,-8-10 0,1-1 0,-5-2 0,-5 1 0,-13-10 0,-10-13 0,-5-3 0,-1-2 0</inkml:trace>
  <inkml:trace contextRef="#ctx0" brushRef="#br0" timeOffset="25">22888 17176 8912,'11'-29'0,"0"1"0,-1 7 0,5-2 0,1 6 0,3 5 0,2 4 0,-4 8 0,10 0 0,7 0 0,10 2 0,14 4 0,-3-2 0,8 5 0,2-1 0,2-4 0,2-2 0,-8-10 0,-2-1 0</inkml:trace>
  <inkml:trace contextRef="#ctx0" brushRef="#br0" timeOffset="26">23817 16849 8912,'-35'0'0,"1"2"0,0 4 0,-1 5 0,3 12 0,3 6 0,4 3 0,8 3 0,7 5 0,5 0 0,5 6 0,5-4 0,7 0 0,3 0 0,4-2 0,4-6 0,2-5 0,4 0 0,1-10 0,-7-2 0,6-2 0,-4-9 0,0-4 0,-1-6 0,7-13 0,-4-10 0</inkml:trace>
  <inkml:trace contextRef="#ctx0" brushRef="#br0" timeOffset="27">24178 16763 8912,'-17'10'0,"0"1"0,0 1 0,-1 1 0,1 18 0,2 3 0,3 4 0,5 4 0,7-2 0,0-3 0,0 3 0,7-4 0,5-1 0,5-3 0,6-3 0,-4-3 0,4-3 0,-4-9 0,-2 3 0,1-11 0,-1-1 0,0-3 0,0-2 0,0 0 0,1-7 0,-3-5 0,-4-3 0,-1-8 0,-4 0 0,-4 0 0,3 6 0,-3 5 0,-2 1 0,0 5 0,0-5 0,0 7 0,0-4 0,0 16 0,0 3 0,0 5 0,0 3 0,0 2 0,0 2 0,2 2 0,4-2 0,-2-4 0,7 4 0,-5-4 0,5-2 0,1-6 0,5 1 0,0-8 0,1-1 0,-1-6 0,0-9 0,0-11 0,-2 4 0,-3-4 0,-3-2 0,-3 2 0,-4-5 0,4 5 0,-4 0 0,-2 6 0,-6 5 0,-2 1 0,-1-3 0,5-1 0,-4-2 0,8 0 0</inkml:trace>
  <inkml:trace contextRef="#ctx0" brushRef="#br0" timeOffset="28">24970 16935 8912,'-8'-25'0,"4"8"0,-7 0 0,-3 7 0,-8 10 0,-5 2 0,0 4 0,-6 4 0,5 7 0,3 2 0,2 4 0,6-2 0,5 8 0,-1-3 0,7 5 0,2-4 0,2-3 0,8-1 0,0-5 0,9 4 0,2 1 0,1-2 0,5-9 0,-4 1 0,-2-7 0,6 7 0,0-3 0,-2-1 0,-2 5 0,-2-8 0,-5 7 0,-1-2 0,-7-1 0,2 1 0,-6 1 0,-6 5 0,-4 0 0,-7 0 0,-2 1 0,-4-1 0,2 0 0,-8 0 0,6 0 0,-5 1 0,7-9 0,-2-3 0,11-12 0,7-5 0,3-12 0,2-4 0</inkml:trace>
  <inkml:trace contextRef="#ctx0" brushRef="#br0" timeOffset="29">25125 17142 8912,'17'0'0,"0"0"0,2 0 0,4 0 0,4 0 0,7 0 0,6 0 0,3-2 0,-1-4 0,0-6 0,-2 3 0,-6-3 0,-1 1 0,-5-6 0,-5 0 0,-11-1 0,-6 1 0,-6 2 0,-6 3 0,-11-1 0,-12 7 0,-4 1 0,-1 5 0,0 7 0,-1 5 0,3 3 0,3 2 0,-2 0 0,8 1 0,2 5 0,8-1 0,4-1 0,1-1 0,2-1 0,6 4 0,10-10 0,7 4 0,10-5 0,13-1 0,0-3 0,12-8 0,-10 0 0,9 0 0,-3-6 0,4-4 0,1-3 0,5-6 0,-12-2 0,-1 4 0,-8 0 0,-9-1 0,3 1 0,-8 0 0,-8 0 0,-9 0 0,-4 5 0,-2 1 0,-8 7 0,-3-2 0,-6 4 0,-6 2 0,2 2 0,-8 4 0,6 5 0,-6 12 0,8-4 0,-2 4 0,4 2 0,2-2 0,2 0 0,1-6 0,5 0 0,1 1 0,2-1 0,6 0 0,2-8 0,4-3 0,4-4 0,7-2 0,8 0 0,3 0 0,5-9 0,1-7 0,1-5 0,-1 0 0,0-5 0,1-3 0,-6-4 0,-1-1 0,-12 0 0,1-1 0,-10-1 0,5-4 0,-8 2 0,1-6 0,-5 2 0,-5 3 0,1 3 0,-8 2 0,7 7 0,-7 4 0,8 4 0,-9 11 0,7 8 0,1 8 0,5 9 0,-6 14 0,0 5 0,2 6 0,2 6 0,-3 1 0,-1 3 0,0 0 0,6-1 0,0-5 0,0 0 0,2-2 0,4 2 0,-4-2 0,5-8 0,1 0 0,3-3 0,12-10 0,4 1 0,8-6 0</inkml:trace>
  <inkml:trace contextRef="#ctx0" brushRef="#br0" timeOffset="30">27327 16333 8912,'-17'-15'0,"0"2"0,0 3 0,0 3 0,-1 1 0,1 6 0,-6 0 0,2 2 0,4 4 0,4 5 0,3 12 0,-1 6 0,3 3 0,8 2 0,0 1 0,0-1 0,0 1 0,0 1 0,0 4 0,0 6 0,2-2 0,4 2 0,-5 0 0,5 5 0,-4 1 0,-2-1 0,-2-5 0,-4 0 0,3-8 0,-7 2 0,0-7 0,1-10 0,-3-2 0,-5-16 0,0 1 0,0-6 0,-6 0 0,0 0 0,-8-7 0,3-5 0,1-5 0,0-6 0,0-6 0,1-3 0,5-8 0,-2 0 0,9-1 0,3 7 0,7-4 0,-2 3 0,6-1 0,6 13 0,7 2 0,14 8 0,9 3 0,6 3 0,6 1 0,10 6 0,-5 0 0,5 0 0,-7 0 0,-5 0 0,0 0 0,-10 0 0,-5 0 0,-4 0 0,-4 8 0,-6-7 0,-10 9 0,-7-6 0,-9 2 0,-1 9 0,-1 2 0,5 0 0,-5 6 0,7 4 0,-2 2 0,4-5 0,2-1 0,0 2 0,2-2 0,4-2 0,5-2 0,5-4 0,1-3 0,0-4 0,0-8 0,-5 0 0,-1-2 0,1-4 0,-3-6 0,5-9 0,-9-1 0,1-9 0,-6 2 0,-2-1 0,-4 1 0,3-3 0,-9 3 0,1 4 0,-7 2 0,3 4 0,4 2 0,-5 5 0,5 1 0,1 1 0,-1-1 0,7-4 0,-4 5 0</inkml:trace>
  <inkml:trace contextRef="#ctx0" brushRef="#br0" timeOffset="31">27517 16781 8912,'0'-18'0,"0"1"0,3 6 0,9-1 0,1 8 0,16-1 0,2 3 0,9 2 0,-4 7 0,4 5 0,-5 3 0,-7 2 0,1 2 0,-12 4 0,2-2 0,-13 8 0,0-6 0,-8 4 0,-4-2 0,-5-4 0,-5-8 0,-1-2 0,0-5 0,0 6 0,5-9 0,1 3 0,5-6 0,-5-6 0,7-5 0,-2-10 0,4-4 0,2-2 0,8-1 0,3-7 0,1 3 0,5 3 0,-4 2 0,10 4 0,-2 4 0,0-5 0,2-1 0,8 6 0,-4-6 0</inkml:trace>
  <inkml:trace contextRef="#ctx0" brushRef="#br0" timeOffset="32">28102 16643 8912,'11'-10'0,"1"5"0,-8 3 0,5 2 0,-3 0 0,-4 7 0,3 5 0,3 5 0,-2 4 0,0 4 0,1 2 0,-5-4 0,4 5 0,-4-1 0,-2 2 0,0 1 0,0-7 0,0 0 0,0-6 0,0 0 0,0 1 0,0-11 0,0-7 0,0-7 0,0-11 0,6-4 0,-1-1 0,3-14 0,-2 3 0,1-10 0,5 4 0,3-6 0,-3 6 0,3-6 0,2 6 0,-2 4 0,-3 5 0,3 6 0,-3 8 0,3 7 0,2 5 0,0 3 0,1 2 0,-3 7 0,-4 5 0,3 5 0,-9 6 0,1-4 0,-6 4 0,0-4 0,0-2 0,0 1 0,0-1 0,0 0 0,8-7 0,1-3 0,9-7 0,-1-7 0,0-5 0,6-9 0,0-2 0,-2 2 0,-2 2 0,-2 8 0,0-1 0,1 8 0,-1-1 0,0 3 0,0 2 0,0 2 0,1 3 0,-1 5 0,0 7 0,-2 0 0,-3 0 0,3 2 0,-3 4 0,-5-3 0,9 4 0,-7-6 0</inkml:trace>
  <inkml:trace contextRef="#ctx0" brushRef="#br0" timeOffset="33">20392 18122 8912,'-28'-18'0,"-1"-1"0,-2 0 0,-1 2 0,-5 7 0,-3 7 0,-6 6 0,-3 9 0,-3 15 0,0 18 0,9 15 0,2 8 0,7 11 0,5 5 0,6 8 0,12-1 0,3-5 0,10-7 0,4-1 0,5 0 0,5-7 0,-1-11 0</inkml:trace>
  <inkml:trace contextRef="#ctx0" brushRef="#br0" timeOffset="34">20685 18517 8912,'9'-17'0,"-3"0"0,-4-1 0,-2 1 0,0 0 0,0 0 0,0 0 0,0-1 0,0 1 0,-2 2 0,-2 2 0,-1 1 0,-3 8 0,4 1 0,-2 6 0,3 9 0,1 5 0,2 6 0,0 6 0,0 3 0,0 2 0,0-1 0,0-3 0,0-1 0,5-8 0,1 2 0,2-2 0,-4 0 0,1 2 0,7-6 0,-6-5 0,7-9 0,-5 3 0,3-12 0,2-3 0,-5-10 0,0-4 0,-1-6 0,5 3 0,-6-3 0,1 8 0,-1-2 0,-4 10 0,5 3 0,1 2 0,-4 5 0,7 8 0,-5 7 0,6 11 0,-7 1 0,7 5 0,-6 4 0,5-5 0,1-1 0,5 0 0,0-4 0,0-8 0,0 0 0,1-9 0,-7 0 0,1-6 0,-3-2 0,3-4 0,-5-11 0,-7-12 0,6 2 0,0-1 0,-2-3 0,-3-1 0,-2-1 0,-5 5 0,4-3 0,-4 8 0,4 0 0,2 6 0,0 0 0,0 0 0,0-1 0</inkml:trace>
  <inkml:trace contextRef="#ctx0" brushRef="#br0" timeOffset="35">21270 18517 8912,'-10'0'0,"3"0"0,7 0 0,0 0 0,7 0 0,5 0 0,3-2 0,2-2 0,1-1 0,-1-9 0,0 3 0,0 1 0,0-1 0,-7-1 0,-2-5 0,-8 0 0,-8 2 0,-4 3 0,-3 4 0,-2 10 0,0 4 0,0 6 0,-1 3 0,1 2 0,0 8 0,0 4 0,7 3 0,4 2 0,5 1 0,1-1 0,9-1 0,8-5 0,8-3 0,10-8 0,1 1 0,4-1 0,4-8 0,10-3 0,3-4 0,4-25 0,8-6 0</inkml:trace>
  <inkml:trace contextRef="#ctx0" brushRef="#br0" timeOffset="36">22182 18053 8912,'-17'0'0,"0"0"0,5 2 0,1 3 0,7 7 0,-2 11 0,-2 4 0,3 7 0,-1 6 0,6 2 0,0 0 0,0 0 0,2 4 0,4-6 0,-5-2 0,5-9 0,2 2 0,-2-9 0,-1 1 0,-3-5 0,4-1 0,-4-8 0,6-1 0,-8-8 0,0-2 0,1-4 0,5-5 0,-2-4 0,8-3 0,-1-5 0,6 1 0,2 1 0,4 9 0,-4-3 0,4 5 0,-4 1 0,-1 3 0,5 4 0,0 2 0,1 0 0,-1 0 0,-2 2 0,8 4 0,-6-2 0,6 7 0,1 2 0,3 3 0,1-7 0,1-3 0,-1-4 0,0-2 0,-7 0 0,6 0 0,-7 0 0</inkml:trace>
  <inkml:trace contextRef="#ctx0" brushRef="#br0" timeOffset="37">22836 18311 8912,'-19'2'0,"-4"3"0,4-1 0,-4 8 0,-2-1 0,2 6 0,2 0 0,9 1 0,-1 5 0,7 1 0,3 1 0,1 0 0,2-2 0,0-6 0,0 0 0,0 1 0,7-7 0,5 1 0,3-9 0,2 3 0,0-10 0,1-3 0,-1-3 0,0-3 0,0-10 0,-1 4 0,-5-4 0,4 4 0,-3 1 0,3 1 0,2 0 0,1 0 0,-1 0 0,-6 7 0,1 4 0,-8 4 0,11 2 0,-11 2 0,7 4 0,-7 4 0,5 7 0,-5 0 0,4 0 0,2 0 0,-5 1 0,7-1 0,-7-2 0,7-3 0,-6-3 0,5-3 0,1-4 0,5 5 0,0-7 0,-5 0 0,-1 0 0,-5 0 0,5 0 0,-7-2 0,2-3 0,-4-7 0,-2-3 0,0-2 0,0 7 0,0-5 0,0 13 0,0-6 0,0 16 0,0-4 0,0 7 0,0-7 0,0 4 0,0-8 0,2 0 0,1-2 0,3-4 0,6 2 0,-7-7 0,9 5 0,-3-5 0,-1 5 0,1-5 0,-5 7 0,5-2 0,1 4 0,5 2 0,0 8 0,-1 1 0,-5 8 0,4 1 0,-3-1 0,-3 0 0,3 0 0,1 0 0,3 1 0,1-9 0,0-3 0,0-4 0,0-2 0,3 0 0,2 0 0,5-8 0,8-3 0,-7-5 0,1-1 0,0-2 0,5-4 0,1 4 0,-3-4 0,-3 4 0,-6 2 0,-4 0 0,-2-1 0,-7 1 0,-5 0 0,-3 8 0,-11-5 0,-9 8 0,1 1 0,-6 5 0,-2 7 0,2 5 0,1 3 0,4 2 0,1 2 0,2 4 0,1 4 0,3 0 0,7 7 0,-2 1 0,5-1 0,1 6 0,7-2 0,5 2 0,11-3 0,5 3 0,7-4 0,5-2 0,6-7 0,11-4 0,4-6 0,8-5 0,0-12 0,0-10 0</inkml:trace>
  <inkml:trace contextRef="#ctx0" brushRef="#br0" timeOffset="38">25813 18190 8912,'-2'-17'0,"-2"0"0,-1 0 0,-1 0 0,6-1 0,0 1 0,0 11 0,0 12 0,0 15 0,0 12 0,0 7 0,0 6 0,0 3 0,6 3 0,-1-1 0,-1 1 0,-2 0 0,-2-7 0,0 1 0,0 0 0,0-2 0,-2-4 0,-4-11 0,-3-4 0,-8-10 0,-1-4 0,1-3 0,0-8 0</inkml:trace>
  <inkml:trace contextRef="#ctx0" brushRef="#br0" timeOffset="39">25589 18500 8912,'-17'-17'0,"0"-1"0,0 1 0,7 8 0,10 1 0,12 8 0,11 0 0,5 0 0,7 0 0,5 0 0,-2 0 0,8 0 0,-2-6 0,2 1 0,-2-9 0,-4 3 0,-4-5 0,4-1 0,-5 0 0,-7 0 0,-10 5 0,-13 1 0,-3 7 0,-4-2 0,-5 12 0,-10 6 0,-1 11 0,-5 5 0,4 7 0,2 5 0,2-4 0,3 4 0,5-4 0,7-1 0,2-7 0,3 1 0,7-8 0,11 2 0,-2-12 0,7-5 0,3-6 0,2-6 0,1-3 0,0-8 0,-7-8 0,-4-4 0,-6-3 0,-5-3 0,-5 1 0,-7 0 0,-7 1 0,-5 4 0,-9 5 0,-2 6 0,-7 3 0,1 4 0,2 3 0,1 8 0,1 2 0,4 4 0,3 3 0,7 8 0,3 1 0,16-1 0,2 0 0</inkml:trace>
  <inkml:trace contextRef="#ctx0" brushRef="#br0" timeOffset="40">26914 18104 8912,'-5'-19'0,"-3"-2"0,-2-2 0,-3 2 0,2 10 0,-7 5 0,5 4 0,-10 4 0,4 4 0,2 5 0,-1 7 0,1 4 0,2-1 0,4 8 0,-3 0 0,8 5 0,1-5 0,5-1 0,2 1 0,3 6 0,5-7 0,7 1 0,0-8 0,2 2 0,2-4 0,2-2 0,6 0 0,-6 0 0,8-1 0,-3-5 0,-3 4 0,-2-3 0,-4 1 0,-2-1 0,-7 3 0,-4-5 0,-12 7 0,-11-2 0,-12-3 0,-5 3 0,-6-4 0,-3-1 0,-2-1 0,4-1 0,5-4 0,7-2 0,1-2 0,9-2 0,1-4 0,9-5 0,9-12 0,23-4 0,5-7 0</inkml:trace>
  <inkml:trace contextRef="#ctx0" brushRef="#br0" timeOffset="41">27327 18104 8912,'0'10'0,"-7"5"0,-5-3 0,3 3 0,-3 2 0,1 8 0,-5 4 0,3 3 0,2 3 0,7-7 0,-2 1 0,4-2 0,2 1 0,8-3 0,3-8 0,5-1 0,1-5 0,0-3 0,0-8 0,0-2 0,1-4 0,-3-5 0,-2-12 0,-1-4 0,1 0 0,-5-5 0,-2 3 0,-5-3 0,-1-3 0,0 1 0,0-1 0,-5 9 0,-1 3 0,-7 4 0,1 1 0,-3 1 0,-2 0 0,-1 0 0</inkml:trace>
  <inkml:trace contextRef="#ctx0" brushRef="#br0" timeOffset="42">27517 18173 8912,'9'0'0,"-1"0"0,0-6 0,3 1 0,6-1 0,6 6 0,-2 2 0,6 4 0,0 5 0,-1 4 0,-4 8 0,0 0 0,-2 6 0,-3-6 0,-8 2 0,-3-2 0,2-4 0,-3 4 0,-1-6 0,-9-6 0,1 3 0,-8-9 0,7 1 0,-7-6 0,-1 0 0,3-8 0,-1-3 0,7-4 0,-2-3 0,4-1 0,2-4 0,2 2 0,4-7 0,3 5 0,9-6 0,1 6 0,4-5 0,-4-1 0,13-5 0,-5-1 0</inkml:trace>
  <inkml:trace contextRef="#ctx0" brushRef="#br0" timeOffset="43">28222 17812 8912,'8'-34'0,"-6"7"0,4 4 0,3 12 0,-7 7 0,4 15 0,-10 10 0,-4 19 0,-1 6 0,-5 4 0,1 7 0,1 0 0,-1 1 0,5-5 0,1 5 0,-1 5 0,2-4 0,6-2 0,0-9 0,0-2 0,8-10 0,4-2 0,5-9 0,6-13 0,-2-5 0,7-7 0,-1-2 0,2-3 0,1-7 0,-7-11 0,8-11 0,-4-10 0</inkml:trace>
  <inkml:trace contextRef="#ctx0" brushRef="#br0" timeOffset="44">28102 18036 8912,'-16'-2'0,"5"-4"0,3 4 0,12-6 0,8 8 0,9 0 0,19 0 0,6 0 0,11 0 0,8 0 0,4 0 0,2-5 0,-14-1 0,0-6 0,-5 7 0,-10-11 0,-7-1 0,-16-8 0,-12-9 0</inkml:trace>
  <inkml:trace contextRef="#ctx0" brushRef="#br0" timeOffset="45">28480 17159 8912,'0'17'0,"0"0"0,0 0 0,8 2 0,5 4 0,8 6 0,8 3 0,11 18 0,6 7 0,-18-18 0,0 3 0,1 4 0,-1 1 0,0 5 0,-1 1-311,1 4 1,-2 1 0,-4 1 0,-2 0 310,-2 1 0,-2 1 0,-2 2 0,-3 0 0,-4 0 0,-2 0 0,-1-1 0,-3 0 0,-2-4 0,-3-1 0,-4 1 0,-3 0 0,-5-3 0,-3-1 0,-1 4 0,-2 1 0,-3-2 0,-1 0 0,4-8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79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21735 13222 8912,'-18'0'0,"7"0"0,-1 1 0,-1 3 0,-2 2 0,-2 0 0,-1-6 0,1 0 0,8 0 0,1 7 0,8 3 0</inkml:trace>
  <inkml:trace contextRef="#ctx0" brushRef="#br0" timeOffset="1">21597 13222 8912,'-2'-16'0,"-2"3"0,-2 1 0,-5 1 0,3-4 0,-1 3 0,3 3 0,-5 5 0,-3-2 0,-1 0 0,-2 6 0,-1 0 0,1 0 0,0 0 0,0 0 0,-2 0 0,-4 0 0,4 0 0,-6 2 0,0 2 0,-4 2 0,2 1 0,-1-1 0,5-2 0,-6 7 0,-1-7 0,-11 2 0,3 2 0,-6-1 0,0 1 0,0 0 0,-2-1 0,-5-1 0,1-2 0,2 5 0,4-1 0,2-4 0,-4 3 0,6-1 0,-6 6 0,6-7 0,-6 3 0,4-4 0,-4 3 0,-7 3 0,-5-6 0,-5 2 0,2 1 0,4-1 0,3 2 0,-3-3 0,5-3 0,6 4 0,10-2 0,9 0 0,2 1 0,8 1 0,6-6 0,7 0 0,-4 0 0,10 0 0,4 0 0,-4 0 0,5 0 0,-7 0 0,0 0 0,0-8 0,0 7 0,0-7 0,0 6 0,0-4 0,0 4 0,0-5 0,0 5 0,0-4 0,0-5 0,0-5 0,0-1 0</inkml:trace>
  <inkml:trace contextRef="#ctx0" brushRef="#br0" timeOffset="2">19945 12843 8912,'-12'0'0,"1"0"0,7 0 0,-11 0 0,3 0 0,-3 0 0,-2 2 0,-2 4 0,-4 5 0,-6 5 0,-5 3 0,-7 4 0,-8 3 0,-9 9 0,-10 5 0,3 0 0,1-2 0,3-1 0,10-3 0,5 0 0,9-1 0,3-5 0,9-5 0,6-4 0,9-9 0,3-2 0,9-8 0,3 0 0,-3 0 0,14 0 0,-5 0 0,-1 7 0,1 3 0,4 1 0,7 1 0,-1-1 0,7 6 0,1 1 0,5-1 0,8-2 0,4-1 0,4-3 0,2 2 0,-6 1 0,-1-3 0,-1-1 0,2-5 0,-4-3 0,-7 4 0,-3-4 0,-3-2 0,-4 0 0,-8 0 0,-6 0 0,1 0 0,-8 0 0,2 0 0,-12 0 0,2 6 0,-8-1 0,1 9 0,-6-3 0,-8-3 0,6 7 0,-6-5 0</inkml:trace>
  <inkml:trace contextRef="#ctx0" brushRef="#br0" timeOffset="3">14731 14356 8912,'2'-15'0,"1"2"0,5 1 0,2-1 0,1 3 0,6 1 0,0 1 0,1 4 0,7 0 0,3-1 0,12 1 0,8-6 0,6 1 0,3-1 0,10-1 0,2-6 0,-6-1 0,4 3 0,-6 2 0,-6 1 0,-7 1 0,-2-6 0,-8 5 0,3 1 0,-5 1 0,-2-1 0,-7-3 0,-4 9 0,-12-1 0,-11 6 0,-11 0 0,-4-6 0,-2 0 0,-8 1 0,-2 5 0,-4 0 0,-3 0 0,9 0 0,-9 0 0,-3 0 0,-3 0 0,-2 0 0,2 0 0,4 5 0,-6 3 0,-1 0 0,-2-1 0,-5 7 0,-2-3 0,3-1 0,3 1 0,0 1 0,11 5 0,-3 0 0,9 0 0,1-5 0,5-1 0,0 1 0,21 5 0,-4 0 0,4 0 0,2-7 0,8 3 0,3-7 0,1 0 0,5-6 0,-2 5 0,14 1 0,-4 0 0,9-6 0,-3 0 0,9 0 0,4-6 0,2 0 0,2 1 0,-2-3 0,3 4 0,-3-7 0,-2-1 0,2-5 0,-8 5 0,2 1 0,-3 0 0,-3-7 0,-9 7 0,-8-1 0,0 9 0,-15-7 0,2 6 0,-8-2 0,1 1 0,-9 5 0,-5 0 0,-6 0 0,-2-2 0,2-4 0,-2 4 0,-3-4 0,-5 5 0,4 1 0,-3 0 0,-2 0 0,-7 1 0,1 3 0,2 4 0,2 1 0,1-3 0,1 6 0,-4-7 0,3 7 0,-1-3 0,13 3 0,0 3 0,6-3 0,0-3 0,-1 3 0,9-1 0,3 4 0,12-1 0,7-5 0,8-1 0,6 3 0,7-5 0,3 2 0,3-2 0,4-5 0,7 5 0,-5-4 0,0-2 0,-6-6 0,6 1 0,-8-7 0,3 6 0,-5-7 0,-2 2 0,-5-5 0,-2-1 0,-2 0 0,-4 0 0,-10 0 0,-3-1 0,-8 1 0,0 0 0,-8 2 0,-3 3 0,-12 5 0,-6 7 0,-5 0 0,-6 0 0,3 0 0,-3 0 0,-4 7 0,-2 5 0,-2 3 0,2 2 0,-1 2 0,7 4 0,-3-4 0,3 4 0,6-4 0,-1-1 0,9-1 0,9 0 0,-1 0 0,9 0 0,9-1 0,13-5 0,8-5 0,8-4 0,3-2 0,3 0 0,7 0 0,4 0 0,-2-6 0,2 0 0,-2-5 0,1 5 0,-2-7 0,-9 1 0,0-3 0,1-2 0,-3 1 0,-3 5 0,-6-4 0,-10 3 0,-1-3 0,-10 0 0,-2 3 0,-10-1 0,-13 7 0,-6 0 0,-9 6 0,-4 0 0,-2 0 0,0 8 0,-2 3 0,-1 5 0,6 1 0,3 0 0,2 0 0,1 2 0,1 4 0,7-4 0,4 4 0,6-4 0,6-1 0,3-7 0,8 1 0,9-3 0,9 3 0,1-5 0,9-7 0,7 0 0,5 0 0,6 0 0,-4-2 0,0-3 0,0-7 0,-4 3 0,-9-3 0,4 3 0,-7-5 0,1 3 0,-2 7 0,-15-4 0,-3 8 0,-7 0 0</inkml:trace>
  <inkml:trace contextRef="#ctx0" brushRef="#br0" timeOffset="4">19274 14649 8912,'9'-2'0,"-3"-4"0,-4-6 0,-2 5 0,0-3 0,-2 6 0,-4-1 0,4-1 0,-5 6 0,5-6 0,-4 1 0,-5 1 0,-5 2 0,-5 2 0,-7 0 0,-13 7 0,-22 5 0,-23 13 0,33-9 0,-3 2 0,-9 2 0,-2 2 0,-4 4 0,-1 0 0,-3 0 0,-1-1-312,-2 1 1,1 0 0,5-2 0,1 0 311,4-4 0,2 0 0,8 0 0,3-2 0,-32 5 0,30-8 0,22-9 0,19-4 0,9-2 0,12 0 0,-3-6 0,9 0 0,1 1 0,3-3 0,3 4 0,4-7 0,3 1 0,9-1 0,-3-3 1245,-3 9-1245,-4-9 0,-8-3 0,0-10 0</inkml:trace>
  <inkml:trace contextRef="#ctx0" brushRef="#br0" timeOffset="5">17983 14649 8912,'-34'9'0,"1"4"0,4-7 0,-3 9 0,5 1 0,-1 7 0,-1 3 0,8 1 0,-2 2 0,11 3 0,7-3 0,3 3 0,2 3 0,2-7 0,3 1 0,7 0 0,3-2 0,10-3 0,4-6 0,13-3 0,9-4 0,9-3 0,8-8 0,9 0-212,3 0 1,2-10 211,-1-7 0,-12-8 0,-10-9 0</inkml:trace>
  <inkml:trace contextRef="#ctx0" brushRef="#br0" timeOffset="6">19652 14391 8912,'-17'-6'0,"2"-2"0,3-1 0,7-5 0,3-1 0,2-2 0,0 0 0,7-2 0,5-2 0,3 0 0,2 5 0,1-1 0,-1 8 0,0-1 0,0 4 0,0 6 0,1 6 0,-1 11 0,0 14 0,0 7 0,0 8 0,-5 11 0,-1 6 0,-7 6 0,2 5 0,-4-3 0,-2 4 0,2-5 0,3-1 0,-3-15 0,4-9 0,-4-14 0,-2-8 0,0-12 0,0-5 0,0-12 0,0-13 0,0-15 0,-8-2 0,-3-10 0,-4-8 0,-3-7 0</inkml:trace>
  <inkml:trace contextRef="#ctx0" brushRef="#br0" timeOffset="7">19738 14408 8912,'-15'-12'0,"4"1"0,-5-1 0,14-5 0,-3 8 0,10 3 0,5-2 0,7 3 0,6-1 0,2 4 0,2-2 0,3-2 0,3 1 0,1 5 0,-5 0 0,0 0 0,-8 0 0,2 0 0,-4 2 0,-2 3 0,-8 5 0,-3 7 0,-4 2 0,-4 4 0,-4 6 0,-5 3 0,-4 1 0,-3-5 0,-3 5 0,4-4 0,-2-5 0,13-1 0,1-4 0,5-1 0,0-9 0,2-3 0,3-12 0,13-11 0,8-10 0</inkml:trace>
  <inkml:trace contextRef="#ctx0" brushRef="#br0" timeOffset="8">20427 14305 8912,'-35'0'0,"7"2"0,-1 3 0,6-1 0,-6 8 0,6-5 0,-3 9 0,1 3 0,4 0 0,9 2 0,6 2 0,5-4 0,1 4 0,1-4 0,5-2 0,4-2 0,7-3 0,2 1 0,4-7 0,-4 0 0,4-6 0,-2-2 0,0-4 0,2-6 0,-2-3 0,-4-2 0,-5 0 0,1 0 0,-7-1 0,5 1 0,-5 0 0,0 0 0,-6 0 0,0-1 0,0 1 0,0 0 0,0 6 0,0-1 0,0 8 0,0-3 0,2 7 0,4 0 0,-5 7 0,15-3 0,-5 8 0,5-9 0,1 3 0,0-4 0,0-2 0,0 0 0,1 0 0,-9 0 0,6 0 0,-13 0 0,14 0 0,-9 2 0,5 4 0,-5-2 0,-7 7 0,6-5 0,0 5 0,0-7 0,-4 9 0,1-5 0,3 2 0,0-7 0,-6 5 0,0-8 0,0-8 0,6-1 0,3-8 0,5-1 0,5 1 0,4 0 0,0 0 0,-2 5 0,7 1 0,1 1 0,5-1 0,6-4 0,1 5 0,-3 1 0,-2 3 0,-7 4 0,0 2 0,-8 0 0,-4-2 0,-11-4 0,-6 4 0,-6-3 0,-4 3 0,-7 2 0,0 0 0,-2 0 0,-2 0 0,-2 0 0,0 0 0,6 0 0,-1 2 0,1 3 0,6-1 0,-1 8 0,8-1 0,-3 6 0,7 1 0,0-1 0,0 0 0,7-2 0,5-3 0,3-5 0,2-7 0,2 0 0,4 0 0,-3 0 0,3-2 0,-2-1 0,1-3 0,-2-8 0,3 3 0,1-4 0,-1-2 0,0 5 0,-5 1 0,-1-1 0,0-5 0,0 0 0,-7 7 0,-3 3 0,-7 8 0,0 5 0,0-2 0,0 7 0,0-5 0,0 6 0,0-7 0,0 7 0,0-6 0,2 5 0,4 2 0,-4-3 0,4 1 0,-3-1 0,3 1 0,-4 5 0,4-5 0,3 4 0,-7 3 0,4-1 0,2-6 0,-3 1 0,-1 1 0,-2-5 0,-2-1 0,2-7 0,4 0 0,-4-7 0,3-5 0,-3-9 0,-2-2 0,0 2 0,0 2 0,6 2 0,0 0 0,0 0 0,-6 0 0,5-1 0,3 3 0,2 4 0,-5-3 0,7 8 0,-1 1 0,6 5 0,1 0 0,-7 2 0,1 3 0,-7 3 0,5 5 0,-1-1 0,1 1 0,-4-3 0,5 1 0,-7-5 0,2 5 0,-4-5 0,-2 6 0,7-9 0,-3 5 0,8-8 0,-1 0 0,6-6 0,1 1 0,-1-7 0,0 6 0,0-5 0,2 5 0,2 2 0,2 3 0,2 1 0,-2 0 0,-2 0 0,8 0 0,-6 0 0,5 0 0,-1 0 0,2 0 0,3 5 0,-5 1 0,2-4 0,-1-6 0,-5 0 0,6-7 0,-8-1 0,2-5 0,-11 0 0,-7 0 0,-3 0 0,-2-1 0,0-5 0,-2 2 0,-3 4 0,-7 4 0,-9 7 0,-2-5 0,0 7 0,6-2 0,0 12 0,0 5 0,-1 10 0,1 2 0,6 6 0,1-4 0,2 1 0,5 5 0,1-4 0,2 1 0,0-7 0,0 2 0,7-4 0,5-1 0,9-3 0,2-4 0,7-3 0,-3-8 0,2-2 0,0-4 0,-1-9 0,7-8 0,-3-7 0,-3 1 0,1-3 0,-7-3 0,6-7 0,-6-4 0,6-3 0,-6-3 0,-2-1 0,-2-5 0,-8 5 0,1-5 0,-7 5 0,7 1 0,-8 16 0,1 7 0,-5 8 0,-5 4 0,1 10 0,-8 7 0,7 15 0,-7 13 0,6 5 0,-5 1 0,7 8 0,-2 4 0,5 4 0,1 1 0,1 1 0,5 0 0,-2-7 0,7 1 0,7-7 0,5 1 0,5-6 0,-5-5 0,0-6 0,2-4 0,-10-10 0,8-3 0,-15-4 0,13-4 0,-15-4 0,-2-5 0,-3-6 0,-1-6 0,0 2 0,0-8 0,-7 8 0,-10-11 0,-10 5 0</inkml:trace>
  <inkml:trace contextRef="#ctx0" brushRef="#br0" timeOffset="9">22457 14081 8912,'-17'0'0,"0"0"0,0 0 0,-1 0 0,9 0 0,1 0 0,8 0 0,16-2 0,7-3 0,7-7 0,12 3 0,2-3 0,2-1 0,0-3 0,0-1 0,5 0 0,1-8 0,0-2 0</inkml:trace>
  <inkml:trace contextRef="#ctx0" brushRef="#br0" timeOffset="10">22922 14047 8912,'-17'0'0,"5"2"0,1 3 0,-1-3 0,-3 4 0,4-12 0,5-1 0,12-5 0,5-3 0,12 4 0,-2-11 0,8 0 0,-1-1 0,5 5 0,-4 1 0,-7 0 0,-2 6 0,-3-1 0,-8 6 0,-3-5 0,-12 7 0,-5-2 0,-6 12 0,-6 6 0,-8 5 0,-7 6 0,2-2 0,-5 7 0,7 1 0,5 5 0,4 1 0,8-1 0,6 1 0,-1-1 0,9 0 0,-3 1 0,13-9 0,9-3 0,7-5 0,3-7 0,11-3 0,9-8 0,-2 0 0,2 0 0,-6-2 0,6-4 0,-2-5 0,1-10 0,-4-4 0,-5-2 0,-2-2 0,1-5 0</inkml:trace>
  <inkml:trace contextRef="#ctx0" brushRef="#br0" timeOffset="11">23387 13944 8912,'0'-18'0,"0"1"0,0 0 0,2 8 0,3 3 0,5 4 0,7 2 0,0 15 0,0 8 0,-5 8 0,-1 5 0,1 4 0,-3 6 0,-1-4 0,-8-2 0,0-4 0,0-1 0,0 3 0,0-4 0,0-7 0,0-6 0,-8-11 0,5 3 0,-9-7 0,8-10 0,-1-13 0,3-10 0,2-13 0,2-4 0,3-10 0,7-3 0,3-6 0,2 2 0,0-2 0,6 4 0,0 1 0,0 3 0,-5 15 0,-1 0 0,0 5 0</inkml:trace>
  <inkml:trace contextRef="#ctx0" brushRef="#br0" timeOffset="12">24419 13840 8912,'0'-34'0,"0"0"0,0 1 0,0 5 0,-2 5 0,-4 4 0,3 9 0,-9 4 0,-1 6 0,-3 6 0,-1 4 0,2 9 0,2 5 0,1 11 0,3 9 0,-5 13 0,5 6 0,1 4 0,2-4 0,6 0 0,2-7 0,4 1 0,5-6 0,5-5 0,9-4 0,3-7 0,10-14 0,3-4 0,6-13 0,-3-6 0,0-14 0,14-16 0,-5-12 0</inkml:trace>
  <inkml:trace contextRef="#ctx0" brushRef="#br0" timeOffset="13">24849 13617 8912,'-26'-27'0,"3"6"0,3 8 0,9 5 0,0 8 0,5 8 0,-6 3 0,7 14 0,-7 10 0,8 1 0,-1 10 0,3 1 0,2 3 0,0 2 0,0-1 0,0 7 0,0-1 0,5-6 0,1-5 0,6-9 0,-7-3 0,7-2 0,-6-9 0,-3-2 0,7-9 0,-8-6 0,4-12 0,1-6 0,-1-11 0,7-3 0,-1-9 0,3-1 0,2-4 0,1 6 0,-1-1 0,0 3 0,0 9 0,0-4 0,1 10 0,-1-2 0,0 13 0,0 0 0,0 8 0,1 6 0,-1 9 0,0 8 0,0 9 0,2-1 0,4-5 0,4 3 0,7-8 0,1-2 0,-1-8 0,1-3 0,-1-3 0,1-1 0,-1-6 0,-7-7 0,-4-5 0,-4-3 0,-2-2 0,-7-6 0,-5 0 0,-5-2 0,-5 2 0,-5 4 0,-7-6 0,-2 4 0,-4 4 0,4-2 0,-4 13 0,-2 0 0,2 6 0,0 0 0,6 0 0,0 6 0,-1 0 0,7 9 0,-1 0 0,1 6 0,1 0 0,3 4 0,7-2 0,-6 8 0,0-3 0,0-3 0,6-2 0,8-4 0,4-2 0,3 1 0,2-3 0,2-4 0,4-5 0,-4-4 0,4-2 0,-2-2 0,2-4 0,-4-3 0,4-8 0,-4-1 0,-3 1 0,-3 0 0,-1 0 0,-7 0 0,7-1 0,-8 1 0,3 0 0,-1 6 0,0-1 0,-1 8 0,3-3 0,4 7 0,3 0 0,2 0 0,2 0 0,4 0 0,-2 0 0,8 0 0,-6-6 0,5 0 0,-5-5 0,6 5 0,-8-6 0,2 5 0,-6-3 0,-5-3 0,1 3 0,-7-1 0,0 7 0,-6-5 0,0 3 0,0 4 0,-8-6 0,4 10 0,-7 4 0,7 3 0,-2 9 0,4-7 0,2 1 0,0-1 0,0 6 0,-6-5 0,1-1 0,1 3 0,2 1 0,-6 2 0,6-7 0,-5-3 0,7-11 0,2-5 0,3-8 0,7-2 0,3-2 0,2-2 0,1 2 0,-1-8 0,0 8 0,0-2 0,0 6 0,3 3 0,1 5 0,2 1 0,0-3 0,-6 5 0,2 0 0,4 6 0,-2 0 0,8 0 0,-7 0 0,7 0 0,0 0 0,5 0 0,-1 0 0,-3 0 0,-3-2 0,-2-3 0,-2-3 0,-6-3 0,-5-5 0,-1 5 0,-7-4 0,4-3 0,-16 3 0,-4 4 0,-3 5 0,-2 4 0,-6 2 0,0 0 0,0 0 0,6 0 0,0 0 0,-1 0 0,3 2 0,4 4 0,-3-3 0,9 9 0,-1-6 0,6 5 0,7-5 0,5 5 0,5-1 0,6 1 0,-4 5 0,6-5 0,-2 6 0,0 6 0,8 4 0,-3 7 0,-3 1 0,-2-1 0,-4 8 0,-2 4 0,-7-2 0,-4 0 0,-4-2 0,-2-4 0,0 2 0,0-5 0,-8 1 0,-4-13 0,3-2 0,-3-8 0,-1-1 0,-2-9 0,-2-3 0,-1-11 0,3-6 0,4-6 0,-3 2 0,8-8 0,3-1 0,1-3 0,2 1 0,0 3 0,2-3 0,3 3 0,5 2 0,7-2 0,0 1 0,2-7 0,4 1 0,6 0 0,5-1 0,7 1 0,-3-6 0,8 0 0,0 0 0,5 5 0,-5 6 0,0 1 0,-10 7 0,-1-2 0,-10 4 0,-8 7 0,-6 1 0,-11 7 0,-11-2 0,-12 6 0,-6 6 0,-3 9 0,-3 8 0,1 2 0,1-4 0,3 4 0,1 2 0,8 1 0,-2 7 0,12-7 0,5 1 0,4-6 0,4 4 0,6-2 0,9-4 0,15-4 0,14-6 0,10-3 0,1-8 0,10-8 0,2-3 0,-6-6 0,4-6 0,-6-6 0,-6-4 0,-9-1 0,-6 0 0,-11 1 0,-6 5 0,-11 3 0,-7 8 0,-5 5 0,-7 3 0,-11 1 0,1 2 0,-6 6 0,2 8 0,-2 3 0,4 5 0,-4 1 0,4 6 0,2 0 0,2 0 0,3 1 0,3-5 0,3 4 0,4-4 0,-6-1 0,16-9 0,3-3 0,7-6 0,3-6 0,4-7 0,1-8 0,-3-14 0,6-10 0,-8-5 0,2-2 0,-6-9 0,-5-8 0,-5-3 0,-7-12 0,0-6 0,0-4 0,-7 10 0,-5-2 0,3 27 0,-3 8 0,6 26 0,-5 13 0,-1 18 0,-3 15 0,2 17 0,1 18 0,1 18 0,-6 12 0,7 6-201,7-44 0,0 1 0,1 45 201,2-8 0,2-2 0,6-2 0,9-6 0,10-5 0,13-8 0,6-17 0,4-12 0,-1-5 0,1-8 0,2 0 0,3 2 0</inkml:trace>
  <inkml:trace contextRef="#ctx0" brushRef="#br0" timeOffset="14">20857 13565 8912,'9'8'0,"7"-6"0,-14 4 0,3-12 0,-3 2 0,-2-7 0,0-3 0,-2-1 0,-1-2 0,-3 0 0,2-1 0,2 1 0,0 0 0,-2 0 0,-1 0 0,-1 5 0,6 1 0,0 7 0,0 0 0,0 14 0,0 9 0,0 6 0,8 3 0,3 7 0,6-1 0,6 0 0,-2-1 0,6-4 0,0-7 0,0-2 0,-5-5 0,7-4 0,-6-3 0,6-8 0,-8-10 0,2-7 0,-6-8 0,-6-9 0,3-2 0,-8-4 0,-3 3 0,-10-3 0,-9 4 0,-5 1 0,-9 9 0,1 3 0,-3 11 0,-3 7 0,3 5 0,3 5 0,-2 7 0,8 11 0,6-2 0,6 7 0,9 1 0,2 5 0,11 1 0,10-1 0,8-7 0,11-4 0,0-12 0,12-5 0,-4-4 0,9-2 0,-3-15 0,-3-4 0</inkml:trace>
  <inkml:trace contextRef="#ctx0" brushRef="#br0" timeOffset="15">21459 13376 8912,'-2'-15'0,"-3"4"0,3-5 0,-4 5 0,-4-5 0,7 7 0,-9 3 0,8 6 0,-2 6 0,5 5 0,1 12 0,0 4 0,0 7 0,0 3 0,0 3 0,5-4 0,1 4 0,6-3 0,-7-3 0,7-2 0,-7-3 0,7 2 0,-6-8 0,-1 0 0,-5-6 0,0-8 0,-1-1 0,-3-12 0,-4-5 0,-2-9 0,-1-18 0,-6 0 0</inkml:trace>
  <inkml:trace contextRef="#ctx0" brushRef="#br0" timeOffset="16">21390 13307 8912,'18'-7'0,"-3"-3"0,-4-7 0,5 6 0,-5-1 0,-1 6 0,1-5 0,-5 7 0,5-2 0,1 5 0,5 1 0,0 0 0,0 0 0,1 7 0,-1 5 0,-2 3 0,-3 2 0,1 2 0,-7 4 0,0-2 0,-6 8 0,-6-2 0,0 1 0,-7 3 0,1-8 0,-3 0 0,-2 1 0,-1-4 0,1 4 0,8-14 0,1-12 0,8-15 0,8-8 0,9-17 0,10-2 0</inkml:trace>
  <inkml:trace contextRef="#ctx0" brushRef="#br0" timeOffset="17">21941 12964 8912,'-17'0'0,"0"2"0,-1 3 0,1 3 0,0 3 0,0 10 0,0-3 0,7 10 0,4 1 0,4 3 0,2 3 0,0-1 0,0 1 0,8 5 0,4 0 0,3-6 0,2-5 0,0-6 0,0 5 0,1-9 0,-1 1 0,0-9 0,0-3 0,0-3 0,1-5 0,-1-1 0,0-5 0,0-4 0,1-7 0,-7-6 0,0 0 0,-1-5 0,1 5 0,-3 0 0,-6 5 0,4 1 0,-4 8 0,5 1 0,-7 8 0,0 8 0,0 3 0,0 4 0,0 3 0,0-1 0,0 0 0,0 0 0,0 0 0,0-5 0,0-1 0,6-5 0,0 6 0,0-9 0,-6 5 0,7-23 0,3-4 0</inkml:trace>
  <inkml:trace contextRef="#ctx0" brushRef="#br0" timeOffset="18">22182 12981 8912,'-6'-17'0,"1"-1"0,-3 1 0,2 0 0,4 7 0,-5 1 0,7 3 0,0 4 0,1-3 0,3 10 0,2 7 0,2 3 0,-4 2 0,1 0 0,-1 1 0,-2-1 0,6 0 0,1 0 0</inkml:trace>
  <inkml:trace contextRef="#ctx0" brushRef="#br0" timeOffset="19">21838 13376 8912,'-17'-7'0,"-1"-5"0,9 3 0,3-3 0,-2 6 0,3-5 0,1 1 0,10-3 0,7 0 0,8-6 0,13-1 0,12-8 0,4-1 0,2-5 0,7-8 0,2-2 0</inkml:trace>
  <inkml:trace contextRef="#ctx0" brushRef="#br0" timeOffset="20">22612 12981 8912,'-17'27'0,"-6"1"0,0-11 0,0 4 0,6-9 0,0 3 0,0 2 0,-1 1 0,1-1 0,8 6 0,3 0 0,4 0 0,2 1 0,0 1 0,0 4 0,8-4 0,3-8 0,-1 0 0,1 0 0,1-5 0,5-3 0,0-1 0,-7-2 0,5-6 0,-13-8 0,3-3 0,-3-5 0,-2-1 0,0-8 0,0-3 0,0 1 0,0 0 0,0 0 0,0 1 0,2-1 0,4-2 0,-2 4 0,7 8 0,-5-4 0,6 4 0,-7-4 0,5 9 0,-1-1 0,1 2 0,1 3 0,7 10 0,-1 4 0,-2 3 0,-3 8 0,-3 8 0,-3 4 0,-4-2 0,4 1 0,-5-1 0,-1 2 0,0-6 0,0-4 0,0-2 0,0 0 0,0 0 0,0-7 0,0-6 0,2-14 0,4-9 0,6-6 0,3-3 0,2-7 0,2 1 0,4-1 0,-4 3 0,4 3 0,-2 4 0,2 8 0,-4 8 0,4 3 0,-4 4 0,0 4 0,4 4 0,6 5 0,-2 4 0,2 3 0,-1-1 0,7 0 0,-1-2 0,1-3 0,-3-7 0,-3-3 0,-4-2 0,-8 0 0,-8-2 0,-3-3 0,-4-5 0,-4-7 0,-4 0 0,-5 0 0,-6-1 0,-6 1 0,2 0 0,-8 0 0,6 0 0,-4 1 0,2 3 0,4 2 0,2 7 0,2-4 0,0 8 0,5 8 0,1 3 0,7 4 0,-2 3 0,4-1 0,2 0 0,0 0 0,0 0 0,0 1 0,0-1 0,8-6 0,4 1 0,3-8 0,2 1 0,0-3 0,0-2 0,1-2 0,-1-3 0,-6-3 0,1-4 0,-6-3 0,5 4 0,-7-5 0,5-1 0,-3 0 0,-4 7 0,6 1 0,-8 3 0,7 12 0,3-4 0,7 15 0,-5 0 0,-1 0 0,1-1 0,5-3 0,0-3 0,0-3 0,0 5 0,1-7 0,-1-1 0,0-9 0,0-5 0,0-7 0,1-10 0,-1-7 0,-6-10 0,1-14 0,-3-3 0,3-9 0,-6-7 0,-5-9 0,-1 0 0,0-5 0,-7 12 0,-5 10 0,-3 12 0,0 17 0,1 13 0,3 12 0,5 23 0,-5 15 0,5 24 0,-6 16 0,9 20 0,-3 12 0,4 2 0,2 1 0,0-48 0,0 1-135,0 1 0,0-1 0,0 0 0,0 0 135,0 40 0,8-3 0,3 4 0,4-2 0,3-10 0,1 0 0,0-17 0,-2 4 0,-4 2 0</inkml:trace>
  <inkml:trace contextRef="#ctx0" brushRef="#br0" timeOffset="21">28566 13428 8912,'0'11'0,"-2"-1"0,-1-1 0,-5-1 0,-2 0 0,5-3 0,-5-3 0,1 2 0,-1 2 0,0 2 0,-3-5 0,2 3 0,-3-2 0,5 4 0,-3-3 0,-1-1 0,-2-2 0,3-2 0,1 0 0,5-2 0,-6-4 0,9-3 0,-5-8 0,8-1 0,0 1 0,0 0 0,0 0 0,0 0 0,0-1 0,0 1 0,0 0 0,0 0 0,0 0 0,0-1 0,0 1 0,0 10 0,0 7 0,2 7 0,4 10 0,-3 6 0,9 0 0,-6 2 0,5-2 0,-5-4 0,5 4 0,-5-4 0,5-2 0,-7 1 0,2-1 0,2-6 0,-1-1 0,3-3 0,-4-1 0,5-6 0,-1-2 0,1-3 0,-1-5 0,-5-7 0,-3 5 0,4 1 0,4-1 0,-8 1 0,5 1 0,1 3 0,1 1 0,3 6 0,-1 0 0,-5 0 0,6 0 0,1 0 0,2 0 0,2 0 0,1 0 0,-7-2 0,1-6 0,1-9 0,-5 0 0,-3-6 0,-3-2 0,-2 2 0,0-5 0,0 3 0,-2 0 0,-3 0 0,1 4 0,-8 10 0,7-3 0,-7 9 0,8-1 0,-3 14 0,9-1 0,3 5 0,5-5 0,15-7 0,1 0 0</inkml:trace>
  <inkml:trace contextRef="#ctx0" brushRef="#br0" timeOffset="22">28876 13067 8912,'0'-25'0,"-7"6"0,-5-4 0,4 4 0,1 2 0,7 9 0,0 8 0,2 8 0,3 9 0,5 8 0,7 3 0,-5 5 0,-1 1 0,-1 6 0,1 0 0,3 1 0,-7-7 0,1 0 0,-1 1 0,5-7 0,-6 1 0,-1-8 0,-5 2 0,6-10 0,0-1 0,0-8 0,-6 1 0,0-12 0,0-11 0,2-1 0,1-9 0,5-3 0,2-1 0,1 3 0,6 0 0,-5 8 0,-1-2 0,1 6 0,5 6 0,0 3 0,0 0 0,0 7 0,1-5 0,5 10 0,2 3 0,1 3 0,5 3 0,-4 1 0,1-3 0,-1 2 0,2-7 0,-2 0 0,-5-6 0,-2 0 0,3 0 0,-10-2 0,-2-4 0,-1-3 0,1-8 0,-5-3 0,-4-3 0,-2 4 0,0-4 0,-6-1 0,-1 3 0,-3 3 0,-3 5 0,-3 4 0,-1-3 0,0 4 0,0 8 0,5 2 0,1 4 0,1 9 0,-1 8 0,3 8 0,8-3 0,0 3 0,0-2 0,6 3 0,0-3 0,9-4 0,2-2 0,2-6 0,10-6 0,0-3 0,5-8 0,1-2 0,-1-4 0,0-5 0,1-12 0,-8-2 0,-5-6 0,-2 3 0,-3-3 0,-8 4 0,-3-1 0,-4 7 0,-2-2 0,0 10 0,0 1 0,0 8 0,-8-3 0,6 10 0,-3 7 0,1 9 0,-2 6 0,4-2 0,-3 5 0,3-1 0,2 4 0,0-4 0,0-3 0,0 5 0,0-6 0,0-6 0,0-5 0,0-9 0,0 5 0,2-12 0,1-5 0,5-10 0,2-6 0,1-6 0,6-9 0,0 4 0,1-4 0,1-2 0,4 2 0,-4 1 0,4 11 0,-4-3 0,-2 10 0,0 6 0,1 7 0,-1 1 0,0 1 0,0 8 0,0 13 0,1 8 0,-7 6 0,0-7 0,1 3 0,5-2 0,0-4 0,1 4 0,-1-4 0,0-1 0,6-9 0,0-3 0,0-4 0,2-10 0,1-1 0</inkml:trace>
  <inkml:trace contextRef="#ctx0" brushRef="#br0" timeOffset="23">30717 12706 8912,'-11'0'0,"1"-2"0,1-2 0,-1-2 0,7 1 0,-5 18 0,8 6 0,0 6 0,0 5 0,0 11 0,0 4 0,0-1 0,0 2 0,0 2 0,0 2 0,2-1 0,4-3 0,3-4 0,8-7 0,-1-3 0,-5-3 0,4-6 0,-3-12 0,3-7 0,2-16 0,1 1 0,6-29 0,3 4 0</inkml:trace>
  <inkml:trace contextRef="#ctx0" brushRef="#br0" timeOffset="24">31010 12757 8912,'-15'8'0,"3"3"0,-1 5 0,7 1 0,-2 6 0,5 2 0,-3 1 0,2 5 0,2-4 0,2 1 0,2-7 0,4 0 0,5-5 0,5-5 0,8-7 0,5 2 0,4-6 0,1-6 0,0-6 0,1-10 0,-6 1 0,-1-8 0,-12 0 0,1-5 0,-10-2 0,3-3 0,-4-1 0,-8 2 0,-8 7 0,-13 5 0,-5 1 0,-5 4 0,-1 9 0,-1 7 0,9 10 0,3 7 0,3 3 0,3 2 0,8 8 0,3 4 0,4-4 0,2-2 0,8-4 0,3-2 0,12 0 0,4-7 0,7-3 0</inkml:trace>
  <inkml:trace contextRef="#ctx0" brushRef="#br0" timeOffset="25">31526 12740 8912,'0'-27'0,"-2"3"0,-3 6 0,3 1 0,-14 8 0,7 3 0,-8 12 0,7 9 0,2 10 0,3 1 0,-1 5 0,0 2 0,6 1 0,0-2 0,2-1 0,2-4 0,2-2 0,7-3 0,-1-4 0,3-9 0,2-3 0,0-4 0,0-2 0,6-2 0,0-4 0,0-9 0,-5-8 0,-7-8 0,0 3 0,-5-7 0,4-3 0,-3-2 0,-3 2 0,-9 2 0,-7 1 0,-3 8 0,-2 4 0,-8 6 0,-4 6 0,-4 3 0,-1 8 0,-2 14 0,-4 3 0,3 11 0,-12-1 0,5 8 0</inkml:trace>
  <inkml:trace contextRef="#ctx0" brushRef="#br0" timeOffset="26">24161 15078 8912,'0'-17'0,"0"0"0,0 0 0,-2 0 0,-2-1 0,-1 1 0,1 0 0,2 0 0,2 0 0,0 9 0,0 10 0,0 13 0,7 4 0,5 10 0,1 0 0,3 5 0,-1 0 0,4 1 0,2-1 0,-4 1 0,0-7 0,1-1 0,1-2 0,4-4 0,-4-4 0,4-6 0,-4-5 0,-2-4 0,-5-11 0,-1-9 0,-7-6 0,2-11 0,-4-1 0,-2-4 0,0 2 0,0-8 0,-2 7 0,-4-1 0,4 6 0,-4 5 0,4 4 0,2 16 0,2 5 0,6 16 0,7 12 0,6 13 0,10 7 0,-3 7 0,5 1 0,1-1 0,1-5 0,-1-2 0,1-2 0,-1-4 0,-7-3 0,-4-7 0,-6-8 0,-6-9 0,-12-7 0,-17 2 0,-10-16 0,-18-13 0,-8-11 0,-15-18 0</inkml:trace>
  <inkml:trace contextRef="#ctx0" brushRef="#br0" timeOffset="27">24161 14872 8912,'-21'-17'0,"4"0"0,-2 5 0,13 1 0,0 7 0,14-9 0,3 7 0,12 0 0,8 6 0,5 0 0,4 0 0,8 6 0,-2 0 0,6 7 0,5-2 0,12 5 0,9 1 0</inkml:trace>
  <inkml:trace contextRef="#ctx0" brushRef="#br0" timeOffset="28">25297 15044 8912,'-17'0'0,"-3"0"0,-1 0 0,-2 0 0,-1 0 0,1 0 0,-2 8 0,-4 3 0,6 4 0,4 3 0,2 1 0,0 4 0,7-2 0,4 7 0,4 1 0,2 5 0,0 1 0,0-1 0,8-1 0,4-5 0,3-3 0,4-15 0,2-5 0,2-3 0,-2-2 0,-2-9 0,-2-8 0,6-8 0,0-10 0,0 7 0,-6-1 0,1 8 0,-1-2 0,0-2 0,0 2 0,0 0 0,1 8 0,-1 4 0,2 3 0,2 8 0,2 0 0,-2 0 0,6 8 0,1 3 0,5 2 0,1-1 0,1 1 0,-1-7 0,1 0 0,-1-6 0,0 0 0,1 0 0,-3-2 0,-3-4 0,3 2 0,-3-7 0,-2 1 0,2-1 0,-8 1 0,2 5 0,-12 3 0,-3-8 0,-8 4 0,-10 4 0,-7-3 0,-8 5 0,-2 5 0,-5 3 0,3 4 0,4 5 0,2 0 0,4 0 0,2 6 0,0 2 0,0-2 0,5 0 0,1-6 0,7 0 0,-2 0 0,4 6 0,2 0 0,8-8 0,1-16 0,9-17 0,-1-7 0,0-9 0,6-2 0,0-4 0,-2-4 0,-10-8 0,5 1 0,-5-1 0,-1 0 0,-1-1 0,-1-1 0,-4 3 0,0 5 0,1 17 0,-3 5 0,6 14 0,-8 18 0,0 15 0,0 9 0,0 8 0,6 10 0,1 5 0,1-3 0,0-4 0,5-5 0,-2 3 0,10 2 0,2-8 0,10-7 0,1-10 0,10-6 0,6-6 0,9-3 0,4-8 0,-3-17 0,-3-12 0,-11-11 0,-4-12 0</inkml:trace>
  <inkml:trace contextRef="#ctx0" brushRef="#br0" timeOffset="29">26639 14958 8912,'-23'0'0,"0"0"0,-7 0 0,1 0 0,-2 8 0,1 5 0,1 6 0,-2 4 0,5 8 0,-3-3 0,10 5 0,0 1 0,7-1 0,5-5 0,3-3 0,10-8 0,-3-1 0,9-5 0,-1-3 0,6-8 0,6-8 0,0-3 0,6-12 0,-6-6 0,2-3 0,-2-3 0,-4-1 0,4-4 0,-4-2 0,-4-6 0,-1 2 0,-3-2 0,-5 3 0,5-7 0,-7 6 0,2-6 0,2 5 0,-3 12 0,1-1 0,-6 13 0,0 10 0,0 13 0,0 11 0,0 18 0,-2 1 0,-4 16 0,4 6 0,-3 5 0,3 0 0,2-5 0,2-2 0,2-3 0,3-3 0,3-2 0,1-1 0,6-7 0,1-2 0,-1-3 0,8-10 0,5-9 0,7-3 0,3-3 0,8-15 0,-3-6 0,3-12 0,0 0 0,-4-3 0,-2-3 0,-9 1 0,-10 0 0,-6-1 0,-6 1 0,-3 5 0,-8 1 0,-8 7 0,-3-2 0,-6 5 0,-6 7 0,2 3 0,-8 10 0,-2 4 0,-1 5 0,-1 5 0,5 1 0,3 6 0,8 0 0,1 2 0,5-4 0,5 1 0,4 0 0,12 2 0,7-1 0,15-2 0,14-9 0,6-7 0,5-3 0,6-2 0,12 0 0,1-7-215,5-5 0,1-11 215,-7-5 0,-1-5 0,-5-1 0,-10 1 0,-9 3 0,-16 1 0,-15-1 0,-9 5 0,-10 2 0,-2 6 0,-4 5 0,-9-1 0,-8 7 0,-9 2 0,-3 10 0,-1 5 0,-10 12 0,6 4 0,-4 7 0,2 1 215,4-1 0,3 1-215,6-1 0,5-1 0,8-3 0,5-1 0,5 1 0,4-5 0,2-2 0,8-11 0,3-7 0,10-3 0,2-2 0,10-4 0,1-7 0,1-4 0,5-20 0,2 3 0,0-14 0,-2-2 0,-4-2 0,1-7 0,-14 0 0,5-12 0,-5 6 0,-7-6 0,-11 14 0,-3 5 0,-2 8 0,0 6 0,-2 17 0,-1 11 0,-3 16 0,2 15 0,-4 21 0,3 7 0,-7 18 0,6 0 0,1 3-104,5-3 0,0 4 104,0-5 0,0 3 0,0-14 0,13-7 0,4-10 0,12 0 0,0-7 0,3-12 0,-3-8 0,-1-19 0,1-7 0</inkml:trace>
  <inkml:trace contextRef="#ctx0" brushRef="#br0" timeOffset="30">27809 12448 8912,'-15'-8'0,"2"-3"0,1-5 0,-1 1 0,-1 2 0,1 3 0,1 3 0,1 1 0,-6 6 0,0 2 0,-1 4 0,-5 5 0,-1 10 0,-1 4 0,0 2 0,2-5 0,6 7 0,1 0 0,5-2 0,-2-1 0,7-3 0,2-4 0,10 4 0,5-4 0,10-3 0,2-5 0,6 2 0,-6-7 0,7 0 0,-1-6 0,4 0 0,1 0 0,0 0 0,1 0 0,-7 6 0,1-1 0,-8 1 0,2-6 0,-4 0 0,-3 2 0,-5 4 0,-3-2 0,-10 7 0,-4 2 0,-5 3 0,-12 1 0,-6 0 0,-4 2 0,-1 4 0,0-4 0,-1 4 0,3-4 0,3-2 0,6-5 0,12-1 0,-5-7 0,14-4 0,2-17 0,10-10 0</inkml:trace>
  <inkml:trace contextRef="#ctx0" brushRef="#br0" timeOffset="31">27981 12345 8912,'-7'-10'0,"5"2"0,-6 16 0,8 4 0,-6 5 0,1 6 0,-1-2 0,6 7 0,0 3 0,0 1 0,0-3 0,0 0 0,0-6 0,0 5 0,6-7 0,-1 2 0,1-4 0,-6-1 0,0-1 0,0-8 0,0-1 0,-8-23 0,-1-4 0</inkml:trace>
  <inkml:trace contextRef="#ctx0" brushRef="#br0" timeOffset="32">27947 12259 8912,'11'-6'0,"1"0"0,-6-1 0,5 1 0,2 4 0,10-4 0,-2 4 0,8 2 0,-6 0 0,6 0 0,1 0 0,3 0 0,1-5 0,1-1 0,-3 0 0,-3 6 0,-4 0 0,-8 0 0,0 8 0,-9-6 0,-8 3 0,-14-3 0,-9-2 0,0 0 0,-1 0 0,-1 6 0,-4 0 0,-2 1 0,9-1 0,-7-2 0,6 7 0,2 1 0,9 5 0,-3-5 0,6-1 0,-1 2 0,4 3 0,4 1 0,2 0 0,2 0 0,4 0 0,5-1 0,12-5 0,-2 3 0,8-9 0,0 1 0,5-6 0,-5 6 0,0 1 0,-1 1 0,-1 0 0,0 5 0,-4-1 0,-6 3 0,0 2 0,-2 0 0,-9 0 0,0 6 0,-6 0 0,0-2 0,0-2 0,-8-1 0,-3-1 0,-4 0 0,-3 0 0,1 0 0,0 1 0,0-9 0,-1-1 0,1-3 0,0 1 0,0 0 0,0-6 0,1-10 0,5-7 0,-4-8 0,13-17 0,-6-2 0</inkml:trace>
  <inkml:trace contextRef="#ctx0" brushRef="#br0" timeOffset="33">28584 12276 8912,'0'-12'0,"0"1"0,0 7 0,0 4 0,0 10 0,0 7 0,0 0 0,0 8 0,0 4 0,0 1 0,0-1 0,0 1 0,0-7 0,0 6 0,0-6 0,2 0 0,3-6 0,-3 0 0,4 0 0,-4-5 0,-2-1 0,0-9 0,0-2 0,6-13 0,-1-10 0,1-8 0,-6 3 0,6-5 0,-1-1 0,3 1 0,-2 5 0,-2 1 0,7 6 0,3-2 0,-5 2 0,3 10 0,-9 3 0,13 8 0,-7 0 0,8 8 0,-5-1 0,-2 7 0,-1-5 0,1-1 0,1-3 0,6-5 0,-5 6 0,-1 0 0,1 0 0,5-6 0,0-2 0,0-4 0,1 4 0,-1-4 0,-6-1 0,1 1 0,-7 0 0,5 4 0,-2-3 0,-3 3 0,-5-6 0,0 16 0,0 1 0,0 8 0,0 1 0,0-1 0,0 0 0,0 0 0,2 0 0,4 1 0,-4-1 0,4 0 0,-2-2 0,1-3 0,-3 3 0,4-3 0,-4-5 0,-2-7 0,0-11 0,-8-6 0,-3-6 0,1 2 0,-1-8 0,-1 0 0,-5-5 0,6-1 0,-1 3 0,1 1 0,1 3 0,-5 5 0,3-6 0,3 8 0,-3-2 0,8 4 0,-1 2 0,-5 0 0,8 0 0,8 7 0,11 4 0,12 4 0,-1 2 0,7 6 0,5 0 0,-4 7 0,22-11 0,-5 6 0</inkml:trace>
  <inkml:trace contextRef="#ctx0" brushRef="#br0" timeOffset="34">29478 11966 8912,'0'-26'0,"0"-5"0,0 8 0,-5-5 0,-1 5 0,-5 5 0,3 9 0,-2 1 0,-3 4 0,3 10 0,-1 6 0,-1 11 0,-5 5 0,6 12 0,-1 6 0,8 4 0,-1 1 0,3 1 0,2 0 0,2-7 0,2-1 0,3-2 0,3-3 0,1-5 0,6-5 0,1-5 0,-1-6 0,-6-3 0,1-4 0,-8 5 0,3-7 0,-9-1 0,-3-8 0,-7-10 0,-11-13 0,-4-3 0</inkml:trace>
  <inkml:trace contextRef="#ctx0" brushRef="#br0" timeOffset="35">29203 12310 8912,'-17'0'0,"7"0"0,3 0 0,11 0 0,7 0 0,2-7 0,16-5 0,2-3 0,9-2 0,-4 5 0,4 1 0,-3-3 0,-3-1 0,0 0 0,1 3 0,-8-1 0,-4 7 0,-2 1 0,2 5 0,-10 0 0,4 0 0,-11 0 0,2 7 0,-8 5 0,0-3 0,0 3 0,0-1 0,0 6 0,0 1 0,0-7 0,0 0 0,0-5 0,0 6 0,-2-1 0,-4-1 0,4 5 0,-8-7 0,5 3 0,3-3 0,-14-16 0,7-2 0</inkml:trace>
  <inkml:trace contextRef="#ctx0" brushRef="#br0" timeOffset="36">29582 12104 8912,'0'-34'0,"0"1"0,0 4 0,0-1 0,0 7 0,0 0 0,0 6 0,7 0 0,5 1 0,3 3 0,2 2 0,2 7 0,4-2 0,4 6 0,8 6 0,-5 3 0,5 8 0,-11-1 0,11-5 0,3 4 0,6-5 0</inkml:trace>
  <inkml:trace contextRef="#ctx0" brushRef="#br0" timeOffset="37">30046 12018 8912,'-17'0'0,"0"0"0,0 0 0,-2 0 0,-4 0 0,4 10 0,-4 5 0,3 8 0,3 4 0,0 1 0,0 7 0,7-1 0,5 0 0,3 1 0,2-1 0,7-1 0,5-5 0,9-3 0,4-8 0,1-1 0,5-5 0,3-3 0,7-8 0,-5-2 0,4-4 0,-4-9 0,-1-8 0,-3-8 0,-3 3 0,-2-5 0,-4-1 0,-4-1 0,4 3 0,-6 1 0,-6 3 0,-3 7 0,-8-4 0,-2 15 0,-4 4 0,-5 5 0,-10 2 0,-2 5 0,2 6 0,2 3 0,2 2 0,-1 0 0,1 1 0,6-1 0,-1 0 0,8 0 0,-3 0 0,7 1 0,0-1 0,0-8 0,2-1 0,3-8 0,5 0 0,7 0 0,0 0 0,1 0 0,-1 0 0,0-6 0,0-1 0,0-1 0,1 0 0,-1-5 0,0 11 0,0-4 0,-5 2 0,-1-1 0,-5 3 0,5-4 0,-5 4 0,6 2 0,-7 0 0,7 0 0,-1-2 0,-1-4 0,5 5 0,-3-5 0,3 2 0,2-2 0,0 4 0,1-3 0,-1-3 0,0 2 0,-6 1 0,1 5 0,1 0 0,-5 7 0,0 3 0,-8 7 0,0 0 0,-2 0 0,-4 1 0,4-7 0,-6-1 0,1-3 0,5-1 0,-6-6 0,8 0 0,0-8 0,0-1 0,0-8 0,0-1 0,0 1 0,6 0 0,0 0 0,7 0 0,-1-1 0,-3 7 0,3-1 0,-1 9 0,6-5 0,0 10 0,1 2 0,-1 1 0,0 9 0,0-3 0,1 5 0,-1 1 0,0 0 0,0 0 0,-5-5 0,-1-1 0,1-7 0,5 2 0,0-4 0,0-10 0,0-4 0,-5-11 0,-1-5 0,-1-5 0,1-1 0,3-2 0,-8-4 0,5-4 0,-5-10 0,-1-1 0,3-3 0,-6 1 0,4 6 0,-4 9 0,-2 7 0,0 8 0,0 18 0,0 5 0,0 15 0,0 9 0,0 16 0,0 2 0,0 2 0,0 8 0,0-2 0,0-4 0,0-2 0,0-2 0,0 2 0,2-9 0,3 3 0,-1-9 0,8 4 0,1-8 0,10 2 0,-4-6 0,4-6 0,-4-5 0,-2-4 0,-7-2 0,5 0 0,-5 0 0</inkml:trace>
  <inkml:trace contextRef="#ctx0" brushRef="#br0" timeOffset="38">31027 12018 8912,'-17'-34'0,"0"7"0,0 4 0,5-2 0,1 2 0,7 0 0,0 6 0,10 0 0,11 0 0,8-1 0,9 1 0,8 6 0,4-1 0,4 3 0,2-3 0,5-3 0,0 4 0,8-12 0,-4-4 0</inkml:trace>
  <inkml:trace contextRef="#ctx0" brushRef="#br0" timeOffset="39">31681 11605 8912,'-11'-7'0,"-1"-5"0,8-3 0,-11 5 0,11 3 0,-7 7 0,7 2 0,-2 3 0,4 11 0,2 9 0,0 1 0,0 5 0,0-4 0,0 1 0,2-7 0,4 2 0,-2 0 0,7-6 0,-1 4 0,1-9 0,5-5 0,-5-1 0,4-4 0,3-2 0,-1 0 0,-2-8 0,-3-3 0,3-10 0,-4-2 0,3 0 0,-3 6 0,4 2 0,-3 3 0,1-3 0,1 5 0,-3 1 0,-5-5 0,5 9 0,-5-1 0,6 6 0,-9 2 0,3 4 0,-2 3 0,2 8 0,-4 2 0,3 4 0,-3 4 0,-2 7 0,0 7 0,0 1 0,0 0 0,0 0 0,0 5 0,0-1 0,-7-2 0,-5 2 0,-1 0 0,1 6 0,-3-9 0,-2-1 0,-10-7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832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11461 12362 8912,'-17'0'0,"5"0"0,1 0 0,7 0 0,-4 8 0,8 3 0,2 4 0,4 2 0,2 10 0,3 8 0,10 5 0,-4 7 0,2-1 0,1 2 0,-3 2 0,-2 1 0,-2-1 0,-1-4 0,-2 2 0,1-8 0,-1 0 0,-7-6 0,3 1 0,-2-1 0,-2-2 0,-2-3 0,0-4 0,2-8 0,2 0 0,1 1 0,1-9 0,-8-1 0,-4-8 0,-3-2 0,-8-4 0,-2-3 0,-4-9 0,-2 7 0,-4-1 0,-7 1 0,7-6 0,-7 0 0,9-1 0,-2 1 0,1 0 0,1 0 0,-2 0 0,4 1 0,8 5 0,6-3 0,-1 9 0,8-1 0,-3 6 0,7 8 0,2 3 0,3 6 0,7 6 0,5-2 0,6 8 0,-2-2 0,8 1 0,-1 3 0,7-8 0,1 0 0,4-6 0,-2-6 0,8 1 0,-2-8 0,2 1 0,-4-3 0,-7-4 0,-1-3 0,1-13 0,-1-8 0</inkml:trace>
  <inkml:trace contextRef="#ctx0" brushRef="#br0" timeOffset="1">11822 12946 8912,'18'0'0,"-7"0"0,1 0 0,-9 0 0,5 8 0,-8 4 0,-8 10 0,-3 7 0,-6 6 0,-4 5 0,-4 5 0,-2 5 0,12 2 0,-3-1 0,7-5 0,0 0 0,3-8 0,8 2 0,15-3 0,4-3 0</inkml:trace>
  <inkml:trace contextRef="#ctx0" brushRef="#br0" timeOffset="2">11495 14356 8912,'0'-17'0,"0"0"0,0 0 0,0 0 0,0-1 0,2 9 0,4 3 0,-2 6 0,5 8 0,-1 11 0,-4 13 0,4 12 0,-1 15 0,1 10 0,-1 10 0,1 12 0,-6-42 0,0 2 0,1 2 0,0 1 0,-1 2 0,0 2 0,1 5 0,1 0-62,-1 3 0,0 0 0,0 4 0,0-1 0,-2 1 0,0-2 1,0-3-1,1 0 62,1-2 0,0-2 0,0-7 0,0-1 0,-3-1 0,0-1 0,0 2 0,0-1 0,0 3 0,0-1 0,0-3 0,0-1 0,0 42 0,0-4 0,0-2 0,0 4 0,0-4 0,0-4 0,0-13 0,0-10 0,0-8 0,0-7 0,0-11 0,0-4 0,0-5 0,8-14 0,-7-4 0,5-12 0,4 2 0,-1-9 0,3-4 0,-1-4 0,-15-10 0,2 4 0</inkml:trace>
  <inkml:trace contextRef="#ctx0" brushRef="#br0" timeOffset="3">10618 16901 8912,'0'-17'0,"0"-1"0,0 9 0,0-6 0,0 11 0,0-8 0,0 9 0,0-5 0,0 16 0,5-5 0,1 9 0,8-8 0,-5 3 0,8-7 0,1 0 0,-1 0 0,2 0 0,4 0 0,-2 0 0,8 0 0,-1 0 0,7 0 0,-1 0 0,1 0 0,7-5 0,3-3 0,5 0 0,2 1 0,-4-5 0,3 6 0,-3-5 0,9 5 0,-3-1 0,-2 1 0,5 4 0,0-4 0,3 4 0,-3 2 0,-2 0 0,8-2 0,4-1 0,6-3 0,17-8 0,-36 9 0,1-1 0,-2-2 0,1-1-190,6-2 1,0-1-1,-5 2 1,-1-1 189,1-3 0,-1-1 0,-1 4 0,0 1 0,-2-1 0,-1-1 0,46-7 0,-10 2 0,-8 0-41,-9 0 1,-10 5 40,-7 1 0,-10 7 0,-14-2 0,-3-2 0,-7 3 0,-1-1 0,-2 4 0,-4-4 0,-1 4 0,-4-3 752,-4 3-752,5 2 87,-7 0-87,0 0 0,-7 0 0,5 0 0,-8 0 0,4 0 0,5 0 0,-9 0 0,4 0 0,-3-8 0,-8-1 0</inkml:trace>
  <inkml:trace contextRef="#ctx0" brushRef="#br0" timeOffset="4">9413 17056 8912,'-19'0'0,"-2"0"0,-2 0 0,2 0 0,2 0 0,4-2 0,3-4 0,4 2 0,8-7 0,0 7 0,0-2 0,0 12 0,0-4 0,2 11 0,4-7 0,4 7 0,7-11 0,0 4 0,2-4 0,2 0 0,4 2 0,2 1 0,2 1 0,5-6 0,2 0 0,4 0 0,12 0 0,11 0 0,12 0 0,5 0 0,4 0 0,2 0 0,8 0 0,0 0 0,-5 0 0,-8 0 0,-3 0-165,-3 0 1,1-2 164,-1-4 0,-10 3 0,4-9 0,-6 1 0,0-7 0,-10 7 0,-7-1 0,-9 7 0,-1-5 0,-7 3 0,-5 3 0,1 2 0,-2 2 0,-11 0 0,18 0 0,-11 0 0</inkml:trace>
  <inkml:trace contextRef="#ctx0" brushRef="#br0" timeOffset="5">11719 16884 8912,'-2'-10'0,"-2"2"0,-1 1 0,-3 3 0,2-7 0,4 5 0,-3-6 0,3 9 0,2 3 0,0 11 0,0 12 0,0 6 0,2 5 0,3 6 0,-3 12 0,4 11 0,-2 11 0,2 6 0,-5 10 0,5 4 0,-4 1 0,-1-45 0,-2 0 0,-5 41-153,1-5 0,-1-9 153,6-14 0,0-12 0,0-10 0,0-5 0,0-17 0,2-4 0,2-17 0,1-3 0,7-13 0,-6-10 0,-1-5 0,-5-1 0,0-8 0,0-2 0</inkml:trace>
  <inkml:trace contextRef="#ctx0" brushRef="#br0" timeOffset="6">9757 17107 8912,'-25'0'0,"6"0"0,-4 0 0,4 0 0,2 0 0,0 0 0,0 0 0,-1 0 0,1 0 0,8 0 0,3 0 0,12 0 0,3-2 0,8-3 0,-5 3 0,-1-4 0,1-2 0,5 3 0,0-1 0,0 6 0,3 0 0,3 0 0,-2 0 0,7 0 0,-5 0 0,6 0 0,5 0 0,6 0 0,4 0 0,2 0 0,0 0 0,12-2 0,-3-2 0,2-2 0,-1 1 0,7 5 0,-6-6 0,6 0 0,1-2 0,4 3 0,5-5 0,7-7 0,-5 2 0,9-1 0,-6 1 0,-5-4 0,4-4 0,-3 0 0,1 4-102,-6-4 1,-3 6 101,-2 6 0,-11 3 0,-7 8 0,-15 2 0,-3 4 0,-9-3 0,-5 9 0,-3 1 0,3 2 0,-7-3 0,-1-1 0,2-5 0,-3 6 0,3-9 0,-2 3 101,-4 4 1,7-8-102,-3 3 0,-4-3 0,6-2 0,-8 0 0,0 0 0,-8-7 0,-2-3 0</inkml:trace>
  <inkml:trace contextRef="#ctx0" brushRef="#br0" timeOffset="7">11719 17778 8912,'-17'0'0,"5"0"0,1 0 0,-1 2 0,3 3 0,-1-3 0,7 6 0,-3 0 0,0 1 0,6 8 0,2 0 0,4 1 0,-2 5 0,5 1 0,1 3 0,-1 4 0,-3 1 0,4 3 0,-3 1 0,-3 4 0,4-4 0,-3 4 0,1-3 0,-6-5 0,2-1 0,4-3 0,-4-7 0,3 2 0,-3-4 0,-2-1 0,0-9 0,0 6 0,0-15 0,0 0 0,0-22 0,0-15 0</inkml:trace>
  <inkml:trace contextRef="#ctx0" brushRef="#br1" timeOffset="8">9327 18173 8912,'-9'-7'0,"-1"5"0,6-6 0,-2 0 0,1 6 0,5-5 0,0 7 0,0 0 0,0 7 0,0-5 0,7 6 0,-3-8 0,8 0 0,-7 0 0,7 0 0,1 0 0,3 2 0,1 4 0,0-4 0,0 3 0,2-1 0,4 2 0,-2-4 0,8 3 0,-4-3 0,7-2 0,5 0 0,-1 0 0,2 0 0,2 0 0,-1 0 0,6 0 0,-1-2 0,2-3 0,-2 3 0,-4-4 0,-3 4 0,3 2 0,-6 0 0,-5 0 0,2 0 0,-8 0 0,1 0 0,-1 0 0,-3 0 0,4 0 0,-1 0 0,0 0 0,2 0 0,-2 0 0,-2 0 0,8 0 0,-6-6 0,5 1 0,1-1 0,4 6 0,-3-2 0,-1-4 0,0 4 0,5-3 0,0 3 0,1 2 0,-1 0 0,1 0 0,-1 0 0,0 0 0,-3-6 0,3 0 0,-9 1 0,8 5 0,-4-2 0,-3-4 0,-3 4 0,6-4 0,-2 2 0,1-1 0,-1 3 0,-4-4 0,-2 2 0,6 0 0,-2-1 0,-4 1 0,0 2 0,2 2 0,-4 0 0,4 0 0,-4 0 0,-2 0 0,0 0 0,1 0 0,-1 0 0,0 0 0,-6 0 0,1 0 0,-8 0 0,11 0 0,-3 0 0,3 0 0,2 0 0,0 0 0,0 0 0,1 0 0,-1 0 0,0 0 0,0-2 0,0-4 0,1 4 0,-1-3 0,0 3 0,-2 0 0,-3-4 0,3 4 0,-13-5 0,6 5 0,-8-4 0,0-5 0,0-5 0,0-1 0</inkml:trace>
  <inkml:trace contextRef="#ctx0" brushRef="#br1" timeOffset="9">11736 15577 8912,'-9'0'0,"1"0"0,8 0 0,0-2 0,-2-2 0,-4-1 0,5-1 0,-7 6 0,8-2 0,0-4 0,0 4 0,0-5 0,-2 7 0,-4 0 0,4 0 0,-5 0 0,7 0 0,0 0 0,5-2 0,1-4 0,8 4 0,-3-4 0,12 4 0,6 2 0,5 0 0,6 0 0,6-2 0,11-3 0,5 3 0,8-4 0,3 4 0,2 2 0,-1 0 0,-5 0 0,0 0 0,0 0 0,-2-6 0,-4 1 0,-4-3 0,-7 2 0,5 3 0,0-9 0,6 6 0,-5-5 0,-1 5 0,-5-5 0,-8 7 0,-4-4 0,-6 3 0,-5-1 0,-4 0 0,-8 6 0,-5-6 0,-1 1 0,1-1 0,5 6 0,-8 0 0,-1 0 0,-8 0 0,0 0 0,-6 2 0,0 4 0,-1 3 0,1 8 0,-3 0 0,-9 1 0</inkml:trace>
  <inkml:trace contextRef="#ctx0" brushRef="#br1" timeOffset="10">7744 18242 8912,'-12'0'0,"1"0"0,-2 0 0,7 0 0,6 0 0,9 0 0,12 0 0,4-2 0,2-4 0,2 2 0,5-5 0,2-1 0,5 1 0,-5-1 0,4-1 0,-4-3 0,-1 9 0,-1-1 0,1-2 0,-9 6 0,-3-3 0,-3 3 0,-3 0 0,0-4 0,-7 4 0,-3-5 0,-7 7 0,0 0 0,-7 0 0,-3-8 0,-7-9 0,0-10 0</inkml:trace>
  <inkml:trace contextRef="#ctx0" brushRef="#br1" timeOffset="11">8518 17675 8912,'-17'0'0,"0"0"0,0 0 0,7 3 0,2 9 0,3 11 0,-1 7 0,0 12 0,6 4 0,0 6 0,0 5 0,8 4 0,3 8 0,3 0 0,-3 0 0,10-8 0,-4-4 0,5-5 0,-5-5 0,0-5 0,0-5 0,0-7 0,1-13 0,-1-1 0,0-5 0,-7-3 0,5-16 0,-6-1 0</inkml:trace>
  <inkml:trace contextRef="#ctx0" brushRef="#br1" timeOffset="12">13956 14838 8912,'10'-8'0,"-4"-3"0,-5-5 0,-1 7 0,6 9 0,0 13 0,-2 8 0,-2 8 0,3 3 0,3 5 0,0 1 0,-1 2 0,5 6 0,-6-6 0,5 6 0,-3-4 0,-1 0 0,1 0 0,-2-2 0,-6-6 0,0 1 0,0-1 0,-2-3 0,-4-8 0,-4-1 0,-7-20 0,0 6 0</inkml:trace>
  <inkml:trace contextRef="#ctx0" brushRef="#br1" timeOffset="13">13819 15199 8912,'-12'0'0,"1"-2"0,-3-4 0,7 4 0,-1-7 0,10 5 0,5-2 0,11 2 0,7-3 0,11-1 0,2 0 0,2 1 0,8-5 0,-2 5 0,4-3 0,1-3 0,-1 3 0,-4-1 0,2 5 0,-8-6 0,8 1 0,-4-6 0</inkml:trace>
  <inkml:trace contextRef="#ctx0" brushRef="#br1" timeOffset="14">14627 14735 8912,'0'-18'0,"-2"11"0,-3 7 0,1 15 0,-8 14 0,1 13 0,-6 7 0,1 9 0,5 3 0,-2 2 0,7 6 0,0-1 0,8 3 0,4 2 0,5 1 0,6 1 0,6-7-266,-11-14 1,11-4 0,-14-16 0</inkml:trace>
  <inkml:trace contextRef="#ctx0" brushRef="#br1" timeOffset="15">11719 16935 8912,'-2'-11'0,"-2"-1"0,-1-1 0,-1 0 0,0-1 0,0 3 0,1 7 0,5-2 0,0 12 0,0 3 0,0 9 0,0-1 0,0 0 0,0 0 0,0 0 0,2-1 0,3-5 0,-3 4 0,14-5 0,-13 5 0,9-3 0,1-7 0,-5-3 0,1-9 0,-3-5 0,-4-3 0,4-2 0,-4 0 0,-2-1 0,0 1 0,0 0 0,-6 0 0,0 0 0,-7 7 0,1 4 0,-3-1 0,-2 3 0,0 6 0,1 5 0,5 11 0,-2-1 0,7 0 0,2 0 0,2 0 0,2 6 0,0 0 0,0 0 0,0-6 0,2-5 0,4-1 0,3-7 0,8 2 0,1-4 0,-1-2 0,0-2 0,0-4 0,1-3 0,-3-9 0,-4 1 0,3 0 0,-9 0 0,-1-2 0,-2-4 0,-9 4 0,-5-4 0,2 4 0,-1 1 0,0 1 0,-7 0 0,1 6 0,0-1 0,0 8 0,-1-1 0,7 5 0,0 5 0,1 7 0,-1 11 0,-3 2 0,6 5 0,1-1 0,-1 1 0,2 3 0,6 1 0,2-7 0,4-4 0,-2-4 0,7-2 0,3-2 0,1-3 0,2-4 0,0-8 0,1 0 0,-1-2 0,0-4 0,0-6 0,-5-3 0,-1-2 0,-7-6 0,2 0 0,-4-6 0,-2 7 0,0-7 0,0 6 0,-8-8 0,-3 3 0,-3 3 0,3 2 0,-5 4 0,5 2 0,-4 1 0,-3 5 0,1 5 0,0 12 0,6 9 0,1 10 0,0 2 0,1 3 0,5 3 0,-2 1 0,4-7 0,2-4 0,2 0 0,4-6 0,-2 4 0,7-9 0,1-5 0,5-1 0,-5-4 0,-1-2 0,-1-2 0,1-4 0,-1-3 0,-7-9 0,3 1 0,-2 0 0,-2-2 0,-2-4 0,0 2 0,0-8 0,-6 8 0,0-2 0,1 4 0,5 2 0,0 0 0,0 0 0,7 0 0,3-8 0,7-2 0</inkml:trace>
  <inkml:trace contextRef="#ctx0" brushRef="#br1" timeOffset="16">12545 17159 8912,'0'-12'0,"0"1"0,0-3 0,0 5 0,0-3 0,-8 9 0,-1-5 0,-8 8 0,-1 0 0,7 2 0,1 4 0,1 5 0,-1 4 0,1 3 0,-3-1 0,5 8 0,7 3 0,0 5 0,0 1 0,0-1 0,0-5 0,2 5 0,3-5 0,5-3 0,7-2 0,6-4 0,0-2 0,6-7 0,-6-4 0,7-8 0,-1-10 0,-2 1 0,1-12 0,-9-4 0,-1-1 0,-3-5 0,-9-1 0,-1-1 0,-6 1 0,-5 0 0,-6-1 0,-9 6 0,-2 1 0,-7 7 0,1-2 0,2 6 0,-1 5 0,7 5 0,-2 7 0,-2 2 0,2 5 0,4 10 0,5 10 0,7 0 0,7 1 0,0-1 0,0 2 0,15 3 0,4-5 0</inkml:trace>
  <inkml:trace contextRef="#ctx0" brushRef="#br1" timeOffset="17">15763 15835 8912,'0'-46'0,"0"2"0,0 2 0,0 6 0,0 5 0,-8 8 0,-3 12 0,-4 5 0,-4 4 0,-2 2 0,-2 0 0,-8 2 0,4 6 0,-1 7 0,-1 6 0,0 10 0,-3-1 0,1 8 0,2 8 0,1 6 0,-7 5 0,1 10 0,0 9 0,-1 5 0,1 6 0,-1 1 0,18-39 0,0 0 0,-10 41 0,4 1 0,12-10 0,5-9 0,6-5 0,6-4 0,11-15 0,12-2 0,5-16 0,6-7 0,4-10 0,8-1 0,-8-8 0,-2-20 0,-8-12 0</inkml:trace>
  <inkml:trace contextRef="#ctx0" brushRef="#br1" timeOffset="18">15918 16299 8912,'-8'-15'0,"-3"1"0,-4 5 0,-3 3 0,1 8 0,0 8 0,0 14 0,0 11 0,-1 7 0,1 2 0,2 4 0,3-6 0,7 0 0,3 0 0,2 4 0,0-6 0,0-4 0,0-6 0,0 1 0,0-8 0,0-6 0,0-5 0,2-10 0,3-2 0,-3-4 0,4-13 0,-2 1 0,2-12 0,-3-1 0,9-5 0,-1-1 0,5 1 0,-3-1 0,-1 1 0,-1 5 0,6 1 0,0 7 0,1-2 0,-1 4 0,0 3 0,0 5 0,0 11 0,1 11 0,-7 7 0,1 4 0,-1 5 0,6 8 0,0-1 0,1 0 0,-1 1 0,0-1 0,0-5 0,1-1 0,4-8 0,1-3 0,0-8 0,-5-9 0,-1-7 0,8-11 0,1-8 0</inkml:trace>
  <inkml:trace contextRef="#ctx0" brushRef="#br1" timeOffset="19">16469 16437 8912,'-25'0'0,"4"2"0,-8 3 0,8 5 0,-2 7 0,4 2 0,2 4 0,2 6 0,3 3 0,4-3 0,8 0 0,2-3 0,4 3 0,9-2 0,8-4 0,8-10 0,-2 4 0,-3-11 0,3 0 0,-6-6 0,6-6 0,-1-6 0,-1-3 0,-2-4 0,-8-4 0,-5-2 0,-1-3 0,-7-5 0,2 4 0,-6 3 0,-6-3 0,-4 6 0,-7-6 0,0 10 0,0 2 0,0 2 0,-1 9 0,1 0 0,0 6 0,7 0 0,5 6 0,10 0 0,13 0 0,8-6 0,9 0 0</inkml:trace>
  <inkml:trace contextRef="#ctx0" brushRef="#br1" timeOffset="20">16899 16179 8912,'-8'-27'0,"6"2"0,-3 8 0,1 7 0,-2 5 0,4 10 0,-4 9 0,5 7 0,1 7 0,0 7 0,0 5 0,0 0 0,0 12 0,0-10 0,0 9 0,0-9 0,0 4 0,5 0 0,1 4 0,-2-3 0,-2-1 0,3-8 0,1 3 0,0-5 0,-6-2 0,-8-7 0,-1-10 0,-8-9 0</inkml:trace>
  <inkml:trace contextRef="#ctx0" brushRef="#br1" timeOffset="21">16761 16626 8912,'-17'-25'0,"7"6"0,-5-6 0,13 15 0,-3 3 0,10 7 0,7 0 0,5 0 0,6 0 0,7 0 0,9 0 0,-1-2 0,8-4 0,-2 2 0,2-7 0,11-8 0,-3-8 0</inkml:trace>
  <inkml:trace contextRef="#ctx0" brushRef="#br1" timeOffset="22">17794 16265 8912,'-27'-17'0,"0"7"0,4 4 0,2 4 0,-7 2 0,5 2 0,-4 4 0,2 5 0,4 5 0,2 1 0,2 0 0,7 6 0,4 0 0,4 2 0,2-2 0,0-4 0,0 4 0,8-4 0,4-2 0,5 0 0,6 0 0,-4-5 0,4-1 0,-4-5 0,-2 6 0,0-1 0,1-1 0,-7 3 0,0-7 0,-1 7 0,1-2 0,3-1 0,-8 2 0,-1 1 0,-5 10 0,0-4 0,0 4 0,-2-2 0,-3 2 0,-5-4 0,-9 6 0,-2-2 0,-2 0 0,-2-1 0,2-4 0,4-7 0,-4 1 0,12-9 0,-5-3 0,14-17 0,-5-10 0</inkml:trace>
  <inkml:trace contextRef="#ctx0" brushRef="#br1" timeOffset="23">18155 16505 8912,'-2'-11'0,"-2"-1"0,-1-1 0,-1 4 0,6-3 0,-2 8 0,-4-1 0,4 10 0,-5 11 0,7 8 0,0 3 0,0 4 0,0 1 0,0 3 0,0-1 0,0 0 0,0 1 0,0-1 0,5 1 0,1-1 0,0-5 0,-6-1 0,0-7 0,0 2 0,0-4 0,0-2 0,0-7 0,0-4 0,0-12 0,0-5 0,0-12 0,0-4 0,0-8 0,0 1 0,0 0 0,6-6 0,-1-1 0,9 3 0,-5 8 0,3 3 0,-1 2 0,1-2 0,5 10 0,0-2 0,0 13 0,1 1 0,-1 5 0,0 2 0,0 3 0,-5 11 0,-1 6 0,-1 9 0,3-2 0,-3 1 0,-3-1 0,-1 3 0,-6-3 0,6-2 0,0 1 0,-1-7 0,-5 2 0,8-4 0,-6-1 0,7-9 0,-3-3 0,-4-6 0,4-6 0,3-5 0,3-12 0,-3-2 0,3-6 0,-1 3 0,-1-3 0,3-1 0,-7-3 0,7 7 0,-1-1 0,-3 8 0,3-2 0,-8 4 0,11 9 0,-11 3 0,7 7 0,-5 7 0,6 5 0,-7 3 0,7 2 0,-3 1 0,3-1 0,3 0 0,-3 0 0,3 0 0,2 1 0,0-9 0,2-1 0,2-3 0,2 1 0,0 0 0,-6-6 0,1-6 0,-1 0 0,0-7 0,0 2 0,-5-3 0,-1 3 0,-7-4 0,2 3 0,-4 4 0,-2 3 0,0 10 0,0 5 0,0 7 0,0 0 0,0 1 0,0-1 0,0 0 0,0 0 0,2 0 0,3 1 0,5-9 0,7-3 0,0-4 0,1-2 0,-1 0 0,0 0 0,-2-8 0,-3-3 0,1-5 0,-7-1 0,5 0 0,-5 0 0,-2 0 0,-10-1 0,-3 1 0,-9 0 0,1 0 0,0 0 0,-2 5 0,-4 1 0,4 7 0,-4-2 0,4 4 0,2 2 0,7 0 0,2 2 0,10 2 0,4 2 0,11-1 0,10-5 0</inkml:trace>
  <inkml:trace contextRef="#ctx0" brushRef="#br1" timeOffset="24">19325 16591 8912,'-26'-7'0,"1"5"0,8-4 0,-1 4 0,1 4 0,0 4 0,7 5 0,5 12 0,3-2 0,2 8 0,2-2 0,3 1 0,-1 5 0,8-5 0,-1-3 0,6-2 0,1-4 0,-1-2 0,-2-5 0,-4-1 0,5-7 0,-5 0 0,5-8 0,-5-11 0,0-8 0,-7-2 0,2 2 0,-4 2 0,-2-7 0,0 1 0,0-2 0,-2-1 0,-4 7 0,2 0 0,-7 6 0,5-1 0,-3 1 0,-1 2 0,1 3 0,-3 5 0,-5 7 0,0 0 0,7 0 0,3 0 0,7 0 0</inkml:trace>
  <inkml:trace contextRef="#ctx0" brushRef="#br1" timeOffset="25">19824 16333 8912,'-9'-17'0,"1"6"0,8-1 0,-6 10 0,1 2 0,1 10 0,0 13 0,-2 6 0,4 9 0,-3 2 0,3 6 0,2-6 0,0 8 0,0-4 0,0 1 0,0 1 0,0-2 0,0 2 0,-6 4 0,0-4 0,-5-4 0,5-2 0,-7-10 0,1-1 0,-3-14 0,-2 1 0,0-7 0,-1-11 0,1-7 0</inkml:trace>
  <inkml:trace contextRef="#ctx0" brushRef="#br1" timeOffset="26">19497 16746 8912,'0'-23'0,"0"0"0,0 6 0,0 6 0,0-1 0,8 1 0,4-1 0,10 8 0,7-1 0,4 3 0,1 2 0,6 0 0,0 0 0,2 0 0,-3 0 0,1-2 0,-2-4 0,-2-3 0,-1-9 0,-1 1 0,1 0 0</inkml:trace>
  <inkml:trace contextRef="#ctx0" brushRef="#br1" timeOffset="27">20065 16437 8912,'-7'-18'0,"5"1"0,-14 0 0,15 8 0,-7 9 0,8 11 0,-2 4 0,-4 2 0,4 8 0,-3 4 0,-3 3 0,0 3 0,1-1 0,-1 1 0,-3-3 0,5-3 0,-6 3 0,7-3 0,-7-2 0,6 1 0,-5-7 0,5 2 0,0-9 0,6-3 0,0-7 0,0 3 0,2-14 0,4-5 0,7-5 0,9-6 0,-3 2 0,4-7 0,-2 7 0,2-2 0,-4 5 0,4 7 0,1-2 0,-1 7 0,0 0 0,-5 6 0,-1 0 0,-2 8 0,-3 3 0,1 12 0,-7 4 0,-3 2 0,-1-1 0,0 1 0,4 5 0,-4 1 0,4-1 0,1-5 0,-1-1 0,7-7 0,-1 2 0,3-11 0,2-7 0,1-10 0,-1-5 0</inkml:trace>
  <inkml:trace contextRef="#ctx0" brushRef="#br1" timeOffset="28">20306 15886 8912,'12'-17'0,"1"2"0,6 4 0,8 5 0,7 6 0,7 6 0,1 18 0,4 16 0,-4 12 0,-10 11 0,-3 14 0,-6 10 0,-16-39 0,-3 2 0,0 4 0,-2 1 0,-2 1 0,-2 0-240,-3 4 0,-1 1 1,-1 0-1,-2 0 240,-7 2 0,-2 0 0,2-4 0,-3-1 0,-5 2 0,-3 0 0,-1-4 0,-2-1 0,-5 2 0,-4 0 0,-8 9 0,-4 0 0,-6 6 0,-2 1 0,17-23 0,-1 1 0,0-1 0,-3 4 0,-1 1 0,0-1 0,2-3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8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2564 6946 8912,'0'-17'0,"0"0"0,-2 1 0,-4 5 0,5 1 0,-5 5 0,4 3 0,2-6 0,0 8 0,2 6 0,2 1 0,1 3 0,1 1 0,-6 9 0,0 2 0,0-2 0,0 4 0,0 1 0,0 4 0,0 3 0,0 3 0,0 1 0,0 4 0,-6 6 0,1 11 0,-3-1 0,2 7 0,4 2 0,-3 9 0,-3-3 0,2 3 0,0-3 0,-1-2 0,5 0 0,-4-1 0,2 1 0,-1 0 0,1 0 0,-8 0 0,8-3 0,-3-3 0,1-5 0,0-5 0,1-7 0,5 0 0,0-10 0,0-1 0,0-3 0,0-9 0,0 0 0,0-6 0,0 0 0,0 1 0,0-1 0,0-8 0,7-1 0,-5 0 0,8-1 0,-5 5 0,-3-3 0,4-3 0,2-2 0,-2 7 0,7 1 0,-4 5 0</inkml:trace>
  <inkml:trace contextRef="#ctx0" brushRef="#br0" timeOffset="1">2547 8923 8912,'17'0'0,"0"8"0,1-4 0,1 7 0,4 3 0,-2-7 0,7-1 0,-5-2 0,6 1 0,-2-3 0,1 4 0,3-4 0,-8-2 0,0 0 0,2 0 0,0 6 0,3-1 0,-3 1 0,-8-6 0,6 0 0,0 0 0,8 6 0,-3 0 0,5-1 0,1-5 0,1 0 0,1 0 0,4-2 0,6-3 0,4 3 0,2-4 0,-1-3 0,1-3 0,-1 3 0,1-3 0,0 3 0,-1-3 0,1-1 0,0 7 0,5-2 0,2 5 0,0-3 0,1 2 0,5 0 0,-2-2 0,4 4 0,2-3 0,-6-3 0,0 2 0,-2-5 0,2 5 0,10-5 0,-6 3 0,0 0 0,-2 1 0,-2-5 0,6 7 0,-3-3 0,-2 2 0,-7 4 0,-11-3 0,4 3 0,-5 2 0,3 0 0,-2 0 0,-2 0 0,-4 0 0,6 0 0,4 0 0,-6 0 0,-4 0 0,-4 0 0,-1 0 0,-3 0 0,-3 0 0,1 0 0,-7 0 0,-5 2 0,-7 3 0,1-3 0,5 4 0,0 2 0,0-1 0,0 1 0,1 0 0,5 5 0,0-2 0,7 5 0,-1 1 0,11 0 0,6 0 0,0 0 0,5 1 0,-1-7 0,13 1 0,-7-3 0,1 3 0,-2-3 0,3-3 0,-10-4 0,3 3 0,-1-3 0,0-2 0,-3 2 0,5 4 0,-10-4 0,10 4 0,-10-4 0,4-2 0,-6 0 0,6 0 0,-10 0 0,-2 0 0,1 0 0,-8 0 0,3 0 0,5 0 0,-10 0 0,9 0 0,-3 0 0,3 0 0,0 0 0,1 0 0,5 0 0,0 0 0,0 0 0,-5 0 0,1 0 0,4 0 0,-3-2 0,3-2 0,-4-2 0,-2 2 0,1 2 0,-1 2 0,-5 0 0,0 0 0,-8 0 0,2 0 0,3 6 0,3 0 0,-2 2 0,1-3 0,1-1 0,6 8 0,1-9 0,4 5 0,6-2 0,4-1 0,1 1 0,1-6 0,1 2 0,5 4 0,-7-4 0,1 3 0,0-3 0,-6-2 0,3 2 0,3 4 0,0-4 0,-1 4 0,3-4 0,3-1 0,8 3 0,8 2 0,-3 0 0,5-6 0,-2 0-234,1 0 0,10-6 234,8 0 0,0 1 0,-6 5 0,4-6 0,-4 0 0,8 0 0,-14 6 0,0 0 0,-11 0 0,2-2 0,3-3 0,5 3 0,7-4 0,-8 4 0,-3 2 0,-4 0 0,-3 0 0,1 0-102,0 0 1,0 0 101,0 0 0,1 0 0,5 0 0,2 0 0,3 0 0,-4 0 0,-7 0 0,0 6 0,0 0 0,5-1 0,1-5 0,5 0 0,-5 0 0,5 6 0,-5 0 0,-1 0 0,-5-6 0,-6 5 0,0 1 0,0 2 0,8-5 0,2 3 0,1-2 0,1-2 0,-6-2 0,-6 0 0,0 0 0,-8 0 0,3 0 0,-3 0 0,3 0 0,3 0 0,8 0 0,5 0 0,1 0 0,-3 0 0,-1 0 0,-4-2 0,-4-4 0,4 4 0,-4-3 0,-2 3 0,3 2 0,4 0 0,7 0 0,11-6 0,-6 0 0,-5 1 0,-12 3 0,2-2 0,2-2 0,2-5 0,0 5 0,-1-6 0,1 7 0,8-7 0,3 7 0,-4-3 0,-1 2 0,-4 4 0,-2-3 0,-1 1 0,1-2 0,0 4 0,0-4 0,6 4 0,-1 2 0,1 0 0,-6 0 0,-1-5 0,1-1 0,-6 0 0,0 6 0,0 0 0,6 0 0,2-6 0,2 1 0,1 1 0,-1 2 0,0-4 0,1 1 0,-3-7 0,4 6 0,-3 1 0,3 5 0,9 0-223,8 0 0,-2-6 223,-10 0 0,2 0 0,-5 6 0,1 0 0,4 0 0,-3 0 0,1 0 0,0 0 0,6 0 0,-7 0 0,-5 0 0,-5 0-88,-6 0 0,6 0 88,0 0 0,7-1 0,10-5 0,0 4 0,-2-4 0,-3 4 0,-7 2 0,5 0 0,1 0 0,-2 0 8,3 0 1,-1 0-9,6 0 0,0 0 0,0 0 0,-7 0 0,-5 0 0,-1-5 0,-1-1 0,7 2 0,5 2 0,-8-4 0,11 1 0,-15-1 0,-3 6 0,0 0 19,-6 0 1,4 0-20,2 0 0,0 0 0,-1 0 0,9 0 0,3 0 0,-5 0 0,-6 0 0,-3 0 0,-6 0 0,3-2 0,8-4 0,-1 4 0,11-3 0,-3 3 0,2 2 0,5-6 0,-5 0 0,-9 0 0,-3 6 0,-3 0 0,4 0 0,10 0 18,7 0 1,-6-5-19,6-1 0,-6 0 0,1 6 0,-5 0 0,1 0 0,-7-2 0,5-3 0,3 3 0,3-4 0,3 4 0,2 2 0,-8-2 0,-3-4 0,-10 5-5,-2-5 1,2 4 4,9 2 0,-1-2 0,6-2 0,-3-2 0,-3 3 0,-3-1 0,-1-2 0,-6 4 0,0-4 0,1 3 0,4-3 0,9 4 0,3-4 0,-1 2 0,1-1 0,-7 3 0,3-4 0,-1 4 0,-1 2 0,1 0 0,-6 0 0,1-6 0,5 1 0,-4-1 0,3 6 0,-11 0 0,-5 0 0,-7 0 207,-5 0 0,2 2-207,-8 4 0,6-5 0,-6 5 0,0-4 79,2-2 0,-5 6-79,3 0 0,-4-1 214,-1-5 1,-3 6-215,-3 0 0,1 0 104,-7-6 0,-5 1-104,-7 5 0,-5-4 0,5 4 0,-7-4 0,4-2 0,-8 0 0,0 0 0,0-8 0,5-1 0,1-9 0,8-5 0,-3 0 0,4-7 0,3 1 0,-1-3 0,0-3 0,6-9 0,0-5 0,-2-7 0,-2 1 0,4-6 0,0-2 0,0-10-116,-6-1 0,0 5 116,0 6 0,1 7 0,-1-1 0,-6 0 0,-1 3 0,-1 5 0,1-1 0,-6 0 0,2-1 0,1-1 0,-1 1 0,5 5 0,-5 0 0,6 8 0,-7-2 0,7 5 0,-6 5 0,-3 1 0,5 8 116,-2-2 0,0 10-116,-6 1 0,0 8 0,0-11 0,-8 6 0,6-3 0,-4 1 0,-1 5 0,1-6 0,-8 9 0,11-11 0,-9 9 0,6-7 0,-5 6 0,-1-7 0,-5 2 0,-2 1 0,-4-2 0,0 3 0,-9-4 0,-6 1 0,-5-1 0,-4-1 0,-11 3 0,-3-4 0,-8 3 0,-1 3-130,-5-3 0,4 3 130,-3-3 0,5 3 0,6 3 0,9 4 0,10-6 0,0 3 0,0-1 0,4-2 0,-6 2 0,6 5 0,-6-5 0,-2-2 0,-9 2 0,2-7 0,-9 2 0,1 1 0,-4-1 0,0-3 0,-1-1 0,8 3 0,-8 1 0,3 5-123,-4-5 0,-2 7 123,-4-2 0,-1 2 0,-4-1 0,3 3 0,8-4 0,-5 4 0,-3 2 0,1 0 0,-1 0 0,-5 0 0,2 0 0,-6 6-129,-6 0 1,6-1 128,0-5 0,0 6 0,5 0 0,-12 0 0,41-6 0,1 0 0,-45 5 0,47-2 0,0 0 0,-40 1 0,2-2 0,0 3 0,-5 1 0,2 2 0,41-5 0,0 0 0,-42-2 0,42 2 0,0 0 0,-37 5 0,-6-2 0,16 5 0,-5-5 0,-1 5 0,-4-3 0,-7 0 0,-3-1 0,8 5 0,8-7 0,-1 9 0,-5-3 0,-5-3 0,-1-2 0,-2 1 0,2-1 0,4 2 0,-3-3 0,4-3 0,7 4 0,-4-4 0,4-2 0,-10 0 0,-4 0 0,2 0 0,4 0 0,4 0 0,10 0 0,1 0 0,-7 0 0,-1 0 0,-5 0 0,0 0 0,0 0 0,0 0 0,0 0 0,0 0 0,0 0 0,-2-2 0,-4-4 0,3 4 0,40 0 0,0-1 0,-47-5 0,48 5 0,-1 0 0,-45-4 0,8 1 0,-7 4 0,44-1 0,0 0 0,-3-1 0,-1 1 0,1 0 0,1 0 0,0 0 0,2 0 0,-39 1 0,-4-2 0,44 2 0,-1-1 0,-4-1 0,-1 0 0,-1 1 0,1 0 0,-1 2 0,1 0 0,2-2 0,1 1 0,-1 0 0,0 2 0,1 0 0,-1 0 0,-5 0 0,-1 0 0,1 0 0,0 0 0,-4 0 0,1 0 0,5 0 0,1 0 0,1-1 0,1 0 0,2-2 0,1 0 0,-4 2 0,0 0 0,5-2 0,-1 0 0,-6 2 0,-1 1 0,4 0 0,1 0 0,-5-3 0,-1 0 0,2 0 0,1 0 0,-3 0 0,1 0 0,5 3 0,-1 0 0,-5-2 0,-1-1 0,4 0 0,-1 0 0,-2 0 0,-1 0 0,0 3 0,0 0 0,1 0 0,1 0 0,0 0 0,1 0 0,0-2 0,-1-2 0,2 2 0,-1-1 0,-1-1 0,-1 2-197,-3 2 0,0 0 1,0-3-1,1 0 197,2 0 0,0 0 0,0 0 0,1 1 0,1 2 0,1 0 0,-2-3 0,-1 0 0,-3 1 0,0-2 0,0-1 0,1-1 0,2 3 0,1 0 0,2 0 0,1 0 0,0-1 0,1 1 0,2 1 0,-1 0 0,-6-4 0,-1 0 0,2 4 0,-1 1 0,-1-2 0,1 0 0,5-1 0,1 0-172,-41-1 1,42 1-1,-1 2 172,0 2 0,-1 0 0,-7-3 0,-1 0 0,3 0 0,1 0 0,3 1 0,-1 0 0,3 1 0,1 1 0,0-1 0,-1 2 0,-6-1 0,-1 0 0,2 0 0,-1 0 0,-3 0 0,0 0 0,0 0 0,1 0 0,4-1 0,1 2 0,-1 1 0,-1 1 0,2 0 0,-1 0 0,-1 1 0,-1 0 0,-3-2 0,0 0 0,1 0 0,-1 1 0,3-1 0,0 0 0,-1 2 0,1 0 0,-1-1 0,1-1 0,3 2 0,-1-2 0,-5-2 0,0 0 0,5 3 0,1 0 0,-1 0 0,1 0 0,2 0 0,1-1 0,-47-2 0,47 0 0,1 0 0,-48 0 0,48 0 0,-1 0 0,-1 0 0,1 0 0,-2 0 0,0 0 0,-2 0 0,1 0 0,-37 0 0,-1 0 0,-2 0 0,43 0 0,-1 0 0,0 0 0,-1 0 0,-5 0 0,1 0 0,7 3 0,1 0 0,-1 0 0,0 0 0,-45 3 0,46-2 0,0-1 0,-3-2 0,-1 0 0,-4 2 0,-1 0 0,5 1 0,-1-1 0,-4 0 0,1 0 0,7 0 0,1 0 0,-43-3 0,-5 0 0,47 0 0,0 0 0,-1 0 0,-1 0 0,1 0 0,1 0 0,-42 0 0,0 0 0,10 0 0,2 0 0,5-6 0,-5 0 0,-1 1 0,-5 5 0,0-6 0,0 0 0,10 1 51,7 5 1,0 0 0,4 0 0,-8 0-52,-7 0 0,2 0 0,-3 0 0,9 0 129,-3 0 1,10 0-130,2 0 0,8-6 391,-3 0 1,5 0-392,1 6 0,-1-5 0,-3-3 0,-1 0 296,1 1 1,3-1-297,1 2 0,2 4 0,5-3 0,-3 1 0,8-2 0,-1 4 0,7-4 0,-2 3 111,-4-3 1,-3 4-112,-2-4 0,-5 4 0,4 2 0,-4 0 0,-1 0 0,5-5 0,0-1 0,6 0 0,-6 6 0,6-2 0,-6-3 0,8 3 0,-5-4 0,3 2 0,0-2 0,-6 4 0,6-3 0,-2 1 0,2-2 0,-4 4 0,-8-3 0,3 1 0,3-2 0,4 4 0,7-4 0,1 3 0,-3-1 0,1-2 0,2 2 0,1 2 0,10 2 0,2 0 0,-7 0 0,5 0 0,-6 0 0,8 0 0,-2 0 0,4 0 0,2 0 0,-6 0 0,0 0 0,0 0 0,6 0 0,-3 6 0,-3 0 0,2 1 0,-7-1 0,7-2 0,-2 7 0,4-7 0,1 2 0,1 2 0,0-3 0,0-1 0,7-2 0,3-2 0,7 0 0,0 0 0,0 8 0,5-5 0,1 9 0,0-1 0,-6 7 0,0 6 0,0 5 0,0 5 0,0 7 0,-2 4 0,-4 5 0,2 4 0,-7 3 0,7 2 0,-2 4 0,-1-4 0,1-7 0,0 0 0,6-1 0,0 1 0,0-1 0,0-5 0,0 0 0,0 0 0,0-2 0,6 5 0,0-3 0,-1-2 0,-5 2 0,0 8 0,0 9 0,-1 11 0,-5 6-298,-4-31 1,-5 2 0,-5 1-1,-4 1 1,-7 7 0,1 0 0</inkml:trace>
  <inkml:trace contextRef="#ctx0" brushRef="#br0" timeOffset="2">2753 11537 8912,'-17'-8'0,"-2"-4"0,-2-3 0,-2 0 0,2 2 0,2 3 0,2 2 0,0 3 0,-1 5 0,3-2 0,4-4 0,-5 4 0,7-6 0,-9 8 0,1 0 0,0 0 0,0 0 0,0 0 0,-6 6 0,0 0 0,-8 7 0,2-1 0,-3 3 0,-2 2 0,-1 0 0,1 1 0,-3-1 0,-3 0 0,2 6 0,-8 0 0,6 2 0,-6-2 0,-2 5 0,-1 5 0,3 1 0,0 0 0,8 1 0,-3-1 0,5 1 0,2-1 0,7 0 0,6 1 0,6-1 0,3 1 0,2-1 0,-1 0 0,1-5 0,5 0 0,1-6 0,-8 5 0,7 1 0,-7 5 0,6 1 0,-5-1 0,5 8 0,-5 4 0,5 4 0,-5 3 0,-1 2 0,3 3 0,-5 5 0,8-6 0,-5 12 0,5-6 0,-5 0 0,5-11 0,0 1 0,6 4 0,0 5 0,0 6 0,0 1 0,0 0 0,0 0 0,0-1 0,0 1 0,0 0 0,0 0-132,0-1 0,0 3 132,0 4 0,0 1 0,0 4 0,0-3 0,0-8 0,0-3 0,0-1 0,0-2 0,0 2 0,-5 2 0,-1 2 0,0 2 0,6 3 0,0-9 0,0 4 0,-6-6 0,1 0 0,-1 4 0,6-4 0,0 4 0,0 1 0,0 1 0,0 0 0,0 0 0,0 0 0,0-3 0,0-3 0,0 2 0,0-7 0,0-1 0,0-5 0,0-1 0,0 1 0,0 5 0,0-2 0,0-1 0,0-1 0,6-10 0,-1 8 0,1-9 0,-6 4 0,0-8 0,0 2 0,6 2 132,0-2 0,1 1-132,-1-7 0,-4 6 0,5 0 0,-1-2 0,0-1 0,2-3 0,-3 0 0,-3 1 0,4-1 0,-2-7 0,2-4 0,-5-4 0,7-2 0,0 0 0,-6 1 0,11-1 0,-7 0 0,1-6 0,-1 1 0,-4-6 0,4 5 0,1-5 0,-1 5 0,2-7 0,-2 2 0,-3 1 0,9 1 0,1 0 0,3-1 0,-3 1 0,4-2 0,-3-4 0,8 3 0,5-1 0,2 2 0,5-4 0,7 4 0,-3-5 0,8-1 0,0 0 0,7 0 0,3 0 0,1 0 0,0-1 0,-5-5 0,0 2 0,-1-7 0,1 5 0,-1-6 0,-1 7 0,-4-7 0,2 3 0,-8-5 0,0 5 0,2 1 0,-13-3 0,0 5 0,-16 0 0,-5 6 0,-8 0 0,-6 2 0,-2 4 0,1 9 0,-1 12 0,-6 1 0,-3 14 0,-9-7 0</inkml:trace>
  <inkml:trace contextRef="#ctx0" brushRef="#br0" timeOffset="3">25675 16368 8912,'0'-17'0,"0"-1"0,0 1 0,0 0 0,2 2 0,4 3 0,-4 3 0,4 3 0,3 4 0,1-4 0,7 12 0,0 6 0,0 3 0,3 2 0,1 2 0,1 4 0,9-4 0,-2 4 0,11-4 0,6-2 0,5-1 0,7-5 0,9 3 0,7-9 0,3 1 0,-3-6 0,10-2 0,12-4 0,-47 4 0,1-1-234,7-5 1,1-2-1,3 4 1,1-1 233,3-4 0,2-1 0,-2 0 0,0-1 0,1 2 0,-1-1 0,-2 1 0,-1-1 0,1 3 0,0 1 0,-2 0 0,-2 1 0,-1 1 0,-1 1 0,-4-2 0,-3 0 0,38 1 0,-11 3 0,-14 1 0,-13 2 0,-4 0 0,-8 0 0,2 0 0,-4 0 0,-3 0 0,-3 0 0,-1 0 0,-6 5 0,6 1 0,-10 2 0,-2-2 0,-2-3 467,-9 9 0,0-6-467,-6 5 0,0 0 0,-4 7 0,-8-1 0,-7 0 0,-15 0 0</inkml:trace>
  <inkml:trace contextRef="#ctx0" brushRef="#br0" timeOffset="4">3149 16609 8912,'-11'0'0,"1"-2"0,3-4 0,-1 4 0,2-4 0,2 4 0,-7 2 0,7 0 0,-4 0 0,6 0 0,-3 0 0,3 0 0,-6 0 0,8 0 0,0 0 0,0 8 0,0-6 0,0 7 0,0-3 0,0-4 0,0 6 0,0-1 0,0-3 0,0 8 0,0-8 0,0 11 0,0-6 0,0 1 0,-2 3 0,-4-7 0,5 7 0,-7-11 0,8 6 0,-2-2 0,-4-1 0,4 3 0,-3-2 0,3-4 0,4 7 0,3-3 0,-3-4 0,14 13 0,-7-5 0</inkml:trace>
  <inkml:trace contextRef="#ctx0" brushRef="#br0" timeOffset="5">3184 16832 8912,'24'8'0,"-4"-6"0,12 13 0,-5-11 0,9 7 0,2 3 0,3 1 0,1-4 0,-2 1 0,-4-3 0,4 3 0,2 3 0,0-3 0,0 1 0,1-2 0,4-1 0,-1-4 0,10-4 0,1 3 0,-5-1 0,-6 2 0,-1-4 0,7 3 0,-2-3 0,-2-2 0,-4 0 0,-2 0 0,5 2 0,-1 4 0,2-4 0,-2 4 0,4-2 0,-4 1 0,3-3 0,3 4 0,5-2 0,1 1 0,5-3 0,-4 4 0,-2-4 0,-3-2 0,5 0 0,-13 0 0,8 0 0,-8 0 0,-1 0 0,7 0 0,-2-2 0,13-4 0,-6 4 0,6-3 0,2 3 0,2 2 0,0 0 0,-4 0 0,-2 6 0,-3-1 0,-3 1 0,8-6 0,6 0 0,6 0 0,-3 0 0,-8 0 0,1 0 0,-6 0 0,-2-2 0,-3-4 0,-6 4 0,-14-3 0,6-3 0,0 2 0,8-5 0,-2 5 0,2-5 0,-2 5 0,9-6 0,-3 7 0,3-7 0,-3 7 0,-2 1 0,-5 2 0,-3-4 0,-7 0 0,-1 1 0,1 5 0,-9 0 0,-3 0 0,2 0 0,-2 0 0,0 0 0,-6 0 0,1 0 0,-1 0 0,0 0 0,0 0 0,0-6 0,1 0 0,-1 0 0,0 6 0,0 0 0,0 0 0,1-1 0,-1-3 0,0-2 0,0 2 0,1 2 0,-1 2 0,6 0 0,0 0 0,0-5 0,-6-1 0,0 0 0,0 6 0,0 0 0,1 0 0,-7 0 0,-1-2 0,-1-2 0,1-1 0,-6-1 0,11 6 0,-13 0 0,5 0 0,-7 0 0,0 0 0,-7 0 0,-18 8 0,-19 9 0,-17 9 0</inkml:trace>
  <inkml:trace contextRef="#ctx0" brushRef="#br0" timeOffset="6">29220 14700 8912,'-17'-8'0,"0"-1"0,0-3 0,1 1 0,5-2 0,5-3 0,4 5 0,2-1 0,0-1 0,0-2 0,0-4 0,0-4 0,0 2 0,0-6 0,0 2 0,0 4 0,2 4 0,4 5 0,-4-3 0,-2 13 0,-12-3 0,-5 18 0,-6 10 0,-4 9 0,-7 10 0,2 10 0,3 9 0,-2 6 0,8 2 0,0-2 0,6-4 0,6 3 0,-1-2 0,8-3 0,-1-2 0,3-4 0,2-5 0,2-12 0,3-3 0,-3-1 0,4-5 0,2-5 0,-3-1 0,7-4 0,-6-1 0,7-1 0,-11-8 0,-2-1 0,-10-8 0</inkml:trace>
  <inkml:trace contextRef="#ctx0" brushRef="#br0" timeOffset="7">28721 15078 8912,'-9'-7'0,"1"-3"0,8-7 0,8 6 0,3-1 0,12 1 0,6-7 0,11 1 0,6 0 0,4 0 0,1 0 0,7 1 0,-1 5 0,0-4 0,-5 13 0,0-6 0</inkml:trace>
  <inkml:trace contextRef="#ctx0" brushRef="#br0" timeOffset="8">29341 15078 8912,'-12'6'0,"1"0"0,-3-2 0,7 5 0,-1-7 0,10 8 0,6-6 0,9 1 0,0 1 0,6-6 0,2-2 0,-2-4 0,2 3 0,-2-9 0,-4 2 0,4-1 0,-6-4 0,-6 3 0,3-3 0,-8-2 0,-1 0 0,-5-1 0,0 1 0,0 0 0,0 0 0,0 0 0,-7-1 0,-5 1 0,-3 8 0,-2 3 0,-1 4 0,1 2 0,6 2 0,-1 6 0,-1 9 0,-2 10 0,3 3 0,1-1 0,7 9 0,-2-4 0,4 3 0,2-9 0,4 3 0,8-8 0,1 5 0,16-7 0,1-5 0,3-9 0,7-5 0,0-2 0,6-9 0,-6-8 0,6-6 0,-6-6 0,0-3 0,-5 3 0,-3-4 0,-5 1 0,-8 3 0,-6 6 0,-9 4 0,2 2 0,-6 2 0,-6 3 0,-9 5 0,-8 7 0,-8 7 0,3 5 0,1 9 0,2 2 0,4-2 0,6-2 0,1 4 0,-3 0 0,8 0 0,3-6 0,4 0 0,2 0 0,0-5 0,0-1 0,2-1 0,4 1 0,5-5 0,4-4 0,3-2 0,-1 0 0,0-2 0,0-4 0,0-3 0,1-9 0,1 1 0,4 0 0,-10-4 0,4 4 0,-5-4 0,-1 9 0,-1 5 0,-6-1 0,3 2 0,3 1 0,-4-1 0,5 6 0,-5 7 0,5 5 0,-5 3 0,5 2 0,-5 1 0,6-1 0,-1 6 0,4 0 0,-1-2 0,-3-2 0,1-10 0,5-3 0,0-4 0,0-2 0,-1-2 0,-5-4 0,12-11 0,-4-10 0</inkml:trace>
  <inkml:trace contextRef="#ctx0" brushRef="#br0" timeOffset="9">30253 14528 8912,'-2'17'0,"-2"1"0,-2-1 0,3 0 0,1 6 0,2 0 0,0 7 0,0-1 0,0 9 0,0 2 0,2 2 0,3-3 0,5 3 0,-1 2 0,5-6 0,-8 2 0,5-4 0,-5-1 0,5-3 0,-5-3 0,0-4 0,-6-8 0,0 0 0,-8-8 0,-2-1 0,-7-8 0</inkml:trace>
  <inkml:trace contextRef="#ctx0" brushRef="#br0" timeOffset="10">30201 14975 8912,'0'-17'0,"0"6"0,0-1 0,0 8 0,10-3 0,7 7 0,2-6 0,10 0 0,5-5 0,6 3 0,1 0 0,1 1 0,-6-7 0,4 3 0,0-2 0,-5 1 0,-5 3 0,-13 3 0,1 4 0,-9-6 0,-1 16 0,-8 3 0,0 7 0,0 5 0,-6-4 0,0 4 0,1-4 0,5-2 0,0 0 0,0 0 0,0 0 0,0 1 0,0-7 0,2-1 0,3-3 0,5-1 0,7-6 0,-2-2 0,-3-4 0,3-3 0,-3-8 0,3-6 0,2 0 0,-5-6 0,-1 4 0,2 0 0,3 1 0,-5 1 0,1 5 0,-7 3 0,7 4 0,-6-3 0,5 9 0,-7-1 0,11 6 0,-5 2 0,-1 4 0,7 3 0,-7 8 0,8-1 0,1-5 0,-1-1 0,0-5 0,2-3 0,4 4 0,-4-4 0,6-2 0,-2 0 0,0 0 0,0 0 0,-6 0 0,6-6 0,0 0 0,-6-5 0,-5 5 0,-1-7 0,-1 3 0,-5-7 0,-3 8 0,-2 1 0,-2 8 0,-3 0 0,3 0 0,-12 2 0,9 4 0,1 5 0,2 4 0,2 2 0,2-1 0,4-5 0,-3 3 0,9-9 0,-3 3 0,5-4 0,-3 2 0,3-3 0,1-1 0,2-2 0,0 0 0,1 0 0,-7 0 0,1 0 0,-1 0 0,6 0 0,0 0 0,1 0 0,-1 0 0,0-7 0,0-5 0,-5 3 0,-1-3 0,-1 1 0,1-7 0,3 7 0,-9 0 0,1 5 0,-6-6 0,2 9 0,4-3 0,-4 6 0,3 6 0,-3 3 0,-2 8 0,6 2 0,0 4 0,0 4 0,-6 7 0,5 1 0,1-1 0,0 3 0,-6 1 0,0 2 0,0-2 0,-2-2 0,-4-1 0,-5 5 0,-12 0 0,-4 0 0,-23 2 0,-3 2 0</inkml:trace>
  <inkml:trace contextRef="#ctx0" brushRef="#br0" timeOffset="11">28704 14150 8912,'-27'19'0,"4"6"0,4 9 0,4 12 0,3 11 0,7 14 0,3 13 0,2 8 0,0-43 0,0 1 0,2 46 0,3-3 0,7-3 0,11-8 0,4-1 0,-1 1 0,1-6 0,-4 0 0,6 1 0,3 3 0,3-3 0,3-5 0,6-7 0,8-8 0,13-13 0,3-9 0,9-9 0,9-8 0</inkml:trace>
  <inkml:trace contextRef="#ctx0" brushRef="#br0" timeOffset="12">31836 13892 8912,'27'-8'0,"3"1"0,-5-5 0,2 7 0,4 3 0,-5 5 0,1 9 0,-2 13 0,-4 11 0,4 16 0,-4 13 0,-4 11 0,-3 16 0,-11-41 0,-1 3 0,3 8 0,0 2 0,-1 3 0,-1 2 0,-1 4 0,0 1 0,2 0 0,0 1-160,-1 4 0,0 2 0,0 2 1,-1 0-1,-2 3 0,-3 0 0,-3 5 1,-2 0 159,-5 2 0,-2 1 0,-2 1 0,-3 1 0,4-31 0,-1 0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7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18465 1410 8912,'-17'-8'0,"-1"6"0,3-5 0,2 1 0,3-2 0,1 1 0,-1-1 0,6-5 0,-1 1 0,3-3 0,11 1 0,8-3 0,8 2 0,12-16 0,5-3 0,9-4 0,10-10 0,14 2 0,-35 18 0,0-1 0,6-2 0,0-1 0,3-2 0,2-1-272,2-2 0,1 0 0,2 1 0,0 1 272,4-3 0,1 1 0,2 4 0,2 1 0,1 0 0,0 1 0,-9 7 0,-1 1 0,-4-1 0,-1 2 0,31-9-82,-13 8 0,-8-1 82,-9 1 0,-2 5 0,-5 7 0,-4 7 0,-13-2 0,-3 6 0,-8 4 0,-1 4 0,-5 1 0,-3-3 0,-8 6 534,0-9 0,0 13-534,0-5 0,0-1 46,0 1 0,0-5 0,-2 3 0,-4 1-46,-5 0 0,-14 7 0,-10 6 0,-7-2 0,-9-10 0,-9 4 0,-1-5 0</inkml:trace>
  <inkml:trace contextRef="#ctx0" brushRef="#br0" timeOffset="1">18620 722 8912,'0'-17'0,"0"5"0,0 1 0,-2 0 0,-4 1 0,2 2 0,-7 8 0,5 8 0,-5 5 0,-3 8 0,-1 8 0,-2 11 0,0 6 0,-6 6 0,0 5 0,-2-4 0,2 5 0,4 1 0,-4-2 0,4 4 0,1-9 0,9-1 0,3-16 0,4 1 0,2-13 0,2-2 0,4-9 0,5-5 0,12-7 0,4-7 0,7-5 0,9-3 0,4-2 0,7-1 0,3 1 0,3 0 0,-3 0 0,4 2 0,8 3 0,-8 4 0,-4 8 0,-3 0 0,-10 0 0,-2 0 0</inkml:trace>
  <inkml:trace contextRef="#ctx0" brushRef="#br0" timeOffset="2">21322 155 8912,'-16'-12'0,"3"1"0,1-3 0,7 5 0,-5-3 0,2-1 0,3 7 0,5 6 0,0 10 0,0 13 0,2 7 0,1 9 0,3 6 0,6 5 0,-7 2 0,7-6 0,-6-1 0,-1-1 0,-5 4 0,0-4 0,0-2 0,0-2 0,0-5 0,-2-9 0,-1-3 0,-3-4 0,2-2 0,2-7 0,-4-10 0,1-11 0,-1-7 0,6-5 0,2-3 0,4-9 0,3 1 0,8 0 0,1 1 0,-1 4 0,0-1 0,0 7 0,2 2 0,4 2 0,-4 4 0,4 3 0,2 4 0,-2 8 0,0 0 0,-6 0 0,-5 14 0,-1 3 0,-9 14 0,-2 3 0,-9 0 0,-14 6 0,2 2 0,-8-1 0,0-1 0,-5-6 0,5-1 0,0-3 0,1-3 0,1-2 0,4-8 0,12-6 0,3-7 0,8-6 0,0-15 0,9-8 0,9-9 0,-1-8 0,15-2 0,-5-8 0</inkml:trace>
  <inkml:trace contextRef="#ctx0" brushRef="#br0" timeOffset="3">21924 481 8912,'-2'10'0,"-4"-4"0,2-2 0,-7 1 0,7-1 0,-4 8 0,3 1 0,-1 2 0,-6 8 0,7 0 0,-1 6 0,6-6 0,0 7 0,0-1 0,0-4 0,0-2 0,0-4 0,0-2 0,8 0 0,3 0 0,-3-7 0,7-18 0,-5-11 0</inkml:trace>
  <inkml:trace contextRef="#ctx0" brushRef="#br0" timeOffset="4">21803 378 8912,'-26'-28'0,"3"-1"0,4 8 0,1-2 0,9 12 0,1 3 0,22 8 0,3 0 0,13 0 0,3-2 0,7-2 0,4-2 0,-4 1 0,6 5 0,-6 0 0,4-2 0,-2-4 0,6 4 0,-4-5 0</inkml:trace>
  <inkml:trace contextRef="#ctx0" brushRef="#br0" timeOffset="5">22302 361 8912,'0'17'0,"-7"-5"0,-5-1 0,-3-5 0,-2 5 0,-6-5 0,0 6 0,-6-1 0,6 6 0,0 2 0,6 2 0,0 4 0,0 2 0,7-4 0,4 5 0,5-5 0,1 6 0,0-8 0,0 2 0,7-4 0,5-2 0,5-5 0,6-1 0,-4-7 0,4 2 0,-4-6 0,-2-6 0,2-5 0,4-12 0,-9 2 0,3-8 0,-6 6 0,1-6 0,1 1 0,-7-5 0,-2 3 0,-2 1 0,-2 8 0,0-2 0,0 4 0,0 2 0,0 5 0,0 1 0,0 7 0,0-2 0,0 12 0,0 6 0,0 10 0,0 3 0,0 6 0,0-2 0,0 1 0,7 1 0,5-3 0,3-1 0,2-4 0,6-4 0,2 2 0,0-8 0,0-7 0,0 2 0,-2-2 0,-4-3 0,4-8 0,2 1 0,-3-8 0,1-5 0,-5-6 0,-3-5 0,-4 5 0,3-2 0,-8 2 0,-1 2 0,-5-8 0,0 8 0,0-2 0,0 4 0,-2 4 0,-3 3 0,3 5 0,-14 7 0,14 2 0,-3 3 0,3 5 0,2 7 0,0 0 0,2 1 0,3-1 0,-1 0 0,8 0 0,-1 0 0,6 1 0,-5-1 0,-1 0 0,-1 0 0,1 0 0,3 1 0,-8-1 0,-3 2 0,-1 4 0,-4-2 0,-3 7 0,-5-7 0,-7 2 0,0-4 0,-1-1 0,1-7 0,0 1 0,0-9 0,7 3 0,5-12 0,3-5 0,2-12 0,0-4 0,0-7 0</inkml:trace>
  <inkml:trace contextRef="#ctx0" brushRef="#br0" timeOffset="6">23438 189 8912,'-17'0'0,"0"0"0,5 0 0,1 0 0,7 8 0,-2 5 0,4 8 0,2 8 0,0 9 0,0 2 0,2 14 0,4-3 0,6 3 0,3-1 0,-4-3 0,1-4 0,-1-2 0,6-8 0,1-2 0,-1-7 0,-2-6 0,-3-4 0,3-7 0,-13-3 0,5-7 0</inkml:trace>
  <inkml:trace contextRef="#ctx0" brushRef="#br0" timeOffset="7">23421 567 8912,'-10'-7'0,"3"5"0,9-6 0,3 8 0,7 0 0,11 0 0,4-2 0,7-2 0,0-1 0,1 1 0,-1 0 0,1-2 0,1 4 0,2-3 0,2 3 0,-1 2 0,-11 0 0,-5 0 0,-4 0 0,-1 0 0,-7 0 0,1 0 0,-9 0 0,3 0 0,-12 0 0,-3 0 0,-8 0 0,-1 0 0,1-8 0,0 6 0,0-3 0,5 3 0,1 2 0,-1 0 0,-5 2 0,0 3 0,5 5 0,1 7 0,1 0 0,-1 0 0,3 6 0,8 0 0,0 6 0,0-6 0,0 5 0,4-5 0,8-2 0,11-2 0,7-1 0,5-1 0,7-8 0,4-3 0,3-6 0,3-6 0,7-11 0,2-10 0</inkml:trace>
  <inkml:trace contextRef="#ctx0" brushRef="#br0" timeOffset="8">24299 653 8912,'-18'6'0,"1"0"0,6 0 0,-1-6 0,8 1 0,-1 5 0,10 4 0,7 7 0,3 0 0,2 0 0,1 6 0,-1 2 0,0 2 0,0 3 0,0-3 0,1 2 0,-3-8 0,-4 2 0,-1-4 0,-4-2 0,-4-6 0,3 1 0,-5-8 0,-5 1 0,1-5 0,-8-5 0,1-7 0,1-3 0,-3-10 0,7-3 0,0-5 0,6-1 0,2-1 0,4 1 0,6 1 0,11 5 0,-2-3 0,7 8 0,1 0 0,5 8 0,1 2 0,-1 1 0,1 8 0,-1-1 0,-1 3 0,-5 2 0,-3 7 0,-8 3 0,-1 1 0,-5 1 0,-3-1 0,-8 7 0,-6-7 0,0 0 0,-5-5 0,5 6 0,0-7 0,6 7 0,0-6 0,0 5 0,0-5 0,0 5 0,6 1 0,2 5 0,1 0 0,1 0 0,1 0 0,-1-1 0,-4-5 0,-3 3 0,9-9 0,-6 1 0,5-6 0,-7-2 0,2-4 0,3-3 0,3-8 0,-3-2 0,3-2 0,1-4 0,2-2 0,-3 6 0,-1-2 0,1 4 0,5 2 0,-6 1 0,1 5 0,-6-2 0,5 7 0,-5 0 0,3 8 0,1 4 0,0 5 0,-7 6 0,3 6 0,-4-2 0,-2 8 0,6-8 0,0 2 0,-3-4 0,-1-2 0,-2 0 0,0 1 0,2-9 0,4-3 0,-4-4 0,7-2 0,-3 0 0,-2-8 0,7-3 0,1-5 0,5-1 0,0 0 0,0 0 0,3 0 0,3-1 0,-10 9 0,4 3 0,-2-1 0,8 1 0,-9 2 0,3 10 0,-6-2 0,1 7 0,3 6 0,-3 6 0,3 0 0,2-4 0,0 2 0,1 2 0,1 0 0,4-6 0,3 0 0,9 1 0</inkml:trace>
  <inkml:trace contextRef="#ctx0" brushRef="#br0" timeOffset="9">26071 155 8912,'-17'9'0,"0"-1"0,0-8 0,-1 9 0,1 7 0,0 9 0,0 7 0,-1 8 0,1 18 0,2 5 0,3 11 0,3-3 0,5 5 0,-2-1 0,3-1 0,1 1 0,2-7 0,0-6 0,0-5 0,0-6 0,0-5 0,0-7 0,0-9 0,2-11 0,3-7 0,-3-9 0,13-4 0,-3-17 0,11-14 0,4-12 0</inkml:trace>
  <inkml:trace contextRef="#ctx0" brushRef="#br0" timeOffset="10">26553 585 8912,'-19'0'0,"-2"0"0,-2 1 0,2 5 0,2 2 0,2 3 0,7 5 0,2-5 0,3 4 0,-1 3 0,2-1 0,10 0 0,3-2 0,9-3 0,1 1 0,4-7 0,-2-1 0,7-5 0,-5 0 0,4 0 0,-2 0 0,-4 0 0,-4-7 0,-5-5 0,1-3 0,-7-2 0,-1 0 0,-5 0 0,0-1 0,0 1 0,-7 0 0,-5 0 0,-3 1 0,-4 3 0,-2 4 0,-2 1 0,0 2 0,6 6 0,1 2 0,5 4 0,3-4 0,16 13 0,2-5 0</inkml:trace>
  <inkml:trace contextRef="#ctx0" brushRef="#br0" timeOffset="11">27431 413 8912,'-6'-35'0,"-2"3"0,-1 3 0,-5 6 0,1 10 0,1 1 0,-3 9 0,4-3 0,-5 6 0,-1 7 0,2 11 0,3 8 0,-1 7 0,7 1 0,-1 10 0,1 8 0,4-4 0,-4 9 0,4-7 0,2 7 0,0-4 0,0-1 0,0-1 0,0-1 0,0-2 0,0-2 0,0-8 0,0 2 0,0-6 0,0-5 0,0 2 0,0-8 0,0 0 0,0-6 0,0 0 0</inkml:trace>
  <inkml:trace contextRef="#ctx0" brushRef="#br0" timeOffset="12">27069 946 8912,'0'-18'0,"0"7"0,0 0 0,2 1 0,4-3 0,7 1 0,8-1 0,6 5 0,7 2 0,3-1 0,1-1 0,2-1 0,16-11 0,-3-6 0</inkml:trace>
  <inkml:trace contextRef="#ctx0" brushRef="#br0" timeOffset="13">27999 344 8912,'-18'-8'0,"1"1"0,0-5 0,0-1 0,-1 7 0,1 2 0,0 16 0,0 5 0,5 17 0,1 1 0,5 10 0,-3 1 0,-1 6 0,0 5 0,7 2 0,-3 4 0,4-1 0,2-5 0,0-4 0,0 5 0,0-7 0,2-5 0,2-8 0,1-7 0,7-6 0,-6-8 0,-1 0 0,-5 0 0,0-15 0,0-4 0</inkml:trace>
  <inkml:trace contextRef="#ctx0" brushRef="#br0" timeOffset="14">27620 911 8912,'-12'-2'0,"1"-3"0,7 3 0,-2-12 0,12 9 0,6-1 0,11 6 0,5 0 0,12-2 0,6-4 0,4-5 0,2 3 0,7-15 0,2 4 0</inkml:trace>
  <inkml:trace contextRef="#ctx0" brushRef="#br0" timeOffset="15">28532 619 8912,'-23'-12'0,"-2"3"0,0 1 0,0 4 0,-5 3 0,1 1 0,-3 0 0,-3 0 0,7 7 0,1 5 0,2 3 0,4 2 0,4 6 0,5 0 0,5 6 0,7-6 0,0 1 0,0-1 0,7-4 0,5 4 0,3 2 0,4-4 0,2-2 0,2 0 0,2-11 0,-2 9 0,-4-3 0,4 3 0,-4-2 0,-2-3 0,-5 3 0,-1-4 0,-7-1 0,2 1 0,-4 3 0,-10 1 0,-3 2 0,-10-5 0,-2-1 0,-8-5 0,2 5 0,4-7 0,3 2 0,2-4 0,3-2 0,0-2 0,0-4 0,7-3 0,3-16 0,7-2 0</inkml:trace>
  <inkml:trace contextRef="#ctx0" brushRef="#br0" timeOffset="16">28618 860 8912,'0'9'0,"0"-1"0,0-8 0,2 0 0,4 0 0,3 0 0,8 0 0,3 0 0,1 0 0,3 0 0,3 0 0,-4-8 0,6-3 0,-2 1 0,1-1 0,-3-1 0,-8-5 0,-5-2 0,-3-2 0,-1-2 0,-4 2 0,-2 2 0,-10 2 0,-3 0 0,-5 7 0,-1 4 0,-6 4 0,0 2 0,-2 8 0,4 5 0,-2 6 0,2 4 0,4 8 0,6-2 0,-3 3 0,9 2 0,-7 7 0,6-1 0,3 0 0,8-6 0,7-1 0,11-5 0,-2 1 0,7-12 0,1 2 0,7-13 0,5-2 0,4-2 0,-1-6 0,2-8 0,-2-1 0,2-16 0,2 1 0,-8-7 0,-5-1 0,-9-2 0,-1-2 0,-4 2 0,-2-4 0,-1 1 0,-3-6 0,-4 1 0,-1-4 0,-4-1 0,-4-5 0,3 5 0,-3 3 0,-2 13 0,0 9 0,-2 9 0,-2 13 0,-3 9 0,-3 13 0,-1 8 0,-6 14 0,-1 10 0,1 7 0,2 3 0,3-3 0,-1-4 0,5 7 0,1-3 0,-1 0 0,2 1 0,6-7 0,0-5 0,0 0 0,2-4 0,4-2 0,4-7 0,7-18 0,0-4 0,0-5 0,8-4 0,-6-10 0,6-1 0</inkml:trace>
  <inkml:trace contextRef="#ctx0" brushRef="#br0" timeOffset="17">29238 550 8912,'-62'8'0,"7"3"0,9 5 0,12 1 0,14 0 0,15 0 0,3-5 0,2-1 0,15 1 0,10 3 0,13-4 0,14-5 0,9-4 0,14-2 0,-3 0-151,9 0 1,-9-6 150,3 0 0,-12-15 0,11 2 0,-3-15 0</inkml:trace>
  <inkml:trace contextRef="#ctx0" brushRef="#br0" timeOffset="18">20977 2888 8912,'-11'0'0,"-1"0"0,1-1 0,1-5 0,5 4 0,10-4 0,9 12 0,13 7 0,9 6 0,6 4 0,11 10 0,12-1 0,6 8 0,4 4 0,9 4 0,-41-20 0,0 1 0,5-1 0,1 0 0,6 2 0,1 1 0,1-1 0,-1-1-145,-3-1 1,-1 0 0,-3-5 0,-2-1 144,33 18 0,-3-9 0,-12-4 0,-6-4 0,-7-8 0,-18 0 0,1-9 0,-13 0 0,-4-6 0,-13 0 0,-10 0 0,-7 0 0,-11-2 0,-5-4 0,-5-5 288,-1-12 1,-10-4-289,-8-7 0,0-1 0,-7 1 0</inkml:trace>
  <inkml:trace contextRef="#ctx0" brushRef="#br0" timeOffset="19">21201 2871 8912,'-23'-7'0,"-2"-3"0,0 1 0,1 3 0,6 4 0,5 2 0,-4 0 0,-4 0 0,-8 9 0,6 9 0,-6 1 0,5 9 0,-1 5 0,0 5 0,2-2 0,6 4 0,-1-3 0,1-3 0,2 1 0,4-1 0,3-7 0,8-4 0,0-4 0,-2-10 0,-4-3 0,4-12 0,-3-5 0,-5-20 0,0-5 0</inkml:trace>
  <inkml:trace contextRef="#ctx0" brushRef="#br0" timeOffset="20">20822 2974 8912,'0'-9'0,"8"-5"0,4 9 0,11-3 0,5 2 0,14-3 0,10-8 0,7 5 0,12 1 0,2-5 0,1-5 0,6 4 0,-5 0 0,-2-6-62,-10 6 1,-4-4 0,-7 4-1</inkml:trace>
  <inkml:trace contextRef="#ctx0" brushRef="#br0" timeOffset="21">22939 3267 8912,'-2'-17'0,"-2"-1"0,-3 1 0,-1 0 0,0 0 0,-3 5 0,5 1 0,1 7 0,5-4 0,1 8 0,5 0 0,-2 0 0,7 2 0,3 4 0,1 5 0,2 1 0,1 5 0,-1-4 0,0 10 0,2 4 0,4 2 0,-4-2 0,4 1 0,-6 3 0,-5 1 0,1-3 0,-7 0 0,5-3 0,-5 3 0,0-4 0,-6-8 0,0 0 0,-8-7 0,-1-8 0,-1-12 0,-5-9 0,3-15 0,3-7 0,-3 1 0,8-7 0,-1 1 0,3-4 0,2 0 0,0 6 0,0 10 0,0 2 0,0 9 0,0 0 0,2 13 0,3 4 0,-1 6 0,8 6 0,1 6 0,2 3 0,3 8 0,-1 0 0,8 0 0,3-6 0,3-2 0,-2-3 0,3 3 0,-5-5 0</inkml:trace>
  <inkml:trace contextRef="#ctx0" brushRef="#br0" timeOffset="22">23455 3284 8912,'-17'-15'0,"0"1"0,0 5 0,2-1 0,1 2 0,3 1 0,7 1 0,-4 8 0,8 4 0,0 5 0,8-1 0,3 1 0,5 3 0,1-7 0,0-1 0,0-4 0,0-2 0,1-2 0,-1-4 0,0 2 0,0-7 0,0-2 0,1-8 0,-3-2 0,-4 2 0,-1 2 0,-4 1 0,-4-5 0,3 0 0,-10 1 0,-7 4 0,-5 7 0,-6-1 0,2 9 0,-6-1 0,0 8 0,1 7 0,3 12 0,-6 6 0,8 11 0,-2 6 0,12 9 0,5 2 0,4-5 0,2-6 0,8-2 0,3 2 0,14-6 0,9-12 0,3-10 0,9-13 0,1-5 0,3-5 0,7-13 0,1-10 0,-10-5 0,-14-1 0,-7-8 0,-10-2 0,0-8 0</inkml:trace>
  <inkml:trace contextRef="#ctx0" brushRef="#br0" timeOffset="23">23954 2699 8912,'-17'-17'0,"8"8"0,1 5 0,8 15 0,0 8 0,0 16 0,0 5 0,0 4 0,2 4 0,4 5 0,-2 2 0,7-3 0,-5 5 0,5 1 0,-5-1 0,5-5 0,1-10 0,5-8 0,2-7 0,2-12 0,2-4 0,-2-5 0,-2-12 0,-1-3 0</inkml:trace>
  <inkml:trace contextRef="#ctx0" brushRef="#br0" timeOffset="24">24367 2974 8912,'-24'0'0,"3"0"0,-8 0 0,8 8 0,-4 5 0,2 8 0,0 8 0,0-2 0,6 1 0,7 1 0,5 6 0,3-7 0,2 1 0,0-6 0,0 5 0,6-12 0,-1 1 0,9-6 0,-3 1 0,-1-5 0,1-7 0,3-1 0,1-5 0,2-4 0,0-7 0,0-6 0,1 0 0,-3-5 0,-4 5 0,3-8 0,-8 2 0,5 5 0,-5 1 0,1 0 0,-1 6 0,-4-4 0,4 9 0,-4-3 0,0 5 0,3 5 0,-3 16 0,4 6 0,-4 12 0,-2-1 0,2 5 0,4 1 0,-3 1 0,9-1 0,-1-5 0,7-1 0,-1-7 0,0 2 0,0-5 0,0-7 0,1-3 0,-1-8 0,0 0 0,0 0 0,-7-16 0,-5-7 0,5-15 0,0-6 0</inkml:trace>
  <inkml:trace contextRef="#ctx0" brushRef="#br0" timeOffset="25">24660 2665 8912,'0'-17'0,"6"0"0,0-1 0,-1 1 0,-5 0 0,0 0 0,0 7 0,-5 18 0,-1 15 0,0 7 0,6 5 0,0 7 0,0 4 0,0 3 0,0 3 0,2-2 0,4-5 0,3 5 0,8-4 0,3 2 0,3-2 0,-2-4 0,5-10 0,1-3 0,0-6 0,-4-6 0,5-6 0,-6-5 0,0-12 0,3-5 0,-2-12 0,0-4 0,-6-7 0,1-1 0,-1 1 0,-2 0 0,-3-1 0,-5 1 0,-7-1 0,0 3 0,0 3 0,0 4 0,0 8 0,-7 2 0,-5 4 0,-1 7 0,1 8 0,-3 7 0,3 12 0,-1 4 0,0 7 0,3 2 0,3 4 0,1-3 0,6 3 0,0 0 0,0-6 0,2 5 0,3-11 0,5-3 0,7-2 0,6-6 0,0-5 0,8-7 0,-3-10 0,-1-5 0,2-7 0,-1-8 0,7-6 0,-3-5 0,-3-4 0,2 0 0,-8 6 0,0-7 0,-8 1 0,-2 4 0,-1 5 0,-8 1 0,1 7 0,-3 0 0,-4 14 0,-3 3 0,3 6 0,-4 6 0,-2 3 0,3 8 0,-1 8 0,6 4 0,0-1 0,2 5 0,2 3 0,1 0 0,9 1 0,-3-3 0,4 1 0,3-1 0,-1-7 0,0-4 0,0 0 0,0-6 0,-5 4 0,-1-10 0,-7-3 0,2-1 0,-12-7 0,-5 0 0,-12 0 0,-12 0 0,-9 0 0</inkml:trace>
  <inkml:trace contextRef="#ctx0" brushRef="#br0" timeOffset="26">24591 2974 8912,'-25'27'0,"0"-4"0,4-4 0,2-9 0,19-5 0,8-3 0,15-2 0,11 0 0,18-15 0,15-8 0,7-7 0,5-5 0,-1 1 0,3-1 0,-5 3-132,-7 3 0,-8-3 132,-4 3 0,-3-3 0,-2-3 0</inkml:trace>
  <inkml:trace contextRef="#ctx0" brushRef="#br0" timeOffset="27">27052 2579 8912,'-10'-2'0,"3"-2"0,1-3 0,-2-1 0,1-2 0,-1 1 0,-3 3 0,3-3 0,-2 1 0,5-4 0,-7 7 0,-1 1 0,3 10 0,-1 5 0,5 12 0,-5 6 0,-1 3 0,3 3 0,-7 5 0,5 0 0,-3 6 0,3-6 0,-2 2 0,5-6 0,0-2 0,1-7 0,1-6 0,6-4 0,0 1 0,0-9 0,0-5 0,2-15 0,4-12 0,1-8 0,5-3 0,3-8 0,-4-4 0,3-4 0,-3-1 0,5-7 0,-5 1 0,-1-2 0,1 1 0,-1 5 0,3-4 0,-1 7 0,1 10 0,-4 7 0,3 16 0,-6 9 0,5 8 0,-1 12 0,1 17 0,3 9 0,-9 19 0,7 4 0,-6 8 0,5 0 0,-5 0 0,1-8 0,-3-4 0,2-4 0,-2-1 0,3-2 0,-1-4 0,2-4 0,-2-8 0,-5-7 0,5-4 0,-6-4 0,-6-4 0,-5-3 0,-4-7 0,-3-18 0,1-6 0</inkml:trace>
  <inkml:trace contextRef="#ctx0" brushRef="#br0" timeOffset="28">26794 2871 8912,'-8'-9'0,"-1"-5"0,-9 9 0,7-7 0,0 6 0,7-7 0,-4 11 0,23-11 0,8 7 0,16 0 0,6 6 0,11-5 0,1-1 0,1 0 0,1-2 0,-6 5 0,5-9 0,-5 1 0,-1-6 0,0-1 0,-1 1 0</inkml:trace>
  <inkml:trace contextRef="#ctx0" brushRef="#br0" timeOffset="29">27586 2527 8912,'7'-9'0,"-5"-1"0,4 5 0,-12 3 0,-5-4 0,-5 4 0,-1 2 0,-2 10 0,-4 7 0,2 8 0,-8 9 0,8 6 0,-2 0 0,10 6 0,1-6 0,9 2 0,-3-4 0,6 1 0,6-7 0,3-5 0,8-10 0,6-6 0,0 1 0,6-10 0,-6-2 0,6-8 0,-6-9 0,1-8 0,-1-3 0,-4-5 0,4-1 0,-11-3 0,-6-3 0,-4 2 0,-2-8 0,-4 8 0,-8-2 0,-1 5 0,-16 7 0,-1 5 0,-3 4 0,4 9 0,3 5 0,1 3 0,4 2 0,2 0 0,1 0 0,1 0 0</inkml:trace>
  <inkml:trace contextRef="#ctx0" brushRef="#br0" timeOffset="30">27603 2682 8912,'0'17'0,"0"1"0,0-1 0,0 0 0,0 0 0,2 0 0,3 0 0,-1 6 0,8 0 0,-1 8 0,6-2 0,1-3 0,-1 5 0,2 3 0,4 4 0,-2 3 0,8-7 0,-7-2 0,7-3 0,-2 2 0,2-8 0,3-8 0,-13-7 0,6-8 0</inkml:trace>
  <inkml:trace contextRef="#ctx0" brushRef="#br0" timeOffset="31">28412 2631 8912,'9'0'0,"-1"1"0,-8 5 0,0 6 0,0 11 0,0 5 0,0 5 0,0 3 0,0 4 0,0 6 0,0 4 0,0 1 0,0 1 0,2-6 0,3-1 0,-1-6 0,8 1 0,1-4 0,-5-17 0,7 4 0,-5-13 0</inkml:trace>
  <inkml:trace contextRef="#ctx0" brushRef="#br0" timeOffset="32">28446 2441 8912,'-10'-1'0,"5"-5"0,3 2 0,2-7 0,4 7 0,5-4 0,10 2 0,6 1 0,4-1 0,5 8 0,1 3 0,-1 7 0,0-2 0,1 1 0,-3 2 0,-3 3 0,-4 1 0,-8 0 0,0 0 0,1 0 0,-9 1 0,-3-1 0,-6 0 0,-6 0 0,-5 0 0,-12 1 0,2-1 0,-8 0 0,8 0 0,-2-2 0,4-1 0,2-3 0,-1-7 0,1 2 0,8-4 0,1-2 0</inkml:trace>
  <inkml:trace contextRef="#ctx0" brushRef="#br0" timeOffset="33">29151 2579 8912,'0'-10'0,"0"-5"0,0 13 0,0-2 0,0 16 0,0 1 0,0 16 0,0-6 0,0 5 0,-1 1 0,-5 6 0,4-1 0,-4 0 0,2-7 0,-1-4 0,3-2 0,-4 2 0,4-10 0,2 4 0,0-11 0,0-6 0,0-11 0,0-12 0,0-6 0,8-11 0,3-6 0,10-5 0,2-7 0,2 3 0,-4-10 0,4-4 0,2-3 0,-4 5 0,5 9 0,-7 14 0,2 10 0,-4 13 0,-1 10 0,-7 9 0,-1 4 0,-3 15 0,-3 15 0,-2 6 0,-2 14 0,0-4 0,0 9 0,0-1 0,2-1 0,2 2 0,2-1 0,1-9 0,-1-1 0,-2-8 0,7 3 0,-1-11 0,3-5 0,-1-4 0,1-6 0,-5-7 0,-3 3 0,5-7 0,-8-4 0,4-11 0,-12-12 0,-4-4 0</inkml:trace>
  <inkml:trace contextRef="#ctx0" brushRef="#br0" timeOffset="34">29151 2613 8912,'-17'0'0,"8"2"0,3 4 0,6-4 0,6 4 0,11-4 0,14-2 0,9-2 0,11-4 0,7 2 0,5-7 0,2-1 0,-8-5 0,-1 6 0,-11-1 0,-2 8 0,-24-3 0,-14 7 0,-22 0 0,-15 7 0,-12 3 0</inkml:trace>
  <inkml:trace contextRef="#ctx0" brushRef="#br0" timeOffset="35">27912 3043 8912,'-9'17'0,"1"1"0,3-1 0,-1 2 0,2 2 0,2 4 0,2 1 0,0 3 0,2 6 0,2-1 0,2 0 0,-1 6 0,-5 1 0,6 2 0,0-8 0,-1 3 0,3-11 0,2 7 0</inkml:trace>
  <inkml:trace contextRef="#ctx0" brushRef="#br0" timeOffset="36">5558 946 8912,'-44'7'0,"2"-5"0,8 4 0,0-4 0,-1-2 0,6 0 0,3-2 0,1-2 0,4-4 0,2-1 0,1-4 0,7 3 0,1-1 0,3-3 0,1-1 0,6-2 0,0-1 0,0 7 0,0 0 0,0 5 0,0-6 0,0 9 0,0-13 0,2 14 0,4-3 0,3 3 0,8 2 0,3 0 0,3 0 0,3 7 0,9 5 0,1 3 0,4 2 0,4 0 0,8 1 0,-6 5 0,0 0 0,-2 7 0,1-1 0,3 3 0,-8 3 0,-1-3 0,-11-1 0,-5-3 0,-4 3 0,-3-1 0,-5-1 0,-3-4 0,-8-8 0,-2 0 0,-4 0 0,2-1 0,-7-5 0,-1 3 0,-5-9 0,-6 7 0,0-6 0,-5-1 0,5-5 0,-16 8 0,3 1 0</inkml:trace>
  <inkml:trace contextRef="#ctx0" brushRef="#br0" timeOffset="37">5421 1375 8912,'0'12'0,"0"-1"0,0-7 0,0 4 0,0-8 0,2 0 0,3 0 0,5 0 0,7 0 0,6 0 0,0 0 0,8 0 0,-3 0 0,7 0 0,5 0 0,-4 0 0,4-2 0,-3-2 0,-3-2 0,1-7 0,-1 2 0,0-12 0,1-4 0</inkml:trace>
  <inkml:trace contextRef="#ctx0" brushRef="#br0" timeOffset="38">6126 1049 8912,'-5'19'0,"-1"4"0,-8 5 0,3 13 0,-4 3 0,-3 7 0,1 1 0,2-1 0,2 3 0,1 3 0,8-9 0,-1 3 0,-5-18 0,-2-4 0,-3-8 0,-2-4 0</inkml:trace>
  <inkml:trace contextRef="#ctx0" brushRef="#br0" timeOffset="39">3614 361 8912,'-8'-17'0,"-3"0"0,-5-1 0,-1 1 0</inkml:trace>
  <inkml:trace contextRef="#ctx0" brushRef="#br0" timeOffset="40">3562 241 8912,'-7'-10'0,"-3"3"0</inkml:trace>
  <inkml:trace contextRef="#ctx0" brushRef="#br0" timeOffset="41">3562 275 8912,'6'29'0,"0"-1"0,5 3 0,-3 7 0,1 2 0,-3 6 0,6-6 0,-7 2 0,5-4 0,-1 3 0,1-3 0,0-10 0,1-5 0,4-4 0,-5-3 0,7-5 0,0-9 0,0-8 0,1-13 0,-1 0 0,0-6 0,0-5 0,-5-3 0,-1-1 0,-7 0 0,2-1 0,-4 7 0,-2-1 0,0 8 0,0-2 0,0 10 0,0 1 0,0 10 0,0 2 0,0 10 0,0 13 0,0 3 0,0 9 0,2-1 0,3 1 0,-1-1 0,8 0 0,-8-1 0,1-5 0,3 3 0,0-10 0,-1-4 0,1-3 0,-2-11 0,-6-4 0,0-17 0,-8-7 0,-2-9 0</inkml:trace>
  <inkml:trace contextRef="#ctx0" brushRef="#br0" timeOffset="42">3820 395 8912,'8'-9'0,"-6"-1"0,4 5 0,-4 3 0,-2-14 0,0 15 0,7-7 0,5 8 0,-3 0 0,3 0 0,-1-8 0,6-1 0</inkml:trace>
  <inkml:trace contextRef="#ctx0" brushRef="#br0" timeOffset="43">4199 464 8912,'0'12'0,"0"-1"0,0-7 0,-8 11 0,6-5 0,-3 7 0,3 0 0,2-5 0,0-1 0,0 1 0,0 5 0,0 0 0,0-7 0,0 5 0,0-13 0,0-2 0,0-12 0,0-9 0,0-2 0,0 0 0,0 6 0,5-6 0,3-2 0,2 1 0,3-1 0,-3 8 0,1 5 0,1 3 0,5-3 0,0 4 0,0 8 0,0 0 0,1 0 0,-1 8 0,0 4 0,2 3 0,2 4 0,2 2 0,-2 2 0,0-6 0,2-5 0,-2-3 0,8 3 0,-8-5 0,2-7 0,-4 0 0,-2 0 0,0-7 0,1-5 0,-3-9 0,-4-2 0,3-6 0,-9 7 0,1-7 0,-8 4 0,-3 0 0,-7 0 0,-3 8 0,-2 6 0,-6 7 0,0-2 0,0 6 0,6 6 0,-1 5 0,1 12 0,2 4 0,3 6 0,5-3 0,-1-1 0,6-1 0,-4 7 0,4-1 0,2 1 0,2-9 0,4-3 0,4-4 0,7-1 0,6-3 0,0-4 0,7-3 0,-1-8 0,-2-8 0,1-5 0,1-6 0,-2-4 0,-2-8 0,-8 3 0,-6 1 0,1-2 0,-8 3 0,2-3 0,-5 4 0,-1 8 0,0 0 0,-1 1 0,-5 5 0,4 3 0,-6 8 0,8 2 0,0 4 0,0 3 0,0 9 0,0-1 0,2 0 0,4 0 0,-2 0 0,7 1 0,3-3 0,1-4 0,2 5 0,0-13 0,0 9 0,1-8 0,-1 1 0,0-3 0,0-2 0,1 0 0,-1 0 0,0 0 0,0 0 0,-7 0 0,5-7 0,-13-3 0,6-7 0</inkml:trace>
  <inkml:trace contextRef="#ctx0" brushRef="#br0" timeOffset="44">5059 413 8912,'-7'-18'0,"5"1"0,-6 8 0,10 1 0,4 8 0,3 0 0,9 0 0,5 6 0,-1 0 0,9 7 0,-4-4 0,1 3 0,1-1 0,-8-1 0,2 1 0,-4 5 0,-2-5 0,-7 4 0,5 3 0,-15-3 0,0-4 0,-2-3 0,-9-8 0,-1 0 0,-5 0 0,2-8 0,2-5 0,3-8 0,2-8 0,3 3 0,5-3 0,0-5 0,0-7 0,2 3 0,3 10 0,5-3 0,7 8 0,2 0 0,4 8 0,6 3 0,3 7 0,-3 5 0,0 5 0,-6 5 0,5 7 0,1 0 0,5 1 0</inkml:trace>
  <inkml:trace contextRef="#ctx0" brushRef="#br0" timeOffset="45">6006 361 8912,'11'0'0,"1"0"0,-8-2 0,1-4 0,-3 5 0,-2-7 0,0 10 0,0 4 0,0 3 0,0 8 0,6 2 0,0 2 0,-2 4 0,-3 2 0,-1-6 0,0 2 0,0 2 0,0-2 0,0 0 0,0-6 0,0 0 0,0-9 0,0-8 0,0-10 0,0-13 0,0 2 0,0-8 0,0-1 0,0-3 0,0 5 0,0-1 0,0 2 0,0-1 0,0 3 0,0 8 0,0-1 0,8 1 0,2 8 0,7 3 0,0 6 0,0 6 0,2 5 0,4 12 0,-4-2 0,4 8 0,-3-6 0,-3 5 0,0-1 0,0 2 0,-5-4 0,-1-8 0,-5-2 0,5-3 0,-7 3 0,4-6 0,-8-1 0,0-8 0,0-10 0,2-5 0,3-2 0,-1-8 0,8-4 0,-7 3 0,7-3 0,-6 6 0,5-5 0,-5 7 0,5-2 0,-5 5 0,6 7 0,-7 3 0,7 8 0,-3 2 0,3 4 0,-3 3 0,-3 9 0,-2-1 0,7 0 0,-7 0 0,2 0 0,4 1 0,1-1 0,4 0 0,3-7 0,-1-3 0,0-7 0,-6-2 0,1-3 0,-8-5 0,9-7 0,-7 0 0,0-1 0,-6 9 0,0 1 0,0 10 0,0 4 0,1-2 0,3 7 0,2 3 0,-2 1 0,3-4 0,-1 1 0,6-7 0,-7 7 0,9-8 0,-5 3 0,9-7 0,-7-2 0,1-3 0,-9-5 0,3-7 0,-4 0 0,-2 0 0,-2-1 0,-4 1 0,3 6 0,-9-1 0,1 9 0,-7-13 0,9 22 0,1-12 0,8 22 0,0-7 0</inkml:trace>
  <inkml:trace contextRef="#ctx0" brushRef="#br0" timeOffset="46">7142 361 8912,'-18'0'0,"1"0"0,0 0 0,0 0 0,0 0 0,-3 0 0,-1 0 0,-2 2 0,2 4 0,2 3 0,2 8 0,8 6 0,3 0 0,4 8 0,2-2 0,0-3 0,0 1 0,2-2 0,4-4 0,-3-8 0,9-1 0,-1-3 0,7 3 0,4-7 0,1-10 0,8-7 0,-2-11 0,1-3 0,-1-9 0,2-1 0,-9-4 0,7-4 0,-6-8 0,0 1 0,-8-1 0,-1 2 0,-3 5 0,-7-1 0,2 11 0,-4-1 0,-2 13 0,0 8 0,0 7 0,-6 16 0,0 5 0,2 8 0,2 8 0,1 3 0,-5 3 0,4 5 0,-4 0 0,4 0 0,2-6 0,0 1 0,0-1 0,6-1 0,2-5 0,1-5 0,5-4 0,1-1 0,2-1 0,0-8 0,1-3 0,1-4 0,4-2 0,-4-8 0,6-3 0,-4-4 0,-4-3 0,4 1 0,-10 0 0,-3-6 0,-2 0 0,-4-2 0,-2 2 0,0 4 0,-2-4 0,-4 12 0,-4 3 0,-7 8 0,0 0 0,6 8 0,-1 3 0,8 10 0,-2 4 0,5 2 0,1 4 0,1 1 0,5 2 0,4-1 0,7-4 0,6-3 0,0-3 0,13-9 0,-1 3 0,9-11 0,-4-1 0,6-5 0,-6-5 0,0-5 0,-6-7 0,-1-8 0,-4-4 0,-7-5 0,-2-6 0,-9 2 0,1-8 0,-9 6 0,3-6 0,-6 6 0,-6-6 0,-3 8 0,-8-1 0,1 9 0,5 7 0,-4 11 0,3 7 0,-3 3 0,-2 2 0,5 9 0,1 9 0,-1 14 0,-5 14 0,5 4 0,1 1 0,7 1 0,-2-1 0,5 1 0,1-1 0,0 1 0,0 0 0,7-3 0,5-3 0,-1-4 0,6-8 0,-3-5 0,9 0 0,2-10 0,-3-2 0,9-7 0,-12-26 0,6-3 0</inkml:trace>
  <inkml:trace contextRef="#ctx0" brushRef="#br0" timeOffset="47">8966 447 8912,'23'-17'0,"-2"0"0,-4-2 0,-4-4 0,-9 4 0,4-6 0,-16 15 0,-3 4 0,-12 12 0,-6 6 0,2 9 0,-1 2 0,-1 5 0,-6-5 0,3 8 0,3-3 0,4-1 0,8 2 0,0-8 0,0 2 0,7 1 0,5-1 0,3-2 0,2-1 0,2-3 0,3 0 0,11-2 0,6-3 0,9 3 0,-2-4 0,-2-1 0,1 1 0,-5-1 0,4 3 0,0-1 0,-1 1 0,-6-3 0,-3 1 0,-8 1 0,-9 5 0,0 0 0,-3 0 0,-7 0 0,-7 1 0,-12-1 0,0 0 0,-3 0 0,-3 0 0,9-7 0,3-4 0,4-4 0,1-2 0,1-8 0,0-2 0</inkml:trace>
  <inkml:trace contextRef="#ctx0" brushRef="#br0" timeOffset="48">9293 619 8912,'-10'17'0,"-5"-7"0,7 5 0,-3-4 0,3-1 0,8 1 0,0 1 0,0 5 0,0 0 0,0 0 0,2 1 0,4-1 0,3-2 0,8-3 0,6 1 0,2-5 0,0-1 0,0 1 0,-2-2 0,-6-6 0,0 0 0,1 0 0,-9-8 0,5-7 0,-9-8 0,-1 0 0,-10 6 0,-5-1 0,-4 1 0,-8 0 0,0 0 0,-6 0 0,6 0 0,0 1 0,6 5 0,0-4 0,7 13 0,2-21 0,8 4 0</inkml:trace>
  <inkml:trace contextRef="#ctx0" brushRef="#br0" timeOffset="49">10033 275 8912,'-12'0'0,"1"0"0,7 8 0,-4 5 0,3 6 0,-1 4 0,-2 8 0,2-3 0,4 12 0,-3 4 0,3 2 0,2 0 0,6-6 0,-1 6 0,9-13 0,-5-1 0,3-5 0,-1-6 0,1-2 0,5-10 0,0-3 0,0-6 0,0-6 0,6-9 0,0-8 0,0-7 0,-5 1 0,4-3 0,1-3 0,-2 6 0,-7 5 0,-5 3 0,-1 5 0,4 9 0,-7-5 0,1 8 0,-6 6 0,0 16 0,0 6 0,0 11 0,0-1 0,0 1 0,-6-1 0,1 0 0,-1 1 0,6-3 0,0-3 0,0-6 0,0-4 0,0-2 0,7-7 0,5-5 0,-4-10 0,-3-7 0,13-18 0,1-7 0</inkml:trace>
  <inkml:trace contextRef="#ctx0" brushRef="#br0" timeOffset="50">10342 430 8912,'-17'-17'0,"0"-1"0,6 1 0,1 0 0,2 0 0,1 7 0,1 5 0,4 1 0,-4-2 0,4 4 0,10-4 0,5 10 0,8 2 0,0 7 0,8-3 0,2 1 0,1 1 0,3-1 0,-1 6 0</inkml:trace>
  <inkml:trace contextRef="#ctx0" brushRef="#br0" timeOffset="51">10738 550 8912,'-9'2'0,"3"4"0,4-4 0,2 5 0,0-5 0,0 4 0,0-2 0,0 7 0,0-5 0,0 5 0,0 1 0,0 5 0,0 0 0,0 1 0,0-9 0,8-1 0,1-8 0,8-2 0,3-4 0,2-5 0,-2-5 0,3-1 0,1 0 0,-1 0 0,6 0 0,-6-1 0,2 7 0,-2-1 0,-4 9 0,4-3 0,-4 4 0,-2 2 0,0 0 0,1 0 0,1 0 0,4 0 0,-4 6 0,4-1 0,-4 1 0,-2-6 0,6 0 0,0 0 0,-2 0 0,-2 0 0,4-2 0,0-3 0,-2-5 0,-10-7 0,3 0 0,-8-1 0,-1 1 0,-5 0 0,-2 0 0,-3 0 0,-5 7 0,-7 4 0,-2 4 0,-2 2 0,-4 0 0,-2 0 0,6 10 0,-2 7 0,-2 2 0,2 10 0,6-6 0,6 6 0,5-8 0,-6 1 0,9 3 0,-3-2 0,4 0 0,2-6 0,10-5 0,5-3 0,8-1 0,4-4 0,1-2 0,7-2 0,-1-8 0,1-3 0,-1-7 0,0-4 0,-7 0 0,-4-6 0,0 5 0,-6-6 0,4 8 0,-9-2 0,-5 4 0,-1 2 0,4 7 0,-8 1 0,3 7 0,-3 2 0,-2-2 0,0 14 0,0 1 0,0 10 0,2-4 0,4 4 0,-2-4 0,7-2 0,-1 0 0,1 1 0,3-7 0,-9 0 0,9-1 0,-3 2 0,4-3 0,3-3 0,-1-4 0,0 3 0,0-10 0,1-5 0</inkml:trace>
  <inkml:trace contextRef="#ctx0" brushRef="#br0" timeOffset="52">11840 430 8912,'-12'0'0,"1"0"0,7-2 0,-2-4 0,4 4 0,12-3 0,7 10 0,2 1 0,10 11 0,-3-3 0,5 10 0,-4-1 0,-2 0 0,-2 2 0,-6-2 0,0-4 0,-2 4 0,-3-4 0,-6-2 0,-5-5 0,-1-1 0,0-7 0,0 4 0,-5-16 0,-1-3 0,-5-7 0,5-4 0,0 0 0,6-6 0,2-1 0,4-5 0,-1 5 0,13 0 0,-5 7 0,10-7 0,4 10 0,1 2 0,5 1 0,1 11 0,1-1 0,-1 6 0,1 0 0</inkml:trace>
  <inkml:trace contextRef="#ctx0" brushRef="#br0" timeOffset="53">12993 395 8912,'-18'-1'0,"1"-5"0,0-6 0,0-3 0,0-2 0,5 2 0,2 1 0,3 3 0,3-3 0,2 5 0,2-3 0,0 9 0,2-5 0,4 10 0,5 2 0,5 1 0,-5 9 0,0-3 0,1-1 0,5 1 0,0 3 0,1 1 0,-1 2 0,0 0 0,0 0 0,0 1 0,1-1 0,-1 0 0,-6 0 0,1 0 0,-8-5 0,1-1 0,5 1 0,-8 5 0,5 0 0,-14-7 0,-3-5 0,-7-10 0,6-7 0,-1-11 0,8 2 0,-1-7 0,3-3 0,2-1 0,2-1 0,3 5 0,5-3 0,7 8 0,6 0 0,2 6 0,2 0 0,3 0 0,-3 7 0,2 4 0,-1-3 0,7-1 0</inkml:trace>
  <inkml:trace contextRef="#ctx0" brushRef="#br0" timeOffset="54">13457 361 8912,'0'12'0,"0"-1"0,0 0 0,-2-1 0,-3-4 0,3-4 0,-6-2 0,8 0 0,2 0 0,4 0 0,3 0 0,8 0 0,3-6 0,2 0 0,-1-1 0,8 1 0,-6 2 0,6-7 0,-14 1 0,2-3 0,-3 1 0,-5-1 0,5-3 0,-9-1 0,-1 0 0,-10 0 0,-3 0 0,-8 0 0,3 5 0,-3 1 0,4 7 0,-10-2 0,-2 4 0,0 4 0,0 4 0,0 5 0,2 5 0,6 1 0,6 6 0,-1 0 0,8 5 0,-1-5 0,10 2 0,7-2 0,11-4 0,6 4 0,9-6 0,2-5 0,8-5 0,-2-7 0,3 0 0,3 0 0,-8-2 0,-4-3 0,-6-3 0,-5-4 0,-4-9 0,-8 4 0,-7-4 0,-4 4 0,-5 0 0,-1 0 0,0-6 0,0 0 0,-7 2 0,-5 9 0,-3-3 0,4 15 0,-1 0 0,8 8 0,-1 9 0,3 2 0,2 4 0,0-2 0,0 8 0,0-6 0,0 5 0,0-1 0,0 2 0,0 3 0,0-3 0,0-3 0,0 3 0,-6-2 0,0 2 0,0 1 0,4-7 0,-1-2 0,-3-2 0,-6-2 0,7 0 0,-9-5 0,3-1 0,1-7 0,-1 2 0,-1-4 0,-5-2 0,6-2 0,-1-4 0,6-3 0,-5-9 0,7 1 0,-2 0 0,6-6 0,6 0 0,6 2 0,3 2 0,4 2 0,4 0 0,-4 0 0,6-1 0,-2 1 0,0 0 0,7 0 0,-1 0 0,-2-1 0,2 1 0,-3 0 0,3 0 0,2 0 0,-8-1 0,5 1 0,-5 0 0,0 2 0,-6 3 0,-5-1 0,-1 7 0,-7 0 0,4 6 0,-8 2 0,0 4 0,0 6 0,0 11 0,0-2 0,0 7 0,0-5 0,0 6 0,0-6 0,0 5 0,2-1 0,3 2 0,5 1 0,7-7 0,-5 0 0,1-6 0,4 1 0,4-1 0,4-2 0,-2-4 0,4-3 0,7-8 0,3 0 0,3 0 0,-4-9 0,4-9 0,-3 1 0,-3-6 0,-1 2 0,-5-2 0,-9 4 0,-7-4 0,-8 4 0,1 2 0,-5 0 0,-5 0 0,-7 7 0,-11 2 0,-5 3 0,-5-1 0,0 2 0,5 10 0,-5-2 0,5 7 0,3 1 0,2 5 0,4 0 0,1 0 0,9 0 0,3 1 0,4-1 0,2 0 0,0 0 0,8-2 0,3-3 0,5 1 0,1-7 0,6 0 0,0-6 0,5 0 0,-5 0 0,6-8 0,-6-3 0,8-1 0,-3-5 0,-1 7 0,2-13 0,-8 8 0,2-8 0,-4 6 0,-2 4 0,0 1 0,1-1 0,-9 3 0,-3-1 0,3 7 0,-7-4 0,6 10 0,-8 4 0,0 4 0,0 7 0,6 2 0,1 2 0,1 4 0,0 1 0,-1-3 0,-1 6 0,-4-8 0,4 2 0,1 2 0,-1-2 0,0 0 0,-6-6 0,0 0 0,0 0 0,-10-5 0,-7-1 0,0-7 0,-6 2 0,4-4 0,2-2 0,-1 0 0,1 0 0,2-2 0,3-4 0,-3-11 0,5-10 0</inkml:trace>
  <inkml:trace contextRef="#ctx0" brushRef="#br0" timeOffset="55">15333 481 8912,'-12'-5'0,"1"-1"0,7 0 0,-11 6 0,3 0 0,-3 0 0,0 8 0,3 3 0,-3-1 0,4 1 0,-3 3 0,3 9 0,1-4 0,4 4 0,4 1 0,-3-1 0,5 6 0,5-6 0,-1 2 0,8-4 0,1 2 0,2-2 0,-3-2 0,-1-2 0,1 0 0,5 0 0,-5-1 0,-1-5 0,-7 4 0,2-3 0,-4-2 0,-2 1 0,-2-5 0,-4 5 0,-6-5 0,-11 5 0,2-7 0,-7 2 0,7-4 0,-2-2 0,4 0 0,9-2 0,6-4 0,8-5 0,13-12 0,10-4 0</inkml:trace>
  <inkml:trace contextRef="#ctx0" brushRef="#br0" timeOffset="56">15625 636 8912,'12'0'0,"-1"0"0,-7 0 0,4 2 0,-8 4 0,-8 1 0,-3 5 0,-5 3 0,1-5 0,4 7 0,-5 0 0,14 0 0,-3 0 0,3 1 0,4-7 0,3 1 0,5-9 0,7 3 0,6-4 0,0-2 0,0 0 0,-6-2 0,1-2 0,-1-1 0,0-9 0,0 3 0,-5-5 0,-1-1 0,-7 6 0,2-1 0,-4 7 0,-2-7 0,0 8 0,0-11 0,0 13 0,0-5 0,0 7 0,0 0 0,7 0 0,-3 0 0,8 0 0,-1 0 0,6 0 0,2 0 0,4 0 0,-4 1 0,4 5 0,-4-4 0,-1 4 0,-1 1 0,0-1 0,0 2 0,0-2 0,-5-5 0,-1 5 0,-5-4 0,6-2 0,-1 6 0,6 0 0,-5-1 0,-1-5 0,3 0 0,1 0 0,2 0 0,-5-5 0,-1-1 0,-5 0 0,5 6 0,-7 0 0,11-6 0,-3 1 0,1 1 0,-1 10 0,1-3 0,-7 9 0,2-3 0,-3 3 0,-3 3 0,4-3 0,2 3 0,-3 2 0,-1 0 0,-2-7 0,-17-10 0,-4-10 0</inkml:trace>
  <inkml:trace contextRef="#ctx0" brushRef="#br0" timeOffset="57">15557 275 8912,'-12'-2'0,"1"-4"0,9 6 0,2 0 0,13 14 0,10 9 0,15 0 0,-1 2 0,14 1 0</inkml:trace>
  <inkml:trace contextRef="#ctx0" brushRef="#br0" timeOffset="58">23249 4298 8912,'-8'10'0,"-1"-3"0,-10-7 0,-2 0 0,-2 0 0,0 0 0,4 2 0,-2 4 0,-4 6 0,0 5 0,0 6 0,-4 5 0,6 12 0,2 8 0,2 8 0,2-1 0,2 6 0,3 0 0,6 0 0,5-1 0,1-3 0,1-2 0,5-15 0,6-1 0,3-3 0,2-4 0,0-3 0,6-6 0,0-12 0,8-11 0,-4-9 0</inkml:trace>
  <inkml:trace contextRef="#ctx0" brushRef="#br0" timeOffset="59">23662 4625 8912,'-17'0'0,"0"0"0,-1 0 0,1-6 0,0 0 0,0 1 0,-1 5 0,1 0 0,0 0 0,6 2 0,-1 3 0,8 5 0,-1 7 0,3 0 0,2 1 0,0 4 0,0 1 0,2 2 0,3-4 0,5 2 0,-1-2 0,7-2 0,-5-2 0,4 1 0,3-1 0,-1-6 0,0 1 0,0-1 0,1 6 0,-1-5 0,0-1 0,-2 1 0,-3 5 0,1-6 0,-7 1 0,-2 1 0,-2 3 0,-2 1 0,-2 0 0,-4 0 0,-4-2 0,-7-3 0,0 3 0,0-13 0,0 4 0,5-4 0,1-2 0,7-10 0,-2-7 0,4 0 0,-6-16 0,-1 7 0</inkml:trace>
  <inkml:trace contextRef="#ctx0" brushRef="#br0" timeOffset="60">23954 4728 8912,'-17'0'0,"0"0"0,6 0 0,-1 0 0,3 2 0,-3 4 0,4-2 0,8 7 0,0 6 0,0 6 0,0 0 0,0-6 0,10 2 0,5 2 0,6 2 0,0-2 0,6-3 0,2-7 0,-2 2 0,1-7 0,-1 0 0,2-6 0,1 0 0,-7 0 0,0-2 0,-6-4 0,1-3 0,-1-10 0,-2-2 0,-3-2 0,-5-6 0,-7 6 0,6 0 0,0 6 0,-1 0 0,-5 0 0,0 7 0,0 2 0,-5 10 0,-1 4 0,2 5 0,2 5 0,2 1 0,2 0 0,4 0 0,-4 0 0,4 1 0,1-7 0,-1 1 0,5-7 0,-5 7 0,8-8 0,-3 1 0,4-3 0,2-2 0,1-5 0,-3-3 0,-2-4 0,-1-7 0,-1 2 0,7-6 0,-7 4 0,0 2 0,-5 0 0,6 0 0,-8 5 0,1 1 0,-1 7 0,2-2 0,-4 4 0,5 4 0,-7 4 0,0 5 0,6 5 0,0 1 0,0 0 0,-6 0 0,0 0 0,0-5 0,0-1 0,5-5 0,1 5 0,0-7 0,-6 11 0,0-13 0,2 4 0,3-12 0,-1 3 0,8-9 0,-7 6 0,7-5 0,-1-1 0,7-5 0,-1 0 0,0 8 0,0 1 0,0 2 0,1 0 0,-1 1 0,0 5 0,0 0 0,0 0 0,1 0 0,-1 0 0,-6 2 0,1 1 0,1 3 0,-5 0 0,7-6 0,-5 0 0,5-2 0,-3-4 0,1 2 0,-7-7 0,5 5 0,-3-5 0,1-3 0,-5 7 0,6-1 0,-5 8 0,-3 0 0,6 2 0,-8 4 0,6 3 0,-1 9 0,3-3 0,-2-4 0,-2 5 0,7-5 0,3 4 0,1 2 0,2 1 0</inkml:trace>
  <inkml:trace contextRef="#ctx0" brushRef="#br0" timeOffset="61">25452 4487 8912,'-25'25'0,"4"-6"0,-8 4 0,6 2 0,-4-2 0,4 0 0,8 2 0,0-4 0,9 7 0,0-1 0,6 2 0,10-4 0,7-8 0,2 0 0,10 0 0,1-1 0,11-5 0,-11-3 0,5-8 0,-3 0 0,1 0 0,-7-2 0,-3-4 0,-5-4 0,-7-7 0,2-2 0,-7-4 0,0 4 0,-6-4 0,-2-2 0,-4 2 0,-1-1 0,-5 1 0,-9 6 0,4-1 0,-4 1 0,4 6 0,-1 3 0,1 2 0,0 4 0,0 2 0,5 0 0,1 0 0,7 2 0,-2 4 0,4 4 0,2 7 0</inkml:trace>
  <inkml:trace contextRef="#ctx0" brushRef="#br0" timeOffset="62">26536 4247 8912,'-35'-16'0,"3"7"0,3-8 0,4 1 0,8 11 0,0 1 0,0 2 0,-1 2 0,9 13 0,3 4 0,2 10 0,-1-4 0,3 13 0,-4 1 0,4 3 0,2 2 0,0-10 0,0-7 0</inkml:trace>
  <inkml:trace contextRef="#ctx0" brushRef="#br0" timeOffset="63">26346 4625 8912,'0'34'0,"0"1"0,0-1 0,6-1 0,2-3 0,0-3 0,-1-2 0,-1-2 0,-6-6 0,8-8 0,-5 5 0,9-8 0,-8-8 0,3-8 0,-7-7 0</inkml:trace>
  <inkml:trace contextRef="#ctx0" brushRef="#br0" timeOffset="64">26140 4573 8912,'-10'18'0,"-5"-1"0,13-6 0,-4 1 0,5-8 0,10 3 0,8-7 0,16-7 0,13-5 0,9-3 0,3-2 0,1-1 0,-2 1 0,-5-6 0,-1 0 0,-7-7 0,-9 3 0</inkml:trace>
  <inkml:trace contextRef="#ctx0" brushRef="#br0" timeOffset="65">27396 4281 8912,'6'-11'0,"0"-1"0,-1 8 0,-10-1 0,-1 10 0,0 7 0,-1 3 0,5 10 0,-6 4 0,2 5 0,1 6 0,-1-4 0,6 6 0,0-1 0,0-1 0,0 2 0,0-4 0,0 0 0,0-5 0,7-7 0,5-8 0,3-9 0,10-1 0,2-8 0</inkml:trace>
  <inkml:trace contextRef="#ctx0" brushRef="#br0" timeOffset="66">27706 4470 8912,'-17'35'0,"0"-3"0,-1-3 0,7-4 0,-1-8 0,1 6 0,-6 0 0,1-2 0,5-2 0,3-2 0,8 0 0,2 0 0,4 1 0,4-7 0,7 0 0,2-7 0,4 2 0,2-4 0,3-2 0,3-6 0,-8 0 0,0-7 0,-4 0 0,0-6 0,-2-4 0,-1 0 0,-11 6 0,-3-6 0,4 0 0,-6-6 0,-6 6 0,-3 0 0,-9 6 0,1 6 0,0-1 0,0 8 0,0-1 0,-1 3 0,9 4 0,3 3 0,4-1 0,2 8 0,0-1 0,0 6 0</inkml:trace>
  <inkml:trace contextRef="#ctx0" brushRef="#br0" timeOffset="67">28102 4453 8912,'5'-11'0,"1"-1"0,0 6 0,-6-5 0,0 5 0,0-5 0,-8 7 0,-1-4 0,-8 8 0,-1 4 0,1 8 0,0-1 0,0 12 0,5-2 0,3 0 0,1 4 0,4 2 0,2-6 0,2 1 0,0-2 0,0-3 0,0 6 0,0 0 0,8-6 0,3-6 0,5-1 0,1 1 0,0 3 0,0-9 0,1 7 0,-1-6 0,-2-1 0,-3 3 0,3-6 0,-4 4 0,-3 3 0,0-5 0,-8 7 0,0 1 0,-8 3 0,-4-3 0,-3 3 0,-2-6 0,0 1 0,0-4 0,-1 3 0,1-7 0,8-2 0,1-17 0,8-10 0</inkml:trace>
  <inkml:trace contextRef="#ctx0" brushRef="#br0" timeOffset="68">28429 4453 8912,'0'10'0,"-6"-1"0,0-3 0,-7-4 0,1 4 0,-3 1 0,-2-1 0,5 7 0,3-1 0,-1 3 0,1 2 0,5 0 0,-2 1 0,4-1 0,2 0 0,2 0 0,4 0 0,3 1 0,9-1 0,-1 0 0,0 0 0,0 0 0,1 1 0,-1-7 0,0 0 0,-2 1 0,-1 5 0,-3 0 0,-7-5 0,2-1 0,-6-5 0,-6 5 0,-6-5 0,-11 6 0,2-9 0,-7 3 0,1 2 0,-2-2 0,4-1 0,8-5 0,0 0 0,0 0 0,7-15 0,3 3 0,7-12 0</inkml:trace>
  <inkml:trace contextRef="#ctx0" brushRef="#br0" timeOffset="69">28704 4694 8912,'-2'9'0,"-4"-3"0,5 4 0,-7-9 0,8 7 0,0-8 0,9-6 0,9 1 0,1-9 0,9 3 0,-7-4 0,2-3 0,2 1 0,-2 0 0,6-2 0,-6-4 0,-2 4 0,-10-4 0,3 4 0,-9 2 0,-1-1 0,-4 7 0,-5-1 0,-5 9 0,-7-3 0,-6 12 0,0 5 0,-2 12 0,2 6 0,4-3 0,-4 3 0,6 4 0,5 3 0,5-4 0,-1 1 0,6-3 0,-4-1 0,6 2 0,6-8 0,4-1 0,7-4 0,2-9 0,4-3 0,-2-4 0,8-2 0,-3-2 0,3-4 0,4-9 0,-5-8 0,3-6 0,-2 5 0,-6-3 0,-4-4 0,-2-1 0,0-3 0,-2 3 0,-3 3 0,1-1 0,-7 7 0,0 0 0,-6 6 0,0 7 0,0 4 0,0 12 0,0 0 0,2 9 0,1 4 0,3 0 0,8 8 0,-3 2 0,2-3 0,-1 3 0,1-2 0,-7 1 0,5 3 0,-5-8 0,0 6 0,-6-6 0,-2 5 0,-4-5 0,-5 0 0,-12-6 0,-4 0 0,-7-1 0,1-5 0,5-5 0,-3-4 0,8-2 0,-6 0 0,6 0 0,8-8 0,0-1 0,5-9 0</inkml:trace>
  <inkml:trace contextRef="#ctx0" brushRef="#br0" timeOffset="70">30012 4470 8912,'-10'-17'0,"-3"6"0,7-1 0,2-1 0,3 5 0,1 10 0,0 13 0,0 8 0,0 4 0,0 0 0,0 3 0,1-1 0,5 1 0,-2-3 0,7 2 0,-7-8 0,4 2 0,0-4 0,3-2 0,-1-2 0,1-3 0,1-4 0,5-8 0,0-2 0,0-4 0,0-6 0,1-11 0,-3-5 0,-4-5 0,5-1 0,-5 0 0,-1 5 0,1 0 0,-7 8 0,2-2 0,-4 4 0,-2 2 0,0 7 0,0 3 0,0 20 0,0 4 0,0 3 0,0 4 0,0-1 0,-2-2 0,-4-9 0,4 3 0,-4-4 0,4-1 0,2 1 0,0-7 0,0 12 0,0-14 0,0 5 0,0-7 0,0-7 0,0 5 0,0-14 0,0 14 0,0-7 0,0 3 0,0 4 0,0-5 0,0 7 0,0-2 0,0-4 0,0 4 0,0-6 0,0 8 0,0 0 0,0 8 0,0-4 0,0 7 0,0-5 0,0 5 0,8-7 0,2 4 0</inkml:trace>
  <inkml:trace contextRef="#ctx0" brushRef="#br0" timeOffset="71">30287 4556 8912,'-5'-11'0,"-1"-1"0,2-1 0,0-2 0,0-3 0,-1 1 0,1 0 0,0 2 0,0 1 0,-4 3 0,-1-2 0,3-1 0,-5 1 0,-3 1 0,-1 9 0,-2-3 0,0 4 0,-1 2 0,-1 6 0,-2 1 0,-2 3 0,2 3 0,2 2 0,2 3 0,0 5 0,0-1 0,-1 1 0,1 2 0,6-6 0,-1 4 0,8 2 0,-1-2 0,3-6 0,2-5 0,15-8 0,4 3 0</inkml:trace>
  <inkml:trace contextRef="#ctx0" brushRef="#br0" timeOffset="72">30700 4470 8912,'-11'-17'0,"-1"0"0,7 7 0,-7 5 0,8 5 0,-1 5 0,-3 5 0,2 9 0,2 4 0,2 6 0,-3 5 0,-1 6 0,0-6 0,6 1 0,0 3 0,0-9 0,-6 1 0,1-7 0,-1-4 0,6 6 0,0-19 0,0-12 0,0-7 0,0-22 0,0 3 0,0-14 0,0-2 0,0-9 0,2 3 0,4-3 0,-3 6 0,9 5 0,-1 4 0,7 9 0,-1 5 0,0 5 0,0 11 0,0 6 0,6 14 0,0 9 0,8 16 0,-2 13 0,3 11 0,3 6 0,-7 4-157,1 2 1,0-1 156,5 1 0,2-6 0,3-4 0,1-3 0,-2-7 0,-4-16 0,-5-4 0,0-10 0,-8-12 0,0-12 0,2-13 0</inkml:trace>
  <inkml:trace contextRef="#ctx0" brushRef="#br0" timeOffset="73">25039 5828 8912,'-10'12'0,"2"-3"0,1-1 0,5 0 0,-4-2 0,6-5 0,6 5 0,7-4 0,8-2 0,0-2 0,8-2 0,2-3 0,1-3 0,2-1 0,1-7 0,-1 1 0,1 0 0,-3-2 0,-3-4 0,-6 2 0,-12-6 0,-5 1 0,-4-1 0,-12 6 0,-7-2 0,-10 6 0,-13 5 0,-2-1 0,-6 9 0,3 6 0,-3 7 0,6 9 0,2 5 0,5 5 0,6 12 0,5 12 0,6 11 0,9 6 0,3 3 0,6 3 0,6-3 0,5-3 0,12-6 0,10-7 0,7-16 0,8-10 0,-2-18 0,3-5 0,3-7 0,5-9 0,1-8 0,-1-14 0,-5-9 0,-3-8 0,-5 2 0,-9-3 0,-10-3 0,-14 3 0,-5 3 0,-4 4 0,-2 7 0,-8 3 0,-3 3 0,-10 10 0,-2 8 0,0 7 0,5-2 0,1 12 0,0 5 0,2 4 0,3 3 0,-1 1 0,7 4 0,-5-2 0,5 7 0,0-1 0,6 2 0,0-4 0,0-6 0,0 4 0,6-4 0,0 4 0,1-12 0,-1-5 0,-2-4 0,7-2 0,1-2 0,5-4 0,0-5 0,0-12 0,1 4 0,-1-6 0,0 2 0,0 0 0,-1 0 0,-5 6 0,2 5 0,-7 1 0,8 7 0,-7-2 0,5 12 0,1 4 0,-7 9 0,0 4 0,1 5 0,-3 5 0,7 1 0,1-1 0,5-5 0,0 3 0,1-8 0,-1-2 0,0-10 0,6-3 0,0-8 0,0-4 0,-6-7 0,0-12 0,8-15 0,2-6 0</inkml:trace>
  <inkml:trace contextRef="#ctx0" brushRef="#br0" timeOffset="74">26002 5725 8912,'-2'-9'0,"-3"3"0,3 4 0,-8 0 0,4-4 0,-3 5 0,-8 1 0,-1 11 0,7 6 0,0 6 0,5 4 0,-6 7 0,8 3 0,-1 1 0,3 2 0,2-2 0,7-2 0,5-1 0,3-3 0,2-3 0,8-12 0,4-11 0,4-4 0,1-2 0,2-8 0,4-3 0,-5-18 0,-1-5 0,8-20 0,-5 1 0</inkml:trace>
  <inkml:trace contextRef="#ctx0" brushRef="#br0" timeOffset="75">26381 5725 8912,'-8'18'0,"-1"-1"0,-7 0 0,5 0 0,1 0 0,5 0 0,3 3 0,-4 3 0,4-2 0,2 7 0,0-5 0,0 4 0,0-2 0,0-4 0,0 4 0,0-3 0,0 1 0,0-5 0,0-7 0,0 0 0,0-7 0,0-4 0,2-9 0,4-8 0,5-1 0,-1 1 0,1 0 0,1-4 0,5 4 0,0-4 0,-2 9 0,-1-1 0,-3 1 0,1-1 0,5 7 0,0 1 0,0 5 0,-5 0 0,-1 0 0,1 0 0,5 5 0,0 1 0,0 6 0,1-7 0,1 7 0,2-7 0,2-1 0,7-2 0,-3-2 0</inkml:trace>
  <inkml:trace contextRef="#ctx0" brushRef="#br0" timeOffset="76">27482 5811 8912,'-7'16'0,"-5"-3"0,-5-4 0,-6-1 0,2-2 0,-8-6 0,6 0 0,-5 0 0,1 2 0,-2 2 0,6 3 0,4 3 0,8 1 0,-1 6 0,8 6 0,-1 0 0,3 8 0,2-2 0,0-3 0,0 3 0,2-8 0,1 2 0,5-6 0,2-5 0,-7-5 0,13-7 0,-5 0 0,-1-7 0,1-5 0,1-11 0,5-6 0,0-5 0,0-6 0,1-4 0,-1 0 0,6-6 0,0 5 0,0-5 0,-6-2 0,0 1 0,0-1 0,-1 6 0,-5 0 0,2 16 0,-7 1 0,0 8 0,-6 27 0,0 11 0,-6 14 0,0 9 0,-1-2 0,1 8 0,4 0 0,-4 5 0,4-1 0,2-4 0,2-4 0,4-8 0,4 1 0,7-1 0,2-2 0,4-3 0,11-12 0,12-11 0,4-6 0,2-6 0,7-11 0,2-10 0</inkml:trace>
  <inkml:trace contextRef="#ctx0" brushRef="#br0" timeOffset="77">28102 5708 8912,'-8'17'0,"-1"-5"0,-9-1 0,1-7 0,0 2 0,0 3 0,0 3 0,-3 3 0,-3 2 0,6 0 0,-2 1 0,6-1 0,-1 0 0,5-5 0,-3-1 0,8 0 0,-3-1 0,7-2 0,7-8 0,5 0 0,3-2 0,2-4 0,1-4 0,-1-7 0,0 0 0,0 0 0,-1 0 0,-5-1 0,2 1 0,-7 0 0,8 8 0,-11-5 0,9 8 0,-8 1 0,5 5 0,-3 0 0,-4 7 0,4 5 0,1 3 0,-1 2 0,2 0 0,-3 1 0,3-1 0,4 0 0,3-2 0,-4-3 0,5 1 0,1-7 0,0-2 0,0-2 0,2-2 0,4 0 0,-4-8 0,4-3 0,-2-10 0,2-2 0,-4-8 0,4 2 0,-3-5 0,-3-6 0,0 2 0,-2-6 0,-3 2 0,-7 3 0,-3 5 0,-2 5 0,0 5 0,0 6 0,0 1 0,-7 8 0,-1 3 0,-3 12 0,3 5 0,8 12 0,0 6 0,0 3 0,0 8 0,0 0 0,0 6 0,0-6 0,0 6 0,0-6 0,2 6 0,4-6 0,-3 0 0,9-5 0,-6-1 0,5 1 0,-1-9 0,1-3 0,-5-4 0,-4-9 0,-10-10 0,-1-10 0</inkml:trace>
  <inkml:trace contextRef="#ctx0" brushRef="#br0" timeOffset="78">28239 5828 8912,'0'-9'0,"0"1"0,2 8 0,4 0 0,6-2 0,10-3 0,13 3 0,11-4 0,4 2 0,1-2 0,7 3 0,-1-9 0,-4 1 0,-5 1 0,-6-3 0,-7 7 0,-1-5 0,1 5 0,-14 0 0,-4 6 0,-11 0 0,-1 0 0,-10 0 0,-11 2 0,-7 4 0,0 1 0,4 7 0,-2-3 0,-2 3 0,0 1 0,6 2 0,0 0 0,0 0 0,1-5 0,5-1 0,-4 1 0,13 5 0,-6 0 0,16-7 0,3-4 0,10-12 0,2-6 0,0 3 0,-6-3 0,6 3 0,0-3 0,6-1 0,-6 7 0,0 0 0,-6 6 0,0 0 0,0 0 0,1 2 0,-1 4 0,0 4 0,0 7 0,0 0 0,1 0 0,-1-1 0,0-5 0,8-3 0,2-8 0,7 0 0</inkml:trace>
  <inkml:trace contextRef="#ctx0" brushRef="#br0" timeOffset="79">29496 5674 8912,'-6'11'0,"0"1"0,0-1 0,6 6 0,-5 10 0,-1 7 0,-2 8 0,5 12 0,-3 3 0,2 6 0,2 4 0,2 2 0,0-8 0,0-4 0,6-3 0,0-3 0,1-7 0,-3-5 0,2-9 0,-2-7 0,-3-11 0,-1-7 0,0-10 0,-7-13 0,-3-8 0</inkml:trace>
  <inkml:trace contextRef="#ctx0" brushRef="#br0" timeOffset="80">29461 5794 8912,'17'10'0,"1"-5"0,-1-10 0,0 1 0,0-8 0,2 7 0,4-7 0,4 3 0,6-5 0,-3 5 0,-1 1 0,-2 2 0,1 6 0,5 0 0,-14 2 0,4 4 0,-12 4 0,-5 7 0,-12 8 0,-5 3 0,-10 3 0,-2-3 0,-8 5 0,5-4 0,-1 1 0,4-1 0,4 1 0,2-7 0,-1-7 0,9-9 0,-7-14 0,7-3 0</inkml:trace>
  <inkml:trace contextRef="#ctx0" brushRef="#br0" timeOffset="81">30046 5743 8912,'-19'9'0,"-4"-1"0,-3-3 0,-1 1 0,0 8 0,4-3 0,2 10 0,-8 2 0,10 8 0,2-3 0,7 5 0,10 1 0,4 0 0,8 1 0,-1-8 0,12-5 0,2-4 0,-2-7 0,2-3 0,-2-8 0,-4-2 0,4-4 0,-6-9 0,-6-8 0,3-6 0,-8 4 0,-3-1 0,-1-5 0,-2 1 0,0 1 0,-2-2 0,-3 8 0,3-1 0,-4 1 0,-2 9 0,3-3 0,-1 4 0,6-4 0,0-1 0,0 1 0</inkml:trace>
  <inkml:trace contextRef="#ctx0" brushRef="#br0" timeOffset="82">30201 5846 8912,'0'9'0,"0"7"0,0-15 0,0 15 0,0-7 0,0 8 0,0 1 0,2-7 0,4 1 0,-4-1 0,4 6 0,-5-5 0,-1-1 0,0 1 0,0 5 0,0-8 0,0-3 0,0-12 0,-1-11 0,-5-12 0,4-3 0,-4-2 0,4-1 0,2 1 0,0 5 0,0 1 0,0 5 0,0-6 0,0 8 0,0-4 0,0 8 0,8 5 0,3 3 0,5 1 0,1 3 0,8 5 0,1 0 0</inkml:trace>
  <inkml:trace contextRef="#ctx0" brushRef="#br0" timeOffset="83">30511 5794 8912,'-17'25'0,"7"-12"0,4 4 0,-3-3 0,-1 3 0,-1 0 0,-1 0 0,9-5 0,-3-1 0,4 1 0,2 5 0,0 0 0,0 0 0,0 1 0,0-1 0,0-6 0,0 1 0,0-8 0,0 3 0,8-7 0,-5-13 0,9-4 0,-6-12 0,3 0 0,1-3 0,-1-3 0,1 3 0,1 3 0,3-1 0,-9 7 0,7 0 0,-6 6 0,7 0 0,-3 1 0,7 5 0,-6 5 0,1 12 0,-1 9 0,6 8 0,-5 13 0,-1 1 0,3 3 0,1 2 0,-3-4 0,-1-9 0,0 1 0,7-7 0,-1 0 0,0-6 0,6-7 0,0-5 0,2-10 0,-2-7 0,-4-11 0,4-5 0,-2-5 0,2-1 0,-4-6 0,4 0 0,-10-6 0,-1 6 0,-3-6 0,3 6 0,-5 0 0,-7 5 0,0 3 0,0 3 0,0 4 0,0 16 0,-1 3 0,-3 14 0,-2 9 0,-7 8 0,3 11 0,0 2 0,5 2 0,-3 6 0,2-6 0,1 6 0,5-6 0,5 0 0,1-5 0,9-1 0,3 0 0,1-1 0,9-4 0,1-5 0,5-6 0,7-9 0,-1-3 0,-4-6 0,-5-6 0,1-11 0,-5-10 0</inkml:trace>
  <inkml:trace contextRef="#ctx0" brushRef="#br0" timeOffset="84">31044 5760 8912,'8'9'0,"-6"-1"0,13-8 0,-3 0 0,5 0 0,6 0 0,6-2 0,11-4 0,4-3 0,7-8 0,7-8 0,-1-4 0,-7-3 0,0-3 0,-7 1 0</inkml:trace>
  <inkml:trace contextRef="#ctx0" brushRef="#br0" timeOffset="85">31630 3886 8912,'7'19'0,"7"6"0,9 11 0,11 14 0,18 26 0,-20-28 0,2 3 0,3 8 0,-1 3 0,2 7 0,-3 3 0,-3 1 0,-3 3-720,-2 7 0,-2 0 1,-3-3-1,-2 1 720,-4 2 0,-4 0 0,-2-7 0,-2-1 0,-4-1 0,-3-1 0,0-5 0,-2 0 0,-1-5 0,-1 0 0,-2-4 0,-2 0-23,-4 2 0,-1-2 0,1-3 0,-1-1 23,-4 5 0,-2 1 0,0-4 0,-2 0 0,-5 1 0,-2-1 0,-2-5 0,-1-1 0,0 1 0,-2-1 0,-3-2 0,-2-2 0,-3 0 0,-1-1 0,-2 1 0,-1 0 0</inkml:trace>
  <inkml:trace contextRef="#ctx0" brushRef="#br0" timeOffset="86">23146 7410 8912,'-35'0'0,"1"0"0,-1 0 0,3 2 0,3 6 0,6 11 0,4 13 0,2 10 0,2 12 0,1 3 0,5 6 0,1 4 0,4 2 0,2 0 0,4-2 0,2-4 0,2-6 0,7-4 0,-1-3 0,5-4 0,6-6 0,-4-13 0,4-10 0,2-9 0,-2-14 0,7-19 0,-3-11 0</inkml:trace>
  <inkml:trace contextRef="#ctx0" brushRef="#br0" timeOffset="87">23748 7703 8912,'8'-12'0,"1"1"0,1-3 0,3 5 0,-7-3 0,-2-1 0,-2-2 0,-2-3 0,-2 9 0,-4 3 0,-6 4 0,-3 2 0,-2 0 0,0 0 0,0 0 0,-1 0 0,1 0 0,6 8 0,-1 1 0,-1 3 0,-2-1 0,-3 1 0,1 5 0,6 0 0,1 0 0,0 1 0,1-1 0,5 0 0,-4 0 0,8 0 0,8 0 0,4 1 0,3-1 0,2 0 0,8-5 0,4-1 0,-3-1 0,3 1 0,-2 4 0,2-3 0,-5-3 0,-6 3 0,-1 1 0,0 2 0,-2-3 0,-3-1 0,-5 1 0,-7 5 0,-1 0 0,-5 0 0,-10 1 0,-6-1 0,-9 0 0,2 0 0,2-2 0,-1-3 0,7 1 0,-2-5 0,4 0 0,2-1 0,-1-1 0,1-6 0,8-10 0,3-7 0,4-8 0,2-9 0</inkml:trace>
  <inkml:trace contextRef="#ctx0" brushRef="#br0" timeOffset="88">24075 7788 8912,'-8'10'0,"-1"-2"0,-8-3 0,-1 1 0,7 6 0,-1-7 0,7 9 0,-7-3 0,8 4 0,-1 3 0,3 5 0,2 0 0,7 1 0,5-3 0,3 2 0,2-2 0,1-2 0,-1-1 0,0-3 0,0-4 0,6-3 0,0-8 0,0 0 0,-6 0 0,0-2 0,1-4 0,-7 1 0,1-11 0,-1-3 0,-1 0 0,-1-6 0,-3 2 0,-4-5 0,4 5 0,-5-6 0,-1 6 0,0 0 0,0 6 0,0 0 0,6 9 0,0 8 0,-2 12 0,-2 9 0,0 0 0,3 7 0,-3-7 0,4 2 0,2 2 0,-3-2 0,9-6 0,-3-5 0,-1-3 0,1 3 0,1-5 0,5-7 0,0 0 0,-2-2 0,-3-3 0,1-5 0,-7-7 0,0 0 0,-6 0 0,7-1 0,-5 1 0,4 0 0,-4 7 0,-2 3 0,6 9 0,-1 3 0,1 5 0,-6 7 0,2 0 0,2 1 0,2-1 0,-1 0 0,-5 0 0,6-5 0,0-1 0,0-5 0,-6 5 0,0-7 0,0 4 0,0-1 0,0-7 0,0 0 0,0 0 0,1-15 0,5 4 0,-4-5 0,4-1 0,3 2 0,3 3 0,-3-3 0,3 4 0,-1-5 0,-1-1 0,5 6 0,-3-1 0,-3 8 0,3-1 0,-1 3 0,6 2 0,-5 0 0,-1 0 0,-1 2 0,3 2 0,-3 3 0,-2 3 0,5 1 0,-9 6 0,7 1 0,-7-9 0,6 5 0,-5-9 0,-3 1 0,8-6 0,-6-2 0,1-4 0,9-3 0,-12-8 0,7 7 0,-3 4 0,-4-3 0,7 7 0,-3-4 0,-4 4 0,13 2 0,-7 8 0,5 1 0,-1 1 0,-1 5 0,7-13 0,6 6 0,3-8 0</inkml:trace>
  <inkml:trace contextRef="#ctx0" brushRef="#br0" timeOffset="89">25400 7840 8912,'-17'0'0,"0"0"0,-1 0 0,-5 0 0,0 0 0,2 0 0,2 0 0,4 2 0,4 4 0,-3-2 0,8 7 0,-5 0 0,5 9 0,4 1 0,6 2 0,0-1 0,7-4 0,7-1 0,5 0 0,5-2 0,-5-3 0,8-5 0,-3-7 0,-1 0 0,2 0 0,-8-7 0,2-5 0,-4-3 0,-2-2 0,-1-6 0,-5 0 0,-3-2 0,-8 2 0,0 4 0,0-4 0,-8-2 0,-3 2 0,-5 2 0,-1 10 0,-6-2 0,0 7 0,-6 0 0,7 6 0,0 0 0,3 0 0,10 8 0,1 1 0,8 8 0</inkml:trace>
  <inkml:trace contextRef="#ctx0" brushRef="#br0" timeOffset="90">26157 7427 8912,'-25'-34'0,"4"5"0,-7 1 0,7 9 0,-2 0 0,4 7 0,1 4 0,3 5 0,4 8 0,-3 7 0,8 11 0,-5 5 0,5 12 0,0 6 0,-1 4 0,5 2 0,-4-1 0,4 6 0,2 1 0,0-7 0,0-5 0,0-2 0,0 2 0,2-4 0,2-9 0,2-3 0,-2-1 0,3-14 0,-1 2 0,2-5 0,-3-1 0,-3-3 0,6-8 0,-8 0 0,0 0 0</inkml:trace>
  <inkml:trace contextRef="#ctx0" brushRef="#br0" timeOffset="91">25830 7857 8912,'2'-9'0,"4"3"0,11 4 0,12 2 0,5 0 0,6 0 0,4-2 0,8-4 0,7 5 0,2-15 0,8 7 0</inkml:trace>
  <inkml:trace contextRef="#ctx0" brushRef="#br0" timeOffset="92">26777 7513 8912,'-18'-5'0,"1"-1"0,2 0 0,2 0 0,1 1 0,10-1 0,2 6 0,12 0 0,9 0 0,7 0 0,13-2 0,4-2 0,5-1 0,-4-9 0,-2 5 0,0-3 0,0 1 0,-12 7 0,1-2 0,-6 4 0,-6 2 0,-2 0 0,-2 0 0,-7 8 0,-5 3 0,-3 14 0,-4 8 0,-1 7 0,-3 4 0,-8 2 0,3 5 0,-4-5 0,-3 0 0,3-2 0,2 4 0,1-5 0,-1 0 0,-2-9 0,-3-5 0,7-8 0,0 1 0,-1-4 0,-5-7 0,5 3 0,1-11 0,-3-5 0,-1-5 0,-2-10 0</inkml:trace>
  <inkml:trace contextRef="#ctx0" brushRef="#br0" timeOffset="93">26725 7496 8912,'0'14'0,"0"3"0,0-2 0,0 14 0,2 1 0,4 10 0,5-1 0,10 6 0,4 3 0,2 2 0,2-6 0,5-4 0,0-4 0,1-1 0,-7-9 0,1-3 0,-8-4 0,2-3 0,-4-5 0,-2-5 0,1-20 0,-1-5 0</inkml:trace>
  <inkml:trace contextRef="#ctx0" brushRef="#br0" timeOffset="94">27826 7668 8912,'-23'-7'0,"1"-3"0,1 0 0,9-5 0,4 13 0,22-5 0,5 7 0,6-2 0,5-4 0,3 2 0,1-7 0,1 7 0,-3-2 0,-1 2 0,-3-1 0,-5 3 0,6-4 0,-8 4 0,2 2 0,-4 0 0,-2 0 0,1 0 0,-3 2 0,-6 4 0,-9 5 0,0-3 0,-22 7 0,2-5 0</inkml:trace>
  <inkml:trace contextRef="#ctx0" brushRef="#br0" timeOffset="95">27895 7857 8912,'-23'0'0,"0"0"0,2 0 0,2 0 0,10 0 0,1 0 0,10 0 0,4 0 0,3 0 0,8 0 0,14 0 0,3 0 0,7-2 0,-3-3 0,2-5 0,-2 1 0,4-5 0,-2 8 0,1-5 0,-9 3 0,-1 1 0,-3-1 0,-7-3 0,2 5 0,-11 0 0,-5 6 0,-8 0 0,-5 0 0,-6 6 0,-11 0 0,2 7 0,-7-2 0,-1 5 0,-5 1 0</inkml:trace>
  <inkml:trace contextRef="#ctx0" brushRef="#br0" timeOffset="96">29100 7393 8912,'-2'10'0,"-4"-5"0,-5-3 0,-5-2 0,-1 0 0,6 0 0,1-2 0,3-3 0,-7 3 0,12-8 0,-3 4 0,10 4 0,9-5 0,5 1 0,4 0 0,9-5 0,3 5 0,-1-5 0,6 5 0,-3-2 0,-5 5 0,-1-3 0,-3 2 0,-7 2 0,2 2 0,-4 4 0,-1 7 0,-3 3 0,-4 14 0,-3 1 0,-8 5 0,-2 8 0,-4 4 0,-3 4 0,-10 2 0,-4-3 0,-6-3 0,-2 2 0,1-8 0,1-2 0,-1-2 0,-1-9 0,2-4 0,3-4 0,5-3 0,-2-5 0,2-5 0,1-6 0,3-6 0,0-11 0,0-10 0</inkml:trace>
  <inkml:trace contextRef="#ctx0" brushRef="#br0" timeOffset="97">28979 7462 8912,'18'-8'0,"-9"4"0,-3-7 0,-4-1 0,-2 3 0,0 1 0,0 22 0,0 3 0,6 11 0,-1 1 0,9 6 0,-3 5 0,4-4 0,3 4 0,1 2 0,4-2 0,-2 0 0,6-5 0,-1-1 0,1 0 0,0-1 0,2-4 0,1-5 0,-7-6 0,8-9 0,-3-3 0,5-12 0,1-3 0</inkml:trace>
  <inkml:trace contextRef="#ctx0" brushRef="#br0" timeOffset="98">29754 7668 8912,'-8'-15'0,"-3"3"0,-5 5 0,1 11 0,4 7 0,3 2 0,8 16 0,0-6 0,0 6 0,0-3 0,0 3 0,2 2 0,4-8 0,3 5 0,8-5 0,1-4 0,-1-5 0,2-5 0,2-5 0,4 2 0,2-2 0,-6-10 0,2-6 0,-4-3 0,-2-4 0,-2-2 0,-3-2 0,-5-6 0,-7 6 0,-2-7 0,-3 1 0,-11 4 0,-7 2 0,-5 1 0,5 4 0,-2-3 0,2 10 0,4 3 0,-4 2 0,11 5 0,5 1 0,14 7 0,3 3 0</inkml:trace>
  <inkml:trace contextRef="#ctx0" brushRef="#br0" timeOffset="99">30459 7376 8912,'-7'-35'0,"-3"9"0,-7 3 0,2 4 0,3 2 0,-3 7 0,3 4 0,5 4 0,-1 16 0,8 3 0,0 12 0,0-1 0,0 12 0,0 6 0,0 4 0,0 1 0,6-5 0,0 0 0,-1-6 0,-5 6 0,6-6 0,0 6 0,0-13 0,-6 1 0,0-5 0,0-1 0,0-5 0,0-4 0,0-2 0,-16-7 0,-3-2 0</inkml:trace>
  <inkml:trace contextRef="#ctx0" brushRef="#br0" timeOffset="100">30236 7685 8912,'-12'0'0,"1"0"0,7-7 0,-11 5 0,13-13 0,2 13 0,13-6 0,10 2 0,11 0 0,3-5 0,9 5 0,1 1 0,11 5 0,-3-6 0,8 0 0,-7-7 0,3 3 0</inkml:trace>
  <inkml:trace contextRef="#ctx0" brushRef="#br0" timeOffset="101">30941 7445 8912,'2'-10'0,"4"4"0,-4-3 0,3-3 0,-3 5 0,-4-7 0,-3 9 0,1-1 0,-8 6 0,1 0 0,-6 2 0,0 3 0,5 5 0,1 7 0,5 0 0,-6 1 0,9-1 0,-3 0 0,-2 6 0,2 0 0,3-2 0,1-2 0,2 4 0,0 0 0,0 0 0,0-6 0,0 0 0,0 0 0,7-1 0,5-5 0,-3 4 0,3-3 0,-1 1 0,7-1 0,-7 3 0,1-4 0,-7 5 0,7 1 0,-8-6 0,1 1 0,-3-1 0,-2 6 0,-2 1 0,-3-1 0,1-6 0,-8 1 0,-1-1 0,-8 5 0,-2-3 0,2-2 0,2-7 0,2 2 0,5-4 0,1-2 0,7 0 0,-4-15 0,16-5 0,1-14 0</inkml:trace>
  <inkml:trace contextRef="#ctx0" brushRef="#br0" timeOffset="102">31199 7548 8912,'-7'-17'0,"5"-1"0,-14 1 0,15 8 0,-15 1 0,14 16 0,-3 3 0,3 6 0,2 6 0,0-2 0,0 8 0,2-2 0,3 1 0,-1 3 0,8-6 0,-1 0 0,-1-1 0,5-5 0,-4-1 0,5-13 0,1 7 0,-6-8 0,1-4 0,1 0 0,10 0 0,-4-4 0,4-8 0,-4-1 0,-1-16 0,-7 6 0,1-5 0,-1 1 0,6-2 0,-7 5 0,-4 6 0,-3 1 0,3 0 0,-4 6 0,4-1 0,-4 10 0,0 2 0,3 10 0,-3 11 0,4 2 0,-2 7 0,2-1 0,-3-4 0,7 0 0,-1-3 0,1 1 0,0-5 0,1-7 0,4-1 0,-3 1 0,3-3 0,2-8 0,1 0 0,-1-8 0,0-3 0,-2-5 0,-3-1 0,1-2 0,-7-2 0,0-2 0,1 2 0,-5 2 0,4 2 0,-4 0 0,-2-1 0,0 9 0,0 1 0,0 23 0,0-3 0,0 11 0,0-4 0,0-2 0,6 6 0,-1 0 0,1 0 0,-6-6 0,0 0 0,0 0 0,0-5 0,0-1 0,0 1 0,0 5 0,2-7 0,4-5 0,-3-10 0,7-7 0,0-3 0,-1-2 0,3-1 0,5 1 0,-6 0 0,1 0 0,-1 2 0,5 1 0,-5 3 0,4-1 0,-5 3 0,1 1 0,1 8 0,-8 2 0,1 4 0,3-2 0,-2 7 0,-2 2 0,-2 3 0,-2 1 0,0 0 0,7 0 0,-5 0 0,8-1 0,-5-5 0,5-3 0,7-8 0,-5-2 0,-1-4 0,1-3 0,5-9 0,0-4 0,0-1 0,0 0 0,1 6 0,-3-1 0,-4 1 0,5 6 0,-5-1 0,-1 8 0,1-1 0,1 5 0,5 5 0,0 7 0,-5 5 0,-1 6 0,-1-4 0,1 4 0,2-4 0,-7-2 0,6 0 0,-7 1 0,9-3 0,-3-4 0,-3-3 0,7-16 0,-5-1 0</inkml:trace>
  <inkml:trace contextRef="#ctx0" brushRef="#br0" timeOffset="103">32180 6826 8912,'23'9'0,"0"8"0,8 12 0,-3 17 0,5 25 0,-15-25 0,-2 5 0,-2 8 0,-3 2 0,-1 9 0,-3 2 0,-2 4 0,-2 1-169,-1 1 0,-2 0 1,-4 2-1,-4-1 1,-1-3-1,-3-1 1,-3-4-1,-4-1 169,-1-1 0,-2 0 0,0-2 0,0-1-241,0 1 1,-2-2-1,-4 0 1,-1-2-1,2-3 1,0 1 0</inkml:trace>
  <inkml:trace contextRef="#ctx0" brushRef="#br0" timeOffset="104">28532 8803 8912,'-17'0'0,"1"-2"0,3-2 0,2-2 0,-3 3 0,8 1 0,6 2 0,10 0 0,13-6 0,6 0 0,5 1 0,6-3 0,-3 0 0,5-5 0,0 1 0,4-1 0,-2 3 0,1-1 0,-6 1 0,1-1 0,0 1 0,-4 7 0,-5-3 0,-4 2 0,-4-5 0,-14 7 0,-3-8 0,-12 4 0,-11 2 0,-10-5 0,-1-1 0,-1 1 0,0 5 0,-13-11 0,-2 5 0</inkml:trace>
  <inkml:trace contextRef="#ctx0" brushRef="#br0" timeOffset="105">28790 8562 8912,'-8'-9'0,"7"1"0,-7 8 0,8 8 0,0 3 0,0 12 0,0 6 0,0 3 0,0 3 0,0 5 0,0 0 0,2 8 0,4-3 0,-5 3 0,5-2 0,-4 2 0,-2-8 0,0-4 0,0-5 0,-8 1 0,-1-5 0</inkml:trace>
  <inkml:trace contextRef="#ctx0" brushRef="#br0" timeOffset="106">28239 9525 8912,'-17'-17'0,"0"0"0,0-1 0,0 1 0,-3 0 0,-2 0 0,2 7 0,-4 5 0,1 3 0,0 2 0,0 7 0,6 7 0,-1 7 0,1 7 0,0 12 0,0 6 0,1 4 0,5 0 0,5-3 0,4-1 0,-3-2 0,-1 2 0,2-4 0,10-8 0,5-9 0,10-6 0,4-7 0,2-5 0,2-1 0,5-6 0,0-7 0,1-5 0,-1 1 0,1-7 0,-7 5 0,1-10 0,-8-4 0,4 1 0</inkml:trace>
  <inkml:trace contextRef="#ctx0" brushRef="#br0" timeOffset="107">28343 9491 8912,'-10'0'0,"-5"-8"0,5-2 0</inkml:trace>
  <inkml:trace contextRef="#ctx0" brushRef="#br0" timeOffset="108">28050 9869 8912,'-23'0'0,"0"0"0,0 0 0,0 0 0,0 0 0,0 2 0,6 4 0,10-5 0,7 5 0,9-4 0,6-2 0,3 0 0,7-4 0,5-5 0,6-9 0,5-1 0,5-7 0,-6-3 0,-2-3 0,-9-3 0,-5 3 0,-6 3 0,-3-3 0,-4 5 0,-7 0 0,-8 4 0,-7 12 0,-12 5 0,-4 6 0,-7 6 0,-6 11 0,0 11 0,1-1 0,11 2 0,-5 1 0,4 11 0,5-7 0,1 0 0,5-1 0,7-10 0,-2 5 0,7-5 0,0 0 0,6-6 0,0-5 0,2-3 0,4-1 0,5-4 0,6-2 0,6-2 0,-2-10 0,8-7 0,0-15 0,5-12 0</inkml:trace>
  <inkml:trace contextRef="#ctx0" brushRef="#br0" timeOffset="109">28756 8923 8912,'-2'10'0,"-4"-4"0,4-12 0,-13-4 0,5-7 0,1 0 0,-5 5 0,7 1 0,-3-1 0,-3 3 0,3-4 0,-3 7 0,-4 2 0,-4 2 0,-2 2 0,5 0 0,-6 10 0,-5 7 0,-4 10 0,-1 5 0,5 8 0,1 0 0,7 6 0,-2-6 0,5 0 0,7-5 0,3-3 0,8-3 0,0-4 0,14-16 0,5-3 0,6-6 0,5-6 0,8-9 0,3-8 0,-1-8 0,-6 3 0,1-5 0,-1-1 0,-5 0 0,-1-1 0,-7 1 0,2-1 0,-11 3 0,-6 3 0,-5 4 0,-1 8 0,0 0 0,0 8 0,0 9 0,0 11 0,0 4 0,0 2 0,0 1 0,0-1 0,0 0 0,0 0 0,2 0 0,4 1 0,-2-7 0,7 1 0,1-9 0,5 3 0,0-4 0,1-2 0,-1 0 0,-8 0 0,-1 0 0</inkml:trace>
  <inkml:trace contextRef="#ctx0" brushRef="#br0" timeOffset="110">28945 8889 8912,'2'-17'0,"4"-1"0,-3 3 0,9 4 0,-8-5 0,5 9 0,-3-5 0,-4 5 0,6 7 0,-8 0 0,-6 7 0,-2 5 0,-1 3 0,-1 4 0,-1 4 0,-3-4 0,7 2 0,-1-5 0,0-5 0,3 0 0,3 5 0,-4-5 0,4-3 0,-6-8 0,16 0 0,2-6 0,7-2 0,0-1 0,2-3 0,4-5 0,6 0 0,3 0 0,5 5 0,3 1 0,-2 7 0,8-2 0,-8 4 0,2 2 0,-19 0 0,-5 0 0</inkml:trace>
  <inkml:trace contextRef="#ctx0" brushRef="#br0" timeOffset="111">29410 8923 8912,'19'8'0,"4"3"0,-4-3 0,4-2 0,4-4 0,1-2 0,-3 0 0,-2 0 0,2-8 0,-2-3 0,-2-7 0,-10-5 0,-3 4 0,-8-4 0,0-3 0,0-3 0,-6 4 0,0 2 0,-7 4 0,2 2 0,-5 0 0,-1 0 0,0 7 0,0 4 0,0 6 0,-1 6 0,7 4 0,-1 7 0,1 8 0,-6 3 0,7-11 0,2-1 0</inkml:trace>
  <inkml:trace contextRef="#ctx0" brushRef="#br0" timeOffset="112">29461 8923 8912,'0'17'0,"0"1"0,0-1 0,0-6 0,0 1 0,8-8 0,1 1 0,9-10 0,-3-13 0,-2-10 0,-1-7 0,1-5 0,3-2 0,1-4 0,-6-3 0,1 3 0,-3-4 0,3-1 0,3 7 0,-4 4 0,-1 5 0,1 6 0,-7 5 0,12 14 0,-14 12 0,3 17 0,-3 14 0,-2 11 0,0 5 0,0 3 0,0 5 0,0 0 0,2 3 0,4-3 0,-2 2 0,7 4 0,-7-4 0,2-7 0,-4-8 0,-18 6 0,-3-6 0</inkml:trace>
  <inkml:trace contextRef="#ctx0" brushRef="#br0" timeOffset="113">28463 9645 8912,'0'-17'0,"-2"0"0,-4 0 0,3-2 0,-7-2 0,1 0 0,-1 5 0,6-1 0,-2 6 0,5 1 0,-1 1 0,-4 1 0,4 4 0,-4 10 0,10 11 0,2 12 0,5 5 0,-5 6 0,5-2 0,-5 8 0,0 2 0,2 2 0,-7-1 0,5-3 0,2-4 0,-2-7 0,-1-1 0,-5 0 0,0-13 0,0-3 0,8-13 0,-4 1 0,7-12 0,-5-11 0,6-12 0,-1-3 0,6-4 0,0-4 0,1-6 0,-1 4 0,0 2 0,0 9 0,0 2 0,1 8 0,-1-2 0,0 12 0,0 5 0,0 4 0,1 12 0,-1 7 0,0 2 0,0 10 0,1-8 0,-1 2 0,2 2 0,4-2 0,4-2 0,7-10 0,0 2 0,1-7 0,1-2 0,4-2 0,-1-4 0,6-4 0,-6-3 0,1-9 0,-4 7 0,-1 0 0,-9-1 0,-3-5 0,-11 5 0,-6 1 0,-5 5 0,-1-5 0,-7 5 0,-5-5 0,-11 1 0,-5-1 0,-5-3 0,-1 8 0,1 1 0,5 5 0,-5 0 0,6 0 0,1 2 0,3 3 0,3-1 0,3 8 0,0-1 0,0 6 0,2 1 0,3-1 0,4 0 0,8 0 0,0 0 0,0 0 0,0 1 0,0-1 0,2-8 0,4-3 0,4-4 0,7-2 0,0 0 0,2 0 0,2-2 0,2-4 0,2-3 0,-2-8 0,-4-1 0,4 1 0,-4 0 0,-2 0 0,1 0 0,-1 0 0,-6 1 0,1 5 0,-8-5 0,3 15 0,-7-7 0,0 10 0,0 4 0,2 3 0,2 8 0,2 1 0,-3-1 0,5 0 0,-2 0 0,5 0 0,-5 0 0,7 1 0,-1-1 0,1-6 0,-1 1 0,3-8 0,-3 1 0,3-3 0,2-2 0,0-2 0,0-3 0,1-7 0,-1-3 0,-2-2 0,-3-1 0,1 7 0,-7 0 0,1 5 0,-1-6 0,-4 9 0,6-5 0,-8 10 0,0 4 0,0 3 0,0 8 0,0 0 0,0 3 0,0 1 0,0 2 0,0-1 0,0-4 0,0-7 0,0 1 0,0-1 0,0-1 0,0-3 0,-8-7 0,-2-15 0,-7-4 0</inkml:trace>
  <inkml:trace contextRef="#ctx0" brushRef="#br0" timeOffset="114">29478 9594 8912,'-9'-8'0,"-6"4"0,3-7 0,-3-1 0,-2-5 0,7 0 0,2 7 0,22 3 0,3 7 0,12 0 0,-1 0 0,11 0 0,1 0 0,8 0 0,-4 0 0</inkml:trace>
  <inkml:trace contextRef="#ctx0" brushRef="#br0" timeOffset="115">29874 9680 8912,'-17'-2'0,"0"-4"0,0-3 0,7-9 0,10 9 0,12 3 0,5 6 0,6 6 0,-4 5 0,4 12 0,-4-2 0,-2 8 0,0-6 0,1 5 0,-7-1 0,-1 2 0,-3-4 0,-3 0 0,-2-6 0,-2 4 0,0-4 0,0-2 0,0-8 0,0-5 0,0-15 0,-6-3 0,0-14 0,3-3 0,8-9 0,-1 4 0,8-6 0,1 2 0,2-1 0,3 1 0,-1 6 0,2 5 0,4 1 0,-2 9 0,8 1 0,-7 3 0,7 9 0,-6 1 0,6 5 0,-8 0 0,2 0 0,-4 0 0,-2 0 0,0 7 0,1 3 0</inkml:trace>
  <inkml:trace contextRef="#ctx0" brushRef="#br0" timeOffset="116">30012 9834 8912,'-17'0'0,"0"0"0,-1 0 0,1 0 0,0 0 0,2-1 0,1-3 0,3-2 0,7-7 0,0 1 0,8-3 0,13-8 0,12-2 0,3-2 0,3-3 0,5 3 0,0-2 0,-2 8 0,-7 0 0,-4 8 0,-3 7 0,-1 4 0,-5 2 0,-3 10 0,-4 7 0,3 10 0,-8 13 0,-1-2 0,-5 6 0,0 0 0,0 0 0,0-6 0,0 2 0,-5-3 0,-1-3 0,0-7 0,6-4 0,0-4 0,0-2 0,0-7 0,0-3 0,2-7 0,4 0 0,1-7 0,5-5 0,3-3 0,-5-18 0,7-3 0</inkml:trace>
  <inkml:trace contextRef="#ctx0" brushRef="#br0" timeOffset="117">30597 9559 8912,'-11'0'0,"-1"0"0,8 0 0,-3 0 0,9 0 0,3 0 0,7 0 0,11 0 0,3 2 0,9 4 0,-1 5 0,1 5 0,-3 7 0,-3 0 0,-4 7 0,-8-1 0,-2-2 0,-3 1 0,-5-7 0,-7 2 0,0 4 0,-2-10 0,-3 0 0,1-7 0,-8-10 0,1 0 0,1-8 0,5-3 0,3-12 0,2-6 0,2-3 0,3-3 0,7 3 0,11 3 0,-4-3 0,4 3 0,2 2 0,-2-1 0,7 7 0,-1-2 0,3 4 0,3 1 0,-1 3 0,1 4 0,-3-3 0,-3 9 0,7-1 0,-7 6 0,1 0 0,-7 0 0,-9 0 0,3 0 0,-11 7 0,1 3 0,-12 1 0,-1 1 0,-7-6 0,1 5 0,3 1 0,-1 5 0,2 0 0,4 0 0,-3 2 0,1 4 0,0-4 0,6 4 0,0-4 0,0-1 0,0 4 0,0 1 0,8 0 0,2-5 0,7-3 0,0-4 0,0-5 0,0-12 0,3-3 0,2-8 0,0-8 0,6-4 0,-7 0 0,2-5 0,2 3 0,-2-9 0,0 4 0,-6 2 0,-5 1 0,-1 4 0,-7 10 0,2 8 0,-4 7 0,-2-2 0,0 12 0,0 6 0,0 10 0,0 3 0,0 4 0,-8-4 0,-2-8 0</inkml:trace>
  <inkml:trace contextRef="#ctx0" brushRef="#br0" timeOffset="118">31612 9645 8912,'8'18'0,"-6"6"0,13-6 0,-5 1 0,-1-6 0,7-1 0,-7-3 0,8-3 0,1-6 0,-1-6 0,6-5 0,0-10 0,-2-4 0,-2-2 0,-2-7 0,0-6 0,2-3 0,4 3 0,-5 2 0,-1-8 0,8 0 0,-6-5 0</inkml:trace>
  <inkml:trace contextRef="#ctx0" brushRef="#br0" timeOffset="119">31991 9130 8912,'0'-10'0,"0"-5"0,0 11 0,0-8 0,-8 9 0,4-3 0,-7 12 0,5 11 0,-5 11 0,-1 7 0,-5 5 0,2 4 0,3 7 0,-3 3 0,4 3 0,3-11 0,0-4 0,8-17 0</inkml:trace>
  <inkml:trace contextRef="#ctx0" brushRef="#br0" timeOffset="120">31905 9663 8912,'13'17'0,"4"0"0,6 0 0,0 0 0,4-7 0,8-4 0,5-6 0,0-6 0,6-4 0,-6-7 0,0-8 0,-6-3 0,3-5 0,3-1 0,-9-1 0,3 1 0,-11-6 0,0 0 0,-6-6 0,-5 6 0,1-4 0,-7 9 0,-3-1 0,-8 13 0,-5 8 0,-7 9 0,-2 4 0,-4 2 0,-4 16 0,-7 7 0,-3 15 0,-3 8 0,6 5 0,-1 6 0,3-1 0,9 7 0,0-6 0,6 6 0,9-7 0,8 1 0,12-5 0,16-7 0,9-3 0,16-11 0,3-6 0,1-8 0,0-11 0,-5-1 0,-2-3 0,-4-2 0,-6-7 0,-12-5 0,-3-9 0,-8-2 0,1-7 0,-1 3 0</inkml:trace>
  <inkml:trace contextRef="#ctx0" brushRef="#br0" timeOffset="121">13061 7376 8912,'12'-2'0,"-1"-4"0,-7 4 0,6-11 0,-6 5 0,1-1 0,3-1 0,-4-3 0,3 1 0,3-1 0,-6 3 0,3 1 0,-1-1 0,0 1 0,0 3 0,-6-5 0,5 5 0,1-6 0,-2-1 0,-2 3 0,-2-1 0,0 0 0,0-7 0,0 1 0,-8-6 0,-3 0 0,-5 0 0,-1-1 0,-8 3 0,-3-8 0,-12 2 0,-6-2 0,-4-3 0,-2 3 0,1 5 0,-1 1 0,0 3 0,1 3 0,-5 2 0,5 4 0,11-5 0,15 7 0</inkml:trace>
  <inkml:trace contextRef="#ctx0" brushRef="#br0" timeOffset="122">12356 6774 8912,'-35'0'0,"-7"2"0,-4 4 0,-3-2 0,-3 7 0,2 0 0,5 7 0,2 1 0,11 2 0,1 4 0,3 1 0,7 1 0,-2 2 0,4 1 0,1-7 0,7 6 0,-1-6 0,3 5 0,-3-5 0,3 0 0,5-5 0,-4-1 0,-1 0 0,5 0 0,-9 0 0,7 1 0,-2-7 0,2 0 0,5-7 0,-9 6 0,4-4 0,2-5 0,-7 5 0,-1-4 0,-5-2 0,0 0 0,0-4 0,0-7 0,-1-1 0,1-12 0</inkml:trace>
  <inkml:trace contextRef="#ctx0" brushRef="#br0" timeOffset="123">11358 7032 8912,'0'-17'0,"0"0"0,0-1 0,0 1 0,0 6 0,0-1 0,0 8 0,5-1 0,1 10 0,0 13 0,-4 8 0,2 3 0,1 0 0,1 1 0,-6 10 0,2-3 0,4 3 0,-4-6 0,3-5 0,3 3 0,0-5 0,1 2 0,5-1 0,7-7 0,2 2 0,7-4 0,-11-1 0,6-1 0</inkml:trace>
  <inkml:trace contextRef="#ctx0" brushRef="#br0" timeOffset="124">11788 7445 8912,'27'0'0,"-2"0"0</inkml:trace>
  <inkml:trace contextRef="#ctx0" brushRef="#br0" timeOffset="125">11977 7445 8912,'8'-25'0,"1"-2"0</inkml:trace>
  <inkml:trace contextRef="#ctx0" brushRef="#br0" timeOffset="126">21442 8390 8912,'-10'-17'0,"-3"-6"0,7 0 0,1 2 0,-3 2 0,6 8 0,-6-1 0,1-1 0,3 5 0,-8 4 0,-1 8 0,-2 11 0,-2 10 0,-3 2 0,-3 4 0,2-5 0,-7 3 0,5 0 0,-6 5 0,-1 2 0,-3 4 0,2-9 0,-3 3 0,3-3 0,-9 3 0,-4-5 0,-2 0 0,-9-3 0,-4 3 0,-2-6 0,-5-4 0,-4-2 0,-11 0 0,39 1 0,-4-1 0</inkml:trace>
  <inkml:trace contextRef="#ctx0" brushRef="#br0" timeOffset="127">20100 8923 8912,'-81'8'0,"1"3"0,-2-1 0,-10 1 0,43-5 0,-1 0-468,-7 2 0,-1 1 0,-3 0 1,-2-1 467,-9 1 0,0-1 0,6 1 0,0 0 0,0-1 0,0 1 0,4-1 0,0 1 0,2 0 0,0-1 0,-1 1 0,1-1 0,-1 1 0,2 0 0,6-1 0,2 1 0,-44 8 0,5 0-108,-4 0 1,44-8-1,-1 0 108,-3-1 0,-1 1 0,2-1 0,1-1 0,-3-1 0,1-1 0,1 3 0,1 0 0,0-2 0,0-1 0,-6 0 0,-2 0 0,-3 1 0,0-1 0,0-2 0,1 0 0,2 3 0,0-1 0,3-2 0,1 0 0,4 3 0,1 0 0,-1-4 0,1 1 0,-1 3 0,0 0 0,-37 0 0,4 3 0,5-1 74,2-4 1,-3-3-75,-5-1 0,-2 0 0,-3 0 0,40 0 0,-2-1-169,-4-2 1,0 0 0,-1 1 0,1 0 168,-3-4 0,-1 1 0,2 2 0,0 2 0,-7-2 0,0 0 0,0 1 0,0 0 0,-3-1 0,0 0 0,4 2 0,0-1 0,2-4 0,0 0 0,8 3 0,1 0 0,2-1 0,1-1 0,1 0 0,0 0 0,-45-4 0,44 4 0,1-2 148,0-1 0,2-1 0,-40-8-148,2 0 0,-6 0 0,41 8 0,-1 0 0,-5 1 0,-1-1-21,-8 0 0,0 1 1,8 2-1,0 0 21,-3 0 0,1 1 0,2 2 0,1 0 0,3-2 0,-1-1 0,4 1 0,1-2 70,-42-10 1,14 6-71,9-1 0,14 1 0,11-6 0,2-1 359,3 1 0,3 0-359,2 0 0,-1 0 0,1-1 0</inkml:trace>
  <inkml:trace contextRef="#ctx0" brushRef="#br0" timeOffset="128">12304 8872 8912,'-17'0'0,"0"-8"0,7-2 0,-5 1 0,3 3 0,-3-3 0,0 5 0,3-8 0,3 9 0,5-5 0,-2 0 0,-1 4 0,1-7 0,4 5 0,-4-5 0,2 1 0,-1-1 0,1-5 0,-8 5 0,3 1 0,-3-1 0,-3 1 0,4-1 0,1 1 0,-1 5 0,-1 3 0,-3-8 0,1 6 0,3-1 0,7-1 0,-4 14 0,16 1 0,4 8 0,3 1 0,10-9 0,1-1 0</inkml:trace>
  <inkml:trace contextRef="#ctx0" brushRef="#br0" timeOffset="129">12407 8631 8912,'-17'10'0,"2"-5"0,3-10 0,7-7 0,-3 2 0,0 1 0,-1 1 0,3-3 0,-5 5 0,-3 2 0,-1 2 0,-10 2 0,-4 0 0,-11 2 0,-6 4 0,-3 7 0,-3 8 0,-1 0 0,-5 8 0,10-6 0,-3 6 0,11-1 0,-1 7 0,5-9 0,17-1 0,4-8 0</inkml:trace>
  <inkml:trace contextRef="#ctx0" brushRef="#br0" timeOffset="130">11685 8923 8912,'0'17'0,"0"1"0,2-7 0,3 1 0,5 1 0,7 10 0,0 2 0,1 3 0,8 7 0,9-1 0,7 8 0,9 10 0,3 1 0,3 5 0,6 3 0,4 0 0,2-10 0,0-9 0</inkml:trace>
  <inkml:trace contextRef="#ctx0" brushRef="#br0" timeOffset="131">11994 16385 8912,'-7'-9'0,"3"-5"0,-6 6 0,3-1 0,1 5 0,6-4 0,0 10 0,0 4 0,0-2 0,2 7 0,2 3 0,2 1 0,-1 2 0,-5 0 0,0 3 0,0 2 0,2-4 0,2 1 0,2-6 0,-2 1 0,-3 1 0,-1 2 0,0-6 0,0 1 0,0-6 0,0 5 0,0-7 0,0 5 0,0-3 0,0-4 0,2-8 0,4-11 0,-4-11 0,4-1 0,-2 2 0,-1 0 0,5 3 0,2 3 0,-5-4 0,7 2 0,-1 0 0,6 6 0,-1-1 0,-5 1 0,12 6 0,0-1 0,0 10 0,0 2 0,-4 10 0,-2 5 0,-1 4 0,-5 4 0,4-2 0,-5 6 0,0 0 0,-5 0 0,3-6 0,-2 2 0,1-2 0,-1 1 0,-4-2 0,4 2 0,-4-2 0,-2-3 0,5 0 0,1 0 0,-8-7 0,-7-3 0</inkml:trace>
  <inkml:trace contextRef="#ctx0" brushRef="#br0" timeOffset="132">11840 17073 8912,'0'-10'0,"0"-5"0,0 13 0,9-6 0,8 8 0,2 0 0,12 0 0,3 0 0,5 0 0,7 0 0,-4-2 0,2-1 0,3-3 0,-4 0 0,-3 6 0,-4-6 0,-4 1 0,-3 1 0,-6 2 0,-11 2 0,-5 0 0,-7 0 0</inkml:trace>
  <inkml:trace contextRef="#ctx0" brushRef="#br0" timeOffset="133">12012 17313 8912,'-12'-5'0,"1"-1"0,7 0 0,-4 8 0,8 4 0,0 5 0,0 7 0,0 5 0,0 3 0,0 1 0,0 5 0,0-3 0,0 4 0,0 1 0,2 0 0,4 1 0,-4-7 0,4 1 0,-5-8 0,-1 2 0,0-4 0,0-2 0,0-7 0,0 5 0,0-13 0,0 6 0,0-8 0,0-8 0,0-3 0,0-5 0,0-7 0,0 0 0,0-5 0,0 5 0,2-8 0,4 3 0,-2-5 0,7-1 0,-1 5 0,1 1 0,5 5 0,-5-6 0,4 8 0,3-2 0,1 6 0,2 3 0,2 5 0,-2 1 0,-2 2 0,-2 6 0,0 0 0,1 2 0,-1 4 0,0 6 0,-6 11 0,1 5 0,-1-1 0,7 2 0,-7-1 0,1 7 0,-7-7 0,7 1 0,-6-2 0,5 1 0,-7-1 0,2-4 0,-5-4 0,1 4 0,2-4 0,2-2 0,0 1 0,-6-1 0,0 0 0,-8 0 0,-2 0 0</inkml:trace>
  <inkml:trace contextRef="#ctx0" brushRef="#br0" timeOffset="134">22010 16488 8912,'-17'-7'0,"5"5"0,3-6 0,1 0 0,-5 6 0,13-5 0,0 5 0,11-2 0,10-2 0,0-5 0,8 3 0,0-1 0,-3-5 0,7 1 0,-5 2 0,-3-3 0,-2 8 0,2 1 0,-2 5 0,-6 0 0,-5 0 0,-16 0 0,2 0 0</inkml:trace>
  <inkml:trace contextRef="#ctx0" brushRef="#br0" timeOffset="135">22182 16815 8912,'-8'-10'0,"6"-5"0,-5 13 0,9-7 0,3 3 0,5 4 0,7-4 0,0 2 0,1-1 0,6-5 0,3-7 0</inkml:trace>
  <inkml:trace contextRef="#ctx0" brushRef="#br0" timeOffset="136">23008 16093 8912,'-17'0'0,"5"0"0,1 0 0,-3 0 0,7 2 0,1 3 0,6-3 0,6 4 0,5-4 0,5-2 0,1 0 0,2 0 0,4 0 0,-4 0 0,6 0 0,-2 0 0,0 0 0,0-2 0,-6-4 0,0 4 0,0-3 0,0 3 0,-5 2 0,-1 0 0,-7 0 0,12 0 0,-15 0 0,7 0 0,-8 0 0,8-8 0,1-1 0</inkml:trace>
  <inkml:trace contextRef="#ctx0" brushRef="#br0" timeOffset="137">23576 15835 8912,'9'-27'0,"1"-3"0,-4 7 0,-2-2 0,7 4 0,2-2 0,3 2 0,1 4 0,0 5 0,0-1 0,1 7 0,4 0 0,1 6 0,0 2 0,-5 4 0,5 4 0,-1 9 0,0 4 0,-3 5 0,-8 3 0,1-3 0,-9 5 0,3-4 0,-4 3 0,-2 2 0,-2 1 0,-4-1 0,-3 1 0,-8-1 0,-1-2 0,-1-1 0,-2-4 0,-2-2 0,-5 3 0,5-5 0,-6 0 0,6-6 0,0-1 0,6-5 0,0-1 0,0-5 0,-1-3 0,3 2 0,4-8 0,1-5 0,4-8 0,4-3 0,-3-3 0,3 2 0,2-7 0,0 5 0,0-6 0,7 8 0,5-2 0,-3 6 0,3 6 0,1-3 0,8 9 0,4 1 0,2 2 0,-4 4 0,5 3 0,1 5 0,6 7 0,-1 2 0,0 4 0,1-2 0,-1 8 0,3-6 0,3 5 0,-10-7 0,5 2 0,-5-3 0,-3-3 0,-2-8 0,0-1 0,2-8 0</inkml:trace>
  <inkml:trace contextRef="#ctx0" brushRef="#br0" timeOffset="138">24350 15955 8912,'0'-17'0,"0"0"0,0 0 0,0 7 0,0 10 0,0 12 0,0 3 0,0 2 0,0 6 0,0 2 0,0 0 0,0-1 0,0 5 0,0-6 0,0-2 0,0-2 0,0-2 0,0 1 0,0-1 0,0 0 0,0 0 0,-2-7 0,-3-5 0,3-3 0,-8-5 0,4-9 0,5-1 0,-5-14 0,4-2 0,2-3 0,0 1 0,0-9 0,6 4 0,-1 1 0,7 1 0,-6 0 0,7 7 0,-2 4 0,-1 4 0,1 2 0,3 1 0,7 5 0,2 5 0,-2 4 0,-2 4 0,-2 4 0,2 3 0,4 9 0,-4 1 0,4 4 0,-4-2 0,-1 7 0,-1-7 0,0 2 0,0 2 0,-1 0 0,-3 0 0,-2 0 0,-7-2 0,2-6 0,4-8 0,-9 7 0,7-7 0</inkml:trace>
  <inkml:trace contextRef="#ctx0" brushRef="#br0" timeOffset="139">26209 15130 8912,'-25'-17'0,"4"-6"0,-6 0 0,0 2 0,1 2 0,-5 7 0,-7 3 0,-4-1 0,-2 1 0,4 5 0,-4-2 0,2 4 0,3 2 0,-3 2 0,2 4 0,-6 3 0,6 9 0,0-1 0,-2 0 0,4 2 0,-8 4 0,7-4 0,-1 4 0,12 2 0,5-2 0,2 0 0,-2 2 0,9-4 0,-3 7 0,11-5 0,1 6 0,3 1 0,2 11 0,0-3 0,0 8 0,0-1 0,0 7 0,0 1 0,0 5 0,0-3 0,0 8 0,-6 8-268,0 9 0,-7 12 268,7-44 0,0 1 0,-2 3 0,-1-1 0,-1 3 0,-1-1 0,0 3 0,-1-1 0,1 1 0,1 1 0,0 0 0,1 1 0,0 2 0,1 0 0,2-3 0,0-1 0,0-1 0,1-2 0,1 39 0,-2-6 0,4-15 0,2 3 0,2-14 0,4 3 0,-2-8 0,7-3 0,3-1 0,1 1 0,8-10 0,0-8 0,9-1 0,3-10 0,1-1 0,10-4 0,0-9 0,6-3 0,5-4 0,2-2 0,0 0 268,1 0 0,-11 0-268,-8 0 0,-7 0 0,-5 0 0,-4 0 0,-8 0 0,-6 0 0,1 0 0,-8 0 0,3 0 0,-14 2 0,-5 4 0,-3 1 0,-2 5 0,-1 3 0,-6-13 0,-3 5 0</inkml:trace>
  <inkml:trace contextRef="#ctx0" brushRef="#br0" timeOffset="140">25813 15938 8912,'-6'17'0,"1"0"0,1 1 0,2-1 0,2 0 0,0 0 0,0 0 0,2 2 0,3 4 0,5-3 0,7 2 0,2-2 0,4-3 0,-2 0 0,8 0 0,-6-5 0,4-3 0,-2-1 0,-4-4 0,5-2 0,-7-10 0,4-4 0,-5-3 0,-5-4 0,-3-2 0,-3-2 0,-1-2 0,-6 2 0,0 4 0,0-4 0,0 4 0,0 2 0,0 6 0,0-1 0,0 8 0,0 10 0,0 11 0,0 19 0,0 5 0,6 6 0,-1 5 0,7 5 0,-6 1 0,5 5 0,-3-6 0,-1-2 0,1-1 0,-2-12 0,-6-8 0,0-1 0,0-10 0,-10 0 0,-7-6 0,-2-8 0,-10-1 0,-1-2 0,-3-1 0,1 1 0,3-6 0,-4 0 0,5 0 0,1-6 0,-2 1 0,10-9 0,2 3 0,2 1 0,9-1 0,2-3 0,2-1 0,2-4 0,0-4 0,0 4 0,16-13 0,3 5 0</inkml:trace>
  <inkml:trace contextRef="#ctx0" brushRef="#br0" timeOffset="141">25813 15869 8912,'-11'0'0,"-1"0"0,-1 0 0,5-7 0,0-3 0,10-7 0,4 0 0,6 5 0,12 3 0,11-1 0,9 1 0,11 3 0,3-6 0,5 3 0,-4-3 0,0 5 0,0-1 0,-3 6 0,-10-4 0,-6 5 0,-11 1 0,-10-6 0,-8 0 0,-7 0 0,4 6 0,-14 2 0,-2 2 0,-1 2 0,5 7 0,-11-11 0,5 6 0</inkml:trace>
  <inkml:trace contextRef="#ctx0" brushRef="#br0" timeOffset="142">26759 16419 8912,'-11'0'0,"1"-1"0,1-3 0,-1-2 0,-1 0 0,1-1 0,-5 5 0,13-6 0,-4 8 0,12 0 0,7 0 0,9 0 0,4 0 0,11 0 0,1-2 0,2-4 0,6 3 0,-6-9 0,-2 8 0,-7-1 0,-4 1 0,-2-2 0,-3 4 0,-4-6 0,-9 8 0,-3 0 0,-12 0 0,-5 0 0,-6 0 0,-6 2 0,-6 2 0,-4 2 0,-1 7 0,0-1 0,1-3 0,4 3 0,-1-6 0,7 5 0,-6-7 0,6 2 0,0 1 0,6-1 0,8 0 0,1-6 0,12 0 0,7 0 0,3-6 0,14 0 0,1-7 0,7 3 0,2-1 0,3-1 0,6-7 0,-3-8 0</inkml:trace>
  <inkml:trace contextRef="#ctx0" brushRef="#br0" timeOffset="143">27861 16076 8912,'-12'-16'0,"3"3"0,1 1 0,2 1 0,-1 1 0,-3 3 0,1-1 0,-7 6 0,5-2 0,-4 8 0,-3 8 0,3 11 0,2 5 0,1 5 0,3 9 0,-3 2 0,6 2 0,5-1 0,1-6 0,0 1 0,0-4 0,0-2 0,7-1 0,5-4 0,5-6 0,4-12 0,2-5 0,-2-4 0,4-2 0,-2 0 0,0-8 0,-6-3 0,6-12 0,0-6 0,0-4 0,-6-1 0,-2-2 0,-3-4 0,1 1 0,-7-6 0,0 4 0,-6-4 0,-6 6 0,0-1 0,-13 4 0,2 2 0,-4 7 0,3 6 0,3 6 0,4 3 0,-5 8 0,5-1 0,3 5 0,3 5 0,-3 5 0,2 7 0,0 0 0,6 0 0,0 1 0,0-1 0</inkml:trace>
  <inkml:trace contextRef="#ctx0" brushRef="#br0" timeOffset="144">27568 16299 8912,'-9'-2'0,"3"-4"0,4 5 0,2-7 0,10 2 0,7 0 0,8-1 0,11 1 0,4-3 0,6-1 0,-2-5 0,2 3 0,-8 5 0,2 1 0,-3-2 0,-3 2 0,1-7 0,-9 11 0,-1-5 0</inkml:trace>
  <inkml:trace contextRef="#ctx0" brushRef="#br0" timeOffset="145">28222 16368 8912,'-27'8'0,"-3"-5"0,7 9 0,-2 1 0,4 10 0,-2 4 0,2 0 0,8 3 0,1-7 0,8 6 0,-1-6 0,10 5 0,7-5 0,5-2 0,4-7 0,4-5 0,2-1 0,-1-2 0,3-6 0,4-8 0,-5-4 0,-1-3 0,2-2 0,-2-2 0,1-4 0,-5 2 0,-11-8 0,1 6 0,-7-5 0,0 5 0,-8-4 0,-6 0 0,-9 1 0,-2 5 0,-10-2 0,6 3 0,-6 3 0,8 8 0,-2 3 0,4-2 0,2 3 0,0-1 0,0 6 0,7 2 0,4 4 0,12 3 0,4 8 0</inkml:trace>
  <inkml:trace contextRef="#ctx0" brushRef="#br0" timeOffset="146">28773 16127 8912,'-12'-6'0,"3"-1"0,-1-1 0,3-1 0,-1-1 0,4 6 0,10-2 0,3 6 0,9 4 0,-1 2 0,0-2 0,6 4 0,0-3 0,-2-1 0,-2-2 0,-2-2 0,1 0 0,-1 0 0,0 0 0,0 0 0,0 0 0,-5-2 0,-1-4 0,-7 4 0,11-13 0,-5 6 0,7-9 0</inkml:trace>
  <inkml:trace contextRef="#ctx0" brushRef="#br0" timeOffset="147">29478 15732 8912,'-11'-2'0,"0"-2"0,-1-4 0,1 1 0,-1-1 0,-1 4 0,3 2 0,-1 2 0,5 2 0,-4 4 0,3 5 0,3 5 0,0 9 0,-2 3 0,3 5 0,-7 1 0,2 0 0,4 1 0,3 5 0,1 0 0,0 4 0,0-10 0,0 5 0,0-11 0,7-3 0,5-4 0,3-8 0,2-7 0,2-4 0,4-2 0,-2-9 0,8-9 0,-6-1 0,6-9 0,-8-1 0,2-5 0,-6-1 0,-6 1 0,3-6 0,-9 0 0,1-1 0,-6 7 0,-2-6 0,-4 0 0,-3-6 0,-8 6 0,0 0 0,-1 7 0,1 5 0,0 5 0,0 4 0,-1 9 0,1 2 0,8 16 0,3 4 0,4 3 0,2 2 0,0 0 0,0 0 0,0 8 0,0 2 0</inkml:trace>
  <inkml:trace contextRef="#ctx0" brushRef="#br0" timeOffset="148">29255 15904 8912,'-10'0'0,"-5"0"0,13 0 0,-6-8 0,10 6 0,4-4 0,5 4 0,10 2 0,2 0 0,6 0 0,-6 0 0,6 0 0,-4 0 0,-1 0 0,1 0 0,0 0 0,-2 0 0,-10 0 0,5 0 0,3-7 0,6-3 0</inkml:trace>
  <inkml:trace contextRef="#ctx0" brushRef="#br0" timeOffset="149">29737 15904 8912,'-12'11'0,"1"1"0,1 5 0,-1 6 0,-3 7 0,8-1 0,-1 3 0,3 3 0,-2 1 0,2 4 0,3-4 0,1 5 0,5-13 0,1-5 0,5-4 0,-5-2 0,8-7 0,-5-2 0,8-16 0,1-2 0</inkml:trace>
  <inkml:trace contextRef="#ctx0" brushRef="#br0" timeOffset="150">30132 15663 8912,'-11'0'0,"1"-2"0,3-4 0,1 4 0,8-5 0,4 7 0,3 2 0,8 3 0,3 5 0,1 7 0,1 0 0,0 1 0,-3-1 0,-2 0 0,-6 0 0,1 0 0,-8 0 0,1 1 0,-3 1 0,-2 4 0,0-4 0,0 4 0,-13-4 0,-4-2 0,-4-2 0,2 1 0,-3-3 0,0 0 0,-1 6 0,5-7 0,-5-3 0,0 3 0,6-8 0,8 0 0,1-8 0,10-13 0,8-10 0</inkml:trace>
  <inkml:trace contextRef="#ctx0" brushRef="#br0" timeOffset="151">30408 15629 8912,'0'-18'0,"-2"3"0,-4 4 0,2 1 0,-7 4 0,-1 4 0,-5-1 0,0 6 0,0 7 0,-1 7 0,3 8 0,4 4 0,-3 3 0,9 3 0,-1-1 0,6 0 0,0 1 0,0-1 0,2-1 0,3-5 0,5-3 0,7-8 0,0 0 0,1 1 0,-1-9 0,0-3 0,0-6 0,1-6 0,3 0 0,-4-11 0,4 4 0,-10-10 0,-3-4 0,7 0 0,-5-7 0</inkml:trace>
  <inkml:trace contextRef="#ctx0" brushRef="#br0" timeOffset="152">30081 15388 8912,'-10'0'0,"3"-2"0,7-4 0,0 4 0,3-5 0,7 7 0,7 0 0,12-2 0,0-4 0,3 2 0,2-7 0,7 7 0,-1-4 0,-2 1 0,-2-5 0,-1-3 0,-1-2 0,1-8 0,-1-2 0</inkml:trace>
  <inkml:trace contextRef="#ctx0" brushRef="#br0" timeOffset="153">30322 14838 8912,'0'-18'0,"0"1"0,2 2 0,3 4 0,7-5 0,11 5 0,5-3 0,14 1 0,10 2 0,9-3 0,12-1 0,2-2 0,-9 5 0,-8 1 0,-12 7 0,-8-4 0,-6 3 0,-3-1 0,-15 0 0,3 14 0,-12 3 0,-3 5 0,4 1 0,-4 8 0,-2 3 0,6 5 0,1 3 0,1 4 0,0 6 0,-3 6 0,-5 5 0,6 4 0,0 8 0,0 7 0,-6 4 0,0 4 0,-2 2 0,-4 0 0,-5 0 0,1-5-139,-1-1 1,1-9 138,-2-3 0,-1 1 0,7-6 0,1-2 0,5 2 0,0-2 0,0 2 0,0-3 0,0-9 0,0 7 0,0-1 0,0-2 0,0-1 0,-2-3 0,-4 1 0,-11 0 0,-12-1 0,-7-5 0,-10 0 0,-17-8-116,-23 2 1,31-21 0,-3-2 0,-5 0-1,-2-1 116,-1-1 0,0-1-263,-4-1 1,-2-2 0,-4-1 0,-3-2 262,-3 0 0,-2 1 0,1-1 0,0 1 0,2-1 0,1 1 0,7 0 0,3 1 0,9 0 0,1 1 0,4 1 0,1-1 0,3-1 0,-1 1 0,1 2 0,1 1 0,1-1 0,1-1 0,-43 9 0,8-6 0</inkml:trace>
  <inkml:trace contextRef="#ctx0" brushRef="#br0" timeOffset="154">4991 12327 8912,'-10'-1'0,"2"-3"0,1-2 0,5-2 0,-4 3 0,4-5 0,2-1 0,-2 1 0,-4 2 0,5 3 0,-7 3 0,8-4 0,0 4 0,0-5 0,0 14 0,2-3 0,4 7 0,-5-5 0,5 6 0,-4 1 0,0 8 0,4 2 0,-4 0 0,3-6 0,-3 8 0,-2 4 0,0 3 0,0 2 0,0 3 0,0 1 0,-2 4 0,-3 2 0,3-6 0,-4 2 0,-2-2 0,3 3 0,-7-5 0,6 4 0,-1-4 0,1-1 0,2-3 0,-5 1 0,1-3 0,4 1 0,-3 5 0,1-9 0,0 1 0,-2 1 0,6-2 0,-3 3 0,1-3 0,-2-2 0,4 0 0,-3-2 0,3-4 0,2 4 0,0-4 0,0-2 0,0 0 0,0 0 0,0 1 0,0-9 0,0 6 0,0-13 0,0 8 0,0-4 0,0-4 0,0 13 0,0-6 0,0 3 0,0-1 0,0-7 0,0 6 0,2-6 0,3 1 0,-3 1 0,6-6 0,-8 0 0,0 0 0,7 0 0,-5 0 0,6 0 0,-6 0 0,4 0 0,-4 0 0,5 0 0,-5 0 0,4 0 0,-4 0 0,5 8 0,-7-6 0,0 5 0,2-7 0,4 0 0,-4 0 0,6 0 0,-8 0 0,0 8 0,0 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8.0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22629 4625 8912,'-17'-25'0,"0"6"0,0-6 0,1 8 0,3 0 0,2 2 0,-3 3 0,-1 6 0,-2 4 0,0 4 0,-3 4 0,-3 7 0,-5 8 0,-5 14 0,-1 11 0,-1 5 0,1 7 0,5 3 0,1 7 0,-1 1 0,2 0 0,4 0 0,12 0 0,-3-6 0,9-2 0,1-4 0,2-7 0,10-8 0,3-14 0,4-3 0,3-8 0,5-1 0,-1-5 0,9-3 0,-2-8 0,1-2 0,-1-4 0,11-11 0,-4-10 0</inkml:trace>
  <inkml:trace contextRef="#ctx0" brushRef="#br0" timeOffset="1">22888 4814 8912,'-18'0'0,"-5"2"0,0 4 0,-7-2 0,-1 7 0,-5 2 0,-4 3 0,0 8 0,5 5 0,3 4 0,3 1 0,4 8 0,10 2 0,3 0 0,7-4 0,5-4 0,5-1 0,11 3 0,9-4 0,1-7 0,5-6 0,1-11 0,3-5 0,-1-3 0,1-2 0,-3-7 0,-3-5 0,1-9 0,-7-2 0,6-7 0,-6 1 0,-2-3 0,-2-3 0,-2 1 0</inkml:trace>
  <inkml:trace contextRef="#ctx0" brushRef="#br0" timeOffset="2">23008 4866 8912,'17'-8'0,"-7"6"0,-3-13 0,-7 13 0,0 2 0,-1 13 0,-3 8 0,-2 8 0,-2 3 0,3 3 0,3 1 0,-4 4 0,-2 4 0,3 8 0,-3-3 0,2-3 0,4 4 0,-4-4 0,3-4 0,-3-2 0,4-11 0,-4-6 0,4-10 0,2-2 0,0-7 0,0 2 0,0-14 0,0-9 0,6-10 0,2-11 0,1-4 0,5-2 0,1 0 0,2-2 0,6 4 0,0 8 0,0 1 0,-6 5 0,0 9 0,1 7 0,-1 8 0,0-1 0,0 10 0,0 7 0,-5 11 0,-1 5 0,-1 11 0,1 1 0,5 0 0,-5-6 0,5 1 0,1-1 0,2-7 0,2-4 0,4-6 0,2-6 0,-5-3 0,7-8 0,-6-10 0,6-7 0,-8-2 0,2-9 0,-4-1 0,-4-6 0,-1 1 0,-3 0 0,-5-1 0,5 1 0,-7 7 0,2 4 0,-4 4 0,-2 2 0,-2 7 0,-4 5 0,-3 3 0,-9 2 0,-1 7 0,-4 5 0,4 5 0,-4 6 0,4 2 0,2 3 0,0 5 0,-1-4 0,9-3 0,1 1 0,2-2 0,1-4 0,-1 0 0,6 2 0,0-10 0,0 4 0,2-9 0,4 4 0,3-9 0,8 3 0,1-6 0,-1-6 0,0-5 0,0-4 0,0-4 0,1-4 0,-1 2 0,0-8 0,-2 8 0,-3-2 0,3 4 0,-3 2 0,-5 0 0,-1-1 0,-4 9 0,-2 1 0,0 23 0,0-3 0,0 11 0,0 2 0,0-2 0,2-1 0,4-4 0,-3-7 0,9 1 0,-6-3 0,5 3 0,1-5 0,5-7 0,0 0 0,0 0 0,6-2 0,0-3 0,2-7 0,-2-11 0,-4 4 0,4-4 0,-4-2 0,-2 2 0,0 1 0,1 4 0,-9 1 0,5 6 0,-9-1 0,1 8 0,-6 4 0,0 12 0,0 9 0,0 2 0,2 5 0,4-5 0,-2 0 0,7-6 0,1 6 0,5 0 0,0 0 0,0-7 0,-2-3 0,-3-2 0,3-1 0,-3 1 0,-3-1 0,3-4 0,-7-4 0,7 3 0,-8-5 0,1-5 0,-3-5 0,-2-7 0</inkml:trace>
  <inkml:trace contextRef="#ctx0" brushRef="#br0" timeOffset="3">23868 4969 8912,'-7'9'0,"-5"-3"0,-3-4 0,5-2 0,5 0 0,10 0 0,11 0 0,7 0 0,9 0 0,3 0 0,-1 0 0,8-8 0,-7-1 0</inkml:trace>
  <inkml:trace contextRef="#ctx0" brushRef="#br0" timeOffset="4">24247 5158 8912,'-6'19'0,"1"2"0,1 2 0,2 0 0,2-6 0,0 0 0,2-5 0,3-1 0,-3 1 0,4 5 0,-2 0 0,2 0 0,-4 0 0,5 1 0,-7-1 0,0-8 0,0-1 0,6-16 0,0-3 0,1-10 0,-3-4 0,2-2 0,-2-3 0,5 3 0,3-2 0,-3 3 0,3-3 0,-3-2 0,3 8 0,3 1 0,-3 4 0,3 7 0,2 1 0,0 3 0,1 3 0,-1 2 0,0 2 0,0 10 0,0 7 0,6 2 0,0 9 0,0 1 0,-6 6 0,1-3 0,1-1 0,2-3 0,2 3 0,0-6 0,-6-2 0,0-4 0,8-10 0,2-1 0</inkml:trace>
  <inkml:trace contextRef="#ctx0" brushRef="#br0" timeOffset="5">25073 5124 8912,'2'9'0,"4"-3"0,-4-4 0,7-2 0,-3 0 0,5 5 0,10 3 0,2 2 0,2 1 0,-4 6 0,2 2 0,-2 4 0,4-2 0,-2 8 0,-2 0 0,-9 5 0,1-5 0,-7-3 0,-3-1 0,-1-4 0,-7-2 0,-1-1 0,-7-9 0,1-3 0,2-4 0,-1-2 0,1-8 0,-1-5 0,5-8 0,4-8 0,10-5 0,3-6 0,10 1 0,2-6 0,8 6 0,-2-1 0,5 6 0,6 5 0,-3-1 0,3 7 0,-4 4 0,-1 5 0,-1-1 0,0 5 0</inkml:trace>
  <inkml:trace contextRef="#ctx0" brushRef="#br0" timeOffset="6">25899 5106 8912,'0'10'0,"0"-1"0,0-3 0,0-2 0,-2 6 0,-2-1 0,-1 1 0,-1 1 0,6 6 0,-6 1 0,0-1 0,1 0 0,5 0 0,0 0 0,0 0 0,2-5 0,3-1 0,-1-1 0,8 1 0,-1-3 0,6-8 0,0 0 0,1-8 0,-1-3 0,0-6 0,0-6 0,1 2 0,-1-8 0,-6 8 0,1-2 0,-7 4 0,7 2 0,-8 0 0,1 0 0,5 7 0,-2 4 0,3 12 0,-1 9 0,-5 8 0,-3 8 0,4-3 0,2-1 0,-3 2 0,9-2 0,-5 1 0,3-5 0,-1-4 0,1-3 0,5-5 0,6-3 0,0-8 0,2-2 0,-4-6 0,2-9 0,-2-10 0,-2-5 0,6-18 0,2-3 0</inkml:trace>
  <inkml:trace contextRef="#ctx0" brushRef="#br0" timeOffset="7">26519 4848 8912,'-12'-5'0,"1"-1"0,7 0 0,-6 6 0,4 0 0,5 0 0,-7 14 0,6 5 0,-2 6 0,-2 5 0,1 10 0,5 6 0,0 4 0,0 1 0,5 1 0,1 0 0,8-7 0,-3 1 0,2-8 0,-1 3 0,3-13 0,-3-5 0,3-11 0,2-7 0,0-3 0,3-9 0,2-5 0,-1-11 0,8-5 0,2-5 0,9-1 0,-4-6 0,4-1 0,-9 1 0,-4 6 0,-2 0 0,-4-1 0,-2 8 0,-10 3 0,-9 16 0,-11 8 0,-12 10 0,-6 12 0,-3 5 0,-3 9 0,3 5 0,3 4 0,0-1 0,12 2 0,-2-8 0,13 3 0,1-3 0,5 2 0,3-11 0,9-1 0,7-7 0,15-6 0,3-3 0,3-6 0,4-4 0,8-2 0,-1-8 0,1-4 0,3-9 0,-3-1 0,1-11 0,-12-1 0,-9-8 0,1-18 0,-7-1 0</inkml:trace>
  <inkml:trace contextRef="#ctx0" brushRef="#br0" timeOffset="8">27086 4230 8912,'-9'1'0,"3"5"0,12 6 0,5 11 0,18 13 0,5 15 0,12 20 0,-22-26 0,-2 4 0,3 6 0,-2 2 0,1 6 0,-2 2 0,-4 3 0,-4 0-81,-4 1 0,-2 0 0,-2-2 0,-3 1 0,-3-1 0,-4 0 0,0-3 0,-1 0 81,-3-2 0,-1-2 0,-5-1 0,-1-1-180,1-7 0,-1 1 0,-1 4 0,-2 1 180,-2 3 0,0 0 0,0 1 0,0 0 0,-4 6 0,0 2 0,0 3 0,0 1 0</inkml:trace>
  <inkml:trace contextRef="#ctx0" brushRef="#br0" timeOffset="9">17794 5914 8912,'0'-17'0,"0"0"0,0 0 0,0 0 0,0-1 0,0 9 0,0 3 0,0 12 0,2 2 0,3 3 0,5 4 0,7-3 0,0 3 0,1 2 0,1-1 0,4-3 0,5-2 0,5 3 0,9-1 0,4-1 0,4 1 0,1-7 0,3-1 0,1-5 0,3 0 0,-3 0 0,-2-7 0,-1-5 0,-2-9 0,-4-2 0,2 0 0,-8 4 0,-4-2 0,-5-2 0,1-1 0,-3 1 0,-4 4 0,-2-4 0,-4-2 0,-2 2 0,0-2 0,0 2 0,1-4 0,-1 1 0,0-7 0,0 4 0,0 3 0,1-3 0,-7 0 0,1-5 0,-1 0 0,-1 7 0,-3 2 0</inkml:trace>
  <inkml:trace contextRef="#ctx0" brushRef="#br0" timeOffset="10">19084 5261 8912,'6'-34'0,"0"-1"0,5 1 0,-5 0 0,2 1 0,-3 4 0,-3-3 0,4 3 0,-4 3 0,-2-1 0,0 0 0,0 0 0,0 1 0,0-3 0,-6 2 0,1 4 0,-9 4 0,3-4 0,-5 4 0,-1 2 0,-2 0 0,-4 0 0,-4-1 0,-7 1 0,-2 0 0,-5 0 0,13 7 0,-5 3 0</inkml:trace>
  <inkml:trace contextRef="#ctx0" brushRef="#br0" timeOffset="11">18499 4556 8912,'-42'-2'0,"-4"-3"0,4 3 0,-7-14 0,5 14 0,-8-3 0,6-3 0,0 2 0,6 1 0,-6 5 0,2 0 0,-2 0 0,4 2 0,8 3 0,-1 7 0,16-5 0,4 1 0</inkml:trace>
  <inkml:trace contextRef="#ctx0" brushRef="#br0" timeOffset="12">17742 4625 8912,'-17'25'0,"-8"-6"0,0 19 0,-3-4 0,5 3 0,3 7 0,3 2 0,0 3 0,0 3 0,7 5 0,5 0 0,3 8 0,-6-34 0,-2 0 0</inkml:trace>
  <inkml:trace contextRef="#ctx0" brushRef="#br0" timeOffset="13">17553 5364 8912,'7'52'0,"5"-1"0,-4 1 0,15 0 0,-12-7 0,12 1 0,4-8 0,1 3 0,13-11 0,4-1 0,20-8 0,10 2-475,15-12 0,6-26 0,-45 1 0,1-1 0</inkml:trace>
  <inkml:trace contextRef="#ctx0" brushRef="#br0" timeOffset="14">28721 9301 8912,'0'-22'0,"0"-1"0,0 2 0,0 2 0,0 1 0,-7 5 0,-5 7 0,-3 10 0,-2 19 0,-1 6 0,1 3 0,0 16 0,-2 7 0,-2 10 0,-2 12 0,-2 5 0,4 4 0,-2 2 0,2 3 0,2 3 0,10-46 0,1 1 0,0 0 0,0 0 0,-3 37 0,5-10 0,4-9 0,10-12 0,3-14 0,12-5 0,6-19 0,9-6 0,2-18 0,-1-12 0,-3-14 0,6-16 0,2-13 0</inkml:trace>
  <inkml:trace contextRef="#ctx0" brushRef="#br0" timeOffset="15">28979 9714 8912,'0'-25'0,"0"6"0,0-4 0,-2 4 0,-3 2 0,-11 2 0,-6 1 0,-1 5 0,-2 1 0,6 2 0,-4 6 0,4 2 0,1 4 0,3 4 0,4 7 0,-3 2 0,8 2 0,3 4 0,1 1 0,2-3 0,0 6 0,0-6 0,0 6 0,5-3 0,1 3 0,6-2 0,-5-6 0,3 2 0,3-2 0,1 4 0,-3-3 0,4 1 0,-3-5 0,-3-1 0,3 0 0,-3 0 0,3 0 0,-4-5 0,-8-1 0,0 3 0,0 1 0,0 2 0,0 0 0,-8-5 0,-4-1 0,-9 1 0,-2 3 0,1-2 0,-3-1 0,6-8 0,-4 1 0,11-10 0,-1-7 0,7-11 0,0-11 0,6-10 0</inkml:trace>
  <inkml:trace contextRef="#ctx0" brushRef="#br0" timeOffset="16">29203 9783 8912,'-11'9'0,"-1"-1"0,1 0 0,1 3 0,-3 4 0,7 3 0,-5 1 0,5 2 0,2 4 0,2 1 0,2-3 0,0 6 0,0-6 0,0 6 0,8-8 0,3 1 0,4-4 0,3-7 0,-1-5 0,0-4 0,-5-4 0,-1-4 0,1-11 0,5-10 0</inkml:trace>
  <inkml:trace contextRef="#ctx0" brushRef="#br0" timeOffset="17">29134 9508 8912,'-17'-10'0,"8"1"0,3 3 0,-4 4 0,8-6 0,-3 8 0,10 0 0,7 0 0,9 2 0,4 2 0,1 4 0,5 1 0,2 3 0,1 5 0</inkml:trace>
  <inkml:trace contextRef="#ctx0" brushRef="#br0" timeOffset="18">29375 9869 8912,'0'9'0,"0"7"0,0-7 0,0 8 0,0-5 0,0-1 0,2 1 0,2 5 0,2 0 0,-2 0 0,-3 1 0,-1-1 0,0 0 0,0 0 0,0 0 0,-7 1 0,5-17 0,-4-6 0,4-11 0,2-6 0,0-11 0,0-7 0,6 0 0,0 5 0,7 1 0,-1 0 0,1 1 0,-2 5 0,5 3 0,-5 8 0,3 5 0,-3 1 0,4 9 0,-3 2 0,-5 9 0,-1 14 0,-4 10 0,-2 9 0,0 2 0,0 3 0,0-5 0,0-2 0,0-3 0,0-3 0,0 1 0,0-1 0,0-7 0,0-4 0,0-12 0,6-13 0,0-15 0,7-8 0,-2-9 0,10-1 0,2 1 0,0-6 0,-5 0 0,-1 2 0,0 7 0,0 4 0,0 2 0,-7 2 0,0 14 0,-5 3 0,-3 4 0,6 16 0,-8 3 0,0 6 0,-2-2 0,-2 2 0,-2-2 0,1-2 0,5-2 0,0 0 0,7 0 0,-3-7 0,8-4 0,1-4 0,2-2 0,4-2 0,4-4 0,-4-6 0,4-10 0,-4 2 0,-1-2 0,-3 1 0,-2 0 0,-3-2 0,-2 2 0,3 1 0,-5 3 0,0 6 0,-6-1 0,0 9 0,0-5 0,0 10 0,0 4 0,0 5 0,0 4 0,0 4 0,0 4 0,0-4 0,0 4 0,1-4 0,5-1 0,-2-7 0,7 1 0,3 1 0,-5-5 0,3-3 0,-6-3 0,5-2 0,-5 0 0,5 0 0,-5-7 0,4-5 0,-3-3 0,-1-2 0,-6-1 0,6 1 0,-1 0 0,1 6 0,-6-1 0,0 6 0,0-5 0,2 7 0,4-2 0,-2 4 0,7 2 0,-5 2 0,5 4 0,-7 4 0,10 7 0,-7 0 0,3 0 0,-1 0 0,3 1 0,1-7 0,-7 1 0,7-9 0,-11 5 0,13-8 0,-5 0 0</inkml:trace>
  <inkml:trace contextRef="#ctx0" brushRef="#br0" timeOffset="19">30356 9336 8912,'0'17'0,"-2"2"0,-2 4 0,-1 6 0,-3 17 0,2 5 0,4 12 0,-3-2 0,3 0 0,2-3 0,0-5 0,0-1 0,0-10 0,0-8 0,2-7 0,3-12 0,7-3 0,3-5 0,2-7 0,1-7 0,-1-5 0,6-11 0,0-5 0,7-5 0,-3-9 0,7-2 0</inkml:trace>
  <inkml:trace contextRef="#ctx0" brushRef="#br0" timeOffset="20">30700 9284 8912,'-9'0'0,"1"0"0,2 8 0,1 3 0,-1 12 0,6 6 0,0 5 0,0 6 0,2 4 0,4 8 0,3 0 0,1-1 0,-1-5 0,-3 0 0,-4-8 0,4 2 0,1-5 0,-1-7 0,0-9 0,-8-9 0,-4-2 0,-4-3 0,-7-5 0</inkml:trace>
  <inkml:trace contextRef="#ctx0" brushRef="#br0" timeOffset="21">30391 9680 8912,'5'-12'0,"1"1"0,-2-3 0,11 1 0,2 2 0,12 1 0,0 4 0,11 4 0,8-5 0,5 1 0,5 0 0,-1-5 0,-5 5 0,-7-7 0,1 1 0,-9-1 0,-3 1 0,-7-3 0,-10 13 0,-7-5 0,-10 7 0,-12 0 0,-3 0 0,-2 0 0,-1 0 0,1 0 0,0 7 0,2 5 0,3 3 0,-1 2 0,7 0 0,-2 2 0,3 4 0,3-3 0,-4 2 0,4-2 0,2-3 0,0 0 0,0 0 0,0 0 0,0-5 0,0-1 0,8-7 0,3 2 0,-1-4 0,1-2 0,1-10 0,5-7 0,-6 0 0,1-8 0,1 2 0,3 0 0,-5 0 0,1 6 0,-7 0 0,7 0 0,-1-1 0,-1 7 0,-4-1 0,3 9 0,3-3 0,-3 10 0,3 1 0,-7 7 0,7-6 0,-6-1 0,5-5 0,0 0 0,7 8 0,-1 2 0</inkml:trace>
  <inkml:trace contextRef="#ctx0" brushRef="#br0" timeOffset="22">31251 9525 8912,'-2'-10'0,"-4"5"0,4 1 0,-3-2 0,3 4 0,2-5 0,0 9 0,0 3 0,0 7 0,0 5 0,0 4 0,0 2 0,0-2 0,-6 4 0,0-2 0,-1 5 0,1-5 0,4 0 0,-4-6 0,-3 1 0,7-1 0,-6-10 0,8-7 0,0-9 0,0-14 0,8-4 0,3-7 0,5-1 0,1 1 0,0 0 0,0 1 0,0 4 0,1 7 0,-7 4 0,1 7 0,-1-4 0,6 13 0,0-4 0,-1 12 0,-5 5 0,4 4 0,-3 5 0,3-1 0,2-2 0,1 4 0,-1-10 0,0 3 0,0-3 0,0-3 0,1-8 0,-1 0 0,0 0 0,0 0 0,-1-2 0,-3-4 0,-2-5 0,-7-5 0,2-1 0,2 0 0,-3 0 0,1 0 0,-6-1 0,0 1 0,-2 2 0,-2 2 0,-1 1 0,-9 8 0,3-1 0,-4 3 0,-6 11 0,3 8 0,-3 1 0,10 5 0,-3 1 0,1 1 0,3 0 0,3 0 0,1 0 0,6-2 0,0-4 0,0 4 0,8-6 0,3-6 0,6-1 0,4-6 0,4 1 0,2-1 0,-4-4 0,6-6 0,-3-3 0,3-8 0,-4 0 0,-8-1 0,0-5 0,1 1 0,-3-1 0,-4 5 0,-1-3 0,-6 2 0,2 4 0,-3 0 0,-1-1 0,-2 7 0,0 1 0,-5 12 0,-3 6 0,-2 7 0,6 4 0,-1-4 0,3 6 0,2 0 0,0 0 0,0-6 0,0 0 0,0 0 0,7-5 0,5-1 0,3-7 0,2 2 0,1-4 0,-1-2 0,0-2 0,0-4 0,6-3 0,0-9 0,-6-1 0,-5-4 0,-3 4 0,3-4 0,-4 4 0,-8 2 0,-2 0 0,-4 0 0,-4 1 0,-7 5 0,0-3 0,0 9 0,0 1 0,-1 2 0,7 4 0,-1 4 0,1 1 0,-6 5 0,7 3 0,-5-13 0,5 6 0</inkml:trace>
  <inkml:trace contextRef="#ctx0" brushRef="#br0" timeOffset="23">32318 9456 8912,'-6'-23'0,"0"0"0,3 0 0,1-1 0,2 12 0,0-11 0,0 21 0,0 2 0,0 14 0,0 5 0,0 4 0,0 2 0,0-3 0,0 3 0,0 4 0,0 2 0,0-9 0,0 1 0,0-5 0,0-1 0,0 0 0,0 0 0,0 0 0,2-7 0,3-4 0,-1-6 0,8-6 0,-7-9 0,7-8 0,-6-8 0,3 2 0,1-1 0,-1 1 0,-5-1 0,2 7 0,1 0 0,-1 6 0,0-1 0,-6 11 0,0 7 0,0 7 0,0 11 0,0 5 0,0-1 0,0 7 0,0-6 0,0 0 0,0-6 0,2-2 0,2-1 0,3-5 0,3-1 0,1-2 0,12-14 0,0-3 0,0-7 0,-6-4 0,1 1 0,-1-8 0,0 2 0,0-2 0,-5-1 0,-3 5 0,-1 0 0,-4 0 0,0 2 0,1 6 0,-3 6 0,4-1 0,-4 9 0,-8-3 0,0 13 0,3 9 0,1 5 0,2 4 0,0-2 0,0 1 0,0 5 0,2 3 0,3-3 0,-1 2 0,8-3 0,-3 5 0,3-5 0,1 5 0,-5-1 0,-1-1 0,1-2 0,-2-8 0,-6 2 0,-2-4 0,-4-2 0,-4-6 0,-7 1 0,-6-8 0,0 1 0,2-3 0,2-2 0,2-2 0,0-3 0,0-5 0,-1-7 0,7-8 0,-1-4 0,1-11 0,-6-4 0</inkml:trace>
  <inkml:trace contextRef="#ctx0" brushRef="#br0" timeOffset="24">32628 8940 8912,'0'-26'0,"0"-5"0,0 8 0,0 8 0,2 2 0,1 9 0,5 8 0,2 11 0,-5 13 0,7 18 0,-1 4 0,6 19 0,1-4 0,-1 9 0,-2-3 0,-3-2 0,3-6 0,-4-2 0,5-2 0,1-4 0,-6-9 0,1-6 0,-8-11 0,1-6 0,5-12 0,-6-5 0,5-13 0,1-11 0,0-8 0,1-13 0,6-1 0,0-6 0,1 6 0,-1-7 0,0 1 0,-2 4 0,-3 2 0,1 11 0,-7 6 0,0 4 0,-6 13 0,0 12 0,0 5 0,0 18 0,-2-6 0,-2 6 0,-2-1 0,2-1 0,2 0 0,2-4 0,0-4 0,8 4 0,4-12 0,-3-3 0,3-8 0,1 0 0,2 0 0,4-8 0,4-3 0,-4-5 0,4-1 0,-3-2 0,-3-4 0,-2 4 0,-3-4 0,3 4 0,-4 2 0,-3 0 0,0 1 0,-1 5 0,-5 3 0,6 10 0,-8 4 0,0 5 0,0 12 0,0 4 0,-2 9 0,-2 3 0,-2 1 0,-1 6 0,1-6 0,4 7 0,-4-1 0,-1-4 0,1-2 0,-2-3 0,3-3 0,1-5 0,-8-4 0,1-4 0,1-6 0,-5-9 0,3-1 0,-3-3 0,-2-2 0,2-7 0,3-5 0,-3-18 0,5-7 0,-7-14 0</inkml:trace>
  <inkml:trace contextRef="#ctx0" brushRef="#br0" timeOffset="25">33006 8218 8912,'25'2'0,"4"4"0,5 15 0,6 19 0,12 17 0,-21-15 0,1 2 0,4 5 0,1 4 0,1 11 0,-2 5 0,1 5 0,-3 1-695,0 6 1,-3 1 0,-5 1 0,-4 0 694,-6-3 0,-3 0 0,-1 2 0,-3-1 0,-8-10 0,-4-1 0,-3-4 0,-4-2 0,-3-3 0,-4-2 0,-6-5 0,-4-3-44,-3 1 0,-3 0 0,-3 0 1,-3-1 43,0-2 0,-2-1 0,0 3 0,0-1 0,1 2 0,0 0 0,-3-1 0,1 1 0,4-2 0,0 1 0,-2 1 0,0 1 0,2 2 0,1 1 0,2 0 0</inkml:trace>
  <inkml:trace contextRef="#ctx0" brushRef="#br0" timeOffset="26">1566 8631 8912,'-11'-17'0,"-1"1"0,1 3 0,-1 2 0,1-1 0,-3 3 0,5 1 0,-3 8 0,-1 0 0,-2 2 0,-3 6 0,1 7 0,0 6 0,-2 9 0,-2-1 0,-4 4 0,-2 1 0,4 6 0,-6 0 0,8 8 0,-1-2 0,2 2 0,3-3 0,8-1 0,3-4 0,4-3 0,2 3 0,2-12 0,4-5 0,7-3 0,8-3 0,6 0 0,7 0 0,-5 0 0,0 0 0,-1-1 0,7-5 0,-7 5 0,-1-7 0,-2 3 0,-4-1 0,-2-5 0,-2 5 0,-5-1 0,-3 3 0,-1-1 0,-4 1 0,-10-4 0,-5 3 0,-5-1 0,-1 7 0,-6-1 0,0 0 0,-5-6 0,5 1 0,-6-6 0,6 3 0,0-1 0,-2-4 0,6-4 0,-4-6 0,6-4 0,5-7 0,5 0 0,7 0 0,2-8 0,3-4 0,7-1 0,3 1 0,10-3 0,2 5 0,7-8 0</inkml:trace>
  <inkml:trace contextRef="#ctx0" brushRef="#br0" timeOffset="27">1738 9112 8912,'17'-7'0,"0"-5"0,1-3 0,-1-2 0,6 0 0,-2-1 0,-4-1 0,-4-4 0,-9 4 0,2-4 0,2-1 0,-4 1 0,-6 2 0,-8 9 0,-13 6 0,4 4 0,-4 2 0,-2 10 0,2 7 0,4 10 0,6 5 0,-1 9 0,9-1 0,-1 7 0,6-1 0,2-4 0,4-2 0,3 1 0,10-5 0,2-6 0,2-3 0,6-6 0,-6-9 0,7 1 0,-1-7 0,-2-2 0,2-10 0,-1-9 0,7-8 0,-3-8 0,-3 2 0,3-11 0,-5-4 0</inkml:trace>
  <inkml:trace contextRef="#ctx0" brushRef="#br0" timeOffset="28">2203 8528 8912,'-2'-17'0,"-4"-1"0,-5 1 0,3 8 0,0 3 0,8 14 0,0 9 0,2 2 0,4 10 0,-2 5 0,7 6 0,-5 6 0,5-6 0,-1 8 0,3-4 0,-1 2 0,1-1 0,-3-1 0,1 2 0,1-4 0,5-7 0,0-3 0,0-3 0,1-4 0,-1-8 0,-6-8 0,1-3 0,-8-12 0,-12-11 0,-11-10 0</inkml:trace>
  <inkml:trace contextRef="#ctx0" brushRef="#br0" timeOffset="29">2186 8872 8912,'7'-10'0,"-3"1"0,9 3 0,5-6 0,3-3 0,11-2 0,3 0 0,-1-6 0,6-2 0,-4-2 0,-1-3 0,-1-3 0,1-1 0</inkml:trace>
  <inkml:trace contextRef="#ctx0" brushRef="#br0" timeOffset="30">2599 8425 8912,'0'-10'0,"0"4"0,0 12 0,7 9 0,5 8 0,1 10 0,-2 1 0,9 2 0,-5 10 0,2 2 0,4 2 0,0 1 0,-4 1 0,1-6 0,-1 0 0,-2-8 0,-3 2 0,1-6 0,-7-5 0,-1-12 0,-20-17 0,-4-9 0</inkml:trace>
  <inkml:trace contextRef="#ctx0" brushRef="#br0" timeOffset="31">2633 8820 8912,'-10'-2'0,"5"-4"0,3 5 0,2-7 0,0 0 0,2 6 0,3-3 0,11 1 0,9 0 0,-1-4 0,1-1 0,6 3 0,-2-5 0,1-1 0,-1-5 0,1 5 0,-7 1 0,8 0 0,-12-1 0,4 1 0,-12 7 0,-3-2 0,-8 12 0,0-2 0,0 7 0,0-5 0,0 5 0,0 1 0,0 5 0,0 0 0,0 0 0,6 1 0,0-1 0,-1-6 0,-5 1 0,2-9 0,4 3 0,-2 2 0,7-2 0,-5-1 0,5-5 0,-5-2 0,6-3 0,1-5 0,10-7 0,-4 2 0,4 3 0,2-3 0,-2 3 0,2-3 0,-4 0 0,2 1 0,-2 3 0,-2 0 0,-4-1 0,-3 1 0,3 7 0,-13-4 0,5 8 0,-7 0 0,0 0 0,0 8 0,0 3 0,6 5 0,0 1 0,7 0 0,-1 0 0,5 8 0,6 4 0,-4 3 0,4 2 0,-4 1 0,-4-1 0,-1 3 0,-3 3 0,-7-4 0,2 4 0,-4-9 0,-2-3 0,-2-7 0,-4 2 0,-3-9 0,-9-5 0,-1-1 0,-4-4 0,4-10 0,-21-11 0,4-10 0</inkml:trace>
  <inkml:trace contextRef="#ctx0" brushRef="#br0" timeOffset="32">2891 8545 8912,'-17'0'0,"5"-2"0,1-4 0,5 4 0,-5-3 0,7-5 0,6 6 0,15-7 0,2 7 0,10-4 0,1 3 0,3-1 0,1-15 0,1 2 0</inkml:trace>
  <inkml:trace contextRef="#ctx0" brushRef="#br0" timeOffset="33">4182 8476 8912,'-18'6'0,"1"0"0,0-2 0,0-3 0,0-1 0,7 0 0,4 0 0,12 0 0,7-1 0,9-3 0,6-2 0,-1-6 0,0 5 0,0-3 0,-1-3 0,1 3 0,2-1 0,1 1 0,-7-1 0,-2 3 0,-2 1 0,-1 5 0,-1-4 0,-2 12 0,-3 5 0,-5 12 0,-7 8 0,0 7 0,0 8 0,-5 3 0,-1 3 0,-8 5 0,3 1 0,-4 1 0,-3-2 0,7-5 0,-1-1 0,3-7 0,-3-9 0,5-3 0,-1-3 0,6-4 0,-5-16 0,7-3 0,0-12 0,0-5 0,0-12 0,0-12 0,0-9 0</inkml:trace>
  <inkml:trace contextRef="#ctx0" brushRef="#br0" timeOffset="34">4078 8511 8912,'0'17'0,"0"0"0,0 0 0,0 0 0,6 1 0,0-1 0,2 6 0,-3 0 0,-1 9 0,8 2 0,-7 3 0,7 9 0,1 1 0,2 3 0,3 0 0,-1-4 0,0 1 0,0-7 0,1-1 0,-1-11 0,0-3 0,0-8 0,0-1 0,1-5 0,-1-11 0,0-9 0</inkml:trace>
  <inkml:trace contextRef="#ctx0" brushRef="#br0" timeOffset="35">5180 8717 8912,'-17'-2'0,"-1"-2"0,1-3 0,0-3 0,7 6 0,5-3 0,10 7 0,7 0 0,3 0 0,10-2 0,6-2 0,5-4 0,4-1 0,6 3 0,-4-4 0,0 1 0,0-1 0,4 6 0,-6-1 0,0 3 0,-5 2 0,-1 0 0,1 0 0,-9 0 0,-3 0 0,-4 7 0,-1 3 0</inkml:trace>
  <inkml:trace contextRef="#ctx0" brushRef="#br0" timeOffset="36">5369 9112 8912,'-9'0'0,"1"0"0,10 0 0,4 0 0,5-2 0,12-3 0,6-3 0,11-5 0,6 1 0,3-1 0,-3-2 0,0-3 0,-8 1 0,12-8 0,-6-1 0</inkml:trace>
  <inkml:trace contextRef="#ctx0" brushRef="#br0" timeOffset="37">5989 8631 8912,'-18'0'0,"1"6"0,0-1 0,2 9 0,1-3 0,5 6 0,1 6 0,0 12 0,3 11 0,3 3 0,-4 3 0,12-1 0,5 3 0,5-1 0,1-1 0,8-6 0,3-18 0,3-5 0,-2-11 0,9-4 0,-6-10 0,1-6 0,-3-9 0,-1-10 0,6-13 0,-3-4 0,-3-8 0,-4-1 0,-8-4 0,-8 1 0,-3-5 0,-4 2 0,-2 3 0,-10 5 0,-7 5 0,-13 4 0,-11 8 0,-6 7 0,1 4 0,-2 11 0,2 7 0,-4 10 0,4 7 0,-1 13 0,1 9 0,6 12 0,3 9 0,5 1 0,3 7 0,12 4 0,11 1-365,20-3 0,5-21 0,15-2 0</inkml:trace>
  <inkml:trace contextRef="#ctx0" brushRef="#br0" timeOffset="38">4922 12327 8912,'9'-17'0,"-1"0"0,-2 0 0,-1 0 0,1 7 0,-6 1 0,0 3 0,0 4 0,0-6 0,0 16 0,0 3 0,0 5 0,0 1 0,0 0 0,0 0 0,0 0 0,0 6 0,0 2 0,0 4 0,0 7 0,-2 6 0,-4 10 0,5-1 0,-5 1 0,-2 5 0,2 1 0,-5 7 0,5-2 0,-5 2 0,5-2 0,0 3 0,4-4 0,-1 1 0,-3 0 0,0-4 0,6-2 0,0 0 0,0-11 0,2 0 0,4-6 0,-2-1 0,7-17 0,-5 1 0,3-5 0,1-3 0,-1-4 0,-5-3 0,12-8 0,-15 0 0,15 0 0,-14 0 0,5 0 0,-5 0 0,4 0 0,-4 8 0,7-7 0,-3 5 0,-2-2 0,7 2 0,1-4 0,5 3 0,6 3 0,2-2 0,2 0 0,3 1 0,9-5 0,1 4 0,9 1 0,3-1 0,2 0 0,9-6 0,6 6 0,7-1 0,0-1 0,1-2 0,-2-2 0,-7 0 0,7 0-138,0 0 1,-1-2 137,-5-4 0,7 3 0,7-7 0,5 1 0,3-1 0,-5 4 0,-5-5 0,-1 5-246,6-5 1,6 7 245,0-2 0,-1-2 0,-6 3 0,-3 1 0,-2 2 0,-5 2 0,5 0 0,-6 0 0,7 0 0,-1 0 0,6 0 0,4 0 0,-4 0 0,-6 0 0,-1 0 0,-7 0 0,9 0 0,5 6 0,6-1 0,-6 1 0,-6-6 0,-7 6 0,1 0 0,-5-1 0,-6-5 0,-2 0 0,-5 0 0,3 0 0,4 2 0,8 4 0,-2-4 0,1 6 0,-8-8 0,-3 0 0,-2 0 0,-5 0 0,-1 0 0,1 0 0,0 0 0,1 0 0,5 0 0,-5 0 130,5 0 1,-7-6-131,-5 0 0,2 0 252,-8 6 1,0-5-253,-5-1 0,-1-2 0,2 4 0,3-1 0,1 1 0,0 2 0,-6 2 0,3-6 0,3 0 0,-2 1 0,8 5 0,0 0 0,5 0 0,-1 0 0,-14 0 0</inkml:trace>
  <inkml:trace contextRef="#ctx0" brushRef="#br0" timeOffset="39">12149 12026 8912,'-26'-2'0,"-70"-2"0,45 3 0,1 0 0,-44 1-264,8 0 0,0 6 264,6-1 0,-3 7 0,3-6 0,4 5 0,7-5 0,0 1 0,0-3 0,0 2 0,0-2 0,1-2 0,-1-2 0,-10 0-263,-7 0 1,-6 0 262,-5 0 0,5 0 0,12 0 0,3-2 0,7-2 0,-3-2-140,-2 2 0,-1-3 140,1 1 0,5 0 0,-5 6 0,-1 0 0,1 0 0,0 0 0,-1 0 0,-12 6 0,37-3 0,-1 0 0,-44 8 0,47-8 0,1 0 0,-35 9 0,9-7 0,1 3 0,-1-2 0,3-4 0,-4 3 0,5-3 0,1-2 0,-8 0 0,-3 0 0,9 0 0,2 0 0,2 0 0,-7 0 0,-7 0 0,-10 0 0,5 0 0,-2 2 0,7 2 0,5 2 0,1-1 0,7-5 0,6 6 0,5 0 0,9 0 242,2-6 0,-2 0-242,-9 0 0,4 0 0,-5 0 0,-1 0 0,0 0 0,-3 0 0,-3 0 0,4 0 0,-2 0 0,2 0 0,-2 0 0,-6 1 0,0 5 0,0-4 134,-5 4 0,11-2 0,5-1 1,5 3-135,1-2 0,1-2 156,-1-2 0,6 6-156,0-1 0,-4 3 0,-13-2 0,0-2 0,-11 7 0,3 1 0,2 5 0,0 0 0,0 0 0,10-5 0,8-1 0,12-1 0,11 1 0,7 2 0,-2-7 0,11 0 0,-3-6 0,13 8 0,-13-7 0,13 15 0,-14-7 0,7 8 0</inkml:trace>
  <inkml:trace contextRef="#ctx0" brushRef="#br0" timeOffset="40">4939 12568 8912,'0'35'0,"0"-1"0</inkml:trace>
  <inkml:trace contextRef="#ctx0" brushRef="#br0" timeOffset="41">9912 12242 8912,'-17'-6'0,"2"-2"0,1 1 0,5-3 0,1 0 0,-3 5 0,5-7 0,-6 6 0,7-5 0,-3 7 0,2-2 0,-3-1 0,-8 1 0,-1-7 0,1 3 0,0-7 0,2 0 0,3 0 0,-1-1 0,7 1 0,-5-8 0,5-3 0,-2 1 0,2-2 0,5 8 0,-7-4 0</inkml:trace>
  <inkml:trace contextRef="#ctx0" brushRef="#br0" timeOffset="42">9637 11743 8912,'0'-25'0,"0"-2"0,-8-7 0,6 5 0,-3 1 0,3-3 0,2-9 0,0 4 0,0-4 0,0 3 0,0 3 0,7-2 0,5-5 0,-3-1 0,3-3 0,-1-5 0,-1 29 0,-3-2 0</inkml:trace>
  <inkml:trace contextRef="#ctx0" brushRef="#br0" timeOffset="43">9723 11021 8912,'6'-44'0,"-1"4"0,9 3 0,-5 1 0,9-2 0,-1-2 0,0-2 0,2 4 0,2-4 0,2-2 0,10 4 0,1-6 0,0 0 0,7-6 0,-5 1 0,-2-1 0,3 4 0,3-3 0,-10 11 0,5-6 0,-12 8 0,0 3 0,2 1 0,-3-1 0,1 1 0,-5 0 0,-1-3 0,0-3 0,8 4 0,4-4 0,3-2 0,2 2 0,7-8 0,-1 2 0,13-2 0,-1 2 0,3-1 0,-3 7 0,0 1 0,-1 3 0,1 2 0,0-1 0,-8 7 0,-4-1 0,-2 0 0,2-5 0,-4 1 0,5 5 0,-3-3 0,0 6 0,4 1 0,2-1 0,10-6 0,-24 12 0,1-6 0</inkml:trace>
  <inkml:trace contextRef="#ctx0" brushRef="#br0" timeOffset="44">11650 8872 8912,'42'-29'0,"4"0"0,12 1 0,-5 1 0,6-4 0,-5 8 0,3 2 0,6 2 0,4-4 0,2 0 0,-8 1 0,-3 4 0,-5 1 0,-1 0 0,-2 0 0,-5 0 0,-2-1 0,-9 1 0,6 0 0,0 0 0,8 0 0,-2-1 0,4 7 0,1 0 0,7-1 0,-1-5 0,0 5 0,-7 1 0,-2-1 0,-2 3 0,-8-4 0,2 7 0,-3-6 0,-3 7 0,-2-1 0,-3 6 0,4 0 0,-5 0 0,5 0 0,1 0 0,1 0 0,-1 0 0,8 8 0,4 3 0,4-1 0,-1-1 0,-1 1 0,-2-1 0,-2 1 0,2 1 0,2 5 0,-8-5 0,0 4 0,-5 2 0,-1 1 0,0-1 0,7 0 0,-1 0 0,-2 0 0,-2 1 0,-1-1 0,-1 0 0,6 0 0,0 0 0,-1 2 0,-11 4 0,5-3 0,-5 2 0,-1-2 0,2-3 0,-8 2 0,2 4 0,-4-2 0,-2 7 0,0-5 0,1 6 0,-1-2 0,0 1 0,0 5 0,1-6 0,-3 1 0,-4 1 0,5-8 0,-5 2 0,4-4 0,3-2 0,-7-5 0,0-1 0,-5-5 0,6 5 0,-1-5 0,6 5 0,-5-5 0,-1 6 0,-5-9 0,6 3 0,-9-4 0,5-2 0,-8 0 0,0 0 0,-8 0 0,5 0 0,-9 0 0,1 2 0,-7 4 0,1-2 0,0 5 0,0 1 0,0-1 0,-1-5 0,1 4 0</inkml:trace>
  <inkml:trace contextRef="#ctx0" brushRef="#br0" timeOffset="45">15178 8631 8912,'0'-17'0,"0"0"0,0-1 0,0 7 0,2 1 0,4 3 0,-2 1 0,7 6 0,-1 8 0,3 3 0,-2 4 0,-5 8 0,6 0 0,-1 8 0,6-3 0,1 5 0,-1 1 0,0 3 0,0 3 0,2-2 0,4 8 0,-4-6 0,6 6 0,-2 0 0,0-2 0,0 3 0,-6-7 0,0 6 0,1-6 0,-7 4 0,1-9 0,-9 1 0,3-11 0,-4 0 0,-2-1 0,0-1 0,0-5 0,-8-9 0,-1 6 0,-8-7 0,-1 4 0,7-5 0,-1-7 0,-5 2 0,-6 4 0,-9-2 0,-3 7 0,-3-7 0,-13 2 0,-1 1 0,-17-1 0,35 7 0,-5-3 0</inkml:trace>
  <inkml:trace contextRef="#ctx0" brushRef="#br0" timeOffset="46">14886 9645 8912,'-54'18'0,"-1"1"0,-3 4 0,3 3 0,9 9 0,11-16 0,3-12 0,5-16 0</inkml:trace>
  <inkml:trace contextRef="#ctx0" brushRef="#br0" timeOffset="47">9379 11382 8912,'0'-23'0,"0"0"0,-2 2 0,-4 4 0,-3 3 0,-1 3 0,-5 7 0,3-2 0,-3 5 0,3 1 0,1 0 0,7 0 0,-4 1 0,8 5 0,0-4 0,2 11 0,4-7 0,-2 8 0,7-3 0,1 2 0,5 3 0,0-1 0,1 4 0,1 8 0,4-4 0,1 7 0,5-1 0,4 5 0,-5 6 0,5 2 0,1 4 0,1 10 0,-1-5 0,-5-3 0,-1-8 0,-5-4 0,6-1 0,-8-3 0,2-3 0,-10-10 0,-1-9 0,1-3 0,-3-1 0,1-6 0,-7 0 0,6-2 0,-5-4 0,-3 4 0,6-13 0,-8 13 0,8-13 0,-1 5 0,7-7 0,-3 0 0,3 0 0,8 0 0,-10-1 0,3 1 0</inkml:trace>
  <inkml:trace contextRef="#ctx0" brushRef="#br0" timeOffset="48">10136 11743 8912,'29'-19'0,"-1"-4"0,1 4 0,-2-6 0,-4 8 0,-4 7 0,-10 4 0,-3 12 0,-4 8 0,-2 14 0,-15 9 0,-4 6 0,-16-1 0</inkml:trace>
  <inkml:trace contextRef="#ctx0" brushRef="#br0" timeOffset="49">16056 12448 8912,'0'-23'0,"0"0"0,0 2 0,0 8 0,0 1 0,0 8 0,0-3 0,0 7 0,0 2 0,0 3 0,0-3 0,0 6 0,0-8 0,0 0 0,0 8 0,0 3 0,-8-3 0,-2-1 0</inkml:trace>
  <inkml:trace contextRef="#ctx0" brushRef="#br0" timeOffset="50">16038 12534 8912,'0'25'0,"0"1"0,0 16 0,6-3 0,0 6 0,2-6 0,-3 1 0,-1 4 0,6 2 0,-1 5 0,1 6 0,-6-1 0,1 7 0,3 0 0,-2 6 0,1 5-166,-1 1 0,-4-1 166,4-5 0,1-6 0,-1-2 0,-2 0 41,-2 0 0,4-11-41,-1 2 0,1-12 0,-6 0 0,2-10 0,4-1 0,-4-14 0,3 3 0,-3-13 250,-2 3-250,0-8 0,0-8 0,0 6 0,8-5 0,-4 7 0,7 0 0,1 0 0,5 0 0,2 6 0,4-1 0,0 7 0,10-5 0,5 1 0,4 0 0,6-1 0,9-1 0,6-4 0,12 4 0,1 1-215,4-1 1,5 0 214,-5-6 0,12 0 0,5 0 0,-46 0 0,0 0 0,0 0 0,1 2 0,-1-1 0,1 1 0,0 1 0,-1 0 0,0 0 0,0 0 0,46-3 0,-1 6 0,-4-1 0,3 1-175,-43-6 1,-1 0-1,0 3 1,0 0 174,-2 0 0,-1 0 0,2 0 0,0-1 0,41-2 0,-40 3 0,0 0 0,0 0 0,1 0 0,3 0 0,1 0 0,0 1 0,1-1 0,-2-2 0,1 0 0,-5 2 0,1 0 0,0 1 0,-1-1 0,0 0 0,1 0 0,5 1 0,1 0 0,0-1 0,-1 0 0,-3-3 0,-1 1 0,39 5 0,-4-4 0,2 0 0,3 2 0,-44-1 0,0 0 0,0 0 0,-1-1 0,38-2 0,-7 0-95,-5 0 0,-5 0 95,-6 0 0,-4 0 0,-7 0 0,0 0 0,1 0 0,5 0 0,5 0 0,-4 0 0,-2 0 0,-3 0 0,-2 0 0,1 0 0,4 0 0,-1-2 0,7-3 0,6 3 0,5-4 0,12 4 0,-5 2 0,-3-2 0,1-4 0,-9 5 0,5-5 0,1 4 50,-1 2 0,1-6-50,-1 0 0,1-5 0,5 5 0,1-5 0,-7 5 0,-1-5 0,-5 5 0,0-6 0,1 5 0,3-3 0,2-3 0,5 3 0,-5-1 0,-1 5 0,-5-5 0,4 7 0,-5-2 0,-2 2 316,-15-1 0,8 1-316,5-8 0,6 8 0,-1-1 0,4-3 0,-10 2 0,-4-5 0,0 3 0,-3 1 102,-5-1 1,3 0-103,-14 3 0,8 1 0,-2-8 0,4 8 0,1-1 0,1 3 159,-1 2 0,1-6-159,0 0 0,-8 1 0,-4 5 0,-4 5 0,-1 1 0,-1-2 0,0-2 0</inkml:trace>
  <inkml:trace contextRef="#ctx0" brushRef="#br0" timeOffset="51">24987 13944 8912,'42'0'0,"-6"0"0,6 0 0,1 0 0,2 0 0,15-2 0,9-4 0,1 4 0,11-4 0,-1 3 0,-2-3 0,6 2 0,-3-7 0,3 1-533,2-1 0,2-3 533,4 8 0,3-7 0,-43 7 0,-1 1 0,45-5 0,-4 0 0,-4 3 0,-2-7 0,2 11 0,4-9 0,-12 6 0,0-3 0,-7 1 27,-4 4 1,0 1-28,-1-3 0,-5 4 0,1-4 0,1 4 0,9 2 0,-1 0 0,7 0 0,-9 0 0,-2 0 0,-2 0 0,-10 0 0,0 0 60,-5 0 1,0 0 0,-1-2 0,1-1-61,-1-3 0,-5-2 0,0 2 0,-9 3 0,-3-9 0,-7 8 267,-10-1 1,-6-3-268,1 2 116,-8-7 1,3 9-117,-7-7 0,0 5 0,0-6 0,0 1 0,0-6 0,-5-2 0,-1-4 0,-2 2 0,3-8 0,1-1 0,-8-11 0,7-6 0,-7-16 0,-1-2 0,-10-16 0,4 1 0,-6-8 0,0-3 0,11 42 0,-1 0 0,-10-44-286,2 1 0,2 6 286,-2 6 0,10 3 0,-4 8 0,3 10 0,-3 8 0,6 7 0,-1 9 0,1 1 0,-6 0 0,-1 7 0,1 4 0,-6-2 0,-4 2 0,-3 2 0,-6 2 0,-5 2 0,1 0 0,-6 7 0,-11 4 0,-6 4 0,-12 2 0,3 2 119,-9 4 1,1 4 0,-8 9-120,-4 4 0,4-4 0,-5 4 0,-1-4 0,46-11 0,-2 1 0,-4 3 0,-1 1 0,1-3 0,-1-1-147,1 2 0,-1 1 0,1-2 1,1-1 146,-38 8 0,41-9 0,0-1 0,2-1 0,-1 0 0,-4 3 0,-1 1 0,-1-4 0,1-1 0,0 5 0,1 0 0,3-5 0,0-1 0,1 1 0,1 0 0,-2-2 0,0-1 0,-6 2 0,-1 0 0,0-1 0,0 0 0,-1 0 0,1 0 0,5-3 0,1 0 0,-2 0 0,1 0 0,-3 0 0,1 0 0,-5 0 0,-1 0-202,-3 0 1,0 0 0,0 0 0,1 0 201,5 0 0,0 0 0,1-3 0,1 0 0,3 0 0,1 0 0,-4 0 0,1 0 0,-2 2 0,1 0 0,-1 0 0,1-1 0,-1-1 0,1 0 0,0 0 0,1 0 0,2 3 0,1 0 0,-1 0 0,0 0-131,1 0 0,-1 0 1,1 0-1,-1 0 131,0 0 0,1 0 0,0 0 0,0 0 0,-46 0 0,47 0 0,0 0 0,-41 0 0,-3 0 0,2 0 0,-3 0 0,43 0 0,0 0 0,-1 0 0,-1 0 0,2 0 0,1 0 0,-45 0 0,6 0 0,-1 0 0,-1 0 0,40 0 0,1 0 0,-47 0 0,3 0 0,14 0 0,5 0-32,7 0 0,-6 0 32,1 0 0,-8 0 0,1 0 0,-3 0 0,-2 2 0,2 2 0,4 2 0,-3-1 0,9-5 0,-10 2-18,-2 4 0,-12-4 18,47 0 0,-1 2 0,1-1 0,1 1 0,-42 2 0,4 5 0,-4-5 0,43-2 0,-1 0 0,1-1 0,0 0 0,-48-2 0,11 5 0,0 2 0,1-2 0,5-3 198,5-1 0,-3-2-198,-2 0 0,-4 0 0,-2 0 0,0 0 0,0 0 0,1 0 0,5 0 0,-12 0 0,1 0 0,-3 0 0,-2 0 0,4 0 0,8 0 0,6 2 0,9 4 0,6-4 233,0 4 0,6-3-233,-7 3 0,-2-4 0,-15 4 0,9-4 65,-9-2 0,9 0 0,3 0 0,0 0-65,0 0 0,2 0 0,4 0 0,-4 0 0,4 0 0,-4 5 0,-2 1 0,10 0 0,7-6 0,3 0 306,9 0 0,-6 6-306,5-1 0,-1 3 0,4-4 0,-2 2 203,2-3 0,0 5-203,-3-2 0,13 1 44,-1-1 0,8-4-44,4 4 0,7-4 0,3-2 0,7 0 0,0 0 0,-2 5 0,-2 3 0,-2 2 0,-5 11 0,5 13 0,-8 8 0,5 10 0,-8-1 0</inkml:trace>
  <inkml:trace contextRef="#ctx0" brushRef="#br0" timeOffset="52">26174 12070 8912,'-9'-12'0,"3"1"0,6-1 0,6 3 0,3 1 0,9 8 0,-1 2 0,0 2 0,0 1 0,-5 3 0,-1-4 0,3 2 0,1 5 0,2-5 0,-7 7 0,-1-11 0,-3 4 0,-4-4 0,5-2 0,-5-2 0,4-4 0,-4 2 0,4-7 0,1-1 0,-1-5 0,2-6 0,-2 0 0,1-7 0,7 1 0,-3-5 0,2-6 0,-3-6 0,1-12 0,-1 3 0,2-8 0,3-8-306,-4-9 1,3-13 305,-9 42 0,1-2 0,4-4 0,1-2 0,-2-5 0,-1 0 0,2 0 0,-1 0 0,1 0 0,0 0 0,-2-3 0,1 0 0,-1 1 0,1 0 0,0 2 0,-1 0 0,1 1 0,-1 0 0,1 6 0,0 2 0,-1 3 0,1 0 0,-1 2 0,-1 1 0,5-37 0,-5 4 0,-7 13 0,-2 0-112,-3 1 0,-5-5 112,-7 4 0,2 2 0,3 10 0,-3 2 0,3-8 0,-3 0 0,0-6 0,1-2 0,3-3 0,-1 3 0,-5-4 0,0 1 0,0 5 0,0 2 0,-1 10 0,-1 3 0,-4-3 0,-5 6 0,-5 5 0,-1 2 0,-1 4 0,1 3 0,-1-3 0,-5-2 0,0 2 0,-6 0 0,6 6 0,2-1 298,2 1 1,-5-1-299,1 1 0,0-2 119,6-4 0,-1 3-119,1-3 0,-3 4 0,-3 2 0,2 1 0,-10 3 0,-5 1 0,24 15 0,-2-1 0</inkml:trace>
  <inkml:trace contextRef="#ctx0" brushRef="#br0" timeOffset="53">25348 7445 8912,'-68'-19'0,"-1"-4"0,8 3 0,-1-6 0,7 5 0,-2-2 0,-1-2 0,7 4 0,-3-4 0,-3-2 0,-10 6 0,-8-2 0,1-1-153,5 1 1,2-6 152,4 6 0,-2-6 0,7 7 0,-5-7 0,2 6 0,-6 2 0,-9 2 0,-5 4 0,1 3 0,4-1 0,7 7 0,8-5 0,3 5 0,8-2 37,10 2 1,8 5-38,15-5 0,1 2 0,3 0 0,1-2 0,9 1 0,-5 3 0,8-4 0,0 4 0,0-7 115,0 3 0,-2 2-115,-4-7 0,4 7 0,-5-12 0,7 7 0</inkml:trace>
  <inkml:trace contextRef="#ctx0" brushRef="#br0" timeOffset="54">23301 6757 8912,'0'23'0,"0"0"0,0 0 0,0-6 0,0 0 0,0 0 0</inkml:trace>
  <inkml:trace contextRef="#ctx0" brushRef="#br0" timeOffset="55">23868 6465 8912,'-7'-18'0,"-5"1"0,-1 0 0,1 0 0,-3 7 0,4 5 0,-5 3 0,-3 7 0,-4 1 0,-9 7 0,-10-1 0,-2 3 0,-4 2 0,-4 3 0,-5 2 0,-4-1 0,-10 6 0,-2 0 0,-1 0 0,5-4 0,6 5 0,15-5 0,2 6 0,23-16 0,8 3 0</inkml:trace>
  <inkml:trace contextRef="#ctx0" brushRef="#br0" timeOffset="56">22939 6757 8912,'0'17'0,"-7"-7"0,5 5 0,-6-6 0,8 9 0,0-1 0,8-6 0,3 1 0,6-6 0,6 5 0,-2-5 0,8 5 0,2 1 0,9 5 0,-2 0 0,8 0 0,0 2 0,-2 4 0,5 4 0,-3 7 0,4 8 0,2 4 0,-8 12-146,-4 5 0,-12-4 0,-3 0 0</inkml:trace>
  <inkml:trace contextRef="#ctx0" brushRef="#br0" timeOffset="57">11633 12156 8912,'-17'-10'0,"5"0"0,1 7 0,-2-3 0,3 0 0,-2 6 0,1 2 0,0 2 0,-1 2 0,8 1 0,-1-1 0,3-2 0,2 7 0,2-7 0,3 2 0,-1-4 0,8-2 0,1 0 0,2 0 0,2 0 0,1-2 0,-1-4 0,-6 4 0,1-4 0,-1 5 0,6 1 0,1 0 0,-1-2 0,0-4 0,0 4 0,1-4 0,1-1 0,4 1 0,-4-6 0,4 7 0,-4-3 0,-2 2 0,6 3 0,0-9 0,2 8 0,-4-2 0,4 3 0,1-3 0,-3 4 0,6-4 0,0-1 0,5 1 0,-5 0 0,-1 6 0,3-6 0,9 1 0,-9-3 0,3 2 0,-3 4 0,3-3 0,1 1 0,-1-2 0,-5 4 0,-1-3 0,3 3 0,2 2 0,1-6 0,0 0 0,1 0 0,-1 6 0,1 0 0,-1 0 0,0-5 0,1-1 0,-3 0 0,-1 6 0,-4 0 0,-2 0 0,-1 0 0,-1 0 0,-3 0 0,2 0 0,-8 0 0,-3 0 0,7 0 0,4 0 0,1 0 0,-5 0 0,-1 0 0,2 0 0,2 0 0,2 0 0,6 0 0,-6 0 0,5 0 0,-5 0 0,6 0 0,-6 0 0,6 0 0,-7 0 0,7 0 0,-6 0 0,8 0 0,-5 0 0,3 0 0,0 0 0,-6 6 0,5 0 0,-5-1 0,6-5 0,-6 0 0,6 0 0,-6 0 0,5 0 0,-5 0 0,6 0 0,-8 2 0,2 2 0,-4 2 0,-2-2 0,0-2 0,1-2 0,-1 5 0,0 1 0,0 0 0,0 0 0,1-1 0,-1 1 0,0-6 0,0 0 0,1 0 0,-1 8 0,0-6 0,0 3 0,-5-3 0,-1-2 0,1 0 0,5 0 0,0 0 0,-6 6 0,1 0 0,1-3 0,3-1 0,1-2 0,-6 6 0,1 0 0,-1 0 0,6 1 0,1-5 0,-1 12 0,0-9 0,-7 9 0,3-11 0,-7 9 0,1-8 0,-1 1 0,-4 5 0,11 0 0,-7 7 0,2-6 0,-2 1 0,-5-1 0,7 6 0,-2 1 0,0-1 0,5 6 0,-5 0 0,1 1 0,-1-1 0,-4-2 0,4 8 0,-4 0 0,-2 5 0,2 0 0,3 1 0,-3-1 0,4 1 0,-4 5 0,-2 0 0,0 0 0,0 2 0,0-6 0,0 4 0,0-3 0,0-3 0,0 0 0,0 1 0,0-3 0,0-3 0,0 3 0,0-3 0,0 4 0,0 1 0,-2 0 0,-4 1 0,4-7 0,-3 1 0,3-6 0,2 6 0,-6-8 0,0 2 0,1-4 0,5-2 0,-2-6 0,-2 1 0,-2 1 0,-2 1 0,3-3 0,1 2 0,-8-7 0,7 6 0,-7-7 0,6 7 0,-5-7 0,-1 7 0,-5-6 0,0 5 0,0-3 0,0-1 0,-1 1 0,1 5 0,0-1 0,-6-3 0,0 3 0,-7-3 0,1 3 0,-4 3 0,-1-3 0,0-3 0,-1 3 0,1-1 0,-1 6 0,-1-5 0,-2-1 0,-2 1 0,1-3 0,3 7 0,2-5 0,-9-1 0,-2 1 0,1-5 0,-2 5 0,6-5 0,-6 5 0,0-7 0,-6 4 0,2-2 0,5-1 0,-5 7 0,4-6 0,2 7 0,-2-2 0,2-1 0,-2 1 0,-2-5 0,8 6 0,-8-7 0,3 5 0,-3-3 0,2-3 0,-2 0 0,8 2 0,-2-4 0,2 4 0,3-5 0,-3-1 0,4 0 0,1 0 0,-1 0 0,-4 0 0,4 0 0,-4 0 0,3 0 0,3 0 0,-6 0 0,-1 0 0,-4 0 0,4 0 0,-4 0 0,4 0 0,1 0 0,6 0 0,-1 0 0,1 0 0,5 0 0,3 0 0,1 0 0,4 0 0,-4 0 0,2 0 0,0-5 0,6-1 0,-6-2 0,0 3 0,-2 1 0,2-8 0,4 8 0,-6-3 0,2 1 0,0 0 0,-6-5 0,7 5 0,-1-1 0,5 1 0,-5 4 0,0-4 0,-5 4 0,5 2 0,-2-5 0,4-1 0,-2 2 0,2 2 0,-4 2 0,2 0 0,0-6 0,6 1 0,-6-3 0,0 2 0,0 4 0,6-3 0,-6-3 0,0 2 0,-2-5 0,4 5 0,-4 0 0,-1-1 0,3 5 0,-6-4 0,-2-2 0,-9 3 0,4-1 0,-4 6 0,-2 0 0,1 0 0,-6 0 0,1 0 0,-4 0 0,0 0 0,4 2 0,6 4 0,4-3 0,2 9 0,13-1 0,3 6 0,5-7 0,-4-2 0</inkml:trace>
  <inkml:trace contextRef="#ctx0" brushRef="#br0" timeOffset="58">13182 14030 8912,'-10'-8'0,"1"4"0,5-7 0,-4-1 0,1 1 0,-1-1 0,0 8 0,3-1 0,3-5 0,-6 1 0,8-3 0,0 1 0,0 7 0,0-11 0,0 13 0,0-6 0,0 8 0,0 0 0,0 8 0,0-4 0,0 7 0,2-1 0,2 3 0,1-2 0,-1 3 0,4 1 0,-2 2 0,5 0 0,-5 1 0,5 5 0,-5-1 0,6 9 0,-7-2 0,7 3 0,-6 3 0,7-1 0,-2 0 0,5 3 0,1 3 0,0-4 0,0 4 0,1-4 0,-1-3 0,0-3 0,0-1 0,6-2 0,0 2 0,2-3 0,-2-3 0,-4-4 0,4 4 0,2-4 0,-2-1 0,0-1 0,-6 0 0,6-6 0,0 1 0,2-1 0,-2 6 0,-4-5 0,4-1 0,-2 1 0,2 5 0,-2-5 0,5-1 0,1 0 0,0-1 0,-4 5 0,6-3 0,-1-3 0,7 3 0,-1-3 0,0 3 0,-5 1 0,0-7 0,3 5 0,3-5 0,5 2 0,-6-3 0,1-3 0,5 4 0,-4-2 0,-1 2 0,-1-4 0,0 3 0,1-3 0,-1-2 0,6 0 0,1 0 0,-3 0 0,-9 0 0,3 0 0,-3 0 0,9 0 0,2 0 0,0 0 0,-5 0 0,-1-2 0,1-3 0,5 1 0,0-8 0,6 7 0,-6-7 0,8 1 0,-2-7 0,-2 3 0,1 4 0,-4-10 0,4 3 0,-4-3 0,5 4 0,-8 0 0,2 0 0,-4 0 0,-1-1 0,-1 7 0,1 0 0,-1-3 0,0-1 0,1-2 0,-1 0 0,8-1 0,4 1 0,-4-6 0,-2 0 0,-3 0 0,-3 6 0,1-2 0,-1-4 0,-7 4 0,-4-4 0,2 4 0,-3 2 0,1 0 0,-5-1 0,-9 9 0,-1 1 0,-8 8 0,0 0 0,-8 0 0,6 0 0,-5 0 0,7 0 0,0 0 0,-8 6 0,-4 0 0,5-1 0,-8-5 0,5 0 0</inkml:trace>
  <inkml:trace contextRef="#ctx0" brushRef="#br0" timeOffset="59">16073 14150 8912,'-23'-10'0,"0"-5"0,2-6 0,10-2 0,5 8 0,12 3 0,5 5 0,12 7 0,6 0 0,3 0 0,8 0 0,0 0 0,8 0 0,-2 0 0,4 0 0,1 0 0,7 2 0,-1 3 0,-1 7 0,-3 3 0,-9 10 0,-4 4 0,-5 11 0,-7 6 0,-10 5 0,-13 7 0,-14 6 0,-14 17 0,3-35 0,-4 1-870,-9 8 1,-3-1 869,-1 1 0,-2-1 0,-7 0 0,-2-1 0,-1 4 0,0 1 0,-1 3 0,-1 0 0</inkml:trace>
  <inkml:trace contextRef="#ctx0" brushRef="#br0" timeOffset="60">8277 14786 8912,'0'-17'0,"-2"0"0,-1 0 0,-5-1 0,-2 1 0,7 0 0,-3 0 0,4 0 0,2-1 0,0 1 0,0 6 0,0-1 0,0-1 0,0-2 0,8 3 0,5 1 0,6-3 0,4-1 0,6-2 0,-6 0 0,7-1 0,-3 1 0,2 2 0,-1 3 0,-5-1 0,6 7 0,-2 1 0,1 5 0,3 2 0,-8 3 0,0 7 0,-8 9 0,-1 6 0,-3 5 0,-7-1 0,2 9 0,-6 6 0,-6 5 0,-11 3 0,-12 9 0,-3-8 0,-3 2 0,-7 3-144,-4-3 0,2 2 144,-2-2 0,8-5 0,-2 0 0,5-10 0,7-14 0,-3-3 0,10-8 0,6 0 0,-2-7 0,15-4 0,-4-12 0,4-4 0,2-7 0,0-2 0,0-4 0,0 2 144,0-7 0,0 7-144,0-2 0,0-2 0,0 2 0,0 0 0,0 6 0,0 0 0,2 1 0,4 5 0,3 3 0,9 8 0,1 2 0,4 4 0,3 3 0,9 9 0,7 5 0,4 1 0,5 1 0,7 0 0,3 6 0,8-3 0,5-1-158,1 2 1,-1-8 157,-5 2 0,-6-1 0,0 0 0,-1-5 0,-7-2 0,-5-4 0</inkml:trace>
  <inkml:trace contextRef="#ctx0" brushRef="#br0" timeOffset="61">16813 14941 8912,'-6'-19'0,"0"-2"0,3-2 0,1 2 0,2 2 0,2 1 0,3 1 0,5 0 0,7 0 0,0 2 0,1 3 0,-1-3 0,0 3 0,0 3 0,0-3 0,6 9 0,2-3 0,0 4 0,0 2 0,0 9 0,-4 7 0,4 5 0,1 0 0,-5 6 0,2 1 0,-9 5 0,-3 1 0,-7 2 0,2 4 0,-6-3 0,-8 5 0,-9-2 0,-10 0 0,-5 0 0,-3-5 0,-5 5 0,0 0 0,-2 0 0,2-6 0,3 1 0,-3-1 0,0-7 0,6-4 0,-3-12 0,14-5 0,2-4 0,2-2 0,8-2 0,-1-4 0,8-11 0,-1-12 0,3-3 0,2-3 0,7 1 0,7 0 0,5 1 0,4 5 0,0 3 0,-6 8 0,2 1 0,4 5 0,-2 3 0,8 8 0,-6 4 0,5 7 0,3 3 0,9 14 0,0 3 0,12 7 0,9 4 0,10 2 0,15 2 0,-38-19 0,1-2-272,2-6 0,0-2 1,0 0-1,1-2 1,0-6-1,-1 0 1</inkml:trace>
  <inkml:trace contextRef="#ctx0" brushRef="#br0" timeOffset="62">24694 17262 8912,'-15'-17'0,"4"0"0,-5-1 0,7 3 0,-8 4 0,-3 3 0,-2 2 0,-7 0 0,-4 1 0,-3 5 0,-4 0 0,-6 0 0,-6 0 0,-3 0 0,-4 0 0,-3 0 0,-8 0 0,-11 0 0,-7 0 0,-5 0 0,43 0 0,0 0 0,1 0 0,-1 0 0,-4 0 0,-1 2-277,-5 0 0,-1 1 0,-4 1 1,-1 0 276,-9 1 0,0 2 0,7 0 0,1 1 0,-4-3 0,0-1 0,5 2 0,2 0 0,4 0 0,2-1 0,1-3 0,1 0 0,3 1 0,2 0 0,-27-1 0,15-2 0,19 0 0,13 0 0,12 0 0,8 0 0,7 7 0,-2-5 0,12 4 0,4-4 0,7-2 1107,0 0-1107,0-8 0,8-1 0,2-8 0</inkml:trace>
  <inkml:trace contextRef="#ctx0" brushRef="#br0" timeOffset="63">22526 16798 8912,'-17'-25'0,"0"11"0,0-3 0,-1 12 0,-1 1 0,-4 9 0,-5 13 0,-13 14 0,-4 14 0,-5 11 0,-2 6 0,1 4-307,-1 2 1,0 0 306,1 0 0,9 3 0,7-3 0,10-4 75,14-14 0,11-1-75,11-4 0,20 2 0,11-10 0,12-6 0,9-7 0,13-13 0,10-7 0,-33-3 0,1-2 0,6-1 0,1-1 0,0-4 0,0 0 0,2 3 0,0-2 0,-2-5 0,-1-3 0,-2 2 0,0 0 0</inkml:trace>
  <inkml:trace contextRef="#ctx0" brushRef="#br0" timeOffset="64">25693 16626 8912,'-27'-6'0,"4"-2"0,6-1 0,3-3 0,5 1 0,-1 1 0,1 3 0,5 1 0,4 6 0,13 2 0,8 4 0,-2 11 0,6 11 0,-2 7 0,0 5 0,8-2 0,-5 8 0,3 2 0,0 1 0,-8 5 0,2 3 0,-6-5 0,-6-1 0,5 1 0,-7-8 0</inkml:trace>
  <inkml:trace contextRef="#ctx0" brushRef="#br0" timeOffset="65">25452 17073 8912,'-6'-25'0,"0"-2"0,4-1 0,6-1 0,15 8 0,16-2 0,1 4 0,10 0 0,2-4 0,1-6 0,1 2 0,-2-1 0,-2-1 0,2 2 0,-6-3 0,-2 7 0,-4-6 0,-3 6 0,-5 0 0,-5-1 0,-6 4 0,-5-2 0,-4 2 0,-8 3 0,0 6 0,0-1 0,-2 8 0,-4-1 0,4 3 0,-13 2 0,13 7 0,-4 5 0,4 9 0,2 4 0,0 3 0,0 9 0,0-1 0,0 10 0,0-6 0,0 6 0,0-8 0,0 4 0,0-2 0,0 0 0,0-1 0,0-11 0,0 3 0,0-8 0,0 0 0,0-14 0,8-1 0,3-8 0,5-14 0,3-7 0,2-7 0,2-9 0,2-6 0,-3 2 0,-1-4 0,8 4 0,-8 3 0,2 10 0,-4 3 0,-2 8 0,1 1 0,-1 5 0,-8 5 0,-3 12 0,-4-2 0,-2 7 0,0 1 0,0 5 0,2-2 0,4-4 0,-4 5 0,5-7 0,-1 3 0,0-1 0,7-5 0,-1 5 0,3-7 0,2 6 0,0-4 0,2-5 0,4 5 0,-3-4 0,2-2 0,-2 0 0,-3 0 0,0-8 0,0 7 0,0-5 0,-5 4 0,-1 2 0,3 0 0,1 0 0,2 0 0,0 0 0,1 0 0,-1-2 0,0-4 0,-2 2 0,-3-7 0,3 5 0,-3-5 0,3 5 0,2-5 0,0 1 0,1-3 0,-1 3 0,0 2 0,0 1 0,0 1 0,-1 12 0,-5 0 0,-3 13 0,-8 5 0,0 3 0,0 4 0,-8 1 0,-3 3 0,-5-1 0,-1-7 0,-2 5 0,-4-3 0,-6 1 0,-11-1 0,4-12 0,-6-9 0</inkml:trace>
  <inkml:trace contextRef="#ctx0" brushRef="#br0" timeOffset="66">26536 16471 8912,'-25'0'0,"6"-8"0,-6 6 0,15-5 0,3 7 0,16 0 0,9 0 0,8 0 0,7 0 0,3 0 0,4 0 0,12 0 0,9 0 0</inkml:trace>
  <inkml:trace contextRef="#ctx0" brushRef="#br0" timeOffset="67">27413 16574 8912,'-7'-9'0,"-5"3"0,5 4 0,-1 10 0,8 3 0,0 4 0,0 3 0,2-1 0,4 0 0,5 6 0,10 0 0,4-2 0,2-2 0,-4-4 0,5-3 0,-1 1 0,2-7 0,3 0 0,-5-6 0,2-2 0,-1-4 0,-1-4 0,2-7 0,-2-2 0,-4-4 0,-4-2 0,4-3 0,-4 1 0,-2 4 0,0 4 0,0-4 0,-1 10 0,-5 1 0,-1 8 0,-4-1 0,-5 5 0,5 5 0,-4 7 0,-2 3 0,0 2 0,0 6 0,0 0 0,-6 6 0,-1-6 0,-3 0 0,-3 1 0,-3-5 0,-1 4 0,0 2 0,0-2 0,-2 0 0,-2-8 0,-2-3 0,2-6 0,-14-12 0,-1-4 0</inkml:trace>
  <inkml:trace contextRef="#ctx0" brushRef="#br0" timeOffset="68">27465 16385 8912,'0'-17'0,"0"0"0,2 1 0,4 3 0,7 3 0,8 3 0,14 1 0,10 6 0,9 0 0,9 0 0,2 6 0,15 1 0,3 3 0,-7-6 0,1 3 0</inkml:trace>
  <inkml:trace contextRef="#ctx0" brushRef="#br0" timeOffset="69">28670 16419 8912,'-18'-13'0,"1"-4"0,0 2 0,0 5 0,0 2 0,-1 5 0,1 1 0,0 4 0,0 3 0,5 5 0,1 7 0,7 0 0,-2 0 0,4 1 0,2-1 0,0 0 0,0 0 0,0 0 0,8-5 0,3-3 0,5-1 0,1-2 0,0-6 0,-5 0 0,-1 0 0,1-2 0,5-4 0,0-3 0,0-1 0,0-5 0,1 5 0,-1 1 0,0 1 0,0 8 0,0-6 0,1 1 0,-1 1 0,0 2 0,0 4 0,1 3 0,-1-1 0,0 8 0,8-1 0,2 6 0</inkml:trace>
  <inkml:trace contextRef="#ctx0" brushRef="#br0" timeOffset="70">27809 17417 8912,'-25'-25'0,"4"0"0,-7-4 0,-3 6 0,-1 4 0,-3 10 0,-1 3 0,-2 4 0,-3 2 0,1 2 0,6 4 0,-1 5 0,1 12 0,1-2 0,5 8 0,-1-6 0,10 3 0,6-1 0,3-4 0,4-2 0,6-1 0,0-1 0,0 0 0,2-6 0,4-1 0,5-2 0,5-5 0,9-1 0,3-2 0,5 0 0,1 0 0,1 0 0,-1 0 0,0 0 0,1 0 0,-3 0 0,-3 0 0,-2 8 0,-4 3 0,-6 7 0,0 5 0,-2 5 0,-9 12 0,-4 6 0,-6 4 0,-7 1 0,-12 1 0,-4 0 0,-9-3 0,-2-3 0,-3-6 0,-1-7 0,2-10 0,4-2 0,-4-16 0,9 1 0,2-6 0,8-4 0,-2-7 0,10-3 0,2-14 0,7-1 0,-2-5 0,6-1 0,6 1 0,3-2 0,10-2 0,4-3 0,6 3 0,4 2 0,1 2 0,8 1 0,4 4 0,4 5 0,3 6 0,3 3 0,1 4 0,8-5 0,-4 7 0</inkml:trace>
  <inkml:trace contextRef="#ctx0" brushRef="#br0" timeOffset="71">28033 17657 8912,'-17'-7'0,"-4"-3"0,3-7 0,-3 7 0,12 3 0,-6 9 0,3 3 0,4 5 0,8 7 0,0 2 0,0 4 0,0-2 0,0 8 0,0-8 0,0 2 0,2-4 0,4-2 0,2-5 0,3-1 0,5-7 0,-7 3 0,8-7 0,-5-1 0,-1-5 0,-7-4 0,2-7 0,-4-6 0,-2 0 0,0 2 0,0 2 0,-8 2 0,-3 0 0,1 5 0,-1 1 0,-1 7 0,-5-4 0,0 8 0,7 0 0,2 0 0,16 8 0,2 2 0</inkml:trace>
  <inkml:trace contextRef="#ctx0" brushRef="#br0" timeOffset="72">28515 17623 8912,'-17'-8'0,"-3"-1"0,-3-8 0,2 7 0,-7 4 0,1 6 0,-2 6 0,-5 4 0,0 7 0,5 8 0,-6 3 0,14 5 0,4 1 0,0-3 0,7-1 0,1 3 0,3-3 0,6-7 0,6 0 0,3-9 0,11-5 0,2-1 0,-1-3 0,8-8 0,2-9 0,-4-1 0,1-16 0,-7 6 0,2-5 0,-6-1 0,-5-4 0,-6 3 0,-4 1 0,-2-1 0,0 5 0,0 0 0,0 8 0,-8 1 0,-4 3 0,-3 4 0,-2 1 0,0 4 0,-1 10 0,1-4 0,8 13 0,1-5 0</inkml:trace>
  <inkml:trace contextRef="#ctx0" brushRef="#br0" timeOffset="73">28807 17692 8912,'-23'0'0,"0"0"0,-1 0 0,3 0 0,-4 2 0,-2 3 0,6 5 0,-2 7 0,-2 0 0,2 1 0,0 1 0,6 4 0,0-2 0,0 7 0,7-7 0,4 2 0,4-9 0,2-3 0,2-7 0,4 2 0,9-12 0,8-6 0,6-11 0,-4-5 0,0-5 0,-1-1 0,-1-6 0,-5 0 0,-1-6 0,0 6 0,-2-8 0,-1 4 0,-5-2 0,-1 0 0,-2 8 0,-6-2 0,0 0 0,0 5 0,0 5 0,0 13 0,0 7 0,-2 3 0,-2 10 0,-2 9 0,-1 1 0,1 16 0,4 5 0,-4 6 0,4 8 0,2-2 0,0 4 0,0 1 0,0 1 0,0-8 0,2 3 0,4-6 0,-2 6 0,7-1 0,3 2 0,7-4 0,2-10 0,7-7 0,5-10 0,9 0 0</inkml:trace>
  <inkml:trace contextRef="#ctx0" brushRef="#br0" timeOffset="74">29616 17675 8912,'-25'-18'0,"4"3"0,-7 4 0,5 3 0,-4 8 0,0 0 0,0 0 0,4 8 0,-5 3 0,7 10 0,-2 2 0,4 8 0,3-3 0,3 5 0,1 1 0,9-5 0,-3-1 0,4-7 0,2 2 0,2-9 0,4-5 0,5-1 0,4-4 0,4-2 0,4-2 0,-3-8 0,2-3 0,3-5 0,-2-1 0,-2 0 0,-7 0 0,-3-1 0,3 1 0,-1 6 0,-2-1 0,3 7 0,-8-7 0,1 6 0,-1-5 0,-4 7 0,7-3 0,-5 8 0,2 5 0,0 4 0,-6 7 0,2 0 0,3 0 0,5 0 0,7 1 0,0-3 0,1-2 0,-1-3 0,0-2 0,2-3 0,4-5 0,-4 0 0,6-2 0,-10-3 0,-1-7 0,-3-3 0,-7 3 0,2 1 0,-4-1 0,-2-5 0,-2 8 0,-4 3 0,2 6 0,-7 6 0,7 5 0,-2 12 0,-2-2 0,3 8 0,-3-8 0,4 2 0,-1-4 0,1-2 0,2 0 0,2 0 0,-8 1 0,6-1 0,-3-10 0,10-7 0,7-9 0,5-12 0,6-2 0,4-8 0,7 3 0,0 1 0,1-2 0,-6 8 0,-1-2 0,-7 6 0,2 4 0,-4 1 0,-7 9 0,-3-1 0,-1 8 0,-2 5 0,-6 8 0,5 0 0,1 1 0,0-1 0,-6 0 0,0 0 0,2 0 0,4 1 0,3-9 0,8-1 0,1-8 0,-1 0 0,0 0 0,-6-2 0,1-4 0,-2-5 0,3-10 0,-2-2 0,3 2 0,-7 2 0,-1 1 0,4 1 0,-8 0 0,3 0 0,-3 7 0,-2 3 0,0 22 0,0 8 0,0 2 0,0 3 0,6-1 0,2 4 0,1-3 0,-5-5 0,4 4 0,-1-2 0,-5-2 0,4-6 0,-4-6 0,-2 1 0,0-1 0,-8 5 0,-3-5 0,-5-5 0,-1-4 0,-6-2 0,0 0 0,0 5 0,6 1 0,0 0 0,0-6 0,7 0 0,3 0 0,7-15 0,0-4 0</inkml:trace>
  <inkml:trace contextRef="#ctx0" brushRef="#br0" timeOffset="75">30528 17864 8912,'-9'-18'0,"-5"7"0,9 0 0,-1 7 0,6-4 0,0 10 0,0 4 0,0-2 0,0 7 0,2 0 0,2 7 0,1-1 0,-1 0 0,6-2 0,1-3 0,-1 3 0,1-3 0,-5 1 0,5-2 0,1-1 0,5-4 0,0-4 0,0 3 0,1-3 0,-1-2 0,2-2 0,4-3 0,-2-3 0,8-4 0,-8-7 0,2 8 0,-4-8 0,-2 7 0,0-1 0,-2 0 0,-1 3 0,-3 2 0,-7 3 0,4 5 0,-10 7 0,-4 5 0,4 3 0,-13 2 0,11-5 0,-7-1 0,7-7 0,-4 4 0,16-16 0,3-3 0,-1-10 0,1-2 0,-1 0 0,3 4 0,-1-2 0,1-2 0,-3 2 0,1 9 0,-7-3 0,6 13 0,-5-4 0,-3 4 0,13 2 0,-5 0 0</inkml:trace>
  <inkml:trace contextRef="#ctx0" brushRef="#br0" timeOffset="76">31165 17932 8912,'0'-17'0,"0"8"0,0-7 0,8 15 0,3-5 0,4 4 0,3 2 0,-1-2 0,0-2 0,2-2 0,4 3 0,-4 1 0,4 2 0,-4-6 0,-2 0 0,1-7 0,-1 1 0,0-3 0,0-2 0,-5-2 0,-3-2 0,-1-2 0,-4 2 0,-2 7 0,-2 3 0,-8 5 0,-3-5 0,-7 7 0,-5-2 0,2 12 0,-7 7 0,-3 6 0,-1 4 0,-1 8 0,4-2 0,-1-3 0,7 3 0,2-2 0,9 1 0,5-1 0,7-4 0,2-4 0,3 4 0,14-6 0,16-5 0,7-5 0,10-7 0,1 0 0,4 0 0,-3-7 0,13-10 0,-6-10 0</inkml:trace>
  <inkml:trace contextRef="#ctx0" brushRef="#br0" timeOffset="77">31664 17778 8912,'0'-17'0,"2"7"0,4 4 0,5-1 0,12 1 0,4 0 0,7 6 0,1 0 0,5 2 0,0 4 0,-2 5 0,-1 5 0,-11-7 0,-3 6 0,-9-3 0,-3 3 0,-7 2 0,-4 0 0,-12 1 0,-9-1 0,-2 0 0,-7-2 0,3-1 0,0-5 0,4-1 0,4-2 0,2-6 0,0 0 0,2-2 0,3-4 0,4-4 0,8-7 0,10-2 0,7-4 0,8-4 0,9-7 0,3-6 0,3 0 0,4 0 0,8 5 0,-3 1 0,-3 0 0,2-1 0,-8 1 0,8-1 0,-4 1 0</inkml:trace>
  <inkml:trace contextRef="#ctx0" brushRef="#br0" timeOffset="78">32456 17124 8912,'0'-17'0,"0"8"0,0 32 0,-2 1 0,-4 28 0,2-2 0,-7 7 0,-3 6 0,-1 4 0,-2 4 0,0 3 0,5-5 0,1 0 0,1-3 0,-1-8 0,-3-7 0,8-5 0,1-15 0,5-3 0,2-14 0,3-8 0,13-5 0,8-1 0</inkml:trace>
  <inkml:trace contextRef="#ctx0" brushRef="#br0" timeOffset="79">32318 18139 8912,'-25'0'0,"6"-6"0,-4 0 0,10 2 0,1 10 0,8-2 0,-1 7 0,3 1 0,2 5 0,0 0 0,5 1 0,1-1 0,6-6 0,-7 1 0,1-1 0,2-1 0,-6 5 0,13-13 0,-11 6 0,7-8 0,-7 0 0,6-2 0,-5-4 0,-3 2 0,6-6 0,-2 1 0,-1-1 0,1-1 0,-6-1 0,0 1 0,0 7 0,0-5 0,0 3 0,0 4 0,0-6 0,0 10 0,0 4 0,0-4 0,0 13 0,0-5 0</inkml:trace>
  <inkml:trace contextRef="#ctx0" brushRef="#br0" timeOffset="80">11616 17864 8912,'-17'-8'0,"1"-3"0,3-5 0,3-1 0,1 0 0,-1 0 0,-3 0 0,3-1 0,1 1 0,1 0 0,-3 5 0,5 1 0,-7 7 0,1-2 0,-3 5 0,-4 1 0,-2 1 0,-4 5 0,-2 6 0,-2 9 0,-5 2 0,-2 7 0,-1-1 0,1 3 0,3 3 0,10-3 0,1-3 0,2 1 0,3-7 0,8 0 0,3-6 0,4 1 0,2-1 0,10-6 0,7 1 0,8-8 0,9 1 0,8-1 0,4 2 0,-2-2 0,2 7 0,-2-5 0,2 5 0,2 1 0,-8 5 0,0 2 0,-8 2 0,-5 4 0,-10 2 0,-7-4 0,-10 5 0,-4 1 0,-7 5 0,-9-1 0,-14-5 0,0 3 0,-1-8 0,-1 0 0,-4-6 0,5-2 0,1-3 0,1 1 0,9-7 0,-1-2 0,0-2 0,2-2 0,13 0 0,3-2 0,7-4 0,0 2 0,0-7 0,7-8 0,3-8 0</inkml:trace>
  <inkml:trace contextRef="#ctx0" brushRef="#br0" timeOffset="81">11736 18190 8912,'16'-2'0,"-5"-3"0,4 3 0,-5-13 0,1 13 0,1-4 0,-6 6 0,5 6 0,-5 3 0,5 8 0,-7 2 0,4 2 0,-2 2 0,-1-2 0,1 4 0,-6-2 0,0 2 0,0-2 0,6-2 0,-1 8 0,1-8 0,-6 2 0,-7 3 0,-3 1 0</inkml:trace>
  <inkml:trace contextRef="#ctx0" brushRef="#br0" timeOffset="82">11943 18053 8912,'0'-25'0,"-6"6"0,0-4 0,1 4 0,7 9 0,3 5 0,7 3 0,1 9 0,-1 5 0,3-5 0,-6 9 0,9-7 0</inkml:trace>
  <inkml:trace contextRef="#ctx0" brushRef="#br0" timeOffset="83">12425 18328 8912,'-18'0'0,"9"0"0,-6 0 0,13 2 0,-4 4 0,4 3 0,2 8 0,0 0 0,0 1 0,0-1 0,0 0 0,0 0 0,0 0 0,6-5 0,0-1 0,-1 1 0,-5 5 0,0-6 0,0 1 0,8-8 0,-6 3 0,11-9 0,-7-3 0,2-5 0,-3-7 0,-1 0 0,8 0 0,-7-6 0,7 0 0,-3 0 0,3 6 0,1-1 0,-7 1 0,7 2 0,-1 4 0,3 5 0,-3 4 0,-1 2 0,-7 2 0,2 4 0,1 3 0,-1 8 0,5 0 0,-5 1 0,6-1 0,-7 0 0,3 0 0,-2 0 0,-4-5 0,5-3 0,-1 1 0,0 0 0,7-7 0,-3 5 0,7-8 0,0-2 0,0-4 0,1-3 0,-1-8 0,-2-1 0,-3 1 0,3 0 0,-4 0 0,-3 5 0,0 3 0,-1 1 0,-5 2 0,14 6 0,-7 0 0,8 6 0,1 0 0,-1 5 0,0-5 0,2 2 0,4-3 0,-2-3 0,6 4 0,0-4 0,-1-2 0,-3-2 0,6-4 0,-8 3 0,2-9 0,-6 1 0,-5-7 0,3 1 0,-13 0 0,4 0 0,-5 0 0,7 0 0,2-1 0</inkml:trace>
  <inkml:trace contextRef="#ctx0" brushRef="#br0" timeOffset="84">13199 18276 8912,'0'18'0,"2"1"0,4 4 0,-2 3 0,7 9 0,0 7 0,7 4 0,-3 1 0,-4-1 0,5 4 0,-5-4 0,3-4 0,-1 0 0,-3-2 0,-3 0 0,-1-6 0,-6-5 0,2-8 0,4 2 0,-5-4 0,5-2 0,-12-7 0,-3-18 0,-8-11 0</inkml:trace>
  <inkml:trace contextRef="#ctx0" brushRef="#br0" timeOffset="85">13182 18465 8912,'23'-34'0,"0"0"0,7 5 0,-1 2 0,4 2 0,1 4 0,0-2 0,1 6 0,-7-2 0,1 13 0,-8 1 0,2 5 0,-4 4 0,-2 7 0,-7 2 0,-4 16 0,-6 2 0,-6 9 0,-4-4 0,-7 4 0,0-4 0,0-1 0,0-1 0,-1 1 0,1-3 0,0-3 0,6 1 0,1-7 0,0-4 0,1-5 0,3-1 0,-5-7 0,7 0 0,-4-14 0,8-2 0</inkml:trace>
  <inkml:trace contextRef="#ctx0" brushRef="#br0" timeOffset="86">13922 17967 8912,'0'-12'0,"0"1"0,0-2 0,0-3 0,0 5 0,0-1 0,0 9 0,0-3 0,2 12 0,3 5 0,-1 12 0,6 6 0,-3 5 0,-3 6 0,4 4 0,-2 8 0,5-7 0,-5 1 0,5-6 0,-5 6 0,6-6 0,-7 6 0,3-13 0,-2 1 0,-4-11 0,3 0 0,3-10 0,0-3 0,1-3 0,5-3 0,-5-4 0,3-5 0,5-5 0,6-7 0,0-2 0,-6-4 0,0 4 0,0-4 0,1-2 0,-1 2 0,-2-6 0,-3 6 0,-3 2 0,-5 8 0,2 2 0,-1 7 0,-5-4 0,0 16 0,0 3 0,0 6 0,0 6 0,0-2 0,0 8 0,0 0 0,0 5 0,0-5 0,0-1 0,0-5 0,0 4 0,0 0 0,0 0 0,8-6 0,-6-4 0,13-2 0,-5-5 0</inkml:trace>
  <inkml:trace contextRef="#ctx0" brushRef="#br0" timeOffset="87">14318 18139 8912,'-18'-33'0,"1"5"0,8 3 0,1 15 0,8 3 0,13 7 0,6 2 0,6 3 0,6 7 0,7-5 0,2-1 0,8-4 0,-4-2 0</inkml:trace>
  <inkml:trace contextRef="#ctx0" brushRef="#br0" timeOffset="88">15178 17864 8912,'0'-52'0,"2"1"0,2 1 0,2 4 0,-1 12 0,-5 11 0,-7 9 0,-5 3 0,-3 7 0,-2-2 0,-1 6 0,1 6 0,-6 5 0,-2 12 0,1 6 0,-1 4 0,-4 1 0,6 0 0,0 6 0,6 1 0,5 4 0,1-4 0,5 1 0,-5-2 0,7-4 0,-2 4 0,4-4 0,2-1 0,0 5 0,0 0 0,2 0 0,4 2 0,2-4 0,3 8 0,2-8 0,-7 3 0,0 1 0,-6-2 0,0 0 0,0-6 0,-2-7 0,-4-4 0,-3-12 0,-16 5 0,-2-7 0</inkml:trace>
  <inkml:trace contextRef="#ctx0" brushRef="#br0" timeOffset="89">14765 18500 8912,'0'-25'0,"0"-4"0,0-1 0,0 1 0,6 4 0,0 8 0,7 2 0,-2 3 0,5-1 0,1 7 0,6 1 0,0 5 0,13 0 0,-1 0 0,8 1 0,-2 5 0,5-4 0,-6 4 0,7-6 0,-4-6 0,-3-3 0,-6-1 0,-11-5 0,0 3 0,-4 5 0,-9-1 0,-10 8 0,-12 0 0,-3 0 0,-2 0 0,5 0 0,1 0 0,1 2 0,-3 2 0,1 1 0,9 9 0,-5-5 0,10 7 0,4-5 0,3-1 0,8-5 0,2-3 0,4 4 0,-2-4 0,8-2 0,-6-6 0,6 0 0,-8-7 0,2 2 0,-4-5 0,-2-1 0,0 0 0,-1 0 0,-5 0 0,-3 7 0,-8 2 0,5 16 0,1 3 0,0 14 0,-6 10 0,2 1 0,3 10 0,-3 2 0,4 9 0,-4-2 0,-2 8 0,0-5 0,0 3 0,-2-2 0,-4-4 0,-5-7 0,-12-2 0,4-8 0,-4 2 0,4-11 0,2-6 0,0-5 0</inkml:trace>
  <inkml:trace contextRef="#ctx0" brushRef="#br0" timeOffset="90">16675 18362 8912,'10'-2'0,"-4"-3"0,-5-5 0,-1 2 0,0 8 0,0 10 0,0 7 0,0 4 0,0 4 0,0 2 0,0 0 0,0 3 0,0-3 0,0-2 0,-5 3 0,-1-5 0,0 0 0,6-6 0,0 1 0,0-9 0,0-1 0,0-10 0,0-4 0,0-9 0,0-8 0,6-8 0,0 3 0,5-5 0,-5-1 0,5-1 0,-3 1 0,0 0 0,-1-1 0,5 3 0,-6 3 0,7 6 0,-2 12 0,-1 1 0,1 4 0,1 6 0,5 0 0,0 14 0,1 11 0,-1 1 0,0 5 0,-2 1 0,-3 3 0,3-3 0,-4-3 0,3 2 0,-3-9 0,5 1 0,-5-5 0,-3-1 0,7 0 0,-11-7 0,7-7 0,3-6 0,-5-7 0,3-7 0,-3 0 0,3-1 0,3-5 0,-3 1 0,-3-3 0,3 2 0,-9 2 0,3-8 0,-4 8 0,0-2 0,2 4 0,2 2 0,-1 5 0,-5 1 0,0 7 0,0-3 0,0 14 0,0 5 0,0 3 0,2 0 0,2-1 0,2-3 0,5 0 0,-5 7 0,7-7 0,-1 1 0,3-9 0,2 3 0,1 4 0,-1-8 0,0 3 0,0-3 0,0-2 0,-5 0 0,-1 0 0,3 0 0,1 0 0,-4 0 0,1 0 0,-8 0 0,11 0 0,-13-2 0,4-3 0,-4 3 0,-2-6 0,0 8 0,0 0 0,7 0 0,-5 0 0,13 0 0,-3 0 0,3 0 0,2 8 0,1 3 0,-9-3 0,14 7 0,-4-5 0</inkml:trace>
  <inkml:trace contextRef="#ctx0" brushRef="#br0" timeOffset="91">17656 18483 8912,'0'-18'0,"0"1"0,0 0 0,0 0 0,0 0 0,0 5 0,0 1 0,2 7 0,4-2 0,3 4 0,3 4 0,-1 4 0,-7 3 0,2 9 0,-2-1 0,1 0 0,-3 0 0,4 0 0,-4 1 0,-2-1 0,0 0 0,0-6 0,0 1 0,0-8 0,0 11 0,8-13 0,-7 6 0,7-10 0,-8-4 0,0-7 0,0-8 0,0 0 0,0-8 0,6 6 0,0-6 0,1 6 0,-1-5 0,-2 7 0,7-2 0,-5 6 0,6 5 0,-7-1 0,7 7 0,-1 0 0,6 6 0,-5 2 0,-1 4 0,3 7 0,1 8 0,2-2 0,0 4 0,-7-4 0,-4-1 0,1-1 0,-1 0 0,2-2 0,-2-3 0,-5 3 0,7-5 0,-8-1 0,0-9 0,0-9 0,0-9 0,0 1 0,0 0 0,0 0 0,6-6 0,0 0 0,7-2 0,-2 2 0,5 4 0,1-2 0,0 6 0,0 3 0,1 9 0,-1-3 0,0 4 0,0 2 0,6 8 0,0 3 0,2 10 0,-2 2 0,-4 0 0,4-6 0,2 6 0,-2 0 0,5-6 0,-5-5 0,0-1 0,2-1 0,-6-3 0,4-7 0,-9 0 0,-3 0 0,1-7 0,-3-3 0,-3-7 0,-4-2 0,-2-4 0,0 4 0,-2-4 0,-2 4 0,-2 2 0,-7-1 0,3 1 0,-7 8 0,0 1 0,2 10 0,3 4 0,4 5 0,7 10 0,-3 2 0,-2-2 0,0 4 0,6-2 0,0 0 0,0-6 0,6 0 0,0 0 0,5-5 0,-3-3 0,1-1 0,5-4 0,1-2 0,2-2 0,6 0 0,0 0 0,6-8 0,-6-3 0,6-10 0,-7-2 0,1-2 0,-5 2 0,-1 2 0,-2-6 0,-1 2 0,-3 4 0,-7 2 0,2 2 0,-5 0 0,-1 7 0,0 3 0,6 20 0,0 6 0,-2 6 0,5-2 0,3 5 0,3-7 0,2 2 0,2 2 0,4-2 0,-2 0 0,8-6 0,0-5 0,5-3 0,1-1 0,-1-4 0,-7-2 0,-4-2 0,-4-8 0,-2-3 0,0-5 0,0-1 0,-7 0 0,-4 0 0,-4-6 0,-2-2 0,-2 0 0,-4 0 0,2 4 0,-7 10 0,5-3 0,-5 9 0,-1-9 0,-5 12 0,0 2 0,1 12 0,5 3 0,3 2 0,8 1 0,-6-1 0,1 0 0,-1 0 0,6 0 0,0-5 0,0-1 0,0 1 0,0 5 0,0-8 0,8-1 0,1-14 0,8 1 0,-5-9 0,-1 3 0,1-5 0,5-1 0,-5 6 0,-1-1 0,0 9 0,7-5 0,-1 8 0,-2 8 0,-3 3 0,-3 4 0,-3 2 0,2 1 0,3-1 0,2 0 0,-5-2 0,2-3 0,9 3 0,8-5 0</inkml:trace>
  <inkml:trace contextRef="#ctx0" brushRef="#br0" timeOffset="92">19463 17812 8912,'6'-17'0,"1"2"0,3 3 0,1 5 0,7 7 0,-7 3 0,1 9 0,-1 9 0,4 17 0,-1 4 0,-3 2 0,-7 8 0,2 5 0,-4 0 0,-2-5 0,0 7 0,0 4 0,0-4 0,0-1 0,-2-5 0,-2-3 0,-4-3 0,-1-1 0,5-13 0,-2 1 0,-3-11 0,7-6 0,-6-9 0,8-16 0,0-1 0</inkml:trace>
  <inkml:trace contextRef="#ctx0" brushRef="#br0" timeOffset="93">19515 18190 8912,'34'0'0,"0"-5"0,1-1 0,1-2 0,2 4 0,1-1 0,-7 1 0,3-4 0,-7 2 0,3-5 0,-2 5 0,-5-1 0,-6 1 0,-7 4 0,1-4 0,-9 4 0,5 4 0,-10 2 0,-4 2 0,3 7 0,-9-1 0,3 3 0,-3 2 0,-3 2 0,3 4 0,5-2 0,1 8 0,4-6 0,2 4 0,0-3 0,0-3 0,0-2 0,0-1 0,2-3 0,4-4 0,3-3 0,8-8 0,-5 0 0,-1 0 0,1-8 0,3-5 0,-1-8 0,-3-8 0,-5 3 0,5-3 0,-7 2 0,2-1 0,-4-3 0,-2 8 0,0 0 0,0 6 0,-2 2 0,-4 1 0,-4 3 0,1-3 0,-6 7 0,5-8 0,-7 5 0</inkml:trace>
  <inkml:trace contextRef="#ctx0" brushRef="#br0" timeOffset="94">20220 18104 8912,'10'0'0,"5"8"0,-5 2 0,7 7 0,-2 0 0,-3 0 0,3 6 0,-4 0 0,3 8 0,-3-5 0,-5 3 0,-4 0 0,-2-8 0,0 2 0,0-4 0,-2-4 0,-4-4 0,2-3 0,-7-8 0,5-2 0,-5-4 0,7-3 0,-4-10 0,2-2 0,1-2 0,-1-6 0,6 6 0,0-2 0,0 2 0,8 4 0,5-2 0,6 6 0,4 4 0,8 1 0,-3-1 0,5-3 0,1 8 0,6 1 0,1 5 0,-1 0 0,-6 0 0</inkml:trace>
  <inkml:trace contextRef="#ctx0" brushRef="#br0" timeOffset="95">20788 18328 8912,'-9'-8'0,"1"4"0,8-7 0,0 7 0,0-2 0,0 12 0,0 6 0,0 5 0,0 6 0,0 5 0,0 5 0,0 7 0,0 0 0,-2 8 0,-4-2 0,-5 3 0,-12 3 0,2 5 0,-6-1 0,2-7 0,-5-5 0,3-9 0</inkml:trace>
  <inkml:trace contextRef="#ctx0" brushRef="#br0" timeOffset="96">21390 18414 8912,'-23'7'0,"-1"5"0,-1 3 0,0 4 0,2 2 0,0 4 0,0 2 0,-6 0 0,8 3 0,4-1 0,4 1 0,9 1 0,-2 0 0,4-5 0,2-1 0,2-8 0,4-7 0,5-2 0,5-5 0,7-1 0,0-2 0,7-13 0,-3-6 0,2-6 0,-1-6 0,1-3 0,5-6 0,-5 2 0,0-8 0,-8 6 0,2-6 0,2 0 0,-4-7 0,-4-3 0,-4-1 0,-9 0 0,2 5 0,-4-3 0,-2 3 0,-2 12 0,-4 17 0,4 4 0,-11 11 0,7 8 0,0 15 0,6 14 0,0 6 0,0 5 0,0 4 0,0 7 0,0 1 0,0-1 0,0 1 0,0-1 0,2-1 0,4-4 0,-2-2 0,7-4 0,3-6 0,9 1 0,-4-10 0,6-12 0,-1-3 0,5-3 0,4-3 0,1-10 0,-5-5 0,-1-12 0,-7 4 0,2-4 0,-5 2 0,-7 0 0,-5-2 0,-4 2 0,-10 2 0,-3 2 0,-11-1 0,0 1 0,-7 8 0,6 3 0,-6 4 0,6 2 0,0 0 0,6 0 0,0 8 0,0 3 0,5 10 0,3 4 0,1 0 0,4 0 0,4 3 0,6-5 0,9 8 0,8-3 0,14-3 0,-3-2 0,4-9 0,-3-3 0,1-7 0,4 2 0,-9-4 0,3-2 0,-9 0 0,2-2 0,-2-4 0,-4-6 0,-8-3 0,-2-2 0,-7-2 0,2-4 0,-4 4 0,-2-4 0,0 4 0,0 2 0,0-1 0,0 1 0,0 6 0,0-1 0,-2 8 0,-4-1 0,4 5 0,-3 5 0,3 5 0,2 7 0,-2 2 0,-4 4 0,4-2 0,-4 8 0,-1-8 0,1 2 0,0-4 0,6-2 0,-5 0 0,-1 1 0,2-1 0,2 0 0,2-8 0,2-3 0,4-12 0,-2 3 0,7-9 0,1-5 0,5-6 0,2-2 0,4 2 0,-4 4 0,4-4 0,-4-2 0,-2 3 0,-2 4 0,-1 9 0,-3 1 0,1 2 0,-3 6 0,-1 8 0,-8 4 0,0-3 0,0 3 0,0-1 0,2 4 0,4-3 0,-3 1 0,9-7 0,1-2 0,3-2 0,3-2 0,4 0 0,-4 0 0,4 0 0,2 0 0,-2 0 0,0-8 0,-6 0 0,0-3 0,-7 3 0,-3 8 0,-9 2 0,-2 4 0,-1 5 0,-3 5 0,2 1 0,4 0 0,-1 0 0,4 0 0,5 1 0,8-1 0,-3 0 0,10-8 0,2-3 0,8-4 0,-3-2 0,-1-2 0,2-4 0,-6-9 0,5-8 0,-12-2 0,1 2 0,-11-1 0,-1-5 0,-3-2 0,-2 9 0,-9-1 0,-8 5 0,-10 1 0,-6 0 0,-1 7 0,-1 5 0,3 3 0,3 2 0,-1 7 0,7 5 0,2 3 0,9 2 0,5 1 0,7-1 0,15 0 0,4 0 0</inkml:trace>
  <inkml:trace contextRef="#ctx0" brushRef="#br0" timeOffset="97">23094 18620 8912,'-17'-7'0,"0"-5"0,-1-3 0,7 0 0,-1 3 0,9 4 0,-5 8 0,16 0 0,-6 8 0,5 4 0,1 3 0,-4 2 0,7 0 0,-7 0 0,2 1 0,-4-1 0,-2 0 0,0 0 0,0-5 0,0-1 0,0-5 0,0 5 0,0-7 0,0 11 0,0-13 0,0-2 0,2-5 0,1-11 0,3-3 0,2-4 0,-4 0 0,3-3 0,3-1 0,-4 0 0,5 4 0,0 4 0,7-6 0,-1 8 0,0 7 0,0 5 0,1 3 0,-1 2 0,0 7 0,0 5 0,-5 5 0,-1 4 0,1 2 0,-3-2 0,1 0 0,-5 2 0,-1-6 0,8 0 0,-8 1 0,1-7 0,-3-3 0,6 7 0,-4-13 0,7 4 0,-5-10 0,5-2 0,-1-7 0,1 1 0,5-3 0,-7-4 0,3-2 0,-1-2 0,-5 2 0,5 9 0,-7-3 0,2 4 0,3 3 0,-7 0 0,8 8 0,-4 0 0,-4 0 0,5 8 0,-5 2 0,2 1 0,2 1 0,1-3 0,-1 3 0,2-3 0,3-3 0,5-4 0,-5 3 0,-1-3 0,1-2 0,-1-2 0,1-3 0,-1 1 0,-5-8 0,-1 1 0,8-6 0,-9 0 0,5 7 0,-8 2 0,0 10 0,0 4 0,0-2 0,0 7 0,2 1 0,4 5 0,-4 0 0,3 0 0,-3 8 0,-2-6 0,0 4 0,0-4 0,0-1 0,0-7 0,0 0 0,0-7 0,-7 4 0,-3-8 0</inkml:trace>
  <inkml:trace contextRef="#ctx0" brushRef="#br0" timeOffset="98">23559 18414 8912,'-18'-40'0,"1"0"0,8 7 0,3 8 0,4 2 0,2 0 0,8 1 0,3 6 0,4 5 0,3 3 0,-1 8 0,8 0 0,3 4 0,5 6 0,1 7 0,-1 9 0,-4-3 0,11 0 0,-4-5 0</inkml:trace>
  <inkml:trace contextRef="#ctx0" brushRef="#br0" timeOffset="99">23954 18655 8912,'-17'0'0,"0"0"0,0 0 0,5 0 0,1 0 0,7-2 0,-2-4 0,4 4 0,2-6 0,0 8 0,0 0 0,0 8 0,0-6 0,0 6 0,0-8 0,8 0 0,-4 0 0,7 0 0,1-8 0,5-4 0,2 3 0,2-3 0,4 1 0,2 1 0,-4 1 0,5 3 0,-5 4 0,6-3 0,-2 3 0,2 2 0,1 2 0,-7 3 0,2-1 0,-2 8 0,-4-7 0,4 7 0,-2-3 0,2 3 0,-4-3 0,4-5 0,-4 2 0,-2-2 0,1-4 0,-1-6 0,-6 2 0,-1-7 0,-3-3 0,-3-1 0,-4-2 0,-5 0 0,-5-1 0,-7 1 0,0 6 0,-1-1 0,1 7 0,0-7 0,0 8 0,-1-1 0,7 3 0,0 2 0,-1 0 0,1 5 0,1 3 0,2 2 0,5 3 0,1-4 0,2 3 0,0-1 0,0 7 0,2-3 0,3-4 0,-1-1 0,8-4 0,-7-4 0,7 3 0,-6-3 0,5-2 0,0 0 0,7 6 0,-1 0 0,0 1 0,0-1 0,-5-2 0,-1 5 0,3 1 0,1-1 0,-4-3 0,1 6 0,-1-3 0,7 5 0,-1-3 0,0-7 0,0 2 0,8-4 0,2-2 0</inkml:trace>
  <inkml:trace contextRef="#ctx0" brushRef="#br0" timeOffset="100">24677 18104 8912,'0'-17'0,"0"0"0,8 7 0,0 10 0,5 14 0,-2 7 0,3 7 0,-5 13 0,3 4 0,-3 11 0,5 1 0,-5-1 0,-1-3 0,-2-1 0,-6-1 0,0-5 0,0 0 0,0-8 0,0 2 0,-2-5 0,-4-7 0,-4-5 0,-7-11 0,-6-5 0,0-7 0,0-4 0,6-7 0,-8-8 0,-1-15 0</inkml:trace>
  <inkml:trace contextRef="#ctx0" brushRef="#br0" timeOffset="101">24712 18500 8912,'17'-17'0,"0"5"0,0 3 0,0 1 0,1 4 0,-1 2 0,0 2 0,0 0 0,1 0 0,-1 0 0,0 0 0,0 0 0,0 0 0,-7 0 0,3 2 0,-7 4 0,0-2 0,-6 7 0,0 1 0,0 5 0,0 0 0,0 0 0,0 2 0,0 4 0,0-4 0,0 4 0,0-4 0,7-3 0,5-5 0,-3-3 0,3-8 0,-1 0 0,7 0 0,-7-8 0,-1-5 0,-1-6 0,1-4 0,-6-8 0,1 2 0,-3 3 0,-4-1 0,-1 0 0,-3 1 0,-8 4 0,3 0 0,-4 2 0,-3 11 0,1 1 0,8 8 0,1 0 0</inkml:trace>
  <inkml:trace contextRef="#ctx0" brushRef="#br0" timeOffset="102">25348 18414 8912,'0'-35'0,"2"9"0,4 3 0,4 4 0,7 2 0,0 7 0,0 6 0,0 8 0,1 6 0,-1 7 0,0 2 0,0 4 0,-7-2 0,-4 7 0,-5-7 0,-1 2 0,0-4 0,0-1 0,-1-1 0,-5 0 0,4-6 0,-4 1 0,-3-8 0,7 1 0,-4-10 0,4-7 0,2-11 0,10-5 0,7-12 0,2 1 0,10-6 0,-1 1 0,7-2 0,-3-2 0,-3 8 0,3-8 0,-5 4 0</inkml:trace>
  <inkml:trace contextRef="#ctx0" brushRef="#br0" timeOffset="103">26364 18637 8912,'-10'-7'0,"-3"-3"0,7-7 0,2 0 0,2 7 0,4 5 0,4 10 0,5 7 0,-3-5 0,7 9 0,-5-7 0</inkml:trace>
  <inkml:trace contextRef="#ctx0" brushRef="#br0" timeOffset="104">26725 18723 8912,'0'-9'0,"0"1"0,0 8 0,15 0 0,4 0 0</inkml:trace>
  <inkml:trace contextRef="#ctx0" brushRef="#br0" timeOffset="105">27293 18809 8912,'-8'-17'0,"6"0"0,-5 7 0,7 16 0,0 11 0,0 12 0,0-2 0</inkml:trace>
  <inkml:trace contextRef="#ctx0" brushRef="#br0" timeOffset="106">2186 17812 8912,'-29'0'0,"2"0"0,2 0 0,2 0 0,0 2 0,0 2 0,2 2 0,2 5 0,2-3 0,0 1 0,0 5 0,-1 1 0,1 2 0,8 8 0,3 4 0,4 5 0,2 6 0,2 4 0,4 8 0,3-1 0,8 1 0,1-1 0,-1 1 0,2-2 0,2-7 0,2-8 0,-2-10 0,4-6 0,-2-2 0,5-7 0,-5-5 0,6-5 0,-4-7 0,0-9 0,0-5 0,5-11 0,-3-1 0,0-9 0,-4-7 0,-4 1 0,-2-9 0,-2 3 0,-3 3 0,-5-1 0,-7 0 0,-9 7 0,-8 1 0,-10 0 0,-6 0 0,-7 11 0,0-1 0,-6 13 0,6 4 0,2 1 0,9 11 0,-1-1 0,7 6 0,5 8 0,7 3 0,7 12 0,-2 4 0,4-1 0,2-3 0,0 4 0,8-8 0,2 6 0</inkml:trace>
  <inkml:trace contextRef="#ctx0" brushRef="#br0" timeOffset="107">1807 18276 8912,'-17'0'0,"-1"0"0,9-2 0,3-3 0,14 1 0,9-8 0,12-1 0,9-2 0,6-4 0,8-4 0,-1-2 0,-1-4 0,-2 6 0,-2 4 0,-8 2 0,2 0 0,-6 5 0,-5 1 0,-4 7 0,-8-2 0,-7 4 0,13-5 0,-4-3 0</inkml:trace>
  <inkml:trace contextRef="#ctx0" brushRef="#br0" timeOffset="108">2736 18190 8912,'0'-17'0,"0"0"0,-7 0 0,5 7 0,-14 4 0,7 14 0,-1 9 0,-3 10 0,7 13 0,-2-2 0,3 8 0,3-6 0,-4 6 0,4-8 0,2 3 0,8-7 0,3-5 0,-1 1 0,1-7 0,1-2 0,5-9 0,6-5 0,2-7 0,0 0 0,-1 0 0,1-13 0,-2-4 0,-4-4 0,4 3 0,-9-5 0,-3 1 0,-7-3 0,2 4 0,-4-2 0,-2 2 0,-2 2 0,-4 1 0,-9 1 0,-8 0 0,0 2 0,6 3 0,-2-3 0,-4 4 0,3 3 0,-4-7 0,14 11 0,4-8 0,6 7 0,6-7 0,4 1 0,7-6 0,8-16 0,1-3 0</inkml:trace>
  <inkml:trace contextRef="#ctx0" brushRef="#br0" timeOffset="109">3115 18001 8912,'-10'-17'0,"3"0"0,7 0 0,0-1 0,7 7 0,5 0 0,3 1 0,2-1 0,2-3 0,4 8 0,-4-5 0,4 5 0,2 0 0,-2 6 0,0 0 0,-6 0 0,0 0 0,1 0 0,-1 8 0,0 2 0</inkml:trace>
  <inkml:trace contextRef="#ctx0" brushRef="#br0" timeOffset="110">3252 18208 8912,'-9'7'0,"-1"-5"0,5 4 0,3-4 0,-6-2 0,10 0 0,4 0 0,3 0 0,8 0 0,6-6 0,0 0 0,8-7 0,-2 1 0,3-3 0,3-10 0,-1-1 0</inkml:trace>
  <inkml:trace contextRef="#ctx0" brushRef="#br0" timeOffset="111">3769 17829 8912,'0'-9'0,"0"-7"0,0 15 0,0-7 0,0 10 0,0 4 0,2 5 0,3 4 0,5 2 0,7 1 0,0-3 0,1-4 0,-1 5 0,0-5 0,0-1 0,0 1 0,1-7 0,-1 2 0,0-4 0,0-2 0,0 0 0,1 0 0,-1 0 0,0-8 0,-2-3 0,-1-3 0,-3 3 0,-7-5 0,2 5 0,-2 1 0,1-1 0,-3 7 0,6-4 0,-8 10 0,0 4 0,6 6 0,-1 9 0,1 3 0,2 3 0,-4 4 0,7 9 0,-5-4 0,5 4 0,-7 2 0,2-2 0,1 1 0,-1-7 0,-2-2 0,-2-3 0,-2-4 0,0-8 0,-2 0 0,-4 0 0,-3-5 0,-9-1 0,1-7 0,0 2 0,-2-4 0,-4-2 0,4 0 0,-4 0 0,-2 0 0,2-2 0,2-2 0,2-2 0,0-15 0,-4-2 0,4-7 0,-6-20 0,8-3 0</inkml:trace>
  <inkml:trace contextRef="#ctx0" brushRef="#br0" timeOffset="112">3734 17640 8912,'-11'-17'0,"1"0"0,3 0 0,3-1 0,2 7 0,2-1 0,2 7 0,4-7 0,5 7 0,12-7 0,6 1 0,3 1 0,10-3 0,4 7 0,4-7 0,1 1 0,1 3 0,0-3 0,-8 6 0,-4-5 0,-6 7 0,-5-2 0,-6 3 0,-12-3 0,5 4 0,-14-6 0,3 8 0,-10 0 0,1 0 0,-8 0 0,8 0 0,-3 0 0,7 0 0,0 8 0,0-6 0,-8 5 0,-1-7 0</inkml:trace>
  <inkml:trace contextRef="#ctx0" brushRef="#br0" timeOffset="113">4767 17932 8912,'-12'-1'0,"1"-5"0,7 4 0,-4-6 0,18 8 0,7 0 0,2 0 0,10 0 0,-6 0 0,4-2 0,-1-1 0,1-3 0,-4 0 0,6 6 0,-8-2 0,2-4 0,-10 5 0,-1-5 0,-1 4 0,1 2 0,-1 0 0,1 0 0,5 0 0</inkml:trace>
  <inkml:trace contextRef="#ctx0" brushRef="#br0" timeOffset="114">5541 17778 8912,'0'-12'0,"-2"1"0,-3-3 0,3 5 0,-4-3 0,2 9 0,0-5 0,-3 2 0,-3 0 0,4 1 0,-5 5 0,-1 7 0,-5 5 0,0 9 0,2 4 0,1 1 0,3 5 0,7 1 0,-2 3 0,4-1 0,2 1 0,0-1 0,0 0 0,0-5 0,0 0 0,8-6 0,3 5 0,10-7 0,2 2 0,2-11 0,-2-7 0,4-3 0,0-2 0,5 0 0,-3 0 0,-2-7 0,1-5 0,-5-5 0,6-6 0,-8 2 0,2-8 0,-12 7 0,-5-7 0,-4 6 0,-2-6 0,-2 6 0,-5-3 0,-11-1 0,-8 0 0,-7 0 0,-1-1 0,-1 3 0,1 8 0,7 0 0,4-1 0,4 9 0,2 3 0,0 4 0,-1 2 0,9 2 0,3 4 0,4-2 0,2 7 0,0 1 0,0 5 0,0 0 0,0 0 0</inkml:trace>
  <inkml:trace contextRef="#ctx0" brushRef="#br0" timeOffset="115">5283 18087 8912,'-9'0'0,"-7"0"0,14 0 0,-3 0 0,10 0 0,5 0 0,7 0 0,8-6 0,6 1 0,5-1 0,4-2 0,8 1 0,-2-5 0,-2-3 0,2 4 0,-10 3 0,-2 2 0,-1-2 0,-10 3 0,0-7 0,-6 7 0,0-9 0,0 5 0</inkml:trace>
  <inkml:trace contextRef="#ctx0" brushRef="#br0" timeOffset="116">5885 18018 8912,'-17'0'0,"6"0"0,-1 0 0,8 0 0,-3 8 0,7 4 0,0 3 0,0 2 0,2 6 0,3 0 0,-1 7 0,8-1 0,-8 4 0,1 1 0,-1 6 0,2 0 0,-4-2 0,5-7 0,-1-4 0,0-2 0,0 3 0,-6-5 0,1-2 0,5-9 0,-4-5 0,6-7 0,-1-7 0,3-3 0</inkml:trace>
  <inkml:trace contextRef="#ctx0" brushRef="#br0" timeOffset="117">6316 17915 8912,'-10'-19'0,"4"-2"0,4-2 0,4 0 0,4 8 0,5 4 0,5 3 0,3 8 0,2 0 0,2 0 0,6 0 0,-6 0 0,5 8 0,-3 3 0,0 4 0,0 2 0,-2 1 0,-6-1 0,-6-6 0,1 1 0,-8-1 0,1 6 0,-3 3 0,-2 2 0,0-2 0,0 3 0,-5-4 0,-1-2 0,-6 6 0,5 0 0,-1-2 0,0-2 0,-3-2 0,5 0 0,-1 0 0,1 1 0,4-9 0,-6-1 0,16-22 0,3-3 0,-3-11 0,15-7 0,-4-9 0</inkml:trace>
  <inkml:trace contextRef="#ctx0" brushRef="#br0" timeOffset="118">6797 17761 8912,'-7'-10'0,"-3"2"0,-1 10 0,-1 4 0,7 5 0,-7 12 0,6 4 0,-5 7 0,7-5 0,-2 0 0,-1 5 0,1 6 0,0-5 0,6-9 0,2 1 0,4 0 0,-2-6 0,7 2 0,1-12 0,5-5 0,0-4 0,0-2 0,0 0 0,1 0 0,-1-8 0,0-3 0,-5-4 0,-3-5 0,1-1 0,-1-1 0,-5-17 0,4 3 0</inkml:trace>
  <inkml:trace contextRef="#ctx0" brushRef="#br0" timeOffset="119">6419 17537 8912,'-23'-6'0,"0"1"0,8-9 0,9 12 0,12-3 0,5 3 0,12 2 0,11 0 0,10 0 0,2-2 0,0-4 0,0-2 0,6-3 0,-1-4 0,1 3 0,-2 3 0,-4-3 0,-6 6 0,-12-5 0,-3-1 0,-7-5 0,-1 0 0</inkml:trace>
  <inkml:trace contextRef="#ctx0" brushRef="#br0" timeOffset="120">1755 17606 8912,'-23'-8'0,"2"-3"0,6-5 0,5 7 0,3-6 0,-3 5 0</inkml:trace>
  <inkml:trace contextRef="#ctx0" brushRef="#br0" timeOffset="121">1738 17537 8912,'10'-15'0,"5"1"0,8 3 0,6-2 0,7-3 0,6-1 0,11 0 0,5 0 0,5-1 0,8-1 0,9-4 0,4-3 0,-33 9 0,1 1 0,4 1 0,1 0-519,4 0 1,1 1 0,3 0 0,2-1 518,4-2 0,1 0 0,-2 0 0,1 0 0,4-1 0,0 1 0,2 0 0,0 0 0,4-1 0,1 1 0,1 1 0,0 0 0,4 1 0,0 1 0,-1-1 0,0 0 0,3 3 0,0 1 0,-5 0 0,-1 1-283,-3 4 1,0 0 0,3-1 0,1 1 282,2 3 0,0 0 0,-7-3 0,0 1 0,2 2 0,-1 0 0,-3 0 0,-1 0 0,4 4 0,-5-2 0,18-6 0,-14-3 0</inkml:trace>
  <inkml:trace contextRef="#ctx0" brushRef="#br0" timeOffset="122">5954 16832 8912,'0'0'0</inkml:trace>
  <inkml:trace contextRef="#ctx0" brushRef="#br0" timeOffset="123">6780 16832 8912,'67'2'0,"-4"4"0,-3-4 0,-17 13 0,-10-11 0,-16 7 0,-7-5 0,-10 5 0,-2 1 0,-4 5 0,-5 0 0,-5 0 0,-1 6 0,2 2 0,3 2 0,-3 2 0,13 5 0,-4 0 0,6 8 0,6 4 0,4 4 0,7 1 0,2 11 0,2 6 0,2 11 0,-2 5 0,-4 2 0,-5 0 0,-5-6-167,-7 0 0,-2-3 167,-3-3 0,-5-1 0,-7-16 0,2-4 0,3-5 0,-3 0 0,3-8 0,5-5 0,1-7 0,-4-7 0,9 4 0,-9-15 0,4-5 0,-3-3 167,-8-2 0,-8 0-167,-4 0 0,-5 0 0,-7 0 0,-3 0 0,-7 0 0,-8 0 0,-6 0 0,-8 0 0,-7 0 0,-10 0 0,-2 0 0,42 0 0,0 0-246,-47 0 0,3 8 246,2 3 0,-1 5 0,1 1 0,42-9 0,1 1 0,-47 8 0,47-8 0,0-1 0,1 1 0,-1 0 0,-2-1 0,1 1 0,-2-1 0,0 1 0,-1 0 0,-1-1 0,6 1 0,-1-1 0,-4 1 0,-1 0 0,-1-1 0,1 1 0,1-3 0,1-1 0,-40 7 0,10-9 0,18 5 0,7-2-36,4 0 1,-7-1 35,-3-5 0,-4 0 0,-2 0 0,-1 2-152,-5 4 1,-1-4 151,-5 4 0,-5 3 0,0 3 0,-9 1 0,43-6 0,0-1 0,3-1 0,1 0 0,-36 3 0,23-1 0,9-1 0,16-4 0,-5 4 0,9-5 118,-8-1 0,2 0 0,-3 0 1,-6 0-119,-9 0 0,-1 0 0,-12 0 0,2 0-192,-13 0 1,-3 0 191,-8 0 0,8 8 0,-3 4 0,12-5 0,-1-1 0,10-4 0,6-2 0,7 0 153,14 0 1,4 0-154,11 0 0,-6-8 0,6-3 0,-6 1 0,7-1 0,-1-1 0,5-5 0,1 2 0,0 3 0,5-3 117,1 4 0,0 1 1,-7-1-1,1-1-117,0 3 0,5-7 0,1 5 0,-1-4 0,-5-3 0,2-1 0,4-4 0,-5 2 0,5-7 0,1-3 0,-1-9 0,-1-4 0,-5-9 0,0-5 0,0-5 0,-1-4 0,1-1 0,0-9-152,0-3 0,1 9 152,5 2 0,3 12 0,8 0 0,2 3 0,4 3 0,4 9 0,7 7 0,0 3 0,0 9 0,2 4 0,4 2 0,4-4 0</inkml:trace>
  <inkml:trace contextRef="#ctx0" brushRef="#br0" timeOffset="124">1256 17537 8912,'17'-10'0,"1"3"0,-1 7 0,2-6 0,4 0 0,4-7 0,7 2 0,2 1 0,5-1 0,-1-3 0,11-7 0,11-4 0,8-1 0,16-1 0,-37 13 0,0-1 0,1-1 0,1 0-186,1 1 0,-1 1 0,2-2 0,0 0 186,1-2 0,1 1 0,-3 3 0,1 1 0,2 1 0,1 1 0,-2 2 0,1-1 0,-1 2 0,1-1 0,0 1 0,1 1 0,-7 1 0,-1 0 0,4-1 0,-1 1-190,35 0 1,4-5 189,-4 5 0,10-7 0,-4 1 0,3-3 0,-14-2 0,3 0 0,6-2 0,-43 8 0,1 1 0,3-1 0,1-1 0,4-3 0,-1-1 0,1 2 0,-1-1 0,3-1 0,-1 0 0,0-1 0,1 0 0</inkml:trace>
  <inkml:trace contextRef="#ctx0" brushRef="#br0" timeOffset="125">4405 16798 8912,'52'-13'0,"0"1"0,3 2 0,1 1 0,0-4 0,0 1 0,1 3 0,-1 3-332,-1-1 1,-1 2 0,42-2 331,-10 7 0,-2 1 0,-9 5 0,-3 4 0,-1-1 0,0 7 0,3-5 0,-5-3 156,0-3 0,-10 3-156,-13-2 0,-6 0 55,-11-6 1,2 0-1,-9 0-55,-1 0 0,-1-6 0,-3 0 0,0-7 0,-2 9 254,-3-8 1,-3 9-255,-3-3 1,-4 4 1,8 2 0,-5 0 0,7 0-2,3 0 0,10 2 0,4 4 0,3-3 0,3 9 0,-1-6 0,0 5 0,1-7 0,-1 2 0,-1-3 0,-5 1 0,-5 2 0,-4-2 0,-1-2 0,-1-2 0,-8 0 0,-1 0 0,-6 0 0,4 0 0,-4 0 0,7 0 0,-3 0 0,5 0 0,5 7 0,1 3 0</inkml:trace>
  <inkml:trace contextRef="#ctx0" brushRef="#br0" timeOffset="126">6677 16849 8912,'8'17'0,"1"1"0,1-1 0,5 2 0,-3 4 0,-3-2 0,3 8 0,-7-7 0,7 7 0,-7 0 0,5 5 0,0-1 0,-1-5 0,3 5 0,5-5 0,-6-3 0,1-2 0,-1-4 0,6-2 0,1 1 0,-1-1 0,-2 0 0,-3 0 0,3-1 0,-4-5 0,-1 4 0,1-5 0,1 1 0,-3 1 0,1-1 0,-4 6 0,-4 1 0,13-9 0,-5-1 0</inkml:trace>
  <inkml:trace contextRef="#ctx0" brushRef="#br0" timeOffset="127">7056 17571 8912,'5'18'0,"1"-1"0,7 8 0,-11 1 0,12 3 0,-9 0 0,1 7 0,-6 10 0,-7 3 0,-11 3 0,-8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8.15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12444 4258 8912,'-5'-10'0,"4"3"0,-2 1 0,-2 2 0,1-1 0,-2 0 0,4 2 0,-2 7 0,5 3 0,2 3 0,3 2 0,0 3 0,1 0 0,0-1 0,3 3 0,3-5 0,1 1 0,-2-2 0,-1-1 0,-2 0 0,-1-1 0,0-1 0,3-1 0,-3-5 0,5 1 0,-4-3 0,4-3 0,-1-4 0,-2-5 0,-1-2 0,-3-2 0,2-2 0,-4-5 0,2 2 0,-2-3 0,-1 6 0,-3 3 0,0 0 0,0 3 0,0 4 0,0 1 0,0 5 0,0-1 0,0 6 0,0 5 0,1 4 0,2 5 0,2 3 0,2 3 0,1 0 0,-1 4 0,2-1 0,1 4 0,-1-1 0,-2-2 0,2-1 0,-3-3 0,0-5 0,1 2 0,-5-3 0,1 0 0,-3-4 0,-3-2 0,-3-1 0,-4 0 0,-3 0 0,0 0 0,-5-4 0,1-3 0,-3-1 0,-4-2 0,-1-2 0,-1-1 0,-3-7 0,2-7 0,-6-2 0,-3-1 0</inkml:trace>
  <inkml:trace contextRef="#ctx0" brushRef="#br0" timeOffset="1">12333 4158 8912,'-9'-2'0,"2"0"0,0-1 0,5-5 0,-1 1 0,7-3 0,6-3 0,4 0 0,6-8 0,8 4 0,3-7 0,5 0 0,1 0 0,2 2 0,2 1 0,-6 4 0,-1 0 0,-7 6 0,-4 1 0,-10 1 0,-3 6 0,-6-1 0,-1 6 0,-6 1 0,2-2 0,-4 3 0,5-2 0,0 1 0,1-2 0,3 2 0,-3-2 0,8-1 0,-4 0 0</inkml:trace>
  <inkml:trace contextRef="#ctx0" brushRef="#br0" timeOffset="2">13037 4127 8912,'-10'2'0,"0"0"0,0 1 0,0 1 0,0 0 0,4-3 0,6 4 0,8-7 0,3 0 0,2-1 0,5-5 0,-2 0 0,1-3 0,-1-2 0,0-1 0,1 4 0,1 0 0,-5 1 0,-1 1 0,0 2 0,-2 4 0,0-2 0,-5 3 0,0 1 0,-5 0 0</inkml:trace>
  <inkml:trace contextRef="#ctx0" brushRef="#br0" timeOffset="3">13117 4358 8912,'-5'10'0,"0"-4"0,5-1 0,5-10 0,0-2 0,5-5 0,0-1 0,0 0 0,1 6 0,-1 0 0,3 0 0,0-3 0,0 0 0,-2 0 0,3 0 0,2 0 0</inkml:trace>
  <inkml:trace contextRef="#ctx0" brushRef="#br0" timeOffset="4">13710 3364 8912,'10'-1'0,"0"-2"0,-4 2 0,-1-5 0,-5 3 0,0 2 0,-5-4 0,4 5 0,-5 0 0,4 1 0,-2 3 0,-2 2 0,-1 7 0,-3 0 0,-3 8 0,-1-1 0,-3 4 0,0-1 0,-1 3 0,0 5 0,1 0 0,0-1 0,2 2 0,2-9 0,3-1 0,3-5 0,-2 2 0,8-8 0,1-1 0,5-5 0,5-5 0,2-4 0,1 1 0,-2-5 0,4 2 0,-2-2 0,0 1 0,2-2 0,-2 2 0,-1 2 0,1-2 0,1 4 0,0-4 0,-4 5 0,-3-1 0,-1 1 0,4 2 0,-4 2 0,-3 1 0,-2 6 0,-1 4 0,-1 5 0,-2-1 0,1 2 0,-5 1 0,1 0 0,0 0 0,1 0 0,1 0 0,3-4 0,-3-3 0,3-2 0,1-1 0,0-4 0,0-2 0,1-4 0,3 0 0,2 0 0,4-4 0,4-3 0,3-3 0,2-3 0,-3 1 0,1-5 0,-1 5 0,1-2 0,-2 3 0,-1 1 0,-3 0 0,2 0 0,-2 0 0,-1 0 0,-3 3 0,0 2 0,1 0 0,-3-2 0,2 4 0,-5-5 0,1 2 0,3-3 0,0-1 0</inkml:trace>
  <inkml:trace contextRef="#ctx0" brushRef="#br0" timeOffset="5">14012 3324 8912,'-9'-1'0,"1"-1"0,3 0 0,0 3 0,2 3 0,3 6 0,0 0 0,0 4 0,1-1 0,2-1 0,4-1 0,2-1 0,1-1 0,0-1 0,0-1 0,0-5 0,0 1 0,0-1 0,0-2 0,0 0 0,-3-2 0,-1-1 0,-2-4 0,-2-2 0,-1-1 0,-1 0 0,0-1 0,0-2 0,0 2 0,0-3 0,0 3 0,0 1 0,-4 0 0,3 4 0,-3 3 0,8 6 0,2 5 0,3 5 0,1-1 0,1 5 0,-1-2 0,0 2 0,1 2 0,2-2 0,-3 2 0,0 1 0,0-4 0,-4 0 0,0 0 0,-3-1 0,-3-1 0,-3 2 0,-3-3 0,-4 0 0,-4-2 0,1-1 0,-5 0 0,1 0 0,0-3 0,0 0 0,-1-5 0,5 1 0,0-3 0,2-3 0,2-4 0,2-6 0,-1-7 0,2-6 0</inkml:trace>
  <inkml:trace contextRef="#ctx0" brushRef="#br0" timeOffset="6">14414 3324 8912,'-10'0'0,"0"0"0,4 1 0,3 3 0,2-2 0,1 4 0,0 1 0,0 3 0,0 0 0,0 0 0,4 1 0,3 3 0,1-3 0,-2 2 0,3-1 0,-2-2 0,2 0 0,1 0 0,-4-5 0,3 0 0,-8-10 0,3 0 0</inkml:trace>
  <inkml:trace contextRef="#ctx0" brushRef="#br0" timeOffset="7">14404 3063 8912,'-10'16'0,"0"-2"0,0-4 0,3-3 0,1 0 0,2 0 0,2 2 0,-4 1 0,6 0 0,0 0 0,5-4 0,5-2 0,0-4 0,-1-1 0,-2-2 0,-1-4 0,-1-2 0,1-1 0,-2 0 0,-1 0 0,-3 0 0,0 0 0,0 0 0,0 3 0,0 1 0,-3 2 0,-1-2 0,0 3 0,0 0 0,-1 3 0,-1 3 0,-3 3 0,3 4 0,0 3 0,-1 1 0,5 4 0,-2-3 0,4 5 0</inkml:trace>
  <inkml:trace contextRef="#ctx0" brushRef="#br0" timeOffset="8">13710 4077 8912,'-1'6'0,"-2"-3"0,2-2 0,-4-1 0,6 0 0,4 0 0,5 0 0,4-5 0,8-4 0,2-5 0,6-1 0,9-8 0,8-6 0,-21 13 0,0-2 0,2-2 0,1 1 0,1 0 0,2 0 0,5-3 0,0-1 0,1 1 0,0 1-265,0-1 0,0 0 1,-3 1-1,-1 0 265,-3 2 0,-2 1 0,-3 1 0,-1 1 0,15-12 0,-6 1 0,-2-1 0,-7 7 0,-1 1 0,-7 11 0,-8 0 0,-9 9 0,0 0 0,-9 0 0,8 4 0,-5-3 1059,3 3-1059,1-3 0,-2-1 0,4 4 0,-1 2 0,-2 4 0,-4-1 0,-2-2 0,-6 6 0,0-2 0</inkml:trace>
  <inkml:trace contextRef="#ctx0" brushRef="#br0" timeOffset="9">14153 4077 8912,'0'-5'0,"0"0"0,0 5 0,-4 1 0,1 3 0,1 2 0,1 3 0,1 1 0,0 0 0,0 0 0,0 0 0,1 4 0,1-1 0,1 0 0,-1-2 0,1-1 0,-1 0 0,1 0 0,0 0 0,-2 0 0,-1 0 0,0-3 0,1-2 0,2 0 0,-2-2 0,4-3 0,-5 0 0,-1-4 0,-3-3 0,3-5 0,-2-2 0,2-4 0,1 2 0,0 0 0,0-1 0,0-1 0,0-1 0,0-1 0,0 0 0,4 4 0,3-1 0,2 5 0,1-2 0,0 4 0,0 3 0,3 0 0,1 3 0,4 2 0,-2 5 0,0 4 0,0 5 0,-1 3 0,1 0 0,-4-1 0,2 3 0,-3-5 0,-1 1 0,-4-2 0,1-1 0,-5 0 0,2 1 0,0-5 0,0 1 0,-1-5 0,-3 3 0,-5-5 0,4 0 0,-3 0 0,4-2 0,0-1 0,-1 2 0,-3-2 0,3 2 0,-3-4 0,4 3 0,0-5 0,0 0 0,0-3 0</inkml:trace>
  <inkml:trace contextRef="#ctx0" brushRef="#br0" timeOffset="10">15309 3374 8912,'-11'-5'0,"1"-3"0,0 6 0,1 3 0,3 4 0,-2 9 0,5 2 0,0 3 0,2 2 0,1 2 0,0 2 0,0-1 0,0 1 0,0 3 0,0-2 0,1 0 0,3 1 0,-2-5 0,3 1 0,1-2 0,0-5 0,-4-1 0,1-5 0,-2-5 0,4-5 0,0-5 0</inkml:trace>
  <inkml:trace contextRef="#ctx0" brushRef="#br0" timeOffset="11">15741 3304 8912,'-7'0'0,"0"0"0,-1 0 0,4 0 0,0-1 0,4-2 0,1 1 0,2-1 0,4 2 0,2 1 0,1 0 0,1 0 0,2 0 0,0 1 0,2 1 0,0 3 0,-3 0 0,3 3 0,-2 6 0,0-2 0,-3 5 0,-3-4 0,-1 4 0,-2-1 0,-2 0 0,-2 3 0,-3-2 0,-1-2 0,-3 2 0,-2-6 0,2-1 0,-2 0 0,-1-9 0,1 2 0,3-7 0,2-6 0,-1-9 0,-1-6 0</inkml:trace>
  <inkml:trace contextRef="#ctx0" brushRef="#br0" timeOffset="12">16062 3194 8912,'0'-6'0,"-1"0"0,-2 3 0,1 3 0,-5 0 0,0 9 0,-3 8 0,0 3 0,0 3 0,1 4 0,2 2 0,0 1 0,3 0 0,2 3 0,5-3 0,4-2 0,7-8 0,2-5 0,8-1 0,-3-8 0,4-2 0,-2-4 0,0-4 0,0-2 0,-6-8 0,-4-1 0,-6-5 0,2 0 0,-4-1 0</inkml:trace>
  <inkml:trace contextRef="#ctx0" brushRef="#br0" timeOffset="13">15771 3143 8912,'-10'15'0,"0"-5"0,0-6 0,0-3 0,0-1 0,4 0 0,6-4 0,7-3 0,6-2 0,4-1 0,2-3 0,2 0 0,1-1 0,2 0 0,6 2 0,-3-1 0,4 2 0,-4 1 0,2 0 0,1 0 0,0 4 0,0 3 0,-1-2 0,-2 2 0,-3 1 0,-3 1 0,-1 1 0</inkml:trace>
  <inkml:trace contextRef="#ctx0" brushRef="#br0" timeOffset="14">16464 3194 8912,'-10'14'0,"0"-4"0,0 0 0,0-4 0,0-6 0,5 0 0,1-1 0,8-3 0,2 2 0,7-5 0,1 1 0,2 0 0,0-3 0,5 2 0,-5 2 0,1-2 0,-1 2 0,0-2 0,2-2 0,-4 2 0,-1-2 0,-3-1 0</inkml:trace>
  <inkml:trace contextRef="#ctx0" brushRef="#br0" timeOffset="15">16535 3435 8912,'-13'10'0,"3"-1"0,2-3 0,2-1 0,-1-5 0,5 0 0,5-1 0,7-3 0,7-5 0,1-5 0,3-1 0,3 1 0,-1-3 0,-3 4 0,0-5 0,0 2 0,1-4 0</inkml:trace>
  <inkml:trace contextRef="#ctx0" brushRef="#br0" timeOffset="16">17309 2993 8912,'5'1'0,"0"1"0,-1 1 0,1 0 0,1-7 0,-1 3 0,-6-3 0,-3 4 0,-1 1 0,-5 2 0,-1 3 0,-3 5 0,-3 1 0,-2 2 0,-1 3 0,0 0 0,1 2 0,3 1 0,-2-1 0,4-1 0,2-2 0,1-2 0,5 3 0,3-4 0,2-3 0,1-3 0,9-5 0,4 2 0,3-3 0,3-1 0,2-1 0,0-3 0,4 2 0,-2-5 0,0 2 0,-7-2 0,2 1 0,-4 3 0,-1 2 0,-3-2 0,-4 6 0,-3 4 0,-3 3 0,-3 3 0,-3 3 0,-4 4 0,-3 0 0,-1 0 0,2-1 0,1-2 0,1 2 0,0-3 0,1-1 0,2-2 0,2-2 0,5 0 0,0-1 0,2-5 0,1-2 0,4-1 0,6-2 0,-1-2 0,5-1 0,0-2 0,3-5 0,0-1 0,0 1 0,-3-3 0,0 0 0,-5-2 0,1 2 0,-2-3 0,0-4 0</inkml:trace>
  <inkml:trace contextRef="#ctx0" brushRef="#br0" timeOffset="17">17510 3093 8912,'5'0'0,"0"0"0,-1 0 0,3 0 0,2-3 0,1-1 0,1-3 0,3 1 0,2 0 0,3 3 0,0-1 0,-2 0 0,1 2 0,-5 5 0,1 0 0,-4 4 0,-1 3 0,-3 3 0,-1 4 0,-5-4 0,-5 6 0,-1 1 0,-8 0 0,-1 2 0,-2-3 0,0-2 0,1-4 0,0 4 0,1-5 0,5-2 0,6-5 0,4-7 0,5-5 0,4-6 0,10-14 0,2-4 0</inkml:trace>
  <inkml:trace contextRef="#ctx0" brushRef="#br0" timeOffset="18">17841 2963 8912,'-6'1'0,"-1"2"0,0-2 0,-3 8 0,1-3 0,2 4 0,1 0 0,1 0 0,2 4 0,3 3 0,0 1 0,0-1 0,2 2 0,5-3 0,1 2 0,9-1 0,-1 1 0,4-5 0,1 1 0,-1-4 0,-1-5 0,-1-1 0,-3-3 0,0-1 0,1-5 0,-2-2 0,-1-6 0,2-3 0,0-4 0</inkml:trace>
  <inkml:trace contextRef="#ctx0" brushRef="#br0" timeOffset="19">18073 3023 8912,'5'-5'0,"4"4"0,-8-3 0,7 5 0,-5 2 0,1-1 0,-4 5 0,0 2 0,0 3 0,1 1 0,2 3 0,-2-2 0,3 3 0,-2-4 0,1 4 0,0-5 0,3 1 0,-2 2 0,2-2 0,1 1 0,3-9 0,0-1 0,0-3 0,0-1 0</inkml:trace>
  <inkml:trace contextRef="#ctx0" brushRef="#br0" timeOffset="20">18163 2882 8912,'-20'5'0,"-2"-3"0,2 5 0,-2-5 0,9 1 0,1-2 0,0-1 0,7 5 0,0-4 0,13 3 0,2-4 0,7 0 0,0-1 0,2-1 0,1-1 0,1-1 0,3 4 0,-8-3 0,1 0 0,-5-1 0,-2 4 0,0 0 0</inkml:trace>
  <inkml:trace contextRef="#ctx0" brushRef="#br0" timeOffset="21">17369 3615 8912,'-29'13'0,"3"-3"0,6-5 0,6-3 0,8-2 0,6 0 0,7-1 0,5-2 0,8-3 0,7-4 0,3-4 0,4-3 0,3-2 0,2-1 0,6 0 0,6 0 0,-24 9 0,1 1-206,4-2 1,0 0 0,0 2 0,1-1 205,1-1 0,-1 1 0,-2 1 0,-1 2 0,-1-1 0,-1 1 0,19-3 0,-3 1 0,-12 1 0,-10 6 0,-4 0 0,-8 2 0,-10 2 0,-6 2 0,-3 0 0,-6 5 0,-1-2 0,-5 2 0,-2-1 0,-3-3 0,-4-4 0</inkml:trace>
  <inkml:trace contextRef="#ctx0" brushRef="#br0" timeOffset="22">17791 3716 8912,'-15'0'0,"1"0"0,3 0 0,5 0 0,2 5 0,4 4 0,0 5 0,0 1 0,0-1 0,0 2 0,0 1 0,0 3 0,0 0 0,0 0 0,0-1 0,0-2 0,0 1 0,0-5 0,0 1 0,0-8 0,0 1 0,0-5 0,0 2 0,0-8 0,0-2 0,0-4 0,1-5 0,2-4 0,4-3 0,2-3 0,1 2 0,0-2 0,0-2 0,0 0 0,0 3 0,0 2 0,0 5 0,0-1 0,0 5 0,1 1 0,-1 5 0,0 4 0,0 6 0,0 4 0,-1 5 0,-2 2 0,0 2 0,-1 1 0,0 3 0,3 0 0,-2 0 0,2-3 0,1-2 0,0 0 0,0-3 0,0-5 0,0 2 0,0-4 0</inkml:trace>
  <inkml:trace contextRef="#ctx0" brushRef="#br0" timeOffset="23">18796 3264 8912,'-10'7'0,"0"-1"0,4-4 0,-1 3 0,-1-1 0,4-1 0,0 3 0,3-3 0,6 1 0,1-4 0,3 0 0,1 0 0,1 0 0,3 0 0,-2 0 0,5 0 0,1-1 0,1-2 0,-3 0 0,1-3 0,0 3 0,3-1 0,0 1 0,0-1 0,-3-2 0,0 2 0,-2 1 0,2 3 0,-1 0 0,-3 0 0,-2 0 0,4 0 0</inkml:trace>
  <inkml:trace contextRef="#ctx0" brushRef="#br0" timeOffset="24">18826 3465 8912,'-5'19'0,"0"-4"0,2-4 0,0-3 0,-1-6 0,4 3 0,3-6 0,2-3 0,6-2 0,4-3 0,3-1 0,5 0 0,3-4 0,4 1 0,4-2 0,-1 2 0,1 2 0,-4-2 0,-5 1 0,-1 2 0,-3 0 0,-5-4 0,-2-2 0</inkml:trace>
  <inkml:trace contextRef="#ctx0" brushRef="#br0" timeOffset="25">19108 3063 8912,'-6'-7'0,"3"1"0,2-2 0,5 3 0,3 2 0,5 2 0,3 1 0,0 1 0,3 2 0,1 8 0,1 10 0,1 4 0,-1 4 0,-5 6 0,-1 2 0,-4 2 0,-4 1 0,2 0 0,-4 0 0,-2-1 0,-6-2 0,-3-3 0,-6-3 0,1-2 0,-5-2 0,1-3 0,-5-4 0</inkml:trace>
  <inkml:trace contextRef="#ctx0" brushRef="#br0" timeOffset="26">20083 3083 8912,'5'-1'0,"0"-1"0,-2-3 0,2 0 0,-1-3 0,1-1 0,1-1 0,-1 0 0,0 0 0,1 0 0,2 0 0,-3 0 0,0 0 0,2 3 0,-4 0 0,0 6 0,-3 1 0,-8 9 0,-2 8 0,-6 3 0,-1 3 0,-2 3 0,-2 4 0,-2 0 0,0 0 0,-4 0 0,4 1 0,-1-2 0,4-3 0,4 1 0,3-7 0,3 1 0,3-7 0,3-4 0,4-3 0,2-5 0,5 1 0,4-3 0,9-3 0,0-3 0,0-4 0,0 0 0,0 0 0,-1 3 0,-2 1 0,-2 4 0,-5-2 0,0 3 0,-1 2 0,-3 3 0,-2 2 0,-8 6 0,-2 2 0,-3 4 0,-1-2 0,0 3 0,0 2 0,-1-1 0,-3 0 0,6 0 0,-2 0 0,4-3 0,-1-2 0,3 0 0,3-3 0,1-1 0,0-1 0,1-4 0,3-3 0,4-2 0,4-1 0,4-8 0,4-2 0,4-6 0,3-1 0,2-2 0,1-1 0,-1-4 0,-2 1 0,-2 0 0,-5 2 0</inkml:trace>
  <inkml:trace contextRef="#ctx0" brushRef="#br0" timeOffset="27">20334 3264 8912,'-3'-10'0,"-2"0"0,1 0 0,-1 0 0,2 4 0,4 2 0,3 4 0,2 0 0,7 0 0,1 0 0,2 0 0,0 0 0,5 0 0,-5 0 0,1 0 0,-1 4 0,0 3 0,-1-2 0,-5 2 0,0 3 0,0 3 0,-4 2 0,-3-2 0,-3 3 0,-3 4 0,-4 0 0,-2 0 0,-5-1 0,-3-2 0,1 1 0,-1-5 0,4 4 0,-4-4 0,5-4 0,-3-9 0,5-5 0</inkml:trace>
  <inkml:trace contextRef="#ctx0" brushRef="#br0" timeOffset="28">20575 3143 8912,'0'16'0,"-1"-3"0,-2-2 0,1 0 0,-5-1 0,-1 0 0,-1 0 0,3 4 0,-1 3 0,1 2 0,0 1 0,1 0 0,5 0 0,0 0 0,0 0 0,1 0 0,3 0 0,1-4 0,5-3 0,1-2 0,3-5 0,0 2 0,4-5 0,-2-2 0,-2-3 0,0-3 0,0-10 0,2 0 0</inkml:trace>
  <inkml:trace contextRef="#ctx0" brushRef="#br0" timeOffset="29">20756 3364 8912,'-6'10'0,"-1"0"0,5 0 0,-2 0 0,2 2 0,-1 1 0,2 1 0,-3 3 0,3 1 0,1-5 0,0 4 0,0-3 0,1 2 0,2-2 0,1-3 0,2-3 0,-4-4 0,7-8 0,-4-2 0</inkml:trace>
  <inkml:trace contextRef="#ctx0" brushRef="#br0" timeOffset="30">20676 3244 8912,'-1'-9'0,"-3"2"0,3-2 0,-2 3 0,2-3 0,1-1 0,0-1 0,1 5 0,2-1 0,5 0 0,4 2 0,4-1 0,4 3 0,1 1 0,3-5 0,-3 4 0,3-4 0,1 0 0,1-3 0</inkml:trace>
  <inkml:trace contextRef="#ctx0" brushRef="#br0" timeOffset="31">21008 3214 8912,'10'4'0,"0"-3"0,0 5 0,0-3 0,-3-2 0,-1 3 0,2-3 0,-4 3 0,1 2 0,-5 4 0,0 0 0</inkml:trace>
  <inkml:trace contextRef="#ctx0" brushRef="#br0" timeOffset="32">20957 3455 8912,'0'10'0,"0"0"0,-4-5 0,3 0 0,-3-5 0,8 0 0,5-5 0,5-1 0,2-4 0,2-4 0,4 3 0,2-2 0,2-2 0,-2 2 0,4-2 0,-2 2 0,-1 2 0,4-8 0,-3 3 0</inkml:trace>
  <inkml:trace contextRef="#ctx0" brushRef="#br0" timeOffset="33">21390 3214 8912,'0'-6'0,"-5"-3"0,4 8 0,-4-2 0,5 6 0,0 3 0,0 5 0,0 1 0,0 1 0,4 5 0,-1-1 0,1 1 0,-4-1 0,0 0 0,1-2 0,1-1 0,1 1 0,1-2 0,-4-3 0,0-3 0,0 0 0,0-5 0,0 7 0,0-9 0,0 0 0,0-7 0,0-5 0,3-4 0,0-4 0,4 0 0,-4 0 0,4 0 0,-4 0 0,4 0 0,-4 0 0,5 3 0,-2 1 0,1 2 0,-1 2 0,1 0 0,3 7 0,0 2 0,-3 3 0,-1 3 0,1 6 0,3 4 0,-1 5 0,-1-1 0,-1 2 0,0 1 0,1-3 0,-1-1 0,2-2 0,-2 2 0,2-3 0,1 0 0,0-2 0,0-1 0,0-3 0,0-1 0,0-2 0,0-2 0,4-5 0,2-3 0</inkml:trace>
  <inkml:trace contextRef="#ctx0" brushRef="#br0" timeOffset="34">21751 3173 8912,'7'-5'0,"0"2"0,-1 1 0,6 2 0,0 2 0,1 1 0,2 0 0,-2 7 0,0-2 0,3 5 0,-3 0 0,0-1 0,-3 3 0,-3 0 0,1-1 0,-5 2 0,0-2 0,-3 2 0,-4-2 0,-3 1 0,-2 0 0,-1-3 0,-1-1 0,-2-1 0,1 0 0,-1 0 0,2 1 0,1-6 0,4-2 0,3-6 0,2-7 0,1-6 0</inkml:trace>
  <inkml:trace contextRef="#ctx0" brushRef="#br0" timeOffset="35">22063 3143 8912,'-15'0'0,"4"0"0,-2 0 0,2 0 0,1 1 0,1 3 0,2 2 0,-2 5 0,2 2 0,3 3 0,1 4 0,1 0 0,2 0 0,2 1 0,1 1 0,4 1 0,2-4 0,1 0 0,0-6 0,1 0 0,2-3 0,-2-3 0,3 0 0,0-5 0,0 1 0,4-5 0,-2-1 0,-1-5 0,-2 0 0,-2-3 0,-1-2 0,5-10 0,1 2 0</inkml:trace>
  <inkml:trace contextRef="#ctx0" brushRef="#br0" timeOffset="36">21731 3023 8912,'-10'0'0,"0"0"0,0 0 0,5 0 0,18-5 0,5 0 0,16-5 0,2-1 0,4-3 0,4 0 0,3-3 0,2-1 0,-2 5 0,-4-1 0,-1 4 0,-8 1 0,-6 3 0,-1 1 0,-20 6 0,0 3 0,-5 1 0,-11 5 0,-2 0 0</inkml:trace>
  <inkml:trace contextRef="#ctx0" brushRef="#br0" timeOffset="37">20656 3585 8912,'0'-10'0,"-5"5"0,0 0 0,-1 1 0,-3 3 0,3-3 0,1 4 0,1 2 0,-1 2 0,4 0 0,-2 0 0,2-3 0,1 3 0,0-4 0,0 5 0,0-4 0,0 3 0,0-4 0,0 5 0,0-4 0,-5 3 0,4-3 0,-2 3 0,-3-3 0,5 3 0,-8 1 0,5-3 0,-3 5 0,-1-4 0,4 3 0,-1-1 0,1 1 0,-3-3 0,4 4 0,-4-4 0,3 4 0,-2-4 0,2 4 0,-2-4 0,2 4 0,-2-4 0,2 4 0,-3-5 0,2 7 0,-3-3 0,2-1 0,0 1 0,-1-3 0,2-2 0,1 3 0,2 0 0,-5-1 0,4 2 0,-4-2 0,5-2 0,-6 5 0,4-4 0,-2 2 0,4-1 0,-4 0 0,3 1 0,2-1 0,-7-2 0,5 2 0,-2-1 0,2 1 0,-3-1 0,1 1 0,-4-1 0,2 1 0,-3 2 0,-3 2 0,0-1 0,-3 0 0,0-2 0,-1 2 0,-5 1 0,2 3 0,-3-3 0,3 0 0,0 0 0,0 2 0,0-2 0,0 0 0,0-1 0,0 4 0,3-3 0,0 0 0,4 0 0,-4 3 0,4-4 0,-4 1 0,5-1 0,-2 0 0,3 2 0,1-3 0,0-1 0,0 0 0,0 1 0,0-2 0,3 0 0,0 3 0,1-4 0,-4 2 0,-1 0 0,-3 0 0,2 2 0,-5-1 0,-1 0 0,-1 3 0,-1 0 0,0-1 0,-1 2 0,-3-3 0,4 2 0,0-1 0,0 2 0,3-3 0,-2 3 0,-1 1 0,3-3 0,1-1 0,-2-1 0,-1 1 0,-1 1 0,0 3 0,-4-4 0,1 1 0,-1-4 0,4 4 0,-3-1 0,-1 0 0,4 2 0,3-5 0,5 4 0,-2-2 0,0-1 0,1 0 0,-2 3 0,2-3 0,1 3 0,-5 0 0,1-1 0,-1 0 0,-5 1 0,2 3 0,-7 0 0,0 0 0,-2 4 0,-1-1 0,0 1 0,-1-1 0,-2 0 0,0-1 0,-1 4 0,4 1 0,3 2 0,1 1 0,2 0 0,-3 0 0,1 0 0,-5 0 0,-2 0 0,-1 0 0,2-1 0,1-2 0,-2 2 0,3-2 0,-1-2 0,8 2 0,-1-4 0,4 4 0,0-1 0,0 1 0,3 2 0,0-3 0,2 0 0,-3 1 0,1-1 0,-1 0 0,4 2 0,0-5 0,3 1 0,1-4 0,1-4 0,2 1 0,3-5 0,3 3 0,-3-5 0,3 0 0,-3 0 0,3 3 0,-3 0 0,3 1 0,-3-4 0,-1 0 0,4 0 0,-3 0 0,4 0 0,-1 3 0,-3 0 0,2 1 0,-5-4 0,4 1 0,-4 2 0,1-1 0,-4 5 0,-1-3 0,1 2 0,-1 1 0,-2 3 0,2-1 0,-3-1 0,3-2 0,1 2 0,0 0 0,0-1 0,3 1 0,1-5 0,3 0 0,-1-3 0,4 0 0,4 0 0,-3 0 0,4 0 0,-4 0 0,2 0 0,-2-4 0,4-2 0,-5-4 0</inkml:trace>
  <inkml:trace contextRef="#ctx0" brushRef="#br0" timeOffset="38">18153 4599 8912,'0'-10'0,"0"0"0,0 0 0,0 0 0,0 0 0,0 0 0,0 0 0,0 0 0,0 0 0,0 10 0,0 7 0,0 8 0,0 8 0,0 2 0,-1 7 0,-1 0 0,-2 1 0,-2 2 0,2-1 0,-2 0 0,1 4 0,0-1 0,-3 1 0,-5-3 0,0 2 0,0-2 0,3-2 0,1-1 0,2-12 0,2-2 0,8-8 0,3-1 0,8-3 0,9-4 0,7-8 0,5-2 0,5-9 0,4-3-274,-1-3 1,5-4 273,-1 3 0,4 1 0,2 4 0,-25 10 0,0 1 0,0 1 0,0 1 0,22 0-127,-6 6 1,-4 6 126,-3 7 0,-7 3 0,-7 6 0,-1 5 0,-2 4 0</inkml:trace>
  <inkml:trace contextRef="#ctx0" brushRef="#br0" timeOffset="39">19188 5915 8912,'1'-6'0,"2"2"0,0-1 0,-1-1 0,-1 0 0,-1 0 0,0-2 0,0 2 0,1 1 0,2-1 0,0 0 0,0 0 0,-1-3 0,1 2 0,-2-2 0,3 4 0,-4-1 0,-4 2 0,-3 5 0,-2 2 0,-5 6 0,-3 7 0,-3 1 0,-3 5 0,-3 8 0,-4 0 0,0 7 0,1 1 0,2 5 0,3 7 0,4-3-194,3 3 0,7-6 194,7-1 0,2-1 0,1-2 0,4-9 0,3-4 0,6-6 0,4-4 0,2 1 0,1-5 0,0-1 0,2-4 0,0-2 0,1-2 0,4 0 0,-3-4 0,-4-6 0,-3-4 0,-3-1 0,-1-6 0,-4 0 0</inkml:trace>
  <inkml:trace contextRef="#ctx0" brushRef="#br0" timeOffset="40">19540 5905 8912,'0'7'0,"0"-1"0,0 2 0,0 1 0,0 2 0,0 3 0,0 2 0,0 3 0,3 1 0,1 0 0,-2 2 0,-1 1 0,-1-1 0,0 4 0,0-1 0,0-3 0,0-1 0,0-1 0,0-4 0,0-3 0,-4-6 0,-2-3 0</inkml:trace>
  <inkml:trace contextRef="#ctx0" brushRef="#br0" timeOffset="41">19440 6166 8912,'-7'3'0,"0"1"0,-1-2 0,3-1 0,-2-1 0,6-1 0,1-2 0,6-3 0,7-4 0,3-3 0,4-2 0,0 1 0,0-1 0,0 2 0,0 3 0,-3 0 0,0 0 0,-2 4 0,2 3 0,-2-2 0,-5 2 0,0 1 0,0 0 0,0 11 0,0 3 0</inkml:trace>
  <inkml:trace contextRef="#ctx0" brushRef="#br0" timeOffset="42">19842 6106 8912,'5'5'0,"0"0"0,-5-1 0,0 3 0,-1 5 0,-3 2 0,2 3 0,-5 0 0,2 6 0,-2 0 0,-1 5 0,5-1 0,-1-3 0,4 1 0,2-2 0,1 1 0,1-2 0,3-5 0,2 1 0,-2-5 0,2-1 0,1-5 0,0-3 0,0-4 0,-3 0 0,-1 0 0,1-5 0,3-5 0,0-5 0,0-9 0,0-2 0</inkml:trace>
  <inkml:trace contextRef="#ctx0" brushRef="#br0" timeOffset="43">20083 5975 8912,'-5'6'0,"-1"-2"0,-3 1 0,3-4 0,2 2 0,4-6 0,5-3 0,5-4 0,5 0 0,5 0 0,1-3 0,3-1 0,-3-2 0,2 2 0,-1 1 0,-2 3 0,0 1 0,-1 1 0,-3 2 0,-2 2 0,-7 0 0,-4 0 0,3 3 0,-6-2 0,0 6 0,0-2 0,-5 8 0,5-3 0,0 4 0,0-5 0,5 0 0,0-5 0,5 0 0,0 0 0,0 0 0</inkml:trace>
  <inkml:trace contextRef="#ctx0" brushRef="#br0" timeOffset="44">20857 5684 8912,'-9'-1'0,"1"-1"0,1-3 0,0 0 0,2 2 0,1 3 0,5 9 0,2 5 0,-1 0 0,4-2 0,-2 2 0,-1-2 0,-1 3 0,1-2 0,-2 4 0,3-4 0,-3 1 0,-1-4 0,0 0 0,0 0 0,-4 0 0,1 0 0,-1-4 0,0 1 0,-1-5 0,-2 3 0,0-5 0,5 0 0,-2-6 0,4-4 0,0-4 0,0-6 0,0-2 0,0-1 0,4-2 0,3-1 0,-2 1 0,1 5 0,-1 0 0,1 0 0,-3 4 0,4 3 0,-4 3 0,4 3 0,0-2 0,3 8 0,-1-1 0,-1 5 0,-2 7 0,1 1 0,3 6 0,-1 0 0,-2 3 0,2 0 0,-3 0 0,0 0 0,1 0 0,-2-1 0,2-2 0,1 1 0,-5-5 0,4 4 0,-4-4 0,5 1 0,-7-9 0,4 0 0,-5-10 0,0 0 0</inkml:trace>
  <inkml:trace contextRef="#ctx0" brushRef="#br0" timeOffset="45">21048 5533 8912,'-7'-4'0,"0"-3"0,5 2 0,-1-2 0,2 4 0,1-4 0,4 4 0,3-4 0,3 5 0,3-2 0,4 3 0,2 1 0,1 0 0,0 0 0,0 0 0,0 0 0,-1 5 0,-2 1 0,1 3 0,-5 1 0,-2 1 0,-5 3 0,-4 0 0,2 3 0,-4 2 0,-4-2 0,-1 1 0,-5-2 0,4-1 0,2-5 0</inkml:trace>
  <inkml:trace contextRef="#ctx0" brushRef="#br0" timeOffset="46">21189 5704 8912,'0'10'0,"-5"0"0,4-5 0,-2-5 0,6-5 0,3-14 0,4-2 0</inkml:trace>
  <inkml:trace contextRef="#ctx0" brushRef="#br0" timeOffset="47">21309 5453 8912,'-10'0'0,"0"0"0,0 0 0,0 3 0,0 3 0,1 2 0,2 3 0,-1 6 0,5-1 0,-4 3 0,4 1 0,1 1 0,1-1 0,5 3 0,3 0 0,2-4 0,-4-4 0,0-5 0</inkml:trace>
  <inkml:trace contextRef="#ctx0" brushRef="#br0" timeOffset="48">21309 5694 8912,'6'0'0,"-2"0"0</inkml:trace>
  <inkml:trace contextRef="#ctx0" brushRef="#br0" timeOffset="49">21138 5363 8912,'-22'0'0,"2"0"0,4 0 0,8-5 0,9 1 0,10-3 0,3-2 0,6 2 0,1-2 0,3-1 0,-3 4 0,3-1 0,-2 0 0,1 2 0,-1-3 0,1 5 0,-5-4 0,-1 4 0,-2-1 0,2 4 0,-3 0 0,-3 0 0,3 0 0,2 0 0</inkml:trace>
  <inkml:trace contextRef="#ctx0" brushRef="#br0" timeOffset="50">21591 5443 8912,'-7'6'0,"0"-3"0,5 2 0,-4-2 0,3 3 0,2-2 0,-2 2 0,1 2 0,2 1 0,2 0 0,1-2 0,-1 2 0,5-3 0,1 2 0,1-1 0,4 1 0,0-5 0,1 2 0,-4-2 0,0-2 0,0 2 0,0-3 0,0-3 0,0 1 0,0-5 0,0 0 0,0-3 0,-1 0 0,-2 0 0,1-3 0,-4 0 0,1 0 0,-1 2 0,4 1 0,-6 1 0,5 2 0,0 3 0,-2 8 0,-2 3 0,-1 6 0,-2 4 0,0 2 0,0 1 0,0 1 0,0 3 0,0-3 0,0 3 0,0-3 0,-2-1 0,0-1 0,-1-2 0,-5 2 0,1-3 0,-2-1 0,-1-2 0,0-5 0,0-1 0,0-5 0,0 1 0,3-2 0,1-1 0,4-5 0,-2-5 0,3-5 0,1-6 0,0-2 0,0-4 0,0-7 0,0-1 0</inkml:trace>
  <inkml:trace contextRef="#ctx0" brushRef="#br0" timeOffset="51">21560 5312 8912,'-10'0'0,"1"-1"0,2-1 0,0-1 0,5-1 0,-2 1 0,9-1 0,5-2 0,5-2 0,9-4 0,3-1 0,2-2 0,1 2 0,-3 0 0,0-3 0,-2 2 0,2-2 0,-2-1 0,-1-3 0,2 0 0</inkml:trace>
  <inkml:trace contextRef="#ctx0" brushRef="#br0" timeOffset="52">21882 4830 8912,'-9'-6'0,"2"-1"0,4-1 0,4 4 0,6 0 0,7 3 0,8 1 0,4 7 0,8 6 0,1 9 0,3 12 0,-4 9 0,-18-18 0,-1 2 0,0 3 0,-3 2-131,-2 6 1,-3 1-1,-1 4 1,-2 2 0,-2 4-1,-2 1 1,-1 1 0,-1-1 130,-2 0 0,-2 0 0,-3-2 0,-1 1 0,-3-2 0,-1-1 0,-2 0 0,-3 0 0,0 1 0,-2 0 0,-1-2 0,0-1 0,-1-2 0,0 0 0,-1-1 0,1-1 0,1-3 0,-1-1 0,0 0 0</inkml:trace>
  <inkml:trace contextRef="#ctx0" brushRef="#br0" timeOffset="53">13530 6849 8912,'5'-5'0,"0"4"0,-5-4 0,0 1 0,0 3 0,-5-3 0,3 4 0,-5 0 0,5 0 0,-3 0 0,5 0 0,-4 0 0,3 0 0,-4 0 0,5 0 0,0 4 0,0 2 0</inkml:trace>
  <inkml:trace contextRef="#ctx0" brushRef="#br0" timeOffset="54">13530 6889 8912,'0'6'0,"0"3"0,0-8 0,0 8 0,0-7 0,0 5 0,0-5 0,0 7 0,3-7 0,0 5 0,1-5 0,-4 3 0,0-1 0,0-3 0,0 3 0,0-4 0,0 5 0,0-4 0,0 3 0,0-4 0,0-4 0,0 3 0,0-4 0,0 4 0,0-2 0,0 2 0,0-4 0,-2 5 0,-1 0 0,2 0 0,-3 0 0,4-4 0,0 3 0,0-4 0,0 5 0,-5 0 0,4 0 0,-4 0 0,5 0 0,5-4 0,1-2 0</inkml:trace>
  <inkml:trace contextRef="#ctx0" brushRef="#br0" timeOffset="55">12967 6969 8912,'5'-4'0,"-1"2"0,-8-4 0,-2 2 0,-2 0 0,0 1 0,1 0 0,2-2 0,-3 3 0,1-1 0,0-5 0,2 6 0,1-5 0,4 5 0,4-2 0,1 3 0,5 1 0,0 4 0,1 0 0,-1 0 0,0 1 0,3 2 0,0-4 0,5 4 0,-1-4 0,-1 0 0,0-3 0,1 0 0,3 0 0,-1-1 0,-1-2 0,-1-4 0,-5 3 0,3-1 0</inkml:trace>
  <inkml:trace contextRef="#ctx0" brushRef="#br0" timeOffset="56">13218 6859 8912,'13'-15'0,"1"-1"0,4-3 0,-3 3 0,1 2 0,-3 4 0,-2 0 0,-1 0 0,-3 4 0,0 3 0,-5 1 0,3 4 0,-5 1 0,0-1 0,0 5 0,3-4 0,0 4 0,1-4 0,-4 4 0,1-1 0,2 0 0,-1 3 0,5-2 0,-4-2 0,4 2 0,0-4 0,3 4 0,0-4 0,0 4 0,1-5 0,3 2 0,-3-3 0,3-1 0,0 0 0,-1 0 0,0 0 0,-3 0 0,1 0 0,-1 0 0,0 0 0,0 0 0,0 4 0,0-3 0,0 4 0,-5-1 0,0 2 0</inkml:trace>
  <inkml:trace contextRef="#ctx0" brushRef="#br0" timeOffset="57">13590 6859 8912,'5'0'0,"3"-1"0,-4-2 0,-1 1 0,-3-3 0,0 1 0,0-1 0,0-5 0</inkml:trace>
  <inkml:trace contextRef="#ctx0" brushRef="#br0" timeOffset="58">13519 6939 8912,'-6'0'0,"0"1"0,1 2 0,-1 0 0,-1 1 0,-3 0 0,0-2 0,0 5 0,5-5 0,0 4 0,5-3 0,0 4 0,0-2 0,0 2 0,5 0 0,0 3 0,5 0 0,0 0 0,0 0 0,-2 0 0,1 0 0,2 0 0,0 0 0,1 3 0,-2 1 0,3 0 0,0 0 0,1-3 0,-4 2 0,3 2 0,1-2 0,0 0 0,0-3 0,-2 0 0,5 1 0,-2-1 0,2 0 0,1-4 0,-4 1 0,2 0 0,2-2 0,0 1 0,-1-3 0,-3-2 0,-4 4 0</inkml:trace>
  <inkml:trace contextRef="#ctx0" brushRef="#br0" timeOffset="59">14042 7281 8912,'10'0'0,"0"-1"0,0-3 0,0 3 0,0-7 0,0 5 0,2-4 0,1 4 0,-1-4 0,4 4 0,-2 1 0,-1 1 0,2-3 0,2 1 0,2 0 0,1 3 0,0 0 0,0 0 0,1 3 0,-1 0 0,0 2 0,0-2 0,0-1 0,0 5 0,0-4 0,0 4 0,-4-5 0,-2 3 0</inkml:trace>
  <inkml:trace contextRef="#ctx0" brushRef="#br0" timeOffset="60">14504 7301 8912,'12'11'0,"1"2"0,3-1 0,0 6 0,1-1 0,-3 2 0,2 1 0,0 0 0,2 0 0,-3 1 0,0-1 0,2-4 0,-4 1 0,2-1 0,-2 0 0,-2 2 0,3-4 0,-4-1 0,-4-3 0,3 1 0,-2 3 0,-1-2 0,0 5 0,-3-5 0,1 2 0</inkml:trace>
  <inkml:trace contextRef="#ctx0" brushRef="#br0" timeOffset="61">14806 7733 8912,'-4'19'0,"2"-3"0,-2 9 0,1-5 0,-1 0 0,-2 0 0,1-1 0,1-1 0,-1-1 0,-2-5 0,4 1 0,-5-1 0,7-7 0,-3 0 0,4-5 0,0 0 0,0-5 0,0 4 0,0-5 0,0 3 0,0 2 0,1-4 0,2 5 0,-1 0 0,5 0 0,0-3 0,3 0 0,-1-2 0,-1 3 0,-2-2 0,2-2 0,-3-1 0,-1-3 0,-4 0 0</inkml:trace>
  <inkml:trace contextRef="#ctx0" brushRef="#br0" timeOffset="62">14545 7803 8912,'5'-5'0,"-1"-1"0,-3-3 0,-1-1 0,0 0 0,0 0 0,4 0 0,-3 0 0,4 4 0,-5-3 0,0 4 0</inkml:trace>
  <inkml:trace contextRef="#ctx0" brushRef="#br0" timeOffset="63">14565 7723 8912,'6'3'0,"1"0"0,-3 5 0,2-1 0,-2 2 0,2 1 0,1 3 0,3 1 0,0 3 0,0 0 0,0-1 0,0 0 0,0-2 0,0 2 0,0-1 0,0 1 0,-1-4 0,-2 1 0,2 0 0,-2 0 0,-2-3 0,2 0 0,-1 0 0,0-3 0,3-3 0,-3 1 0,4-5 0,0 0 0,0-6 0,0-4 0,3-1 0,1-6 0,3-1 0,-4-5 0,5 2 0,-1-3 0,0 2 0,1 1 0,-1 0 0,1 2 0,-2 4 0,0-2 0,-2 9 0,2-3 0,-3 5 0,0-1 0,-5 3 0,-1 4 0,-5 0 0,2 0 0,-4 0 0,-4 0 0,2 0 0,-5 0 0,5 0 0,-7 0 0,8 0 0,-3 1 0,8 2 0,6-2 0,7 3 0,2-3 0,1-1 0</inkml:trace>
  <inkml:trace contextRef="#ctx0" brushRef="#br0" timeOffset="64">15771 6990 8912,'0'6'0,"-1"0"0,-3-2 0,2 4 0,-4-1 0,3-3 0,-1 2 0,4-3 0,0-1 0,0 5 0,0-4 0,0 4 0,0 0 0,0 3 0,1-3 0,1-1 0,3 1 0,0-1 0,-1 2 0,2-1 0,0-1 0,1 0 0,2-3 0,-3 0 0,4-2 0,3-1 0,0 0 0,1-4 0,0-3 0,2-6 0,4-4 0,0-1 0,0 1 0,0-2 0,0 3 0,0-2 0,0 1 0,-4-1 0,-3 6 0,-2 3 0,-1 4 0,-4 4 0,3 1 0,-8 5 0,2 1 0,-1 3 0,-2 1 0,1-1 0,2-2 0,-1 1 0,5-5 0,-4 1 0,4-4 0,-4 0 0,5 0 0,2-2 0,3-1 0,1-6 0,-1-4 0,0-4 0,4 4 0,-10-1 0,2 4 0</inkml:trace>
  <inkml:trace contextRef="#ctx0" brushRef="#br0" timeOffset="65">16263 6879 8912,'0'10'0,"0"0"0,0 0 0,-4-4 0,-2 3 0,-4-4 0</inkml:trace>
  <inkml:trace contextRef="#ctx0" brushRef="#br0" timeOffset="66">16223 7030 8912,'-1'5'0,"-2"-1"0,1-3 0,-5-1 0,5 0 0,-3 1 0,6 1 0,3 1 0,-2 4 0,5-4 0,-4 4 0,4-2 0,0 0 0,2 3 0,1 0 0,0-1 0,1 1 0,0-2 0,1 1 0,1-1 0,5 0 0,-1 1 0,2 0 0,1-3 0,0 3 0,0-4 0,4 4 0,-1-4 0,1 0 0,-4-3 0,0 1 0,0 2 0,0 0 0,0-1 0,-3-1 0,0-1 0,-4 0 0,4 0 0,-4 0 0,4 0 0,-4-3 0,4 0 0,0-4 0,3 4 0,0-4 0,0 4 0,-2-4 0,1 3 0,2 2 0,0 1 0,1-2 0,-2-1 0,1 1 0,2 3 0,-5-1 0,2-2 0,-2 2 0,2-3 0,1-1 0,-1-1 0,-1-1 0,-3 1 0,3 0 0,-2-1 0,5 0 0,2 3 0,-1-2 0,-3 2 0,1 1 0,-1 3 0,0 0 0,0 0 0,0 1 0,0 2 0,-1-2 0,-2 3 0,4 0 0,-4 0 0,3-1 0,-7-3 0,4 3 0,-4 1 0,4 0 0,-2-2 0,-1 2 0,1-2 0,-1 2 0,0 0 0,0 2 0,3-2 0,2 4 0,-2-2 0,-2 0 0,2 0 0,-1 1 0,0 3 0,2-3 0,-4 0 0,0-1 0,-1 4 0,0 0 0,-1 0 0,-1-1 0,-1-2 0,-1 2 0,-2-2 0,2 6 0,-3-6 0,4 2 0</inkml:trace>
  <inkml:trace contextRef="#ctx0" brushRef="#br0" timeOffset="67">17872 7311 8912,'3'10'0,"0"0"0,5 0 0,-3 0 0,2 0 0,-1 0 0,-1 0 0,1 0 0,-2 0 0,0-3 0,-1 0 0,-1-4 0,1 4 0,-1-2 0,1 2 0,-1 2 0,2-4 0,-4 5 0,0-4 0,0-1 0,0-5 0,0-5 0,0 4 0,0-5 0,0 3 0,4-7 0,2-6 0</inkml:trace>
  <inkml:trace contextRef="#ctx0" brushRef="#br0" timeOffset="68">17600 7391 8912,'-19'9'0,"1"-2"0,3-4 0,0-2 0,7-1 0,8 0 0,2-3 0,4 0 0,2-1 0,1 0 0,4 3 0,2-4 0,-1 2 0,1 0 0,3-1 0,-1 4 0,2-1 0,1-2 0,-1 2 0,-1-3 0,-2 3 0,2 1 0,-2 0 0,1 0 0,-5 0 0,1 0 0,2 3 0,-2 1 0,-3-1 0,-4-2 0,-1 2 0,1 0 0,-4 0 0,3-3 0,-5 0 0,3-1 0,0-2 0,2-3 0,-2-4 0,-2 0 0,4-9 0,-5-2 0</inkml:trace>
  <inkml:trace contextRef="#ctx0" brushRef="#br0" timeOffset="69">17962 7130 8912,'6'-10'0,"-3"0"0,-2 0 0,-1 0 0,0 4 0,0 3 0,0 6 0,0 4 0,0 6 0,-1 3 0,-2 4 0,0 1 0,-3 3 0,4-12 0,-3 1 0</inkml:trace>
  <inkml:trace contextRef="#ctx0" brushRef="#br0" timeOffset="70">17912 7311 8912,'-5'14'0,"0"-2"0,-5 6 0,1-6 0,2 1 0,-1 2 0,4-2 0,-1-1 0,1-1 0,1-1 0,3 0 0,1 0 0,2 1 0,-1-6 0,5-2 0,0-10 0,3-5 0</inkml:trace>
  <inkml:trace contextRef="#ctx0" brushRef="#br0" timeOffset="71">6071 7903 8912,'-20'-9'0,"1"2"0,1 1 0,2 0 0,-1 2 0,1 0 0,2 1 0,-1 2 0,4 1 0,-2 1 0,2 3 0,1 2 0,1 3 0,2 1 0,-1 1 0,4 3 0,-1 3 0,1 2 0,0 4 0,3 2 0,-1 0 0,-1 3 0,-1 1 0,4 1 0,0-1 0,0-2 0,1-2 0,2-6 0,1-3 0,2-2 0,-3-8 0,4-2 0,-4-3 0,4-1 0,-4-6 0,4-4 0,0-5 0,3-9 0,-1-2 0,-3-4 0,2-3 0,-5-1 0,4 1 0,-4 3 0,0 0 0,-2 0 0,-1-1 0,0 1 0,0 5 0,0 1 0,0 7 0,0 4 0,-5 2 0,3 5 0,-5 3 0,5 6 0,-1 4 0,3 3 0,3 3 0,-1 3 0,5 4 0,0 1 0,4 2 0,1 0 0,2-1 0,-1-1 0,-3-5 0,3 2 0,1-4 0,3 2 0,-4-2 0,2-1 0,-2-3 0,-1-3 0,5-1 0,-5-3 0,2 0 0,0-3 0,0-3 0,-3-4 0,-3-2 0,1-5 0,-3-3 0,-1 2 0,-2 2 0,-2-2 0,-1 2 0,0 0 0,0 3 0,-1 3 0,-2 0 0,2 5 0,-4-2 0,5 5 0,0 3 0,1 5 0,3 3 0,0 2 0,3-4 0,2 0 0,-3 0 0,3 0 0,1 0 0,-1 0 0,-2 0 0,2-4 0,-2-3 0,2-2 0,1-1 0,0-1 0,0-2 0,-1-3 0,-3-4 0,3-1 0,-3-1 0,1-3 0,-1-1 0,-3 3 0,0-4 0,-2 5 0,-1-1 0,0 1 0,0 6 0,0-1 0,0 5 0,0-3 0,1 6 0,2 3 0,-1 1 0,1 5 0,-1-3 0,1 0 0,-1 0 0,1 3 0,1 0 0,0 0 0,-2 0 0,-1 0 0,-1 0 0,-1-1 0,-2-3 0,-4-2 0,-6-3 0,-3-1 0</inkml:trace>
  <inkml:trace contextRef="#ctx0" brushRef="#br0" timeOffset="72">6202 7873 8912,'-10'-10'0,"0"0"0,0 0 0,0 0 0,4 3 0,3 1 0,2 3 0,5-2 0,3 2 0,5 0 0,2-3 0,5-1 0,0-2 0,2 0 0,-2-1 0,1 2 0,-3-5 0,2-3 0,1 1 0</inkml:trace>
  <inkml:trace contextRef="#ctx0" brushRef="#br0" timeOffset="73">6453 7602 8912,'-5'-4'0,"1"4"0,4 4 0,4 6 0,-3 0 0,3 0 0</inkml:trace>
  <inkml:trace contextRef="#ctx0" brushRef="#br0" timeOffset="74">6504 7733 8912,'10'20'0,"0"4"0,0-3 0,1 4 0,1-5 0,2 0 0,-2 0 0,2 0 0,0 0 0,-1-1 0,-3-2 0,-4-2 0,-2-10 0,-4 0 0,0-5 0</inkml:trace>
  <inkml:trace contextRef="#ctx0" brushRef="#br0" timeOffset="75">6514 7853 8912,'-1'-7'0,"-3"1"0,3 4 0,-3-4 0,4 3 0,1 0 0,3-2 0,6 0 0,5-1 0,5 2 0,0-2 0,0 2 0,0-4 0,0 2 0,-1 0 0,-2-1 0,-2 1 0,-5-4 0,0 3 0,0 0 0,0 1 0,-5-1 0,-1 0 0,-2 5 0,1-1 0,0 2 0,3 1 0,-2 1 0,2 2 0,1 3 0,3 4 0,0 0 0,-1 0 0,-2 0 0,1 0 0,-5 0 0,4 0 0,-4 0 0,1-3 0,0-1 0,-3 1 0,3-1 0,-4-2 0,0-4 0,0-4 0,1-4 0,3-4 0,-3 5 0,3-2 0</inkml:trace>
  <inkml:trace contextRef="#ctx0" brushRef="#br0" timeOffset="76">6845 7692 8912,'5'-15'0,"-4"0"0,3 5 0,1 0 0,-3 1 0,5 3 0,0 1 0,3 5 0,0 0 0,0 0 0,-1 5 0,-3 1 0,3 3 0,-2 1 0,2 0 0,-4 0 0,0 0 0</inkml:trace>
  <inkml:trace contextRef="#ctx0" brushRef="#br0" timeOffset="77">6976 7723 8912,'5'14'0,"-4"-3"0,2 3 0,1-7 0,0 0 0,-1-9 0,-3 1 0</inkml:trace>
  <inkml:trace contextRef="#ctx0" brushRef="#br0" timeOffset="78">6825 7441 8912,'0'-15'0,"0"1"0,0 3 0,-1 2 0,-1 2 0,-1 0 0,-1 5 0,4-3 0,0 5 0,8 0 0,2 0 0,7 0 0,0 0 0,5 0 0,1 0 0,1-1 0,-4-2 0,0 2 0,-1-4 0,-2 2 0,-4-1 0,-2 1 0,-4 6 0,0 1 0,-5 0 0,0-2 0,-4 2 0,1-1 0,-4-2 0,5 3 0,0 2 0,0 3 0,0 1 0,2 0 0,1 0 0,-1 0 0,5 0 0,-2 4 0,2-1 0,2 5 0,-2-1 0,-2-2 0,2 2 0,-1-1 0,0 0 0,2 2 0,-5-4 0,1 2 0,-4-2 0,0-2 0,0-1 0,0-5 0,0-2 0,0-4 0,0-4 0,0-3 0,0-2 0,0-4 0,0-1 0,3 1 0,1 3 0,2-3 0,-1-1 0,0 3 0,3 3 0,1 0 0,1 5 0,0-4 0,0 4 0,0-1 0,0 1 0,0 0 0,-1 1 0,-2 5 0,-1-1 0,-3 5 0,-2 0 0,1 3 0,-3 0 0,-2 0 0,-5 3 0,1 1 0,2-1 0,-2-3 0,1 4 0,-1-1 0,0-1 0,5-5 0,-7-7 0,3-6 0</inkml:trace>
  <inkml:trace contextRef="#ctx0" brushRef="#br0" timeOffset="79">7308 7421 8912,'10'5'0,"-3"-4"0,-1 2 0,-4-2 0,3 0 0,-5 3 0,0 3 0,0-2 0,0 2 0,0-1 0,0 5 0,0-1 0,0 0 0,4 0 0,3 0 0,-1-4 0,0 1 0,1-1 0,3 0 0,-3 2 0,0-4 0,-1-1 0,4-3 0,0 0 0,0 0 0,0 0 0,-1-5 0,-2-1 0,-4-4 0,-1-4 0,-2 2 0,0-5 0,0 4 0,0-4 0,0 2 0,0-2 0,0 2 0,0 5 0,0 4 0,0-1 0,-5 5 0,4-2 0,-1 9 0,4 5 0,0 1 0,5 6 0,0-1 0,3 4 0,0-3 0,0 0 0,0-4 0,0 4 0,0-5 0,0 2 0,0-6 0,0-2 0,-3-4 0,-1 2 0,-2-3 0,2-1 0,-2-1 0,1-4 0,0-5 0,-3-5 0,-1-4 0,-1-1 0,0-2 0,0-1 0,0-4 0,0-6 0,0 0 0,0-3 0,-1-2 0,-2-6 0,1 7 0,-5 1 0,3 8 0,-2 4 0,4 7 0,-3 7 0,5 7 0,0 8 0,0 5 0,0 0 0,0 4 0,1 1 0,3 1 0,-2 2 0,4-1 0,-2 2 0,3-2 0,-5-3 0,2 1 0</inkml:trace>
  <inkml:trace contextRef="#ctx0" brushRef="#br0" timeOffset="80">7629 7311 8912,'5'10'0,"-4"4"0,8-2 0,-4 1 0,1-2 0,3-1 0,-2-1 0,2-1 0,1-1 0,-4-5 0,1 1 0,0 2 0,3-2 0,0-1 0,0-1 0,0-1 0,-1-1 0,-2-2 0,2-2 0,-3-1 0,-1-3 0,-2 2 0,-2-2 0,-1-5 0,0 2 0,0-1 0,0 2 0,0 5 0,-3 3 0,0 6 0,-1 6 0,4 5 0,-3-1 0,-1-3 0,1 4 0,3-1 0,0 0 0,0-3 0,5-3 0,1 0 0,3-2 0,1 2 0,4-3 0,-1-4 0,5-3 0,-1-2 0,2-3 0,1-3 0,-1-5 0,-2 3 0,-3-9 0,-4 2 0,0-7 0,0 2 0</inkml:trace>
  <inkml:trace contextRef="#ctx0" brushRef="#br0" timeOffset="81">7569 7351 8912,'-13'3'0,"0"2"0,4 0 0,6-2 0,10 0 0,4-4 0,9-6 0,9-1 0,5-8 0,4-4 0,2-4 0,0 4 0,0 3 0,0-1 0,1-1 0,-6-5 0,0-2 0</inkml:trace>
  <inkml:trace contextRef="#ctx0" brushRef="#br0" timeOffset="82">7157 8114 8912,'7'-4'0,"-1"-3"0,1-2 0,-1-1 0,-3 0 0,-2 0 0,-1 0 0,0 0 0,0 4 0,-4 4 0,-3 8 0,-2 4 0,-4 6 0,-2 1 0,-1 3 0,-1 4 0,-2 0 0,-1 3 0,-5 2 0,-2-1 0,-2 3 0,-1 3 0,1-1 0,1-4 0,3-1 0,4-1 0,0-8 0,8 1 0,4-7 0,4 2 0,5-10 0,5 0 0,1-5 0,3-3 0,2-1 0,3 1 0,3-2 0,-1 0 0,4-5 0,-2 3 0,6 0 0,0 1 0,0-3 0,-2 1 0,-1 1 0,-1 4 0,1-4 0,1 4 0,-1-3 0,-3 2 0,-2 2 0,0 0 0,-2 2 0,-2 0 0,-1 0 0,-5 5 0,-3 2 0,2 2 0,-2 1 0,0 4 0,-3 3 0,-4-3 0,-2 1 0</inkml:trace>
  <inkml:trace contextRef="#ctx0" brushRef="#br0" timeOffset="83">7167 8586 8912,'-4'25'0,"-3"2"0,-2 2 0,0-4 0,2-1 0,-1-4 0,5-2 0,0-4 0,-2-3 0,4 2 0,-2-12 0,6 2 0,-1-2 0,5-1 0,0 0 0,3 0 0,4-5 0,3-6 0,2-2 0,1-4 0,1-2 0,2 3 0,1-4 0,2-4 0,0 2 0,1-5 0,0 5 0,-3-1 0,-2 4 0,-1 3 0,-2 0 0,-2-1 0,-2 4 0,-5 6 0,-4-1 0,1 5 0,-5 0 0,3 3 0,-1 4 0,-1 2 0,3 4 0,1 0 0,3-5 0,0 0 0</inkml:trace>
  <inkml:trace contextRef="#ctx0" brushRef="#br0" timeOffset="84">6443 10103 8912,'-3'13'0,"0"0"0,0 1 0,2-1 0,1 2 0,0-1 0,1 1 0,3-3 0,1-2 0,7-2 0,0-3 0,1 0 0,5-2 0,-1-4 0,1-2 0,-2-4 0,3-2 0,-2-1 0,1 0 0,-1 0 0,-3-1 0,-4-3 0,0-2 0,-4-3 0,-2-1 0</inkml:trace>
  <inkml:trace contextRef="#ctx0" brushRef="#br0" timeOffset="85">6624 9932 8912,'-6'0'0,"-1"0"0,-1-1 0,-1-1 0,-1-2 0,3-3 0,2 3 0,-1-2 0,1-1 0,1 1 0,-2 0 0,-2 2 0,-2 1 0,-3 3 0,0 1 0,1 2 0,-3 6 0,2 4 0,-4 6 0,3 0 0,-1 4 0,0-1 0,5 3 0,4-2 0,0 2 0,-1-2 0,3-2 0,4 3 0,1-7 0,2 0 0,3-3 0,5 1 0,4 0 0,5-3 0,1-5 0,6-4 0,0-2 0,-2-14 0,0-4 0</inkml:trace>
  <inkml:trace contextRef="#ctx0" brushRef="#br0" timeOffset="86">6765 9922 8912,'-9'-7'0,"1"2"0,2 0 0,0 3 0,-1 5 0,3 5 0,-1 4 0,4 1 0,-2 3 0,2-2 0,1 1 0,1 0 0,2-3 0,2 3 0,1-2 0,3 0 0,-2-3 0,2-3 0,1 0 0,0-5 0,0 1 0,1-1 0,2-2 0,0 0 0,-1 0 0,3-5 0,-2-2 0,-1-2 0,-5-1 0,1-1 0,-5-2 0,1 2 0,-4-3 0,-3 3 0,-3 1 0,-2 3 0,-9 1 0,4 3 0,-4 0 0,-1 2 0,-1 1 0,2 4 0,1 3 0,2 1 0,-3-1 0,9 0 0,-3-3 0,4-1 0,-3-3 0</inkml:trace>
  <inkml:trace contextRef="#ctx0" brushRef="#br0" timeOffset="87">7006 9621 8912,'-5'-3'0,"1"3"0,4 0 0,4 10 0,0-2 0,3 6 0,2 0 0,-3 1 0,3 0 0,1 3 0,0 1 0,1 1 0,-3 0 0,-1 0 0,1 4 0,-5-1 0,2 1 0,-2-4 0,-2 1 0,3 0 0,-3-1 0,-1-4 0,0-8 0,0-4 0,0-4 0</inkml:trace>
  <inkml:trace contextRef="#ctx0" brushRef="#br0" timeOffset="88">7137 9530 8912,'0'-21'0,"0"-2"0,-1 7 0,-3 3 0,3 6 0,-3 8 0,4 2 0,0 5 0,0 4 0,0 4 0,0 4 0,4 1 0,3 3 0,-1-3 0,0 2 0,1-1 0,3-2 0,-3 0 0,-1 0 0,1-3 0,3-1 0,0-2 0,0 2 0,1-4 0,2-1 0,1-5 0,2-1 0,-3 2 0,4-4 0,0 0 0,3-3 0,-1-4 0,-2-3 0,2-2 0,-3-1 0,-1-4 0,-3-2 0,-3-1 0,-2 1 0,-5 0 0,1-1 0,-3-1 0,-3 5 0,-4 0 0,-6 3 0,1 4 0,-5 3 0,0 1 0,-2 2 0,1 2 0,2 1 0,0 6 0,-1 4 0,4 4 0,6-4 0,-1 5 0,5-2 0,1 1 0,1-1 0,3 1 0,4 3 0,-3-9 0,6-2 0</inkml:trace>
  <inkml:trace contextRef="#ctx0" brushRef="#br0" timeOffset="89">7479 9801 8912,'20'-4'0,"4"-2"0,-2-4 0,-2-4 0,-7-3 0,-2-6 0,4-3 0,0-4 0</inkml:trace>
  <inkml:trace contextRef="#ctx0" brushRef="#br0" timeOffset="90">7629 9641 8912,'-10'-1'0,"0"-3"0,0 0 0,0-3 0,5 3 0,0 4 0,5 4 0,0 3 0,0 2 0,0 1 0,0 0 0,0 0 0,1 1 0,3 1 0,2 2 0,3-2 0,-2-1 0,0-1 0,-1 0 0,4 0 0,0 0 0,0 0 0,-3-4 0,0-2 0,1 0 0,1-1 0,1 0 0,0-7 0,0-3 0,0-2 0,0-1 0,0-4 0,0-3 0,-3-2 0,-1-1 0,1-1 0,3-3 0,-1-1 0,-2-6 0,1 1 0,-4 0 0,1-1 0,-1-2 0,4 15 0,-3 0 0</inkml:trace>
  <inkml:trace contextRef="#ctx0" brushRef="#br0" timeOffset="91">7820 9380 8912,'0'-6'0,"-4"-3"0,3 8 0,-4-4 0,5 1 0,0-2 0</inkml:trace>
  <inkml:trace contextRef="#ctx0" brushRef="#br0" timeOffset="92">7830 9410 8912,'0'14'0,"0"3"0,5 2 0,-4 1 0,8 1 0,-2 3 0,2-3 0,1 2 0,0-3 0,0-2 0,0-1 0,0 1 0,-1-4 0,-3 0 0,3-3 0,-2-1 0,-1-3 0,0-1 0,-3 1 0,0 3 0,-2-4 0,-1-6 0,-4-6 0,-2-4 0</inkml:trace>
  <inkml:trace contextRef="#ctx0" brushRef="#br0" timeOffset="93">7830 9600 8912,'-20'-7'0,"0"-3"0,6 1 0,4 2 0,4 5 0,7-3 0,3 5 0,2 0 0,4-1 0,5-2 0,5-4 0,6-2 0,4-2 0,3-2 0,-1 2 0,1-3 0,-2 3 0,-1 1 0,-3 1 0,0 2 0,-10 4 0,-4 6 0,-6 3 0,-16 8 0,-2 2 0</inkml:trace>
  <inkml:trace contextRef="#ctx0" brushRef="#br0" timeOffset="94">7559 10143 8912,'0'-14'0,"0"1"0,0 1 0,0 1 0,-3 1 0,-1-1 0,2 1 0,1 0 0,1 0 0,0 0 0,1 5 0,2 1 0,-1 3 0,2 1 0,-7 8 0,-2 2 0,0 1 0,-2 5 0,-3 2 0,-1 3 0,-3 2 0,2 2 0,-5-2 0,4 0 0,-4 3 0,1-3 0,0 0 0,-2-2 0,4-1 0,1-1 0,3-2 0,1-2 0,2-5 0,4-1 0,6-3 0,4-2 0,6-3 0,4-1 0,3-5 0,4-1 0,-3-2 0,2 1 0,-1-2 0,-2 3 0,-1-3 0,-2-1 0,-3 1 0,-4 2 0,0 2 0,-1 3 0,-2 2 0,-7 4 0,-7 9 0,-6 4 0,-4 6 0,-2 2 0,-1 1 0,0 2 0,0-3 0,0-1 0,-1 1 0,2 2 0,3-4 0,-2 1 0,4-4 0,1 0 0,3-9 0,0-2 0</inkml:trace>
  <inkml:trace contextRef="#ctx0" brushRef="#br0" timeOffset="95">7358 10665 8912,'1'7'0,"2"-1"0,3 1 0,4-1 0,1-2 0,3-4 0,-3 5 0,3 0 0</inkml:trace>
  <inkml:trace contextRef="#ctx0" brushRef="#br0" timeOffset="96">7519 10645 8912,'24'-25'0,"2"0"0,4-1 0,-1-3 0,-2 2 0,1 3 0,-5 1 0,-1 7 0,-4 6 0,-4 1 0,-4 5 0,-3 3 0,-2 8 0,0 10 0,-3 11 0,-14 4 0,-5 17 0,-13-3 0</inkml:trace>
  <inkml:trace contextRef="#ctx0" brushRef="#br0" timeOffset="97">10303 10595 8912,'0'-7'0,"0"0"0,3 4 0,0-4 0,1 4 0,-4-4 0,0-1 0,0 3 0,0-2 0,0-1 0,1 3 0,2-2 0,-2 4 0,3-4 0,-3 5 0,-1-4 0,0 3 0,0 2 0,4 1 0,3 6 0,2 3 0,2 2 0,2 3 0,-1-3 0,2 4 0</inkml:trace>
  <inkml:trace contextRef="#ctx0" brushRef="#br0" timeOffset="98">10504 10685 8912,'23'16'0,"1"4"0,4-5 0,-7 9 0,7-13 0,-5 2 0,6-3 0,1-3 0,5-2 0,5-5 0,1 0 0,3 0 0,-2-3 0,5-3 0,-4-2 0,0-9 0,-1 0 0,-2-3 0,0 0 0,-13 5 0,-4 0 0</inkml:trace>
  <inkml:trace contextRef="#ctx0" brushRef="#br0" timeOffset="99">11298 10635 8912,'33'-14'0,"1"1"0,4 0 0,-11 3 0,2 4 0,-9 3 0,-4-2 0,1 2 0,3 1 0,4 5 0,-1 1 0,-2 4 0,3-1 0,3 1 0,3 1 0,3 1 0,0-1 0,4-3 0,-4 2 0,4-4 0,0-1 0,3-3 0,-4 0 0,-2 0 0,1-1 0,2-3 0,2-1 0,1-5 0,0-4-103,1 1 0,-2-3 103,-3 6 0,1-1 0,-7 8 0,-3 1 0,-1 1 0,-4 5 0,5 3 0,4 3 0,6 3 0,1-2 0,-1 3 0,5 1 0,-1 2 0,1 2 0</inkml:trace>
  <inkml:trace contextRef="#ctx0" brushRef="#br0" timeOffset="100">12745 10675 8912,'30'4'0,"0"2"0,5 0 0,5 1 0,7-3 0,5-1 0,-1-4 0,-2-2 0,-19-3 0,-2-4 0</inkml:trace>
  <inkml:trace contextRef="#ctx0" brushRef="#br0" timeOffset="101">13218 10645 8912,'43'-20'0,"1"0"0,0 0 0,0 0 0,-4-1 0,0 1 0,-5 0 0,-8 0 0,-8 8 0,-9 2 0,-5 2 0,-6 3 0,-2 1 0,-3 5 0,-4 6 0,-4 1 0,-3 9 0,-2-5 0,-6 2 0,0-4 0</inkml:trace>
  <inkml:trace contextRef="#ctx0" brushRef="#br0" timeOffset="102">10775 11117 8912,'13'-7'0,"1"-1"0,-1 1 0,2-2 0,2 1 0,0 0 0,1 2 0,-1 2 0,0 1 0,2 3 0,-2 0 0,-4 0 0,-3 4 0,-2 3 0,-3 3 0,0 3 0,-2-2 0,-3 3 0,0-2 0,0 1 0,-4-1 0,-3 2 0,-2-1 0,-1 1 0,-1 0 0,-3 0 0,-1-2 0,-5 4 0,0-1 0,0 1 0,-4-4 0,1 2 0,0-3 0,7-1 0,-3 3 0,3-1 0,0-3 0,3-4 0,6-4 0,-2-10 0,4-2 0</inkml:trace>
  <inkml:trace contextRef="#ctx0" brushRef="#br0" timeOffset="103">11117 11037 8912,'5'5'0,"0"0"0,-5-5 0,-5 4 0,0 2 0,-5 4 0,0 1 0,0 2 0,1 4 0,2 2 0,-2-2 0,2-1 0,3 1 0,1 3 0,1 0 0,2 0 0,0-1 0,0-2 0,0 1 0,0-5 0,5 4 0,2-4 0,0 1 0,1-5 0,-1-3 0,1-2 0,-4-3 0,5-6 0,-3 0 0</inkml:trace>
  <inkml:trace contextRef="#ctx0" brushRef="#br0" timeOffset="104">11207 11247 8912,'0'-10'0,"0"0"0,0 5 0,0 5 0,0 6 0,0 7 0,0 0 0,0-1 0,0 3 0,0-2 0,0 4 0,0-4 0,0 4 0,0-3 0,0 2 0,0-2 0,0-2 0,0-1 0,5-5 0,0-2 0</inkml:trace>
  <inkml:trace contextRef="#ctx0" brushRef="#br0" timeOffset="105">11247 11047 8912,'-13'-6'0,"0"3"0,-1-2 0,4 2 0,4-1 0,-1 4 0,5 0 0,-3 2 0,5 1 0,0 4 0,1-3 0,3-1 0,6-6 0,5-2 0</inkml:trace>
  <inkml:trace contextRef="#ctx0" brushRef="#br0" timeOffset="106">11800 10816 8912,'-6'-5'0,"0"-2"0,0 0 0,1-1 0,-3 2 0,-1 2 0,-2 3 0,-2 3 0,0 5 0,-3 5 0,-1 2 0,1 2 0,0 1 0,4 3 0,-1 1 0,1 2 0,4-1 0,2 1 0,2-2 0,1-1 0,2 0 0,1 1 0,0-1 0,0 0 0,1 3 0,2 1 0,1-2 0,2-1 0,-3-2 0,4-2 0,-5-7 0,11-6 0,-1-4 0</inkml:trace>
  <inkml:trace contextRef="#ctx0" brushRef="#br0" timeOffset="107">11861 10946 8912,'-7'0'0,"1"1"0,2 3 0,-4-3 0,7 8 0,-2-3 0,1 3 0,4 1 0,1 0 0,3 0 0,4 0 0,0 0 0,0 1 0,3-1 0,0 0 0,1-4 0,-4 0 0,0-2 0,0-1 0,1-2 0,3-1 0,-3 0 0,3-5 0,-4-1 0,-3-7 0,-1 0 0,-2 1 0,-2 0 0,-1-1 0,-1 0 0,0-1 0,0 4 0,0 0 0,0 4 0,0-1 0,0 5 0,2-2 0,1 8 0,-2 1 0,4 6 0,-2 2 0,0 0 0,4 5 0,-4-1 0,4 2 0,-4 1 0,4 0 0,-4 0 0,1-3 0,-4-1 0,-1 2 0,-3 1 0,-1 1 0,-5 0 0,-2-1 0,-1-2 0,1 1 0,-5-5 0,5 4 0,-2-4 0,3-4 0,-3-4 0,-2-5 0</inkml:trace>
  <inkml:trace contextRef="#ctx0" brushRef="#br0" timeOffset="108">12263 11137 8912,'-6'4'0,"3"3"0,-2 2 0,2 1 0,-2 1 0,2 3 0,2 0 0,-2 4 0,0-1 0,0 1 0,1 4 0,-5 1 0,4-3 0,-4-3 0,4-5 0,-3 2 0,2-3 0,-4-5 0,2-2 0</inkml:trace>
  <inkml:trace contextRef="#ctx0" brushRef="#br0" timeOffset="109">12192 11047 8912,'0'-15'0,"-3"1"0,0-3 0,-1 7 0,9 5 0,1 5 0,4 0 0,4 0 0,-3 0 0,8-4 0,-3-2 0</inkml:trace>
  <inkml:trace contextRef="#ctx0" brushRef="#br0" timeOffset="110">12464 11227 8912,'5'-4'0,"4"2"0,-2-5 0,2 0 0,2-3 0,2 0 0,4 0 0,2 0 0,1 0 0,-1 3 0,-2 1 0,2-1 0,-2-3 0,-3 4 0,1-7 0,-5 2 0</inkml:trace>
  <inkml:trace contextRef="#ctx0" brushRef="#br0" timeOffset="111">12785 11047 8912,'-3'6'0,"0"1"0,-1-4 0,4 4 0,0-4 0,0 4 0,0 0 0,0 3 0,0 0 0,4 0 0,-1 0 0,5-1 0,-1-2 0,-2 1 0,2-1 0,0-1 0,3 0 0,0-3 0,0 0 0,0-2 0,0-1 0,0 0 0,3-4 0,1-3 0,-1-2 0,-3-1 0,0-3 0,0-1 0,0 1 0,0 3 0,-3 1 0,-1 1 0,-2 1 0,-1 5 0,-3 2 0,0 7 0,-1 3 0,-2 3 0,2 3 0,-4 5 0,2 1 0,0 2 0,-1-1 0,4-3 0,-3 4 0,0-1 0,-2-3 0,2-3 0,-3-1 0,-4 0 0,0 0 0,-1-5 0,-1 0 0,-2-2 0,0-2 0,0 0 0,2-3 0,-5-4 0,5-1 0,-1-2 0,1-12 0,2-6 0</inkml:trace>
  <inkml:trace contextRef="#ctx0" brushRef="#br0" timeOffset="112">12705 11047 8912,'0'-10'0,"0"-1"0,0 1 0,2 2 0,4 0 0,4 2 0,1 2 0,5-4 0,0 1 0,7 2 0,0-2 0,5 5 0,-1-2 0,1 0 0,-1 1 0,-4 0 0,-2 2 0,-4 0 0,0-2 0,0-3 0,3-4 0</inkml:trace>
  <inkml:trace contextRef="#ctx0" brushRef="#br0" timeOffset="113">13067 10816 8912,'10'-5'0,"0"-2"0,0 0 0,0 0 0,3 2 0,1 5 0,0 6 0,-1 4 0,0 6 0,-1 3 0,3 2 0,-2 2 0,-1 3 0,-5 4 0,1 5 0,-5 2 0,1 2 0,-5 1 0,-3 0 0,-2 0 0,-8 4 0,-3-1 0,-2 0-147,-1-7 0,-1 2 147,-2-4 0,-8-5 0,-4-5 0</inkml:trace>
  <inkml:trace contextRef="#ctx0" brushRef="#br0" timeOffset="114">13660 11097 8912,'-7'0'0,"0"0"0,0 0 0,1 0 0,-1 0 0,5 0 0,-2 0 0,4 0 0,0 0 0</inkml:trace>
  <inkml:trace contextRef="#ctx0" brushRef="#br0" timeOffset="115">13690 11077 8912,'14'-5'0,"3"-1"0,2 1 0,1-4 0,2 5 0,1-3 0,-2-1 0,3 5 0,-3-4 0,-1 4 0,-1-1 0,-2 4 0,-3 0 0,-4 0 0,-4 0 0,-2 0 0,-8 4 0,-3-1 0,-3 4 0,-3-4 0,0 2 0,-3-2 0,2-1 0,-2 5 0,2-4 0,-1 3 0,0-2 0,2 4 0,3-2 0</inkml:trace>
  <inkml:trace contextRef="#ctx0" brushRef="#br0" timeOffset="116">13760 11087 8912,'-15'0'0,"0"4"0,5-3 0,0 7 0,0-5 0,0 0 0,0-2 0,4 0 0,3 2 0,-3-2 0,5 4 0,-3-5 0,8 0 0,3 0 0,2 0 0,1 0 0</inkml:trace>
  <inkml:trace contextRef="#ctx0" brushRef="#br0" timeOffset="117">14122 11006 8912,'-10'-10'0,"3"4"0,2-1 0,0-1 0,2-1 0,4 0 0,2 3 0,3-2 0,5 3 0,2 1 0,0-1 0,4 1 0,-3 2 0,1-2 0,-1 2 0,3 1 0,-4 1 0,4 0 0,-3 1 0,-2 1 0,-1 2 0,-1 4 0,0-2 0,-4 3 0,-3 1 0,-2 0 0,-1 1 0,0 3 0,0 3 0,-4-2 0,-3 2 0,-2-1 0,-1 0 0,-1 3 0,-3-2 0,3 1 0,-2-1 0,2-5 0,1-4 0,4-4 0,-3 1 0,4 0 0</inkml:trace>
  <inkml:trace contextRef="#ctx0" brushRef="#br0" timeOffset="118">14343 10936 8912,'0'-10'0,"0"0"0,-4 4 0,-3 3 0,-2 2 0,-4 7 0,-1 2 0,3 6 0,3 2 0,1 0 0,3 4 0,1-3 0,3 0 0,0 0 0,0 3 0,1-5 0,2-1 0,4-1 0,6-3 0,0 2 0,3-5 0,1-3 0,2 0 0,-1-3 0,-1-1 0,-5-5 0,2-1 0,-3-3 0,-1-10 0,0-2 0</inkml:trace>
  <inkml:trace contextRef="#ctx0" brushRef="#br0" timeOffset="119">14122 10876 8912,'-14'-20'0,"6"4"0,-2 3 0,6 5 0,2 2 0,4 2 0,5-4 0,7 1 0,2 2 0,7-2 0,2-1 0,4-1 0,0 0 0,8 3 0,2-2 0,2 5-293,1-5 0,-6-2 1,4-6-1</inkml:trace>
  <inkml:trace contextRef="#ctx0" brushRef="#br0" timeOffset="120">15087 10615 8912,'-10'-16'0,"0"3"0,-1 3 0,-3 3 0,-1 4 0,-5 7 0,0 6 0,-1 6 0,1 3 0,0 1 0,5 4 0,1 3 0,4 2 0,3 1 0,2 2 0,2 1 0,1-2 0,-1 3 0,3-3 0,3-1 0,0 0 0,3 0 0,0 0 0,1 1 0,2-2 0,-3-3 0,3-6 0,1-6 0,0-7 0,0-3 0</inkml:trace>
  <inkml:trace contextRef="#ctx0" brushRef="#br0" timeOffset="121">15087 10765 8912,'-4'-15'0,"-2"1"0,0 3 0,-2 6 0,6 5 0,-1 6 0,2 3 0,1 1 0,4 4 0,3-1 0,5 2 0,2-2 0,4-2 0,-2 3 0,2-4 0,-1-4 0,1 3 0,-5-2 0,5-3 0,-1 0 0,-3-3 0,0-1 0,-3 0 0,-1 0 0,0-1 0,0-3 0,-3-1 0,0-5 0,-5-4 0,1 1 0,-1-2 0,2 2 0,-3 2 0,2-2 0,-2 1 0,4 7 0,1 1 0,-1 11 0,-2 3 0,0 10 0,0 0 0,-2 4 0,2-1 0,-2 0 0,-1 3 0,-4-2 0,-3 3 0,-2-5 0,-1 1 0,0-2 0,-1-2 0,-1-1 0,-2-1 0,0-5 0,1 2 0,1-7 0,-1 0 0,2-3 0,1 2 0,0-4 0,0 3 0,4-10 0,6-5 0,6-5 0</inkml:trace>
  <inkml:trace contextRef="#ctx0" brushRef="#br0" timeOffset="122">15429 10966 8912,'5'10'0,"-1"0"0,-3 0 0,-1 0 0,3 5 0,1 2 0,2-2 0,-2 2 0,-2 1 0,-1 1 0,-1 1 0,0 0 0,-1-3 0,-2-1 0,0-4 0,-3-2 0,-1 0 0,-3-5 0</inkml:trace>
  <inkml:trace contextRef="#ctx0" brushRef="#br0" timeOffset="123">15419 10906 8912,'5'-10'0,"0"0"0,-1 0 0,-1 3 0,3 0 0,-4 5 0,7-2 0,-3-1 0,4 0 0</inkml:trace>
  <inkml:trace contextRef="#ctx0" brushRef="#br0" timeOffset="124">15710 11087 8912,'16'-15'0,"0"4"0,-3-2 0,3 3 0,3 2 0,-2 2 0,0 2 0,-8-3 0,1 4 0,-2-5 0,2-2 0,0-6 0</inkml:trace>
  <inkml:trace contextRef="#ctx0" brushRef="#br0" timeOffset="125">16102 10866 8912,'-10'-10'0,"5"0"0,0 5 0,5 5 0,0 5 0,0 5 0,0 0 0,0 0 0,4 0 0,0 0 0,2 0 0,1 0 0,2-1 0,1-2 0,0 0 0,0-3 0,1 3 0,-1-4 0,-4 4 0,1-4 0,0 0 0,3-3 0,0 0 0,0 0 0,0-4 0,0-3 0,0-2 0,0-1 0,0-1 0,0-2 0,-3 1 0,0-1 0,-4-1 0,4 0 0,-5 4 0,1 3 0,-2 1 0,-1 0 0,0 2 0,0 13 0,-3-3 0,0 8 0,0-2 0,2 1 0,1 2 0,0 2 0,0 0 0,0-3 0,0 3 0,0-4 0,0 4 0,0-4 0,-1 4 0,-2-3 0,-4 1 0,-2-1 0,-1 0 0,0-4 0,0 0 0,0 0 0,-3-5 0,-1-1 0,1 0 0,3 0 0,0-2 0,0-1 0,0-2 0,-1-3 0,3-1 0,0-6 0,1-3 0,5-1 0,-3-5 0</inkml:trace>
  <inkml:trace contextRef="#ctx0" brushRef="#br0" timeOffset="126">15982 10725 8912,'0'-6'0,"0"-1"0,1 0 0,2 2 0,0-3 0,6 4 0,4 2 0,1 1 0,1 1 0,5 0 0,-2 3 0,6 1 0,1-2 0,2-1 0,-2 2 0,2 1 0,-5-1 0,2-3 0,-3-1 0,-1-2 0,-4 2 0,-3-3 0,-2 3 0,-6 1 0,-5 0 0,-5 0 0,-5 0 0</inkml:trace>
  <inkml:trace contextRef="#ctx0" brushRef="#br0" timeOffset="127">16414 10504 8912,'4'-13'0,"3"-2"0,3 2 0,3 2 0,0 3 0,2 8 0,1 0 0,0 0 0,-1 8 0,2 2 0,1 10 0,-5 0 0,5 7 0,-1 0 0,-1 3 0,-1 2 0,0 2 0,-3-2 0,-2 4 0,-3 0 0,1-1 0,-5-1 0,-4 0 0,-6 0 0,-6 0 0,-5 0 0,-3 1 0,-3 1 0,-5 3 0,-1-2-316,-5-2 1,12-16 0,-3 1-1,1-3 1,-1 1 0</inkml:trace>
  <inkml:trace contextRef="#ctx0" brushRef="#br0" timeOffset="128">16856 10946 8912,'7'0'0,"0"0"0,0 0 0,2 0 0,1 0 0,0 0 0,0 1 0,0 2 0,1 1 0,-1 2 0,0 0 0,0 4 0,3 4 0,0-1 0,0 6 0,-7 1 0,3 5 0,-2 5 0,1 1 0,-1 3 0,-3 1 0,-4 5 0,-1 4-165,-2-1 0,-4 1 165,-6-4 0,-3 0 0,-6 0 0,-4-1 0,-4-2 0,-7-2 0,0-5 0,-5-4 0,-2-3 0,-3 2 0,4-2 0,-1-3 0,5-4 0,1-2 0,1-1 0,1 1 0,-1-1 0,3 1 0,4-4 0,3 0 0,0 0 0,5 0 0,-2 0 0,11-3 0,3-1 0,3 2 0,0 6 0,-1-3 0,1 2 0,2-2 0,2-1 330,2 0-330,1 1 0,1-6 0,2-2 0,0-1 0,3-2 0,-3-5 0,0-2 0,2-6 0,1-3 0</inkml:trace>
  <inkml:trace contextRef="#ctx0" brushRef="#br0" timeOffset="129">16414 11629 8912,'-16'-6'0,"2"-1"0,4 3 0,-2 3 0,-1 3 0,-3 5 0,-5 5 0,-1 4 0,-2 3 0,-3 0 0,1 8 0,-1 1 0,0 1 0,5 5 0,-2 3 0,0 0 0,0 3 0,2-7 0,5 4 0,5-5 0,4-6 0,0-1 0,5-5 0,0-4 0,3-3 0,4-2 0,3-1 0,6-3 0,4 0 0,6-5 0,4 1 0,2-1 0,1 2 0,2-3 0,1 2 0,-5-1 0,2 2 0,-6-3 0,-1 2 0,-2-2 0,0 4 0,-1 0 0</inkml:trace>
  <inkml:trace contextRef="#ctx0" brushRef="#br0" timeOffset="130">22042 12656 8912,'12'-7'0,"-4"-4"0,1 2 0,1-2 0,1-1 0,1-1 0,1 0 0,-1 1 0,1-1 0,0 1 0,-2-1 0,-3 1 0,2 3 0,-6 1 0,0 0 0,2 1 0,-5 0 0,3 2 0,-2 4 0,-4-5 0,-2 6 0,-5 0 0,-7 2 0,-5 2 0,-4 3 0,-4 6 0,1-1 0,-6 1 0,1-1 0,1 1 0,-5 4 0,4-1 0,1 2 0,-2-1 0,-3 1 0,-5 3 0,-6 3 0,2-3 0,-7 4-203,-1 4 1,22-13-1,-1 0 203,2 3 0,0 0 0,-3 0 0,-1 0 0,0-1 0,-1 1 0,-4 2 0,-2 0 0,-7 1 0,-2-1 0,-1 1 0,0 0 0,-3-1 0,1 1 0,-1-1 0,-1 0 0,4-2 0,0-1 0,-1 1 0,1-1-986,-1-2 1,1 1 985,2 2 0,1-2 0,3-3 0,1-1 0,1 2 0,0 2 0,3 0 0,0 1 0,2 1 0</inkml:trace>
  <inkml:trace contextRef="#ctx0" brushRef="#br0" timeOffset="131">20219 13321 8912,'-50'24'0,"0"-3"0,0 3 0,6-10 0,7 1 0,7-5 0,8-6 0,5-3 0,3-1 0,7 0 0,2-1 0,5-3 0,0 2 0,0-3 0,0 5 0,0 0 0,0 0 0</inkml:trace>
  <inkml:trace contextRef="#ctx0" brushRef="#br0" timeOffset="132">20295 12970 8912,'-13'-10'0,"1"-3"0,-1 1 0,1 2 0,-1 4 0,-1 8 0,-3 3 0,-4 8 0,-12 8 0,-6 11 0,-5 6 0,-3 1 0,2 5 0,-1 2 0,7 5 0,1 2 0,8 1 0,3-1 0,9-6 0,5-1 0,1-4 0,5 2 0,0-5 0,3-7 0,4-10 0,4-5 0,3 1 0,5-1 0,7-6 0,2-7 0,9 2 0,8-2 0,11 0 0,9-4 0,4 0-1270,1 0 1270,0 0 0,1 4 0,3 0 0,3 1 0</inkml:trace>
  <inkml:trace contextRef="#ctx0" brushRef="#br0" timeOffset="133">6221 14363 8912,'0'0'0</inkml:trace>
  <inkml:trace contextRef="#ctx0" brushRef="#br0" timeOffset="134">6208 14313 8912,'0'-13'0,"-1"1"0,-4-1 0,4 1 0,-6 5 0,3 3 0,2 2 0,-3 2 0,-1 0 0,5 0 0,-5 0 0,5 0 0,-3 0 0,2-1 0,-2-3 0,1 2 0,-1-2 0,3 3 0,-5 1 0,6 0 0,0 0 0,-5 0 0,3 5 0,-3 2 0</inkml:trace>
  <inkml:trace contextRef="#ctx0" brushRef="#br0" timeOffset="135">6120 14388 8912,'-13'38'0,"2"0"0,3-1 0,-3 0 0,2-4 0,2 2 0,-1-4 0,0-1 0,1 1 0,-5-2 0,4-4 0,1 6 0,-1 3 0,5-15 0,-3-2 0</inkml:trace>
  <inkml:trace contextRef="#ctx0" brushRef="#br0" timeOffset="136">5982 14916 8912,'-6'25'0,"5"0"0,-10 6 0,5-5 0,-4 3 0,3-2 0,2-2 0,-4-1 0,5-3 0,0 1 0,4-5 0,-4-1 0,0-3 0,-1 0 0,5-1 0,0 1 0,0-1 0,0 2 0,0 3 0,-4-2 0,0 6 0,0-11 0,4 1 0</inkml:trace>
  <inkml:trace contextRef="#ctx0" brushRef="#br0" timeOffset="137">5881 15443 8912,'0'31'0,"-5"-5"0,3 10 0,-8-5 0,6 3 0,0-4 0,4-5 0,0 1 0,0-1 0,0-6 0,0-2 0,0-3 0,0-2 0,0-3 0,0-1 0,0-5 0,0 3 0,0-6 0,0 1 0,0 3 0,4-1 0,0 5 0,1-5 0,-4 4 0,3-3 0,-2-2 0,9 9 0,-4-8 0,7 5 0,2 2 0,-2-5 0,3-1 0,-3 2 0,-1-2 0,5 5 0,3-5 0,-2 4 0,2-4 0,-5 6 0,2-3 0</inkml:trace>
  <inkml:trace contextRef="#ctx0" brushRef="#br0" timeOffset="138">6208 15933 8912,'24'1'0,"-3"3"0,2-2 0,-3 3 0,6-3 0,4 2 0,-5-3 0,0 3 0,0-2 0,-4-2 0,3 0 0,1 0 0,0 0 0,0 0 0,0 0 0,0 0 0,5 0 0,-1 0 0,5 0 0,-5 0 0,4-2 0,-3-2 0,3 3 0,-3-3 0,-2 2 0,-2 2 0,-1 0 0,0 0 0,0 0 0,1 0 0,3 0 0,0 0 0,2 0 0,-2 0 0,2 0 0,3 0 0,-5 0 0,-3 0 0,4 0 0,-1 0 0,0 0 0,-4 0 0,1 0 0,-1 0 0,-4 0 0,0 0 0,0 0 0,4 0 0,-4 0 0,0-1 0,1-3 0,-10 2 0,0-3 0</inkml:trace>
  <inkml:trace contextRef="#ctx0" brushRef="#br0" timeOffset="139">7766 15920 8912,'20'0'0,"2"0"0,-5 0 0,4 0 0,-4 0 0,3 0 0,-3 0 0,1 0 0,-1 0 0,-9 0 0,4 0 0</inkml:trace>
  <inkml:trace contextRef="#ctx0" brushRef="#br0" timeOffset="140">7980 15920 8912,'12'0'0,"1"0"0,5 0 0,-4 0 0,3 0 0,1 0 0,-1 0 0,4-1 0,-5-2 0,1-1 0,1 1 0,-2 2 0,5 1 0,-6-2 0,2-2 0,1 3 0,-1-4 0,4 4 0,-5 1 0,5 0 0,-4 0 0,4-4 0,-4 0 0,-1 1 0,3 1 0,-5 2 0,2 0 0,-2 0 0,-1 0 0,4 0 0,-1 0 0,1 0 0,-4 0 0,-1 0 0,1 0 0,-1 0 0,1 0 0,1 0 0,1 0 0,2 0 0,-2 0 0,4 0 0,-3 0 0,5 0 0,-4 0 0,5 0 0,-1 0 0,3 0 0,1 0 0,0 0 0,0 0 0,1 0 0,-1 0 0,-2 5 0,-2-1 0,2 0 0,-7-4 0,3 0 0,-3 0 0,-2 0 0,3 0 0,-3 0 0,-1 0 0,-1 0 0,1 0 0,-1 0 0,1 0 0,-1 0 0,1 4 0,0 0 0,1 1 0,2-5 0,-2 0 0,3 0 0,1 0 0,-1 0 0,4 0 0,-3 0 0,0 0 0,0 0 0,3 0 0,-4 0 0,4 0 0,-4 0 0,4 0 0,-5 0 0,1 0 0,-4 0 0,-1 0 0,1 0 0,-1 0 0,1 0 0,-5 0 0,1 0 0,-1 0 0,5 0 0,-1 0 0,1 0 0,-1 0 0,1 0 0,0 0 0,-1 0 0,-4 0 0,1 0 0,-1 0 0,5 1 0,-1 3 0,1-3 0,0 5 0</inkml:trace>
  <inkml:trace contextRef="#ctx0" brushRef="#br0" timeOffset="141">9739 15920 8912,'0'0'0</inkml:trace>
  <inkml:trace contextRef="#ctx0" brushRef="#br0" timeOffset="142">9840 15920 8912,'0'0'0</inkml:trace>
  <inkml:trace contextRef="#ctx0" brushRef="#br0" timeOffset="143">9852 15920 8912,'7'0'0,"-1"-1"0,-6-4 0,4 3 0,0-7 0,2 5 0,-2-4 0,-1-1 0,5-3 0,-1-5 0,3-1 0,-2-2 0,2-2 0,0-6 0,-2-1 0,3-5 0,-2 5 0,-2-4 0,1 3 0,-1-3 0,1 4 0,-1-1 0,-4 5 0,1 1 0,-1 4 0,3-4 0,-2 3 0,0 3 0,-4 1 0,0-1 0,0 1 0,4-4 0,0 5 0,2-3 0,-2 3 0,-2 0 0,2-5 0,1 2 0,1-2 0,0 3 0,-1 0 0,4 4 0,-5-3 0,4-3 0,-4-1 0,2 3 0,-2 2 0,-1-3 0,5 3 0,-5-7 0,1 3 0,-2-4 0,3 10 0,2 3 0</inkml:trace>
  <inkml:trace contextRef="#ctx0" brushRef="#br0" timeOffset="144">10141 14853 8912,'0'-29'0,"0"-1"0,0 1 0,0 4 0,0 0 0,0 0 0,0 0 0,0-1 0,0 6 0,0-1 0,0 0 0,0-4 0,0 1 0,0 3 0,0-3 0,0 3 0,0-1 0,0 1 0,-4-1 0,0 5 0,0 0 0,4 5 0</inkml:trace>
  <inkml:trace contextRef="#ctx0" brushRef="#br0" timeOffset="145">10116 14338 8912,'0'-12'0,"0"-1"0,-6 0 0,5 1 0,-3-1 0,-2 5 0,1 0 0,-1-2 0,1-1 0,-5 2 0,1 1 0,2 4 0,-1-5 0,0 2 0,-5-1 0,-1-2 0,-3 6 0,3-4 0,-2 4 0,-4-5 0,1 4 0,-4-1 0,-2 0 0,1-3 0,-9 0 0,1 2 0,-2-1 0,-6 5 0,2-1 0,-4-2 0,0 2 0,3-1 0,-3 0 0,3 4 0,1-3 0,-1 1 0,-3-1 0,3 3 0,-2-4 0,1 0 0,3 1 0,-5-5 0,0 5 0,4-4 0,6 2 0,1-1 0,3-3 0,-4 3 0,-1-1 0,-3 4 0,-2-5 0,-1 7 0,-3-3 0,-4 0 0,-9 1 0,8 0 0,-3 4 0,4 0 0,-1 0 0,-1 0 0,3 0 0,0 0 0,3 0 0,3 0 0,2 0 0,-1 0 0,0 0 0,2 0 0,2 0 0,4 0 0,4 0 0,1 0 0,0 0 0,0 0 0,0 0 0,0 0 0,0 0 0,-6 0 0,-3 0 0,-2 1 0,-2 3 0,-3-3 0,-1 4 0,-2-3 0,3 3 0,6-4 0,-3 3 0,4-2 0,1-1 0,2 2 0,0 1 0,4 0 0,-7-4 0,5 0 0,-5 0 0,3 4 0,-6 1 0,6-1 0,-7-4 0,3 1 0,-2 3 0,0-1 0,4 5 0,2-5 0,7 3 0,2-2 0,1 0 0,6 5 0,-2-5 0,-1 1 0,1 0 0,0-4 0,5 3 0,-5 2 0,0-2 0,-6 4 0,-3-4 0,0 2 0,-8-2 0,5 2 0,-4 2 0,5-1 0,-2-3 0,5 3 0,4 0 0,-1 0 0,5-3 0,0-2 0,5 2 0,3 2 0,1-2 0,0 0 0,-5 0 0,2 2 0,3 1 0,-4-5 0,4 3 0,-3 2 0,-2-5 0,1 7 0,-1-5 0,1 4 0,-1-3 0,1 3 0,-2-4 0,-3 4 0,3-3 0,-3 3 0,3 0 0,2-1 0,-2 5 0,-3-4 0,3 3 0,1-4 0,8-1 0</inkml:trace>
  <inkml:trace contextRef="#ctx0" brushRef="#br0" timeOffset="146">6045 14363 8912,'-6'14'0,"-2"3"0,1-2 0,-2 6 0,-1 2 0,3 0 0,-1 2 0,5 5 0,-1-1 0,3 4 0,1-3 0,0-1 0,0-4 0,0 0 0,0 0 0,0 0 0,0 1 0,0 4 0,0 4 0,-4 3 0,-1 5 0,0 8 0,1 9 0,-3 2-1299,-6 2 1299,-5 6 0,-7-11 0,-7 4 0</inkml:trace>
  <inkml:trace contextRef="#ctx0" brushRef="#br0" timeOffset="147">22514 10435 8912,'-17'-15'0,"-1"-1"0,-1-1 0,2 0 0,-2 1 0,0-1 0,4 12 0,-2 2 0,-4 1 0,-5 4 0,-3 3 0,-4 10 0,-1 13 0,-4 6 0,-1 7 0,4 16 0,-1 7 0,5 4 0,6 6 0,7 2 0,8 1 0,7-1 0,1-4 0,9-5 0,8-4 0,16-6 0,0 0 0,10-16 0,1-5 0,7-17 0,3-14 0,7-5 0,-3-5 0,-2-11 0,-3-9 0,-4-17 0,-6-6 0,-5-3 0,-3-2 0,-16-4 0,-7 5 0,-8-1 0,-7 2 0,-13 1 0,-12-7 0,-8 5 0,-12-2 0,-5 0 0,-7 4 0,-5 4 0,0 5 0,5 5 0,0 10 0,14 11 0,12 9 0,12 6 0,8 6 0,2 9 0,9 11 0,2 3 0,8 2 0,2-5 0,3-1 0,4-6 0,-5 4 0</inkml:trace>
  <inkml:trace contextRef="#ctx0" brushRef="#br0" timeOffset="148">21848 11131 8912,'-13'-2'0,"2"-3"0,4 3 0,11-13 0,6-1 0,9-1 0,17-9 0,9 1 0,10-6 0,5 0 0,9 0 0,5 7 0,3 3 0,-6 6 0,-4 4 0,-11 5 0,-4 6 0,-12 0 0,-9 0 0,0 6 0,-7 3 0</inkml:trace>
  <inkml:trace contextRef="#ctx0" brushRef="#br0" timeOffset="149">22870 10961 8912,'15'0'0,"1"0"0,-1-7 0,-1 7 0,-4 0 0,-3 7 0,-7 8 0,0 2 0,0 4 0,-2 5 0,-3 3 0,-2 7 0,-3 0 0,-4 5 0,4-5 0,3 6 0,2-6 0,-2 0 0,2-7 0,1-3 0,3-6 0,8-4 0,3-6 0,4-17 0,1-10 0</inkml:trace>
  <inkml:trace contextRef="#ctx0" brushRef="#br0" timeOffset="150">23226 10574 8912,'-11'-5'0,"1"0"0,7-7 0,-3 2 0,12 1 0,4-1 0,10-1 0,6-4 0,5 1 0,5 4 0,4-4 0,6 4 0,6-4 0,-1-1 0,-1 6 0,-8 4 0,-6 3 0,-4 2 0,-8-7 0,-1-1 0</inkml:trace>
  <inkml:trace contextRef="#ctx0" brushRef="#br0" timeOffset="151">23427 10945 8912,'-16'0'0,"1"0"0,-1 0 0,6 0 0,0 0 0,6 0 0,-1-1 0,12-5 0,8-4 0,9-9 0,13-1 0,2-6 0,8 4 0,-1-3 0,0-2 0,1-2 0,-8-9 0,-1-2 0</inkml:trace>
  <inkml:trace contextRef="#ctx0" brushRef="#br0" timeOffset="152">24587 9539 8912,'-8'-16'0,"-6"2"0,4 2 0,-4 4 0,-3 1 0,-4 3 0,4 3 0,-4 1 0,2 0 0,-1 0 0,2 7 0,-2 3 0,3 4 0,1 1 0,2 1 0,2 1 0,4 2 0,1 1 0,2 1 0,5-4 0,0 2 0,0 1 0,1 1 0,5-5 0,2 4 0,8 1 0,1-1 0,3-2 0,5 0 0,0 3 0,1-2 0,-7-2 0,3-1 0,-6-1 0,-1 1 0</inkml:trace>
  <inkml:trace contextRef="#ctx0" brushRef="#br0" timeOffset="153">24572 9940 8912,'0'16'0,"0"-1"0,0 3 0,-2 0 0,-3 3 0,-4 0 0,-6-6 0,-8 1 0,-2-1 0,-5-1 0,-1-4 0,-1 4 0,-4-4 0,3-1 0,-3 1 0,10-7 0,6 3 0,2-5 0,10-8 0,3-3 0,10-10 0,3-4 0</inkml:trace>
  <inkml:trace contextRef="#ctx0" brushRef="#br0" timeOffset="154">24603 9971 8912,'1'-15'0,"5"-1"0,-5 1 0,6 0 0</inkml:trace>
  <inkml:trace contextRef="#ctx0" brushRef="#br0" timeOffset="155">24634 9925 8912,'15'0'0,"-6"-7"0,4 5 0,-4-4 0</inkml:trace>
  <inkml:trace contextRef="#ctx0" brushRef="#br0" timeOffset="156">24742 9925 8912,'2'10'0,"3"1"0,-3-1 0,11-2 0,-11 6 0,3-3 0,-3 4 0,-2 6 0,-2-4 0,-3 3 0,-5 3 0,-11-3 0,4 6 0,-4-5 0,-1-1 0,1-4 0,4-1 0,5 1 0,0-6 0,7 0 0,0-8 0,5-2 0,0-9 0,8-6 0,8-6 0,6-3 0,9-7 0</inkml:trace>
  <inkml:trace contextRef="#ctx0" brushRef="#br0" timeOffset="157">24928 9940 8912,'-16'-1'0,"1"-4"0,4 3 0,1-3 0,0 5 0,-6 5 0,1 3 0,-1 8 0,6-1 0,0 1 0,6 1 0,-1 4 0,3-4 0,4 3 0,3-2 0,6-3 0,4 1 0,6-1 0,-2-6 0,6-4 0,1-4 0,5-1 0,0 0 0,0 0 0,-7 0 0,5-13 0,-5-4 0</inkml:trace>
  <inkml:trace contextRef="#ctx0" brushRef="#br0" timeOffset="158">25129 9832 8912,'0'-8'0,"-2"1"0,-3 7 0,3 0 0,-5 7 0,7 3 0,0 5 0,0 6 0,5-4 0,1 4 0,6-4 0,-2-2 0,-1-1 0,1-4 0,0 3 0,6-8 0,1-2 0,4-1 0,-4-2 0,3 0 0,-2-7 0,-3-3 0,-5-4 0,1-2 0,-6-4 0,5-1 0,-6 1 0,1 4 0,-4 1 0,-1-1 0,0 1 0,0 6 0,0 2 0,0 21 0,0 7 0,0 8 0,0 7 0,0 2 0,0 3 0,-5 9 0,0-4 0,2 2 0,1 0 0,-3-3 0,0-4 0,-7 2 0,1-7 0,-2 0 0,-3-5 0,1-7 0,-1-3 0,-5-4 0,1-1 0,-1-8 0,6-3 0,-1-3 0,1-2 0,-2-9 0,-4-6 0,4-7 0,-6-9 0</inkml:trace>
  <inkml:trace contextRef="#ctx0" brushRef="#br0" timeOffset="159">24278 10652 8912,'-31'1'0,"0"4"0,9 4 0,6 6 0,9 1 0,14-2 0,9-4 0,14 2 0,17-7 0,10-1 0,8-3 0,7-1 0,11 0 0,-39-5 0,1-2-927,6 1 1,1-3 926,4-8 0,-2 1 0,22 4 0,-12-8 0</inkml:trace>
  <inkml:trace contextRef="#ctx0" brushRef="#br0" timeOffset="160">25222 10559 8912,'62'-21'0,"-1"1"0,1-1 0,-20 6 0,-6 6 0,-21 4 0,-6-4 0,-2 7 0,-14-4 0,-4 6 0,-2 0 0,-3 0 0,-4 0 0,-3 1 0,1 3 0,0 1 0,-6 2 0,2-2 0,-3 2 0,-2 3 0,-7 4 0,-1-6 0</inkml:trace>
  <inkml:trace contextRef="#ctx0" brushRef="#br0" timeOffset="161">24634 11455 8912,'-11'-5'0,"3"-2"0,-1 1 0,1-1 0,-4 3 0,-4 3 0,-3 1 0,-2 0 0,-4 0 0,2 1 0,-1 4 0,-3 6 0,-1 8 0,1 3 0,3 0 0,1 1 0,3-1 0,4-1 0,1 3 0,-1 0 0,8 0 0,3-5 0,3 1 0,2-1 0,7-2 0,3-1 0,5-1 0,6 1 0,1-1 0,6 2 0,-2 2 0,1 2 0,-4-1 0,-3-4 0,-4-1 0,-6 1 0,4-1 0,-4 1 0,-3-1 0,-2 1 0,-3-1 0,-2 1 0,-7-1 0,-3 0 0,-6 1 0,-4-1 0,-6 1 0,-3-1 0,-2 1 0,0-1 0,5-4 0,0-1 0,2-7 0,-2 2 0,4-3 0,6-2 0,8 0 0,3-7 0,10-3 0,5-4 0,11-1 0,3-8 0,7-1 0</inkml:trace>
  <inkml:trace contextRef="#ctx0" brushRef="#br0" timeOffset="162">24603 12012 8912,'7'-15'0,"-6"-1"0,4 1 0,-1 4 0,1 1 0,4 7 0,6-3 0,1 0 0,-1 0 0,1 3 0,-1 1 0,0 9 0,1 3 0,-2 4 0,-4 2 0,2 6 0,-7 4 0,0 3 0,-5 2 0,0 0 0,-1 0 0,-4 0 0,-6 0 0,3-2 0,-3-4 0,1 5 0,-6-6 0,3 0 0,2-4 0,-1-2 0,7-3 0,-7 0 0,10-6 0,-4-9 0,12-10 0,5-11 0,3-5 0,15-10 0,3-3 0</inkml:trace>
  <inkml:trace contextRef="#ctx0" brushRef="#br0" timeOffset="163">25051 11966 8912,'-15'0'0,"-1"7"0,1 3 0,5 5 0,-1 6 0,1-2 0,-5 7 0,1 1 0,4 2 0,3-3 0,7 0 0,0-2 0,0 2 0,1-4 0,5-7 0,2-4 0,8-1 0,-1-7 0,1 3 0,-1-5 0,0-1 0,1-1 0,-1-5 0,1-2 0,-1-15 0,1-1 0</inkml:trace>
  <inkml:trace contextRef="#ctx0" brushRef="#br0" timeOffset="164">25005 11455 8912,'2'-30'0,"1"0"0,4 5 0,2 4 0,1 9 0,5 3 0,1 2 0,-1 2 0,1 7 0,-2 3 0,-2 6 0,-2 2 0,-1 3 0,1-1 0,-3 2 0,-7 4 0,0-2 0,0 7 0,0-6 0,0 6 0,0-5 0,0 4 0,0-6 0,0 2 0,0 1 0,0-1 0,0-1 0,0-4 0,0-1 0,1-6 0,5-4 0,4-3 0,4-2 0,3 0 0,4 0 0,-3-2 0,8-3 0,-7-4 0,2-6 0,1 1 0,-3 2 0,-4 4 0,-2 1 0,-10 0 0,2 2 0,-3 3 0,-4-10 0,-3 7 0,-4-7 0,-6 3 0</inkml:trace>
  <inkml:trace contextRef="#ctx0" brushRef="#br0" timeOffset="165">26305 10157 8912,'-2'-10'0,"-3"1"0,-5 0 0,-4 1 0,4 4 0,-1-1 0,-1 4 0,4 1 0,-3 0 0,8 0 0,-11 0 0,12 0 0,-5 1 0,9 3 0,3 1 0,6-2 0,2 1 0,3 1 0,5-3 0,-1 3 0,6-4 0,-5-1 0,1 6 0,-3-1 0,1-2 0,1-1 0,-5-2 0</inkml:trace>
  <inkml:trace contextRef="#ctx0" brushRef="#br0" timeOffset="166">26305 10605 8912,'0'-15'0,"0"-1"0,0 1 0,1-6 0,5 1 0,4-1 0,9 6 0,3-3 0,2-2 0,2 3 0,5-4 0,-5 2 0,0-2 0,-1-3 0,6-7 0</inkml:trace>
  <inkml:trace contextRef="#ctx0" brushRef="#br0" timeOffset="167">27109 9167 8912,'-15'-22'0,"-2"5"0,-2-2 0,-2 5 0,2 4 0,-3 7 0,0-3 0,-4 6 0,-7 6 0,7 2 0,-5 8 0,9 1 0,-4 3 0,7-1 0,0 5 0,6 0 0,2 0 0,8-3 0,-2 5 0,3 0 0,2 5 0,0-6 0,0 1 0,7-2 0,3 2 0,9 3 0,2-3 0,8-4 0,2-1 0,2-4 0,8-2 0,-5 1 0,4-1 0,-4 1 0,-7-1 0,2-1 0,-5-4 0,-4 4 0,-1-4 0,-9-1 0,-2 1 0,-7 1 0,1 2 0,-8-2 0,-4 2 0,-8-2 0,-6-3 0,-4 3 0,-3-1 0,-2 5 0,5-4 0,0-1 0,2-7 0,-1 3 0,4-5 0,4-1 0,8-7 0,2-8 0,7-9 0</inkml:trace>
  <inkml:trace contextRef="#ctx0" brushRef="#br0" timeOffset="168">27434 9353 8912,'0'-24'0,"0"3"0,0-3 0,0 14 0,-7-4 0,-1 21 0,-8 3 0,1 6 0,-1 4 0,1 3 0,-1 3 0,1 3 0,0-3 0,4-4 0,3-2 0,1-2 0,3-3 0,3 1 0,1-1 0,6-6 0,5-4 0,8-3 0,1-2 0,8-7 0,-2-4 0,1-2 0,-1-3 0,3 1 0,-3-1 0,-4-4 0,-1-1 0,-4 0 0,-1 6 0,-3-1 0,-2 1 0,-3 1 0,-3 4 0,-3 1 0,3 4 0,-3 3 0,-2-3 0,0 10 0,0 4 0,0 7 0,0-1 0,0 0 0,0 1 0,7-1 0,3-1 0,4-4 0,3-1 0,4-4 0,-4-3 0,4 3 0,-4-3 0,-2-2 0,1-2 0,-1-3 0,1 1 0,-1-6 0,-1-2 0,-4-2 0,-1-1 0,-4-1 0,-3 1 0,3 0 0,-3-1 0,-2 1 0,0-1 0,0 1 0,0-1 0</inkml:trace>
  <inkml:trace contextRef="#ctx0" brushRef="#br0" timeOffset="169">27821 9276 8912,'0'8'0,"0"6"0,0-5 0,2 6 0,3 1 0,-3-1 0,3 0 0,-3 3 0,-2 2 0,0-3 0,0 4 0,0-4 0,0-1 0,0-1 0,-2 1 0,-3-1 0,3-6 0,-5-2 0,7-9 0,0-3 0,0-4 0,0-6 0,0-8 0,0-3 0,2-3 0,3-2 0,-2 2 0,6 2 0,0 3 0,-1 1 0,-3 3 0,6 4 0,-6 2 0,5 4 0,-5 3 0,6 7 0,-6 0 0,5 0 0,-5 7 0,4 3 0,0 4 0,-1 2 0,-4-1 0,1 1 0,2-1 0,-2 1 0,0-1 0,2 0 0,-4-4 0,8-1 0,-6-7 0,5 3 0,-5-6 0,5-6 0,-4-2 0,4-8 0,-5 1 0,5 0 0,2-1 0,2 1 0,-3-6 0,-1 0 0,-5 1 0,5 4 0,-5 3 0,6 2 0,-8-2 0,4 11 0,-7-7 0,0 4 0,7 3 0,-5-3 0,3 10 0,3-3 0,3 3 0,-3-3 0,3-2 0,1 0 0,1 0 0,8 0 0,0 0 0,-1-2 0,-4-3 0,-1-4 0,1-6 0,-1 0 0,-1 4 0,-4 1 0,-3-2 0,0-2 0,-5-1 0,5-1 0,-7 1 0,0 6 0,0 4 0,0 12 0,0 8 0,0 8 0,0 8 0,0-7 0,0-2 0</inkml:trace>
  <inkml:trace contextRef="#ctx0" brushRef="#br0" timeOffset="170">28378 9322 8912,'0'29'0,"0"-3"0,0 10 0,5-3 0,1-2 0,-1-6 0,-5 1 0,0 0 0,0-2 0,0-2 0,0-6 0,0-6 0,0 0 0,0 1 0,0-3 0,-2-4 0,-3-15 0,3 1 0,-12-19 0,6 5 0</inkml:trace>
  <inkml:trace contextRef="#ctx0" brushRef="#br0" timeOffset="171">28254 9090 8912,'0'-15'0,"0"-1"0,0 1 0,7 1 0,4 4 0,-3 3 0,3 7 0,-1 0 0,5 0 0,6 0 0,0 0 0,4 7 0,-4 3 0,0 4 0,-6 0 0,1-1 0,-1 3 0,-1-4 0,-4 8 0,2-1 0,-7 2 0,0 3 0,-5-7 0,0-3 0</inkml:trace>
  <inkml:trace contextRef="#ctx0" brushRef="#br0" timeOffset="172">28440 9307 8912,'-7'15'0,"-3"1"0,-4 6 0,-1-5 0,4 0 0,1-6 0,7-8 0,-4 0 0,7-11 0,0-8 0,0-15 0,0 1 0,13-19 0,5 1 0</inkml:trace>
  <inkml:trace contextRef="#ctx0" brushRef="#br0" timeOffset="173">28626 8735 8912,'8'-38'0,"-1"10"0,-7-3 0,7 4 0,2 3 0,-1 8 0,1 10 0,-4 6 0,-3 6 0,3 5 0,-2 11 0,3 9 0,-5 2 0,4 8 0,-1-2 0,-1 4 0,4-1 0,2 0 0,-4-4 0,5-2 0,1 2 0,4-2 0,1-5 0,-1-5 0,0-2 0,1 2 0,1-11 0,4-10 0,-2-3 0,6-2 0,1-9 0,3-6 0,-1-9 0,-2-5 0,-2-2 0,2 0 0,-9 0 0,-7 0 0,-6 0 0,1 0 0,-5 7 0,-5 4 0,-11 2 0,-10 5 0,-3 2 0,-2 6 0,-5 10 0,0 6 0,0 9 0,5 6 0,2-2 0,3 2 0,0 0 0,11 5 0,3-6 0,12 1 0,8-2 0,9 2 0,14-6 0,14-2 0,8-5 0,9-2 0,0-4 0,0-7 0,-2 5 0,-3 0 0,-4 0 0,-6-5 0,-15 5 0,-6 0 0,-14 0 0,-5 2 0,-7 2 0</inkml:trace>
  <inkml:trace contextRef="#ctx0" brushRef="#br0" timeOffset="174">27574 10157 8912,'-16'-16'0,"1"3"0,-1 1 0,1 3 0,-1 2 0,1 2 0,1 7 0,4 3 0,-2 5 0,6 11 0,3 5 0,1 3 0,2 2 0,0 0 0,0-4 0,0 1 0,0 1 0,0-2 0,7-1 0,4 0 0,4 1 0,6-6 0,-2-2 0,5-9 0,-2-5 0,-3-3 0,3-2 0,-1 0 0,5-7 0,-6-3 0,1-4 0,-6-1 0,1-3 0,-1-2 0,-1 1 0,-4-7 0,-3 7 0,-7-1 0,5 2 0,1 3 0,-3 0 0,-1 6 0,-4 2 0,-3 7 0,3 7 0,-3 3 0,-2 4 0,2 1 0,0 1 0,5-1 0,0 1 0,0-1 0,7 1 0,3-1 0,4-6 0,1-4 0,1-3 0,-1-2 0,6 0 0,-1 0 0,1-7 0,-5-3 0,-3-4 0,-2-2 0,-5 1 0,-6-1 0,0-4 0,0-1 0,-1 1 0,-4 4 0,-9 6 0,-7-1 0,-5 6 0,6-3 0,1 1 0,2 3 0,1 3 0,1 1 0,4 0 0,1 0 0,7 0 0,-4 0 0,7 0 0,0 0 0</inkml:trace>
  <inkml:trace contextRef="#ctx0" brushRef="#br0" timeOffset="175">28022 10203 8912,'0'-15'0,"-5"-1"0,0 1 0,0 6 0,5 2 0,0 9 0,0 3 0,7 4 0,3 6 0,4 1 0,1-1 0,1 6 0,-1-1 0,1 1 0,-1-5 0,1-1 0,-1 0 0,1 1 0,-1-1 0,-5-4 0,1-1 0,-1-7 0,5 3 0,-1-12 0,-3-4 0,-5-5 0,-6-6 0,2-3 0,3-7 0,-3 0 0,3 0 0,-3 0 0,-2 0 0,0 0 0,0 1 0,2 0 0,3 5 0,3 2 0,10 10 0,0 2 0,3 6 0,5 3 0,-5 2 0,4 2 0,-4 3 0,5 4 0,-6 6 0,1 1 0,-4-1 0,0 1 0,-1-1 0,8-1 0,-9-4 0,-1 2 0,-4-7 0,1 1 0,4-6 0,1 0 0,-15-7 0,-6-4 0,-7 4 0,-3 2 0,-6 4 0,1 1 0,-6 0 0,5 0 0,0 1 0,-1 4 0,5 2 0,-4 4 0,9 2 0,2-2 0,1 2 0,-1 3 0,1-1 0,4 1 0,4-1 0,-5 1 0,12-8 0,2-1 0,8-7 0,-1-2 0,1-3 0,-1-5 0,1-4 0,-1-1 0,0-1 0,1 3 0,-1 2 0,-4-2 0,-1 2 0,0 4 0,-1 1 0,-2 6 0,-5 1 0,1 4 0,2 6 0,0 2 0,-5 3 0,7-1 0,2 1 0,6-1 0,-1-4 0,-2-3 0,-2-1 0,-6-2 0,4-10 0,-2 0 0,-5-7 0,4 2 0,-3-4 0,-2-2 0,0-4 0,0-1 0,0-1 0,0 3 0,0-3 0,0-2 0,2 6 0,3 3 0,-2-1 0,8 6 0,-3 2 0,3-3 0,2 8 0,-2-2 0,3 5 0,1 5 0,0 5 0,1 4 0,-2 1 0,-4 1 0,2-1 0,-7 1 0,6-1 0,-6 1 0,5-1 0,-3 1 0,1-1 0,-4 0 0,1 1 0,4-8 0,-8 6 0,8-12 0,-4 3 0,-1-3 0,4-4 0,1-1 0,-1-3 0,-2-6 0,4 2 0,-5-4 0,5-1 0,-1 0 0,1-1 0,2 1 0,-5 1 0,0 2 0,0 2 0,3 4 0,-5-4 0,7 7 0,-3-4 0,5 8 0,-4 5 0,-1 0 0,-4 5 0,-3 3 0,3-4 0,-4 4 0,-1 1 0,0-5 0,0 1 0,0-1 0,0 5 0,0 1 0,-6-8 0,-5-2 0,3-6 0,-3-6 0,8-4 0,-2-10 0,-2-5 0,2-5 0,-6-1 0,6 0 0,0 0 0,5 0 0,0 0 0,0 0 0,2 0 0,3 0 0,4 7 0,6 4 0,2 2 0,4 3 0,1 6 0,4 4 0,3-2 0,-3 2 0,3 2 0,2 1 0,-2 7 0,-3 0 0,-3 2 0,-8-2 0,0-1 0,1 6 0,-6-6 0,1 1 0,-8-4 0,2-1 0,-10 0 0,-5 0 0,-4 0 0,-2 0 0,1 0 0,0 2 0,-1 3 0,2-1 0,4 6 0,-4-5 0,4 5 0,1-4 0,-1 4 0,5 0 0,-5 6 0,6-6 0,-1 0 0,-4 1 0,1 4 0</inkml:trace>
  <inkml:trace contextRef="#ctx0" brushRef="#br0" timeOffset="176">29291 9925 8912,'7'9'0,"-4"-3"0,8-6 0,-1 0 0,6 0 0,-1-1 0,1-4 0,-1-6 0,0-2 0,6-3 0,0 1 0,5-6 0,-6 0 0,1 1 0,-6 4 0,-4 6 0,-3 0 0,-1-2 0,-2 5 0,2 0 0,-5 7 0,5 7 0,-7 3 0,0 4 0,0 1 0,0 1 0,1-2 0,5-4 0,-5 4 0,6-6 0,-5 2 0,3 1 0,-3-8 0,5 4 0,-7-7 0,5-7 0,0-3 0,2-4 0,-2-1 0,-3-1 0,3 1 0,-2-1 0,2 1 0,-3-1 0,3 1 0,2-1 0,-2 1 0,1 5 0,-6-1 0,6 8 0,-4-11 0,12 13 0,-4-5 0,4 10 0,1 1 0,-4 5 0,-1-5 0,-5 6 0,6-6 0,-1 7 0,5-2 0,-1-1 0,-4 1 0,4-6 0,-5 2 0,6-6 0,2-1 0,4-4 0,-4-4 0,4-7 0,3-4 0,2-1 0,-1-6 0,6 1 0,-8-3 0,6 0 0,-5 1 0,-5 4 0,-2 2 0,-1 1 0,-8 6 0,-3 6 0,-10 4 0,-10 3 0,-11 4 0,-3 3 0,-4 5 0,-1 11 0,-2 5 0,-1-2 0,7 2 0,4-2 0,0 1 0,12-1 0,-1-3 0,10-2 0,-1 5 0,10-2 0,11-3 0,8-7 0,23-1 0,13-8 0,18 2 0,0-3-271,6-2 1,-4-7 270,-2-3 0,-6-6 0,-65 14 0</inkml:trace>
  <inkml:trace contextRef="#ctx0" brushRef="#br0" timeOffset="177">27635 11007 8912,'-24'-7'0,"4"-1"0,3-3 0,1 3 0,1 1 0,6 3 0,4 10 0,3 4 0,2 5 0,0 6 0,0 3 0,0 0 0,0 5 0,0-3 0,0 5 0,0 5 0,0-8 0,0 2 0,-5-2 0,0 3 0,1-2 0,3-3 0,-4-4 0,-1-6 0,0-3 0,0-2 0,5-3 0,-5-3 0,5-5 0,1 0 0,0-8 0,1-8 0,5-4 0,2 3 0,8-4 0,-1-1 0,1 1 0,-1 0 0,1 6 0,-1 1 0,1 2 0,-1 4 0,0 1 0,1 2 0,-1 5 0,-4 0 0,-1 0 0,-6 6 0,1 5 0,-4 4 0,-1 6 0,-1-2 0,-4 6 0,-6-6 0,-8 4 0,-1-3 0,1 1 0,2-6 0,1-4 0,1-1 0,-1-1 0,9-4 0,7-10 0,7-11 0,22-15 0,4-8 0</inkml:trace>
  <inkml:trace contextRef="#ctx0" brushRef="#br0" timeOffset="178">27883 11177 8912,'-10'5'0,"-1"1"0,8-1 0,-4-5 0,7 0 0,0 0 0,0-7 0,7 3 0,3-6 0,4-2 0,2 3 0,-1-1 0,0-2 0,1-2 0,-7-1 0,4-1 0,-11 1 0,3 6 0,-10 4 0,-4 4 0,-6 1 0,-1 8 0,1 8 0,0 1 0,-1 10 0,1 4 0,-1 4 0,1 1 0,-1-6 0,8 1 0,2 0 0,5 0 0,1 0 0,0-7 0,0-3 0,8-9 0,8-2 0,1-6 0,9 1 0,0-10 0,4-7 0,3-7 0,3-7 0,2-5 0,3-5 0,2 2 0,-7-8 0,-1 8 0,-9-2 0,-4-2 0,-7 2 0,-1-2 0,-4 2 0,-3 4 0,-7-5 0,-1 5 0,-3 1 0,-3 3 0,-1 8 0,3 1 0,-6 14 0,8 0 0,-6 5 0,4 0 0,3 12 0,-3 3 0,-2 11 0,2 0 0,-2 8 0,4 2 0,-2 0 0,1 2 0,3-4 0,1 8 0,0-8 0,0 2 0,0-3 0,0-3 0,6 1 0,5 0 0,1-1 0,0-5 0,-2-4 0,2-4 0,-5-1 0,7-1 0,-6 0 0</inkml:trace>
  <inkml:trace contextRef="#ctx0" brushRef="#br0" timeOffset="179">28084 11131 8912,'-8'-24'0,"1"7"0,7 6 0,1 3 0,5-3 0,2-1 0,9 7 0,4 0 0,5-2 0,3 5 0,2-3 0,0-2 0,0 2 0,5-5 0,0 5 0,-2-2 0,-8 2 0,2 3 0,-8-3 0,4 2 0,-8-3 0,3 5 0,-9-5 0,-3 5 0,0 8 0,-7 1 0,0 8 0,0-1 0,0 1 0,0-1 0,0 1 0,0-1 0,0 2 0,0 2 0,0 2 0,0-1 0,0-4 0,0-1 0,7 1 0,-4-8 0,8-3 0,-6-3 0,5-2 0,0-2 0,6-4 0,-1-10 0,-1-1 0,-4-9 0,4 0 0,-4-5 0,-1 6 0,1-1 0,-4 2 0,4-2 0,-7-1 0,2 6 0,-3 6 0,-2 4 0,0-1 0,7 5 0,-5 2 0,3 10 0,-3 4 0,-1 6 0,5 1 0,-5-1 0,4 1 0,2-6 0,-2 0 0,2-4 0,-2 4 0,-1-7 0,6 2 0,2-3 0,2-2 0,1 0 0,3-2 0,2-3 0,-3-3 0,4-8 0,1 1 0,-1-1 0,0-1 0,-6-3 0,-4 4 0,-1 1 0,-5-1 0,5 6 0,-6 3 0,3 0 0,-7 7 0,0 7 0,0 2 0,5 1 0,0 0 0,7-6 0,-2 1 0,4-4 0,2-1 0,-1 0 0,-5 0 0,1 0 0,-1-6 0,4 2 0,-4-6 0,-3 0 0,-7-6 0,0 1 0,0-1 0,0 1 0,0 4 0,0 1 0,-5 5 0,0-5 0,-7 6 0,3-3 0,-5 14 0,4 4 0,3 2 0,0 3 0,5-1 0,-3 1 0,4-1 0,1 1 0,1-1 0,4 0 0,-1-1 0,6-3 0,2 1 0,9-7 0,-4 0 0,5-5 0,1 0 0,2 0 0,3-2 0,-2-3 0,1-4 0,-6-6 0,5-2 0,-6-4 0,1 4 0,-6-4 0,-6 4 0,-4 2 0,2-6 0,-2 0 0,-1 3 0,-3 7 0,-2-1 0,-4 7 0,1 0 0,-5 7 0,3 3 0,-6 3 0,8 8 0,-4-1 0,1 1 0,2-1 0,5 1 0,0-1 0,0 1 0,1-6 0,4 0 0,-1-5 0,6 6 0,6-8 0,4 2 0,3-3 0,-3-2 0,-1-2 0,5-3 0,0-5 0,0-4 0,-6-1 0,-3-1 0,0 1 0,-4-1 0,-4 1 0,-2-1 0,-3 1 0,-2-1 0,0 1 0,0-1 0,0 1 0,0 0 0,0 4 0,-2 3 0,-3 1 0,3 0 0,-3 2 0,-4 3 0,7-5 0,-4 7 0,6 2 0,0 3 0,0-1 0,0 6 0,0 2 0,0 2 0,0 1 0,0 0 0,5 1 0,0-1 0,0 6 0,-5 0 0,0-1 0,0-4 0,5 4 0,0 1 0,1 0 0,-6-6 0,0 0 0,0-6 0,0-2 0,0-19 0,0-4 0,1-9 0,4-1 0,-1-8 0,4-4 0,1 0 0,0 0 0,-1-1 0,3 8 0,1-2 0,-7 13 0,2-1 0,-2 5 0,-2 8 0,8 3 0,-8 3 0,4 2 0</inkml:trace>
  <inkml:trace contextRef="#ctx0" brushRef="#br0" timeOffset="180">29771 10590 8912,'15'22'0,"1"-3"0,-1 7 0,2-7 0,4 1 0,1-3 0,4-1 0,7 4 0,-7 1 0,5 0 0,-12-6 0,-6 1 0,3-1 0,-8 1 0</inkml:trace>
  <inkml:trace contextRef="#ctx0" brushRef="#br0" timeOffset="181">28533 11656 8912,'-10'-10'0,"-1"0"0,1-2 0,1-2 0,3-1 0,6-1 0,6 2 0,5 4 0,2 3 0,3 0 0,6 6 0,4-5 0,-2 6 0,0 4 0,0 3 0,0 1 0,2 1 0,5 1 0,-5 4 0,0-4 0,-6 4 0,6 2 0,-7-1 0,2 0 0,-9 1 0,-4-1 0,-1 1 0,-3-1 0,-3 1 0,-1-1 0,0 1 0,0-1 0,-7 1 0,1-1 0,-5 0 0,4-13 0,7-7 0,7-14 0,2-5 0</inkml:trace>
  <inkml:trace contextRef="#ctx0" brushRef="#br0" timeOffset="182">29059 11486 8912,'-15'0'0,"-1"0"0,1 0 0,-3 0 0,-2 0 0,6 7 0,-7 4 0,8 4 0,-8 6 0,9-2 0,3 5 0,3 0 0,2 0 0,2-5 0,2 1 0,2-1 0,3 2 0,9-6 0,7 1 0,6-3 0,-1-7 0,3 0 0,0-2 0,-1 1 0,-2-2 0,-6-8 0,6-5 0,-7-4 0,10-1 0,-5-1 0</inkml:trace>
  <inkml:trace contextRef="#ctx0" brushRef="#br0" timeOffset="183">29322 11610 8912,'-15'-7'0,"6"5"0,-3 2 0,7 11 0,-2 3 0,2 1 0,3 0 0,-3 1 0,3 5 0,2-1 0,0 1 0,0-6 0,7 1 0,3-1 0,4 1 0,2-3 0,-1-2 0,1-6 0,-1-4 0,1-1 0,6-6 0,2-3 0</inkml:trace>
  <inkml:trace contextRef="#ctx0" brushRef="#br0" timeOffset="184">29632 11363 8912,'-11'0'0,"1"0"0,5 5 0,-4 2 0,2 1 0,4 4 0,1 2 0,2 2 0,0-1 0,0 0 0,7 1 0,3-1 0,4-1 0,2-4 0,4 2 0,1-6 0,5-1 0,-6-5 0,8 0 0,-2 0 0,-2-7 0,1-3 0,-1-4 0,2-3 0,-3-2 0,-1-2 0,-7-5 0,1 6 0,-1-1 0,-4 6 0,-4 4 0,-2 1 0,-4 7 0,-1-4 0,-1 10 0,-4 6 0,-4 10 0,-1 6 0,-1 8 0,1 7 0,-5-4 0,-1 7 0,1-2 0,-1-2 0,1 3 0,-1-3 0,1 2 0,-1-3 0,1-7 0,-2 5 0,-4 0 0,2 0 0,-5-7 0,0-3 0,0-5 0,-9-4 0,-6-2 0</inkml:trace>
  <inkml:trace contextRef="#ctx0" brushRef="#br0" timeOffset="185">26042 12816 8912,'-21'-2'0,"0"-1"0,4-4 0,7 0 0,10 0 0,15 2 0,18 5 0,14 0 0,13 0 0,19-2 0,-31 1 0,2-1 0,8-2 0,2-1 0,9-2 0,3 0 0,-15 3 0,2 1 0,2-2 0,10-1 0,2-1 0,0 0 0,4 0 0,0 1 0,1 0-190,4-1 1,2 0-1,-1 0 1,3 2 0,1-1-1,0 0 1,-20 1 0,1-1-1,-1 1 1,1-1 0,0 0-1,0 1 1,0-1 0,0 1 189,-2-2 0,1 1 0,0-1 0,-1 1 0,1-1 0,1 0 0,-1 0 0,-1 0 0,16-2 0,-2 0 0,-1 0 0,-1 0 0,0 1 0,0-1 0,-2 0 0,-1 0 0,-1 0 0,-5 0 0,-1 2 0,-2-2 0,-5 1 0,0-1 0,-3 1 0,23-2 0,-5 1 0,-18-1 0,-4-1 0,-5 2 0,-2 1 0,34-7 590,-31-1-590,-21 8 0,-24-1 0,-10 4 0,-4 3 0,-6-3 0,-9 3 0,-9 2 0,-12 2 0,-10 3 0,-12 9 0,-5 6 0,3 1 0,1-6 0</inkml:trace>
  <inkml:trace contextRef="#ctx0" brushRef="#br0" timeOffset="186">26676 13171 8912,'5'-25'0,"0"-1"0,-1-2 0,-2-1 0,-2 0 0,0 2 0,0 3 0,0 1 0,-6 8 0,0 6 0,-3 2 0,-1 2 0,-6 7 0,1 3 0,-1 4 0,-1 6 0,-2 2 0,-1 4 0,-3 3 0,3 7 0,-3 5 0,-4 2 0,3-1 0,1 1 0,-3 0 0,6-2 0,-1-3 0,6 3 0,6-9 0,4-3 0,3-1 0,2-4 0,9-4 0,6-5 0,8 2 0,8-6 0,1-1 0,4-4 0,4 3 0,-1 1 0,4 2 0,-6-2 0,-1-2 0,-5 8 0,0-3 0,-2 4 0,-5-1 0,-9 1 0,-6 1 0,-9 3 0,-4-1 0,-6 1 0,-7 1 0,-14 2 0,-2 1 0,-3-1 0,4-1 0,-5-3 0,7-1 0,4-4 0,-3-3 0,13-9 0,1-5 0,8-8 0,12-14 0,3-11 0</inkml:trace>
  <inkml:trace contextRef="#ctx0" brushRef="#br0" timeOffset="187">26955 13372 8912,'0'-15'0,"0"0"0,0-1 0,0 1 0,0-1 0,-7 1 0,-2 6 0,-6 2 0,-1 7 0,6 2 0,0 3 0,6 11 0,-1 9 0,3 5 0,2 0 0,0 7 0,0-1 0,0-2 0,0-8 0,0 1 0,0-6 0,2 5 0,3-6 0,4-4 0,6-6 0,1-7 0,-1 3 0,6-6 0,-1-6 0,1-4 0,-5-11 0,4 3 0,1-8 0,-2-2 0,-2-1 0,-7-2 0,1 0 0,-6 2 0,5 3 0,-7-1 0,3 6 0,-5 1 0,-1 11 0,0 2 0,0 9 0,0 3 0,5 4 0,2 6 0,2 1 0,3-1 0,-3 0 0,1 1 0,0-6 0,6 1 0,4-3 0,1 2 0,0-3 0,-6-7 0,1 0 0,-1 0 0,-5 0 0,1 0 0,-1-7 0,5-3 0,-4 2 0,-1-3 0,-5 1 0,6-6 0,-8 6 0,2 0 0,-3 0 0,-2 1 0,0 2 0,0 7 0,0 12 0,-2 4 0,-1 1 0,-2 0 0,-6 0 0,6 4 0,-5-4 0,5 3 0,-1-2 0,5-3 0,-4 1 0,3-8 0,-5-1 0,14-9 0,3-3 0,6-5 0,3-11 0,1-3 0,-1 0 0,3-5 0,-1 3 0,5-3 0,-6-2 0,6 7 0,-5 3 0,5 1 0,-6 4 0,-4-1 0,-6 12 0,0 0 0,1 13 0,-1 8 0,-6-1 0,1 8 0,-4-3 0,-1 1 0,0 5 0,0-6 0,0 1 0,0-6 0,0 1 0,2-8 0,3-2 0,-1-5 0,6-1 0,-5-7 0,5-3 0,1-4 0,4-1 0,-4-2 0,-1-4 0,-1 4 0,1-4 0,2 4 0,-7 2 0,7-1 0,-10 1 0,12 6 0,-13 9 0,8 9 0,-4 6 0,-3-4 0,3-1 0,2-5 0,-2 5 0,7-6 0,-2 1 0,4-3 0,7-2 0,-1 0 0,1-6 0,-6 1 0,1-7 0,-1 2 0,1-4 0,-1-1 0,1-6 0,-1 1 0,-1-6 0,-4 5 0,2-1 0,-7 1 0,6 9 0,-6-3 0,0 10 0,-5-2 0,0 8 0,0 5 0,0 4 0,0 16 0,0 5 0,0 8 0,0-3 0,2 7 0,3-2 0,-2 2 0,6 0 0,0-2 0,-1 2 0,-3-5 0,6-2 0,-6-3 0,5-2 0,-6-7 0,1-4 0,-4-8 0,-1-1 0,0-8 0,0 2 0,0-10 0,0-5 0,-6-11 0,-3-3 0</inkml:trace>
  <inkml:trace contextRef="#ctx0" brushRef="#br0" timeOffset="188">28069 12986 8912,'1'14'0,"5"-4"0,-5-1 0,6-6 0,0 2 0,2 0 0,6-5 0,1 0 0,-1 0 0,6 2 0,-1 3 0,6-1 0,-5 6 0,-1-5 0,-4 5 0,-2 2 0,-4 9 0,-3-2 0,-7 5 0,-2 0 0,-3 0 0,-4 0 0,-6 2 0,-6 1 0,1-6 0,-1 0 0,6-6 0,-1-5 0,1 1 0,6-8 0,2 2 0,7-10 0,4-5 0,6-11 0,2-3 0,14-7 0,-1-7 0,6-1 0,0-7 0</inkml:trace>
  <inkml:trace contextRef="#ctx0" brushRef="#br0" timeOffset="189">28487 12831 8912,'-11'-8'0,"1"3"0,6 3 0,-4 2 0,4 3 0,-1 8 0,0 1 0,5 13 0,0-1 0,0 2 0,5 3 0,0-1 0,1 3 0,0 0 0,-2 3 0,6-8 0,1-4 0,4-1 0,-1-4 0,-2-3 0,-2-4 0,2-5 0,2-3 0,1-2 0,-4-2 0,-1-3 0,-1-4 0,1-6 0,2-2 0,-7-2 0,-1-2 0,-3 2 0,-1 7 0,0 2 0,-1 7 0,-5-2 0,-2-4 0,-8 9 0,1 0 0,1 7 0,2 8 0,3 2 0,3 4 0,0-4 0,6 4 0,0 1 0,0-1 0,7-1 0,4-4 0,4-6 0,6 0 0,3-6 0,7 1 0,7-3 0,1-9 0,8-2 0</inkml:trace>
  <inkml:trace contextRef="#ctx0" brushRef="#br0" timeOffset="190">28409 13651 8912,'-14'-2'0,"4"2"0,5 3 0,3 9 0,2 14 0,2 5 0,3 7 0,5 1 0,4 6 0,2-4 0,-1-3 0,1-2 0,-1-5 0,1-5 0,-6-4 0,0-6 0,0-8 0,6-3 0,-2-6 0,-2-10 0,-2-9 0,2-8 0,0-10 0,-2-3 0,-1-3 0,-4-3 0,-1 1 0,6-1 0,-7 3 0,4 3 0,0 5 0,3 3 0,6 2 0,3 2 0,1 5 0,-1 8 0,12 1 0,2 6 0</inkml:trace>
  <inkml:trace contextRef="#ctx0" brushRef="#br0" timeOffset="191">29059 13527 8912,'-15'7'0,"-1"3"0,-5-1 0,1 1 0,-8-5 0,3 6 0,-3-1 0,2 5 0,-3 3 0,3 2 0,4-1 0,1 7 0,4-2 0,2 2 0,6 1 0,4-6 0,3-1 0,2-4 0,2-1 0,3-1 0,5-4 0,4-3 0,2-7 0,-1-2 0,0-3 0,3-7 0,2-7 0,-1 0 0,7-6 0,-7-1 0,2-5 0,-4 5 0,-2 0 0,1 6 0,-1-6 0,1 7 0,-1-1 0,-5 2 0,1 3 0,-8 5 0,2-1 0,-3 8 0,-2 3 0,0 10 0,2 4 0,3 1 0,-2 1 0,8-1 0,-6-1 0,5-2 0,0-2 0,-1 2 0,5 2 0,-4 2 0,-3-6 0,-2 0 0,-1-5 0,1 6 0,-4-8 0,6 4 0,-7-7 0,0 0 0,0-7 0,0-3 0,0-4 0,0-1 0,0-1 0,2 1 0,3-1 0,-1 1 0,6-1 0,0 1 0,6 1 0,-1 4 0,1-4 0,-1 11 0,1-8 0,-6 8 0,0-2 0,1 3 0,-1 2 0,0 0 0,-5 5 0,6 0 0,-8 2 0,4-2 0,0 6 0,-5 2 0,3 3 0,-3-1 0,-1-1 0,3-2 0,1-2 0,0 1 0,-3 2 0,3-2 0,-3-4 0,6-7 0,-3 0 0,-3-7 0,3-4 0,-3-2 0,-2-3 0,5-1 0,0-4 0,0-3 0,-5-7 0,0 6 0,0-1 0,0 0 0,0-5 0,0 0 0,0 0 0,2 6 0,3-1 0,9 7 0,8 0 0,2 7 0,4 7 0,6 3 0,2 2 0,2 7 0,-2 3 0,-3 4 0,3 2 0,-10 4 0,-5 1 0,-4-1 0,-2-4 0,-4-1 0,-1 1 0,-7-8 0,-3 1 0,-10-6 0,-4 3 0,-1-3 0,-1-1 0,1-2 0,-1 1 0,1 5 0,-1-5 0,1 4 0,5-1 0,-1 1 0,8 4 0,-4-1 0,7 6 0,2-12 0,3 3 0,-2-3 0,8-2 0,-1-2 0,5-3 0,1 1 0,-1-6 0,-4 7 0,-1-3 0,0-2 0,6-1 0,-1 1 0,-4-4 0,-1 6 0,-5 1 0,5 5 0,-5 0 0,6 0 0,-8 0 0,11 0 0,-12 0 0,10 2 0,-7 3 0,0-3 0,-5 12 0,0-13 0,7 6 0,-4-7 0,8 0 0,-6-2 0,5-3 0,-1-3 0,1-8 0,2 1 0,-7-1 0,6-4 0,-6-1 0,5 1 0,-5 4 0,0 1 0,-3-1 0,3 1 0,4-1 0,5 6 0,-4 0 0,4 6 0,-7 4 0,3 10 0,-2 4 0,-2 2 0,-3-1 0,6 1 0,-1-3 0,1-2 0,-4 2 0,5-2 0,-1-3 0,1 3 0,4-8 0,-4 2 0,6-3 0,4-2 0,-2 0 0,2 0 0,-3-7 0,-1-3 0,-1-4 0,1-1 0,-2-1 0,-4 1 0,-3-1 0,-7 1 0,0-1 0,0 1 0,-2 1 0,-3 2 0,-5 3 0,-4 3 0,-3 0 0,-2 8 0,-2 3 0,2 6 0,-3 2 0,1 4 0,2 2 0,2 2 0,9 5 0,2-4 0,5 0 0,1 1 0,1-3 0,5-4 0,9-2 0,11-4 0,10-3 0,5-7 0,11 0 0,-4-14 0,5-3 0</inkml:trace>
  <inkml:trace contextRef="#ctx0" brushRef="#br0" timeOffset="192">29121 14362 8912,'-16'0'0,"1"0"0,0 0 0,-1 0 0,1 0 0,-1 2 0,2 3 0,2 7 0,2 7 0,5 5 0,-4 8 0,2 3 0,4 1 0,1 0 0,2-5 0,0 0 0,0 0 0,2-7 0,3-4 0,4-11 0,6-9 0,1-7 0,-1-9 0,-5-6 0,1-4 0,-1-3 0,-1-2 0,-2-1 0,-7-4 0,0 3 0,0-3 0,0 5 0,0 5 0,-7-1 0,-4 6 0,-4 2 0,-4 9 0,-2 5 0,2 3 0,4 9 0,5 3 0,-2 4 0,6 1 0,8 1 0,7-1 0</inkml:trace>
  <inkml:trace contextRef="#ctx0" brushRef="#br0" timeOffset="193">29663 14130 8912,'-16'0'0,"1"0"0,-1 0 0,1 0 0,-1 0 0,1 0 0,-1 0 0,1 0 0,1 7 0,4 3 0,-4 11 0,4 5 0,3 4 0,2 6 0,-2 9 0,2 7 0,-1 4 0,6-4 0,0-1 0,0-4 0,2-6 0,3 0 0,4-8 0,6-2 0,2-9 0,2-10 0,2-3 0,-2-2 0,-9-2 0,4-5 0,-5 0 0</inkml:trace>
  <inkml:trace contextRef="#ctx0" brushRef="#br0" timeOffset="194">29369 14609 8912,'0'16'0,"0"-8"0,6-8 0,5-10 0,11-6 0,9-4 0,2-2 0,8-6 0,2 2 0,2-1 0,1 6 0,0 6 0,-6 6 0,-4 9 0,-10 0 0,3 14 0,-5 3 0</inkml:trace>
  <inkml:trace contextRef="#ctx0" brushRef="#br0" timeOffset="195">28873 15459 8912,'-15'0'0,"-1"0"0,1 0 0,5 0 0,-1 0 0,-1 0 0,5 0 0,7 2 0,11 3 0,9-1 0,6 6 0,3 0 0,2 6 0,0-1 0,0 1 0,0 4 0,0 1 0,-2 6 0,-3-2 0,-7 2 0,-7 4 0,-5-4 0,-7 9 0,-4 2 0,-6-2 0,-5 0 0,-11-5 0,-8-1 0,3-5 0,-4-2 0,4-8 0,2-6 0,3-4 0,4-3 0,8-11 0,4-7 0,10-6 0,8-22 0,8-5 0</inkml:trace>
  <inkml:trace contextRef="#ctx0" brushRef="#br0" timeOffset="196">29307 15336 8912,'-16'0'0,"1"0"0,-1 2 0,1 3 0,-1 3 0,1 8 0,-6 8 0,2 7 0,4 8 0,3 6 0,3 6 0,-1 1 0,5-1 0,10-4 0,10-8 0,13-4 0,6-10 0,7-9 0,13-8 0,8-8 0,1-6-207,9-5 0,-4-9 207,4-6-309,-7-10 0,-3-4 1,-9-6-1</inkml:trace>
  <inkml:trace contextRef="#ctx0" brushRef="#br1" timeOffset="197">21459 10006 8912,'-27'-15'0,"3"4"0,6-12 0,1 4 0,8 11 0,3 8 0,4 8 0,2 11 0,0 4 0,0 5 0,0 5 0,0 5 0,0 6 0,0 8 0,0 11 0,0 0 0,8 7 0,3 11 0,4 10 0,-6-42 0,0 2 0,0 1 0,1 1-238,1 1 1,1 1 0,-2 4 0,1 2 237,3 4 0,0 2 0,0 2 0,1 1 0,2-1 0,0 0 0,1-2 0,-1-1 0,0-5 0,0-1 0,0-1 0,1 0 0,-1-2 0,0 1 0,3 2 0,0 0 0,0-5 0,0-1 0,1 3 0,-1-1 0,-3-7 0,0-1 0,-2 3 0,-1-1-133,1 2 0,-2 0 0,-2-2 0,-1 1 133,2-2 0,-1-1 0,8 42-120,-1-15 1,-1-3 119,0-15 0,0 1 0,2-9 0,2-3 0,2-6 0,2-5 0,-2-7 0,4 3 435,7-8 0,1 6-435,-1-6 0,1-1 285,-1-4 1,6-7-286,0 1 0,1-1 69,-7 6 1,0-5 0,3-3 0,1-1-70,2-4 0,0 3 0,-5-1 0,-1 0 0,0-6 0,-1 6 0,-4-1 0,1 1 0,-7-6 0,8 2 0,-3 4 0,-1-4 0,2 3 0,0-1 0,5 2 0,0-4 0,1 3 0,5 3 0,0-2 0,0 0 0,2 1 0,-3-3 0,7 8 0,-8-9 0,2 3 0,-6-2 0,-5 2 0,4-4 0,-5 3 0,-3 3 0,-2-2 0,-2-1 0,2-5 0,-2 0 0,8 0 0,-1 2 0,-1 4 0,6-4 0,-5 4 0,-1-4 0,2-2 0,-2 5 0,1 1 0,5 0 0,-5-6 0,5 0 0,1 0 0,-5 0 0,0 0 0,-8 0 0,2 0 0,-2 0 0,2 0 0,-10 0 0,4 0 0,-3 0 0,3-2 0,0-4 0,-5-2 0,-1-3 0,0-4 0,7 3 0,1-3 0,4-2 0,-2 0 0,7-1 0,-5 1 0,6 0 0,-6 0 0,6 0 0,1-1 0,3 1 0,-1 0 0,-3 0 0,4 2 0,-5 3 0,5-3 0,1 3 0,-1-3 0,-5-2 0,5 0 0,-5-1 0,-1 1 0,2 0 0,-8-6 0,2 0 0,-4 0 0,-2 6 0,0-2 0,1-2 0,-1-2 0,0 2 0,6 2 0,0 2 0,0 0 0,-6-1 0,0 1 0,1 0 0,-1-6 0,0 0 0,6 4 0,0 2 0,2 3 0,-2-8 0,2-3 0,3 2 0,5-6 0,-5 6 0,-1-7 0,2 1 0,-2-9 0,1-2 0,-1-2 0,-6 3 0,2-3 0,-2-2 0,-2 6 0,-2-2 0,-5 4 0,-1 1 0,-1 3 0,1 3 0,3-3 0,-9 3 0,7 2 0,-6-1 0,7 5 0,-1-6 0,1 1 0,-2-7 0,5-1 0,-5-4 0,4 2 0,3-8 0,-1 0 0,0-6 0,0 1 0,1-1 0,-1 1 0,0-1 0,0-5 0,0-1 0,-1 7 0,-5 5 0,-3 0 0,-8-5 0,0-7 0,0 1 0,-6-6 0,0 6 0,-7-8 0,1 2 0,-3-4 0,-2-2 0,5-2 0,1-3 0,7 1 0,-3-7 0,1-2 0,0-2 0,0 5 0,6 5 0,-2 11 0,-3 6 0,1 3 0,-8 2 0,1 9 0,-6 2 0,-1 5 0,-1 2 0,-4-1 0,4 1 0,-11 0 0,7-1 0,-8 1 0,2-1 0,-1 1 0,1 0 0,-3-1 0,1 3 0,-5 1 0,-4 3 0,-6 1 0,6-2 0,-6 4 0,6 8 0,-6 0 0,5 0 0,-4 0 0,4-1 0,-4 7 0,4-1 0,-1 9 0,2-3 0,4 2 0,-4-2 0,-4 4 0,-2-3 0,-6 3 0,-5 2 0,-6 0 0,-12 0 0,4 5-150,-3 1 1,1 6 149,-1-7 0,3 7 0,-4-6 0,-3 1 0,-2-1 0,-6 2-243,-6 3 1,6 2 242,0-7 0,2 6 0,9-7 0,-3 9 0,-3-3 0,-1 6 0,34-6 0,-1 1 0,0 1 0,0 1-175,-3 2 0,1 2 1,1 3-1,0 0 175,-2 2 0,1 0 0,4 3 0,0 0 0,-4 1 0,-1 1 0,2 2 0,1 0 0,1 0 0,0 1 0,-2-3 0,1-1 0,2 2 0,2-1 0,-32 18-58,14-6 0,16-3 58,6-3 0,-1-2 130,2-3 0,0 2-130,6-8 0,-1 5 228,1-5 1,5 6-229,0-6 0,14 0 373,-2-6 1,9 0-374,-3 0 0,7 0 135,-2 1-135,4-1 0,2 0 0,0 0 0,14-5 0,3-1 0,17-7 0,1 2 0,3-12 0,-4-26 0,1-14 0</inkml:trace>
  <inkml:trace contextRef="#ctx0" brushRef="#br1" timeOffset="198">17260 15990 8912,'-7'15'0,"-5"-4"0,-3-5 0,-2-4 0,-2-2 0,-4 0 0,3 0 0,-2 0 0,2 0 0,11-2 0,3-4 0,4 4 0,4-5 0,4 7 0,-2 0 0,7 0 0,4 2 0,6 3 0,1-3 0,6 4 0,1 2 0,5-3 0,6 7 0,1-6 0,-9 7 0,-7-3 0</inkml:trace>
  <inkml:trace contextRef="#ctx0" brushRef="#br1" timeOffset="199">17639 16110 8912,'50'10'0,"3"5"0,16-6 0,2 10 0,3 4 0,5-2 0,7 8 0,-2-2-342,-4 1 1,-9 5 341,-8-4 0,-8-3 0,3 3 0,1-6 111,-2 6 0,-5-14-111,-6 2 0,-8-9 56,2 3 1,-11-7-57,-6 2 0,-12-4 0,-3-2 348,-8 0-348,0 0 0,-8 2 0,-3 3 0,-6 5 0,-6 7 0,-6-2 0,-11-3 0,-12-5 0,-9-7 0</inkml:trace>
  <inkml:trace contextRef="#ctx0" brushRef="#br1" timeOffset="200">17673 15663 8912,'8'-17'0,"2"-2"0,1-2 0,-1-2 0,-3 2 0,-3 2 0,4 1 0,-3 1 0,1 8 0,-8 3 0,-4 12 0,3-3 0,-7 9 0,2 1 0,-5 3 0,2 1 0,-12 0 0,-6 2 0,-5 2 0,-7 2 0,-4 8 0,-13-3 0,-3 5 0,-8 1 0,-7 2 0,-5 5 0,7-7 0,3 2 0,8-7 0,4-4 0,3 0 0,10-3 0,4-2 0,8 2 0,7-8 0,4-3 0,10-7 0,1 2 0,8-4 0,-1-2 0,10 0 0,-3 0 0,14 0 0,-7 0 0,8 0 0</inkml:trace>
  <inkml:trace contextRef="#ctx0" brushRef="#br1" timeOffset="201">16744 16110 8912,'8'10'0,"-6"5"0,7-11 0,-3 7 0,-2 1 0,7 5 0,-1 0 0,1 0 0,5 6 0,-5 0 0,10 6 0,2-5 0,0 3 0,2 4 0,2 1 0,7 3 0,0-7 0,1 1 0,-1-6 0,1 6 0,-3-8 0,-3 1 0,1-8 0,-7-3 0,6-5 0,-6 6 0,0-9 0,-6 3 0,-5-4 0,-1-2 0,-7 0 0,4 0 0,-8 0 0,0 0 0,-2 6 0,-4-1 0,-6 7 0,-11-6 0,-3-1 0,-9-5 0</inkml:trace>
  <inkml:trace contextRef="#ctx0" brushRef="#br1" timeOffset="202">16761 16076 8912,'-11'-25'0,"-1"6"0,-1 5 0,3 10 0,-1-1 0,5 5 0,-5 5 0,7-1 0,-2 8 0,4-8 0,4 3 0,4-7 0,3 0 0,9 0 0,-1 8 0,0-6 0,0 5 0,0-1 0,1 0 0,-9 7 0,-1-3 0</inkml:trace>
  <inkml:trace contextRef="#ctx0" brushRef="#br1" timeOffset="203">17019 16110 8912,'29'-6'0,"0"1"0,-8-1 0,6 4 0,-6-2 0,2-2 0,7 1 0,-5 3 0,4-4 0,1 4 0,-7-4 0,6 4 0,-6 2 0,7 0 0,-18 0 0,3 0 0</inkml:trace>
  <inkml:trace contextRef="#ctx0" brushRef="#br1" timeOffset="204">17467 16110 8912,'19'11'0,"4"1"0,2-1 0,3 7 0,-1-1 0,-4 0 0,-2-6 0,8 1 0,-6-6 0,5 5 0,-5-7 0,6 2 0,-8-4 0,2-2 0,2 0 0,-2 1 0,-2 3 0,-2 2 0,-2 0 0,0-6 0,-5 2 0,-1 3 0,1-3 0,5 8 0,0-4 0,-5-5 0,-1 5 0,-5-2 0,5 2 0,-5-4 0,6 3 0,1-3 0,-5 0 0,-3 4 0,3-2 0,-2 7 0,0-5 0,-6 5 0,0 1 0,0 5 0,-16 0 0,-3 0 0</inkml:trace>
  <inkml:trace contextRef="#ctx0" brushRef="#br1" timeOffset="205">19945 16677 8912,'-2'-26'0,"-2"1"0,-2 2 0,1 2 0,-1 4 0,-2 3 0,-1 1 0,5 5 0,-4 1 0,8 14 0,2 5 0,2 5 0,2 6 0,7 4 0,-1 7 0,-3 8 0,1 4 0,-1 4 0,1 1 0,-4 1 0,5-1 0,-7 1 0,3-1 0,-1 1 0,0 0 0,0-3 0,-6-3 0,0 2 0,0-8 0,-8 0 0,-3-6 0,-5-1 0,-1-4 0,0-5 0,0-14 0,-1-2 0</inkml:trace>
  <inkml:trace contextRef="#ctx0" brushRef="#br1" timeOffset="206">19377 16970 8912,'-44'0'0,"10"-6"0,11 0 0,4 0 0,11 5 0,8-5 0,11-6 0,10-3 0,16-10 0,14-3 0,11-13 0,12-2 0,8-3 0,-37 23 0,0 0 0,41-23 0,-43 20 0,0 0 0,36-16-122,-11 8 1,-6 7 121,-5 10 0,-13 7 0,-10 5 0,-7 3 0,-17 2 0,-3 0 0</inkml:trace>
  <inkml:trace contextRef="#ctx0" brushRef="#br1" timeOffset="207">20409 17193 8912,'-32'0'0,"1"2"0,5 2 0,1 2 0,8 1 0,5-1 0,8-4 0,-1 6 0,12-8 0,10 0 0,8-2 0,10-4 0,5-4 0,0-7 0,2-2 0,-2-4 0,-5 2 0,-1-8 0,-3 8 0,-14-1 0,4 2 0,-10 3 0,-3 6 0,-2-1 0,-14 8 0,-9-1 0,-10 3 0,-13 2 0,-6 2 0,-4 3 0,-1 5 0,-1 7 0,6 8 0,0 4 0,10-3 0,2 3 0,9 0 0,13 5 0,5 1 0,10-1 0,9 0 0,11 1 0,9-9 0,8-3 0,1-2 0,10 2 0,-5-9 0,6 3 0,-3-11 0,-8-1 0,5-3 0,-6-2 0,-2 0 0,-9 0 0,-6-9 0,-12-9 0,4-6 0,-5-11 0</inkml:trace>
  <inkml:trace contextRef="#ctx0" brushRef="#br1" timeOffset="208">20805 17090 8912,'0'-10'0,"-7"3"0,5 7 0,0 2 0,8 3 0,9 5 0,2 7 0,6 0 0,6 1 0,3-1 0,-3 0 0,3 0 0,3 0 0,-1-1 0,1-5 0,-1 4 0,0-3 0,-5 1 0,0-1 0,-8 1 0,2-7 0,-4 5 0,-2-5 0,-7-8 0,-5-9 0,-5 1 0,-5-1 0,1-1 0,-8-5 0,1 0 0,-6 0 0,0-1 0,-1 1 0,1 0 0,0 7 0,0 5 0,5 3 0,1 2 0,-1 2 0,-5 3 0,0 13 0,0 10 0,-1 5 0,1 1 0,0 2 0,0 5 0,0 2 0,-1 9 0,7 0 0,-1-1 0,9-1 0,-3-4 0,6 0 0,6-12 0,7-7 0,8-6 0,6-12 0,7-3 0,8-12 0,2-19 0,8-11 0</inkml:trace>
  <inkml:trace contextRef="#ctx0" brushRef="#br1" timeOffset="209">21476 16849 8912,'0'0'0</inkml:trace>
  <inkml:trace contextRef="#ctx0" brushRef="#br1" timeOffset="210">21442 16815 8912,'-10'0'0,"3"0"0,7 0 0</inkml:trace>
  <inkml:trace contextRef="#ctx0" brushRef="#br1" timeOffset="211">21408 16849 8912,'0'17'0,"0"3"0,0 3 0,0-2 0,0 7 0,2 1 0,3 5 0,-1 1 0,8-1 0,1 0 0,2 1 0,2 1 0,1 4 0,3-9 0,-4 3 0,2-3 0,-11 3 0,-1 0 0,1 1 0,-10-6 0,-9-5 0,-5-3 0,-1-5 0,0-11 0,-8 3 0,-2-8 0</inkml:trace>
  <inkml:trace contextRef="#ctx0" brushRef="#br1" timeOffset="212">21390 17296 8912,'0'-17'0,"0"0"0,0 0 0,0 0 0,0-1 0,4 1 0,8 0 0,1 0 0,16 0 0,5-1 0,6 1 0,8 0 0,-2 0 0,6 2 0,5 1 0,4 3 0,0-3 0,-1-9 0,-9-3 0,1-9 0</inkml:trace>
  <inkml:trace contextRef="#ctx0" brushRef="#br1" timeOffset="213">22079 16695 8912,'-17'0'0,"-1"0"0,1 0 0,8 1 0,3 5 0,4-4 0,2 6 0</inkml:trace>
  <inkml:trace contextRef="#ctx0" brushRef="#br1" timeOffset="214">22234 16712 8912,'2'-44'0,"1"4"0,3 3 0,-2 5 0,-2 1 0,-2 5 0,0 1 0,0 2 0,-2 8 0,-4 3 0,4 4 0,-5 10 0,7 4 0,0 9 0,2 10 0,3 4 0,7 7 0,-3 0 0,1 12 0,-1 4 0,1 3 0,-6 10 0,2-2 0,-5-2 0,-1 2 0,-1-2 0,-5 4 0,-6-3 0,-3-3 0,-4-4 0,-4-9 0,4 0 0,-4-12 0,6-7 0,5-6 0,-3-11 0,13-5 0,-4-10 0,6-13 0,6-10 0,5-10 0,12-3 0,4-6 0,8 1 0,5 4 0,0 2 0,2 3 0,-2 3 0,-4 7 0,3 4 0,-7 6 0,-3 6 0,-8 3 0,2 8 0,-10 8 0,-1 3 0,-8 10 0,1 2 0,-5 0 0,-5 2 0,-5-4 0,-7 7 0,-2-5 0,-4 6 0,-4-6 0,-7 4 0,-1-1 0,1 1 0,-3-6 0,-3 2 0,4 2 0,-4-2 0,5-2 0,7-2 0,3-9 0,8-5 0,7-3 0,6-2 0,16 0 0,9-15 0,19-8 0,4-8 0,7-3 0,9 0 0,1-1 0</inkml:trace>
  <inkml:trace contextRef="#ctx0" brushRef="#br1" timeOffset="215">22836 17142 8912,'0'-33'0,"0"4"0,0 5 0,-6 12 0,0 1 0,-7 7 0,3 4 0,-7 11 0,2 5 0,2 3 0,3 4 0,2 5 0,-3-1 0,5 2 0,0-3 0,6 3 0,0-2 0,0-4 0,8-4 0,4 2 0,3-6 0,2-3 0,0-9 0,0 3 0,6-4 0,0-2 0,2-8 0,-2-3 0,-4-6 0,4-6 0,-9 2 0,-3-8 0,-7 2 0,2-1 0,-4-5 0,-2 5 0,-8 3 0,-4 2 0,-3 4 0,-2 2 0,-2 1 0,-2 5 0,-2 5 0,0 4 0,13 4 0,5 4 0,3-4 0,9 13 0,3-5 0</inkml:trace>
  <inkml:trace contextRef="#ctx0" brushRef="#br1" timeOffset="216">23232 17073 8912,'-18'0'0,"1"-6"0,0 0 0,0 1 0,-6 7 0,0 3 0,0 5 0,6 7 0,0 8 0,-1 3 0,7 5 0,-1 1 0,9 6 0,-3 1 0,12-1 0,5-6 0,6-1 0,6-5 0,6-7 0,3-7 0,3-1 0,-1-7 0,6-2 0,1-10 0,-3-4 0,-9-7 0,1-6 0,-7-2 0,-2-1 0,-2-5 0,-9-2 0,-4-1 0,-6 2 0,-6 3 0,-6-3 0,-11 3 0,-5 4 0,-12 2 0,1 6 0,-7 5 0,2 5 0,-1 7 0,4 0 0,13 0 0,3 4 0,8 7 0,1 1 0,5 10 0,5-8 0,14-5 0,9 1 0,10-1 0,5-5 0,3 2 0,7-12 0,2-3 0</inkml:trace>
  <inkml:trace contextRef="#ctx0" brushRef="#br1" timeOffset="217">23714 16368 8912,'0'-25'0,"0"12"0,0-5 0,0 5 0,0 4 0,0 9 0,0 13 0,0 8 0,0 11 0,0 10 0,0 4 0,0 8 0,1-1 0,5 10 0,-2-5 0,7 5 0,-5-6 0,6 6 0,-7-6 0,7 6 0,-1-7 0,7 1 0,-9-11 0,-1-6 0,-2-4 0,-1-1 0,9-9 0,-12-1 0,5-15 0,1-10 0,1-10 0</inkml:trace>
  <inkml:trace contextRef="#ctx0" brushRef="#br1" timeOffset="218">24195 16540 8912,'0'-17'0,"0"5"0,0 1 0,0 7 0,-7-4 0,-3 8 0,-7 0 0,-8 8 0,-4 3 0,-3 7 0,-2 4 0,-9 7 0,-2 11 0,-3-2 0,2 8 0,4-6 0,7 6 0,7-6 0,-1 6 0,16-9 0,1-3 0,10-2 0,8-9 0,13 0 0,16-6 0,3-7 0,13-4 0,-1-6 0,13-4 0,2-4 0,2-1 0,-4-9 0,0-4 0,-7-1 0,1 5 0,-3 3 0,-3 4 0,-9-3 0,-7 9 0,-1-9 0,-7 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8T00:40:18.376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28962 2355 8912,'0'-17'0,"0"-8"0,-2 6 0,-3-4 0,3 10 0,-4 2 0,2 7 0,-2-2 0,4 4 0,-5 2 0,7 0 0,0 0 0,0 8 0,0-6 0,-8 5 0,-1-7 0,-9 0 0,-5 2 0,0 4 0,-7-2 0,1 7 0,-13 1 0,-9 5 0,-5 8 0,-13 3 0,-3 11-219,-14 1 0,42-17 0,0 1 219,-3-1 0,2 0 0,-36 21 0,1 2 0,2-8 0,3 4 0,1 0 0,-3 4 0,6-4 0,-3-2 0,-5-1 0,-1 1 0,37-18 0,0 3 0,-3 6 0,0 1 0,2-1 0,0 2 0,-1 3 0,-1 2 0,-5 0 0,-2 0-269,-1 0 0,-1-1 0,-3 1 1,0 0 268,-3 0 0,1-1 0,7-2 0,1 1 0,3 1 0,1 0 0,-1-1 0,0-1 0,1-1 0,0 0 0,-1 0 0,-1-3 0,4-1 0,0-2 0,4-3 0,0-1 0</inkml:trace>
  <inkml:trace contextRef="#ctx0" brushRef="#br0" timeOffset="1">26037 3937 8912,'-77'50'0,"8"-4"0,10 0 0,13-12 0,4 2 0,8-13 0,7-6 0,4-5 0,10-8 0,1 1 0,8-3 0,-11-2 0,13 0 0,-5 0 0,7 0 0,0 0 0,-8 8 0,-2 2 0,-7 7 0,0 6 0,0 0 0,-1 7 0,1-1 0,0 1 0,0-1 0,-8-12 0,-2-9 0</inkml:trace>
  <inkml:trace contextRef="#ctx0" brushRef="#br0" timeOffset="2">25641 3628 8912,'9'-2'0,"-3"-4"0,2-3 0,0-9 0,1 1 0,4 0 0,3 0 0,1 0 0,0-1 0,0 1 0,-1 0 0,-3 2 0,-1 1 0,1 3 0,-4 7 0,3-2 0,-10 14 0,-2 9 0,-15 10 0,-16 15 0,-7 10 0,9-16 0,-3 4 0</inkml:trace>
  <inkml:trace contextRef="#ctx0" brushRef="#br0" timeOffset="3">25452 3937 8912,'-63'69'0,"1"0"0,3 0 0,2-1 0,7-5-434,4 0 0,-2 2 434,8 10 0,2-10 0,9 2 0,6-6 140,4-6 1,10-7-141,3-2 0,4-14 71,2 3 1,0-12-72,0 0 0,0-4 0,0-2 0,0-8 0,2 5 444,4-9-444,-4 1 0,5-6 0,-7 0 0,8 0 0,3 0 0,6 0 0,6 0 0,-2 0 0,8 0 0,2 0 0,9 0 0,6-7 0,11-5 0,6-3 0,12-2 0,3-2 0,8-4 0,0-4 0,0-6 0,-2 3 0,-3 1 0,1 1-166,-7-7 0,-7 6 166,-4 1 0,-9 9 0,2 2 0,-17 1 0,-5 10 0,-18 1 0,0 5 0,-11 0 0,2 0 0,-10 0 0,-4 0 0,4 0 0,-7 0 0,5 2 332,-2 3-332,0-3 0,6 14 0,6-7 0,0 8 0,5 1 0,-5-1 0,7 0 0,-1 0 0,5 0 0,6 1 0,-4-1 0,14-15 0,-7-4 0</inkml:trace>
  <inkml:trace contextRef="#ctx0" brushRef="#br0" timeOffset="4">25538 3834 8912,'-23'-2'0,"0"-2"0,2-3 0,2-1 0,3-1 0,5-1 0,1 4 0,6-5 0,-1-3 0,1 5 0,12-1 0,9 3 0,2-7 0,10 5 0,1-3 0,3 1 0,1 1 0,1-3 0,-3 3 0,-3 3 0,1-1 0,-7 2 0,0 4 0,-6-1 0,1 6 0,-9 7 0,-3 7 0,-4 8 0,-10-14 0,-1 5 0</inkml:trace>
  <inkml:trace contextRef="#ctx0" brushRef="#br0" timeOffset="5">25641 3903 8912,'-42'51'0,"-4"1"0,-11 11 0,-6 0 0,-4 8-622,-2-8 0,6 0 622,0 6 0,15-4 0,2 9 0,8-9 110,3-2 1,8-8-111,4 3 0,10-14 0,4-8 0,-1-7 123,0-4 0,7-3-123,-3-4 0,4-1 0,2 0 0,0-6 0,0 1 0,8-6 316,3 5 1,4-5-317,3 5 0,5-7 144,-1 2-144,1-4 0,-5-25 0,-1-6 0</inkml:trace>
  <inkml:trace contextRef="#ctx0" brushRef="#br0" timeOffset="6">706 12620 8912,'-10'-17'0,"4"-1"0,4 1 0,10 0 0,2 0 0,-1 0 0,5 5 0,-7 3 0,1-1 0,-1 0 0,5 5 0,-6-7 0,7 8 0,-11-3 0,8 7 0,-5 0 0,-3 0 0,8-6 0,-5 0 0,-1-7 0,8 2 0,1-7 0,8-3 0,2-4 0,-2-1 0,4 5 0,-2-2 0,6-2 0,-6 2 0,7 0 0,-1 6 0,3-6 0,3 0 0,1-2 0,4 2 0,2 2 0,6-5 0,-4 1 0,-2 4 0,6-4 0,-2 2 0,-2-6 0,2 6 0,0-5 0,5 5 0,1-6 0,-1 6 0,-1-5 0,-4 5 0,2 0 0,-8 6 0,-2-1 0,-1 1 0,-9 6 0,1-1 0,-14 8 0,2-1 0,-3-5 0,-5 8 0,-1-5 0,-8 7 0,0 0 0,-8 0 0,7 0 0,-7 0 0,8 0 0,0 0 0,-8 0 0,-1 0 0</inkml:trace>
  <inkml:trace contextRef="#ctx0" brushRef="#br0" timeOffset="7">1772 11296 8912,'-17'-10'0,"2"3"0,4-1 0,1 6 0,4-4 0,4 5 0,-5 1 0,9 0 0,3 0 0,7 0 0,-3 0 0,3 0 0,-1 0 0,12-2 0,0-2 0,-2-2 0,-2 2 0,4 2 0,0 2 0,8 0 0,-3 0 0,5 0 0,1 0 0,1 6 0,-1 0 0,1 5 0,-1-5 0,1 0 0,-1 1 0,6-3 0,0 8 0,0-9 0,-5 3 0,-1 2 0,1-2 0,-3 1 0,-3-1 0,-4-4 0,-8 4 0,0-3 0,0 3 0,-7-4 0,-2 6 0,-8-8 0,0 7 0,-2-3 0,-4 8 0,4-7 0,-4 7 0,4-6 0,2 5 0,0 0 0,0 7 0,0-1 0,0 0 0,-5-6 0,-1 1 0,0-1 0,6 7 0,-6 5 0,1-1 0,-9 11 0,3 1 0,-6 3 0,-6 8 0,3-1 0,-4 4 0,-1-2 0,-4 2 0,4-4 0,2 2 0,-2-14 0,2 2 0,1-5 0,4 0 0,9-4 0,3-8 0,-4-8 0,9-1 0,-7-8 0,8-8 0,8 6 0,-7-7 0,5 3 0,-4 4 0,-2-5 0,0 16 0,0 8 0,-8 16 0,-3 13 0,-12 11 0,-11-4 0,-10 7 0</inkml:trace>
  <inkml:trace contextRef="#ctx0" brushRef="#br0" timeOffset="8">17725 9577 8912,'0'-18'0,"0"1"0,-2 0 0,-2-2 0,-3 0 0,-3 0 0,-3 3 0,-5 5 0,-3-1 0,-2 7 0,2 3 0,-5 11 0,-3 10 0,-4 16 0,-1 15 0,0 16 0,-1 15 0,1 3 0,-1 2 0,9 7 0,14-45 0,3 0 0,-5 45 0,8-7 0,6-2-151,6-9 0,6-2 151,11-10 0,0-12 0,9-13 0,4-9 0,1-12 0,10-2 0,1-11 0,0-6 0,-8-13 0,2-12 0</inkml:trace>
  <inkml:trace contextRef="#ctx0" brushRef="#br0" timeOffset="9">18207 9972 8912,'-17'-2'0,"-1"-4"0,1-5 0,0-4 0,5 5 0,1 4 0,7 6 0,-2 6 0,5 9 0,1 10 0,0 2 0,0 4 0,0 1 0,0 4 0,0 2 0,0 3 0,0-1 0,0-6 0,5 0 0,1 1 0,-2-3 0,-2-3 0,-2-4 0,0-8 0,0 0 0,0-7 0,0-4 0,0-12 0,-2-8 0,-4-7 0,4-5 0,-4-9 0,5-5 0,1-2 0,0 0 0,0 0 0,0-6 0,0 2 0,0 4 0,0 2 0,1 6 0,5 5 0,4-3 0,7 15 0,0-1 0,-5 9 0,-1 9 0,1 13 0,5 4 0,-6 14 0,1 3 0,-1 3 0,4 7 0,-1 0 0,-3-1 0,-1-2 0,1 4 0,3-6 0,-8 1 0,7-6 0,-2-5 0,-3 1 0,-2-7 0,1-5 0,-1-7 0,2-7 0,-2 2 0,-3-5 0,9-1 0,-6-9 0,5-8 0,0-10 0,-1-6 0,5-1 0,-3 0 0,-3-6 0,3-1 0,-3-4 0,3 4 0,1 3 0,-7 8 0,0 3 0,1 2 0,-5 2 0,6 14 0,-8 3 0,0 12 0,0 5 0,0 12 0,0-2 0,0 8 0,2-6 0,4 5 0,-3-1 0,9 2 0,-6-3 0,5-3 0,-5-4 0,5 4 0,3-4 0,1-7 0,2-1 0,0-7 0,1 2 0,-1-10 0,0-2 0,2-7 0,4 2 0,-4-10 0,4-2 0,2-2 0,-2 2 0,-2 4 0,-10-4 0,5 4 0,-7 2 0,1-1 0,-2 9 0,-8-6 0,0 13 0,0-4 0,0 12 0,0-3 0,0 11 0,0 3 0,0 4 0,0 4 0,0-2 0,1-2 0,5 7 0,-2-7 0,7 2 0,1-4 0,5-3 0,2-3 0,4-1 0,-2-9 0,8 3 0,-8-12 0,2-5 0,2-4 0,-2-3 0,-2-6 0,-10-5 0,3 2 0,-9-1 0,7 5 0,-6-6 0,-1 8 0,-5-2 0,0 4 0,0 2 0,0 0 0,0 7 0,0 4 0,0 12 0,0 9 0,0 8 0,0 8 0,0-3 0,0-1 0,0 2 0,2-8 0,4 2 0,9 0 0,8-6 0,2 2 0,-2-13 0,4-1 0,5-6 0,-3-5 0,3-11 0,-5-10 0</inkml:trace>
  <inkml:trace contextRef="#ctx0" brushRef="#br0" timeOffset="10">19773 9577 8912,'-17'0'0,"-1"0"0,1 0 0,0 0 0,5-6 0,1 0 0,5 0 0,-3 8 0,1 4 0,2 17 0,6 11 0,0 14 0,0 2 0,0 7 0,0 4 0,0 0 0,0 2 0,2-3 0,4-9 0,4-7 0,7-4 0,-6-11 0,1-6 0,-1-6 0,6-6 0,1-3 0,-1-8 0,0-8 0,0-3 0,0-6 0,1-6 0,5-4 0,-1-7 0,1-6 0,-5 0 0,-1-8 0,0 2 0,0-6 0,0-5 0,-1-4 0,-5-8 0,5 2 0,-5 4 0,2 6 0,-1 11 0,1 12 0,-7 11 0,0 4 0,-6 9 0,-2 2 0,-4 8 0,2 8 0,-5 4 0,-1 3 0,1 2 0,3 8 0,-6 4 0,9 5 0,-3 6 0,-2 4 0,2 8 0,1-1 0,5 1 0,0-1 0,0 1 0,2-6 0,3 0 0,5-8 0,7 2 0,0-6 0,2-5 0,2-6 0,2-4 0,2-9 0,-2-5 0,-2-3 0,8-2 0,-8-9 0,2-9 0,2-1 0,-2-9 0,0 1 0,-6-2 0,0-3 0,0 3 0,0 2 0,-1 1 0,-5 1 0,-3 10 0,0 7 0,-7 16 0,5 3 0,-4 12 0,-2 6 0,0-3 0,0 3 0,0 0 0,0 5 0,6-5 0,0-1 0,5-7 0,-3 2 0,1-6 0,5-5 0,1 1 0,2-7 0,0 0 0,1-6 0,-1-10 0,0-7 0,0-8 0,0-9 0</inkml:trace>
  <inkml:trace contextRef="#ctx0" brushRef="#br0" timeOffset="11">20599 9611 8912,'-27'17'0,"-5"-2"0,3-3 0,4 3 0,2-3 0,4-3 0,2 3 0,1 1 0,5 2 0,-4 3 0,15-7 0,0 0 0,2-7 0,9 2 0,6-4 0,6-2 0,0-2 0,-6-4 0,1-3 0,-1-8 0,-6-1 0,1 1 0,-8 0 0,1 0 0,-3-8 0,-4 6 0,-3-4 0,-5 10 0,-7 3 0,0 2 0,-1 4 0,1 3 0,0 1 0,0 5 0,-1 1 0,1 7 0,0-1 0,-8 3 0,-2 2 0</inkml:trace>
  <inkml:trace contextRef="#ctx0" brushRef="#br0" timeOffset="12">19842 10006 8912,'-16'-2'0,"5"-3"0,-3 1 0,9-8 0,-1 7 0,6-7 0,13 1 0,8-8 0,8-2 0,7-2 0,10 2 0,0 9 0,4-1 0,2 7 0,1 0 0,4 6 0,3 0 0,3 0 0,-6 0 0,-11 0 0,2 0 0,-8 0 0,8 0 0,-4 0 0</inkml:trace>
  <inkml:trace contextRef="#ctx0" brushRef="#br0" timeOffset="13">20891 9817 8912,'0'12'0,"0"-1"0,0 1 0,0 5 0,0 8 0,0 3 0,0 5 0,0 1 0,2 6 0,4 0 0,-4 6 0,4-6 0,-3 1 0,1-7 0,2 0 0,-2 1 0,-2-9 0,-2-3 0,-2-5 0,-4-7 0,2-3 0,-7-8 0,7-8 0,-2-3 0,4-14 0,2-10 0,-7 1 0,-3-8 0</inkml:trace>
  <inkml:trace contextRef="#ctx0" brushRef="#br0" timeOffset="14">20891 9817 8912,'0'-17'0,"0"0"0,0 0 0,2 7 0,4 4 0,9 5 0,8 1 0,8 0 0,-3 0 0,5 1 0,1 5 0,1-2 0,-1 7 0,-1 1 0,-5 5 0,-3 6 0,-7 0 0,-3 2 0,-4-2 0,-3-4 0,-8 6 0,-2-2 0,-4-1 0,-9 1 0,-8-5 0,-2-1 0,2 0 0,2-2 0,-7-3 0,6 1 0,0-7 0,2 0 0,11-14 0,1-2 0,8-7 0</inkml:trace>
  <inkml:trace contextRef="#ctx0" brushRef="#br0" timeOffset="15">21390 9525 8912,'0'-10'0,"-2"3"0,-3 7 0,3 4 0,-4 7 0,4 8 0,0 17 0,-2 5 0,-1 4 0,-1 5 0,6 2 0,0 5 0,0 0 0,0-5 0,0-6 0,8-2 0,3 2 0,4-6 0,3-12 0,5-9 0,-1-7 0,9-8 0,-2 1 0,3-5 0,3-5 0,-1-9 0,1-7 0,5 0 0,0-7 0,-2-1 0,-9-5 0,-4-1 0,-8 1 0,-8 1 0,-3 5 0,-4-3 0,-2 8 0,-2 2 0,-4 10 0,-7 5 0,-8 4 0,-6 12 0,-7 7 0,-1 8 0,1 9 0,7 0 0,4 1 0,0-1 0,6 1 0,4-3 0,13-3 0,2 1 0,3-7 0,13 4 0,12-8 0,6-4 0,5 1 0,6-9 0,-1-1 0,-4-4 0,-1-2 0,-5-8 0,-2-9 0,1-10 0</inkml:trace>
  <inkml:trace contextRef="#ctx0" brushRef="#br0" timeOffset="16">22285 9663 8912,'-6'-23'0,"1"0"0,-1 2 0,0 2 0,-1 1 0,-3 1 0,6 6 0,-1-1 0,3-1 0,2 5 0,0 3 0,0 10 0,0 9 0,0 7 0,2 5 0,1 9 0,3 1 0,-2 4 0,4 4 0,-3 8 0,7-6 0,-7-3 0,1 0 0,2-5 0,-4-2 0,7-2 0,-1-1 0,3-4 0,-1-7 0,1-2 0,4-11 0,6-3 0,-2-4 0,8-2 0,0-10 0,5-7 0,-2-6 0,-3-6 0,-4-3 0,-8 3 0,-2-1 0,-3 1 0,1-1 0,-7 7 0,0 0 0,-6 5 0,0 9 0,0 9 0,0 11 0,0 12 0,0 4 0,0 2 0,0-1 0,0-1 0,0 2 0,7 1 0,5-7 0,-2 0 0,1-6 0,0-1 0,7-5 0,1-3 0,4-8 0,-4 0 0,4 0 0,-4-8 0,-2-3 0,0-12 0,-7-4 0,-2-7 0</inkml:trace>
  <inkml:trace contextRef="#ctx0" brushRef="#br0" timeOffset="17">22733 9422 8912,'-44'7'0,"2"3"0,7 7 0,7 0 0,3 3 0,4-1 0,5-2 0,11 4 0,-1-10 0,12 3 0,5-3 0,10-3 0,2-8 0,8 0 0,-3 0 0,-3-10 0,-2-5 0,-4-6 0,-2 0 0,-1 0 0,-5-2 0,-3 4 0,-8-4 0,0 4 0,0 2 0,-2 1 0,-4 5 0,4-4 0,-13 13 0,13-4 0,-4 12 0,6 1 0,4 7 0,6-3 0,5 3 0,-2 1 0,12 2 0</inkml:trace>
  <inkml:trace contextRef="#ctx0" brushRef="#br0" timeOffset="18">23111 9766 8912,'-15'17'0,"3"0"0,-3 0 0,4 0 0,3 1 0,2-1 0,-1 0 0,1 0 0,0 6 0,6 0 0,0 0 0,0-6 0,0-5 0,0-1 0,6-5 0,0 5 0,-1-7 0,-5 4 0,2-10 0,2-6 0,2-7 0,-2-6 0,-2-10 0,-2 3 0,2-5 0,3-1 0,-1-1 0,8 1 0,-7 0 0,7-1 0,-3 3 0,5 3 0,-3 6 0,3 4 0,-5 4 0,3 3 0,-1 5 0,6 7 0,1 4 0,-1 7 0,2 2 0,4 16 0,-4-6 0,4 6 0,2-3 0,-2 3 0,7 2 0,-1-8 0,-2-2 0,1-10 0,-7 2 0,2-7 0,2 0 0,-2-8 0,0-4 0,2-5 0,-8-5 0,0-1 0,1-6 0,-7 0 0,-3-5 0,-3 5 0,-3 0 0,-2 6 0,-2 0 0,-3-1 0,-7 7 0,-11-1 0,4 9 0,-4-1 0,2 8 0,-2 7 0,4 10 0,-4 2 0,4 8 0,2-3 0,2-1 0,3 2 0,4-3 0,8 3 0,0-2 0,0-4 0,10-6 0,7 2 0,12-8 0,9-3 0,6-2 0,8-6 0,7-8 0,4-3 0,4-6 0,2-6 0,-8 2 0,-4-8 0,-11 2 0,-7-3 0,-9 3 0,-7 2 0,-11 0 0,-7 2 0,-5 4 0,-5-4 0,-5-2 0,-7 3 0,0 4 0,-1 7 0,1 7 0,0-2 0,0 4 0,0 2 0,-1 8 0,1 3 0,0 5 0,0 1 0,1 6 0,5 0 0,-4 2 0,5-4 0,0 2 0,5-2 0,-3 0 0,2 2 0,1-10 0,5 4 0,2-5 0,3-1 0,5-3 0,7-8 0,0 0 0,0 0 0,6-2 0,0-4 0,6-4 0,-6-7 0,0 0 0,-6 0 0,0 2 0,1 3 0,-1-3 0,0 5 0,0 1 0,-5 3 0,-3 12 0,-1 5 0,-4 5 0,3-5 0,-1 0 0,2 1 0,-3 5 0,-1 0 0,8 0 0,-3-5 0,3-1 0,3-7 0,-3 2 0,-3-4 0,3-2 0,-7-2 0,7-4 0,-8-3 0,1-9 0,3 1 0,-2 0 0,-2-2 0,-3-4 0,-1 2 0,0-8 0,0 6 0,0-5 0,0 7 0,0-2 0,0 4 0,0 2 0,0 7 0,0 2 0,2 8 0,4 0 0,-2 2 0,7 4 0,1 2 0,5 3 0,6 4 0,0-3 0,0 3 0,2 2 0,-6 6 0,4 0 0,-4 0 0,-2-6 0,-5 1 0,-1-1 0,-7 0 0,4 0 0,-8 0 0,0-5 0,0-1 0,0-7 0,-6-4 0,0-11 0,0-5 0,6-1 0,0-8 0,0-3 0,8-5 0,4-1 0,5-1 0,6 1 0,-4 1 0,6 5 0,-2 5 0,0 4 0,5 9 0,-5 5 0,2 3 0,-2 2 0,-2 7 0,8 5 0,-1 3 0,7 10 0,-1 2 0</inkml:trace>
  <inkml:trace contextRef="#ctx0" brushRef="#br0" timeOffset="19">25486 9749 8912,'-15'-27'0,"3"4"0,7 4 0,3 2 0,2 7 0,2 2 0,3 8 0,5 0 0,7 0 0,2 8 0,2 3 0,2 7 0,-2 5 0,-4 1 0,-5 5 0,1 4 0,-7-5 0,5-1 0,-5 2 0,0-8 0,-6 2 0,0-4 0,0-2 0,0-6 0,0 1 0,0-8 0,0 1 0,0-10 0,0-7 0,0-11 0,0-5 0,0-5 0,8-3 0,3-4 0,4 1 0,3-6 0,4 6 0,1-1 0,8 4 0,-2 2 0,3 3 0,3 8 0,-9 8 0,-3 15 0,-4 0 0,6 0 0,2 0 0</inkml:trace>
  <inkml:trace contextRef="#ctx0" brushRef="#br0" timeOffset="20">26106 9834 8912,'-12'-5'0,"3"-3"0,1-1 0,2 5 0,6-12 0,8 13 0,3-9 0,6 6 0,6-5 0,4 5 0,8-5 0,-1-1 0,0 3 0,-1-7 0,-4 5 0,1-4 0,-7-2 0,0-1 0,-6 1 0,-7 6 0,-4-1 0,-4 1 0,-2-6 0,-8 1 0,-4 5 0,-11 3 0,-3 8 0,-3 0 0,0 0 0,3 8 0,-3 3 0,-2 6 0,8 6 0,0-2 0,6 8 0,6 0 0,-1 5 0,8-5 0,-1-1 0,10-5 0,7 6 0,11-8 0,6 0 0,3-8 0,2-7 0,3-4 0,3-2 0,-4-2 0,4-4 0,-5-5 0,-6-12 0,1 2 0,-7-8 0,-2 3 0,-9-3 0,1-2 0,-7 8 0,1-5 0,-3 5 0,2 2 0,-2 2 0,-2 9 0,-10-5 0,6 21 0,-4-1 0,-1 16 0,1 8 0,0 5 0,6 7 0,0-3 0,0 8 0,0 1 0,0 9 0,0 1 0,0-2 0,0-1 0,0-2 0,-2-1 0,-3 1 0,1-6 0,-8-1 0,7-12 0,-7 1 0,6-11 0,-5 0 0,-1-11 0,-5-5 0,0-7 0,5-7 0,3-7 0,-1-7 0,1-7 0,5-5 0,-2-1 0,4-3 0,2-3 0,0 4 0,0-4 0,8 4 0,3 1 0,5 7 0,3 1 0,2 0 0,2 0 0,7 1 0,-1-3 0,4 2 0,1 4 0,2 2 0,5-7 0,-5 7 0,4-2 0,-9 2 0,-3-2 0,-7 2 0,2-6 0,-4 2 0,-1 4 0,-9 8 0,-3 1 0,-4 7 0,-2-7 0,0 8 0,0-3 0,-2 7 0,-4 0 0,2 7 0,-7 5 0,7-3 0,-2 3 0,4 1 0,2 2 0,0 8 0,0 0 0,0 0 0,0-6 0,6 2 0,0 4 0,5-4 0,-5 4 0,6-2 0,-7 2 0,7-2 0,-7 8 0,7-8 0,-4 2 0,1-4 0,5-2 0,1 0 0,2 1 0,0-1 0,0 0 0,6-7 0,0-5 0,8-3 0,-2-2 0,-3-2 0,3-3 0,-8-7 0,2-11 0,2 2 0,-2-6 0,-2 3 0,-2 3 0,-9-4 0,-5 2 0,3-6 0,-2 6 0,-1 0 0,-5 6 0,-7 0 0,-3 2 0,-7 3 0,0 5 0,0 7 0,5 7 0,1 7 0,-3 5 0,-1 4 0,3 7 0,1-1 0,7 1 0,-2-1 0,5 3 0,1-3 0,0-2 0,0 2 0,7-8 0,5 1 0,9-2 0,2-3 0,7-8 0,-1-3 0,3-4 0,3-2 0,1-8 0,2-5 0,3-8 0,-3-8 0,-2 3 0,-1-3 0,-3 0 0,-3-5 0,-4-2 0,-8-5 0,-2 5 0,-3-4 0,-5 6 0,-7 5 0,0 4 0,0 8 0,0 7 0,-2 3 0,-3 7 0,3 2 0,-4 3 0,4 9 0,2 7 0,0 0 0,0 7 0,0-5 0,0 6 0,0 0 0,0 5 0,8-1 0,3-5 0,-1 3 0,1-8 0,1 5 0,5-5 0,-2 0 0,-3-6 0,3 1 0,-13-1 0,4-8 0,-12-3 0,-6-4 0,-11-2 0,-5 0 0,-5 0 0,-1 0 0,-1 0 0,1 0 0,1-6 0,5 0 0,-3-7 0,8 2 0,0-5 0,6-1 0</inkml:trace>
  <inkml:trace contextRef="#ctx0" brushRef="#br0" timeOffset="21">28480 9800 8912,'-7'-17'0,"-1"0"0,-3 0 0,-5 7 0,5 4 0,-6-1 0,-6 1 0,-4 4 0,0 6 0,-5 7 0,3 12 0,-4-2 0,-1 8 0,7-2 0,4 1 0,12 5 0,5-5 0,4-1 0,2 2 0,4-8 0,6 2 0,9-4 0,6-2 0,3-6 0,7 1 0,-1-6 0,0 5 0,-1-7 0,-4 2 0,3-3 0,-3 3 0,-4-4 0,-2 4 0,-6 3 0,-6 3 0,-3-3 0,-8 3 0,-2-1 0,-4 7 0,-7-1 0,-8 0 0,-8 0 0,-11 0 0,2 0 0,-8 1 0,0-7 0,-6 1 0,3-7 0,3 7 0,6-8 0,11 1 0,6-7 0,12-9 0,3-8 0,8-16 0</inkml:trace>
  <inkml:trace contextRef="#ctx0" brushRef="#br0" timeOffset="22">28825 9938 8912,'0'17'0,"0"0"0,0 2 0,0 4 0,0 6 0,0 11 0,0 4 0,0 7 0,-6 1 0,0-1 0,2 1 0,2 0 0,8-10 0,0-8 0,7-1 0,-1-11 0,-3-6 0,3-11 0,-1-10 0,6-20 0,1-11 0</inkml:trace>
  <inkml:trace contextRef="#ctx0" brushRef="#br0" timeOffset="23">28859 9542 8912,'-23'-44'0,"0"4"0,2 6 0,8 5 0,1 6 0,8 12 0,-3 3 0,9 14 0,3 1 0,9 5 0,7 7 0,6 0 0,7 10 0,0-1 0,1 7 0,5-1 0,0 1 0,0-3 0,-5-3 0,7 11 0,2-4 0</inkml:trace>
  <inkml:trace contextRef="#ctx0" brushRef="#br0" timeOffset="24">29255 9955 8912,'-17'0'0,"-1"0"0,1 0 0,0 0 0,0 0 0,-1 0 0,1 0 0,2 7 0,4 5 0,-3 3 0,8 2 0,1 1 0,7 1 0,3 2 0,7 2 0,11 0 0,5-6 0,5-6 0,1 1 0,1-8 0,-1 1 0,1-3 0,-1-2 0,-7-7 0,-4-5 0,-4-3 0,-2-2 0,-5-8 0,-3-4 0,-1-5 0,-4-6 0,-10 3 0,-6-3 0,-3 4 0,-2 1 0,-6 9 0,0 3 0,-8 6 0,3 5 0,3-1 0,2 7 0,4 2 0,2 10 0,-1 4 0,1 7 0,8 0 0,3 0 0,4-5 0,4-1 0,4 2 0,5 3 0,10-7 0,2-3 0,8 2 0,-3-3 0,-1 1 0,2-6 0,-1 0 0,7 0 0,-6-6 0,-1 1 0,-1-1 0,2 6 0,1-2 0,-7-4 0,0 4 0,-6-3 0,1 5 0,-1 5 0,-2 5 0,-3 7 0,-7 0 0,-3 0 0,-2 1 0,0-1 0,-2 0 0,-3 0 0,1 0 0,-8 1 0,8-9 0,-11 6 0,13-13 0,-5 4 0,7-12 0,1-5 0,5-6 0,6-6 0,3 2 0,2-8 0,2-1 0,4-11 0,2 5 0,4-4 0,3 6 0,-3 5 0,-2-2 0,1 8 0,-1 2 0,2 10 0,1 3 0,-5 12 0,2 10 0,4 14 0,-5 12 0,3 12 0,-8 7 0,2 4 0,-4 4-112,-2 2 0,1 0 112,-1-1 0,0-7 0,0-3 0,0-7 0,-1-7 0,-3-9 0,-1-10 0,-7-14 0,7-5 0,-3-12 0,3-5 0,-3-22 0,-3-13 0,-12-11 0,5-12 0</inkml:trace>
  <inkml:trace contextRef="#ctx0" brushRef="#br0" timeOffset="25">30287 9009 8912,'25'38'0,"4"8"0,11 23 0,-16-22 0,0 3 0,2 7 0,-1 1 0,2 7 0,-2 2 0,0 4 0,-2 1-64,-5-3 0,-2 0 0,-2-2 0,-3-1 0,-1-10 0,-3-3 0,1 37 64,-6-13 0,-10-18 0,-3-8 0,-6-1 73,-6-10 1,-6-7-74,-11-10 0,2-6 18,-8-6 1,0-3 0,-6-10-1,0-6-18,1-9 0,7-17 0,4-18 0,1-7 0,7-14 0,5-7 0,2-8 0</inkml:trace>
  <inkml:trace contextRef="#ctx0" brushRef="#br0" timeOffset="26">28893 9456 8912,'-7'-17'0,"3"7"0,-8 5 0,-1 3 0,-2 2 0,-2 13 0,1 6 0,3 6 0,1 6 0,7 1 0,-5 3 0,2-1 0,5 0 0,3-1 0,5-5 0,7-5 0,3-3 0,10-5 0,4-4 0,1-3 0,1-10 0,-2-4 0,1-5 0,-3-10 0,2-2 0,-14-8 0,2 3 0,-5-7 0,-1-1 0,-5 0 0,-4 3 0,-2 10 0,0 0 0,-8 10 0,-3 1 0,-7 9 0,-5-3 0,-1 6 0,-5 6 0,-4 9 0,5 8 0,3 0 0,-8-6 0,7 0 0</inkml:trace>
  <inkml:trace contextRef="#ctx0" brushRef="#br0" timeOffset="27">19756 12156 8912,'-10'-2'0,"4"-4"0,4 4 0,-5-6 0,5 6 0,-4-3 0,4 3 0,2-8 0,0 5 0,0 3 0,0-6 0,0 0 0,0 6 0,0-5 0,0 7 0,0 0 0,0-8 0,8 6 0,7-5 0,8 7 0,0 0 0,-6 0 0,8 0 0,4 0 0,3-6 0,3 0 0,-1 0 0,2 6 0,3 0 0,1 0 0,0 0 0,-6 0 0,3 0 0,-1 0 0,0 0 0,-3 0 0,-10 0 0,0 0 0,-4 0 0,-2 0 0,0 8 0,0-6 0,-7 6 0,-2-8 0,-8 0 0,-8 0 0,4 0 0,-7 0 0,5 0 0,-5 0 0,-3 0 0,5-2 0,-3-4 0,-1 4 0,-8-4 0,-4 4 0,-2 2 0,-2 0 0,-5 0 0,-2 0 0,-4 0 0,1 0 0,-7 0 0,6 0 0,-6 0 0,8 0 0,-2 0 0,-2 0 0,2 0 0,1 0 0,11 0 0,-3 6 0,8 0 0,0 0 0,6-6 0,0 0 0,7 0 0,3 0 0,9 0 0,3 0 0,7-2 0,9-2 0,2-2 0,2-2 0,-2 5 0,5-3 0,5 2 0,1-4 0,1 3 0,-1-7 0,0 7 0,1-1 0,-1-2 0,6 6 0,1-3 0,4-3 0,-4 2 0,-1-1 0,-6 1 0,4 2 0,-3-7 0,1 7 0,-13-2 0,0-4 0,-6 8 0,-7-5 0,-3 7 0,-8 0 0,-5-2 0,-6-4 0,-3 2 0,-2-7 0,-2 7 0,-2-2 0,-4 4 0,-2 2 0,4-5 0,-6-1 0,1 0 0,-7 6 0,1 2 0,0 4 0,5-4 0,0 4 0,2 1 0,-1-1 0,3 5 0,8-5 0,-1 6 0,1-7 0,8 1 0,-5-4 0,9 4 0,-1-4 0,6 5 0,7-7 0,3 0 0,7 0 0,0 0 0,1 0 0,-1 0 0,0 0 0,0 0 0,6 0 0,0 0 0,8 0 0,-3 0 0,5 0 0,1 0 0,3 0 0,3 0 0,-4-5 0,4-1 0,-3 0 0,-3 4 0,-1-2 0,-5-1 0,-3-1 0,-8 6 0,-7 0 0,-4 0 0,-12 0 0,2 0 0,-7 0 0,-3 6 0,-9-1 0,2 9 0,-7-3 0,-7 4 0,-5 3 0,-8-1 0,2 0 0,-5 0 0,-7 0 0,3 6 0,-8 0 0,13 0 0,-2-6 0,12 1 0,0-1 0,11-8 0,12-1 0,10-8 0,8 0 0,5 0 0,-2 0 0,8 0 0,-1 0 0,6-2 0,0-2 0,1-2 0,5-5 0,-1 5 0,11-7 0,1 1 0,3-1 0,9 2 0,1-5 0,11 5 0,3 1 0,8-1 0,5-1 0,1-5 0,-2 2 0,-3 3 0,-7-3 0,-3 6 0,-7-1 0,-9 4 0,-13 4 0,-8 2 0,-4 0 0,-2 0 0,-7 0 0,-10 0 0,-12 0 0,-3 0 0,-4 0 0,-4 0 0,-2 2 0,-4 4 0,-3-2 0,3 7 0,-3-1 0,-3 1 0,-1 5 0,-2-5 0,-3 4 0,3 3 0,-4-1 0,2 0 0,-8 0 0,2 0 0,-5 1 0,-3-1 0,1 0 0,3 0 0,4 0 0,0 1 0,6-7 0,11-1 0,6-3 0,4-3 0,8-2 0,-1-2 0,8 0 0,-3 0 0,14 0 0,5 0 0,9-8 0,2-3 0,2-4 0,-2-3 0,-4 3 0,4 4 0,2-3 0,-2 8 0,5-5 0,-5 5 0,8-5 0,-3 5 0,5-2 0,1 3 0,1 3 0,-1-4 0,1 4 0,-1 2 0,0 0 0,1 0 0,-1 0 0,1 0 0,-3 0 0,-3 0 0,-4 0 0,-8 0 0,-6 0 0,1 0 0,-8 0 0,3 0 0,-7 0 0,-7 0 0,-5 0 0,-3 0 0,-4 0 0,-4 0 0,2 0 0,-10 0 0,-3 0 0,-4 0 0,-4 2 0,1 2 0,-3 4 0,0 1 0,-3 1 0,7 1 0,-1 4 0,7-5 0,1 1 0,5 1 0,3-8 0,8 11 0,7-13 0,4 6 0,12-8 0,4 0 0,7 0 0,6 0 0,0 0 0,2 0 0,-2 1 0,5 3 0,5 2 0,3 2 0,4-3 0,4-3 0,8 6 0,-1-8 0</inkml:trace>
  <inkml:trace contextRef="#ctx0" brushRef="#br0" timeOffset="28">2822 15852 8912,'0'-17'0,"0"0"0,0-1 0,-2 9 0,-3 3 0,-5 8 0,-7 8 0,0 11 0,-1 9 0,-6 3 0,-5 14 0,-4 5 0,-1 3 0,0 3 0,-1 1 0,6-6 0,1 5 0,1-7 0,-2-5 0,6-6 0,4-3 0,8-11 0,-1-3 0,8-4 0,-3-9 0,7-4 0,0-12 0,-8-4 0,-1-7 0</inkml:trace>
  <inkml:trace contextRef="#ctx0" brushRef="#br0" timeOffset="29">2306 16230 8912,'-17'0'0,"0"0"0,-1 0 0,1 0 0,0 4 0,0 8 0,1 1 0,5 16 0,-2-1 0,7 7 0,0 7 0,6 4 0,0 1 0,0-1 0,8-2 0,3-6 0,6 2 0,6-1 0,4-7 0,8-9 0,5-2 0,0-15 0,8 0 0,-2-6 0,1-10 0,-1-7 0,-4 0 0,-7-24 0,-1 5 0</inkml:trace>
  <inkml:trace contextRef="#ctx0" brushRef="#br0" timeOffset="30">1170 17503 8912,'-19'0'0,"-2"0"0,-2 0 0,2 0 0,10 7 0,3 5 0,2 3 0,0 2 0,1 6 0,5 0 0,0-2 0,0-2 0,5 4 0,1 0 0,0-2 0,2-2 0,-7-7 0,5-1 0,-2-7 0,0 4 0,2-1 0,-1-5 0,-5 6 0,0-16 0,-2-3 0,-3-5 0,3-9 0,-4-3 0,-2-5 0,3-1 0,-1-8 0,6-4 0,0-5 0,0-7 0,0 7 0,0-3 0,2 8 0,4 4 0,3 2 0,8 6 0,1 9 0,-1 8 0,2 7 0,4 10 0,-2 15 0,8 8 0,-8 10 0,2 9 0,-2 8 0,2 5 0,-2 10 0,7-2 0,-7-2 0,2 2 0,-4-7 0,-1 1 0,3-4 0,-4-1 0,2-8 0,-13-4 0,-1-4 0,-5-1 0,0-3 0,0-3 0,-9-12 0,-8-11 0,-1-4 0,-14-2 0,5 0 0</inkml:trace>
  <inkml:trace contextRef="#ctx0" brushRef="#br0" timeOffset="31">1136 17846 8912,'0'-17'0,"-6"6"0,0-1 0,1 9 0,6-7 0,5 4 0,6 4 0,11-3 0,3-3 0,9 2 0,1 1 0,4-3 0,-1 4 0,6-7 0,1-1 0,6-5 0,-6 0 0,0 0 0,-8-8 0,2-4 0,-4-3 0,-1-10 0,-1-2 0</inkml:trace>
  <inkml:trace contextRef="#ctx0" brushRef="#br0" timeOffset="32">1841 17434 8912,'-17'15'0,"0"-3"0,0 5 0,-1 0 0,1 10 0,0 5 0,2 4 0,3 5 0,5-5 0,7 4 0,2-4 0,3-1 0,5-3 0,7-3 0,6-6 0,2-10 0,0-3 0,0-3 0,3-1 0,-5-6 0,6-8 0,-6-3 0,2-6 0,-2-6 0,-4-4 0,4-7 0,-12-1 0,-5-1 0,-4-2 0,-2-2 0,0-2 0,0 2 0,-8 9 0,-3-3 0,-5 5 0,-1 0 0,0 4 0,0 8 0,0 8 0,-8-7 0,-2 7 0</inkml:trace>
  <inkml:trace contextRef="#ctx0" brushRef="#br0" timeOffset="33">2117 17589 8912,'-10'0'0,"2"0"0,10 1 0,4 5 0,4 10 0,7 6 0,6 9 0,2-2 0,1 3 0,5 3 0,2 1 0,1 4 0,8-2 0,4 8-343,4-15 1,9 9-1,2-14 1</inkml:trace>
  <inkml:trace contextRef="#ctx0" brushRef="#br0" timeOffset="34">5180 15715 8912,'-8'-10'0,"6"2"0,-5 8 0,9 8 0,3 5 0,7 10 0,3 12 0,-4 7 0,1 11 0,-1 6 0,-1 10 0,3 6 0,-5 7 0,0-2 0,-1 2 0,5-7 0,-5-5 0,1-8 0,0-9 0,3-5 0,-5-14 0,0-13 0,-8-6 0,-4-5 0,4-12 0,-21-15 0,4-10 0</inkml:trace>
  <inkml:trace contextRef="#ctx0" brushRef="#br0" timeOffset="35">5077 16437 8912,'-12'9'0,"1"-3"0,-3-4 0,7 0 0,1 3 0,4-1 0,2 8 0,4-7 0,5 7 0,9 1 0,1 3 0,7 1 0,3 0 0,2-2 0,-3-3 0,5 3 0,-4-4 0,3-3 0,2-2 0,-1-4 0,-4-2 0,1-2 0,-7-4 0,8-3 0,-4-9 0,7 1 0</inkml:trace>
  <inkml:trace contextRef="#ctx0" brushRef="#br0" timeOffset="36">5610 16402 8912,'0'-9'0,"0"1"0,0 8 0,0 2 0,0 4 0,0 5 0,0 12 0,0 4 0,0 7 0,0 3 0,0 5 0,0 9 0,0 10 0,-8 6 0,-1 10 0,-8 1 0</inkml:trace>
  <inkml:trace contextRef="#ctx0" brushRef="#br0" timeOffset="37">5077 17520 8912,'-12'6'0,"1"-1"0,5 9 0,-4-3 0,3 4 0,3 3 0,2 1 0,2 4 0,0 1 0,0 7 0,0-4 0,0-2 0,0-1 0,0-1 0,0-9 0,0 3 0,2-6 0,4 1 0,-5-5 0,7-8 0,-8-5 0,0-6 0,0-11 0,0 1 0,0-13 0,0 3 0,0-14 0,2-4 0,4-5 0,-4 1 0,3-3 0,3 9 0,-2 2 0,1 6 0,-1-6 0,4 16 0,7 1 0,-2 8 0,1 6 0,-1 3 0,4 7 0,2 10 0,-4 7 0,0 9 0,1 2 0,-1 9 0,0 3 0,0 1 0,0 10 0,-1-8 0,-3 4 0,-3 0 0,-3 4 0,5-4 0,-6-2 0,5 4 0,-5 2 0,0-2 0,-6 2 0,-8-8 0,-4 2 0,-11-11 0,-3-5 0</inkml:trace>
  <inkml:trace contextRef="#ctx0" brushRef="#br0" timeOffset="38">5111 17761 8912,'-8'-18'0,"5"1"0,-9 0 0,8 7 0,-2-3 0,12 5 0,8-1 0,7-5 0,5-1 0,9-2 0,1 6 0,4-1 0,4 1 0,8-7 0,1 1 0,5 0 0,5 0 0,4-16 0,2-3 0</inkml:trace>
  <inkml:trace contextRef="#ctx0" brushRef="#br0" timeOffset="39">5937 17279 8912,'-23'0'0,"-2"0"0,0 2 0,0 4 0,3 3 0,4 8 0,1 8 0,0 4 0,7 11 0,5 6 0,3 4 0,2 1 0,2 5 0,3-5 0,5-3 0,7-14 0,0-1 0,1-5 0,-1-5 0,0-11 0,0-5 0,0-7 0,2-1 0,4-5 0,-3-6 0,2-11 0,-2-3 0,-3-9 0,0-1 0,-2-4 0,-1-4 0,-3 0 0,-7-4 0,2 8 0,-4-2 0,-2 2 0,-2 6 0,-4-1 0,-4 8 0,-7 10 0,-8 0 0,-1 0 0</inkml:trace>
  <inkml:trace contextRef="#ctx0" brushRef="#br0" timeOffset="40">5920 17589 8912,'0'17'0,"0"-6"0,0 1 0,6-7 0,-1 7 0,-1 1 0,0 3 0,2 1 0,-3 0 0,9 0 0,-1 2 0,7 2 0,-1 4 0,0 2 0,0-4 0,0 5 0,1 1 0,-1 5 0,6-5 0,0-2 0,0-2 0,2-4 0,-6-4 0,4-6 0,3-3 0,1-8 0</inkml:trace>
  <inkml:trace contextRef="#ctx0" brushRef="#br0" timeOffset="41">6470 17812 8912,'-11'15'0,"1"-1"0,3-3 0,1 1 0,6 5 0,0 0 0,0 0 0,0 0 0,0 1 0,2 5 0,2 1 0,3 1 0,3 0 0,0 4 0,1-6 0,4 0 0,-3-6 0,3 0 0,2 0 0</inkml:trace>
  <inkml:trace contextRef="#ctx0" brushRef="#br0" timeOffset="42">6866 17313 8912,'0'-17'0,"0"0"0,0 0 0,-2 7 0,-1 3 0,-3-1 0,0 6 0,6 8 0,2 15 0,2 9 0,2 13 0,1 6 0,-3 8 0,4 5 0,1-1 0,-5 6 0,2-4 0,-4 2 0,-2-2 0,0-6 0,0-4 0,0-7 0,0 0 0,0-15 0,0-3 0,-2-9 0,-4-7 0,-4-12 0,-7-10 0</inkml:trace>
  <inkml:trace contextRef="#ctx0" brushRef="#br0" timeOffset="43">6797 17348 8912,'35'-8'0,"5"-7"0,0-8 0,2-2 0,0 4 0,6-2 0,2 2 0,3-2 0,-13 6 0,-7 2 0,-10 9 0,-4 4 0,-2-4 0,-7 12 0,-4 6 0,-5 3 0,-1 2 0,-3 2 0,-9 4 0,1 6 0,-12 11 0,-2-4 0,2 4 0,-6-3 0,6-3 0,-5 6 0,5 0 0,0-5 0,6-7 0,-1-1 0,1 2 0,2-3 0,3-3 0,5-4 0,7 4 0,0-3 0,7 1 0,5-4 0,9 4 0,2-10 0,7-1 0,1-1 0,5 1 0,4-1 0,1-5 0,-7 2 0,-1-4 0,-5-2 0,3 0 0,-8 0 0,-2 0 0,-10 0 0,5 0 0,-15-8 0,7-1 0</inkml:trace>
  <inkml:trace contextRef="#ctx0" brushRef="#br0" timeOffset="44">7778 17142 8912,'12'0'0,"-1"0"0,-5 0 0,5 1 0,3 5 0,1 6 0,0 11 0,-3 5 0,3 12 0,-3 6 0,3 4 0,2 1 0,-5 1 0,-1 0 0,-1-3 0,1-3 0,3 0 0,-9-12 0,3 3 0,-2-14 0,-4 1 0,3-3 0,-3 2 0,4-9 0,0-14 0,7-16 0,-3-10 0</inkml:trace>
  <inkml:trace contextRef="#ctx0" brushRef="#br0" timeOffset="45">8140 16901 8912,'2'-15'0,"3"3"0,-3-3 0,14 13 0,-5-4 0,-1 6 0,3 8 0,4 9 0,4 10 0,2 13 0,-6 6 0,1 11 0,-1 6 0,0 4 0,0 2 0,0-6 0,1 0 0,-7 0 0,-1 4 0,-1-4 0,1-6 0,-6-11 0,1-6 0,-3-4 0,-2-1 0,0-14 0,0-4 0,-2-6 0,-3 1 0,-7-5 0,-11-7 0,4-7 0,-6-3 0</inkml:trace>
  <inkml:trace contextRef="#ctx0" brushRef="#br0" timeOffset="46">7830 17640 8912,'-33'0'0,"5"-2"0,5-3 0,11 3 0,7-6 0,10 8 0,13 0 0,12 0 0,10 0 0,12 0 0,7 0 0,10 0 0,6 0-195,-1 0 1,8-6 194,-1 1-363,3-9 0,-6-3 0,-1-10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pigraph_(mathematics)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Convex_set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0" name="Google Shape;430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subset of a Euclidean space, or more generally an affine space over the reals, is convex if, with any two points, it contains the whole line segment that joins them</a:t>
            </a:r>
            <a:endParaRPr/>
          </a:p>
        </p:txBody>
      </p:sp>
      <p:sp>
        <p:nvSpPr>
          <p:cNvPr id="476" name="Google Shape;476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 the algebra at home and convince yourself that the formal definition is equivalent to the one above for sets, when applied to the epigraph.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1200" b="0" i="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epigraph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(the set of points on or above the graph of the function) is a </a:t>
            </a:r>
            <a:r>
              <a:rPr lang="en-US" sz="1200" b="0" i="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convex set</a:t>
            </a:r>
            <a:r>
              <a:rPr lang="en-US" sz="12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 </a:t>
            </a:r>
            <a:endParaRPr/>
          </a:p>
        </p:txBody>
      </p:sp>
      <p:sp>
        <p:nvSpPr>
          <p:cNvPr id="501" name="Google Shape;50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Switch to group time?</a:t>
            </a:r>
            <a:endParaRPr/>
          </a:p>
        </p:txBody>
      </p:sp>
      <p:sp>
        <p:nvSpPr>
          <p:cNvPr id="567" name="Google Shape;56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3432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3" name="Google Shape;57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3" name="Google Shape;58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4" name="Google Shape;59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9" name="Google Shape;60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0" name="Google Shape;62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8" name="Google Shape;63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0" name="Google Shape;65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Trick question: what’s the estimator for theta in the second line?</a:t>
            </a:r>
            <a:endParaRPr/>
          </a:p>
          <a:p>
            <a:pPr marL="628650" lvl="1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We can choose any value in the [y2, y3] range.</a:t>
            </a:r>
            <a:endParaRPr/>
          </a:p>
        </p:txBody>
      </p:sp>
      <p:sp>
        <p:nvSpPr>
          <p:cNvPr id="665" name="Google Shape;665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" name="Google Shape;705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Absolute loss is an average over individual losses</a:t>
            </a:r>
            <a:endParaRPr/>
          </a:p>
        </p:txBody>
      </p:sp>
      <p:sp>
        <p:nvSpPr>
          <p:cNvPr id="706" name="Google Shape;706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5" name="Google Shape;72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3" name="Google Shape;73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8" name="Google Shape;748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 altLang="en-US" dirty="0"/>
              <a:t>绝对损失函数具有稳健性，即使出现极端值（离群值），也不会显著改变估计结果。</a:t>
            </a:r>
            <a:endParaRPr dirty="0"/>
          </a:p>
        </p:txBody>
      </p:sp>
      <p:sp>
        <p:nvSpPr>
          <p:cNvPr id="749" name="Google Shape;749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2" name="Google Shape;762;p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0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customXml" Target="../ink/ink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10.xml"/><Relationship Id="rId4" Type="http://schemas.openxmlformats.org/officeDocument/2006/relationships/image" Target="../media/image77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customXml" Target="../ink/ink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12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customXml" Target="../ink/ink16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customXml" Target="../ink/ink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customXml" Target="../ink/ink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customXml" Target="../ink/ink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customXml" Target="../ink/ink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9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customXml" Target="../ink/ink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2783378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MODELS AND ESTIMATION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C7839-4C3B-7C83-3EE1-F919BE431B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8722-22A1-A78A-02CD-995B595A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IS THE MIDTERM? Need an answer now! o/w I will pick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B63AE2-DDCA-911F-9F9B-117918988001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60218" y="1466129"/>
            <a:ext cx="11045581" cy="45556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CC2048-24C3-2E9D-45A5-4B629811190E}"/>
                  </a:ext>
                </a:extLst>
              </p14:cNvPr>
              <p14:cNvContentPartPr/>
              <p14:nvPr/>
            </p14:nvContentPartPr>
            <p14:xfrm>
              <a:off x="1579680" y="916560"/>
              <a:ext cx="10306080" cy="3391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CC2048-24C3-2E9D-45A5-4B62981119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0320" y="907200"/>
                <a:ext cx="10324800" cy="341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83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EXAMPLE – Air Quality Systems (AQS) in Chapter 15</a:t>
            </a:r>
            <a:endParaRPr dirty="0"/>
          </a:p>
        </p:txBody>
      </p:sp>
      <p:sp>
        <p:nvSpPr>
          <p:cNvPr id="272" name="Google Shape;272;p14"/>
          <p:cNvSpPr txBox="1">
            <a:spLocks noGrp="1"/>
          </p:cNvSpPr>
          <p:nvPr>
            <p:ph type="body" idx="1"/>
          </p:nvPr>
        </p:nvSpPr>
        <p:spPr>
          <a:xfrm>
            <a:off x="1785946" y="7186481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/>
              <a:t>Follow along with the notebook …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1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STEP 3: MINIMIZE THE LOSS</a:t>
            </a:r>
            <a:endParaRPr dirty="0"/>
          </a:p>
        </p:txBody>
      </p:sp>
      <p:sp>
        <p:nvSpPr>
          <p:cNvPr id="426" name="Google Shape;426;p31"/>
          <p:cNvSpPr txBox="1">
            <a:spLocks noGrp="1"/>
          </p:cNvSpPr>
          <p:nvPr>
            <p:ph type="body" idx="1"/>
          </p:nvPr>
        </p:nvSpPr>
        <p:spPr>
          <a:xfrm>
            <a:off x="2803083" y="5099304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STEP 1: Select a model (many choices)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dirty="0"/>
              <a:t>STEP 2: Select a loss function (many choices)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773CC7D-C6B4-332E-5844-2C5EF49DBB89}"/>
                  </a:ext>
                </a:extLst>
              </p14:cNvPr>
              <p14:cNvContentPartPr/>
              <p14:nvPr/>
            </p14:nvContentPartPr>
            <p14:xfrm>
              <a:off x="7737840" y="4487400"/>
              <a:ext cx="1226880" cy="972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773CC7D-C6B4-332E-5844-2C5EF49DBB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28480" y="4478040"/>
                <a:ext cx="1245600" cy="99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3046" y="1615055"/>
            <a:ext cx="7534470" cy="5274129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2"/>
          <p:cNvSpPr txBox="1">
            <a:spLocks noGrp="1"/>
          </p:cNvSpPr>
          <p:nvPr>
            <p:ph type="title"/>
          </p:nvPr>
        </p:nvSpPr>
        <p:spPr>
          <a:xfrm>
            <a:off x="841248" y="465335"/>
            <a:ext cx="10859555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A FUNCTION (CALCULUS REVIEW)</a:t>
            </a:r>
            <a:endParaRPr/>
          </a:p>
        </p:txBody>
      </p:sp>
      <p:sp>
        <p:nvSpPr>
          <p:cNvPr id="434" name="Google Shape;434;p32"/>
          <p:cNvSpPr txBox="1">
            <a:spLocks noGrp="1"/>
          </p:cNvSpPr>
          <p:nvPr>
            <p:ph type="body" idx="1"/>
          </p:nvPr>
        </p:nvSpPr>
        <p:spPr>
          <a:xfrm>
            <a:off x="841248" y="1835218"/>
            <a:ext cx="10515600" cy="533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Suppose we want to minimize: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Solve for derivative = 0: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Procedure: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Font typeface="Rockwell"/>
              <a:buAutoNum type="arabicPeriod"/>
            </a:pPr>
            <a:r>
              <a:rPr lang="en-US"/>
              <a:t>Take derivative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Font typeface="Rockwell"/>
              <a:buAutoNum type="arabicPeriod"/>
            </a:pPr>
            <a:r>
              <a:rPr lang="en-US"/>
              <a:t>Set equal to zero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Font typeface="Rockwell"/>
              <a:buAutoNum type="arabicPeriod"/>
            </a:pPr>
            <a:r>
              <a:rPr lang="en-US"/>
              <a:t>Solve for parameters</a:t>
            </a:r>
            <a:endParaRPr/>
          </a:p>
          <a:p>
            <a:pPr marL="182880" lvl="0" indent="-74928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435" name="Google Shape;43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36060" y="2314139"/>
            <a:ext cx="29718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9848" y="3655284"/>
            <a:ext cx="4432300" cy="9779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82AFE0-C5BC-080F-7D12-A32578CA9794}"/>
                  </a:ext>
                </a:extLst>
              </p14:cNvPr>
              <p14:cNvContentPartPr/>
              <p14:nvPr/>
            </p14:nvContentPartPr>
            <p14:xfrm>
              <a:off x="1233360" y="1442880"/>
              <a:ext cx="6616080" cy="298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82AFE0-C5BC-080F-7D12-A32578CA97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24000" y="1433520"/>
                <a:ext cx="6634800" cy="300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CONVEX SETS AND NONCONVEX SETS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9" name="Google Shape;479;p35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978559" y="1846808"/>
                <a:ext cx="6830100" cy="268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640"/>
                  <a:buChar char="▪"/>
                </a:pPr>
                <a:r>
                  <a:rPr lang="en-US" sz="3000" dirty="0"/>
                  <a:t>A set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3000" dirty="0"/>
                  <a:t> is convex if the line joining any two arbitrary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3000" dirty="0"/>
                  <a:t> in the set is a subset of </a:t>
                </a:r>
                <a14:m>
                  <m:oMath xmlns:m="http://schemas.openxmlformats.org/officeDocument/2006/math"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3000" dirty="0"/>
              </a:p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2640"/>
                  <a:buFont typeface="Wingdings"/>
                  <a:buChar char="▪"/>
                </a:pPr>
                <a:r>
                  <a:rPr lang="en-US" sz="2800" dirty="0"/>
                  <a:t>Nonconvex: There is at least one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/>
                  <a:t> on the line segment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640"/>
                  <a:buChar char="▪"/>
                </a:pPr>
                <a:endParaRPr sz="2600" dirty="0"/>
              </a:p>
            </p:txBody>
          </p:sp>
        </mc:Choice>
        <mc:Fallback xmlns="">
          <p:sp>
            <p:nvSpPr>
              <p:cNvPr id="479" name="Google Shape;479;p35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78559" y="1846808"/>
                <a:ext cx="6830100" cy="2685300"/>
              </a:xfrm>
              <a:prstGeom prst="rect">
                <a:avLst/>
              </a:prstGeom>
              <a:blipFill>
                <a:blip r:embed="rId3"/>
                <a:stretch>
                  <a:fillRect l="-1859" t="-4717" r="-22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0" name="Google Shape;480;p35"/>
          <p:cNvSpPr/>
          <p:nvPr/>
        </p:nvSpPr>
        <p:spPr>
          <a:xfrm>
            <a:off x="1691933" y="1830737"/>
            <a:ext cx="2340600" cy="1936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483" name="Google Shape;483;p35"/>
          <p:cNvCxnSpPr>
            <a:cxnSpLocks/>
          </p:cNvCxnSpPr>
          <p:nvPr/>
        </p:nvCxnSpPr>
        <p:spPr>
          <a:xfrm flipH="1">
            <a:off x="2400300" y="1949777"/>
            <a:ext cx="1077649" cy="1817371"/>
          </a:xfrm>
          <a:prstGeom prst="straightConnector1">
            <a:avLst/>
          </a:prstGeom>
          <a:noFill/>
          <a:ln w="50800" cap="flat" cmpd="sng">
            <a:solidFill>
              <a:srgbClr val="4A3128"/>
            </a:solidFill>
            <a:prstDash val="solid"/>
            <a:round/>
            <a:headEnd type="oval" w="lg" len="lg"/>
            <a:tailEnd type="oval" w="lg" len="lg"/>
          </a:ln>
        </p:spPr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39D152A8-8514-0DF3-9A0D-B15ACD0D0705}"/>
              </a:ext>
            </a:extLst>
          </p:cNvPr>
          <p:cNvGrpSpPr/>
          <p:nvPr/>
        </p:nvGrpSpPr>
        <p:grpSpPr>
          <a:xfrm>
            <a:off x="1556730" y="4282726"/>
            <a:ext cx="2475803" cy="2325892"/>
            <a:chOff x="1556730" y="3849571"/>
            <a:chExt cx="3421829" cy="3008429"/>
          </a:xfrm>
        </p:grpSpPr>
        <p:sp>
          <p:nvSpPr>
            <p:cNvPr id="3" name="Google Shape;490;p36">
              <a:extLst>
                <a:ext uri="{FF2B5EF4-FFF2-40B4-BE49-F238E27FC236}">
                  <a16:creationId xmlns:a16="http://schemas.microsoft.com/office/drawing/2014/main" id="{332B6391-3A2B-EA00-904B-32FE07AE010D}"/>
                </a:ext>
              </a:extLst>
            </p:cNvPr>
            <p:cNvSpPr/>
            <p:nvPr/>
          </p:nvSpPr>
          <p:spPr>
            <a:xfrm>
              <a:off x="1556730" y="3849571"/>
              <a:ext cx="3421829" cy="3008429"/>
            </a:xfrm>
            <a:prstGeom prst="heart">
              <a:avLst/>
            </a:prstGeom>
            <a:solidFill>
              <a:schemeClr val="accent1"/>
            </a:solidFill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4" name="Google Shape;495;p36">
              <a:extLst>
                <a:ext uri="{FF2B5EF4-FFF2-40B4-BE49-F238E27FC236}">
                  <a16:creationId xmlns:a16="http://schemas.microsoft.com/office/drawing/2014/main" id="{4410D37B-6E60-014E-53C2-4B2285A43420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1676651" y="4036899"/>
              <a:ext cx="3126600" cy="131400"/>
            </a:xfrm>
            <a:prstGeom prst="straightConnector1">
              <a:avLst/>
            </a:prstGeom>
            <a:noFill/>
            <a:ln w="50800" cap="flat" cmpd="sng">
              <a:solidFill>
                <a:srgbClr val="4A3128"/>
              </a:solidFill>
              <a:prstDash val="solid"/>
              <a:round/>
              <a:headEnd type="oval" w="lg" len="lg"/>
              <a:tailEnd type="oval" w="lg" len="lg"/>
            </a:ln>
          </p:spPr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FFADDD-7779-22CA-16D1-2D513AAE8509}"/>
                  </a:ext>
                </a:extLst>
              </p14:cNvPr>
              <p14:cNvContentPartPr/>
              <p14:nvPr/>
            </p14:nvContentPartPr>
            <p14:xfrm>
              <a:off x="298080" y="389880"/>
              <a:ext cx="11144520" cy="5229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FFADDD-7779-22CA-16D1-2D513AAE85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720" y="380520"/>
                <a:ext cx="11163240" cy="524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7"/>
          <p:cNvGrpSpPr/>
          <p:nvPr/>
        </p:nvGrpSpPr>
        <p:grpSpPr>
          <a:xfrm>
            <a:off x="361944" y="1472336"/>
            <a:ext cx="4802853" cy="2939373"/>
            <a:chOff x="7186863" y="4107285"/>
            <a:chExt cx="3336758" cy="2550189"/>
          </a:xfrm>
        </p:grpSpPr>
        <p:cxnSp>
          <p:nvCxnSpPr>
            <p:cNvPr id="504" name="Google Shape;504;p37"/>
            <p:cNvCxnSpPr/>
            <p:nvPr/>
          </p:nvCxnSpPr>
          <p:spPr>
            <a:xfrm>
              <a:off x="8855242" y="4107285"/>
              <a:ext cx="0" cy="2550189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05" name="Google Shape;505;p37"/>
            <p:cNvCxnSpPr/>
            <p:nvPr/>
          </p:nvCxnSpPr>
          <p:spPr>
            <a:xfrm>
              <a:off x="7186863" y="6085998"/>
              <a:ext cx="333675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506" name="Google Shape;506;p37"/>
          <p:cNvSpPr/>
          <p:nvPr/>
        </p:nvSpPr>
        <p:spPr>
          <a:xfrm>
            <a:off x="1287173" y="1347124"/>
            <a:ext cx="3498286" cy="2204182"/>
          </a:xfrm>
          <a:custGeom>
            <a:avLst/>
            <a:gdLst/>
            <a:ahLst/>
            <a:cxnLst/>
            <a:rect l="l" t="t" r="r" b="b"/>
            <a:pathLst>
              <a:path w="3035100" h="1138989" extrusionOk="0">
                <a:moveTo>
                  <a:pt x="0" y="0"/>
                </a:moveTo>
                <a:cubicBezTo>
                  <a:pt x="173789" y="562810"/>
                  <a:pt x="344382" y="1137955"/>
                  <a:pt x="850232" y="1138989"/>
                </a:cubicBezTo>
                <a:cubicBezTo>
                  <a:pt x="1356082" y="1140023"/>
                  <a:pt x="3035100" y="6204"/>
                  <a:pt x="3035100" y="6204"/>
                </a:cubicBezTo>
              </a:path>
            </a:pathLst>
          </a:custGeom>
          <a:solidFill>
            <a:srgbClr val="F4B1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07" name="Google Shape;507;p37"/>
          <p:cNvSpPr txBox="1">
            <a:spLocks noGrp="1"/>
          </p:cNvSpPr>
          <p:nvPr>
            <p:ph type="title"/>
          </p:nvPr>
        </p:nvSpPr>
        <p:spPr>
          <a:xfrm>
            <a:off x="552449" y="3001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FORMAL DEFINITION OF CONVEX FUNCTIONS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8" name="Google Shape;508;p3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199" y="4614788"/>
                <a:ext cx="10515600" cy="191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1700"/>
                  <a:buFont typeface="Wingdings"/>
                  <a:buChar char="▪"/>
                </a:pPr>
                <a:r>
                  <a:rPr lang="en-US" dirty="0"/>
                  <a:t>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convex if and only if: 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𝑡𝑓</m:t>
                    </m:r>
                    <m:d>
                      <m:dPr>
                        <m:ctrlPr>
                          <a:rPr lang="ar-AE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+ </m:t>
                    </m:r>
                    <m:d>
                      <m:dPr>
                        <m:ctrlPr>
                          <a:rPr lang="ar-AE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ar-AE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1−</m:t>
                        </m:r>
                        <m:r>
                          <a:rPr lang="ar-AE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𝑡</m:t>
                        </m:r>
                      </m:e>
                    </m:d>
                    <m:r>
                      <a:rPr lang="ar-AE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𝑓</m:t>
                    </m:r>
                    <m:d>
                      <m:dPr>
                        <m:ctrlPr>
                          <a:rPr lang="ar-AE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≥ </m:t>
                    </m:r>
                    <m:r>
                      <a:rPr lang="ar-AE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𝑓</m:t>
                    </m:r>
                    <m:d>
                      <m:dPr>
                        <m:ctrlPr>
                          <a:rPr lang="ar-AE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ar-AE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𝑡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1</m:t>
                            </m:r>
                          </m:sub>
                        </m:sSub>
                        <m:r>
                          <a:rPr lang="ar-AE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 + </m:t>
                        </m:r>
                        <m:d>
                          <m:dPr>
                            <m:ctrlPr>
                              <a:rPr lang="ar-AE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r>
                              <a:rPr lang="ar-AE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1−</m:t>
                            </m:r>
                            <m:r>
                              <a:rPr lang="ar-AE" i="1" dirty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𝑡</m:t>
                            </m:r>
                          </m:e>
                        </m:d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∀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1</m:t>
                        </m:r>
                      </m:sub>
                    </m:sSub>
                    <m:r>
                      <a:rPr lang="ar-A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, ∀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2</m:t>
                        </m:r>
                      </m:sub>
                    </m:sSub>
                    <m:r>
                      <a:rPr lang="ar-A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, </m:t>
                    </m:r>
                    <m:r>
                      <a:rPr lang="ar-A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𝑡</m:t>
                    </m:r>
                    <m:r>
                      <a:rPr lang="ar-AE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 ∊ </m:t>
                    </m:r>
                    <m:d>
                      <m:dPr>
                        <m:begChr m:val="["/>
                        <m:endChr m:val="]"/>
                        <m:ctrlPr>
                          <a:rPr lang="ar-A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r>
                          <a:rPr lang="ar-AE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0, 1</m:t>
                        </m:r>
                      </m:e>
                    </m:d>
                  </m:oMath>
                </a14:m>
                <a:endParaRPr lang="en-US" dirty="0">
                  <a:solidFill>
                    <a:srgbClr val="000000"/>
                  </a:solidFill>
                  <a:ea typeface="Times New Roman"/>
                  <a:cs typeface="Times New Roman"/>
                  <a:sym typeface="Times New Roman"/>
                </a:endParaRPr>
              </a:p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1700"/>
                  <a:buFont typeface="Wingdings"/>
                  <a:buChar char="▪"/>
                </a:pPr>
                <a:endParaRPr lang="ar-A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1700"/>
                  <a:buFont typeface="Wingdings"/>
                  <a:buChar char="▪"/>
                </a:pPr>
                <a:r>
                  <a:rPr lang="en-US" dirty="0">
                    <a:solidFill>
                      <a:srgbClr val="000000"/>
                    </a:solidFill>
                    <a:ea typeface="Times New Roman"/>
                    <a:cs typeface="Times New Roman"/>
                    <a:sym typeface="Times New Roman"/>
                  </a:rPr>
                  <a:t>Epigraph of a function: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f</m:t>
                        </m:r>
                      </m:sub>
                    </m:sSub>
                    <m:r>
                      <a:rPr lang="en-US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𝑥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𝑦</m:t>
                            </m:r>
                          </m:e>
                        </m:d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:</m:t>
                        </m:r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≥</m:t>
                        </m:r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  <a:sym typeface="Times New Roman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b="0" dirty="0">
                  <a:solidFill>
                    <a:srgbClr val="000000"/>
                  </a:solidFill>
                  <a:ea typeface="Times New Roman"/>
                  <a:cs typeface="Times New Roman"/>
                  <a:sym typeface="Times New Roman"/>
                </a:endParaRPr>
              </a:p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1700"/>
                  <a:buFont typeface="Wingdings"/>
                  <a:buChar char="▪"/>
                </a:pPr>
                <a:endParaRPr lang="en-US" b="0" dirty="0">
                  <a:solidFill>
                    <a:srgbClr val="000000"/>
                  </a:solidFill>
                  <a:ea typeface="Times New Roman"/>
                  <a:cs typeface="Times New Roman"/>
                  <a:sym typeface="Times New Roman"/>
                </a:endParaRPr>
              </a:p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1700"/>
                  <a:buFont typeface="Wingdings"/>
                  <a:buChar char="▪"/>
                </a:pPr>
                <a:r>
                  <a:rPr lang="en-US" dirty="0">
                    <a:solidFill>
                      <a:srgbClr val="000000"/>
                    </a:solidFill>
                    <a:ea typeface="Times New Roman"/>
                    <a:cs typeface="Times New Roman"/>
                    <a:sym typeface="Times New Roman"/>
                  </a:rPr>
                  <a:t>Exercise/Fact: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  <a:sym typeface="Times New Roman"/>
                      </a:rPr>
                      <m:t>𝑓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ea typeface="Times New Roman"/>
                    <a:cs typeface="Times New Roman"/>
                    <a:sym typeface="Times New Roman"/>
                  </a:rPr>
                  <a:t> is convex if and only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  <a:sym typeface="Times New Roman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ea typeface="Times New Roman"/>
                    <a:cs typeface="Times New Roman"/>
                    <a:sym typeface="Times New Roman"/>
                  </a:rPr>
                  <a:t> is a convex set </a:t>
                </a:r>
              </a:p>
              <a:p>
                <a:pPr marL="182880" indent="-182880">
                  <a:lnSpc>
                    <a:spcPct val="90000"/>
                  </a:lnSpc>
                  <a:spcBef>
                    <a:spcPts val="0"/>
                  </a:spcBef>
                  <a:buSzPts val="1700"/>
                  <a:buFont typeface="Wingdings"/>
                  <a:buChar char="▪"/>
                </a:pPr>
                <a:endParaRPr lang="en-US" dirty="0"/>
              </a:p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1700"/>
                  <a:buChar char="▪"/>
                </a:pPr>
                <a:endParaRPr lang="en-US" dirty="0"/>
              </a:p>
              <a:p>
                <a:pPr marL="182880" lvl="0" indent="-74928" algn="l" rtl="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SzPts val="1700"/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508" name="Google Shape;508;p3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199" y="4614788"/>
                <a:ext cx="10515600" cy="1910700"/>
              </a:xfrm>
              <a:prstGeom prst="rect">
                <a:avLst/>
              </a:prstGeom>
              <a:blipFill>
                <a:blip r:embed="rId3"/>
                <a:stretch>
                  <a:fillRect l="-483" t="-6623" b="-4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9" name="Google Shape;509;p37"/>
          <p:cNvSpPr/>
          <p:nvPr/>
        </p:nvSpPr>
        <p:spPr>
          <a:xfrm>
            <a:off x="1280576" y="1327970"/>
            <a:ext cx="3498286" cy="2204182"/>
          </a:xfrm>
          <a:custGeom>
            <a:avLst/>
            <a:gdLst/>
            <a:ahLst/>
            <a:cxnLst/>
            <a:rect l="l" t="t" r="r" b="b"/>
            <a:pathLst>
              <a:path w="3035100" h="1138989" extrusionOk="0">
                <a:moveTo>
                  <a:pt x="0" y="0"/>
                </a:moveTo>
                <a:cubicBezTo>
                  <a:pt x="173789" y="562810"/>
                  <a:pt x="344382" y="1137955"/>
                  <a:pt x="850232" y="1138989"/>
                </a:cubicBezTo>
                <a:cubicBezTo>
                  <a:pt x="1356082" y="1140023"/>
                  <a:pt x="3035100" y="6204"/>
                  <a:pt x="3035100" y="6204"/>
                </a:cubicBezTo>
              </a:path>
            </a:pathLst>
          </a:custGeom>
          <a:noFill/>
          <a:ln w="38100" cap="flat" cmpd="sng">
            <a:solidFill>
              <a:srgbClr val="2727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510" name="Google Shape;510;p37"/>
          <p:cNvCxnSpPr/>
          <p:nvPr/>
        </p:nvCxnSpPr>
        <p:spPr>
          <a:xfrm>
            <a:off x="1402184" y="2011854"/>
            <a:ext cx="2062743" cy="661575"/>
          </a:xfrm>
          <a:prstGeom prst="straightConnector1">
            <a:avLst/>
          </a:prstGeom>
          <a:noFill/>
          <a:ln w="38100" cap="flat" cmpd="sng">
            <a:solidFill>
              <a:srgbClr val="FF93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1" name="Google Shape;511;p37"/>
          <p:cNvSpPr/>
          <p:nvPr/>
        </p:nvSpPr>
        <p:spPr>
          <a:xfrm>
            <a:off x="1287946" y="1875306"/>
            <a:ext cx="228477" cy="228477"/>
          </a:xfrm>
          <a:prstGeom prst="ellipse">
            <a:avLst/>
          </a:prstGeom>
          <a:blipFill rotWithShape="1">
            <a:blip r:embed="rId4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2" name="Google Shape;512;p37"/>
          <p:cNvSpPr/>
          <p:nvPr/>
        </p:nvSpPr>
        <p:spPr>
          <a:xfrm>
            <a:off x="3350689" y="2547714"/>
            <a:ext cx="228477" cy="228477"/>
          </a:xfrm>
          <a:prstGeom prst="ellipse">
            <a:avLst/>
          </a:prstGeom>
          <a:blipFill rotWithShape="1">
            <a:blip r:embed="rId4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3" name="Google Shape;513;p37"/>
          <p:cNvSpPr/>
          <p:nvPr/>
        </p:nvSpPr>
        <p:spPr>
          <a:xfrm>
            <a:off x="2055542" y="2134103"/>
            <a:ext cx="176333" cy="176333"/>
          </a:xfrm>
          <a:prstGeom prst="ellipse">
            <a:avLst/>
          </a:prstGeom>
          <a:blipFill rotWithShape="1">
            <a:blip r:embed="rId5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14" name="Google Shape;514;p37"/>
          <p:cNvSpPr/>
          <p:nvPr/>
        </p:nvSpPr>
        <p:spPr>
          <a:xfrm>
            <a:off x="2057636" y="3418355"/>
            <a:ext cx="176333" cy="176333"/>
          </a:xfrm>
          <a:prstGeom prst="ellipse">
            <a:avLst/>
          </a:prstGeom>
          <a:blipFill rotWithShape="1">
            <a:blip r:embed="rId5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515" name="Google Shape;515;p37"/>
          <p:cNvCxnSpPr>
            <a:stCxn id="513" idx="4"/>
            <a:endCxn id="514" idx="0"/>
          </p:cNvCxnSpPr>
          <p:nvPr/>
        </p:nvCxnSpPr>
        <p:spPr>
          <a:xfrm>
            <a:off x="2143709" y="2310436"/>
            <a:ext cx="2100" cy="110790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16" name="Google Shape;516;p37"/>
          <p:cNvSpPr txBox="1"/>
          <p:nvPr/>
        </p:nvSpPr>
        <p:spPr>
          <a:xfrm>
            <a:off x="519429" y="3155450"/>
            <a:ext cx="134203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Convex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7"/>
          <p:cNvSpPr txBox="1"/>
          <p:nvPr/>
        </p:nvSpPr>
        <p:spPr>
          <a:xfrm>
            <a:off x="2807039" y="1371186"/>
            <a:ext cx="152798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Epigraph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8" name="Google Shape;518;p37"/>
          <p:cNvGrpSpPr/>
          <p:nvPr/>
        </p:nvGrpSpPr>
        <p:grpSpPr>
          <a:xfrm>
            <a:off x="6615246" y="1322525"/>
            <a:ext cx="4802853" cy="3083739"/>
            <a:chOff x="5550803" y="3768816"/>
            <a:chExt cx="4802853" cy="3083739"/>
          </a:xfrm>
        </p:grpSpPr>
        <p:grpSp>
          <p:nvGrpSpPr>
            <p:cNvPr id="519" name="Google Shape;519;p37"/>
            <p:cNvGrpSpPr/>
            <p:nvPr/>
          </p:nvGrpSpPr>
          <p:grpSpPr>
            <a:xfrm>
              <a:off x="5550803" y="3768816"/>
              <a:ext cx="4802853" cy="3083739"/>
              <a:chOff x="392362" y="3774261"/>
              <a:chExt cx="4802853" cy="3083739"/>
            </a:xfrm>
          </p:grpSpPr>
          <p:grpSp>
            <p:nvGrpSpPr>
              <p:cNvPr id="520" name="Google Shape;520;p37"/>
              <p:cNvGrpSpPr/>
              <p:nvPr/>
            </p:nvGrpSpPr>
            <p:grpSpPr>
              <a:xfrm>
                <a:off x="392362" y="3774261"/>
                <a:ext cx="4802853" cy="3083739"/>
                <a:chOff x="7186862" y="3982034"/>
                <a:chExt cx="4166937" cy="2675440"/>
              </a:xfrm>
            </p:grpSpPr>
            <p:grpSp>
              <p:nvGrpSpPr>
                <p:cNvPr id="521" name="Google Shape;521;p37"/>
                <p:cNvGrpSpPr/>
                <p:nvPr/>
              </p:nvGrpSpPr>
              <p:grpSpPr>
                <a:xfrm>
                  <a:off x="7186862" y="4107285"/>
                  <a:ext cx="4166937" cy="2550189"/>
                  <a:chOff x="7186863" y="4107285"/>
                  <a:chExt cx="3336758" cy="2550189"/>
                </a:xfrm>
              </p:grpSpPr>
              <p:cxnSp>
                <p:nvCxnSpPr>
                  <p:cNvPr id="522" name="Google Shape;522;p37"/>
                  <p:cNvCxnSpPr/>
                  <p:nvPr/>
                </p:nvCxnSpPr>
                <p:spPr>
                  <a:xfrm>
                    <a:off x="8855242" y="4107285"/>
                    <a:ext cx="0" cy="2550189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triangle" w="med" len="med"/>
                    <a:tailEnd type="triangle" w="med" len="med"/>
                  </a:ln>
                </p:spPr>
              </p:cxnSp>
              <p:cxnSp>
                <p:nvCxnSpPr>
                  <p:cNvPr id="523" name="Google Shape;523;p37"/>
                  <p:cNvCxnSpPr/>
                  <p:nvPr/>
                </p:nvCxnSpPr>
                <p:spPr>
                  <a:xfrm>
                    <a:off x="7186863" y="6085998"/>
                    <a:ext cx="3336758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triangle" w="med" len="med"/>
                    <a:tailEnd type="triangle" w="med" len="med"/>
                  </a:ln>
                </p:spPr>
              </p:cxnSp>
            </p:grpSp>
            <p:sp>
              <p:nvSpPr>
                <p:cNvPr id="524" name="Google Shape;524;p37"/>
                <p:cNvSpPr/>
                <p:nvPr/>
              </p:nvSpPr>
              <p:spPr>
                <a:xfrm>
                  <a:off x="7983864" y="3982034"/>
                  <a:ext cx="3035100" cy="19263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5100" h="1147335" extrusionOk="0">
                      <a:moveTo>
                        <a:pt x="0" y="0"/>
                      </a:moveTo>
                      <a:cubicBezTo>
                        <a:pt x="173789" y="562810"/>
                        <a:pt x="626932" y="1055597"/>
                        <a:pt x="850232" y="1138989"/>
                      </a:cubicBezTo>
                      <a:cubicBezTo>
                        <a:pt x="1073532" y="1222381"/>
                        <a:pt x="1094764" y="657103"/>
                        <a:pt x="1339799" y="500350"/>
                      </a:cubicBezTo>
                      <a:cubicBezTo>
                        <a:pt x="1584834" y="343597"/>
                        <a:pt x="2440067" y="605678"/>
                        <a:pt x="2695071" y="533164"/>
                      </a:cubicBezTo>
                      <a:cubicBezTo>
                        <a:pt x="2950075" y="460650"/>
                        <a:pt x="2915991" y="38249"/>
                        <a:pt x="3035100" y="6204"/>
                      </a:cubicBezTo>
                    </a:path>
                  </a:pathLst>
                </a:custGeom>
                <a:solidFill>
                  <a:srgbClr val="F4B19A"/>
                </a:solidFill>
                <a:ln w="38100" cap="flat" cmpd="sng">
                  <a:solidFill>
                    <a:srgbClr val="27272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cxnSp>
              <p:nvCxnSpPr>
                <p:cNvPr id="525" name="Google Shape;525;p37"/>
                <p:cNvCxnSpPr/>
                <p:nvPr/>
              </p:nvCxnSpPr>
              <p:spPr>
                <a:xfrm rot="10800000" flipH="1">
                  <a:off x="9060573" y="4909506"/>
                  <a:ext cx="1468163" cy="647705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93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26" name="Google Shape;526;p37"/>
                <p:cNvSpPr/>
                <p:nvPr/>
              </p:nvSpPr>
              <p:spPr>
                <a:xfrm>
                  <a:off x="8961461" y="5458417"/>
                  <a:ext cx="198226" cy="198226"/>
                </a:xfrm>
                <a:prstGeom prst="ellipse">
                  <a:avLst/>
                </a:prstGeom>
                <a:blipFill rotWithShape="1">
                  <a:blip r:embed="rId4">
                    <a:alphaModFix/>
                  </a:blip>
                  <a:tile tx="0" ty="0" sx="60000" sy="58999" flip="none" algn="tl"/>
                </a:blipFill>
                <a:ln>
                  <a:noFill/>
                </a:ln>
                <a:effectLst>
                  <a:outerShdw blurRad="50800" dist="19050" dir="5400000" algn="tl" rotWithShape="0">
                    <a:srgbClr val="000000">
                      <a:alpha val="6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sp>
              <p:nvSpPr>
                <p:cNvPr id="527" name="Google Shape;527;p37"/>
                <p:cNvSpPr/>
                <p:nvPr/>
              </p:nvSpPr>
              <p:spPr>
                <a:xfrm>
                  <a:off x="10429623" y="4785811"/>
                  <a:ext cx="198226" cy="198226"/>
                </a:xfrm>
                <a:prstGeom prst="ellipse">
                  <a:avLst/>
                </a:prstGeom>
                <a:blipFill rotWithShape="1">
                  <a:blip r:embed="rId4">
                    <a:alphaModFix/>
                  </a:blip>
                  <a:tile tx="0" ty="0" sx="60000" sy="58999" flip="none" algn="tl"/>
                </a:blipFill>
                <a:ln>
                  <a:noFill/>
                </a:ln>
                <a:effectLst>
                  <a:outerShdw blurRad="50800" dist="19050" dir="5400000" algn="tl" rotWithShape="0">
                    <a:srgbClr val="000000">
                      <a:alpha val="6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sp>
              <p:nvSpPr>
                <p:cNvPr id="528" name="Google Shape;528;p37"/>
                <p:cNvSpPr/>
                <p:nvPr/>
              </p:nvSpPr>
              <p:spPr>
                <a:xfrm>
                  <a:off x="9481910" y="4653569"/>
                  <a:ext cx="152986" cy="152986"/>
                </a:xfrm>
                <a:prstGeom prst="ellipse">
                  <a:avLst/>
                </a:prstGeom>
                <a:blipFill rotWithShape="1">
                  <a:blip r:embed="rId6">
                    <a:alphaModFix/>
                  </a:blip>
                  <a:tile tx="0" ty="0" sx="60000" sy="58999" flip="none" algn="tl"/>
                </a:blipFill>
                <a:ln>
                  <a:noFill/>
                </a:ln>
                <a:effectLst>
                  <a:outerShdw blurRad="50800" dist="19050" dir="5400000" algn="tl" rotWithShape="0">
                    <a:srgbClr val="000000">
                      <a:alpha val="6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sp>
              <p:nvSpPr>
                <p:cNvPr id="529" name="Google Shape;529;p37"/>
                <p:cNvSpPr/>
                <p:nvPr/>
              </p:nvSpPr>
              <p:spPr>
                <a:xfrm>
                  <a:off x="9483727" y="5243521"/>
                  <a:ext cx="152986" cy="152986"/>
                </a:xfrm>
                <a:prstGeom prst="ellipse">
                  <a:avLst/>
                </a:prstGeom>
                <a:blipFill rotWithShape="1">
                  <a:blip r:embed="rId6">
                    <a:alphaModFix/>
                  </a:blip>
                  <a:tile tx="0" ty="0" sx="60000" sy="58999" flip="none" algn="tl"/>
                </a:blipFill>
                <a:ln>
                  <a:noFill/>
                </a:ln>
                <a:effectLst>
                  <a:outerShdw blurRad="50800" dist="19050" dir="5400000" algn="tl" rotWithShape="0">
                    <a:srgbClr val="000000">
                      <a:alpha val="60000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lt1"/>
                    </a:solidFill>
                    <a:latin typeface="Rockwell"/>
                    <a:ea typeface="Rockwell"/>
                    <a:cs typeface="Rockwell"/>
                    <a:sym typeface="Rockwell"/>
                  </a:endParaRPr>
                </a:p>
              </p:txBody>
            </p:sp>
            <p:cxnSp>
              <p:nvCxnSpPr>
                <p:cNvPr id="530" name="Google Shape;530;p37"/>
                <p:cNvCxnSpPr>
                  <a:endCxn id="529" idx="0"/>
                </p:cNvCxnSpPr>
                <p:nvPr/>
              </p:nvCxnSpPr>
              <p:spPr>
                <a:xfrm>
                  <a:off x="9558420" y="4806421"/>
                  <a:ext cx="1800" cy="437100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chemeClr val="accent4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</p:grpSp>
          <p:sp>
            <p:nvSpPr>
              <p:cNvPr id="531" name="Google Shape;531;p37"/>
              <p:cNvSpPr txBox="1"/>
              <p:nvPr/>
            </p:nvSpPr>
            <p:spPr>
              <a:xfrm>
                <a:off x="3051698" y="5500385"/>
                <a:ext cx="190789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0" i="0" u="none" strike="noStrike" cap="none">
                    <a:solidFill>
                      <a:schemeClr val="dk1"/>
                    </a:solidFill>
                    <a:latin typeface="Rockwell"/>
                    <a:ea typeface="Rockwell"/>
                    <a:cs typeface="Rockwell"/>
                    <a:sym typeface="Rockwell"/>
                  </a:rPr>
                  <a:t>Nonconvex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2" name="Google Shape;532;p37"/>
            <p:cNvSpPr txBox="1"/>
            <p:nvPr/>
          </p:nvSpPr>
          <p:spPr>
            <a:xfrm>
              <a:off x="6808067" y="3827607"/>
              <a:ext cx="152798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Epigraph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3" name="Google Shape;533;p37"/>
          <p:cNvSpPr txBox="1"/>
          <p:nvPr/>
        </p:nvSpPr>
        <p:spPr>
          <a:xfrm>
            <a:off x="3540758" y="2768134"/>
            <a:ext cx="447911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All possible orange lines are: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always in epigraph or on black 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always above or equal to black 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916440-C556-A1E2-D839-B854BF24DAE5}"/>
                  </a:ext>
                </a:extLst>
              </p14:cNvPr>
              <p14:cNvContentPartPr/>
              <p14:nvPr/>
            </p14:nvContentPartPr>
            <p14:xfrm>
              <a:off x="340560" y="1423440"/>
              <a:ext cx="11790000" cy="5425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916440-C556-A1E2-D839-B854BF24DA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1200" y="1414080"/>
                <a:ext cx="11808720" cy="544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2"/>
          <p:cNvSpPr txBox="1"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/>
              <a:t>MINIMIZING THE </a:t>
            </a:r>
            <a:br>
              <a:rPr lang="en-US" sz="6000"/>
            </a:br>
            <a:r>
              <a:rPr lang="en-US" sz="6000"/>
              <a:t>AVERAGE SQUARED LOSS</a:t>
            </a:r>
            <a:endParaRPr/>
          </a:p>
        </p:txBody>
      </p:sp>
      <p:sp>
        <p:nvSpPr>
          <p:cNvPr id="570" name="Google Shape;570;p42"/>
          <p:cNvSpPr txBox="1"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EXPECTED LOSS</a:t>
            </a:r>
            <a:endParaRPr/>
          </a:p>
        </p:txBody>
      </p:sp>
      <p:sp>
        <p:nvSpPr>
          <p:cNvPr id="374" name="Google Shape;374;p27"/>
          <p:cNvSpPr txBox="1">
            <a:spLocks noGrp="1"/>
          </p:cNvSpPr>
          <p:nvPr>
            <p:ph type="body" idx="1"/>
          </p:nvPr>
        </p:nvSpPr>
        <p:spPr>
          <a:xfrm>
            <a:off x="1131277" y="1931931"/>
            <a:ext cx="11060723" cy="4707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A natural way to define the loss on our entire dataset is to compute the average of the loss on each record.</a:t>
            </a:r>
            <a:endParaRPr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53338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None/>
            </a:pPr>
            <a:endParaRPr sz="2400"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In some cases we might take a weighted average (when?)</a:t>
            </a:r>
            <a:endParaRPr dirty="0"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 dirty="0"/>
              <a:t>Some records might be more important or reliable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How do we minimize this loss in the case average squared/quadratic loss?</a:t>
            </a:r>
            <a:endParaRPr dirty="0"/>
          </a:p>
        </p:txBody>
      </p:sp>
      <p:pic>
        <p:nvPicPr>
          <p:cNvPr id="375" name="Google Shape;37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8225" y="2718283"/>
            <a:ext cx="47498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7"/>
          <p:cNvSpPr/>
          <p:nvPr/>
        </p:nvSpPr>
        <p:spPr>
          <a:xfrm>
            <a:off x="2407754" y="3828878"/>
            <a:ext cx="2985880" cy="456888"/>
          </a:xfrm>
          <a:prstGeom prst="wedgeRoundRectCallout">
            <a:avLst>
              <a:gd name="adj1" fmla="val 25605"/>
              <a:gd name="adj2" fmla="val -104100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The set of n data points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EEED49-BDF5-025F-3FA2-0F36D6414CAB}"/>
                  </a:ext>
                </a:extLst>
              </p14:cNvPr>
              <p14:cNvContentPartPr/>
              <p14:nvPr/>
            </p14:nvContentPartPr>
            <p14:xfrm>
              <a:off x="4225680" y="488880"/>
              <a:ext cx="7148880" cy="5119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EEED49-BDF5-025F-3FA2-0F36D6414C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16320" y="479520"/>
                <a:ext cx="7167600" cy="513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56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3"/>
          <p:cNvSpPr txBox="1">
            <a:spLocks noGrp="1"/>
          </p:cNvSpPr>
          <p:nvPr>
            <p:ph type="title"/>
          </p:nvPr>
        </p:nvSpPr>
        <p:spPr>
          <a:xfrm>
            <a:off x="724388" y="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THE AVERAGE SQUARED LOSS</a:t>
            </a:r>
            <a:endParaRPr/>
          </a:p>
        </p:txBody>
      </p:sp>
      <p:sp>
        <p:nvSpPr>
          <p:cNvPr id="576" name="Google Shape;576;p43"/>
          <p:cNvSpPr txBox="1">
            <a:spLocks noGrp="1"/>
          </p:cNvSpPr>
          <p:nvPr>
            <p:ph type="body" idx="1"/>
          </p:nvPr>
        </p:nvSpPr>
        <p:spPr>
          <a:xfrm>
            <a:off x="838200" y="3376247"/>
            <a:ext cx="4560277" cy="280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Take the derivative</a:t>
            </a:r>
            <a:endParaRPr/>
          </a:p>
        </p:txBody>
      </p:sp>
      <p:sp>
        <p:nvSpPr>
          <p:cNvPr id="577" name="Google Shape;577;p43"/>
          <p:cNvSpPr/>
          <p:nvPr/>
        </p:nvSpPr>
        <p:spPr>
          <a:xfrm>
            <a:off x="5454650" y="2204983"/>
            <a:ext cx="298938" cy="239712"/>
          </a:xfrm>
          <a:prstGeom prst="rightArrow">
            <a:avLst>
              <a:gd name="adj1" fmla="val 50000"/>
              <a:gd name="adj2" fmla="val 50000"/>
            </a:avLst>
          </a:prstGeom>
          <a:blipFill rotWithShape="1">
            <a:blip r:embed="rId3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578" name="Google Shape;578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501" y="3519306"/>
            <a:ext cx="34798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069" y="1696189"/>
            <a:ext cx="4673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4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3125" y="1696189"/>
            <a:ext cx="5918200" cy="125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5A2D90-B676-80DD-174A-8652F046CD2A}"/>
                  </a:ext>
                </a:extLst>
              </p14:cNvPr>
              <p14:cNvContentPartPr/>
              <p14:nvPr/>
            </p14:nvContentPartPr>
            <p14:xfrm>
              <a:off x="3723120" y="557640"/>
              <a:ext cx="7695000" cy="3862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5A2D90-B676-80DD-174A-8652F046CD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13760" y="548280"/>
                <a:ext cx="7713720" cy="388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4"/>
          <p:cNvSpPr txBox="1">
            <a:spLocks noGrp="1"/>
          </p:cNvSpPr>
          <p:nvPr>
            <p:ph type="title"/>
          </p:nvPr>
        </p:nvSpPr>
        <p:spPr>
          <a:xfrm>
            <a:off x="632069" y="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THE AVERAGE SQUARED LOSS</a:t>
            </a:r>
            <a:endParaRPr/>
          </a:p>
        </p:txBody>
      </p:sp>
      <p:sp>
        <p:nvSpPr>
          <p:cNvPr id="586" name="Google Shape;586;p44"/>
          <p:cNvSpPr txBox="1">
            <a:spLocks noGrp="1"/>
          </p:cNvSpPr>
          <p:nvPr>
            <p:ph type="body" idx="1"/>
          </p:nvPr>
        </p:nvSpPr>
        <p:spPr>
          <a:xfrm>
            <a:off x="838200" y="3376247"/>
            <a:ext cx="4560277" cy="280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Take the derivative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Set the derivative equal to zero</a:t>
            </a:r>
            <a:endParaRPr/>
          </a:p>
        </p:txBody>
      </p:sp>
      <p:pic>
        <p:nvPicPr>
          <p:cNvPr id="587" name="Google Shape;587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8201" y="5106256"/>
            <a:ext cx="38481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6501" y="3519306"/>
            <a:ext cx="34798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069" y="1696189"/>
            <a:ext cx="4673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3125" y="1696189"/>
            <a:ext cx="59182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/>
          <p:nvPr/>
        </p:nvSpPr>
        <p:spPr>
          <a:xfrm>
            <a:off x="5454650" y="2204983"/>
            <a:ext cx="298938" cy="239712"/>
          </a:xfrm>
          <a:prstGeom prst="rightArrow">
            <a:avLst>
              <a:gd name="adj1" fmla="val 50000"/>
              <a:gd name="adj2" fmla="val 50000"/>
            </a:avLst>
          </a:prstGeom>
          <a:blipFill rotWithShape="1">
            <a:blip r:embed="rId7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152EE5-7AAA-4F2D-A547-1D43E3783F1D}"/>
                  </a:ext>
                </a:extLst>
              </p14:cNvPr>
              <p14:cNvContentPartPr/>
              <p14:nvPr/>
            </p14:nvContentPartPr>
            <p14:xfrm>
              <a:off x="631800" y="2872080"/>
              <a:ext cx="11021760" cy="3870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152EE5-7AAA-4F2D-A547-1D43E3783F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2440" y="2862720"/>
                <a:ext cx="11040480" cy="388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5"/>
          <p:cNvSpPr txBox="1">
            <a:spLocks noGrp="1"/>
          </p:cNvSpPr>
          <p:nvPr>
            <p:ph type="title"/>
          </p:nvPr>
        </p:nvSpPr>
        <p:spPr>
          <a:xfrm>
            <a:off x="689459" y="331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THE AVERAGE SQUARED LOSS</a:t>
            </a:r>
            <a:endParaRPr/>
          </a:p>
        </p:txBody>
      </p:sp>
      <p:sp>
        <p:nvSpPr>
          <p:cNvPr id="597" name="Google Shape;597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560277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Take the derivative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Set the derivative equal to zero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Solve for parameters</a:t>
            </a:r>
            <a:endParaRPr/>
          </a:p>
        </p:txBody>
      </p:sp>
      <p:pic>
        <p:nvPicPr>
          <p:cNvPr id="598" name="Google Shape;59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382" y="4693370"/>
            <a:ext cx="2845777" cy="1514688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45"/>
          <p:cNvSpPr/>
          <p:nvPr/>
        </p:nvSpPr>
        <p:spPr>
          <a:xfrm>
            <a:off x="5340579" y="4841663"/>
            <a:ext cx="1567945" cy="1218102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600" name="Google Shape;600;p45"/>
          <p:cNvGrpSpPr/>
          <p:nvPr/>
        </p:nvGrpSpPr>
        <p:grpSpPr>
          <a:xfrm>
            <a:off x="406776" y="4370204"/>
            <a:ext cx="1720876" cy="646331"/>
            <a:chOff x="406776" y="4370204"/>
            <a:chExt cx="1720876" cy="646331"/>
          </a:xfrm>
        </p:grpSpPr>
        <p:sp>
          <p:nvSpPr>
            <p:cNvPr id="601" name="Google Shape;601;p45"/>
            <p:cNvSpPr txBox="1"/>
            <p:nvPr/>
          </p:nvSpPr>
          <p:spPr>
            <a:xfrm>
              <a:off x="406776" y="4370204"/>
              <a:ext cx="1364476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Hat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(Estimator)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2" name="Google Shape;602;p45"/>
            <p:cNvCxnSpPr>
              <a:stCxn id="601" idx="3"/>
            </p:cNvCxnSpPr>
            <p:nvPr/>
          </p:nvCxnSpPr>
          <p:spPr>
            <a:xfrm>
              <a:off x="1771252" y="4693370"/>
              <a:ext cx="356400" cy="30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pic>
        <p:nvPicPr>
          <p:cNvPr id="603" name="Google Shape;603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7459" y="1643750"/>
            <a:ext cx="32004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47459" y="2856000"/>
            <a:ext cx="2677196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7459" y="4068250"/>
            <a:ext cx="39878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7459" y="5356700"/>
            <a:ext cx="3086100" cy="1143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CC2680A-EC4B-CE4F-740B-B85458F12918}"/>
                  </a:ext>
                </a:extLst>
              </p14:cNvPr>
              <p14:cNvContentPartPr/>
              <p14:nvPr/>
            </p14:nvContentPartPr>
            <p14:xfrm>
              <a:off x="408960" y="4970160"/>
              <a:ext cx="10420560" cy="16405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CC2680A-EC4B-CE4F-740B-B85458F1291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9600" y="4960800"/>
                <a:ext cx="10439280" cy="1659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6"/>
          <p:cNvSpPr txBox="1">
            <a:spLocks noGrp="1"/>
          </p:cNvSpPr>
          <p:nvPr>
            <p:ph type="title"/>
          </p:nvPr>
        </p:nvSpPr>
        <p:spPr>
          <a:xfrm>
            <a:off x="718155" y="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THE AVERAGE SQUARED LOSS</a:t>
            </a:r>
            <a:endParaRPr/>
          </a:p>
        </p:txBody>
      </p:sp>
      <p:pic>
        <p:nvPicPr>
          <p:cNvPr id="612" name="Google Shape;61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1505" y="2239069"/>
            <a:ext cx="2845777" cy="1514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46"/>
          <p:cNvGrpSpPr/>
          <p:nvPr/>
        </p:nvGrpSpPr>
        <p:grpSpPr>
          <a:xfrm>
            <a:off x="2094899" y="1915903"/>
            <a:ext cx="1720876" cy="646331"/>
            <a:chOff x="2094899" y="1915903"/>
            <a:chExt cx="1720876" cy="646331"/>
          </a:xfrm>
        </p:grpSpPr>
        <p:sp>
          <p:nvSpPr>
            <p:cNvPr id="614" name="Google Shape;614;p46"/>
            <p:cNvSpPr txBox="1"/>
            <p:nvPr/>
          </p:nvSpPr>
          <p:spPr>
            <a:xfrm>
              <a:off x="2094899" y="1915903"/>
              <a:ext cx="1364476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Hat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(Estimator)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5" name="Google Shape;615;p46"/>
            <p:cNvCxnSpPr>
              <a:stCxn id="614" idx="3"/>
            </p:cNvCxnSpPr>
            <p:nvPr/>
          </p:nvCxnSpPr>
          <p:spPr>
            <a:xfrm>
              <a:off x="3459375" y="2239069"/>
              <a:ext cx="356400" cy="30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6" name="Google Shape;616;p4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4431322"/>
                <a:ext cx="10515600" cy="21453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82880" lvl="0" indent="-18288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SzPts val="2040"/>
                  <a:buChar char="▪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sz="2400" dirty="0"/>
                  <a:t> then the estimate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that minimizes the squared loss is the mean (average) of the PA (or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values</a:t>
                </a:r>
                <a:endParaRPr lang="en-US" dirty="0"/>
              </a:p>
              <a:p>
                <a:pPr marL="457200" lvl="1" indent="-182880" algn="l" rtl="0">
                  <a:lnSpc>
                    <a:spcPct val="90000"/>
                  </a:lnSpc>
                  <a:spcBef>
                    <a:spcPts val="400"/>
                  </a:spcBef>
                  <a:spcAft>
                    <a:spcPts val="0"/>
                  </a:spcAft>
                  <a:buSzPts val="2040"/>
                  <a:buChar char="▪"/>
                </a:pPr>
                <a:r>
                  <a:rPr lang="en-US" sz="2400" dirty="0"/>
                  <a:t>We guessed that already!</a:t>
                </a:r>
                <a:endParaRPr dirty="0"/>
              </a:p>
            </p:txBody>
          </p:sp>
        </mc:Choice>
        <mc:Fallback xmlns="">
          <p:sp>
            <p:nvSpPr>
              <p:cNvPr id="616" name="Google Shape;616;p4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4431322"/>
                <a:ext cx="10515600" cy="2145323"/>
              </a:xfrm>
              <a:prstGeom prst="rect">
                <a:avLst/>
              </a:prstGeom>
              <a:blipFill>
                <a:blip r:embed="rId4"/>
                <a:stretch>
                  <a:fillRect l="-724" t="-35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7" name="Google Shape;617;p46"/>
          <p:cNvSpPr txBox="1"/>
          <p:nvPr/>
        </p:nvSpPr>
        <p:spPr>
          <a:xfrm>
            <a:off x="7297615" y="2239068"/>
            <a:ext cx="3150221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Mean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(Average)!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99D0F1B-1F12-3F88-F9DC-8259056D9AC2}"/>
                  </a:ext>
                </a:extLst>
              </p14:cNvPr>
              <p14:cNvContentPartPr/>
              <p14:nvPr/>
            </p14:nvContentPartPr>
            <p14:xfrm>
              <a:off x="267120" y="4032720"/>
              <a:ext cx="2118240" cy="727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99D0F1B-1F12-3F88-F9DC-8259056D9A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7760" y="4023360"/>
                <a:ext cx="2136960" cy="74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8700" y="2971801"/>
            <a:ext cx="5821743" cy="3881162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7"/>
          <p:cNvSpPr txBox="1">
            <a:spLocks noGrp="1"/>
          </p:cNvSpPr>
          <p:nvPr>
            <p:ph type="title"/>
          </p:nvPr>
        </p:nvSpPr>
        <p:spPr>
          <a:xfrm>
            <a:off x="856272" y="490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THE AVERAGE ABSOLUTE LOSS</a:t>
            </a:r>
            <a:endParaRPr/>
          </a:p>
        </p:txBody>
      </p:sp>
      <p:sp>
        <p:nvSpPr>
          <p:cNvPr id="624" name="Google Shape;624;p47"/>
          <p:cNvSpPr txBox="1">
            <a:spLocks noGrp="1"/>
          </p:cNvSpPr>
          <p:nvPr>
            <p:ph type="body" idx="1"/>
          </p:nvPr>
        </p:nvSpPr>
        <p:spPr>
          <a:xfrm>
            <a:off x="838200" y="3129512"/>
            <a:ext cx="4560300" cy="27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-US" sz="2400"/>
              <a:t>Take the derivative</a:t>
            </a:r>
            <a:endParaRPr sz="2400"/>
          </a:p>
          <a:p>
            <a:pPr marL="457200" lvl="1" indent="-2082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30"/>
              <a:buChar char="▪"/>
            </a:pPr>
            <a:r>
              <a:rPr lang="en-US" sz="2200"/>
              <a:t>How?</a:t>
            </a:r>
            <a:endParaRPr sz="2200"/>
          </a:p>
        </p:txBody>
      </p:sp>
      <p:sp>
        <p:nvSpPr>
          <p:cNvPr id="625" name="Google Shape;625;p47"/>
          <p:cNvSpPr/>
          <p:nvPr/>
        </p:nvSpPr>
        <p:spPr>
          <a:xfrm>
            <a:off x="5266592" y="2177012"/>
            <a:ext cx="263769" cy="316523"/>
          </a:xfrm>
          <a:prstGeom prst="rightArrow">
            <a:avLst>
              <a:gd name="adj1" fmla="val 50000"/>
              <a:gd name="adj2" fmla="val 50000"/>
            </a:avLst>
          </a:prstGeom>
          <a:blipFill rotWithShape="1">
            <a:blip r:embed="rId4">
              <a:alphaModFix/>
            </a:blip>
            <a:tile tx="0" ty="0" sx="60000" sy="58999" flip="none" algn="tl"/>
          </a:blipFill>
          <a:ln>
            <a:noFill/>
          </a:ln>
          <a:effectLst>
            <a:outerShdw blurRad="50800" dist="1905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26" name="Google Shape;626;p47"/>
          <p:cNvSpPr txBox="1"/>
          <p:nvPr/>
        </p:nvSpPr>
        <p:spPr>
          <a:xfrm rot="1961629">
            <a:off x="7101539" y="3894490"/>
            <a:ext cx="189346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Constant Slope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47"/>
          <p:cNvSpPr txBox="1"/>
          <p:nvPr/>
        </p:nvSpPr>
        <p:spPr>
          <a:xfrm rot="-1975283">
            <a:off x="8970791" y="4009100"/>
            <a:ext cx="189346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Constant Slope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8" name="Google Shape;628;p47"/>
          <p:cNvGrpSpPr/>
          <p:nvPr/>
        </p:nvGrpSpPr>
        <p:grpSpPr>
          <a:xfrm>
            <a:off x="2467876" y="4961364"/>
            <a:ext cx="6551549" cy="1507988"/>
            <a:chOff x="2467876" y="4961364"/>
            <a:chExt cx="6551549" cy="1507988"/>
          </a:xfrm>
        </p:grpSpPr>
        <p:sp>
          <p:nvSpPr>
            <p:cNvPr id="629" name="Google Shape;629;p47"/>
            <p:cNvSpPr txBox="1"/>
            <p:nvPr/>
          </p:nvSpPr>
          <p:spPr>
            <a:xfrm>
              <a:off x="2467876" y="5884576"/>
              <a:ext cx="3485249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lang="en-US" sz="3200" b="0" i="0" u="none" strike="noStrike" cap="none">
                  <a:solidFill>
                    <a:srgbClr val="FF0000"/>
                  </a:solidFill>
                  <a:latin typeface="Rockwell"/>
                  <a:ea typeface="Rockwell"/>
                  <a:cs typeface="Rockwell"/>
                  <a:sym typeface="Rockwell"/>
                </a:rPr>
                <a:t>What is sign(0) ? </a:t>
              </a:r>
              <a:endParaRPr sz="3200" b="0" i="0" u="none" strike="noStrike" cap="non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630" name="Google Shape;630;p47"/>
            <p:cNvCxnSpPr>
              <a:stCxn id="629" idx="3"/>
            </p:cNvCxnSpPr>
            <p:nvPr/>
          </p:nvCxnSpPr>
          <p:spPr>
            <a:xfrm rot="10800000" flipH="1">
              <a:off x="5953125" y="4961364"/>
              <a:ext cx="3066300" cy="1215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pic>
        <p:nvPicPr>
          <p:cNvPr id="631" name="Google Shape;631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5381" y="1722213"/>
            <a:ext cx="43561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5472" y="1776778"/>
            <a:ext cx="56007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1114" y="4496736"/>
            <a:ext cx="5885925" cy="117718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7"/>
          <p:cNvSpPr txBox="1"/>
          <p:nvPr/>
        </p:nvSpPr>
        <p:spPr>
          <a:xfrm>
            <a:off x="11351944" y="1947735"/>
            <a:ext cx="204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0" i="0" u="none" strike="noStrike" cap="non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|</a:t>
            </a:r>
            <a:endParaRPr sz="3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35" name="Google Shape;635;p47"/>
          <p:cNvSpPr txBox="1"/>
          <p:nvPr/>
        </p:nvSpPr>
        <p:spPr>
          <a:xfrm>
            <a:off x="4773438" y="1897123"/>
            <a:ext cx="2040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0" i="0" u="none" strike="noStrike" cap="none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|</a:t>
            </a:r>
            <a:endParaRPr sz="3400" b="0" i="0" u="none" strike="noStrike" cap="none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67B5F8F-A72F-4F4E-3774-29722115462E}"/>
                  </a:ext>
                </a:extLst>
              </p14:cNvPr>
              <p14:cNvContentPartPr/>
              <p14:nvPr/>
            </p14:nvContentPartPr>
            <p14:xfrm>
              <a:off x="297360" y="148680"/>
              <a:ext cx="11554200" cy="662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67B5F8F-A72F-4F4E-3774-2972211546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8000" y="139320"/>
                <a:ext cx="11572920" cy="664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0" name="Google Shape;64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8700" y="1336431"/>
            <a:ext cx="5821743" cy="388116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8"/>
          <p:cNvSpPr txBox="1">
            <a:spLocks noGrp="1"/>
          </p:cNvSpPr>
          <p:nvPr>
            <p:ph type="title"/>
          </p:nvPr>
        </p:nvSpPr>
        <p:spPr>
          <a:xfrm>
            <a:off x="829466" y="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THE AVERAGE ABSOLUTE LOSS</a:t>
            </a:r>
            <a:endParaRPr/>
          </a:p>
        </p:txBody>
      </p:sp>
      <p:sp>
        <p:nvSpPr>
          <p:cNvPr id="642" name="Google Shape;642;p48"/>
          <p:cNvSpPr txBox="1">
            <a:spLocks noGrp="1"/>
          </p:cNvSpPr>
          <p:nvPr>
            <p:ph type="body" idx="1"/>
          </p:nvPr>
        </p:nvSpPr>
        <p:spPr>
          <a:xfrm>
            <a:off x="1069848" y="2000253"/>
            <a:ext cx="4560277" cy="1002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Take the derivative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How?</a:t>
            </a:r>
            <a:endParaRPr/>
          </a:p>
        </p:txBody>
      </p:sp>
      <p:sp>
        <p:nvSpPr>
          <p:cNvPr id="643" name="Google Shape;643;p48"/>
          <p:cNvSpPr txBox="1"/>
          <p:nvPr/>
        </p:nvSpPr>
        <p:spPr>
          <a:xfrm rot="1961629">
            <a:off x="7101539" y="2259120"/>
            <a:ext cx="189346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Constant Slope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Down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48"/>
          <p:cNvSpPr txBox="1"/>
          <p:nvPr/>
        </p:nvSpPr>
        <p:spPr>
          <a:xfrm rot="-1975283">
            <a:off x="8970791" y="2373730"/>
            <a:ext cx="189346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Constant Slope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Up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48"/>
          <p:cNvSpPr txBox="1"/>
          <p:nvPr/>
        </p:nvSpPr>
        <p:spPr>
          <a:xfrm>
            <a:off x="838199" y="4223790"/>
            <a:ext cx="6740770" cy="1849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→ Derivative at the corner?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What is the sign of 0?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→ Convention: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8161" y="5837948"/>
            <a:ext cx="22987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13" y="2736651"/>
            <a:ext cx="5885925" cy="117718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013401-A937-0AA5-C920-9598D2612B92}"/>
                  </a:ext>
                </a:extLst>
              </p14:cNvPr>
              <p14:cNvContentPartPr/>
              <p14:nvPr/>
            </p14:nvContentPartPr>
            <p14:xfrm>
              <a:off x="5092560" y="1219320"/>
              <a:ext cx="6158160" cy="3943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013401-A937-0AA5-C920-9598D2612B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83200" y="1209960"/>
                <a:ext cx="6176880" cy="3961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9"/>
          <p:cNvSpPr txBox="1">
            <a:spLocks noGrp="1"/>
          </p:cNvSpPr>
          <p:nvPr>
            <p:ph type="title"/>
          </p:nvPr>
        </p:nvSpPr>
        <p:spPr>
          <a:xfrm>
            <a:off x="838200" y="304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THE AVERAGE ABSOLUTE LOSS</a:t>
            </a:r>
            <a:endParaRPr/>
          </a:p>
        </p:txBody>
      </p:sp>
      <p:sp>
        <p:nvSpPr>
          <p:cNvPr id="653" name="Google Shape;653;p49"/>
          <p:cNvSpPr txBox="1">
            <a:spLocks noGrp="1"/>
          </p:cNvSpPr>
          <p:nvPr>
            <p:ph type="body" idx="1"/>
          </p:nvPr>
        </p:nvSpPr>
        <p:spPr>
          <a:xfrm>
            <a:off x="838200" y="1992816"/>
            <a:ext cx="5334000" cy="277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Take the derivative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Set derivative to</a:t>
            </a:r>
            <a:br>
              <a:rPr lang="en-US"/>
            </a:br>
            <a:r>
              <a:rPr lang="en-US"/>
              <a:t>zero and solve for parameters</a:t>
            </a:r>
            <a:endParaRPr/>
          </a:p>
        </p:txBody>
      </p:sp>
      <p:pic>
        <p:nvPicPr>
          <p:cNvPr id="654" name="Google Shape;65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26823" y="4765874"/>
            <a:ext cx="5143500" cy="1472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68646" y="3164921"/>
            <a:ext cx="4759602" cy="1452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" y="4568253"/>
            <a:ext cx="4152900" cy="16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49"/>
          <p:cNvSpPr/>
          <p:nvPr/>
        </p:nvSpPr>
        <p:spPr>
          <a:xfrm>
            <a:off x="5508014" y="5273678"/>
            <a:ext cx="501894" cy="4572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658" name="Google Shape;658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84158" y="1739196"/>
            <a:ext cx="6386165" cy="1277233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 txBox="1"/>
          <p:nvPr/>
        </p:nvSpPr>
        <p:spPr>
          <a:xfrm>
            <a:off x="10269415" y="4812013"/>
            <a:ext cx="35779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9"/>
          <p:cNvSpPr txBox="1"/>
          <p:nvPr/>
        </p:nvSpPr>
        <p:spPr>
          <a:xfrm>
            <a:off x="3824066" y="4669413"/>
            <a:ext cx="4738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49"/>
          <p:cNvSpPr txBox="1"/>
          <p:nvPr/>
        </p:nvSpPr>
        <p:spPr>
          <a:xfrm>
            <a:off x="9730154" y="3199092"/>
            <a:ext cx="35779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BEC729E-ADB6-1C8B-CFEB-019474F36FF1}"/>
                  </a:ext>
                </a:extLst>
              </p14:cNvPr>
              <p14:cNvContentPartPr/>
              <p14:nvPr/>
            </p14:nvContentPartPr>
            <p14:xfrm>
              <a:off x="1542600" y="44280"/>
              <a:ext cx="10529280" cy="6051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BEC729E-ADB6-1C8B-CFEB-019474F36FF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33240" y="34920"/>
                <a:ext cx="10548000" cy="607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50"/>
          <p:cNvSpPr txBox="1">
            <a:spLocks noGrp="1"/>
          </p:cNvSpPr>
          <p:nvPr>
            <p:ph type="title"/>
          </p:nvPr>
        </p:nvSpPr>
        <p:spPr>
          <a:xfrm>
            <a:off x="796269" y="-7394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MINIMIZING THE AVERAGE ABSOLUTE LOSS</a:t>
            </a:r>
            <a:endParaRPr/>
          </a:p>
        </p:txBody>
      </p:sp>
      <p:sp>
        <p:nvSpPr>
          <p:cNvPr id="668" name="Google Shape;668;p50"/>
          <p:cNvSpPr txBox="1">
            <a:spLocks noGrp="1"/>
          </p:cNvSpPr>
          <p:nvPr>
            <p:ph type="body" idx="1"/>
          </p:nvPr>
        </p:nvSpPr>
        <p:spPr>
          <a:xfrm>
            <a:off x="796269" y="2031122"/>
            <a:ext cx="5996607" cy="277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Take the derivative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Set derivative to zero and solve for parameters</a:t>
            </a:r>
            <a:endParaRPr/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0231" y="1646238"/>
            <a:ext cx="4152900" cy="165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0" name="Google Shape;670;p50"/>
          <p:cNvGrpSpPr/>
          <p:nvPr/>
        </p:nvGrpSpPr>
        <p:grpSpPr>
          <a:xfrm>
            <a:off x="3751094" y="4400612"/>
            <a:ext cx="7954108" cy="805331"/>
            <a:chOff x="2813538" y="5362930"/>
            <a:chExt cx="7954108" cy="805331"/>
          </a:xfrm>
        </p:grpSpPr>
        <p:cxnSp>
          <p:nvCxnSpPr>
            <p:cNvPr id="671" name="Google Shape;671;p50"/>
            <p:cNvCxnSpPr/>
            <p:nvPr/>
          </p:nvCxnSpPr>
          <p:spPr>
            <a:xfrm>
              <a:off x="2813538" y="5503985"/>
              <a:ext cx="795410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672" name="Google Shape;672;p50"/>
            <p:cNvSpPr/>
            <p:nvPr/>
          </p:nvSpPr>
          <p:spPr>
            <a:xfrm>
              <a:off x="3433864" y="5362930"/>
              <a:ext cx="291830" cy="29183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73" name="Google Shape;673;p50"/>
            <p:cNvSpPr/>
            <p:nvPr/>
          </p:nvSpPr>
          <p:spPr>
            <a:xfrm>
              <a:off x="5103919" y="5362930"/>
              <a:ext cx="291830" cy="29183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74" name="Google Shape;674;p50"/>
            <p:cNvSpPr/>
            <p:nvPr/>
          </p:nvSpPr>
          <p:spPr>
            <a:xfrm>
              <a:off x="6099928" y="5362930"/>
              <a:ext cx="291830" cy="29183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75" name="Google Shape;675;p50"/>
            <p:cNvSpPr/>
            <p:nvPr/>
          </p:nvSpPr>
          <p:spPr>
            <a:xfrm>
              <a:off x="6943930" y="5362930"/>
              <a:ext cx="291830" cy="29183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76" name="Google Shape;676;p50"/>
            <p:cNvSpPr/>
            <p:nvPr/>
          </p:nvSpPr>
          <p:spPr>
            <a:xfrm>
              <a:off x="9879623" y="5362930"/>
              <a:ext cx="291830" cy="29183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77" name="Google Shape;677;p50"/>
            <p:cNvSpPr txBox="1"/>
            <p:nvPr/>
          </p:nvSpPr>
          <p:spPr>
            <a:xfrm>
              <a:off x="3324741" y="5645041"/>
              <a:ext cx="51007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800" b="0" i="0" u="none" strike="noStrike" cap="none" baseline="-250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78" name="Google Shape;678;p50"/>
            <p:cNvSpPr txBox="1"/>
            <p:nvPr/>
          </p:nvSpPr>
          <p:spPr>
            <a:xfrm>
              <a:off x="4994796" y="5645041"/>
              <a:ext cx="51007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800" b="0" i="0" u="none" strike="noStrike" cap="none" baseline="-250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79" name="Google Shape;679;p50"/>
            <p:cNvSpPr txBox="1"/>
            <p:nvPr/>
          </p:nvSpPr>
          <p:spPr>
            <a:xfrm>
              <a:off x="5990805" y="5645041"/>
              <a:ext cx="51007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800" b="0" i="0" u="none" strike="noStrike" cap="none" baseline="-250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80" name="Google Shape;680;p50"/>
            <p:cNvSpPr txBox="1"/>
            <p:nvPr/>
          </p:nvSpPr>
          <p:spPr>
            <a:xfrm>
              <a:off x="6834807" y="5645041"/>
              <a:ext cx="51007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800" b="0" i="0" u="none" strike="noStrike" cap="none" baseline="-250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81" name="Google Shape;681;p50"/>
            <p:cNvSpPr txBox="1"/>
            <p:nvPr/>
          </p:nvSpPr>
          <p:spPr>
            <a:xfrm>
              <a:off x="9770500" y="5645041"/>
              <a:ext cx="51007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800" b="0" i="0" u="none" strike="noStrike" cap="none" baseline="-250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5</a:t>
              </a:r>
              <a:endPara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682" name="Google Shape;682;p50"/>
          <p:cNvSpPr txBox="1"/>
          <p:nvPr/>
        </p:nvSpPr>
        <p:spPr>
          <a:xfrm>
            <a:off x="1062997" y="4173613"/>
            <a:ext cx="237757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PA values in 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24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sorted order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0"/>
          <p:cNvSpPr/>
          <p:nvPr/>
        </p:nvSpPr>
        <p:spPr>
          <a:xfrm>
            <a:off x="6792876" y="3905315"/>
            <a:ext cx="797344" cy="60855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endParaRPr sz="32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84" name="Google Shape;684;p50"/>
          <p:cNvSpPr txBox="1"/>
          <p:nvPr/>
        </p:nvSpPr>
        <p:spPr>
          <a:xfrm>
            <a:off x="5238153" y="3877392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50"/>
          <p:cNvSpPr txBox="1"/>
          <p:nvPr/>
        </p:nvSpPr>
        <p:spPr>
          <a:xfrm>
            <a:off x="9051329" y="3905315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6" name="Google Shape;686;p50"/>
          <p:cNvGrpSpPr/>
          <p:nvPr/>
        </p:nvGrpSpPr>
        <p:grpSpPr>
          <a:xfrm>
            <a:off x="3751094" y="5880139"/>
            <a:ext cx="7954108" cy="805331"/>
            <a:chOff x="2813538" y="5362930"/>
            <a:chExt cx="7954108" cy="805331"/>
          </a:xfrm>
        </p:grpSpPr>
        <p:cxnSp>
          <p:nvCxnSpPr>
            <p:cNvPr id="687" name="Google Shape;687;p50"/>
            <p:cNvCxnSpPr/>
            <p:nvPr/>
          </p:nvCxnSpPr>
          <p:spPr>
            <a:xfrm>
              <a:off x="2813538" y="5503985"/>
              <a:ext cx="795410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688" name="Google Shape;688;p50"/>
            <p:cNvSpPr/>
            <p:nvPr/>
          </p:nvSpPr>
          <p:spPr>
            <a:xfrm>
              <a:off x="3433864" y="5362930"/>
              <a:ext cx="291830" cy="29183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89" name="Google Shape;689;p50"/>
            <p:cNvSpPr/>
            <p:nvPr/>
          </p:nvSpPr>
          <p:spPr>
            <a:xfrm>
              <a:off x="5103919" y="5362930"/>
              <a:ext cx="291830" cy="29183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90" name="Google Shape;690;p50"/>
            <p:cNvSpPr/>
            <p:nvPr/>
          </p:nvSpPr>
          <p:spPr>
            <a:xfrm>
              <a:off x="6943930" y="5362930"/>
              <a:ext cx="291830" cy="29183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91" name="Google Shape;691;p50"/>
            <p:cNvSpPr/>
            <p:nvPr/>
          </p:nvSpPr>
          <p:spPr>
            <a:xfrm>
              <a:off x="9879623" y="5362930"/>
              <a:ext cx="291830" cy="291830"/>
            </a:xfrm>
            <a:prstGeom prst="ellipse">
              <a:avLst/>
            </a:prstGeom>
            <a:solidFill>
              <a:schemeClr val="dk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92" name="Google Shape;692;p50"/>
            <p:cNvSpPr txBox="1"/>
            <p:nvPr/>
          </p:nvSpPr>
          <p:spPr>
            <a:xfrm>
              <a:off x="3324741" y="5645041"/>
              <a:ext cx="51007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800" b="0" i="0" u="none" strike="noStrike" cap="none" baseline="-250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1</a:t>
              </a:r>
              <a:endPara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93" name="Google Shape;693;p50"/>
            <p:cNvSpPr txBox="1"/>
            <p:nvPr/>
          </p:nvSpPr>
          <p:spPr>
            <a:xfrm>
              <a:off x="4994796" y="5645041"/>
              <a:ext cx="51007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800" b="0" i="0" u="none" strike="noStrike" cap="none" baseline="-250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94" name="Google Shape;694;p50"/>
            <p:cNvSpPr txBox="1"/>
            <p:nvPr/>
          </p:nvSpPr>
          <p:spPr>
            <a:xfrm>
              <a:off x="6834807" y="5645041"/>
              <a:ext cx="51007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800" b="0" i="0" u="none" strike="noStrike" cap="none" baseline="-250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3</a:t>
              </a:r>
              <a:endPara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95" name="Google Shape;695;p50"/>
            <p:cNvSpPr txBox="1"/>
            <p:nvPr/>
          </p:nvSpPr>
          <p:spPr>
            <a:xfrm>
              <a:off x="9770500" y="5645041"/>
              <a:ext cx="51007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y</a:t>
              </a:r>
              <a:r>
                <a:rPr lang="en-US" sz="2800" b="0" i="0" u="none" strike="noStrike" cap="none" baseline="-25000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4</a:t>
              </a:r>
              <a:endParaRPr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696" name="Google Shape;696;p50"/>
          <p:cNvSpPr txBox="1"/>
          <p:nvPr/>
        </p:nvSpPr>
        <p:spPr>
          <a:xfrm>
            <a:off x="1062997" y="5653140"/>
            <a:ext cx="237757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PA values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in 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2400" b="0" i="0" u="none" strike="noStrike" cap="none" dirty="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sorted order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0"/>
          <p:cNvSpPr/>
          <p:nvPr/>
        </p:nvSpPr>
        <p:spPr>
          <a:xfrm>
            <a:off x="6398433" y="5384842"/>
            <a:ext cx="797344" cy="60855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endParaRPr sz="32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98" name="Google Shape;698;p50"/>
          <p:cNvSpPr txBox="1"/>
          <p:nvPr/>
        </p:nvSpPr>
        <p:spPr>
          <a:xfrm>
            <a:off x="5238153" y="5356919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0"/>
          <p:cNvSpPr txBox="1"/>
          <p:nvPr/>
        </p:nvSpPr>
        <p:spPr>
          <a:xfrm>
            <a:off x="9051329" y="5384842"/>
            <a:ext cx="3834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0"/>
          <p:cNvSpPr txBox="1"/>
          <p:nvPr/>
        </p:nvSpPr>
        <p:spPr>
          <a:xfrm>
            <a:off x="7277976" y="5381582"/>
            <a:ext cx="39626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50"/>
          <p:cNvSpPr txBox="1"/>
          <p:nvPr/>
        </p:nvSpPr>
        <p:spPr>
          <a:xfrm>
            <a:off x="7620600" y="3417650"/>
            <a:ext cx="2214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Median!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0"/>
          <p:cNvSpPr txBox="1"/>
          <p:nvPr/>
        </p:nvSpPr>
        <p:spPr>
          <a:xfrm>
            <a:off x="9612803" y="1707292"/>
            <a:ext cx="35779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AAC9FEC-8E47-DD14-F3CC-08EE376F0727}"/>
                  </a:ext>
                </a:extLst>
              </p14:cNvPr>
              <p14:cNvContentPartPr/>
              <p14:nvPr/>
            </p14:nvContentPartPr>
            <p14:xfrm>
              <a:off x="614160" y="2612160"/>
              <a:ext cx="10872000" cy="4245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AAC9FEC-8E47-DD14-F3CC-08EE376F07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4800" y="2602800"/>
                <a:ext cx="10890720" cy="426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8" name="Google Shape;708;p51"/>
          <p:cNvGrpSpPr/>
          <p:nvPr/>
        </p:nvGrpSpPr>
        <p:grpSpPr>
          <a:xfrm>
            <a:off x="113451" y="1183201"/>
            <a:ext cx="6405702" cy="4270468"/>
            <a:chOff x="113451" y="1183201"/>
            <a:chExt cx="6405702" cy="4270468"/>
          </a:xfrm>
        </p:grpSpPr>
        <p:pic>
          <p:nvPicPr>
            <p:cNvPr id="709" name="Google Shape;709;p5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3451" y="1183201"/>
              <a:ext cx="6405702" cy="4270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0" name="Google Shape;710;p51"/>
            <p:cNvSpPr txBox="1"/>
            <p:nvPr/>
          </p:nvSpPr>
          <p:spPr>
            <a:xfrm rot="-5400000">
              <a:off x="-13026" y="3185449"/>
              <a:ext cx="6222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Rockwell"/>
                  <a:ea typeface="Rockwell"/>
                  <a:cs typeface="Rockwell"/>
                  <a:sym typeface="Rockwell"/>
                </a:rPr>
                <a:t>Loss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51"/>
          <p:cNvSpPr txBox="1">
            <a:spLocks noGrp="1"/>
          </p:cNvSpPr>
          <p:nvPr>
            <p:ph type="title"/>
          </p:nvPr>
        </p:nvSpPr>
        <p:spPr>
          <a:xfrm>
            <a:off x="552450" y="0"/>
            <a:ext cx="10801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ABSOLUTE LOSS EVEN AND ODD DATA</a:t>
            </a:r>
            <a:endParaRPr/>
          </a:p>
        </p:txBody>
      </p:sp>
      <p:pic>
        <p:nvPicPr>
          <p:cNvPr id="712" name="Google Shape;712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44221" y="1183201"/>
            <a:ext cx="6405702" cy="4270468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1"/>
          <p:cNvSpPr txBox="1"/>
          <p:nvPr/>
        </p:nvSpPr>
        <p:spPr>
          <a:xfrm>
            <a:off x="8223526" y="1182127"/>
            <a:ext cx="181812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Odd Points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1"/>
          <p:cNvSpPr txBox="1"/>
          <p:nvPr/>
        </p:nvSpPr>
        <p:spPr>
          <a:xfrm>
            <a:off x="2292756" y="1182126"/>
            <a:ext cx="18501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Even Points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1"/>
          <p:cNvSpPr txBox="1"/>
          <p:nvPr/>
        </p:nvSpPr>
        <p:spPr>
          <a:xfrm>
            <a:off x="1357089" y="2908450"/>
            <a:ext cx="328487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Many optimal values</a:t>
            </a:r>
            <a:endParaRPr sz="24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16" name="Google Shape;716;p51"/>
          <p:cNvSpPr txBox="1"/>
          <p:nvPr/>
        </p:nvSpPr>
        <p:spPr>
          <a:xfrm>
            <a:off x="522087" y="5771898"/>
            <a:ext cx="11229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The </a:t>
            </a:r>
            <a:r>
              <a:rPr lang="en-US" sz="3600" b="1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median</a:t>
            </a:r>
            <a:r>
              <a:rPr lang="en-US" sz="36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minimizes the absolute loss → Robust!</a:t>
            </a:r>
            <a:endParaRPr sz="3600" b="0" i="0" u="none" strike="noStrike" cap="none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17" name="Google Shape;717;p51"/>
          <p:cNvSpPr/>
          <p:nvPr/>
        </p:nvSpPr>
        <p:spPr>
          <a:xfrm>
            <a:off x="1829902" y="3436728"/>
            <a:ext cx="440982" cy="387056"/>
          </a:xfrm>
          <a:prstGeom prst="downArrow">
            <a:avLst>
              <a:gd name="adj1" fmla="val 50000"/>
              <a:gd name="adj2" fmla="val 50000"/>
            </a:avLst>
          </a:prstGeom>
          <a:blipFill rotWithShape="1">
            <a:blip r:embed="rId5">
              <a:alphaModFix/>
            </a:blip>
            <a:tile tx="0" ty="0" sx="60000" sy="58999" flip="none" algn="tl"/>
          </a:blip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endParaRPr sz="20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18" name="Google Shape;718;p51"/>
          <p:cNvSpPr/>
          <p:nvPr/>
        </p:nvSpPr>
        <p:spPr>
          <a:xfrm>
            <a:off x="2488434" y="3436728"/>
            <a:ext cx="440982" cy="38705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endParaRPr sz="20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19" name="Google Shape;719;p51"/>
          <p:cNvSpPr/>
          <p:nvPr/>
        </p:nvSpPr>
        <p:spPr>
          <a:xfrm>
            <a:off x="3385245" y="3436728"/>
            <a:ext cx="440982" cy="38705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θ</a:t>
            </a:r>
            <a:endParaRPr sz="2000" b="0" i="0" u="none" strike="noStrike" cap="non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20" name="Google Shape;720;p51"/>
          <p:cNvSpPr txBox="1"/>
          <p:nvPr/>
        </p:nvSpPr>
        <p:spPr>
          <a:xfrm>
            <a:off x="4098767" y="3639118"/>
            <a:ext cx="12747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Pick one?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1"/>
          <p:cNvSpPr txBox="1"/>
          <p:nvPr/>
        </p:nvSpPr>
        <p:spPr>
          <a:xfrm>
            <a:off x="8706190" y="6367126"/>
            <a:ext cx="26709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not sensitive to outliers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1"/>
          <p:cNvSpPr txBox="1"/>
          <p:nvPr/>
        </p:nvSpPr>
        <p:spPr>
          <a:xfrm rot="-5400000">
            <a:off x="5928482" y="3123528"/>
            <a:ext cx="6222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Loss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B29DFC-4ABD-7D0C-711C-536BE5399892}"/>
                  </a:ext>
                </a:extLst>
              </p14:cNvPr>
              <p14:cNvContentPartPr/>
              <p14:nvPr/>
            </p14:nvContentPartPr>
            <p14:xfrm>
              <a:off x="1096560" y="4345200"/>
              <a:ext cx="3568680" cy="1689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B29DFC-4ABD-7D0C-711C-536BE53998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87200" y="4335840"/>
                <a:ext cx="3587400" cy="170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2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CALCULUS FOR LOSS MINIMIZATION</a:t>
            </a:r>
            <a:endParaRPr/>
          </a:p>
        </p:txBody>
      </p:sp>
      <p:sp>
        <p:nvSpPr>
          <p:cNvPr id="728" name="Google Shape;728;p52"/>
          <p:cNvSpPr txBox="1">
            <a:spLocks noGrp="1"/>
          </p:cNvSpPr>
          <p:nvPr>
            <p:ph type="body" idx="1"/>
          </p:nvPr>
        </p:nvSpPr>
        <p:spPr>
          <a:xfrm>
            <a:off x="1085850" y="2093976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General Procedure: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Verify that function is convex (we often will assume this…)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Compute the derivative </a:t>
            </a:r>
            <a:endParaRPr/>
          </a:p>
          <a:p>
            <a:pPr marL="457200" lvl="1" indent="-18288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Set derivative equal to zero and solve for the parameters</a:t>
            </a:r>
            <a:endParaRPr/>
          </a:p>
          <a:p>
            <a:pPr marL="182880" lvl="0" indent="-18288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Using this procedure we discovered</a:t>
            </a:r>
            <a:r>
              <a:rPr lang="en-US" sz="2400" b="1"/>
              <a:t>:</a:t>
            </a:r>
            <a:endParaRPr sz="2400"/>
          </a:p>
        </p:txBody>
      </p:sp>
      <p:pic>
        <p:nvPicPr>
          <p:cNvPr id="729" name="Google Shape;729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650" y="4478155"/>
            <a:ext cx="5334000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3853" y="4745830"/>
            <a:ext cx="3594100" cy="5588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FED665-4534-A263-CACC-2FFA7EF6871D}"/>
                  </a:ext>
                </a:extLst>
              </p14:cNvPr>
              <p14:cNvContentPartPr/>
              <p14:nvPr/>
            </p14:nvContentPartPr>
            <p14:xfrm>
              <a:off x="7130520" y="2088720"/>
              <a:ext cx="4466520" cy="4769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FED665-4534-A263-CACC-2FFA7EF687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21160" y="2079360"/>
                <a:ext cx="4485240" cy="478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0364" y="1164755"/>
            <a:ext cx="4533476" cy="3173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20478" y="1157381"/>
            <a:ext cx="4638651" cy="324705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3"/>
          <p:cNvSpPr txBox="1">
            <a:spLocks noGrp="1"/>
          </p:cNvSpPr>
          <p:nvPr>
            <p:ph type="title"/>
          </p:nvPr>
        </p:nvSpPr>
        <p:spPr>
          <a:xfrm>
            <a:off x="1009650" y="104664"/>
            <a:ext cx="11408195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CALCULUS FOR LOSS MINIMIZATION (VISUAL)</a:t>
            </a:r>
            <a:endParaRPr/>
          </a:p>
        </p:txBody>
      </p:sp>
      <p:sp>
        <p:nvSpPr>
          <p:cNvPr id="738" name="Google Shape;738;p53"/>
          <p:cNvSpPr txBox="1">
            <a:spLocks noGrp="1"/>
          </p:cNvSpPr>
          <p:nvPr>
            <p:ph type="body" idx="1"/>
          </p:nvPr>
        </p:nvSpPr>
        <p:spPr>
          <a:xfrm>
            <a:off x="838200" y="4513006"/>
            <a:ext cx="10515600" cy="219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Using this procedure we discovered</a:t>
            </a:r>
            <a:r>
              <a:rPr lang="en-US" b="1"/>
              <a:t>:</a:t>
            </a:r>
            <a:endParaRPr/>
          </a:p>
        </p:txBody>
      </p:sp>
      <p:pic>
        <p:nvPicPr>
          <p:cNvPr id="739" name="Google Shape;739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" y="5009096"/>
            <a:ext cx="5334000" cy="12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83853" y="5276771"/>
            <a:ext cx="3594100" cy="558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1" name="Google Shape;741;p53"/>
          <p:cNvCxnSpPr/>
          <p:nvPr/>
        </p:nvCxnSpPr>
        <p:spPr>
          <a:xfrm rot="10800000">
            <a:off x="3766072" y="3588506"/>
            <a:ext cx="1482213" cy="47932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42" name="Google Shape;742;p53"/>
          <p:cNvSpPr txBox="1"/>
          <p:nvPr/>
        </p:nvSpPr>
        <p:spPr>
          <a:xfrm>
            <a:off x="5296218" y="3928729"/>
            <a:ext cx="1519889" cy="38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53"/>
          <p:cNvSpPr txBox="1"/>
          <p:nvPr/>
        </p:nvSpPr>
        <p:spPr>
          <a:xfrm>
            <a:off x="6554212" y="3289348"/>
            <a:ext cx="1006154" cy="35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4" name="Google Shape;744;p53"/>
          <p:cNvCxnSpPr/>
          <p:nvPr/>
        </p:nvCxnSpPr>
        <p:spPr>
          <a:xfrm rot="10800000" flipH="1">
            <a:off x="7475565" y="2986213"/>
            <a:ext cx="3159841" cy="43574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45" name="Google Shape;745;p53"/>
          <p:cNvSpPr/>
          <p:nvPr/>
        </p:nvSpPr>
        <p:spPr>
          <a:xfrm>
            <a:off x="5188073" y="1692025"/>
            <a:ext cx="229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data = [5, 7, 8, 9]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7656" y="957856"/>
            <a:ext cx="4761893" cy="333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257" y="983456"/>
            <a:ext cx="4817183" cy="3372028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54"/>
          <p:cNvSpPr txBox="1">
            <a:spLocks noGrp="1"/>
          </p:cNvSpPr>
          <p:nvPr>
            <p:ph type="title"/>
          </p:nvPr>
        </p:nvSpPr>
        <p:spPr>
          <a:xfrm>
            <a:off x="293550" y="0"/>
            <a:ext cx="11898600" cy="16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SQUARED LOSS VS. ABSOLUTE LOSS</a:t>
            </a:r>
            <a:endParaRPr/>
          </a:p>
        </p:txBody>
      </p:sp>
      <p:sp>
        <p:nvSpPr>
          <p:cNvPr id="754" name="Google Shape;754;p54"/>
          <p:cNvSpPr txBox="1">
            <a:spLocks noGrp="1"/>
          </p:cNvSpPr>
          <p:nvPr>
            <p:ph type="body" idx="1"/>
          </p:nvPr>
        </p:nvSpPr>
        <p:spPr>
          <a:xfrm>
            <a:off x="967256" y="4612111"/>
            <a:ext cx="11004349" cy="271814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l="-275" t="-247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 </a:t>
            </a:r>
            <a:endParaRPr/>
          </a:p>
        </p:txBody>
      </p:sp>
      <p:cxnSp>
        <p:nvCxnSpPr>
          <p:cNvPr id="755" name="Google Shape;755;p54"/>
          <p:cNvCxnSpPr/>
          <p:nvPr/>
        </p:nvCxnSpPr>
        <p:spPr>
          <a:xfrm rot="10800000">
            <a:off x="2650504" y="3384946"/>
            <a:ext cx="2777716" cy="57499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56" name="Google Shape;756;p54"/>
          <p:cNvSpPr txBox="1"/>
          <p:nvPr/>
        </p:nvSpPr>
        <p:spPr>
          <a:xfrm>
            <a:off x="5537215" y="3886200"/>
            <a:ext cx="1519889" cy="38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4"/>
          <p:cNvSpPr txBox="1"/>
          <p:nvPr/>
        </p:nvSpPr>
        <p:spPr>
          <a:xfrm>
            <a:off x="6377233" y="3289348"/>
            <a:ext cx="1006154" cy="35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8" name="Google Shape;758;p54"/>
          <p:cNvCxnSpPr/>
          <p:nvPr/>
        </p:nvCxnSpPr>
        <p:spPr>
          <a:xfrm rot="10800000" flipH="1">
            <a:off x="7352178" y="3167555"/>
            <a:ext cx="531632" cy="26144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9F09482-E393-128B-45AF-CA9AA2399C06}"/>
                  </a:ext>
                </a:extLst>
              </p14:cNvPr>
              <p14:cNvContentPartPr/>
              <p14:nvPr/>
            </p14:nvContentPartPr>
            <p14:xfrm>
              <a:off x="5303160" y="4159440"/>
              <a:ext cx="6195240" cy="1398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9F09482-E393-128B-45AF-CA9AA2399C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93800" y="4150080"/>
                <a:ext cx="6213960" cy="141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5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RECAP ON LOSS FUNCTIONS</a:t>
            </a:r>
            <a:endParaRPr/>
          </a:p>
        </p:txBody>
      </p:sp>
      <p:sp>
        <p:nvSpPr>
          <p:cNvPr id="765" name="Google Shape;765;p55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5724847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 b="1" dirty="0"/>
              <a:t>Loss functions: </a:t>
            </a:r>
            <a:r>
              <a:rPr lang="en-US" sz="2400" i="1" dirty="0"/>
              <a:t>a mechanism to measure how well a particular instance of a model fits a given dataset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b="1" dirty="0"/>
              <a:t>Squared Loss:</a:t>
            </a:r>
            <a:r>
              <a:rPr lang="en-US" sz="2400" dirty="0"/>
              <a:t> </a:t>
            </a:r>
            <a:r>
              <a:rPr lang="en-US" sz="2400" i="1" dirty="0"/>
              <a:t>sensitive to outliers but a smooth function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b="1" dirty="0"/>
              <a:t>Absolute Loss:</a:t>
            </a:r>
            <a:r>
              <a:rPr lang="en-US" sz="2400" dirty="0"/>
              <a:t> </a:t>
            </a:r>
            <a:r>
              <a:rPr lang="en-US" sz="2400" i="1" dirty="0"/>
              <a:t>less sensitive to outliers but not smooth</a:t>
            </a:r>
            <a:endParaRPr dirty="0"/>
          </a:p>
          <a:p>
            <a:pPr marL="182880" lvl="0" indent="-18288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 dirty="0"/>
              <a:t>Why is smoothness an issue → Optimization! </a:t>
            </a:r>
            <a:endParaRPr sz="2400" dirty="0"/>
          </a:p>
        </p:txBody>
      </p:sp>
      <p:pic>
        <p:nvPicPr>
          <p:cNvPr id="766" name="Google Shape;766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4695" y="2121408"/>
            <a:ext cx="5443280" cy="362885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027B37-B7DC-21FE-8B50-B76FB854D0D6}"/>
                  </a:ext>
                </a:extLst>
              </p14:cNvPr>
              <p14:cNvContentPartPr/>
              <p14:nvPr/>
            </p14:nvContentPartPr>
            <p14:xfrm>
              <a:off x="2772720" y="4450320"/>
              <a:ext cx="4673520" cy="2241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027B37-B7DC-21FE-8B50-B76FB854D0D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3360" y="4440960"/>
                <a:ext cx="4692240" cy="2259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8206CA-E430-0D4F-E054-7BB278E7058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09599" y="274638"/>
                <a:ext cx="10487891" cy="1143000"/>
              </a:xfrm>
            </p:spPr>
            <p:txBody>
              <a:bodyPr/>
              <a:lstStyle/>
              <a:p>
                <a:r>
                  <a:rPr lang="en-US" dirty="0"/>
                  <a:t>GET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OF TRUE PARAMETERS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58206CA-E430-0D4F-E054-7BB278E705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09599" y="274638"/>
                <a:ext cx="10487891" cy="1143000"/>
              </a:xfrm>
              <a:blipFill>
                <a:blip r:embed="rId2"/>
                <a:stretch>
                  <a:fillRect l="-145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29E69-88A6-3ED8-86FF-E4A0EF9B7A3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So far, we saw how to estimate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of one parameter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, now we will focus on getting estimates of both the parameters simultaneously</a:t>
                </a:r>
              </a:p>
              <a:p>
                <a:r>
                  <a:rPr lang="en-US" dirty="0"/>
                  <a:t>Fortunately, the same method works: 1. take the derivative, 2. set the derivative equal to zero, and 3. solve for parameters</a:t>
                </a:r>
              </a:p>
              <a:p>
                <a:r>
                  <a:rPr lang="en-US" dirty="0"/>
                  <a:t>In fact, this method even works for more than two parameters. Double good news!</a:t>
                </a:r>
              </a:p>
              <a:p>
                <a:r>
                  <a:rPr lang="en-US" dirty="0"/>
                  <a:t>However, the case of two parameters is especially useful because the solution can be written in </a:t>
                </a:r>
                <a:r>
                  <a:rPr lang="en-US" b="1" i="1" u="sng" dirty="0"/>
                  <a:t>closed</a:t>
                </a:r>
                <a:r>
                  <a:rPr lang="en-US" dirty="0"/>
                  <a:t> form i.e., using quantities that we already understand and moreover know how to compute/implement </a:t>
                </a:r>
              </a:p>
              <a:p>
                <a:r>
                  <a:rPr lang="en-US" dirty="0"/>
                  <a:t>After this, we will deal with the general case that is often called as “multiple linear regression”, but we will simply call it “linear regression”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D29E69-88A6-3ED8-86FF-E4A0EF9B7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042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C02628-4C60-614B-EEDE-B4F2C993E653}"/>
                  </a:ext>
                </a:extLst>
              </p14:cNvPr>
              <p14:cNvContentPartPr/>
              <p14:nvPr/>
            </p14:nvContentPartPr>
            <p14:xfrm>
              <a:off x="470880" y="2314800"/>
              <a:ext cx="11120400" cy="3930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C02628-4C60-614B-EEDE-B4F2C993E6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520" y="2305440"/>
                <a:ext cx="11139120" cy="394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3056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F7B1FF-3676-146A-482D-8B44AABD38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Back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𝐴𝑄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US" sz="3200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F7B1FF-3676-146A-482D-8B44AABD3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0D7BC-C134-5A6E-012F-A415CCC418A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992124"/>
                <a:ext cx="9956800" cy="55912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The most popular Linear Regression loss is the squared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loss i.e., 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Write down the gradient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using Chain rule as: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=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[2⋅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⋅−1]</m:t>
                        </m:r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−2⋅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−2⋅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nary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:br>
                  <a:rPr lang="en-US" b="0" dirty="0"/>
                </a:br>
                <a:r>
                  <a:rPr lang="en-US" dirty="0"/>
                  <a:t>	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0D7BC-C134-5A6E-012F-A415CCC41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992124"/>
                <a:ext cx="9956800" cy="5591238"/>
              </a:xfrm>
              <a:blipFill>
                <a:blip r:embed="rId3"/>
                <a:stretch>
                  <a:fillRect l="-383" t="-4082" b="-30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F2977E7-E260-B238-35E8-CD7529FE3756}"/>
                  </a:ext>
                </a:extLst>
              </p14:cNvPr>
              <p14:cNvContentPartPr/>
              <p14:nvPr/>
            </p14:nvContentPartPr>
            <p14:xfrm>
              <a:off x="1276200" y="6120"/>
              <a:ext cx="10507320" cy="6449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F2977E7-E260-B238-35E8-CD7529FE37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6840" y="-3240"/>
                <a:ext cx="10526040" cy="646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965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7FE35E-662A-B771-0533-D59F9AB91CB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Continue gradient: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7FE35E-662A-B771-0533-D59F9AB91C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t="-12088" b="-97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18DC-9E80-A70A-4245-B8DD5C5586E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[2⋅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⋅−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=−2⋅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be optimal, need: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Denote average using bars: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Need: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How many unknowns? How many equations? </a:t>
                </a:r>
              </a:p>
              <a:p>
                <a:r>
                  <a:rPr lang="en-US" dirty="0"/>
                  <a:t>From first, we get: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--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!</a:t>
                </a:r>
              </a:p>
              <a:p>
                <a:r>
                  <a:rPr lang="en-US" dirty="0"/>
                  <a:t>Substitute in to second to get,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18DC-9E80-A70A-4245-B8DD5C55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83" t="-16927" b="-9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219898-A5A0-540D-F723-0D2526A26F5C}"/>
                  </a:ext>
                </a:extLst>
              </p14:cNvPr>
              <p14:cNvContentPartPr/>
              <p14:nvPr/>
            </p14:nvContentPartPr>
            <p14:xfrm>
              <a:off x="396360" y="1522800"/>
              <a:ext cx="11711160" cy="5335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219898-A5A0-540D-F723-0D2526A26F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000" y="1513440"/>
                <a:ext cx="11729880" cy="535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357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1320BC-8F86-3E81-6179-B5CC61AF14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CAN SIMPLIFY EXPRESSIONS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with sample covariance and variance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1320BC-8F86-3E81-6179-B5CC61AF14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783BE-384B-D205-1416-124C0DAC6EC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417638"/>
                <a:ext cx="9956800" cy="544036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Numerator: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]−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Similarly Denominator: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So we get,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sz="3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SD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SD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That is, the RHS is a function of data alone!</a:t>
                </a:r>
              </a:p>
              <a:p>
                <a:r>
                  <a:rPr lang="en-US" dirty="0"/>
                  <a:t>And from previous slide: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783BE-384B-D205-1416-124C0DAC6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417638"/>
                <a:ext cx="9956800" cy="5440362"/>
              </a:xfrm>
              <a:blipFill>
                <a:blip r:embed="rId3"/>
                <a:stretch>
                  <a:fillRect l="-255" t="-12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4D84516-718B-025C-966B-54240B6D41F2}"/>
                  </a:ext>
                </a:extLst>
              </p14:cNvPr>
              <p14:cNvContentPartPr/>
              <p14:nvPr/>
            </p14:nvContentPartPr>
            <p14:xfrm>
              <a:off x="2102400" y="1033920"/>
              <a:ext cx="8860320" cy="5371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4D84516-718B-025C-966B-54240B6D41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93040" y="1024560"/>
                <a:ext cx="8879040" cy="539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7426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87E8-FB08-A37F-1166-10CED22F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TO ”MULTIPLE LINEAR REGRESSION”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EC7DA-FB14-F3BF-0B10-F5E769E34B2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5257800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/>
                  <a:t>Textbook discusses the case with Relative Humidity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𝑅𝐻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as in: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800" i="1">
                        <a:latin typeface="Cambria Math" panose="02040503050406030204" pitchFamily="18" charset="0"/>
                      </a:rPr>
                      <m:t>𝐴𝑄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𝑅𝐻</m:t>
                    </m:r>
                  </m:oMath>
                </a14:m>
                <a:r>
                  <a:rPr lang="en-US" sz="2800" dirty="0"/>
                  <a:t> but there could more factors that affect the PA sensor, so it is sensible to consider a general framework that deals with different number of factors</a:t>
                </a:r>
              </a:p>
              <a:p>
                <a:r>
                  <a:rPr lang="en-US" sz="2800" dirty="0"/>
                  <a:t>In this case, the model changes to </a:t>
                </a:r>
                <a:br>
                  <a:rPr lang="en-US" sz="2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8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+⋯+</m:t>
                    </m:r>
                    <m:sSubSup>
                      <m:sSub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/>
                  <a:t>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is the total number of features/ covariates/ attributes/ factors.</a:t>
                </a:r>
              </a:p>
              <a:p>
                <a:r>
                  <a:rPr lang="en-US" sz="2800" dirty="0"/>
                  <a:t> In this model, we want to predict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factors instead of just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800" dirty="0"/>
                  <a:t> (or 2) in our example(s) so far. </a:t>
                </a:r>
              </a:p>
              <a:p>
                <a:r>
                  <a:rPr lang="en-US" sz="2800" dirty="0"/>
                  <a:t>We will rely on some linear algebra for this</a:t>
                </a:r>
                <a:br>
                  <a:rPr lang="en-US" sz="2800" dirty="0"/>
                </a:b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3EC7DA-FB14-F3BF-0B10-F5E769E34B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5257800"/>
              </a:xfrm>
              <a:blipFill>
                <a:blip r:embed="rId2"/>
                <a:stretch>
                  <a:fillRect l="-510" t="-1449" r="-1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B20246-8B2A-FE65-7D5E-B56C9F65D5A5}"/>
                  </a:ext>
                </a:extLst>
              </p14:cNvPr>
              <p14:cNvContentPartPr/>
              <p14:nvPr/>
            </p14:nvContentPartPr>
            <p14:xfrm>
              <a:off x="247680" y="804600"/>
              <a:ext cx="10792440" cy="5738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B20246-8B2A-FE65-7D5E-B56C9F65D5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320" y="795240"/>
                <a:ext cx="10811160" cy="575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846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/>
              <a:t>ACKNOWLEDGMENTS</a:t>
            </a:r>
            <a:endParaRPr/>
          </a:p>
        </p:txBody>
      </p:sp>
      <p:sp>
        <p:nvSpPr>
          <p:cNvPr id="471" name="Google Shape;471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the Berkeley DS 100 team, Elena </a:t>
            </a:r>
            <a:r>
              <a:rPr lang="en-US" dirty="0" err="1"/>
              <a:t>Zheleva</a:t>
            </a:r>
            <a:r>
              <a:rPr lang="en-US" dirty="0"/>
              <a:t>, </a:t>
            </a:r>
            <a:r>
              <a:rPr lang="en-US"/>
              <a:t>Gonzalo Bello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11616</TotalTime>
  <Words>1416</Words>
  <Application>Microsoft Macintosh PowerPoint</Application>
  <PresentationFormat>宽屏</PresentationFormat>
  <Paragraphs>198</Paragraphs>
  <Slides>28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Calibri</vt:lpstr>
      <vt:lpstr>Cambria Math</vt:lpstr>
      <vt:lpstr>EB Garamond</vt:lpstr>
      <vt:lpstr>Gill Sans MT</vt:lpstr>
      <vt:lpstr>Rockwell</vt:lpstr>
      <vt:lpstr>Times New Roman</vt:lpstr>
      <vt:lpstr>Wingdings</vt:lpstr>
      <vt:lpstr>Wingdings 2</vt:lpstr>
      <vt:lpstr>Oriel</vt:lpstr>
      <vt:lpstr>MODELS AND ESTIMATION</vt:lpstr>
      <vt:lpstr>WHEN IS THE MIDTERM? Need an answer now! o/w I will pick</vt:lpstr>
      <vt:lpstr>EXAMPLE – Air Quality Systems (AQS) in Chapter 15</vt:lpstr>
      <vt:lpstr>STEP 3: MINIMIZE THE LOSS</vt:lpstr>
      <vt:lpstr>MINIMIZING A FUNCTION (CALCULUS REVIEW)</vt:lpstr>
      <vt:lpstr>CONVEX SETS AND NONCONVEX SETS</vt:lpstr>
      <vt:lpstr>FORMAL DEFINITION OF CONVEX FUNCTIONS</vt:lpstr>
      <vt:lpstr>MINIMIZING THE  AVERAGE SQUARED LOSS</vt:lpstr>
      <vt:lpstr>EXPECTED LOSS</vt:lpstr>
      <vt:lpstr>MINIMIZING THE AVERAGE SQUARED LOSS</vt:lpstr>
      <vt:lpstr>MINIMIZING THE AVERAGE SQUARED LOSS</vt:lpstr>
      <vt:lpstr>MINIMIZING THE AVERAGE SQUARED LOSS</vt:lpstr>
      <vt:lpstr>MINIMIZING THE AVERAGE SQUARED LOSS</vt:lpstr>
      <vt:lpstr>MINIMIZING THE AVERAGE ABSOLUTE LOSS</vt:lpstr>
      <vt:lpstr>MINIMIZING THE AVERAGE ABSOLUTE LOSS</vt:lpstr>
      <vt:lpstr>MINIMIZING THE AVERAGE ABSOLUTE LOSS</vt:lpstr>
      <vt:lpstr>MINIMIZING THE AVERAGE ABSOLUTE LOSS</vt:lpstr>
      <vt:lpstr>ABSOLUTE LOSS EVEN AND ODD DATA</vt:lpstr>
      <vt:lpstr>CALCULUS FOR LOSS MINIMIZATION</vt:lpstr>
      <vt:lpstr>CALCULUS FOR LOSS MINIMIZATION (VISUAL)</vt:lpstr>
      <vt:lpstr>SQUARED LOSS VS. ABSOLUTE LOSS</vt:lpstr>
      <vt:lpstr>RECAP ON LOSS FUNCTIONS</vt:lpstr>
      <vt:lpstr>GET ESTIMATES θ ̂_0,θ ̂_1OF TRUE PARAMETERS θ_0^∗, θ_1^∗ </vt:lpstr>
      <vt:lpstr>Back to PA=θ_0^∗+θ_1^∗ AQ⟺ y=θ_0^∗+θ_1^∗ x </vt:lpstr>
      <vt:lpstr>Continue gradient: L_D (θ_0,θ_1 )=∑_(i=1)^n▒(y_i-θ_0-θ_1 x_i )^2 </vt:lpstr>
      <vt:lpstr>CAN SIMPLIFY EXPRESSIONS FOR θ_1with sample covariance and variance</vt:lpstr>
      <vt:lpstr>NOW TO ”MULTIPLE LINEAR REGRESSION”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574</cp:revision>
  <dcterms:created xsi:type="dcterms:W3CDTF">2017-08-21T17:08:06Z</dcterms:created>
  <dcterms:modified xsi:type="dcterms:W3CDTF">2024-10-29T19:00:43Z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