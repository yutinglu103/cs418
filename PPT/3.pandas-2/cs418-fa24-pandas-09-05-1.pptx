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ink/ink5.xml" ContentType="application/inkml+xml"/>
  <Override PartName="/ppt/notesSlides/notesSlide8.xml" ContentType="application/vnd.openxmlformats-officedocument.presentationml.notesSlide+xml"/>
  <Override PartName="/ppt/ink/ink6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7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8.xml" ContentType="application/inkml+xml"/>
  <Override PartName="/ppt/notesSlides/notesSlide13.xml" ContentType="application/vnd.openxmlformats-officedocument.presentationml.notesSlide+xml"/>
  <Override PartName="/ppt/ink/ink9.xml" ContentType="application/inkml+xml"/>
  <Override PartName="/ppt/notesSlides/notesSlide14.xml" ContentType="application/vnd.openxmlformats-officedocument.presentationml.notesSlide+xml"/>
  <Override PartName="/ppt/ink/ink10.xml" ContentType="application/inkml+xml"/>
  <Override PartName="/ppt/notesSlides/notesSlide15.xml" ContentType="application/vnd.openxmlformats-officedocument.presentationml.notesSlide+xml"/>
  <Override PartName="/ppt/ink/ink11.xml" ContentType="application/inkml+xml"/>
  <Override PartName="/ppt/notesSlides/notesSlide16.xml" ContentType="application/vnd.openxmlformats-officedocument.presentationml.notesSlide+xml"/>
  <Override PartName="/ppt/ink/ink12.xml" ContentType="application/inkml+xml"/>
  <Override PartName="/ppt/notesSlides/notesSlide17.xml" ContentType="application/vnd.openxmlformats-officedocument.presentationml.notesSlide+xml"/>
  <Override PartName="/ppt/ink/ink13.xml" ContentType="application/inkml+xml"/>
  <Override PartName="/ppt/notesSlides/notesSlide18.xml" ContentType="application/vnd.openxmlformats-officedocument.presentationml.notesSlide+xml"/>
  <Override PartName="/ppt/ink/ink14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15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ink/ink16.xml" ContentType="application/inkml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ink/ink17.xml" ContentType="application/inkml+xml"/>
  <Override PartName="/ppt/notesSlides/notesSlide25.xml" ContentType="application/vnd.openxmlformats-officedocument.presentationml.notesSlide+xml"/>
  <Override PartName="/ppt/ink/ink18.xml" ContentType="application/inkml+xml"/>
  <Override PartName="/ppt/notesSlides/notesSlide26.xml" ContentType="application/vnd.openxmlformats-officedocument.presentationml.notesSlide+xml"/>
  <Override PartName="/ppt/ink/ink19.xml" ContentType="application/inkml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ink/ink20.xml" ContentType="application/inkml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ink/ink21.xml" ContentType="application/inkml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ink/ink22.xml" ContentType="application/inkml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ink/ink23.xml" ContentType="application/inkml+xml"/>
  <Override PartName="/ppt/notesSlides/notesSlide37.xml" ContentType="application/vnd.openxmlformats-officedocument.presentationml.notesSlide+xml"/>
  <Override PartName="/ppt/ink/ink24.xml" ContentType="application/inkml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ink/ink25.xml" ContentType="application/inkml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ink/ink26.xml" ContentType="application/inkml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ink/ink27.xml" ContentType="application/inkml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ink/ink28.xml" ContentType="application/inkml+xml"/>
  <Override PartName="/ppt/notesSlides/notesSlide48.xml" ContentType="application/vnd.openxmlformats-officedocument.presentationml.notesSlide+xml"/>
  <Override PartName="/ppt/ink/ink29.xml" ContentType="application/inkml+xml"/>
  <Override PartName="/ppt/notesSlides/notesSlide49.xml" ContentType="application/vnd.openxmlformats-officedocument.presentationml.notesSlide+xml"/>
  <Override PartName="/ppt/ink/ink30.xml" ContentType="application/inkml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ink/ink31.xml" ContentType="application/inkml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0" r:id="rId1"/>
  </p:sldMasterIdLst>
  <p:notesMasterIdLst>
    <p:notesMasterId r:id="rId60"/>
  </p:notesMasterIdLst>
  <p:sldIdLst>
    <p:sldId id="256" r:id="rId2"/>
    <p:sldId id="342" r:id="rId3"/>
    <p:sldId id="304" r:id="rId4"/>
    <p:sldId id="392" r:id="rId5"/>
    <p:sldId id="393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39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1" r:id="rId35"/>
    <p:sldId id="340" r:id="rId36"/>
    <p:sldId id="341" r:id="rId37"/>
    <p:sldId id="294" r:id="rId38"/>
    <p:sldId id="295" r:id="rId39"/>
    <p:sldId id="260" r:id="rId40"/>
    <p:sldId id="343" r:id="rId41"/>
    <p:sldId id="344" r:id="rId42"/>
    <p:sldId id="345" r:id="rId43"/>
    <p:sldId id="346" r:id="rId44"/>
    <p:sldId id="347" r:id="rId45"/>
    <p:sldId id="348" r:id="rId46"/>
    <p:sldId id="349" r:id="rId47"/>
    <p:sldId id="351" r:id="rId48"/>
    <p:sldId id="352" r:id="rId49"/>
    <p:sldId id="353" r:id="rId50"/>
    <p:sldId id="354" r:id="rId51"/>
    <p:sldId id="355" r:id="rId52"/>
    <p:sldId id="274" r:id="rId53"/>
    <p:sldId id="356" r:id="rId54"/>
    <p:sldId id="276" r:id="rId55"/>
    <p:sldId id="357" r:id="rId56"/>
    <p:sldId id="358" r:id="rId57"/>
    <p:sldId id="359" r:id="rId58"/>
    <p:sldId id="302" r:id="rId59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5" roundtripDataSignature="AMtx7mgjr6sOdHEeufIgXygRCCpSkdg5S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E43D9A-B9CC-D204-4563-8196A434CD32}" name="Ravi, Sathya" initials="" userId="S::sathya@uic.edu::617e2e82-06a6-4137-a700-b460764285c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9F83C-5B16-4E0F-93E5-201A7CBD518D}">
  <a:tblStyle styleId="{CA29F83C-5B16-4E0F-93E5-201A7CBD518D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7E8E7"/>
          </a:solidFill>
        </a:fill>
      </a:tcStyle>
    </a:wholeTbl>
    <a:band1H>
      <a:tcTxStyle b="off" i="off"/>
      <a:tcStyle>
        <a:tcBdr/>
        <a:fill>
          <a:solidFill>
            <a:srgbClr val="EFCEC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FCEC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125"/>
    <p:restoredTop sz="83612"/>
  </p:normalViewPr>
  <p:slideViewPr>
    <p:cSldViewPr snapToGrid="0">
      <p:cViewPr varScale="1">
        <p:scale>
          <a:sx n="106" d="100"/>
          <a:sy n="106" d="100"/>
        </p:scale>
        <p:origin x="19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95" Type="http://customschemas.google.com/relationships/presentationmetadata" Target="meta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100" Type="http://schemas.microsoft.com/office/2018/10/relationships/authors" Target="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98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335"/>
    </inkml:context>
    <inkml:brush xml:id="br0">
      <inkml:brushProperty name="height" value="0.053" units="cm"/>
      <inkml:brushProperty name="color" value="#FF0000"/>
    </inkml:brush>
  </inkml:definitions>
  <inkml:trace contextRef="#ctx0" brushRef="#br0">9817 5534 8912,'0'25'0,"-2"-1"0,-5-7 0,5-6 0,-15-11 0,6 0 0,-8 0 0</inkml:trace>
  <inkml:trace contextRef="#ctx0" brushRef="#br0" timeOffset="1">9740 5611 8912,'-30'19'0,"4"0"0,4-8 0,10 4 0,-1-8 0,-2-3 0,-2-2 0,-3-2 0,1 0 0,0 0 0,-1-2 0,-1-5 0,-5-5 0,5-3 0,-5 0 0,5 2 0,1 8 0,1-3 0,0 8 0,0 0 0,-1 0 0,1 0 0,8 8 0,-6-3 0,4 8 0,-4-9 0,-2 4 0,0-8 0,-1 0 0,1 0 0,0 7 0,-1-1 0,1 1 0,-2-7 0,-5 0 0,-4 2 0,-9 4 0,9-4 0,-6 7 0,4-9 0,-5 2 0,-1 5 0,8-5 0,4 4 0,5-4 0,8 0 0,0 5 0,9-5 0,-3 7 0,14-9 0,-3 6 0,9 0 0,8 9 0,11-2 0,5-2 0,1 2 0,3-2 0,4 1 0,-2 3 0,8-8 0,-8 6 0,2-7 0,-4 7 0,-2-7 0,-1 7 0,1-6 0,-1-1 0,1-6 0,2 7 0,4-1 0,-5 0 0,5-6 0,2 0 0,-2 0 0,9 0 0,-3 0 0,5-2 0,2-4 0,6 2 0,1-9 0,-1 0 0,-6-6 0,0 6 0,-1 0 0,1 6 0,0-5 0,-6 7 0,-1-1 0,-15 4 0,3 2 0,-13 0 0,-1 0 0,-1 6 0,2 1 0,-11 5 0,4-5 0,-13-1 0,3-6 0,-9 0 0,-2 0 0,-5 0 0,5 0 0,-8 0 0,3 0 0,5 0 0,-7 0 0,7 0 0,-4 0 0,4 0 0,-7 0 0,9-8 0,0 6 0,0-16 0,0 6 0,2 1 0,5-2 0,-5 0 0,6-6 0,-8 0 0</inkml:trace>
  <inkml:trace contextRef="#ctx0" brushRef="#br0" timeOffset="2">10241 5611 8912,'-11'19'0,"-6"9"0,6-13 0,-8 4 0,0-2 0,0-8 0,-1 2 0,1-5 0,6-4 0,0 5 0,7-5 0,-7-2 0,9 0 0,-5 0 0,18 0 0,4 0 0,4 0 0,2 0 0,0 0 0,1 0 0,5 0 0,1 0 0,8 0 0,-2 0 0,7 0 0,6 0 0,-2 0 0,8 0 0,-6 0 0,7 0 0,-1 0 0,7 0 0,0 0 0,0 0 0,-3-2 0,-3-5 0,4 5 0,-5-4 0,5-3 0,2 3 0,-7-1 0,0 7 0,-1 0 0,1 0 0,9 0 0,-8 0 0,8 0 0,-9 0 0,-2 0 0,3 0 0,1 0 0,-6 0 0,1 0 0,-10 0 0,9 0 0,5 0 0,3-6 0,3-1 0,2-8 0,5 3 0,-3 1 0,8-2 0,-16 0 0,-7 2 0,-19 3 0</inkml:trace>
  <inkml:trace contextRef="#ctx0" brushRef="#br0" timeOffset="3">12729 5611 8912,'28'0'0,"2"0"0,2 6 0,0 1 0,-6 1 0,4-3 0,-2 1 0,6 0 0,-2-6 0,-4 7 0,-2-1 0,-5 1 0,-2-7 0,1 0 0,-1 0 0,0 0 0,-6 0 0,0 0 0,0 0 0,4-2 0,-4-5 0,-5 5 0,-5-7 0,3 9 0,-4 0 0,7 0 0,-9 0 0,0 0 0,6 3 0,3 1 0,1 2 0,3 1 0,7-5 0,-1 2 0,0 3 0,-6-1 0,0-6 0,0 0 0,6 0 0,0 0 0,-6 6 0,0 1 0,-9-1 0,7-6 0,-5 0 0,-3 0 0,5 0 0,-8 0 0,0 0 0,9 0 0,4 0 0,-5 0 0,9 0 0,3-8 0,10-3 0</inkml:trace>
  <inkml:trace contextRef="#ctx0" brushRef="#br0" timeOffset="4">3047 16177 8912,'17'13'0,"-4"0"0,-4-9 0,-9-4 0,0-13 0,0 3 0,0-3 0,0 0 0,0 2 0,0 3 0</inkml:trace>
  <inkml:trace contextRef="#ctx0" brushRef="#br0" timeOffset="5">3086 16081 8912,'0'-11'0,"0"-6"0,0 4 0,0-4 0,0 4 0,0 0 0,2 0 0,4 3 0,-1-5 0,8 8 0,-9-8 0,13 4 0,-4-8 0,-2 6 0,1 0 0,1 9 0,0-11 0,0 7 0,2-3 0,2 7 0,2-14 0,1 16 0,-1-6 0,2 1 0,3 1 0,2 2 0,6-1 0,-6-1 0,14 2 0,-1-9 0,6 6 0,0-6 0,4 7 0,9-7 0,0 9 0,0-3 0,0-3 0,-1 8 0,1-5 0,0 5 0,0-7 0,-2 7 0,-5-4 0,-6 4 0,-4 2 0,-3 0 0,1-7 0,0 1 0,-1-1 0,1 7 0,-1 0 0,1 0 0,8 0 0,4 0 0,-1-6 0,1 0 0,1-1 0,5 7 0,6 0 0,-6 0 0,3-2 0,-15-4 0,7 3 0,-7-3 0,0-3 0,-7 3 0,1-7 0,0 7 0,-1-7 0,1 6 0,-3-1 0,-4 2 0,3 3 0,-10-3 0,1-3 0,-7 3 0,-2-3 0,-4 3 0,4 4 0,-14-7 0,5 9 0,-10 0 0,-4 0 0,-3 9 0,-4 4 0,-10 12 0,3 7 0,-3-4 0,-5 9 0,-2-7 0</inkml:trace>
  <inkml:trace contextRef="#ctx0" brushRef="#br0" timeOffset="6">12768 3702 8912,'12'11'0,"1"-5"0,-8-4 0,-3-10 0,-11-3 0,1-2 0,-1 0 0,-6 0 0,2-6 0,5 6 0,1 0 0,-1 7 0,-1-5 0,-2 3 0,7 1 0,-7 5 0,5-4 0,4 4 0,-13-9 0,8 4 0,-8 5 0,2-4 0,-4 4 0,-2 2 0,0 0 0,-9 0 0,-2 0 0,-9 0 0,-8 0 0,-4 0 0,-5 0 0,-4 2 0,-4 4 0,-5 5 0,0 2 0,5 0 0,4-3 0,2 3 0,0 2 0,1-8 0,7 6 0,5-7 0,5 7 0,1-7 0,-2 7 0,-4-6 0,7 5 0,-1-5 0,1 1 0,5-1 0,3-5 0,-2 4 0,9-3 0,-3-3 0,5 6 0,1 0 0,-1 3 0,-5-3 0,5-1 0,-5 8 0,5-7 0,1 7 0,1-7 0,0 7 0,2-6 0,2 3 0,2-1 0,0 6 0,0-7 0,0 5 0,7 2 0,-7-8 0,0 8 0,-6-5 0,-1 10 0</inkml:trace>
  <inkml:trace contextRef="#ctx0" brushRef="#br0" timeOffset="7">10858 3991 8912,'-8'20'0,"3"-1"0,-8 0 0,1 0 0,-1 3 0,0 4 0,6-5 0,-5 5 0,1-3 0,-2 3 0,-2-5 0,9 5 0,-7 2 0,6-2 0,1-1 0,6-5 0,0-1 0,0 0 0,0 0 0,0 1 0,0 5 0,0 1 0,0-2 0,8-3 0,-3 1 0,8 3 0,-7-3 0,7 3 0,-7-1 0,5 0 0,-2 1 0,6 1 0,-7-7 0,5 1 0,4 1 0,-4 5 0,4-5 0,2 7 0,1 0 0,-1-7 0,0 9 0,1-6 0,-1 1 0,0 1 0,7 0 0,0 0 0,-3-3 0,-1-1 0,3-1 0,3 3 0,2 1 0,-6 1 0,12-7 0,-4 1 0,5-1 0,1 0 0,1-2 0,-3-2 0,-4-2 0,5 0 0,-7 6 0,8 1 0,1-1 0,0-9 0,-9 5 0,-5-8 0,-1 6 0,2-7 0,-5 7 0,5-7 0,-5-1 0,-2 5 0,3-7 0,1 5 0,3 1 0,8-7 0,-10 13 0,8-9 0,2-1 0,3 5 0,1-8 0,3 5 0,4-5 0,-4-2 0,12 6 0,-8 1 0,9-1 0,-3-6 0,-3 0 0,-3 0 0,2 0 0,-2 0 0,6 0 0,-6 0 0,-2 0 0,-2 0 0,-3 0 0,1 0 0,6-2 0,0-4 0,6 4 0,-3-5 0,1 5 0,-6 2 0,12-6 0,-5-1 0,-1 3 0,-2 2 0,-8 2 0,-1-2 0,1-5 0,-1 5 0,1-7 0,0 9 0,-1 0 0,9 0 0,-4 0 0,9 0 0,-1 0 0,7 0 0,0 0 0,0 0 0,-1 0 0,1 0 0,-6-2 0,-1-4 0,-8 4 0,2-5 0,-4-1 0,-3 1 0,1 3 0,-1-7 0,-5 9 0,-1-4 0,-2-3 0,2 3 0,-2-9 0,-4 2 0,-3 2 0,9-2 0,-6 1 0,6-8 0,-6-5 0,6-1 0,-6-2 0,4 4 0,-2-1 0,6-10 0,-13 12 0,5-7 0,-5 2 0,-1-6 0,-7 12 0,-3-6 0,-1 1 0,-3 5 0,-4-14 0,3 6 0,1 0 0,1 2 0,-7 9 0</inkml:trace>
  <inkml:trace contextRef="#ctx0" brushRef="#br0" timeOffset="8">15043 4743 8912,'0'-47'0,"9"-2"0,-7 0 0,7 1 0,-9 10 0,0-1 0,0 1 0,0-1 0,0 9 0,0 4 0,0 5 0,0 2 0,-3-7 0,-3 0 0,-3 1 0,-6 3 0,3-4 0,-1 5 0,0-9 0,0 7 0,-2-3 0,6-8 0,-8 6 0,4-4 0,-6-7 0,-7 0 0,-4 1 0,-8-7 0,-1 4 0,-8 3 0,-2-1 0,-11-2 0,-4-4 0,-5 5 0,-2-8 0,1 10 0,-3-1-86,-11 1 0,5-1 0,-7 3 86,0 4 0,-1 4 0,-10 11 0,3 2 0,4 2 0,4 9 0,18-5 0,3 9 0,3 0 0,-2 0 0,4 0 0,-4 0 0,4 0 0,-7 9 0,7-7 0,-2 4 0,8-4 0,7 7 0,9-5 0,-3 9 0,-4 2 0,4 2 0,-8 2 0,4 1 0,-7-1 0,-3 9 0,-10-5 0,3 7 0,7-2 0,5-2 0,20-7 0,-8-2 0,12-4 0,5-4 0</inkml:trace>
  <inkml:trace contextRef="#ctx0" brushRef="#br0" timeOffset="9">5130 15444 8912,'-2'11'0,"-4"-4"0,3-5 0,-7-2 0,3 0 0,5-2 0,-4-5 0,4 5 0,2-7 0,0 9 0,0 0 0,8 0 0,-6 0 0,13 3 0,-6 1 0,2 2 0,1 1 0,8-7 0,-1 0 0,9 0 0,4 0 0,0 0 0,5 0 0,3 0 0,3 0 0,-2 0 0,2 0 0,2 0 0,8 0 0,-3-7 0,5 1 0,-3 2 0,3-7 0,-7 7 0,3-7 0,-6 2 0,4-6 0,-8 7 0,4-5 0,-4-4 0,-11 6 0,-2-8 0</inkml:trace>
  <inkml:trace contextRef="#ctx0" brushRef="#br0" timeOffset="10">6229 15271 8912,'9'-19'0,"2"-1"0,17-8 0,-7 7 0,5-5 0,-5-4 0,5 7 0,0-9 0,-1 6 0,-5-6 0,-8 6 0,1-6 0,-6 6 0,6-6 0,-9 0 0,2-7 0,-4 1 0,-2-1 0,-2 1 0,-2-3 0,-2-4 0,-9-4 0,6-3 0,-6 3 0,2 2 0,0 2 0,-8 6 0,-5 1 0,3 1 0,-10 5 0,8 2 0,-7 5 0,-7 3 0,-6-4 0,-2 5 0,4 2 0,-2-1 0,-9 1 0,3 6 0,-11 3 0,-2 1 0,-9 3 0,-2-1 0,-11 1 0,-2 1 0,7-5 0,-3 8 0,13-5 0,7 5 0,4-7 0,-2 7 0,2-4 0,4 4 0,-6 2 0,0 0 0,-9 2 0,-2 4 0,-2-4 0,7 9 0,4-4 0,4-5 0,2 4 0,0-2 0,2 1 0,5 1 0,4 1 0,-1-7 0,-5 0 0,-9 0 0,2 8 0,-9-6 0,7 7 0,-2-1 0,-9-5 0,13 7 0,-4-3 0,4-5 0,2 4 0,-2 5 0,-5 2 0,-5 4 0,3 2 0,-6 1 0,9-1 0,0 9 0,6 4 0,2 2 0,5 0 0,6-2 0,13 1 0,4-3 0,9-3 0</inkml:trace>
  <inkml:trace contextRef="#ctx0" brushRef="#br0" timeOffset="11">2623 14519 8912,'-19'38'0,"-9"10"0,6 1 0,-6 4 0,9 5 0,2-2 0,2 17 0,2 6 0,9 7 0,-7 19 0,7 2-1415,-3 0 1415,1-2 0,12-11 0,3-6 0,2-11 111,2-8 1,12-20-1,1-6-111,-2-9 0,6 3 0,2-10 0,11 6 0,2-8 0,8-3 0,-1-12 0,12-3 0,15-7 0,18-7 0,-1-5-247,7-14 0,-7-2 247,-6-4 0,-4-5 0,-9 7 0,0 0 0,-8 3 0,6 9 0,-6 3 0,-1 3 0,7-1 0,-21 2 0,1 5 1023,-5 3-1023,-14 12 0,1 2 0,-10 8 0,-3 0 0,10 1 0,-12-1 0</inkml:trace>
  <inkml:trace contextRef="#ctx0" brushRef="#br0" timeOffset="12">10087 16331 8912,'10'-19'0,"1"6"0,-7 0 0,3-2 0,-1-2 0,-6-2 0,0 0 0,0-1 0,0 1 0,0 0 0,0 0 0,0 6 0,0 0 0,0-2 0,-8 0 0,-5 2 0,2-2 0,-2 9 0,0-1 0,-6 7 0,-7 2 0,-1 7 0,-3 10 0,-7 11 0,-6 7 0,0 12 0,-8 9 0,2 2-136,-3 10 1,1-5 135,12 5 0,5-8 0,17 5 0,4-9 0,4-7 0,9 1 0,18-12 0,9 1 0,14-7 0,8-10 0,9 4 0,-2-9 0,-5 0 0,5 0 0,-15 1 0,2-1 0,-9 0 0,-6-8 0,-17 6 0,-5-4 0,-4 4 0,-2 11 0,-17-4 135,-9 8 1,-10 0-136,-9 6 0,-4 1 0,-9 0 0,2-7 0,5 0 0,1-15 0,5 2 0,7-6 0,-1 0 0,9-5 0,13-16 0,4-5 0,5-4 0,8-2 0,17-18 0,4-3 0</inkml:trace>
  <inkml:trace contextRef="#ctx0" brushRef="#br0" timeOffset="13">10280 17141 8912,'0'19'0,"-3"-6"0,-3 0 0,2-9 0,-9 3 0,6-5 0,-5-2 0,7 0 0,-3 0 0,10-2 0,4-5 0,7 3 0,13-9 0,4 0 0,11-2 0,4-4 0,2 4 0,4-11 0,3-1 0,-9 1 0,0-6 0,-7 6 0,-8 0 0,-6 7 0,-9 0 0,-7-1 0,-18 1 0,-10 2 0,-10 4 0,-6 5 0,-5 8 0,-4 0 0,5 8 0,-5 5 0,4 13 0,4 4 0,5 0 0,4 8 0,9 1 0,8-1 0,-4 16 0,9-9 0,4 6 0,15-6 0,2 0 0,17-6 0,2-9 0,11-4 0,2-7 0,5-6 0,3-5 0,-3-8 0,1-8 0,-1-5 0,-5-13 0,-8-6 0,-1-4 0,1-3 0,-9-2 0,-5-4 0,-3 5 0,-3-5 0,-2 4 0,-4 2 0,-4 1 0,-9-1 0,0 1 0,0 8 0,-9-5 0,-4 10 0,-6 8 0,-7 10 0,5 7 0,-5 7 0,-2 12 0,3 13 0,-1 7 0,7 6 0,-1 4 0,1 9 0,6 0 0,0-1 0,9-1 0,-2-4 0,12-5 0,7-9 0,19-8 0,7-4 0,14-13 0,5-7 0,11-21 0,14-10 0,5-3-203,8-4 0,-10-1 203,-9-5 0,-8-1 0,-7 7 0,-4 4 0,-9 7 0,-6 6 0</inkml:trace>
  <inkml:trace contextRef="#ctx0" brushRef="#br0" timeOffset="14">12845 16582 8912,'19'0'0,"0"0"0,-8 0 0,-2-9 0,-9 9 0,0 3 0,0 14 0,0 13 0,6 8 0,3 9 0,1 11 0,1 9 0,4 10 0,-2 0 0,-2 0 0,1 0 0,6 5 0,-6-5 0,-1-4 0,2-16 0,-9-10 0,3-8 0,3-9 0,10-28 0,10-4 0</inkml:trace>
  <inkml:trace contextRef="#ctx0" brushRef="#br0" timeOffset="15">12748 16582 8912,'-38'0'0,"1"0"0,5 0 0,6 0 0,13-9 0,5-1 0,8-10 0,17-7 0,15 3 0,26-8 0,19 0 0,20-7 0,-1 1 0,7 1-971,-4 5 971,-12 13 0,-7 10 0,-10 9 0,-18 11 0,-7 8 0,-15 11 0,-17 15 0,-7 4 0,-12 9 0,-7 0 0,-13 2 0,-6 4 0,-13 5 0,2 8-149,-8 0 0,6-8 149,-7-5 0,9-6 0,-2-7 0,11-4 469,2-8 1,11-9-470,1-4 0,10-13 0,18-5 0,-14-8 0</inkml:trace>
  <inkml:trace contextRef="#ctx0" brushRef="#br0" timeOffset="16">13732 16968 8912,'-2'30'0,"-5"-5"0,3-3 0,-9-3 0,7 0 0,-7 1 0,6 7 0,-5 6 0,5-1 0,-6 6 0,9-10 0,-2 11 0,6-5 0,6 5 0,7-1 0,4-8 0,2 4 0,1-8 0,-1-7 0,0-6 0,0-9 0,1 3 0,-1-22 0,0-7 0</inkml:trace>
  <inkml:trace contextRef="#ctx0" brushRef="#br0" timeOffset="17">13925 16659 8912,'-39'19'0,"3"-1"0,4-6 0,-3 3 0,7-6 0,-2 2 0,13 8 0,-2 7 0,13 8 0,-3-11 0,11 7 0,5-2 0,3-4 0,10-11 0,5 2 0,1-9 0,0 1 0,-7-7 0,-2-9 0,-4-4 0,-4-4 0,-9-2 0,0-1 0,0 1 0,-9 0 0,-4 0 0,-4-1 0,-2 1 0,-1 8 0,1 3 0,8 10 0,5 4 0,12 5 0,14 8 0,12 1 0,13 1 0,6 5 0,5-5 0,2 7 0</inkml:trace>
  <inkml:trace contextRef="#ctx0" brushRef="#br0" timeOffset="18">14330 17083 8912,'0'11'0,"-2"-2"0,-5-9 0,-6 0 0,-12 0 0,3 0 0,-6 6 0,9 0 0,0-1 0,-1 5 0,1 3 0,0 4 0,8 3 0,5-1 0,4 2 0,2 5 0,0-4 0,0 3 0,0-3 0,0-3 0,6-6 0,0 0 0,9-9 0,-12 5 0,14-9 0,-15 0 0,9 0 0,-5 0 0,-2 0 0,9 0 0,-9 0 0,14-7 0,-6 1 0,-3-1 0,8 7 0,-6 0 0,8 0 0,0 2 0,1 5 0,-7-5 0,-1 4 0,1-3 0,7-3 0,-1 0 0,0 0 0,9-9 0,2-2 0</inkml:trace>
  <inkml:trace contextRef="#ctx0" brushRef="#br0" timeOffset="19">14638 17083 8912,'-10'9'0,"-8"-7"0,6 4 0,-6-3 0,-1-3 0,0 0 0,0 0 0,8 0 0,2 0 0,11 2 0,5 4 0,6-4 0,12 5 0,-1-5 0,8-2 0,-6 2 0,4 2 0,-2 3 0,6 8 0,-15-11 0,1 9 0,-1-2 0,-6 1 0,-3 6 0,3-6 0,-8-1 0,1 2 0,3-7 0,-3 7 0,0-8 0,-6 12 0,3-15 0,3 4 0,-4-4 0,9-2 0,-5 0 0,-1 9 0,7 4 0,-7-5 0,5 10 0,-3-6 0,-3 6 0,9 1 0,-7 0 0,7 0 0,-6 3 0,6 3 0,-7-3 0,7 4 0,-9 1 0,3-1 0,-5 6 0,-2-6 0,0 8 0,0-2 0,0-2 0,-2 0 0,-5-2 0,-4 7 0,-14-12 0,-1 9 0,0-8 0,7 2 0,-7-14 0,1-5 0,5-5 0,7-2 0,9-9 0,-4-18 0,8-14 0</inkml:trace>
  <inkml:trace contextRef="#ctx0" brushRef="#br0" timeOffset="20">15140 17103 8912,'-11'8'0,"0"-6"0,5 5 0,-5-5 0,0-2 0,3 0 0,8 0 0,8-2 0,7-3 0,9-1 0,0 0 0,8 6 0,2 0 0,-6 0 0,6 0 0,-8 0 0,0 2 0,-9 4 0,-4 7 0,4-4 0,-15 14 0,4-4 0,-4 5 0,-2-5 0,-6 1 0,0-1 0,-3 0 0,5 0 0,-3 1 0,1-1 0,6 0 0,0 1 0,0-1 0,2-6 0,4 0 0,5-9 0,8 2 0,1 3 0,-1-3 0,7 7 0,-1-6 0,1 1 0,-7-2 0,3 5 0,4 8 0,-11-6 0,4 0 0,-6 2 0,0 11 0,-5-5 0,-8 7 0,0 0 0,-8-7 0,-5 16 0,-13-5 0,2 2 0,-6 1 0,3-3 0,-8-9 0,14 3 0,-5-13 0,5-5 0,1-16 0,1-3 0</inkml:trace>
  <inkml:trace contextRef="#ctx0" brushRef="#br0" timeOffset="21">16065 17160 8912,'-8'-19'0,"-3"6"0,-8 0 0,0 7 0,-1-7 0,-8 9 0,5-5 0,-7 11 0,2 5 0,-4 4 0,6 8 0,0 9 0,7 2 0,0 8 0,2-6 0,4-2 0,6-2 0,5 7 0,4-14 0,5 5 0,12-13 0,13-7 0,5-4 0,1-2 0,3-11 0,2-6 0,2-6 0,-7-5 0,-5 2 0,-8 5 0,7-5 0,-8 5 0,2 1 0,-5 1 0,-8 8 0,0 5 0,-7 4 0,7 2 0,-6 2 0,5 4 0,1 5 0,7 8 0,-1 1 0,9-1 0,-5 2 0,9 1 0,3-3 0,1 5 0,3-22 0,-1 6 0,1-8 0</inkml:trace>
  <inkml:trace contextRef="#ctx0" brushRef="#br0" timeOffset="22">17975 16601 8912,'-26'0'0,"0"0"0,3-2 0,1-2 0,3-5 0,0 1 0,0-1 0,-1-6 0,12 15 0,8 0 0,8 17 0,12 15 0,-1 7 0,0 6 0,0 4 0,1 18 0,-1 1 0,0 1 0,-8 4 0,-5-7 0,-3-2 0,-3-4 0,0 2 0,-9-27 0,-4 3 0,2-18 0,-1-3 0,-3-7 0,-3-3 0,1-26 0,2-11 0,2-11 0,9-21 0,-11 2 0,9-17 0,1-1 0,-3-5 0,1-1 0,1 1 0,6 6 0,0 10 0,0 9 0,9 5 0,3 14 0,14-4 0,13 16 0,12-6 0,7-1 0,6 8 0,-2 9 0,5 11 0,-7 4 0,-9 6 0,-19 9 0,-4 0 0,-17 30 0,-5-5 0,-3 3 0,-12 8 0,-4 3 0,-13 3 0,3 5 0,-7 2 0,2 3 0,-4-1 0,6-6 0,0 0 0,7-1 0,0-1 0,0-4 0,-1-5 0,10-17 0,3-5 0,7-12 0,7-6 0,5-5 0,14-2 0,4-15 0,9-7 0,-1-5 0,-6-3 0,1-3 0,-1-3 0,-2 6 0,-2-9 0,-1 1 0,-5 8 0,12-4 0,-8 8 0,-3-6 0,-8 6 0,-2 3 0,0 1 0,-2 9 0,-5 0 0,-4 9 0,-4 4 0,-4 13 0,-5 4 0,-2 11 0,3 4 0,1 4 0,3 9 0,6 0 0,0 0 0,0-6 0,2 0 0,4-1 0,5-1 0,8-5 0,9-4 0,2-18 0,11-3 0,4-5 0,-5-11 0,5-4 0,-2-6 0,2-7 0,-8-4 0,8-8 0,-17-1 0,8 1 0,-17-1 0,-8 7 0,-2 0 0,-1-2 0,-6-3 0,5 7 0,-14 5 0,-3 3 0,-10 5 0,1 4 0,6 5 0,0 8 0,9 0 0,-5 8 0,9 5 0,0 13 0,3-3 0,3 9 0,5-6 0,8 6 0,2 0 0,5 7 0,-11-7 0,4 0 0,-6-8 0,0 1 0,2 3 0,-8-2 0,-3-2 0,-2-3 0,-2-2 0,0 1 0,-9-1 0,-3 0 0,-6-6 0,-1 0 0,0-7 0,0 7 0,-1-9 0,10-4 0,1-10 0,9-10 0</inkml:trace>
  <inkml:trace contextRef="#ctx0" brushRef="#br0" timeOffset="23">19537 16756 8912,'-11'8'0,"-6"-6"0,4 5 0,-4 1 0,-2-1 0,-7 1 0,0-1 0,-6 3 0,7 10 0,-1 5 0,7 1 0,8 17 0,-4-11 0,8 13 0,3-4 0,11-11 0,12 4 0,13-8 0,4-3 0,3-10 0,0-6 0,-1-5 0,1-11 0,-1-4 0,-1-6 0,-5-7 0,-6 3 0,-14-9 0,-5-3 0,-7 1 0,-7 2 0,-5-2 0,-14 8 0,-4-8 0,-2 12 0,0-3 0,-3 3 0,7 11 0,1 3 0,7 8 0,1 0 0,8 0 0,3 8 0,10-5 0,6 5 0,12 1 0,16 1 0,13 10 0</inkml:trace>
  <inkml:trace contextRef="#ctx0" brushRef="#br0" timeOffset="24">19884 16775 8912,'-8'11'0,"-3"-3"0,-2-8 0,0 0 0,7 0 0,-7 0 0,6 0 0,-5 0 0,7 9 0,-3-5 0,8 11 0,0 6 0,0-1 0,0 5 0,8-1 0,5 2 0,4-5 0,3 5 0,-1-7 0,0-6 0,0 4 0,1-15 0,-1 5 0,0-5 0,1-4 0,-1-5 0,-6-4 0,0-8 0,-9-9 0,11-2 0,-9-8 0,-1-1 0,-3 1 0,-2 1 0,0 3 0,0 2 0,0 8 0,0-1 0,0 10 0,0 2 0,0 8 0,0-1 0,0 12 0,0 14 0,0 3 0,0 9 0,6 7 0,3 6 0,1-2 0,3-3 0,7-3 0,-1-3 0,0-2 0,3-15 0,3 3 0,-1-14 0,8 1 0,-6-14 0,6-6 0,-9-4 0,12-9 0,-10-1 0,-1-3 0,-9-3 0,-2-5 0,-9 8 0,5-4 0,-9 6 0,0-2 0,0 4 0,0-6 0,-7 8 0,1-1 0,-9 3 0,11 5 0,-9 4 0,8 5 0,-3 8 0,8 0 0,0 8 0,0 5 0,0 4 0,0 9 0,0 0 0,8 6 0,5-6 0,2 6 0,-2-7 0,4 10 0,-4-3 0,4-4 0,3 8 0,-1-6 0,0 0 0,0 6 0,-1-14 0,-6 4 0,6-5 0,-8-2 0,1 1 0,-2-10 0,-1-1 0,-6-18 0,15-10 0,-6-11 0</inkml:trace>
  <inkml:trace contextRef="#ctx0" brushRef="#br0" timeOffset="25">21099 16505 8912,'-19'0'0,"0"0"0,-1 0 0,1 0 0,0 0 0,-1 0 0,-5 0 0,-1 0 0,0 0 0,1 8 0,1 5 0,5 7 0,6 3 0,4 3 0,-4 8 0,7-2 0,0 11 0,6 2 0,8 9 0,3-14 0,10 5 0,5-4 0,-5-2 0,9-9 0,-4-7 0,6-8 0,-2-6 0,2-9 0,-8 0 0,10-9 0,-8-4 0,6-10 0,-6-5 0,-3-2 0,5-2 0,-2-7 0,-2 1 0,-12-1 0,3 1 0,-8-1 0,-1 0 0,-6 3 0,0 4 0,-8 4 0,-3 11 0,-8 4 0,-1 7 0,3 12 0,4 7 0,-4 13 0,4 6 0,5 4 0,1 3 0,-1 1 0,1 5 0,1-4 0,6 4 0,9-4 0,3-3 0,8-1 0,5-5 0,-3-13 0,16-4 0,-1-11 0,6-6 0,2-6 0,-7-14 0,-1-6 0,-5-10 0,4-1 0,-14-8 0,3 9 0,-3-1 0,-5 1 0,-4-1 0,-5 0 0,-8 9 0,0 5 0,0 3 0,0 3 0,0 6 0,-2 2 0,-4 3 0,4 1 0,-7 16 0,9 4 0,7 10 0,1 3 0,1 0 0,1 2 0,1 4 0,0 2 0,2-2 0,2 5 0,-9-5 0,1-2 0,-7 0 0,0-2 0,0 4 0,-3-7 0,-3-1 0,-13-3 0,-5 5 0,-8-2 0,-2-7 0,-3-6 0,-10-11 0,-2 0 0</inkml:trace>
  <inkml:trace contextRef="#ctx0" brushRef="#br0" timeOffset="26">24011 15869 8912,'-2'-20'0,"-2"1"0,-5 2 0,-1 2 0,-5 2 0,-2-2 0,-3-2 0,-1 4 0,-3 2 0,-1 3 0,1 3 0,-4 3 0,2 2 0,1 9 0,5 4 0,10 12 0,3 10 0,5 10 0,2 13 0,0 8 0,0 18 0,0-1 0,9 9 0,4-2 0,4 4-70,2 11 1,0-15 0,1 0 69,-1-8 0,-2-7 0,-4-5 0,-5-5 0,-8-14 0,0-4 0,-2-15 0,-4-4 0,-9-4 0,-9-9 0,-8-4 0,-4-14 0,-3-9 0,1 3 0,-1 0 0</inkml:trace>
  <inkml:trace contextRef="#ctx0" brushRef="#br0" timeOffset="27">23394 16736 8912,'0'-19'0,"-2"0"0,-4-1 0,4 1 0,-5 0 0,14 2 0,5 4 0,14-4 0,13 15 0,14-5 0,9 5 0,11 2 0,9 0 0,3 0 0,5 0 0,-4 0 0,-17-2 0,-5-5 0,-13-3 0,-3-10 0</inkml:trace>
  <inkml:trace contextRef="#ctx0" brushRef="#br0" timeOffset="28">24301 16505 8912,'-13'19'0,"0"-2"0,-2-4 0,-11 4 0,5-8 0,-5 4 0,-2 6 0,3-2 0,3 7 0,5 1 0,4 3 0,9-4 0,-3 8 0,14-8 0,6 3 0,12-7 0,5-3 0,9-4 0,6-5 0,0-10 0,-2-4 0,-2-7 0,-3-4 0,-8-5 0,-4-3 0,-5 3 0,-10-14 0,-7 6 0,-8 0 0,-15-5 0,-13 10 0,-5-1 0,-1 7 0,-1 2 0,0 4 0,3 2 0,4 7 0,6-3 0,5 3 0,10 4 0,5 6 0,3-3 0,21 14 0,3-7 0</inkml:trace>
  <inkml:trace contextRef="#ctx0" brushRef="#br0" timeOffset="29">24783 16447 8912,'11'-9'0,"-3"-1"0,-8-10 0,9 10 0,-5-5 0,9 8 0,0 1 0,6 6 0,-6 8 0,0 5 0,0 13 0,6 6 0,-2 5 0,-4 1 0,2 7 0,-9 0 0,1 0 0,-7-13 0,0-2 0,0-2 0,0-4 0,-7-14 0,1-10 0,-1-8 0,7-26 0,0-5 0,9-10 0,4 4 0,13-15 0,6 2 0,4-2 0,20-9 0,6 9 0,19-6-226,3 0 1,-34 32 0,1-1-1,-2-4 1,0 1 0</inkml:trace>
  <inkml:trace contextRef="#ctx0" brushRef="#br0" timeOffset="30">20983 18009 8912,'0'-19'0,"0"-1"0,0 1 0,0 8 0,0 5 0,0 14 0,0 12 0,0 12 0,0 11 0,0 6 0,0 9 0,0 2 0,0 4 0,0-4 0,0 15 0,0-6 0,0-1 0,0-1 0,0-18 0,-2-6 0,-4-9 0,4-6 0,-7-18 0,7-5 0,-2-20 0,-3-17 0,1-13 0,6-13 0,0-2 0,0-4 0,0 4 0,0-7 0,0 9 0,-9 0 0,-1 1 0,-1-1 0,-6 9 0,4 4 0,-4-3 0,-3 3 0,10 0 0,-5 15 0,8 5 0,1 3 0,6 3 0,4 6 0,9 0 0,2 7 0,17-7 0,2 9 0,11-3 0,-2 7 0,7 5 0,-3 1 0,-2 18 0,-9-12 0,-4 14 0,-4 4 0,-11 2 0,-4 5 0,-4 1 0,-18 7 0,-4 0 0,-6 9 0,-7-5 0,-6 0 0,4 7 0,-6-15 0,8 4 0,1-5 0,5-1 0,10-9 0,3-4 0,5-13 0,11-13 0,10-20 0,11-10 0</inkml:trace>
  <inkml:trace contextRef="#ctx0" brushRef="#br0" timeOffset="31">21369 18221 8912,'9'-11'0,"4"5"0,-3 1 0,3-1 0,-9 4 0,14-7 0,-8 9 0,3 0 0,0 0 0,0 9 0,0 2 0,-3 10 0,-1 5 0,6-5 0,-13 9 0,5-4 0,-5-5 0,-2 5 0,0 2 0,0-2 0,0-3 0,-9-10 0,5 2 0,-9-9 0,7 1 0,-7-7 0,0-2 0,-6-5 0,8-3 0,2-10 0,9 1 0,0 0 0,0-1 0,2 1 0,5 0 0,4 0 0,8-1 0,7 1 0,1-2 0,3-5 0,3 13 0,5-13 0,1 13 0,-1-4 0,1-2 0,-3 8 0,-4 3 0,-6-1 0,-4 7 0,-3-7 0,-8 18 0,-5 4 0,-6-2 0,-6 1 0,-5 8 0,-8 5 0,-1 3 0,-1-4 0,-5 2 0,5 8 0,-5-4 0,13 8 0,-2-1 0,9-5 0,-3 2 0,5-8 0,-3-2 0,1-3 0,15-10 0,3-5 0,14-12 0,-2-7 0,8-13 0,-9-6 0,3-13 0,2 2 0,-4-6 0,-7 2 0,2 2 0,-17 6 0,5 1 0,-7 5 0,-7 1 0,-4 9 0,-8-3 0,0 13 0,0 5 0,-1 8 0,10 8 0,3 5 0,7 4 0,7 2 0,3-8 0,18 6 0,2-6 0</inkml:trace>
  <inkml:trace contextRef="#ctx0" brushRef="#br0" timeOffset="32">22276 18124 8912,'-11'0'0,"-6"0"0,12 0 0,-7 0 0,7 3 0,-1 3 0,4 5 0,2 8 0,8 0 0,3 9 0,8 4 0,3 13 0,1 9 0,3 8 0,8-2 0,-12 13 0,1-9 0,-8-2 0,2-2 0,-14-4 0,3-5 0,-6-6 0,-6-13 0,-12-2 0,-9-8 0,-3-3 0,6-4 0,-12-15 0,3 0 0,3-8 0,-2-5 0,9-15 0,-3-11 0,13-8 0,-4-19 0,6-3 0</inkml:trace>
  <inkml:trace contextRef="#ctx0" brushRef="#br0" timeOffset="33">22141 17507 8912,'-30'41'0,"2"-4"0,8-18 0,1 0 0,6 0 0,3 1 0,1-1 0,3 0 0,14-2 0,5-4 0,13-4 0,-3-9 0,7 0 0,-2 0 0,6-9 0,-12-1 0,4-10 0,-5 1 0,-2 0 0,-8 6 0,-5 0 0,-1 0 0,1-6 0,-6 8 0,0 5 0,0 4 0,-17 2 0,15 10 0,-5 10 0,5 7 0,2 12 0,0 8 0,9 2 0,2 9 0</inkml:trace>
  <inkml:trace contextRef="#ctx0" brushRef="#br0" timeOffset="34">22584 18356 8912,'0'30'0,"-2"-4"0,-4-14 0,-5-3 0,0-9 0,3 0 0,8-2 0,0-5 0,10-3 0,7-10 0,7 1 0,10 0 0,-10-7 0,6 0 0,-2 3 0,-3-7 0,-12 8 0,0-3 0,-9 3 0,3 5 0,-14 4 0,-12 5 0,-13 8 0,2 2 0,-2 4 0,-2 7 0,6 4 0,-7 5 0,12 1 0,6 3 0,-3 8 0,18-4 0,-4 7 0,4-5 0,10 4 0,5-14 0,13 3 0,12-3 0,12-3 0,8 0 0</inkml:trace>
  <inkml:trace contextRef="#ctx0" brushRef="#br0" timeOffset="35">23259 18317 8912,'-19'0'0,"-2"0"0,-5 0 0,4 0 0,-3 0 0,3 9 0,1-5 0,-5 9 0,5 6 0,-5 7 0,7 8 0,6 1 0,6 7 0,5-1 0,2 6 0,2-8 0,5-1 0,4 1 0,8-9 0,0-4 0,3-14 0,3-5 0,-1-5 0,6-4 0,-2-5 0,-3-3 0,1-18 0,2-4 0,2-5 0,-6-10 0,3 4 0,-7-6 0,-1 2 0,0-7 0,1 5 0,-1-9 0,-6-2 0,0-4 0,-9 2 0,4-7 0,1 3 0,-7 2 0,7 17 0,-9 8 0,-7 9 0,1 11 0,-7 10 0,4 11 0,-1 15 0,-3 11 0,0 28 0,2 6 0,3 5 0,1 16 0,1-12 0,-1 12 0,3-3 0,2 5 0,2-8 0,2 3 0,5-7 0,3-20 0,10 3 0,-1-20 0,0-4 0,0-12 0,7-12 0,0-12 0,-3-9 0,7 0 0,-8-32 0,14 4 0,-6-16 0</inkml:trace>
  <inkml:trace contextRef="#ctx0" brushRef="#br0" timeOffset="36">23394 18240 8912,'-28'19'0,"7"-1"0,-5-6 0,5-3 0,2-9 0,10 0 0,11 0 0,15 0 0,20 0 0,23-11 0,17-8 0,9-7 0,10-6 0,-2-4-219,-4 4 1,-4-5 218,-9-1 0,-8-9 0,-3-3 0</inkml:trace>
  <inkml:trace contextRef="#ctx0" brushRef="#br0" timeOffset="37">25400 17990 8912,'0'-20'0,"0"1"0,0 0 0,0-1 0,0 1 0,0 0 0,0 10 0,0 9 0,-6 13 0,-1 17 0,1 11 0,-3 6 0,7-2 0,-7 6 0,1 3 0,4 2 0,-7-1 0,0-1 0,0-3 0,-1-8 0,-6 11 0,3-11 0,3-7 0,-1-6 0,-7-19 0,1-5 0,0-29 0,0-3 0,-1-26 0,7-8 0,1-10 0,7-5 0,-3 0 0,-1 4 0,7-4 0,-7 13 0,9-9 0,9 18 0,4 1 0,13 16 0,6 4 0,6 8 0,7-2 0,5 5 0,7 2 0,-7 8 0,-5 5 0,-11 12 0,-2 7 0,-17 6 0,-2 7 0,-9 4 0,-4 8 0,-15 7 0,-4 0 0,-13 9 0,0-3 0,-5 5 0,-1-7 0,-1 9 0,1-4 0,-1 1 0,0 8 0,7-21 0,0 10 0,15-9 0,-2 2 0,12-13 0,3-6 0,8-5 0,9-10 0,13-5 0,12-4 0,12-4 0,8-6 0,-1-12 0,1 1 0,7-17 0,-1 3 0,-2-1 0,-11 0 0,-6 2 0,-4 8 0,-4-6 0,-5 4 0,-7 11 0,-12-4 0,4 4 0,-14-4 0,-3 6 0,-13 2 0,-4 3 0,-3 1 0,1 9 0,0 5 0,-1-3 0,1 9 0,0-7 0,0 7 0,8-6 0,4 6 0,-3-1 0,8 8 0,-5-1 0,7 0 0,7 1 0,3-3 0,12-2 0,3-2 0,5-1 0,18 1 0,3 0 0,7-9 0,6 3 0,-2-5 0,9-2 0,-7-9 0,3-6 0,-7-8 0,-7 1 0,-16-12 0,-7 8 0,-11 3 0,-8-7 0,-11 8 0,-5-3 0,-7 3 0,-1 12 0,-24-5 0,5 6 0,-4-2 0,-3 7 0,3-2 0,1 12 0,3 7 0,9-5 0,-5 10 0,9-6 0,-1 6 0,1 9 0,8-5 0,5 4 0,4 1 0,2-1 0,0 0 0,0-7 0,8 0 0,5 1 0,4-10 0,3-3 0,-1-5 0,0-2 0,7 0 0,2-2 0,2-5 0,-7-3 0,5-10 0,-9 1 0,1 0 0,-1 0 0,-2-1 0,-2 1 0,-2 0 0,-9 8 0,13-6 0,-14 15 0,5-5 0,-8 14 0,0 12 0,0 13 0,0 7 0,0 6 0,0 4 0,0 9 0,0 0 0,0 0 0,0-3 0,0-3 0,0-14 0,2-12 0,5-5 0,-5-1 0,9-12 0,-5-8 0,-4-8 0,13-22 0,-6-7 0,1-6 0,3-10 0,0 4 0,0-9 0,-2 0 0,2 0 0,4 9 0,-7 2 0,1-1 0,6 16 0,-6-11 0,8 18 0,1-5 0,-1 10 0,0-3 0,0 10 0,1-4 0,-1-2 0</inkml:trace>
  <inkml:trace contextRef="#ctx0" brushRef="#br0" timeOffset="38">27001 18009 8912,'-20'0'0,"8"0"0,-1 0 0,0 8 0,-6 5 0,-1 4 0,7 9 0,3 2 0,1 2 0,3 11 0,6-1 0,0 5 0,0-4 0,0-2 0,8-7 0,5 0 0,6-9 0,7 3 0,-4-13 0,5-7 0,1-3 0,-6-3 0,8-15 0,-5-5 0,-3-5 0,4-1 0,-5-4 0,-2-9 0,-8 1 0,-5-1 0,-1 1 0,-1 1 0,2 5 0,1-4 0,-7 14 0,0-3 0,0 12 0,0 4 0,-2 26 0,-5 9 0,5 8 0,-4 5 0,4-1 0,2 1 0,0-1 0,0 1 0,0-9 0,2-4 0,4-5 0,-4-2 0,15-8 0,-4-4 0,4-5 0,3-7 0,-1-7 0,0-3 0,1-18 0,1 8 0,5-7 0,-7 2 0,0-3 0,1-1 0,-10 8 0,1 3 0,6 1 0,-15 12 0,7 1 0,-9 11 0,0 7 0,0 10 0,0 0 0,0 16 0,0-10 0,0-1 0,0 6 0,0-9 0,0 5 0,8-4 0,1-10 0,4 1 0,4-8 0,-4 1 0,4-12 0,2-7 0,1-4 0,-1-11 0,0-2 0,0-9 0</inkml:trace>
  <inkml:trace contextRef="#ctx0" brushRef="#br0" timeOffset="39">27579 17430 8912,'-49'20'0,"2"-1"0,8 0 0,-1 0 0,-5 1 0,12-1 0,-3 7 0,17-1 0,8 8 0,5-6 0,3 3 0,12-6 0,4-5 0,13-12 0,-3-5 0,9-2 0,-2-2 0,2-5 0,-4-3 0,-8-10 0,-8 1 0,1 0 0,-8-7 0,1 0 0,-4 1 0,-2 5 0,0 1 0,-8 8 0,3-4 0,-8 9 0,-2 2 0,7 1 0,-7 12 0,6 4 0,-1 4 0,5 2 0,-10 9 0,9 4 0,-9 5 0,4 1 0</inkml:trace>
  <inkml:trace contextRef="#ctx0" brushRef="#br0" timeOffset="40">27618 17970 8912,'11'0'0,"-3"0"0,-6 0 0,5 0 0,-5 0 0,17 0 0,0 0 0,9 0 0,11 0 0,6 0 0,0 5 0,-2 7 0,6 1 0,-15 22 0,5-10 0,-13 10 0,-1-3 0,-12-2 0,-6 2 0,-7-9 0,-7 3 0,-3-5 0,-10-1 0,1-10 0,0-1 0,-1-9 0,7-9 0,1-3 0,7-8 0,-1-5 0,4-8 0,10-3 0,-3-9 0,10-2 0,6-2 0,-2 6 0,18-4 0,-7 8 0,0 1 0,6-1 0,-8 5 0,4 6 0,-6 9 0,4 4 0,0-5 0</inkml:trace>
  <inkml:trace contextRef="#ctx0" brushRef="#br0" timeOffset="41">28370 18067 8912,'-2'19'0,"-4"0"0,1-2 0,-8-4 0,7-4 0,-7-9 0,9 0 0,-5 0 0,18-2 0,4-5 0,10-4 0,5-8 0,2 0 0,-6 0 0,10-1 0,-8 1 0,-1 0 0,-5 0 0,-1-1 0,-2 1 0,-4 0 0,-4-1 0,-9 1 0,0 0 0,0 0 0,-9-1 0,-2 10 0,-8 3 0,-7 5 0,1 2 0,-10 2 0,3 5 0,2 10 0,-2 8 0,8 10 0,-1-3 0,5 11 0,5 2 0,3-2 0,7 6 0,-1-9 0,12 5 0,7-10 0,13-3 0,-3-11 0,10-1 0,5-3 0,7-11 0,-2-2 0,6-1 0,-6-12 0,9-4 0,1-4 0,-6-2 0,7-7 0,-9 0 0,0-8 0,-7 4 0,1-9 0</inkml:trace>
  <inkml:trace contextRef="#ctx0" brushRef="#br0" timeOffset="42">29045 18028 8912,'-11'9'0,"-6"-7"0,4 4 0,-4 3 0,-2-3 0,0 1 0,2-5 0,2 2 0,2 3 0,8 8 0,-10-5 0,9 9 0,0 1 0,6 1 0,0 5 0,0-5 0,0 5 0,0 2 0,0-2 0,0-3 0,8-10 0,-6 4 0,5-4 0,-3-4 0,2-3 0,-3 5 0,14-9 0,-13-2 0,7-13 0,-3-4 0,7-11 0,-10-2 0,7-9 0,1 1 0,7-1 0,-8 1 0,1-1 0,2 1 0,2 8 0,-4-5 0,0 10 0,2 1 0,-6 3 0,8 10 0,-15 20 0,7 12 0,-9 18 0,0-1 0,0 9 0,-3-6 0,-1 4 0,-2-4 0,-1-3 0,7-1 0,0-5 0,0-7 0,0-3 0,0-9 0,0 0 0,0-9 0,0-4 0,2-13 0,5-4 0,-5-11 0,15 4 0,-4-8 0,4-2 0,2-2 0,1-1 0,-1 3 0,0 2 0,1 8 0,-3 3 0,-2 10 0,-2 3 0,-1 1 0,1 7 0,0 0 0,-6 11 0,5 8 0,-5 0 0,6 9 0,2 0 0,2-7 0,9 5 0,1-11 0,3-2 0,3-9 0,5 5 0,1-9 0,-1 0 0,1 0 0,-3-9 0,-4-4 0,-6-4 0,-4-2 0,-5 0 0,-4-1 0,-7 1 0,-4-9 0,-2 7 0,-2-5 0,-4 5 0,-5 2 0,-8 6 0,-1 0 0,1 9 0,0-3 0,2 7 0,4 7 0,-4 3 0,4 10 0,2-1 0,-2 0 0,9 7 0,-3 0 0,5 6 0,2-5 0,0 3 0,0-6 0,2 4 0,5-9 0,6 0 0,4 1 0,2-1 0,3-2 0,3-4 0,-3-4 0,14-12 0,-4-3 0,5 2 0,1-9 0,-1-6 0,-3-7 0,-2 2 0,0-6 0,-4 7 0,-6-7 0,-7 2 0,-11-6 0,4 12 0,-8-3 0,0 3 0,0 3 0,-2 8 0,-4 5 0,4 4 0,-15 2 0,6 4 0,0 9 0,-6 0 0,13 21 0,-9-8 0,6 8 0,-3-4 0,1 0 0,-4 4 0,7-8 0,-1 8 0,7-13 0,0 5 0,0-4 0,0-10 0,0 1 0,0-8 0,0 1 0,3-15 0,3-10 0,5-2 0,8-11 0,0-7 0,1-6 0,7 0 0,-5 0 0,4 0 0,-3 0 0,3 7 0,-5 8 0,5 4 0,-7 4 0,-6 3 0,4 8 0,-4 5 0,-4 19 0,-3 6 0,3 15 0,-3 5 0,3 0 0,-3 6 0,-4 2 0,5-2 0,3 0 0,3-7 0,-2-8 0,0-4 0,-3-5 0,7-1 0,-4-3 0,8-4 0,1-7 0,-1-4 0,7-13 0,-1-6 0,-1-6 0,6-12 0,-9 14 0,16-24 0,-7 4 0</inkml:trace>
  <inkml:trace contextRef="#ctx0" brushRef="#br0" timeOffset="43">30877 17392 8912,'-10'-9'0,"3"-4"0,-4 5 0,7-1 0,-9 9 0,9 0 0,-5 2 0,9 5 0,-6 19 0,0 16 0,1 12 0,3 17 0,2 19-280,0 12 1,0-1 279,0 8 0,0-16 0,0-4 0,0-16 0,0-8 0,9-16 0,4-11 0,4-10 0,2-15 0,2-6 0,5-14 0,4-6 0,9-12 0,6-5 0,0-9 0,6 0 0,-4-1 0,3-5 0,-16-5 0,9-1 279,-18 0 1,1-1-280,-7-6 0,-1 9 0,-6 4 0,-3 7 0,-9 5 0,0 12 0,0 8 0,-2 11 0,-5 2 0,-3 17 0,-7 15 0,4 5 0,4 1 0,9 7 0,0 0 0,0 7 0,0-7 0,7 2 0,-1-2 0,9-5 0,-2 5 0,8-10 0,1-5 0,-5-2 0,-2-3 0,-2-5 0,0-1 0,-9 0 0,2-6 0,-12-2 0,-7-3 0,-13 7 0,3-13 0,-9 5 0,-3-5 0,-1-2 0,-3 0 0,1 0 0,-3-11 0,-4-8 0,4-9 0,-6-10 0</inkml:trace>
  <inkml:trace contextRef="#ctx0" brushRef="#br0" timeOffset="44">30607 18067 8912,'-8'10'0,"-5"-3"0,4-5 0,3-4 0,12-5 0,7-3 0,13-10 0,15-5 0,16-1 0,12-6 0,15 6-74,3-8 0,-34 22 0,2 0 0,0-3 0,1-2 74,1 1 0,0-2 0,-1-4 0,-1-1 0,41-26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380"/>
    </inkml:context>
    <inkml:brush xml:id="br0">
      <inkml:brushProperty name="height" value="0.053" units="cm"/>
      <inkml:brushProperty name="color" value="#FF0000"/>
    </inkml:brush>
  </inkml:definitions>
  <inkml:trace contextRef="#ctx0" brushRef="#br0">3356 17276 8912,'0'-45'0,"0"0"0,0 2 0,0 5 0,-2 6 0,-5 6 0,3 13 0,-7 9 0,3 8 0,-5 11 0,6 15 0,3 11 0,2 6 0,-4 4 0,-1 7 0,3 0 0,2 0 0,8 0 0,3-1 0,-1 1 0,1 0 0,4-6 0,-7-1 0,9-2 0,-2 3 0,-2-7 0,2-13 0,-1-4 0,8-9 0,-1-8 0,0-5 0,3-8 0,3-11 0,-3 0 0,8-25 0,-7 1 0,3-6 0,-9-2 0,9-2 0,-5-2 0</inkml:trace>
  <inkml:trace contextRef="#ctx0" brushRef="#br0" timeOffset="1">3915 17565 8912,'17'-19'0,"-4"0"0,-6-1 0,-5 1 0,-2 0 0,0 0 0,-2 2 0,-5 2 0,-6 2 0,-4 8 0,-2-3 0,0 8 0,-1 0 0,1 0 0,0 0 0,-1 11 0,1 8 0,6 0 0,0 7 0,9 4 0,-11-2 0,9 6 0,1-2 0,3-8 0,2 10 0,0-8 0,0-3 0,0-1 0,9-3 0,2-2 0,8-4 0,0-7 0,3-10 0,3-2 0,-3-9 0,6 4 0,-9-8 0,0-1 0,0 1 0,-1 0 0,-6-1 0,3 1 0,-8 0 0,8 0 0,-13-1 0,7 10 0,-3-1 0,0 4 0,9 5 0,-4-6 0,8 8 0,1 0 0,-1 0 0,0 0 0,1 0 0,-10-9 0,7 7 0,-12-7 0,8 9 0,-9 0 0,4-8 0,-8 6 0,0-7 0,0 9 0,0 0 0,0 9 0,0-7 0,0 6 0,9-8 0,4 0 0,-5 0 0,10 0 0,-6 0 0,-1-2 0,2-4 0,-7 4 0,7-5 0,0 5 0,6-4 0,1-3 0,-1-1 0,0-1 0,1-2 0,5-4 0,1 4 0,8-4 0,-12-2 0,3-1 0,-3 1 0,-3 2 0,0 4 0,-8-4 0,-4 4 0,-5 2 0,-2-2 0,0 9 0,-9-4 0,-2 8 0,-8 0 0,0 0 0,0 6 0,-1 0 0,3 9 0,2-2 0,2 4 0,9 3 0,-5-1 0,9 0 0,0 1 0,0-1 0,3 0 0,3 0 0,-2 7 0,9 0 0,0-1 0,6-5 0,1-1 0,5 7 0,1-1 0,-2 3 0,-12-2 0,6-5 0,-10 7 0,5-6 0,-7 3 0,-3-3 0,-3 4 0,-7-5 0,1-2 0,-7-6 0,6 0 0,1-9 0,6 3 0,0-14 0,0-6 0,0-12 0,0-5 0,0-9 0,9-8 0,-1 4 0,5-8 0,2 1 0,-9-1 0,7 4 0,-4 11 0,2 3 0,-7-1 0,2 8 0,-4 1 0,-2 5 0,0 10 0,0-7 0,0 17 0,0 0 0,7 2 0,-1 11 0,7-1 0,-6 8 0,8-1 0,-3 0 0,6 1 0,1-1 0,0-2 0,0-4 0,1 4 0,-7-13 0,-1 9 0,1-9 0,7 3 0,-10-5 0,7-2 0,-4 0 0,-4-2 0,-3-5 0,5-3 0,-9-10 0,9 1 0,-5 0 0,-1 2 0,7 4 0,-7-4 0,10 12 0,-7-5 0,3 1 0,-7 3 0,13 6 0,-4 0 0,-2 0 0,2 0 0,-7 0 0,7 0 0,-6 0 0,5 0 0,1 0 0,0 0 0,0 0 0,0-9 0,6-2 0,-2-1 0,-4-1 0,-4 8 0,-9-5 0,2 5 0,4-1 0,-4 0 0,7 6 0,-9 0 0,0 0 0,9 0 0,-5 0 0,9 0 0,2 0 0,2 0 0,2 6 0,3 0 0,1-1 0,5-3 0,2-2 0,-6 0 0,1 0 0,3 0 0,-2 0 0,0 0 0,-7 0 0,0 0 0,0 0 0,-8 8 0,-4 5 0,-5 4 0,-2 3 0,0-1 0,0 0 0,0 9 0,0-6 0,0 3 0,0-3 0,0-1 0,0 5 0,0-5 0,0 5 0,-2-11 0,-5-2 0,5 0 0,-15 6 0,13-8 0,-9-5 0,8-4 0,-12-2 0,15 0 0,-6-8 0,18-3 0,7-8 0,9-1 0,2-1 0,0-5 0,6 5 0,-4-16 0,9 5 0,-1-11 0,1-2 0,-1 3 0,-8 1 0,-2 2 0,-8 1 0,-8 6 0,1-1 0,-8 16 0,1-2 0,-15 13 0,-10-1 0,0 14 0,-7 5 0,-2 12 0,3 2 0,-1 14 0,7-1 0,1 2 0,3-1 0,3-1 0,7 0 0,-3-3 0,8-2 0,0-2 0,17-8 0,0 4 0,19-11 0,5-4 0,19-5 0,-11-10 0,11-4 0,-6-7 0,-3-13 0,7-4 0</inkml:trace>
  <inkml:trace contextRef="#ctx0" brushRef="#br0" timeOffset="2">5149 18259 8912,'-8'11'0,"4"-2"0,-9-9 0,8 0 0,-3 0 0,8 0 0,0 2 0,0 4 0,0-1 0,0 7 0,0 1 0,0 7 0,6-1 0,1 0 0,1 0 0,-1 1 0,-5-1 0,6 0 0,-1-6 0,-1 0 0,1-7 0,-7 7 0,0-11 0,0-2 0,6-8 0,1-11 0,5-7 0,-5 0 0,8-8 0,-11 4 0,9-9 0,2 1 0,0 1 0,-2 5 0,4 4 0,-4 9 0,-5 0 0,10 2 0,-6 4 0,6 6 0,1 7 0,0 7 0,-6 3 0,0 10 0,-2-1 0,4 0 0,-3 1 0,3-1 0,-4-2 0,2-4 0,-7 2 0,7-9 0,-6 1 0,6-7 0,2 0 0,-7 0 0,7-2 0,-8-5 0,-3-6 0,4-6 0,-1-7 0,6 5 0,-7-5 0,3 11 0,-3 2 0,-4 0 0,7 3 0,-1 1 0,-5 11 0,5 5 0,1 6 0,-5 4 0,9 2 0,-9-8 0,13 6 0,-4-6 0,4-1 0,3-1 0,-1-9 0,-6 0 0,0 0 0,-1 0 0,1 0 0,-2-2 0,-2-5 0,3 3 0,-5-9 0,6 7 0,-7-7 0,1 6 0,-7-5 0,6 5 0,0-6 0,1 7 0,-7-7 0,0 9 0,0-13 0,0 15 0,-2-7 0,-5 9 0,5 0 0,-9 0 0,5 0 0,4 2 0,-5 5 0,5-5 0,11 15 0,2-7 0</inkml:trace>
  <inkml:trace contextRef="#ctx0" brushRef="#br0" timeOffset="3">6480 18047 8912,'-30'0'0,"-6"0"0,1 0 0,-5 0 0,3 0 0,3 3 0,-5 3 0,7-2 0,0 9 0,9 0 0,1 13 0,11 1 0,3 1 0,4 2 0,1 0 0,12-6 0,4 2 0,4-5 0,2-2 0,1-6 0,-1 0 0,0-9 0,-6 5 0,0-11 0,0-5 0,0-8 0,-1-8 0,-5-5 0,6-4 0,-9-13 0,11 13 0,-6-16 0,1 1 0,-5-2 0,10-11 0,-7-2 0,3-2 0,-5-1 0,7 8 0,-9 3 0,3 9 0,-5 2 0,-2 17 0,0 9 0,0 11 0,0 12 0,0 20 0,0 13 0,0 12 0,0 0 0,0 7 0,0 4 0,0 3 0,0-3 0,9-2 0,-5-11 0,9-4 0,0-4 0,6-5 0,2-4 0,3-8 0,2-9 0,1-7 0,-1-8 0,-4 0 0,5-10 0,-7-7 0,-1-9 0,0-4 0,1-4 0,-10-3 0,5-3 0,-8-3 0,-3-2 0,-2 6 0,-2 9 0,0 0 0,0 0 0,-2 9 0,-4 1 0,1 10 0,-8 10 0,7 0 0,-5 2 0,3 4 0,3 7 0,-3 6 0,1 7 0,1-2 0,6 8 0,0-6 0,0 6 0,9-9 0,-5 5 0,9-9 0,2 1 0,2-1 0,2 0 0,0-8 0,1-5 0,-1-4 0,0-4 0,3-4 0,1-9 0,3-9 0,-2-8 0,-3-4 0,-2-3 0,1-8 0,-10 0 0,-3-9 0,-5 1 0,-2-5 0,0 0 0,0-9 0,-2 11 0,-3 0 0,-1 11 0,-7 9 0,5 6 0,-1 6 0,0 4 0,3 12 0,0 10 0,-1 13 0,1 12 0,4 10 0,-3 7 0,-1 10 0,-1 6 0,7 6 0,0 4 0,0 3 0,3-2 0,3-3 0,5-8 0,8-7 0,2-1 0,3-1 0,2-10 0,8-12 0,-2-12 0,5-2 0,1-13 0,1-6 0,-1-7 0,1-19 0,-1 0 0,1-15 0,-3-3 0,-3-1 0,-8-1 0,-3-1 0,-3-3 0,0-2 0,-2 3 0,-4 3 0,-4 7 0,-9 13 0,0 4 0,0 20 0,0 8 0,0 10 0,0 10 0,0 5 0,0 14 0,0 2 0,0 6 0,0 0 0,2 0 0,4 4 0,-1 3 0,8-9 0,-9 0 0,11-6 0,-9-3 0,-1-4 0,-3-4 0,-2-9 0,0 0 0,0 1 0,0-10 0,-9 5 0,-6-8 0,-6-3 0,-5-4 0,2-6 0,-6-14 0,0-10 0</inkml:trace>
  <inkml:trace contextRef="#ctx0" brushRef="#br0" timeOffset="4">7309 16756 8912,'20'0'0,"1"2"0,5 4 0,12 5 0,20 21 0,13 13 0,4 17 0,-32-23 0,0 3 0,-3 6 0,-1 3-147,3 6 0,0 2 1,-3 0-1,-1 2 1,-3 1-1,-2 0 147,-3-4 0,-2 0 0,-3-3 0,-3 1 0,-4 2 0,-3 0 0,4 49 0,-13-4 0,-8-13 0,-13-7 0,-17-4 0,-11-8 0,-13-4 0,-1-7 0,-6-7 0</inkml:trace>
  <inkml:trace contextRef="#ctx0" brushRef="#br0" timeOffset="5">2912 16794 8912,'-30'-58'0,"2"3"0,1 1 0,-6 3 0,-1 10 0,2 4 0,6 16 0,5 12 0,4 18 0,4 12 0,6 20 0,5 21 0,4 28 0,1-29 0,1 3 0,2 7 0,3 3 0,2 7 0,1 1-516,2 7 0,2 2 1,-1-21-1,2 1 0,1 2 516,0 7 0,1 2 0,2 0 0,2 7 0,2 1 0,2 1 0,1 10 0,2 0 0,2-1 0,-2-7 0,2-3 0,0 0 0,-1-2 0,1 0 0,1-3 0,-1-7 0,0-2 0,-20-49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386"/>
    </inkml:context>
    <inkml:brush xml:id="br0">
      <inkml:brushProperty name="height" value="0.053" units="cm"/>
      <inkml:brushProperty name="color" value="#FF0000"/>
    </inkml:brush>
  </inkml:definitions>
  <inkml:trace contextRef="#ctx0" brushRef="#br0">11167 7635 8912,'-13'0'0,"0"0"0,9 0 0,-7 7 0,5-1 0,3 1 0,-5-7 0,8 0 0,0 0 0,0-9 0,0 7 0,0-7 0,0 9 0,0 0 0,8 0 0,3-8 0,2 6 0,0-5 0,2 5 0,2-6 0,9 5 0,2-5 0,2-1 0,2 7 0,6-4 0,7-3 0,0 3 0,9-7 0,-3 6 0,5 1 0,2 0 0,0-1 0,8 1 0,5 6 0,-3 0 0,3 0 0,2 0 0,11 0 0,6 0 0,-5-2-489,-1-5 489,-5 5 0,-4-9 0,-4 5 0,4-3 0,-6-6-197,-1 2 197,-10 9 0,-2-7 0,-5 7 0,5-2 0,-7-1 0,-2 1 0,-8-1 0,-3 1 0,-4 6 0,-4-6 479,-8-1-479,-10 1 207,-1 6-207,-9 0 0,0 0 0,-9 0 0,7 0 0,-6 0 0,8 0 0,0 0 0,0 8 0,0 5 0,0-2 0,0 2 0,8-9 0,3 5 0</inkml:trace>
  <inkml:trace contextRef="#ctx0" brushRef="#br0" timeOffset="1">13192 6864 8912,'-2'11'0,"-3"-3"0,-3-1 0,-3-1 0,-4-1 0,4-3 0,-1-2 0,5 0 0,-6 0 0,9 0 0,4 0 0,19 0 0,13 0 0,5 0 0,1 8 0,10 3 0,3 8 0,5 3 0,2 3 0,-1 5 0,-16 0 0,-4-2 0</inkml:trace>
  <inkml:trace contextRef="#ctx0" brushRef="#br0" timeOffset="2">13751 7269 8912,'28'58'0,"-9"-2"0,1-5 0,-3 9 0,-11-9 0,-2 1 0,-10-14 0,-11 7 0,-9 0 0,-17 0 0,15-6 0,-17 0 0,9 6 0,-9-1 0,4-1 0,-6 7 0,15-27 0,-4 3 0,16-26 0</inkml:trace>
  <inkml:trace contextRef="#ctx0" brushRef="#br0" timeOffset="3">15390 6845 8912,'20'0'0,"-10"-9"0,-3-4 0,-5-4 0,-11 0 0,-3 2 0,-6 2 0,-1 7 0,0-5 0,0 3 0,-3-1 0,-1 5 0,-3-3 0,2 3 0,3 10 0,2 5 0,-1 11 0,1 3 0,0 7 0,-1 13 0,1 5 0,0-10 0,0-3 0</inkml:trace>
  <inkml:trace contextRef="#ctx0" brushRef="#br0" timeOffset="4">15063 7269 8912,'2'51'0,"4"1"0,-2-11 0,9-3 0,0-8 0,6-13 0,1-4 0,1-4 0,5-9 0,-3-9 0,10-4 0,5-12 0,7-8 0,11-14 0,2-11 0,-3 1 0,3-10 0,-11 1 0,-14 14 0,-14-12 0,-13 15 0,-4 0 0,-21 4 0,-13 12 0,-13 6 0,-13 7 0,0 1 0,7 8 0,2 5 0,1 4 0,1 10 0,2 5 0,13 11 0,0 1 0,8 10 0,14-5 0,3 8 0,5 1 0,4-11 0,5-9 0,3 0 0,18-17 0,11-2 0,10-10 0</inkml:trace>
  <inkml:trace contextRef="#ctx0" brushRef="#br0" timeOffset="5">16085 6614 8912,'10'-11'0,"-1"-6"0,-9 15 0,0-16 0,-9 18 0,-3 0 0,1 15 0,-2 11 0,7 8 0,-5 1 0,2 7 0,3-1 0,6 4 0,8-4 0,-3 4 0,10 2 0,6 2 0,1-8 0,10-2 0,-7-1 0,8-6 0,-1-4 0,-2-2 0,-5-13 0,3-5 0,-2-8 0,-2 0 0,-12 0 0,3-2 0,-6-4 0,0-9 0,-1-7 0,-4-3 0,-1-8 0,-3 8 0,0-1 0,0 0 0,0 1 0,0 1 0,0 11 0,2-2 0,4 9 0,5-1 0,2 18 0,0 8 0,2 11 0,-7-2 0,9 0 0,-6-9 0</inkml:trace>
  <inkml:trace contextRef="#ctx0" brushRef="#br0" timeOffset="6">16548 7231 8912,'19'10'0,"0"7"0,0-8 0,1 4 0,-1-7 0,0-4 0,1-2 0,-1 0 0,0-8 0,0-3 0</inkml:trace>
  <inkml:trace contextRef="#ctx0" brushRef="#br0" timeOffset="7">16779 7192 8912,'19'-19'0,"1"-3"0,-1-1 0,-2-3 0,-4 2 0,4 3 0,-4 2 0,-5-1 0,1 1 0,-9 0 0,0 10 0,0 9 0,0 9 0,-2 12 0,-5 5 0,-3 6 0,-3 5 0,0 1 0,2 7 0,-2 0 0,-2 7 0,9-8 0,0 1 0,3-4 0,-1 2 0,-2 2 0,-1 0 0,7-6 0,0-1 0,0-1 0,0-5 0,0-7 0,0-3 0,0-11 0,0-3 0</inkml:trace>
  <inkml:trace contextRef="#ctx0" brushRef="#br0" timeOffset="8">17261 7153 8912,'19'0'0,"-1"-2"0,-6-4 0,-3 4 0,-9-15 0,0 12 0,0-8 0,0 9 0,0-4 0,0 16 0,-2 5 0,-5 4 0,5 2 0,-6 3 0,-1 4 0,7-5 0,-9 13 0,7-6 0,-2 2 0,-1-6 0,7 6 0,0-7 0,0 3 0,0 0 0,0-7 0,0-8 0,0 6 0,0-17 0,0 0 0,0-9 0,0-19 0,2-4 0,5-4 0,3-3 0,3-2 0,0-1 0,2-1 0,2 4 0,3 5 0,-10 10 0,7-3 0,-4 7 0,-2 3 0,2 6 0,2 11 0,-7 15 0,-1 11 0,1 2 0,-1-2 0,-1 4 0,-4 0 0,5-5 0,-3 1 0,7-4 0,0-5 0,-1 0 0,-3-2 0,6-2 0,-9-5 0,13-8 0,-4-2 0,4-4 0,-6 3 0,-3-5 0</inkml:trace>
  <inkml:trace contextRef="#ctx0" brushRef="#br0" timeOffset="9">17647 7192 8912,'11'-19'0,"-3"-1"0,-1 1 0,-1 0 0,0 0 0,3 8 0,-7 2 0,7 9 0,-9 9 0,6-5 0,1 9 0,8-9 0,-2 3 0,6-5 0,7-2 0,-5 0 0,9-2 0,-4-5 0,-3-1 0,9-7 0,3 2 0,-7 0 0,-3-6 0,-3 6 0,-3 0 0,0-2 0,-8 6 0,-2 1 0,-9 10 0,0 4 0,0 7 0,0 13 0,0 6 0,-9 5 0,7 3 0,-5 3 0,5 2 0,2 7 0,0-8 0,7 10 0,-1-5 0,-2 1 0,5-3 0,0-9 0,1 1 0,-5-9 0,10 4 0,-9-8 0,3-3 0,-3-10 0,-4-4 0,7-26 0,-9-5 0</inkml:trace>
  <inkml:trace contextRef="#ctx0" brushRef="#br0" timeOffset="10">18013 7096 8912,'-19'0'0,"0"0"0,6 0 0,0-3 0,-2-3 0,7 4 0,-1-15 0,9 4 0,0 4 0,2-6 0,7 7 0,10-3 0,2 5 0,12-7 0,5 8 0,7-1 0,0 4 0,-8 2 0,-3 0 0,-2 0 0,-8 2 0,1 4 0,-5 5 0,-8 8 0,6 9 0,-16-15 0,6 4 0</inkml:trace>
  <inkml:trace contextRef="#ctx0" brushRef="#br0" timeOffset="11">18206 7250 8912,'-19'28'0,"0"2"0,-1 6 0,1-4 0,2-4 0,4-9 0,5 1 0,8-8 0,2-1 0,4-4 0,7-10 0,4-5 0,2-11 0,9-9 0,2-2 0</inkml:trace>
  <inkml:trace contextRef="#ctx0" brushRef="#br0" timeOffset="12">18418 7057 8912,'28'-11'0,"2"3"0,0-1 0,-4-4 0,-11-2 0,-2 2 0,-9 3 0,3 3 0,-5 7 0,-2 0 0,0 9 0,-7 17 0,1 1 0,2 3 0,1-4 0,3 6 0,0 0 0,0 1 0,0-3 0,3 0 0,3-3 0,7 1 0,4-2 0,2-7 0,1 0 0,-1-1 0,0-6 0,0-5 0,-8-5 0,6-19 0,-6-5 0</inkml:trace>
  <inkml:trace contextRef="#ctx0" brushRef="#br0" timeOffset="13">18727 6652 8912,'-19'0'0,"-7"7"0,-2-1 0,-2-2 0,-2 5 0,-7-3 0,9 7 0,5-7 0,-5 1 0,15-1 0,-5 1 0,14-1 0,-3-4 0,12 3 0,3 1 0,5 0 0,10-6 0,5 0 0,-3 0 0,10 0 0,-10 0 0,3 0 0,-5 0 0,-1 0 0,-1 0 0</inkml:trace>
  <inkml:trace contextRef="#ctx0" brushRef="#br0" timeOffset="14">19093 6826 8912,'-12'0'0,"-1"0"0,0 6 0,-6 0 0,-1 3 0,1-3 0,0 7 0,-1 13 0,1 4 0,0 9 0,8 8 0,5 4 0,4 7 0,4 4 0,4 2 0,5 1 0,15-16 0,-1-4 0,10-11 0,-3-2 0,-2-15 0,2 3 0,-6-14 0,6 1 0,0-16 0,6-10 0,1-11 0,0-7 0,-7-10 0,0-4 0,2-5 0,11-10 0,-4 6 0,4-5 0,-4 5 0,-3 3 0,-6-1 0,0 0 0,-10 9 0,-3 4 0,-8 12 0,-20 14 0,-1 13 0,-10 14 0,1 12 0,0 7 0,6 14 0,2 2 0,3 2 0,1 0 0,9 0 0,5 0 0,3 9 0,10-31 0,-1 3 0</inkml:trace>
  <inkml:trace contextRef="#ctx0" brushRef="#br0" timeOffset="15">19768 7250 8912,'20'28'0,"-7"-1"0,-1 6 0,-7 3 0,1-12 0,-12 8 0,-9-2 0,-17 4 0,-13-2 0,-18 9 0,-5 0 0,-9 4 0,0-5 0,-1-1 0,10-1 0,6-1 0,8-5 0,16-13 0,10-10 0,8-9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402"/>
    </inkml:context>
    <inkml:brush xml:id="br0">
      <inkml:brushProperty name="height" value="0.053" units="cm"/>
      <inkml:brushProperty name="color" value="#FF0000"/>
    </inkml:brush>
  </inkml:definitions>
  <inkml:trace contextRef="#ctx0" brushRef="#br0">20926 6748 8912,'19'0'0,"-8"-2"0,-3-2 0,-1-5 0,-1-1 0,-2-5 0,-2 4 0,-2-2 0,0-2 0,0-2 0,0-2 0,0 0 0,3-3 0,3-4 0,-4 5 0,5-5 0,-5 5 0,-2 2 0,0-1 0,0 1 0,-2 8 0,-5 5 0,-4 14 0,-8 12 0,-7 16 0,-1 18 0,-3 8 0,-3 6 0,1 12 0,2 5-827,2 12 827,3 8 0,15-51 0,0 1 0,0 0 0,1-1 0,-2 45-181,5-3 0,12-10 181,7-15 0,7-16 0,5-16 0,5-9 0,9-11 0,-1-8 0,1-5 0,8-12 0,-6-1 0,4-12 0,-4-4 0</inkml:trace>
  <inkml:trace contextRef="#ctx0" brushRef="#br0" timeOffset="1">21813 6961 8912,'38'0'0,"-10"-3"0,-9-3 0,-8 4 0,-11-7 0,-8 11 0,-5 5 0,-4 12 0,6 11 0,4 9 0,-1-1 0,1 1 0,1 6 0,6 0 0,6 2 0,1-2 0,8-4 0,-2 4 0,2-5 0,-2-1 0,-5-9 0,-8-2 0,0-9 0</inkml:trace>
  <inkml:trace contextRef="#ctx0" brushRef="#br0" timeOffset="2">21601 7115 8912,'-9'-19'0,"0"-1"0,-3 1 0,-3-2 0,8-5 0,1 4 0,6-12 0,4 6 0,9-2 0,8-2 0,22-4 0,6 1 0,9 3 0,13 0 0,0 2 0,8 7 0,-2 8 0,5 6 0,-22 9 0,4 2 0,-4 5 0,-11 3 0,-2 10 0</inkml:trace>
  <inkml:trace contextRef="#ctx0" brushRef="#br0" timeOffset="3">22526 7018 8912,'9'28'0,"-7"-6"0,7 6 0,-9-9 0,0 0 0,0 0 0,0 7 0,0 0 0,0 2 0,0-3 0,0-1 0,0 6 0,0-2 0,0 6 0,2-10 0,4 8 0,-2-9 0,9 3 0,-6-5 0,6-1 0,-1-3 0,8-4 0,-1-5 0,0-8 0,-8 0 0,15-8 0,-5-3 0</inkml:trace>
  <inkml:trace contextRef="#ctx0" brushRef="#br0" timeOffset="4">22719 6922 8912,'-19'19'0,"0"1"0,-1-1 0,-5-2 0,-1-4 0,-8 4 0,12-6 0,-4 8 0,11-8 0,5-3 0,1 1 0,3-7 0,6 7 0,2-9 0,4 0 0,5-3 0,8-3 0,1-5 0,-1-8 0,0 0 0,0-1 0,-1 8 0,-6-1 0,6 0 0,-16-6 0,6 6 0,-8 0 0,0 9 0,0-5 0</inkml:trace>
  <inkml:trace contextRef="#ctx0" brushRef="#br0" timeOffset="5">22893 7211 8912,'13'20'0,"-3"-1"0,-1 0 0,-3 0 0,-3-8 0,3-5 0,-4 5 0,15 0 0,-6 8 0,8 0 0,1 1 0,-8-7 0,1-1 0,-8 1 0,1 7 0,-2-8 0,3 1 0,-5 0 0,4 6 0,-4-6 0,-2 0 0,0-6 0,0 5 0,0-7 0,0 1 0,0-12 0,0 1 0,0-7 0,0-8 0,0-5 0,0-10 0,0 3 0,9-11 0,2-4 0,-1-2 0,8 6 0,-8-4 0,10 8 0,-1 9 0,0 5 0,0-1 0,1 7 0,-7-3 0,-1 16 0,1 2 0,7 10 0,-8 7 0,1 13 0,-8 4 0,1 8 0,-4 1 0,-2-1 0,0-1 0,0-5 0,0 2 0,0-8 0,0-1 0,2-7 0,5-6 0,-5 6 0,9-16 0,-5 4 0,-2-6 0,9-6 0,0-11 0,6-9 0,-6-8 0,0 1 0,0-9 0,6-3 0,-6 0 0,0 6 0,-7 9 0,7 4 0,-9 5 0,3 2 0,4-1 0,-9 10 0,6 3 0,-6 14 0,5 6 0,-5 4 0,9 2 0,-5 0 0,5-6 0,8 0 0,0-2 0,1 2 0,-1 2 0,0-9 0,9 0 0,4-6 0,5 0 0,-7 0 0,6-2 0,-4-4 0,-2 2 0,2-9 0,-8 0 0,2-6 0,-7-1 0,-6 1 0,2-2 0,-9-3 0,-1-2 0,-12 1 0,-4 5 0,-8 3 0,0 4 0,-9 5 0,7 8 0,-5 0 0,-2 2 0,2 4 0,1 7 0,5 13 0,1 6 0,0 4 0,2 12 0,4 3 0,4-2 0,9 3 0,2-7 0,7 4 0,10-2 0,9-2 0,17-13 0,0 0 0,9-10 0,-3-3 0,3-8 0,-1-13 0,-1-5 0,-1-12 0,-2-3 0,7-23 0,-7 5 0</inkml:trace>
  <inkml:trace contextRef="#ctx0" brushRef="#br0" timeOffset="6">25111 6806 8912,'-9'20'0,"5"-10"0,-9-3 0,-2-5 0,-2-2 0,-5 6 0,-1 1 0,-3-3 0,-8 7 0,10-1 0,-6 10 0,2-1 0,3 0 0,14 3 0,5 1 0,3 3 0,3 8 0,3-4 0,3 9 0,5-7 0,8 0 0,2 0 0,5 7 0,-2-7 0,8 0 0,-9-8 0,3 1 0,-7 3 0,-6-2 0,2 0 0,-8-7 0,-1 0 0,-6 0 0,0 1 0,0-1 0,-2 0 0,-4 1 0,-5-8 0,-8-1 0,-1-2 0,1-3 0,0-6 0,-1 0 0,10-2 0,3-4 0,5-14 0,2-12 0,0-4 0,0-11 0,0-3 0</inkml:trace>
  <inkml:trace contextRef="#ctx0" brushRef="#br0" timeOffset="7">25207 7115 8912,'0'19'0,"7"0"0,-1 1 0,0-10 0,-3 5 0,3-8 0,-4-1 0,15 1 0,-4-1 0,4-2 0,11-1 0,2-6 0,9-3 0,-1 2 0,1-9 0,-1 0 0,1-6 0,-3-1 0,-3 1 0,1 0 0,-8 0 0,-3-1 0,-10 1 0,-2 0 0,-5-1 0,-4 1 0,5 0 0,-14 2 0,-6 4 0,-4-2 0,-2 8 0,-2 1 0,-5 6 0,4 2 0,-3 5 0,-3-3 0,2 9 0,0 6 0,7 7 0,2 8 0,4-2 0,-2-2 0,9 2 0,-1 0 0,7 7 0,0-7 0,0 0 0,9-6 0,4 6 0,6-8 0,7 1 0,4-5 0,8-8 0,1-3 0,-1-9 0,-1-2 0,-5-5 0,2-5 0,-8-14 0,8-4 0,-4-9 0</inkml:trace>
  <inkml:trace contextRef="#ctx0" brushRef="#br0" timeOffset="8">25979 7038 8912,'12'-13'0,"1"0"0,-8 9 0,12-5 0,-13 9 0,9 0 0,0 0 0,0 0 0,-1 2 0,3 5 0,3 3 0,-6 16 0,-1 2 0,-2 2 0,6 2 0,-13 0 0,4 0 0,-4 3 0,-2 1 0,0-6 0,0-4 0,-6-5 0,0-2 0,-9-1 0,2-6 0,2-3 0,-2-9 0,9 0 0,-5-9 0,9-3 0,2-12 0,5-2 0,-3-8 0,9 2 0,0-2 0,6 2 0,7-5 0,0 5 0,-1 4 0,3-17 0,2 4 0</inkml:trace>
  <inkml:trace contextRef="#ctx0" brushRef="#br0" timeOffset="9">26692 6922 8912,'19'11'0,"-8"6"0,-2-15 0,-11 7 0,-5-9 0,5 8 0,-13-4 0,9 9 0,-7-6 0,6 6 0,1-1 0,6 8 0,0-1 0,0 0 0,0 1 0,0-1 0,8 0 0,5 0 0,4-1 0,3-6 0,-1 3 0,0-8 0,7-1 0,0-6 0,6-2 0,-6-4 0,6-5 0,-7-8 0,1-1 0,-7 1 0,1-7 0,-1 1 0,-6-1 0,0 7 0,-9-1 0,2 1 0,-3 0 0,-3 8 0,-9 3 0,-2 8 0,-8 0 0,0 0 0,-1 0 0,3 8 0,4 5 0,-2 4 0,9 2 0,0 7 0,6 0 0,2-7 0,4-6 0,11 0 0,9 6 0,10-2 0,3-4 0,2-4 0,10-9 0,-6 0 0,4-2 0,-1-5 0,5-4 0,-12-8 0,4 0 0,-4 0 0,-3-1 0,-1 3 0,-5 2 0,-7 2 0,-3 9 0,-3-5 0,0 9 0,-6 0 0,0 0 0,-9 11 0,5 6 0,0 7 0,-7 10 0,8-4 0,-3 9 0,-5-1 0,4 1 0,-3-7 0,-3 0 0,0 2 0,0-6 0,0-6 0,0-10 0,0-5 0,0 6 0,-3-9 0,-3 2 0,-7-3 0,-4-12 0,-11-2 0,-4-12 0,-4-9 0,-3-9 0,0-17 0</inkml:trace>
  <inkml:trace contextRef="#ctx0" brushRef="#br0" timeOffset="10">26654 6324 8912,'-26'11'0,"0"-5"0,3-3 0,10-3 0,-2-3 0,8-3 0,1 2 0,6-9 0,0 6 0,2-3 0,4 1 0,14-6 0,3 11 0,9-9 0,3-2 0,10-2 0,4-2 0</inkml:trace>
  <inkml:trace contextRef="#ctx0" brushRef="#br0" timeOffset="11">27907 5784 8912,'0'-10'0,"2"-5"0,5 8 0,3 1 0,12 6 0,4 2 0,6 9 0,4 14 0,5 16 0,2 26 0,2 10 0,-14-28 0,0 4 0,-8 11 0,-1 3 0,7 11 0,2 3 0,-1 5 0,0 1 0,0 3 0,0 0-374,-1 1 1,-2 0 0,-3 2 0,-3-1 373,-6-5 0,-5-1 0,-2-8 0,-7-4 0,-9-10 0,-5-4 0,-5-7 0,-3-3 0,-5 0 0,-4-1-58,-4 0 0,-2-2 0,-2-2 0,1-2 0,-1-1 0,1 0 58,-34 37 0,-4-2 0,11-8 0,-14-5 0,5-6 0,-10-7 0,4-4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414"/>
    </inkml:context>
    <inkml:brush xml:id="br0">
      <inkml:brushProperty name="height" value="0.053" units="cm"/>
      <inkml:brushProperty name="color" value="#FF0000"/>
    </inkml:brush>
  </inkml:definitions>
  <inkml:trace contextRef="#ctx0" brushRef="#br0">18438 13401 8912,'2'10'0,"4"-3"0,-4-5 0,7-2 0,-9-9 0,2 7 0,5-4 0,-3 4 0,9 2 0,2 0 0,8 0 0,7 0 0,7 0 0,6 0 0,17-3 0,4-1 0,7-2 0,4 1 0,8-3 0,1-1 0,-3-1-103,-2-3 0,-4-7 103,-4 1 0,-4 0 0,-12 2 0,-3 4 0,-7-4 0,-13 4 0,-4 2 0,-9-2 0,0 9 0,-8-5 0,-2 1 0,-12 6 103,-3-5 0,2 5-103,-9 2 0,-2 0 0,-9-2 0,-4-2 0,-4-3 0,-8 3 0,1 2 0,-17 2 0,5 0 0,-5 0 0,7 6 0,2 1 0,2-1 0,0 3 0,0 1 0,0 3 0,0 0 0,0-2 0,4 4 0,-4-2 0,4 0 0,-4 6 0,5-8 0,7 6 0,1-4 0,9 2 0,-5 0 0,4-3 0,3 1 0,4-2 0,8 4 0,-4-9 0,9 9 0,-2-12 0,12 3 0,7-4 0,10-2 0,3 0 0,8 0 0,3 0 0,10-2 0,2-2 0,7-5 0,6-2 0,-2-1 0,0-8 0,-8-1 0,1-5 0,3 5 0,2-5 0,0 5 0,-9-5 0,-4 0 0,-7 3 0,-5 3 0,-8 7 0,-12-4 0,-4 15 0,-20-6 0,-8 8 0,-11 0 0,-9 0 0,-6 0 0,-4 0 0,-9 0 0,0 0 0,0 0 0,-6 6 0,0 0 0,-9 9 0,4-10 0,-10 8 0,0 2 0,-1 2 0,5 2 0,11 0 0,0 1 0,12-1 0,10 0 0,16 0 0,9 1 0,25-10 0,5-3 0,4-5 0,5-2 0,3 0 0,5 0 0,9 0 0,2 0 0,4 0 0,-5-9 0,8-1 0,-8-10 0,5 1 0,-4 2 0,4 2 0,-4 2 0,-3-2 0,-1 4 0,-5-1 0,4-1 0,-21 0 0,5 0 0,-23 0 0,1-6 0</inkml:trace>
  <inkml:trace contextRef="#ctx0" brushRef="#br0" timeOffset="1">18573 12668 8912,'0'-19'0,"0"-1"0,-2 1 0,-5 0 0,3 6 0,-9 0 0,9 9 0,-13-5 0,4 9 0,4 9 0,-2 4 0,5 12 0,4 7 0,-5 13 0,5 7 0,2 4 0,0 1 0,0 1 0,0-2 0,0-5 0,0 3 0,-2-9 0,-4-2 0,4-3 0,-9-12 0,7-6 0,-5-9 0,-2-5 0,5-10 0,-7-11 0,7-13 0,-7-6 0,8-13 0,-10 2 0,9-8 0,0 0 0,6-7 0,-3-2 0,-3-4 0,4 10 0,-5-2 0,5 7 0,2 13 0,0 8 0,2 8 0,5 1 0,-5 8 0,15 5 0,-4 15 0,4 10 0,2 0 0,1 18 0,-1-5 0,2 6 0,5 7 0,-2-4 0,8 4 0,-9-6 0,3-7 0,2-4 0,-2-9 0,-1 4 0,-5-3 0,-1-5 0,-8-15 0,4-5 0,-9-7 0,1-3 0,-7-18 0,0-5 0,0-7 0,-3-7 0,-1 7 0,-2 3 0,-9 1 0,10 0 0,-7-2 0,-3-2 0,6 9 0,-6 8 0,6 11 0,-1 4 0,5-4 0,-3 17 0,8 0 0,0 17 0,0 7 0,0 8 0,2-7 0,4 8 0,5-1 0,8 6 0</inkml:trace>
  <inkml:trace contextRef="#ctx0" brushRef="#br0" timeOffset="2">19113 12687 8912,'0'-11'0,"-7"1"0,-1 5 0,-3-1 0,-2-9 0,-6 13 0,0-7 0,-1 1 0,-8 6 0,7-7 0,-7 11 0,0 5 0,7 3 0,-7 10 0,9-1 0,6 7 0,0-1 0,9 10 0,-3-3 0,5-4 0,2-3 0,2 3 0,5-2 0,3 0 0,10-16 0,-1-3 0,0-5 0,1-2 0,-1-2 0,0-5 0,0-6 0,1-4 0,-1-8 0,0-1 0,-6-6 0,0 6 0,-2-2 0,4 5 0,-2-3 0,-9 0 0,11 13 0,-9 0 0,1 7 0,-7-7 0,0 9 0,0 4 0,0 11 0,0 8 0,0 0 0,0 0 0,2 7 0,4 0 0,-1 6 0,5-6 0,-1-3 0,6-1 0,-11-3 0,9 0 0,-7-8 0,7-5 0,-6-3 0,6-3 0,-1-9 0,8-2 0</inkml:trace>
  <inkml:trace contextRef="#ctx0" brushRef="#br0" timeOffset="3">19267 12668 8912,'11'0'0,"6"0"0,-15-9 0,7 7 0,-9-6 0,0 8 0,0 0 0,2 6 0,4 0 0,-4 9 0,5-2 0,-5 4 0,-2 3 0,2 5 0,4 1 0,-3 2 0,3-2 0,-4-5 0,-2 5 0,0-5 0,0-1 0,0-1 0,0 0 0,-8-8 0,5-3 0,-12-16 0,9-5 0,0-13 0,6 1 0,0-12 0,0-4 0,0-1 0,0 3 0,0 0 0,2 7 0,4 0 0,-2 6 0,9-6 0,-6 15 0,6-2 0,2 2 0,10 8 0,-3 1 0,3 8 0,3 8 0,-2 5 0,8 13 0,-4 6 0,0 4 0,7 11 0,-14-4 0,9 9 0,3 1 0,-7 3 0,8-7 0,-4-4 0,5-4 0,1-3 0</inkml:trace>
  <inkml:trace contextRef="#ctx0" brushRef="#br0" timeOffset="4">19383 16948 8912,'-7'-13'0,"-1"1"0,-3-3 0,-2-3 0,0-1 0,0 0 0,-2 0 0,0-1 0,0-1 0,3-3 0,-3-1 0,0-7 0,0 4 0,2-2 0,0-2 0,-6-7 0,-1 0 0</inkml:trace>
  <inkml:trace contextRef="#ctx0" brushRef="#br0" timeOffset="5">19016 16351 8912,'-32'-20'0,"2"-1"0,0-3 0,0-1 0,0-8 0,-2 8 0,4-1 0,9 0 0,0 1 0,-1 1 0,1-6 0,2 9 0,2-5 0,2 5 0,0 1 0,0 1 0,0 0 0,9-1 0,-4 1 0,8 8 0,0 3 0,8 8 0,5 0 0,13-2 0,6-5 0,4 5 0,11-6 0,5 8 0,4 0 0,1-9 0,1 7 0,0-5 0,-6-1 0,-1 1 0,0-1 0,7 1 0,0-3 0,0-10 0,-9 1 0,-4 0 0,-13 2 0,-6 4 0,-4-4 0,-20 8 0,-9-4 0,-23 5 0,-8 8 0,-20 0 0,0 0 0,-6 2 0,-1 4 0,-3-1 0,-9 7 0,-3 1-165,-3 7 0,1 5 165,-8 1 0,0 2 0,-6-2 0,10-3 0,9 9 0,11 0 0,14 5-73,7-5 73,13 4 0,13-14 0,12 4 0,14-14 0,12 3 0,13-8 0,5-3 0,1-2 0,9-10 163,5-5 1,6-6-164,6-7 0,-2-4 0,7-9 0,-3 1 0,-2-1 0,-1 1 0,-6-1 0,3 3 38,-15 3 0,-8-1-38,-11 8 0,-14-8 0,-3 4 0,-9-8 0</inkml:trace>
  <inkml:trace contextRef="#ctx0" brushRef="#br0" timeOffset="6">18418 15213 8912,'0'-19'0,"0"-1"0,0 1 0,0 0 0,0 0 0,-2-1 0,-4 1 0,4 0 0,-5-1 0,-3 10 0,7 3 0,-3 14 0,4 6 0,2 21 0,0 0 0,0 18 0,0 1 0,0 11 0,0-4 0,0 5 0,0-5 0,0-2 0,0-9 0,0-4 0,0-7 0,0-6 0,0 5 0,0-24 0,0 2 0,0-22 0,0-6 0,0-12 0,0-7 0,0-13 0,0-5 0,0-7 0,0-1 0,0 0 0,0 2 0,0 5 0,0-1 0,0 14 0,6-3 0,1 15 0,8 3 0,-2 10 0,4 4 0,2 14 0,0 7 0,1 3 0,-1 18 0,0-10 0,0 3 0,3 0 0,4-7 0,-5 4 0,5-10 0,-3-4 0,3-3 0,-5-4 0,5-2 0,-4-8 0,-3-5 0,0-4 0,-2-5 0,-4-3 0,-4-5 0,-9-9 0,0 1 0,0-1 0,0 0 0,-7 1 0,1-1 0,-9 1 0,2-1 0,2 7 0,-2 0 0,9 8 0,-13 5 0,15 11 0,2 18 0,13 10 0,4-1 0,19 17 0,5-6 0</inkml:trace>
  <inkml:trace contextRef="#ctx0" brushRef="#br0" timeOffset="7">19113 15136 8912,'0'19'0,"-2"-2"0,-5-4 0,5-4 0,-15-11 0,4-5 0,2 5 0,-2-4 0,1-3 0,-8 3 0,1-1 0,0 7 0,-1 0 0,10 0 0,-7 0 0,14 0 0,-5 9 0,8-5 0,0 9 0,2-9 0,4 3 0,5-5 0,6-4 0,-4-5 0,4 3 0,-4-9 0,4 0 0,3-6 0,-10 8 0,7-6 0,-8 13 0,4-9 0,-2 9 0,-5-3 0,-4 5 0,15 2 0,-6 0 0,2 2 0,0 5 0,-9 3 0,13 7 0,-6-2 0,0-2 0,6-8 0,-7 12 0,10-15 0,-1 6 0,0-8 0,-8-2 0,-2-2 0,-1-2 0,-6-9 0,7 10 0,-9-8 0,0-2 0,0 7 0,0-1 0,0 1 0,0 8 0,0 0 0,0 8 0,0 12 0,0-1 0,6 0 0,1 0 0,-1 1 0,-6-1 0,0 0 0,0 1 0,0-1 0,0 0 0,0-8 0,0 6 0,0-15 0,0 5 0,0-14 0,9-12 0,-7-3 0,4-3 0,3 3 0,-3 3 0,9 6 0,-2 0 0,4 0 0,3-6 0,-1 8 0,0 5 0,0 4 0,1-7 0,1 7 0,5-4 0,-3 6 0,10 6 0,-8-2 0,7 9 0,-2-8 0,3 1 0,3-4 0,-6-10 0,9-3 0</inkml:trace>
  <inkml:trace contextRef="#ctx0" brushRef="#br0" timeOffset="8">19807 13266 8912,'-19'0'0,"6"-9"0,0-4 0,-2-4 0,9 6 0,6 3 0,10-1 0,10 5 0,7-9 0,12-2 0,10-2 0,9-5 0,6-3 0,7-5 0,15-9 0,12-1 0,-41 17 0,0 1 0,2-2 0,2-2 0,5-3 0,1-2-314,1-1 0,1 0 0,5 1 0,2 0 314,1-5 0,0 1-330,4 4 0,1 0 1,5-6-1,0-1 330,0 2 0,-1 1 0,-2 2 0,-1 0 0,1 0 0,0 2 0,-1 0 0,1 2 0,2-1 0,1 2 0,2 0 0,0 0 0,-2 2 0,0 1 0,5 0 0,0 3 0,-5 3 0,0 1 0,1 2 0,-1 0 0,-3 1 0,0 2 0,3 3 0,1 1 0,-4 0 0,-1 1 0,-1 1 0,-1 1 0,-5 1 0,-2 1 0,-5 4 0,-3 0 0,-4 0 0,-2 0 0,3 0 0,-1 0-55,-1 0 1,0 0 0,0 0 0,0 0 0,-4 0 0,0 0 54,52 0 0,-13 0 0,-14-2 0,-18-2 0,-13-3 0,-8 1 0,-4 6 0,-1 0 0,1 0 342,-9 0 0,-2 0 0,-9 0-342,0 0 1440,-8 0-1440,6 0 434,-15 0-434,7 0 0,-18-9 0,-3-3 0,-6-14 0,-1-4 0</inkml:trace>
  <inkml:trace contextRef="#ctx0" brushRef="#br0" timeOffset="9">25419 11434 8912,'-13'0'0,"1"0"0,1-2 0,-2-5 0,-4 5 0,13-13 0,-9 9 0,8-1 0,-1 7 0,15 0 0,10 0 0,9 9 0,10 10 0,1 13 0,-1 7 0,1 6 0,4 4 0,-5 9 0,-8 0 0,-6 0 0,-7 10 0,-4 9 0,-9 3-233,-17 10 0,-12-7 233,-27 7 0,19-45 0,-4-2-398,-9 3 1,-5-2 0,-8 0 0,-4-2 0,-6-4 0,1 1 0</inkml:trace>
  <inkml:trace contextRef="#ctx0" brushRef="#br0" timeOffset="10">25979 11434 8912,'19'-2'0,"0"-3"0,0-3 0,1-3 0,-3-4 0,-4-2 0,-7-2 0,-2 6 0,1 0 0,1-2 0,-2-2 0,-1 4 0,-3 0 0,-3 0 0,-3 3 0,4 1 0,-7 11 0,9 7 0,0 10 0,0 9 0,0 13 0,0 4 0,0 6 0,0-4 0,0 9 0,0-5 0,0 5 0,0-5 0,0 1 0,-6-9 0,-1 2 0,1-13 0,6-4 0,0-9 0,0 0 0,0-8 0,0-7 0,0-17 0,0-8 0,0-18 0,-2-8 0,-2-4 0,-3-5 0,-8-2 0,7-6 0,-5 0 0,-2-7 0,8 7 0,-6-1 0,7 10 0,2 3 0,2 5 0,2 17 0,8 11 0,5 30 0,13 21 0,4 13 0,8 13 0,3 6 0,4 0 0,-4 0 0,4-6 0,2-2 0,-2-5 0,-7-3 0,-5-10 0,-3-10 0,2-9 0,2-2 0,-8-10 0,-3-9 0,-10-11 0,4-7 0,-4-5 0,-4-12 0,-3-10 0,-4-2 0,-2-2 0,0-7 0,0 0 0,-2-6 0,-4-1 0,1 1 0,-7 6 0,1 9 0,-2 4 0,-4 13 0,15 13 0,-7 21 0,9 17 0,0 9 0,0 10 0,0 9 0,2 3 0,5-1 0,3 7 0,10-16 0,-1 5 0,0-6 0,1-7 0,-1 2 0,0-8 0,0 0 0,1-7 0,-1-8 0,0-5 0,1-4 0,7-2 0,-12-2 0,5-4 0,-5-5 0,4-8 0,0-3 0,1-3 0,-3 3 0,-4-3 0,2-3 0,-9 2 0,0 7 0,-6 6 0,0 0 0,0 0 0,0 0 0,0 9 0,0-2 0,0 12 0,0 5 0,0 8 0,7 0 0,-1 1 0,7-1 0,-4 0 0,1 0 0,3 1 0,13-1 0,2-2 0,2-4 0,2-4 0,0-9 0,0 0 0,-2-3 0,2-3 0,3-11 0,-10-9 0,1-2 0,-7 3 0,1-3 0,-1-4 0,-2-5 0,-4 5 0,-4 2 0,-9 0 0,0 2 0,0 2 0,0 14 0,0-1 0,-9 8 0,5-3 0,-9 8 0,9 8 0,-5 3 0,9 8 0,0 3 0,0 4 0,6-5 0,1 5 0,6 2 0,-7-3 0,7 3 0,-7-2 0,7-5 0,-6 5 0,1-5 0,-3-1 0,1-1 0,0 0 0,-6 1 0,0-1 0,-8 0 0,-11-8 0,-11-3 0,-9-8 0</inkml:trace>
  <inkml:trace contextRef="#ctx0" brushRef="#br0" timeOffset="11">26885 11068 8912,'0'19'0,"-2"-8"0,-5-5 0,5-4 0,-15-10 0,15 5 0,4-12 0,17 9 0,11-3 0,15 3 0,5 2 0,8-9 0,8 0 0,-6-6 0,6-1 0</inkml:trace>
  <inkml:trace contextRef="#ctx0" brushRef="#br0" timeOffset="12">28216 10913 8912,'0'11'0,"0"-2"0,-9-9 0,-4 0 0,-12 0 0,-5 2 0,-9 4 0,-8 5 0,-7 8 0,-8 0 0,11 9 0,-11 0 0,17 4 0,8 5 0,11-5 0,14 4 0,5 1 0,5-5 0,11-4 0,3-9 0,14 0 0,6 0 0,5 1 0,1-10 0,3-3 0,4-5 0,-4 7 0,12-7 0,-10 4 0,-6-4 0,1-2 0,-10 2 0,4 5 0,-6-3 0,-13 9 0,-5-7 0,-8 7 0,0 2 0,-8 2 0,-5 11 0,-15 4 0,-10 5 0,-1 1 0,-17-1 0,5-3 0,-5-2 0,7 0 0,4-2 0,13-4 0,4-13 0,8-7 0,3-14 0,4-12 0,16-7 0,16-12 0,17-8 0,14-2 0</inkml:trace>
  <inkml:trace contextRef="#ctx0" brushRef="#br0" timeOffset="13">28389 11010 8912,'20'8'0,"-10"-6"0,-1 7 0,-9-9 0,0 2 0,0 5 0,0 3 0,0 10 0,2-1 0,5 0 0,-5 0 0,4 1 0,5-1 0,2 0 0,4 0 0,0 1 0,-4-1 0,13 0 0,-14-8 0,14-5 0,-4-3 0,-3-3 0,0-3 0,0-3 0,3-5 0,4-8 0,-11-2 0,4-5 0,-11 4 0,5-3 0,-8 3 0,1 3 0,-4 0 0,-2 6 0,0 0 0,9 9 0,-7-5 0,15 9 0,-4 0 0,4 0 0,2 0 0,7 0 0,0 0 0,2 0 0,-5 0 0,3 0 0,8 0 0,-12 0 0,3 0 0,-3-6 0,-3-1 0,0 1 0,1 6 0,-3 9 0,-4 3 0,4 14 0,-15-2 0,4 6 0,-4-3 0,-2 8 0,0-3 0,0 13 0,0-4 0,0 4 0,0-7 0,0-6 0,-2 5 0,-4-5 0,-5-11 0,-8-4 0,0-6 0,-9-13 0,-2-9 0</inkml:trace>
  <inkml:trace contextRef="#ctx0" brushRef="#br0" timeOffset="14">28332 10663 8912,'0'-20'0,"-3"7"0,-3 1 0,4-1 0,-7-7 0,9 1 0,9 8 0,4 3 0,12 10 0,8 4 0,3 5 0,3 17 0,-1 2 0,1 9 0</inkml:trace>
  <inkml:trace contextRef="#ctx0" brushRef="#br0" timeOffset="15">27367 13092 8912,'-38'47'0,"1"-10"0,5-16 0,6-12 0,13-7 0,-4 6 0,26-6 0,2 3 0,10-10 0,13-5 0,1-12 0,5-3 0,-3-8 0,-3-3 0,-4-3 0,-2 1 0,0-1 0,-7 1 0,-2-1 0,-10 3 0,0 4 0,-7-5 0,4 16 0,-12-5 0,-14 13 0,-12 7 0,-2 6 0,-2 6 0,-3 7 0,13 21 0,-17 1 0,18 16 0,-1-4 0,7 11 0,8-11 0,5 9 0,3-7 0,3-4 0,15-8 0,7-5 0,6-7 0,12-12 0,1-4 0,4-9 0,2-2 0,-2-5 0,0-10 0,-6-9 0,-3-6 0,-4 7 0,3-1 0,-10 7 0,-7-1 0,-12 1 0,-4 8 0,-2 3 0,0 8 0,0 8 0,0 3 0,0 8 0,-6 1 0,-1-1 0,1-6 0,6 0 0,0-1 0,0 8 0,0-1 0,0-8 0,-9-3 0,7-8 0,-6-2 0,8-4 0,0-7 0,0-13 0,0 5 0,0-5 0,8-2 0,5 2 0,-2 1 0,2 5 0,-1-3 0,8 4 0,1-5 0,3 13 0,1 1 0,10 1 0,-12 9 0,7 0 0,-2 0 0,-2 0 0,2 9 0,2 1 0,0 1 0,-2 6 0,-9-8 0,0 4 0,1 2 0,-1-9 0,0 0 0,0-6 0,-6-2 0,0-4 0,-6-5 0,5-8 0,-5-11 0,6-9 0,0-8 0,6-11 0</inkml:trace>
  <inkml:trace contextRef="#ctx0" brushRef="#br0" timeOffset="16">28563 12282 8912,'-2'-10'0,"-5"3"0,-3 5 0,-3 11 0,0 8 0,-2 13 0,-2 10 0,0 27 0,4 6 0,6 8 0,5-2 0,19 13-74,9-8 1,11 0 0,10-9 73,11-5 0,-1-12 0,8-13 0,-5-13 0,-11-4 0,-10-17 0,-20-11 0,-11-11 0</inkml:trace>
  <inkml:trace contextRef="#ctx0" brushRef="#br0" timeOffset="17">28370 12880 8912,'-13'6'0,"0"1"0,-2-3 0,-2-10 0,4-3 0,3-6 0,1 2 0,3 0 0,6-6 0,0 0 0,10-7 0,10 0 0,10 1 0,15 5 0,6 1 0,5 0 0,0 0 0,-5-1 0,5 1 0,-5 0 0,5-1 0,2 1 0</inkml:trace>
  <inkml:trace contextRef="#ctx0" brushRef="#br0" timeOffset="18">28987 12726 8912,'0'30'0,"0"-2"0,0-9 0,0-8 0,2-9 0,5-11 0,6-2 0,4 7 0,2-4 0,0 8 0,1 0 0,-1 0 0,0 8 0,1 5 0,-8 4 0,1 2 0,-2 7 0,2 0 0,-5 0 0,-8-7 0,0 0 0,0 0 0,0-8 0,0-2 0,-6-11 0,0-5 0,-7-12 0,6-13 0,3-5 0,2 7 0,2-6 0,0 4 0,2-5 0,4-1 0,12-1 0,7 1 0,3 1 0,-2 5 0,-5-4 0,24 6 0,-4-9 0</inkml:trace>
  <inkml:trace contextRef="#ctx0" brushRef="#br0" timeOffset="19">29720 12475 8912,'0'19'0,"0"1"0,-2-10 0,-4-3 0,3-3 0,-3 2 0,-5-3 0,9 5 0,-6 1 0,8 1 0,0 10 0,0-1 0,8 0 0,5 1 0,6-8 0,7 1 0,-5-2 0,7 2 0,0-7 0,2-4 0,2-2 0,0-2 0,3-4 0,-7-5 0,6-10 0,-6-3 0,2-2 0,-7-8 0,-1 4 0,-12-6 0,-1 4 0,-3 4 0,-6 8 0,0 1 0,0 0 0,-2 8 0,-4 5 0,2 10 0,-9 2 0,2 9 0,-2-2 0,-2 11 0,9 2 0,-1 1 0,7-1 0,0-4 0,0 3 0,0-3 0,0-3 0,9 0 0,4 1 0,4-8 0,2 1 0,0-8 0,1 1 0,5-6 0,1-6 0,8-5 0,-1-8 0,1-7 0,-2 0 0,4-8 0,-3 2 0,-6 2 0,-1-2 0,-11 2 0,-2-3 0,-7-1 0,5 9 0,-2 1 0,-3 3 0,-4 3 0,5 6 0,-5 3 0,6 9 0,-5 2 0,3 5 0,-2 5 0,9 14 0,-9 2 0,3 4 0,1 4 0,-1-3 0,-1 3 0,-6 3 0,0-1 0,-2 1 0,-4-1 0,-5-8 0,-10 7 0,-5-7 0,-6 0 0,-5-2 0,-8-18 0,0-3 0,-8-5 0,-5-11 0,-11-1 0</inkml:trace>
  <inkml:trace contextRef="#ctx0" brushRef="#br0" timeOffset="20">29855 12051 8912,'-28'0'0,"-4"0"0,2 0 0,-2 0 0,8 0 0,-1 0 0,3 0 0,3 8 0,2-3 0,4 8 0,4-1 0,24 1 0,5 0 0,12-6 0,0 5 0,4-7 0,3 1 0,0-6 0,-1-6 0,-8 1 0,-4-7 0,-5 1 0,-1-2 0,-10-4 0,-3 4 0,-5-4 0,-19 4 0,-9 0 0,-10 9 0,-9-3 0,-5 20 0,-8 7 0,3 14 0,3 4 0,7 10 0,13 9 0,6 6 0,14-6 0,20 5 0,14-12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435"/>
    </inkml:context>
    <inkml:brush xml:id="br0">
      <inkml:brushProperty name="height" value="0.053" units="cm"/>
      <inkml:brushProperty name="color" value="#FF0000"/>
    </inkml:brush>
  </inkml:definitions>
  <inkml:trace contextRef="#ctx0" brushRef="#br0">2989 617 8912,'11'-2'0,"-4"-5"0,-5-5 0,-2-6 0,0-1 0,-2 0 0,-5 0 0,3 6 0,-9 2 0,-2 2 0,-2 5 0,-2 2 0,1 6 0,6 9 0,-8 9 0,5 18 0,-4 5 0,2 7 0,2 10 0,-4 2 0,6 9 0,0-2 0,9 1 0,-3-1 0,5-4 0,2-12 0,2-1 0,5-3 0,3-16 0,10-3 0,-1-9 0,9-12 0,6-5 0,9-3 0,6-6 0,0-3 0,-1-13 0,-1-11 0,2-9 0</inkml:trace>
  <inkml:trace contextRef="#ctx0" brushRef="#br0" timeOffset="1">3433 1041 8912,'0'13'0,"-2"-2"0,-5-3 0,5-1 0,-15-1 0,4 1 0,-4 8 0,-2 0 0,0 8 0,6-1 0,0 3 0,6-1 0,-5 2 0,7-5 0,-1 5 0,6-5 0,6-2 0,5-8 0,17 6 0,-7-17 0,7 2 0,0-6 0,-7-19 0,7 8 0,-8-15 0,-1 0 0,-2 0 0,-4-5 0,-5 5 0,-8-2 0,0 0 0,0 0 0,-2 2 0,-4 2 0,-5 11 0,-15 2 0,1 8 0,1 3 0,1 2 0,-3 2 0,4 0 0,1 9 0,8 3 0,9 6 0,-3 1 0,14-8 0,4-3 0</inkml:trace>
  <inkml:trace contextRef="#ctx0" brushRef="#br0" timeOffset="2">3799 636 8912,'11'-2'0,"-4"-4"0,-5-7 0,-2 2 0,0-2 0,-2 3 0,-5-3 0,3 4 0,-9 9 0,7-6 0,-7-1 0,8 9 0,-10 9 0,9 8 0,-3 11 0,5 9 0,-2 10 0,-1 7 0,7-5 0,0 1 0,2-1 0,5 7 0,4-2 0,8-3 0,0-1 0,0-18 0,1 9 0,1-17 0,5-3 0,-5-1 0,7-12 0,-9-3 0,1-14 0,-1-6 0,-2-4 0,-2-4 0,-2-5 0,-9 5 0,11-16 0,-8 5 0,-1-2 0,-6 2 0,7-3 0,-1 8 0,-2-3 0,-2 6 0,-2-4 0,0 9 0,0 8 0,0 3 0,0 23 0,0 6 0,0 7 0,0 4 0,0 7 0,0-1 0,3-1 0,3-5 0,7-7 0,-5 5 0,10-8 0,-6 4 0,6-11 0,1-5 0,0-1 0,0-3 0,7-8 0,0-4 0,-3-7 0,7-4 0,-8-9 0,4 0 0,-5 3 0,-2-7 0,-2 8 0,-4-3 0,-2-3 0,-5 2 0,-3 0 0,3 7 0,-4 0 0,-2 0 0,0 8 0,-8 2 0,5 9 0,-5 9 0,8 4 0,0 4 0,0 2 0,0 0 0,0 1 0,0-1 0,2 0 0,4 0 0,-3 1 0,12-1 0,-9 0 0,9-2 0,-4-2 0,-1-2 0,8-8 0,-14 10 0,9-9 0,-7 7 0,7-7 0,-9 1 0,13-7 0,-4 0 0,4-9 0,-4-2 0,0-8 0,-6 0 0,5 0 0,-7-1 0,1 1 0,-4 8 0,-2-6 0,7 13 0,-1-9 0,1 9 0,-7-5 0,0 9 0,6 2 0,0 5 0,3 1 0,-3 5 0,-3 4 0,3-4 0,5 4 0,-7 3 0,9-1 0,-9-8 0,13 6 0,-15-7 0,13-1 0,-8-9 0,8 0 0,-11-17 0,9 4 0,2-4 0,-4-5 0,2-3 0,-3 8 0,3-9 0,4 17 0,-12-16 0,7 12 0,-5 2 0,6-2 0,0 9 0,6-3 0,-8 5 0,6 4 0,-4 5 0,-3-3 0,3 9 0,-6-2 0,5 2 0,1 4 0,7-4 0,-8-5 0,1-1 0,0-5 0,6-2 0,1 0 0,-1 0 0,0 0 0,1 0 0,-1-2 0,0-5 0,-6 3 0,0-9 0,-9 0 0,13-6 0,-15 0 0,5-1 0,4 1 0,-9 6 0,4 0 0,-4 9 0,5-7 0,-1 5 0,9 4 0,-4-7 0,8 9 0,-6 0 0,0 0 0,0 2 0,6 5 0,0 4 0,-2 1 0,-4 1 0,4 0 0,-12 6 0,8 1 0,-9-1 0,2 0 0,-4-6 0,-2 0 0,0 2 0,0-7 0,0 10 0,0-16 0,0 6 0,0-16 0,0-3 0,0-8 0,3-1 0,3 1 0,3 0 0,6 2 0,-3 4 0,1-4 0,0 15 0,0-7 0,2 0 0,2 7 0,2-6 0,1 8 0,-1 0 0,0 0 0,1 0 0,-8 6 0,1 1 0,0-1 0,6-6 0,1 0 0,-1 0 0,-6 0 0,0 0 0,0 0 0,4-9 0,-4-3 0,-5 1 0,-8-2 0,0 0 0,0-6 0,0 0 0,0 6 0,0 0 0,0 9 0,0-7 0,0 5 0,0 3 0,0 10 0,0 12 0,0 5 0,0-5 0,9 7 0,4-1 0,-3 3 0,3-2 0,-2-5 0,2 5 0,2 2 0,-9-2 0,7 1 0,-7-1 0,1-4 0,-7 3 0,0-1 0,0 2 0,-2-5 0,-5 5 0,-6-5 0,-4-2 0,0 1 0,4-1 0,-12-8 0,3-3 0</inkml:trace>
  <inkml:trace contextRef="#ctx0" brushRef="#br0" timeOffset="3">6789 386 8912,'-7'19'0,"1"0"0,-9 0 0,4 11 0,-8 9 0,-3 19 0,-3 21 0,-7 15 0,13-40 0,-1 2 0,-2 3 0,-1 2 0,3 1 0,-1 2 0,-2 4 0,-1 1 0,4 1 0,2-1-829,-1 2 0,-1 0 829,-3 4 0,-1 0 0,3-3 0,-1-1 0,-3 3 0,-1-2 0,0-4 0,-2-1 0,-3 5 0,-2-1 0,-2-2 0,1 0 0</inkml:trace>
  <inkml:trace contextRef="#ctx0" brushRef="#br0" timeOffset="4">5419 656 8912,'13'2'0,"0"0"0,2-2 0,-6 4 0,-1-15 0,-8 5 0,0 4 0,0-7 0,0 9 0,0 0 0,0-8 0,0 6 0,0-7 0,0 9 0,0 0 0,0 9 0,0 1 0,0 10 0,0 7 0,0 6 0,0 12 0,0 6 0,0-2 0,0 3 0,0-10 0,0 3 0,0-4 0,0-2 0,7-9 0,-1-5 0,3-12 0,-3-6 0,3-7 0,6-9 0,-2-10 0,-1-9 0,6-11 0,-6 1 0,3-7 0,-8 0 0,6-6 0,-7 6 0,3 0 0,-3 6 0,-4 7 0,7 2 0,-1 2 0,-5 2 0,7 16 0,-3 3 0,-3 5 0,9 2 0,-2 11 0,4 8 0,-3 11 0,1 6 0,7 3 0,-1 0 0,0-1 0,0 1 0,1-7 0,-1-2 0,0-2 0,1-3 0,-1-5 0,0-10 0,0-3 0,1-5 0,-1-2 0,0-9 0,1-4 0,-1-6 0,0-7 0,-8-3 0,-5-10 0,-4 7 0,-2 2 0,0 2 0,0 2 0,-8 5 0,-5-5 0,-4 5 0,-2 1 0,-1 14 0,1 4 0,6 13 0,0 8 0,9 0 0,-2 7 0,-3-3 0,3 3 0,-1-4 0,7 3 0,0-3 0,0-3 0,0 0 0,0-8 0,0 6 0,0-4 0,0-5 0,9 1 0,1-11 0,10-5 0,-1-5 0,0-14 0,1 2 0,-1-8 0,-6 9 0,0-3 0,-3 5 0,3 1 0,-2 1 0,-7 0 0,3-1 0,-1 10 0,-6 1 0,0 1 0,9 5 0,-7-5 0,15 8 0,-6 0 0,8 0 0,0 0 0,0 0 0,1 0 0,-1 0 0,0 0 0,1-2 0,-1-3 0,0-1 0,-8-9 0,6 13 0,-8-9 0,3 5 0,-1 4 0,-4-5 0,-5 5 0,6 2 0,-8 0 0,0 0 0,-2 6 0,-4 1 0,4 8 0,-7-13 0,0 7 0,7-1 0,-6-6 0,8 7 0,0-18 0,2 5 0,4-9 0,-1 2 0,7-1 0,-1 1 0,2 4 0,4 5 0,-4-4 0,-2-3 0,2 3 0,-1-1 0,8 7 0,-7 0 0,-1 0 0,1 0 0,7 0 0,-1 0 0,-6 0 0,0 0 0,-7 0 0,7 0 0,-9-2 0,3-4 0,-3 2 0,2-9 0,-4 6 0,5-6 0,-5 7 0,-2-7 0,0 0 0,0 0 0,0 1 0,0 7 0,0-3 0,0 8 0,-9 0 0,7 8 0,-6 3 0,8 8 0,0 1 0,8-1 0,-3-6 0,7 0 0,-5-9 0,4 4 0,-3 1 0,7 2 0,-11 2 0,9-1 0,-6-5 0,6 6 0,-9 0 0,2 6 0,3 2 0,-3 5 0,1-2 0,-9 8 0,-5 2 0,-4 11 0,-16 6 0,-6 14 0,-7-3 0,-12 8 0,-8 1 0,-17 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440"/>
    </inkml:context>
    <inkml:brush xml:id="br0">
      <inkml:brushProperty name="height" value="0.053" units="cm"/>
      <inkml:brushProperty name="color" value="#FF0000"/>
    </inkml:brush>
  </inkml:definitions>
  <inkml:trace contextRef="#ctx0" brushRef="#br0">4050 4454 8912,'-8'-19'0,"3"6"0,-5 0 0,-1 0 0,0 0 0,-2 0 0,3-2 0,-10 5 0,3-1 0,-6 2 0,-3 3 0,0 6 0,-2 0 0,-4 2 0,-6 5 0,-5 5 0,-9 23 0,7 10 0,-8 17 0,3 17 0,22-32 0,1 3-29,0 2 0,2 3 0,1 2 0,3 1 0,4 2 0,2 0 1,2 1-1,3 0 29,1 0 0,3-2 0,0-3 0,3-2 0,5 36 0,7-18 0,10-9 0,0-3 0,7-15 0,2-7 0,-2-6 0,6-15 0,-4 1 0,4-8 0,8-5 0,-1-3 0,6-2 0,-13-17 0,5-5 0,-7-8 0,8 2 0</inkml:trace>
  <inkml:trace contextRef="#ctx0" brushRef="#br0" timeOffset="1">4320 4724 8912,'11'-9'0,"-3"5"0,-8-9 0,0-2 0,0-2 0,0-2 0,0 0 0,0 10 0,0 11 0,0 17 0,0 18 0,3 4 0,1 12 0,2 5 0,-1 4 0,-3 2 0,4 1 0,1 1 0,-3 3 0,4-7 0,-1 2 0,-1-4 0,-6-11 0,0-4 0,7-11 0,-1-1 0,1-18 0,-7-3 0,0-24 0,-9-10 0,-2-16 0</inkml:trace>
  <inkml:trace contextRef="#ctx0" brushRef="#br0" timeOffset="2">4262 4685 8912,'-13'-2'0,"1"-4"0,1 2 0,-2-9 0,2 6 0,5-6 0,4 7 0,-5-7 0,5 7 0,6-7 0,9-2 0,9-2 0,16-3 0,9-7 0,11 5 0,13-6 0,6 3 0,2-1 0,-1 2 0,3 11 0,-15 5 0,3 8 0,-11 0 0,-17 8 0,-16 12 0,-12 12 0,-15-2 0,-17 2 0,-26 0 0,-15 7 0</inkml:trace>
  <inkml:trace contextRef="#ctx0" brushRef="#br0" timeOffset="3">4339 5225 8912,'0'11'0,"0"0"0,0-5 0,0-4 0,3 7 0,3-9 0,7-15 0,13-4 0,6-14 0,13 1 0,6-4 0,5-3 0,2 3 0,2 4 0,4 6 0,-4 5 0,-2 3 0,-13 6 0,-4 5 0,-11-4 0,-3 1 0</inkml:trace>
  <inkml:trace contextRef="#ctx0" brushRef="#br0" timeOffset="4">5053 5283 8912,'-9'30'0,"7"-11"0,-6-1 0,8-16 0,0 6 0,2-8 0,4 0 0,5 0 0,8 0 0,1-2 0,-1-4 0,0-5 0,0-8 0,1-1 0,-1 1 0,0 0 0,-2 0 0,-4-1 0,2 1 0,-8 0 0,-1-1 0,-6 1 0,0 0 0,-8 2 0,-5 4 0,-7-2 0,-5 8 0,1 1 0,-8 8 0,-2 5 0,6 3 0,-6 12 0,8 3 0,0-1 0,7 8 0,0 2 0,8 3 0,4 1 0,5 1 0,4-7 0,5-2 0,6-2 0,12-2 0,5-14 0,11-1 0,4-2 0,-2-5 0,8-10 0,-8-5 0,11-11 0,-9-3 0,0-5 0,-7-9 0</inkml:trace>
  <inkml:trace contextRef="#ctx0" brushRef="#br0" timeOffset="5">5670 5148 8912,'-19'0'0,"0"0"0,-1 0 0,1 0 0,-7 0 0,1 0 0,-10 9 0,5 4 0,0 4 0,2 11 0,9-5 0,0 9 0,2 0 0,4 7 0,4-3 0,9-1 0,0-3 0,0 0 0,9-2 0,4-4 0,4-7 0,2-6 0,7 2 0,0-9 0,-3-2 0,7-1 0,-8-6 0,3-3 0,3-11 0,-2-9 0,0 0 0,-7 7 0,-2-9 0,-4-4 0,2 2 0,-9-2 0,1 6 0,-7-6 0,0 7 0,0-5 0,0 2 0,0 2 0,0 13 0,0 0 0,-2 9 0,-5-2 0,3 6 0,-9 6 0,9 5 0,-5 10 0,9 5 0,0 2 0,0 4 0,9 4 0,4-4 0,-3-2 0,3 2 0,0-2 0,8 3 0,5-8 0,-4 5 0,5-15 0,-7 2 0,-1-6 0,9-4 0,-9-10 0,0-3 0,9-13 0,-6-11 0</inkml:trace>
  <inkml:trace contextRef="#ctx0" brushRef="#br0" timeOffset="6">6094 4685 8912,'11'0'0,"-2"-8"0,-1 6 0,-6-5 0,5 14 0,-5 12 0,-2 13 0,0 13 0,0 6 0,0 5 0,0 2 0,0 8 0,0 5 0,0-4 0,0-3 0,0-4 0,0-4 0,0-5 0,0-4 0,0-17 0,-17-2 0,-5-9 0</inkml:trace>
  <inkml:trace contextRef="#ctx0" brushRef="#br0" timeOffset="7">5979 5245 8912,'-9'-20'0,"1"1"0,-5 0 0,6-1 0,-3 10 0,7-7 0,-3 8 0,10-6 0,3 2 0,8 9 0,2-7 0,9 5 0,8 4 0,-2-5 0,4 5 0,3 2 0,-3-2 0,-3-5 0,3 5 0,-4-4 0,-2 4 0,2 2 0,-8 0 0,2 0 0,-11 0 0,-3 0 0,-7-9 0,3 7 0,-8-7 0,7 12 0,-1 3 0,1 5 0,-7 8 0,0-6 0,0 0 0,2 6 0,4 7 0,-4-1 0,7-5 0,-9-1 0,6 0 0,1 1 0,-1-8 0,-6 1 0,9 0 0,-5-2 0,9-5 0,-7-4 0,7-2 0,2 0 0,-6 0 0,8-2 0,-4-4 0,4-7 0,2-13 0,-6 3 0,0-9 0,-2 6 0,1-6 0,3 6 0,-8-6 0,6 8 0,-7-1 0,1 3 0,-7 3 0,0 8 0,0 3 0,0 12 0,0 9 0,0 0 0,0 12 0,0 3 0,0-2 0,0 0 0,0-7 0,6 0 0,0 0 0,9 1 0,-2-1 0,-2-8 0,2-5 0,0-4 0,6-2 0,-6 0 0,0 0 0,-3-8 0,3-5 0,2-4 0,-8-3 0,8-1 0,-2-5 0,-5 5 0,1-7 0,-1 0 0,-6 15 0,9-12 0,-4 12 0,-3-2 0,9 2 0,-9 4 0,7 9 0,-5 0 0,-2 2 0,9 5 0,-2 4 0,2 8 0,4 0 0,-4 0 0,4 1 0,4-1 0,5 0 0,-4-8 0,8 4 0,-5-9 0,-3 7 0,3-6 0,-3-1 0,-3-6 0,3 0 0,3 0 0,-10-8 0,5-5 0,-8-4 0,1-3 0,-2-1 0,-7-3 0,3-1 0,-1-8 0,-6 8 0,0-10 0,-6 12 0,-1-9 0,-8 8 0,5-4 0,-3 18 0,0 3 0,6 16 0,-5 10 0,1 2 0,-2 12 0,4 5 0,9 7 0,0 0 0,0-6 0,0-1 0,0 1 0,5-3 0,8-4 0,-1 3 0,14-10 0,2-5 0,-2-7 0,8-9 0,-2 2 0,5-6 0,1-6 0,1-7 0,-1-13 0,-3-4 0,-1-10 0,0-5 0,7 4 0,-20-8 0,5 4 0,-4 2 0,-3-9 0,-2 7 0,-4-6 0,-5 14 0,-8-1 0,0 6 0,0 0 0,0 12 0,0 12 0,-6 10 0,0 4 0,-1 5 0,9 11 0,5 3 0,-5-3 0,15 14 0,-4-4 0,10 5 0,3 1 0,6 1 0,-6-1 0,6-1 0,-6-5 0,0 4 0,-7-4 0,-2-2 0,-4 3 0,-5-3 0,-8 2 0,-2-4 0,-4-9 0,-13 0 0,-14 0 0,3-6 0,-2 0 0,9-9 0,-3 3 0,2-5 0,-1-2 0,3-9 0,-6-10 0,9-11 0</inkml:trace>
  <inkml:trace contextRef="#ctx0" brushRef="#br0" timeOffset="8">7695 4300 8912,'20'-9'0,"-10"5"0,-3-9 0,3 0 0,-5-4 0,8 2 0,2 4 0,2 3 0,2 3 0,9 3 0,10 15 0,14 13 0,10 15 0,2 23 0,1 15 0,-36-32 0,-1 3-477,2 2 1,-2 3 476,-2 1 0,-2 1 0,-4 4 0,-4 0 0,-5-1 0,-3 0 0,-2-3 0,-3 0 0,-1 1 0,-2 0 0,-11 40-282,-8 5 1,-11-2 281,9-50 0,-3 0 0,-1 2 0,-1-1 0,-5 3 0,-3 0 0,-3 4 0,-3 0-1379,-4-4 0,-2-1 1379,0 1 0,-2-1 0,-1-4 0,-1-1 0,-1 0 0,-1 0 0,-2 0 0,-1-1 0,-2-2 0</inkml:trace>
  <inkml:trace contextRef="#ctx0" brushRef="#br0" timeOffset="9">23645 3837 8912,'-2'11'0,"-5"-5"0,-5-4 0,1-2 0,0 2 0,3 5 0,-5 12 0,4 13 0,1 5 0,-1 1 0,3 9 0,6 3 0,-3 7 0,-1 1 0,-2 0 0,1 0 0,3 0 0,2-2 0,2-5 0,5-6 0,-5-13 0,4-6 0,-3-5 0,-3-10 0,0-5 0,0-14 0,0-11 0,0-11 0,0-15 0,-9-5 0,-4-8 0,2-8 0,-1-5 0,7-4 0,-10 5 0,9 1 0,2 3 0,1 1 0,3 16 0,0 4 0,9 7 0,4 5 0,6 6 0,7 7 0,6 1 0,4 8 0,3 3 0,0 8 0,-1 6 0,1 3 0,-1 1 0,-8 12 0,2 1 0,-12 10 0,1-1 0,-14 6 0,-3 1 0,-2 6 0,-2 0 0,0 8 0,-9-3 0,-1 5 0,-1-3 0,-6 1 0,4-8 0,2-6 0,-2-7 0,9-8 0,-2 1 0,4-3 0,4-12 0,4-3 0,5-5 0,8-2 0,0 0 0,9-9 0,4-3 0,5-6 0,1-1 0,-8 2 0,-4 4 0,-4-4 0,-3 4 0,-8 5 0,6-10 0,-7 8 0</inkml:trace>
  <inkml:trace contextRef="#ctx0" brushRef="#br0" timeOffset="10">24185 4261 8912,'11'0'0,"6"0"0,-15 9 0,7 1 0,-12 3 0,-3 0 0,2 0 0,-7 6 0,2 1 0,3-1 0,6 0 0,0 0 0,0 1 0,9-10 0,1-1 0,10-9 0,-1 0 0,0 0 0,0 0 0,3-4 0,4-9 0,-11 0 0,4-13 0,-4-4 0,-4 7 0,-5-7 0,-4 2 0,-2-4 0,0 6 0,-2 0 0,-4 7 0,-5 8 0,-8-4 0,-1 9 0,1-1 0,0 7 0,-1 0 0,3 9 0,4 4 0,5 4 0,8 2 0,0 1 0,0-1 0</inkml:trace>
  <inkml:trace contextRef="#ctx0" brushRef="#br0" timeOffset="11">24706 4203 8912,'17'-13'0,"-4"1"0,-3 1 0,-3-2 0,-5 4 0,7 9 0,-12 0 0,-3 0 0,4 9 0,-7 8 0,9 9 0,0-3 0,0 7 0,0 3 0,0-6 0,2-1 0,5-2 0,6 1 0,-3-3 0,3 4 0,0-14 0,6 3 0,1-8 0,-1-3 0,0-2 0,1-2 0,-8-2 0,1-4 0,0-9 0,-2-9 0,6 3 0,-13-9 0,7 6 0,-2-2 0,-3-1 0,-6 1 0,0 13 0,0-13 0,0 24 0,0-4 0,0 14 0,0 12 0,0-1 0,0 7 0,9-14 0,1 6 0,10-6 0,-1-3 0,0-3 0,7-3 0,0-3 0,1-3 0,-3-3 0,2-7 0,-3-10 0,-10-3 0,4 0 0,-15 5 0,5-3 0,-5-2 0,-2-6 0,0 7 0,0-1 0,-9 7 0,-1 8 0,-10 5 0,10 6 0,3 6 0,14-4 0,3 9 0,10-5 0,8-4 0,2 7 0</inkml:trace>
  <inkml:trace contextRef="#ctx0" brushRef="#br0" timeOffset="12">25574 4068 8912,'19'-10'0,"-2"-7"0,-4 4 0,-5 4 0,-8-8 0,-8 15 0,-3-7 0,-8 9 0,0 0 0,-1 2 0,1 5 0,8 4 0,-4 1 0,9 1 0,-7 0 0,7 6 0,1 1 0,3-1 0,2 0 0,9 0 0,-5 1 0,7-1 0,-3 0 0,7 1 0,-2-1 0,4 0 0,3 0 0,-8 7 0,1 0 0,0 0 0,4-7 0,-4 0 0,-6 0 0,-5 1 0,-2-1 0,0 0 0,-2 1 0,-5-1 0,-4-8 0,-14 4 0,-1-9 0,2-2 0,-6-2 0,9-2 0,-5 0 0,5 0 0,10-8 0,5-5 0,4-4 0,10-2 0,9-9 0,9-4 0,17-5 0,-2-1 0</inkml:trace>
  <inkml:trace contextRef="#ctx0" brushRef="#br0" timeOffset="13">26287 4165 8912,'-30'0'0,"4"0"0,5 0 0,2 0 0,10 0 0,9 0 0,11-2 0,15-3 0,8-3 0,9-3 0,-3 0 0,5-1 0,3-6 0,-3 6 0,0-6 0,-5-1 0,1 2 0,-2 4 0,1-2 0,-14 9 0,-7-7 0,-6 6 0,0 1 0,-2 6 0,-5 0 0,-12 0 0,-3 2 0,-4 5 0,-4-5 0,6 15 0,-8-4 0,0 4 0,8-6 0,-6 6 0,6-7 0</inkml:trace>
  <inkml:trace contextRef="#ctx0" brushRef="#br0" timeOffset="14">28119 3625 8912,'9'-11'0,"-7"0"0,5 5 0,-5-7 0,-2-4 0,-2 4 0,-5 0 0,-6-2 0,3 7 0,-3 1 0,-2 5 0,-2 2 0,-3 0 0,-1 0 0,-5 0 0,-2 11 0,-6 6 0,2 9 0,-3 4 0,8-7 0,-8 12 0,10-8 0,1 3 0,11 3 0,-2-1 0,9 0 0,-1-6 0,7 6 0,9-2 0,4 2 0,4 2 0,2-8 0,7 2 0,0-3 0,8-3 0,-4 4 0,0-5 0,-4-2 0,-5 0 0,-4 1 0,-4-1 0,4 0 0,-15-6 0,5 0 0,-5-7 0,-2 7 0,-2-8 0,-5 1 0,3 3 0,-9-3 0,-6 0 0,-7-6 0,0 7 0,7-1 0,-7 1 0,1-7 0,-1 0 0,7-2 0,-1-5 0,1 5 0,2-15 0,4 4 0,-4-4 0,6-2 0</inkml:trace>
  <inkml:trace contextRef="#ctx0" brushRef="#br0" timeOffset="15">28467 3798 8912,'-20'0'0,"1"0"0,0 0 0,-1 3 0,1 3 0,0 7 0,0 4 0,8 2 0,-4 3 0,6 1 0,-1 3 0,3 0 0,-4-7 0,3 0 0,1 1 0,16-10 0,2-1 0,8-9 0,0-9 0,1-4 0,-1-4 0,0-2 0,7-2 0,0-5 0,-1-2 0,-5-4 0,-8 2 0,1 4 0,0 5 0,0-7 0,0 9 0,-9 8 0,5 4 0,-9 14 0,0 4 0,0 10 0,0 5 0,0-3 0,0 9 0,2-6 0,4 6 0,5-8 0,8 2 0,7-11 0,2-5 0,2-1 0,11-3 0,-7-6 0,4 0 0,-5-2 0,1-4 0,-2-7 0,-8-4 0,-3-3 0,-8 1 0,-9-7 0,3 1 0,-5-1 0,-2 7 0,0-1 0,0 1 0,-9 0 0,5 2 0,-9 4 0,9-4 0,-13 15 0,14-7 0,-5 9 0,8 9 0,0 1 0,0 10 0,0-1 0,0 2 0,0 3 0,0 2 0,0 8 0,0-4 0,0 8 0,6-8 0,1-4 0,-1 2 0,-6-2 0,0 2 0,0-3 0,0-10 0,0 4 0,0-10 0,0 4 0,0-9 0,0 3 0,0-14 0,0-4 0,0-14 0,0-1 0,2-8 0,5 2 0,-3-11 0,7-2 0,-3 2 0,7 2 0,-10 9 0,7 0 0,-5 8 0,6-1 0,-3 10 0,5 4 0,-2 2 0,0 3 0,6 6 0,1 9 0,-1 3 0,-8 6 0,-5 1 0,3 2 0,-3 5 0,1-5 0,-7 5 0,6-2 0,0 1 0,1-10 0,-7 5 0,0-5 0,0 4 0,0-8 0,6-5 0,1-12 0,1-5 0,-1-8 0,1-1 0,5 1 0,4-7 0,-4 1 0,2-7 0,-2 6 0,4 0 0,-4 7 0,4 2 0,2 4 0,-6-2 0,0 8 0,-6 1 0,5 6 0,1 0 0,7 2 0,-1 2 0,0 3 0,0 8 0,1-7 0,-1 5 0,2 2 0,5-8 0,-4-1 0,3-6 0,3 0 0,-2 0 0,0 0 0,-7 0 0,0 0 0,0 0 0,-1-8 0,-6-5 0,3-4 0,-8-3 0,6 1 0,-7 0 0,1-7 0,-7 0 0,6 1 0,0 5 0,1 1 0,-7 0 0,0-1 0,2 10 0,4 3 0,-3 5 0,5 17 0,-8 4 0,0 14 0,0-1 0,0 11 0,0 2 0,0 8 0,0-1 0,0-3 0,0 2 0,-2 1 0,-4 6 0,3-3 0,-3-3 0,2-5 0,-3-9 0,5-6 0,-4 1 0,-3-10 0,3 3 0,-3-13 0,3-7 0,4-4 0,-16-2 0,8 0 0</inkml:trace>
  <inkml:trace contextRef="#ctx0" brushRef="#br0" timeOffset="16">29797 3567 8912,'-2'-26'0,"-4"1"0,4-1 0,-5 7 0,5-1 0,11 10 0,6 1 0,8 1 0,1 5 0,8-3 0,-2 6 0,2 6 0,4 5 0,-12 4 0,8 4 0,-8-4 0,1 11 0,-12 2 0,-6-2 0,-5 6 0,-2-7 0,-4 10 0,-9-3 0,-2-2 0,-17 2 0,2-6 0,-3 6 0,-1-9 0,8 3 0,-6-4 0,7-3 0,-1-8 0,7 6 0,-1-7 0</inkml:trace>
  <inkml:trace contextRef="#ctx0" brushRef="#br0" timeOffset="17">30260 3278 8912,'11'-19'0,"-3"-1"0,-1 1 0,-1 0 0,-1-1 0,-1 10 0,0 1 0,3 1 0,-1 8 0,-6 0 0,0 10 0,0 10 0,0 5 0,-2 12 0,-2 10 0,-3 2 0,-8-6 0,13 11 0,-4-9 0,3-3 0,3-1 0,0-2 0,0-1 0,0-6 0,0 0 0,9-10 0,4-3 0,6-2 0,7-10 0,-3-1 0,10-6 0,-1-11 0,6-8 0,-1 0 0,-5-7 0,2-4 0,-8-2 0,0 2 0,-7-2 0,-8 2 0,-5-2 0,3-5 0,-3 5 0,0 4 0,-14 1 0,-3 16 0,-8 4 0,0 14 0,-1 6 0,-5 12 0,-1 8 0,-2 3 0,2 2 0,7-5 0,0-1 0,-1-2 0,8 2 0,3 2 0,3-8 0,3 0 0,3-7 0,9-6 0,4 0 0,13-9 0,6 2 0,2-12 0,-2-7 0,5-4 0,-5-2 0,2-3 0,-2-4 0,-4 3 0,-9-9 0,1 6 0,-1-6 0,-6 8 0,0-1 0,-9 3 0,2 3 0,5 0 0,-9-1 0,7 10 0,-9 3 0,0 14 0,0 3 0,0 10 0,2 1 0,4 5 0,3-5 0,4 5 0,2 2 0,-9-3 0,1 8 0,-7-8 0,0 7 0,0-6 0,0 6 0,0-6 0,-9 0 0,-4-7 0,-4 5 0,-2-5 0,-7 4 0,0-10 0,-6 2 0,6-2 0,1 2 0,5-8 0,1-1 0,0-15 0,0-1 0</inkml:trace>
  <inkml:trace contextRef="#ctx0" brushRef="#br0" timeOffset="18">31514 2931 8912,'-9'19'0,"-2"11"0,-8 11 0,0 14 0,-9 29 0,-4 19 0,14-47 0,-1 1 0,0 5 0,0-2-225,4-5 1,0 0 0,-3 6 0,-1 0 0,4-6 0,0-1 224,1 3 0,-2 0 0,-2 1 0,0-1 0,-12 42 71,-9-9 0,1-19-71,-1-14 0,-8-7 0,-2-12 0</inkml:trace>
  <inkml:trace contextRef="#ctx0" brushRef="#br0" timeOffset="19">28312 5630 8912,'-10'-19'0,"1"0"0,0-1 0,-3 1 0,-6 0 0,-3-1 0,-3 1 0,-1 0 0,-10 2 0,3 4 0,-4-2 0,-5 8 0,-4 5 0,-6 7 0,-5 7 0,7 14 0,-7 13 0,4 12 0,-3 5 0,5 2 0,5 6 0,13 0 0,0 7 0,13-7 0,-3-2 0,16-10 0,0-5 0,6-9 0,8-8 0,5-4 0,6-13 0,7-7 0,-2-3 0,8-3 0,0-9 0,6-4 0,1-13 0,0-6 0,-1-4 0,1-3 0,-1-8 0,-1-4 0,-5-5 0,-4-2 0,-9-10 0,0-9 0,-1-16-273,-6-9 1,-3-1 272,-9 6 0,-9 12 0,-3 8 0,1 10 0,-2 16 0,6 21 0,-5 17 0,5 11 0,-6 8 0,9 9 0,-2 17 0,1 9 0,-1 17 0,4 8 0,-5 5 0,5 4 0,2 2 0,7 0 0,-1 0 0,9-2 0,-2-2 0,4-2 0,2-9 0,3 2 272,4-12 1,1-7-273,6-13 0,3-7 0,-4-12 0,5-4 0,1-9 0,1-17 0,-1-9 0,1-8 0,-1-5 0,1-8 0,0-2 0</inkml:trace>
  <inkml:trace contextRef="#ctx0" brushRef="#br0" timeOffset="20">28582 5688 8912,'-2'-19'0,"-4"-1"0,1 8 0,-7 1 0,-3 2 0,-3 3 0,-1 6 0,0 0 0,-7 0 0,0 0 0,1 15 0,5 4 0,-5 11 0,-1-4 0,7 8 0,6-4 0,-2 0 0,6 7 0,-6-14 0,9 9 0,-1-15 0,7 3 0,3-7 0,3-1 0,7-5 0,4-5 0,9-4 0,-1-5 0,8-3 0,-8-10 0,1 1 0,-7 0 0,1 0 0,-1-1 0,0-5 0,0-1 0,-1 0 0,-6 7 0,6 0 0,-16-1 0,15 10 0,-15 1 0,7 11 0,-9 5 0,0 3 0,0 10 0,0 7 0,2-1 0,4 0 0,3 0 0,4-14 0,4-1 0,-4 2 0,4-9 0,4 3 0,5-5 0,-5-2 0,9-9 0,-6-6 0,2-8 0,-1 1 0,-5-14 0,-1 4 0,0-13 0,0-7 0,1-3 0,-1-3 0,-2-7 0,-4 1 0,2-6 0,-9 5 0,3 3 0,-3 11 0,-3 6 0,3 13 0,-4 10 0,-2 9 0,0 9 0,0 6 0,0 17 0,0 9 0,0 11 0,-2 10 0,-4 9 0,3 0 0,-3 6 0,4-4 0,2-2 0,0 2 0,0 4 0,0-10 0,0 4 0,0-13 0,0 0 0,0-5 0,0-1 0,0-9 0,0-2 0</inkml:trace>
  <inkml:trace contextRef="#ctx0" brushRef="#br0" timeOffset="21">28852 5611 8912,'0'-19'0,"-6"-1"0,-1-1 0,3-5 0,2 5 0,4-1 0,5 9 0,5 3 0,14-3 0,4-2 0,9 8 0,8 1 0,4 6 0,5-2 0,2-5 0,2 3 0,4-9 0,5 1 0,8-8 0</inkml:trace>
  <inkml:trace contextRef="#ctx0" brushRef="#br0" timeOffset="22">29759 5264 8912,'-30'19'0,"-5"-8"0,10-5 0,-7-4 0,6-2 0,-8 9 0,1 4 0,-1 4 0,2 2 0,-2 9 0,8 4 0,2-2 0,12 2 0,-3-2 0,8 2 0,1 3 0,6-10 0,0-5 0,0-7 0,8-7 0,5 7 0,4-9 0,3 3 0,1-7 0,5-7 0,-3-4 0,9-8 0,-8 0 0,2 0 0,-5-1 0,-2 1 0,1 0 0,-1-1 0,-6 8 0,0-1 0,-3 6 0,3-6 0,4 7 0,-4-7 0,4 7 0,3-7 0,-7 9 0,-1-3 0,1 5 0,7 2 0,-1 0 0,-6 2 0,0 5 0,-9 3 0,2 10 0,3-1 0,-3 0 0,1 0 0,-7 1 0,-2 5 0,-5 1 0,-4 8 0,-8-4 0</inkml:trace>
  <inkml:trace contextRef="#ctx0" brushRef="#br0" timeOffset="23">29277 6228 8912,'-22'30'0,"-4"-4"0,5-14 0,-5-5 0,5 4 0,2 1 0,-1 6 0,1 1 0,6 2 0,2 7 0,3 11 0,1-1 0,7 18 0,0-5 0,0 12 0,0 1 0,0 0 0,0-6 0,0 0 0,0 0 0,0-3 0,0-3 0,0-5 0,0-9 0,-2 1 0,-4 0 0,2-9 0,-9-5 0,6-6 0,-6-6 0,1-4 0,-8-26 0,1-5 0</inkml:trace>
  <inkml:trace contextRef="#ctx0" brushRef="#br0" timeOffset="24">28949 6594 8912,'0'-28'0,"0"5"0,0-9 0,0 8 0,0-2 0,8 5 0,5 2 0,4 2 0,3 4 0,1-2 0,5 8 0,-5 1 0,5 6 0,-5 8 0,-1 5 0,-1 4 0,0 3 0,-8 5 0,-5 1 0,-4-2 0,-2 6 0,0-7 0,0 9 0,-8-2 0,-5 3 0,-2 1 0,2-9 0,-4 8 0,4-8 0,2 1 0,-1-7 0,-1 1 0,-7-1 0</inkml:trace>
  <inkml:trace contextRef="#ctx0" brushRef="#br0" timeOffset="25">29547 6671 8912,'-20'0'0,"1"0"0,-7 0 0,1 0 0,-3 9 0,2 4 0,5 2 0,-5 2 0,4 2 0,3-4 0,6 13 0,0-9 0,9 9 0,-2-2 0,10 2 0,2-9 0,9-13 0,-4 3 0,8-9 0,7 0 0,0 0 0,-7-9 0,-6-3 0,-2-6 0,2-1 0,-3 0 0,-3 0 0,-5-1 0,4 1 0,-6 0 0,-6-1 0,2-3 0,-9 4 0,8-5 0,-1 11 0,-5 5 0,7-3 0,-9 5 0,9 3 0,-5 3 0,9 11 0</inkml:trace>
  <inkml:trace contextRef="#ctx0" brushRef="#br0" timeOffset="26">29971 6710 8912,'11'-9'0,"-3"-1"0,-8-10 0,0 10 0,0 1 0,0 11 0,0 5 0,-6 5 0,-3 12 0,-2 2 0,7 8 0,-11-6 0,9 4 0,-3 4 0,3-3 0,4 1 0,-5-2 0,-1 2 0,1-8 0,1 0 0,6-7 0,-9 0 0,7 1 0,-7-1 0</inkml:trace>
  <inkml:trace contextRef="#ctx0" brushRef="#br0" timeOffset="27">29894 6768 8912,'-20'-39'0,"8"1"0,-1-1 0,8 9 0,-1 4 0,4 11 0,2 3 0,8-1 0,-1 2 0,12 5 0,-4 3 0,11 3 0,4 0 0,2 0 0,-2 7 0,2-1 0,-8 9 0,12-4 0,-6 8 0</inkml:trace>
  <inkml:trace contextRef="#ctx0" brushRef="#br0" timeOffset="28">30279 6710 8912,'-12'11'0,"-1"-5"0,6 3 0,-6-3 0,7 3 0,-7-3 0,7-4 0,-7 5 0,0 3 0,2-8 0,-6 16 0,15-8 0,-4 10 0,-5-10 0,9 1 0,-5-5 0,5-3 0,2 5 0,2-8 0,5 0 0,-3-8 0,9-5 0,0-7 0,6-5 0,0 3 0,1-3 0,-1-3 0,0 2 0,0 0 0,1 7 0,-3 0 0,-4 0 0,4 6 0,-4 0 0,4 9 0,2-5 0,0 9 0,-6 0 0,0 0 0,-6 9 0,5 3 0,-7 6 0,1 1 0,5 0 0,2 0 0,-3-2 0,3-4 0,-6 2 0,6-8 0,-1-1 0,8-6 0,-1 0 0,0 0 0,1 0 0</inkml:trace>
  <inkml:trace contextRef="#ctx0" brushRef="#br0" timeOffset="29">31070 5939 8912,'0'-30'0,"0"4"0,0 5 0,0 1 0,0 10 0,0 1 0,-8 26 0,-5 9 0,-2 10 0,2 9 0,-11 5 0,5 7 0,-5 8 0,5-1 0,2 9 0,4-3 0,-2-1 0,9 2 0,-1-9 0,7 2 0,0-12 0,0-8 0,2-11 0,5-8 0,4-12 0,8-6 0,2-5 0,5-2 0,4-9 0,9-4 0,-1-10 0,1-3 0,6-8 0,0 2 0,0-3 0,-7 3 0,5-2 0,-4 8 0,-5 1 0,-15 5 0,1 3 0,-1 4 0,-6 5 0,0 8 0,-9 4 0,2 9 0,-4 2 0,-2 17 0,0-6 0,0 6 0,0 0 0,0 7 0,0-7 0,0 0 0,0-9 0,0 3 0,0-5 0,-8-10 0,-3 6 0,-8-12 0,0 7 0,-1-7 0,1-5 0,0-11 0,-1-8 0</inkml:trace>
  <inkml:trace contextRef="#ctx0" brushRef="#br0" timeOffset="30">31089 6344 8912,'-27'-9'0,"-3"5"0,-9-9 0,9 9 0,4-3 0,5 5 0,2 2 0,8 0 0,4 2 0,14 5 0,25-5 0,26 4 0,25-12 0,-28-1 0,2-1 0,2-3 0,2-2-240,2-1 0,0-2 0,5-3 0,1 0 240,2 0 0,0-1 0,2-2 0,2-1-440,6 1 1,-2-1 0,-8-3 0,-2-1 0,1 2 0,1 0 0</inkml:trace>
  <inkml:trace contextRef="#ctx0" brushRef="#br0" timeOffset="31">26692 8966 8912,'-2'-19'0,"-4"-1"0,-7 1 0,-2 0 0,0-1 0,2 1 0,-2 0 0,0 0 0,0 1 0,2 6 0,0 3 0,-6 9 0,0 13 0,-1 10 0,-1 18 0,-5 13 0,5 8 0,-5 15 0,5 0 0,1 7 0,3-1 0,4 1 0,7 1 0,4-5 0,4-1 0,4-8 0,5-18 0,8-1 0,7-20 0,0-13 0,8-8 0,-2-11 0,-2-17 0,0-11 0,-2-13 0,-2-17 0,-7-10 0</inkml:trace>
  <inkml:trace contextRef="#ctx0" brushRef="#br0" timeOffset="32">26711 9294 8912,'0'10'0,"0"7"0,0-4 0,0 4 0,-2 5 0,-4 4 0,2 4 0,-9 8 0,8 3 0,-1 4 0,-3-2 0,3 8 0,2-8 0,10 0 0,7-9 0,13-6 0,-3-17 0,9-5 0,3-12 0,10-7 0,-11-13 0,5-6 0,-14-11 0,1-2 0,-13-6 0,-7 6 0,-6 0 0,-6 6 0,-7 3 0,-13 4 0,3-3 0,-9 10 0,-1 5 0,-3 10 0,4 1 0,-5 3 0,16 8 0,-5 4 0,7 5 0,6 8 0,5 0 0,8 1 0,0-1 0,0 0 0,8-8 0,5-5 0,13-3 0,4-3 0</inkml:trace>
  <inkml:trace contextRef="#ctx0" brushRef="#br0" timeOffset="33">27078 9101 8912,'0'-26'0,"0"0"0,0 1 0,0 5 0,0 1 0,0 0 0,-2 8 0,-5 5 0,5 6 0,-4 6 0,4 7 0,2 15 0,0 10 0,0 10 0,0 9 0,0 3 0,0 5 0,8-5 0,-4 6 0,7-10 0,-2-5 0,6 5 0,-11-9 0,9 2 0,2-10 0,2-9 0,4-13 0,3-4 0,2-7 0,-1-12 0,-5-13 0,-1-14 0,-2-9 0,-4-3 0,2-7 0,-9 7 0,1 0 0,-7 7 0,0-1 0,0 0 0,0 1 0,-9 8 0,7 2 0,-6 9 0,-1 8 0,7 7 0,-5 17 0,5 2 0,2 17 0,7 6 0,-1 7 0,3 7 0,-3-7 0,3 2 0,4-2 0,4-4 0,-4 1 0,4-7 0,2-7 0,2-9 0,5 0 0,-4-8 0,3-5 0,3-12 0,-2-7 0,-3-4 0,-1-11 0,-5-2 0,-4-9 0,2 7 0,-9 0 0,1 2 0,-7-2 0,0-2 0,0 8 0,-9 0 0,5 9 0,-9 4 0,9-4 0,-5 15 0,9-4 0,0 12 0,0 7 0,0 4 0,2 2 0,5 1 0,1-1 0,5 0 0,4 0 0,-4 1 0,6-3 0,7-4 0,-4-3 0,3-3 0,-1-5 0,2 4 0,-5-6 0,5-6 0,-11 2 0,-2-9 0,-3 0 0,3-6 0,-6-1 0,-5 1 0,-2 0 0,0 0 0,0-1 0,0 1 0,0 6 0,0 0 0,-9 9 0,7-5 0,-7 9 0,9 9 0,0 4 0,0 6 0,0 7 0,0-3 0,0 10 0,0-1 0,0 6 0,0-6 0,0 1 0,0-10 0,0 3 0,0-5 0,0-1 0,0-1 0,0 0 0,0-8 0,0-11 0,0-13 0,3-13 0,3-6 0,-2-4 0,9-3 0,-6 1 0,5-1 0,-5 0 0,6 1 0,-7 6 0,7 0 0,0 8 0,6-2 0,-6 7 0,0 6 0,0-2 0,6 9 0,0-1 0,1 16 0,-1 4 0,-6 6 0,0 7 0,-7-5 0,7 5 0,-9 2 0,3-3 0,-5 1 0,-2-7 0,0 1 0,0-1 0,0-6 0,0 0 0,0-9 0,0 5 0,0-9 0,0-9 0,0-4 0,2-10 0,4-3 0,-1-2 0,8 2 0,-7 3 0,7-9 0,-7 8 0,7-2 0,-6 11 0,5 2 0,1 9 0,7-4 0,-3 10 0,-4 4 0,4 3 0,-4 4 0,2 4 0,-3-4 0,12 4 0,-5 2 0,5-6 0,-5 0 0,7-9 0,0 2 0,1-3 0,-1-3 0,-2 0 0,8 0 0,-9-3 0,3-3 0,-11 2 0,-2-9 0,-2 0 0,2-6 0,-5-1 0,-8 1 0,0 0 0,0 0 0,-2 1 0,-4 6 0,1 1 0,-8 4 0,9 5 0,-4-6 0,5 8 0,-3 0 0,4 8 0,-7 3 0,9 8 0,0 1 0,0-1 0,0 7 0,0-1 0,0 3 0,0-2 0,-6-5 0,-1 5 0,1-5 0,6-1 0,0-1 0,0 0 0,0-8 0,0-5 0,0-12 0,2-7 0,5-13 0,3 1 0,10-14 0,-1 5 0,0-11 0,0 4 0,-8 3 0,6 1 0,-4 5 0,2-2 0,-2 8 0,4 7 0,-4 6 0,-2 9 0,2-3 0,-7 14 0,5 6 0,-3 4 0,7 11 0,-10-5 0,7 9 0,1-6 0,7 6 0,-3-6 0,-4 6 0,12-9 0,-12 3 0,13-13 0,-5-4 0,-1-9 0,-1 0 0,0 0 0,-2-9 0,-4-4 0,4-13 0,-4-6 0,4 2 0,3-2 0,-3 0 0,-4-7 0,4 1 0,-4-1 0,-5 9 0,-1 5 0,3-5 0,-8 8 0,7 3 0,-3 13 0,1 12 0,8 5 0,-2 8 0,6 2 0,7 5 0,-5-2 0,5 8 0,2 0 0,-3 6 0,-1 1 0,-11 0 0,2-1 0,-9 1 0,1-1 0,-7 1 0,-5-7 0,-7 0 0,-10 0 0,-16 7 0,-3-7 0,-4 0 0,4-8 0,-4 1 0,7-12 0,5-6 0,-1 1 0,8-1 0,3-3 0,10-10 0,4-14 0,9-12 0,0-13 0,9-4 0,2-9 0</inkml:trace>
  <inkml:trace contextRef="#ctx0" brushRef="#br0" timeOffset="34">30453 8947 8912,'-30'0'0,"-4"0"0,8 0 0,2 0 0,3 0 0,10 2 0,5 4 0,6-4 0,8 5 0,12-5 0,10-2 0,15 0 0,4 0 0,9 0 0,8-9 0,-4 5 0,9-9 0,-11 2 0,-2-1 0,-2-3 0,-11 8 0,-7-6 0,-6 7 0,-10-3 0,-3 3 0,-19 4 0,-19-5 0,-9 14 0,-11 3 0,1 10 0,-1-7 0,1-1 0,1-1 0,5 2 0,-4-13 0,6-11 0</inkml:trace>
  <inkml:trace contextRef="#ctx0" brushRef="#br0" timeOffset="35">27039 10990 8912,'0'-12'0,"0"-1"0,0-2 0,0-2 0,0 6 0,0 7 0,0 16 0,0 16 0,0 13 0,7 17 0,-1 12 0,-2 5 0,7 3 0,-9 5 0,5 3 0,-5 2 0,-4 0 0,-5 2 0,-6-7 0,-10-4 0,-3-2 0,3-10 0,10-9 0,-4-18 0,17-35 0,0-31 0,8-21 0,11-30 0</inkml:trace>
  <inkml:trace contextRef="#ctx0" brushRef="#br0" timeOffset="36">26885 11068 8912,'-28'-9'0,"0"-2"0,-4-8 0,6 0 0,5 8 0,10 0 0,5 5 0,12 4 0,14-7 0,14 9 0,9 0 0,15-8 0,12-5 0,7-2 0,7 2 0,-5-2-494,5 8 494,-13-8 0,-7 13 0,-13-2 0,-6 8 0,-13 16 0,-6 10 0,-13 8 0,-7 1 0,-21 8 0,-6 2 0,-18 9 0</inkml:trace>
  <inkml:trace contextRef="#ctx0" brushRef="#br0" timeOffset="37">26866 11742 8912,'8'11'0,"-6"-2"0,7-9 0,-7 0 0,5 0 0,-5 0 0,15-3 0,-2-3 0,8-7 0,10-4 0,12-2 0,-5 0 0,16-1 0,-5 1 0,5 0 0,2-1 0,0 1 0,-9 0 0,-4 0 0,-13-1 0,3 7 0,-10 1 0,-5 7 0,-8-1 0,-7 2 0,1-3 0,-4 5 0,-10-7 0,6 9 0,-7-2 0,9-4 0,0-5 0,0 0 0,0-6 0,0 4 0,0 5 0,-2-1 0,-5 9 0,3 0 0,-9 0 0,0 9 0,-8 2 0,-5 8 0,5 2 0,-5 5 0,5 2 0,1 4 0,8 4 0,-1-3 0,8 3 0,-1 3 0,4-3 0,4-2 0,4-2 0,14-8 0,12 2 0,4-5 0,11-10 0,5-5 0,6-4 0,4-6 0,2-9 0,9 0 0,-7-21 0,5 8 0,-13-8 0,-13 2 0,-6 2 0,-7-2 0,-6 2 0,-14-2 0,-3 2 0,-9 4 0,-2 5 0,-5-5 0,-5 11 0,-14 2 0,2 9 0,-8-3 0,6 7 0,-6 7 0,6 3 0,-4 10 0,3-1 0,-8 9 0,14-5 0,-5 10 0,7-3 0,6 2 0,-2 4 0,9-6 0,1 0 0,3 6 0,2-8 0,0 4 0,9-6 0,4-13 0,6 2 0,4-9 0,3-1 0,8-12 0,-1-6 0,3-4 0,-4-4 0,0-3 0,3-1 0,-7-10 0,-3 3 0,-3 4 0,-3-6 0,0 8 0,1 3 0,-10 1 0,-1 3 0,-7 8 0,4 5 0,-3 4 0,5 10 0,-8 5 0,0 11 0,0 2 0,0 1 0,0-1 0,2-4 0,5 3 0,-3-1 0,9 1 0,0-10 0,4 5 0,-4-3 0,4-9 0,-4-1 0,4-5 0,0-4 0,-4-5 0,13-3 0,-5-10 0</inkml:trace>
  <inkml:trace contextRef="#ctx0" brushRef="#br0" timeOffset="38">28640 11048 8912,'19'-19'0,"-8"0"0,-4-1 0,3 1 0,-8 6 0,5 0 0,-5 11 0,-2 2 0,0 9 0,0 25 0,-2 9 0,-5 11 0,5-1 0,-6 20 0,8-7 0,0 3 0,8-7 0,1 4 0,6-8 0,-2 0 0,0-9 0,6-4 0,-8-12 0,-3 1 0,-8-9 0,0-1 0,-8-11 0,-12-5 0,-10-8 0,-8 0 0</inkml:trace>
  <inkml:trace contextRef="#ctx0" brushRef="#br0" timeOffset="39">28351 11704 8912,'-9'-28'0,"5"7"0,-9-5 0,9 4 0,-3 3 0,10 0 0,9 0 0,10-1 0,16 1 0,10 0 0,1-1 0,11 3 0,4 4 0,-4-4 0,7 13 0,-10-7 0,1 3 0,-8-7 0,-5 13 0,-13-7 0,-7 0 0,-12 7 0,-4-15 0,-9 6 0,0 1 0,-9 1 0,7 9 0,-9 9 0,5 4 0,4 10 0,-5 3 0,5-3 0,2 5 0,0-2 0,0 2 0,0-2 0,0-5 0,0 5 0,0-5 0,0-8 0,2 0 0,5 2 0,-3-7 0,9-1 0,-9-5 0,13-2 0,-4 0 0,2-15 0,2-4 0,3-3 0,-12-8 0,12-2 0,-5-4 0,4-9 0,0 0 0,-2 0 0,-2 8 0,-2 5 0,-2 4 0,2 9 0,-3 0 0,-3-1 0,-5 10 0,15 1 0,-15 13 0,5 9 0,3 0 0,-7 24 0,5-7 0,1 0 0,-7 6 0,15-8 0,-4 4 0,4-6 0,2-5 0,-6-4 0,0-4 0,0-4 0,6-9 0,0 0 0,9 0 0,-4-9 0,8-4 0,-8-10 0,1-5 0,-3-2 0,3 0 0,1-2 0,-2-3 0,-11 10 0,4-1 0,-9 7 0,5-1 0,4 1 0,-15 8 0,7 3 0,-7 8 0,5 0 0,-5 2 0,4 4 0,3-1 0,-3 8 0,9-9 0,-4 4 0,8-8 0,0-2 0,1-4 0,-3-5 0,-4-8 0,4 0 0,-6-1 0,-1 1 0,-3 0 0,-5 0 0,-2 8 0,0 2 0,-9 9 0,-4 0 0,-4 9 0,-2 4 0,0 4 0,-1 11 0,1 4 0,6 2 0,3 0 0,1-2 0,-6 1 0,13-1 0,-5 0 0,5-9 0,2 3 0,2-7 0,7-4 0,10-2 0,1-8 0,16 1 0,-4-12 0,5-7 0,3-13 0,5-6 0,5-13 0,14 2 0,0-8 0,7-1 0,-7-6 0,0 1 0,-8-1 0,-4 0 0,-7 9 0,-13 4 0,-11 10 0,-8 3 0,-9 17 0,5-2 0,-11 19 0,-5 5 0,3 5 0,-9 14 0,7 6 0,-7 13 0,9-2 0,-3 9 0,-1-7 0,1 6 0,1-6 0,6 6 0,-9-8 0,5 11 0,-9-9 0,-2-2 0,-11-3 0,-6-8 0,-13 1 0,-6 1 0,-5-6 0,-2-3 0,-8-12 0,6-4 0,-5-7 0,5 4 0,11-3 0,2 3 0,8-12 0,-8-5 0,-2-8 0</inkml:trace>
  <inkml:trace contextRef="#ctx0" brushRef="#br0" timeOffset="40">30897 10663 8912,'12'0'0,"1"0"0,2 0 0,2 0 0,3 0 0,-1-3 0,2-1 0,5-2 0,-4-7 0,5 4 0,-1-1 0,0-3 0,-3 2 0,5-6 0,-2 4 0,-5-4 0,-6-2 0,3-1 0,-16-5 0,6-3 0,-1 0 0,-1 0 0,1-4 0,-7 6 0,-3 1 0,-3 5 0,2 1 0,-9 0 0,6-1 0,-5 1 0,-1 17 0,-2 11 0,-5 29 0,3 18 0,-15 34 0,0 10 0,13-40 0,-1 3 0,0 3 0,0 3 0,-2 6 0,1 2 0,-2 5 0,1 3 0,0 6 0,1 2-1034,0 4 0,1 1 1034,4 3 0,2-3 0,3-17 0,3-3 0,4-8 0,4-3 0,1-10 0,2-3 0,8 32 0,17-28 0,4-13 0,-13-22 0,15-5 0,-12-18 0</inkml:trace>
  <inkml:trace contextRef="#ctx0" brushRef="#br0" timeOffset="41">27020 13555 8912,'13'0'0,"0"0"0,2 0 0,2 0 0,-4 0 0,0 0 0,-9-2 0,2-5 0,-4 3 0,-2-9 0,0 0 0,0-6 0,0 0 0,0-1 0,-2 3 0,-2 2 0,-2 2 0,-18 1 0,9-6 0,-17 3 0,-2 3 0,-3 7 0,-8-3 0,-2 8 0,-2 0 0,-3 0 0,1 8 0,2 9 0,1 13 0,-5 11 0,12 28 0,-4 6 0,4 6-73,11 11 1,11-6 0,13 4 72,4-7 0,10-12 0,9-15 0,9-18 0,15-16 0,-3-16 0,7-8 0,0-11 0,-4-10 0,4-22 0,-4 0 0,-3-13 0,-1 2 0,-5-15 0,-6 1 0,-14-7 0,-5-1 0,-5 1 0,-2 5 0,-4-3 0,-9-5-108,0-1 0,-15 10 108,9 0 0,2 16 0,4 1 212,6 11-212,-3 18 0,8 16 0,-7 26 0,9 9 0,9 19 0,1 15 0,1 15 0,4 4 0,-9 11 0,9 4-724,-2 3 724,4 4 0,5-24 0,4 0 0,-3 0 96,9-6 1,0-16-97,7-10 0,0-13 0,-1-12 0,1-10 0,-1-3 0,-8-16 0,-4-10 0,-7-9 0,-6-10 0,2-1 369,-8 0 1,5-6-370,-5 0 0,-1-6 6,-6 6 1,0-9-7,0 3 0,0 4 0,-2 4 0,-4 9 0,4 6 0,-7 17 0,9 11 0,0 20 0,0 12 0,0 4 0,0 11 0,6 0 0,1 5 0,6 1 0,-7-8 0,7 0 0,-7-6 0,9-3 0,-2-4 0,-2 1 0,2-14 0,-7 4 0,7-10 0,-6-4 0,3-5 0,-1-8 0,-3-7 0,3-25 0,2-5 0</inkml:trace>
  <inkml:trace contextRef="#ctx0" brushRef="#br0" timeOffset="42">27406 13073 8912,'-30'30'0,"-5"-2"0,8-9 0,-1 0 0,2 0 0,9 1 0,-2-10 0,16-1 0,-5-9 0,16 0 0,5 0 0,4-9 0,3-3 0,-7-6 0,-1-1 0,3 0 0,-6 0 0,0-9 0,-9 6 0,0-3 0,0 12 0,0 4 0,-9 26 0,7-2 0,-5 17 0,5 1 0,2 5 0,0 1 0,0-1 0</inkml:trace>
  <inkml:trace contextRef="#ctx0" brushRef="#br0" timeOffset="43">27772 13478 8912,'11'0'0,"-3"0"0,-8 0 0,0 0 0,0 8 0,0 5 0,0 4 0,0 9 0,0 0 0,0 8 0,0-4 0,0 8 0,0 1 0,0 0 0,3-9 0,3-5 0,-4-3 0,5-3 0,-5 0 0,-2-8 0,0-5 0,0-12 0,8-5 0,-6-17 0,5-4 0,-5-11 0,-2-2 0,0-8 0,0 2 0,6 3 0,1 3 0,6 5 0,-5 3 0,3 5 0,-7 4 0,13 9 0,-4 0 0,4 8 0,3 5 0,-3 12 0,-2 9 0,-2 9 0,0-3 0,0 15 0,-1-3 0,-5 3 0,6 3 0,-9-1 0,2 1 0,-3-3 0,-3-4 0,6-4 0,0-9 0,1 1 0,-7-10 0,0-3 0,0-14 0,8-10 0,5-9 0,-2-10 0,2-2 0,-7-1 0,7-6 0,0 4 0,6 3 0,-2 6 0,-4-1 0,4 10 0,-4-3 0,4 13 0,3 5 0,-1 8 0,-6 10 0,0 8 0,2 5 0,-7 11 0,9-10 0,-4 8 0,4-8 0,3 1 0,5-3 0,1-3 0,2-8 0,-2-5 0,-3-4 0,7-2 0,-2 0 0,6-8 0,-12-3 0,4-8 0,-11 0 0,-3-1 0,-7 1 0,1 0 0,-6-1 0,-6 1 0,-5 0 0,-8 0 0,-3 1 0,-3 6 0,-3 3 0,-4 9 0,2 0 0,4 0 0,7 2 0,-1 5 0,1 3 0,6 10 0,5 5 0,1 1 0,5 0 0,2-7 0,2 7 0,5-1 0,5-1 0,14-11 0,11 2 0,8-9 0,8 1 0,-1-7 0,1-2 0,-1-5 0,1-4 0,-8-8 0,-2-7 0,-11-1 0,-6-3 0,-5 6 0,-1-10 0,-3 6 0,-4-2 0,-5 6 0,-8 3 0,0 8 0,0 9 0,-8-3 0,-5 14 0,4-5 0,-2 15 0,7-4 0,-2 4 0,-1 2 0,7 1 0,0 1 0,0 5 0,0-5 0,0 7 0,0-9 0,0 3 0,0 3 0,7-3 0,-1 4 0,3-5 0,-3-2 0,-4-6 0,5 0 0,-5-9 0,-2 5 0,6-11 0,1-5 0,-1-4 0,-6-8 0,0-9 0,0-4 0,2 2 0,5-2 0,-5 9 0,4-3 0,-4 4 0,-2 3 0,9 0 0,-7 8 0,15 3 0,-4 10 0,13 4 0,-5-4 0,7 15 0,-9-4 0,9-2 0,4 2 0,-2-9 0,3 3 0,-3-5 0,2-2 0,4 0 0,-6 0 0,0 0 0,7-9 0,-16 5 0,3-9 0,-9-2 0,2-11 0,-15 5 0,4-5 0,-4 5 0,-2 1 0,-2 8 0,-4-1 0,2 0 0,-9-6 0,0 8 0,-6 2 0,-1 9 0,10 0 0,1 2 0,9 5 0,0-3 0,0 9 0,0 2 0,9 11 0,3-5 0,12 5 0,2-5 0,-1 7 0,-5-4 0,-1 8 0,0-6 0,1 6 0,-1-7 0,0 8 0,-8-1 0,-5 6 0,-4-6 0,-2 0 0,-10-6 0,-10 6 0,-5-8 0,-7 2 0,-5-5 0,5-2 0,2-6 0,-2 0 0,10-11 0,3-2 0,0-8 0,17-29 0,-7-4 0</inkml:trace>
  <inkml:trace contextRef="#ctx0" brushRef="#br0" timeOffset="44">30106 13227 8912,'0'-11'0,"0"5"0,-2 12 0,-5 7 0,5 4 0,-6 11 0,8 4 0,0 5 0,0 1 0,0 1 0,0-1 0,0 1 0,0 0 0,0 6 0,0 0 0,0-7 0,0-6 0,0 0 0,-9-2 0,-2-2 0</inkml:trace>
  <inkml:trace contextRef="#ctx0" brushRef="#br0" timeOffset="45">29894 13053 8912,'-17'-38'0,"4"-1"0,2 1 0,5-1 0,3 1 0,-5 14 0,8 5 0,0 12 0,8-8 0,5 9 0,11 2 0,2 10 0,8 5 0,-2 8 0,4-2 0,3-4 0,8 13 0,2-5 0</inkml:trace>
  <inkml:trace contextRef="#ctx0" brushRef="#br0" timeOffset="46">30434 13420 8912,'-20'30'0,"1"0"0,0-7 0,0 3 0,-1 0 0,10-7 0,3 0 0,5-8 0,6-2 0,9-9 0,2 0 0,17 0 0,-6-2 0,6-5 0,-6-4 0,6-8 0,-8 0 0,1 0 0,-3-1 0,-3 1 0,-8-2 0,-5-3 0,-4-2 0,-2 1 0,-8 5 0,-5 1 0,-13-7 0,-6 1 0,-2 5 0,2 7 0,-3 1 0,10-8 0,-5 7 0,10 1 0,-3 7 0,23-10 0,0 9 0,8-1 0,29-1 0,3-3 0</inkml:trace>
  <inkml:trace contextRef="#ctx0" brushRef="#br0" timeOffset="47">30993 13188 8912,'47'9'0,"-15"-7"0,-2 7 0,-17-9 0,-9 0 0,5 0 0,-9 0 0,0 2 0,0 4 0,0 5 0,0 8 0,0 1 0,0-1 0,0 9 0,-2-7 0,-5 5 0,5-3 0,-4 3 0,-3-4 0,1 1 0,-3-8 0,7 2 0,-5-12 0,9 7 0,-8-7 0,5 1 0,-3-12 0,4-11 0,2-9 0,2-15 0,4 3 0,5-12 0,8 5 0,7-8 0,2 3 0,2 1 0,-6 2 0,10 11 0,-8 6 0,-3 10 0,-1 10 0,-3 12 0,0 4 0,0 7 0,1 13 0,-7 10 0,-1 9 0,1 0 0,7-6 0,-1-1 0,0 1 0,0-9 0,1-4 0,1-7 0,3-6 0,1-7 0,1-4 0,-4-4 0,3-4 0,-1-7 0,8-13 0,-8-4 0,1-11 0,-3-4 0,-3 5 0,-2-16 0,-2 5 0,-2-5 0,-9 7 0,5-7 0,-9 7 0,0-1 0,0 12 0,0 10 0,0 17 0,0 11 0,0 13 0,0 19 0,0 7 0,6 10 0,1-4 0,6 11 0,-7 2 0,0-7 0,-6 7 0,0-5 0,0 5 0,-10 0 0,-10 0 0,-14-7 0,-11 1 0,-15-7 0,2 6 0,-12-6-159,-1 7 1,2-10 158,-1 3 0,-1-4 0,-6-9 0,0 0 0,-1 3 0,1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488"/>
    </inkml:context>
    <inkml:brush xml:id="br0">
      <inkml:brushProperty name="height" value="0.053" units="cm"/>
      <inkml:brushProperty name="color" value="#FF0000"/>
    </inkml:brush>
  </inkml:definitions>
  <inkml:trace contextRef="#ctx0" brushRef="#br0">12459 14924 8912,'-45'36'0,"-2"-2"0,-3-1 0,-1 3 0,2 7 0,4 8 0,10 7 0,5 9 0,3 8 0,5 6 0,7 0 0,7-4 0,8-4 0,2-4 0,4-3 0,5-4 0,8-10 0,0-5 0,3-11 0,4-3 0,6-8 0,-2-12 0,2-6 0,-9-14 0,3-6 0,-4-21 0,-3-7 0</inkml:trace>
  <inkml:trace contextRef="#ctx0" brushRef="#br0" timeOffset="1">12555 15618 8912,'0'19'0,"0"0"0,0 1 0,0-1 0,0 0 0,0 1 0,0-1 0,0 7 0,0-1 0,0 1 0,0-7 0,0 1 0,2-1 0,5 0 0,-5-8 0,15-3 0,-6-16 0,8-3 0</inkml:trace>
  <inkml:trace contextRef="#ctx0" brushRef="#br0" timeOffset="2">12536 15464 8912,'-11'-20'0,"5"1"0,-3 6 0,3 0 0,-1 7 0,7-7 0,0 9 0,0-13 0,9 12 0,4-7 0,4 7 0,2-3 0</inkml:trace>
  <inkml:trace contextRef="#ctx0" brushRef="#br0" timeOffset="3">12864 15656 8912,'9'30'0,"-7"5"0,4-10 0,-4 1 0,0-13 0,5 0 0,-5-7 0,4 7 0,-3-6 0,-3 5 0,0 1 0,-3-2 0,-3-5 0,4-3 0,-7-3 0,3-3 0,-1-3 0,1-5 0,6-8 0,0 0 0,0-1 0,0 1 0,9 0 0,3 0 0,6-1 0,1 1 0,0 0 0,0-1 0,3 3 0,1 2 0,3 2 0,0 9 0,-5-11 0,3 9 0,2 1 0,-1 3 0,-5 2 0,-1 0 0,0 0 0,0 0 0,1 0 0,-3 2 0,-4 5 0,4-5 0,-15 9 0,4-5 0,-6 5 0,-6 8 0,-5 0 0,-8-6 0,0 0 0,-1-2 0,1 4 0,0-2 0,0 0 0,-1 6 0,3 0 0,4 0 0,-2 1 0,9-1 0,-1-8 0,7 6 0,0-4 0,7-3 0,1 1 0,3-2 0,2-3 0,6-6 0,1 0 0,-3-2 0,-4-4 0,2-12 0,-9-7 0,0-10 0,-3 3 0,1-6 0,2-7 0,1 2 0,-7-9 0,0 7 0,0-6 0,-7 8 0,1-2 0,-1 7 0,-1 6 0,6 4 0,-5 8 0,5 1 0,2 11 0,0 8 0,0 8 0,0 20 0,0 4 0,2 5 0,5 1 0,-3 7 0,9 0 0,-2 6 0,1-6 0,6 5 0,-6-10 0,6-3 0,1-5 0,0 0 0,0-4 0,1-9 0,-10-8 0,8-2 0,-6-9 0,6 0 0,-8 0 0,7-9 0,-4-4 0,-4-10 0,-1-5 0,1-2 0,-7 6 0,7-10 0,-9 8 0,0 3 0,0 1 0,-2-4 0,-5 1 0,3 5 0,-9 8 0,9 7 0,-11 5 0,6 13 0,1 6 0,-1 7 0,-6 4 0,13 9 0,-5-1 0,5 1 0,2-1 0,0-1 0,2-3 0,5-2 0,4-8 0,10 4 0,3-11 0,1-4 0,10-5 0,-3-8 0,4 0 0,1-8 0,-5-5 0,-9-4 0,-6-3 0,-4 1 0,-8 0 0,3-9 0,-8-2 0,0-9 0</inkml:trace>
  <inkml:trace contextRef="#ctx0" brushRef="#br0" timeOffset="4">13732 15522 8912,'19'0'0,"0"0"0,-6 0 0,0 0 0,-9 0 0,14 2 0,-6 4 0,3 5 0,-2 8 0,4 0 0,-2 1 0,7-1 0,6 0 0,2 0 0,-5 1 0,8-1 0,-8 0 0,7 1 0,-6-1 0,4-2 0,-2-4 0,-2-5 0,-7-8 0,-8-8 0,6-3 0,-6-8 0</inkml:trace>
  <inkml:trace contextRef="#ctx0" brushRef="#br0" timeOffset="5">14253 15406 8912,'-18'19'0,"6"0"0,-6 9 0,6 4 0,-6 7 0,-1 6 0,8 4 0,-6 11 0,4 2 0,-4 3 0,4 5 0,1-5 0,7-1 0,-1-6 0,4-15 0,2-5 0,0-19 0,0 1 0,8-14 0,3 3 0</inkml:trace>
  <inkml:trace contextRef="#ctx0" brushRef="#br0" timeOffset="6">14754 15714 8912,'11'-8'0,"-3"6"0,-1-9 0,-1 4 0,1 3 0,-7-9 0,0 9 0,0-5 0,0 18 0,0 2 0,0 10 0,0 3 0,0 1 0,0 10 0,0-3 0,0 4 0,0 3 0,0-1 0,0 1 0,0 0 0,0-1 0</inkml:trace>
  <inkml:trace contextRef="#ctx0" brushRef="#br0" timeOffset="7">15448 15329 8912,'-13'-13'0,"1"0"0,-1 7 0,-7-7 0,1 11 0,0 2 0,0 8 0,-1 14 0,3 1 0,4 3 0,5 8 0,8-4 0,0 9 0,8-1 0,5-1 0,4-5 0,5 2 0,3-8 0,-3-1 0,6 1 0,-9-2 0,0-7 0,1 2 0,-1-17 0,0 5 0,0-5 0,1-4 0,-1-5 0,-2-6 0,-4-12 0,2 1 0,-6-6 0,-1 0 0,1 0 0,-3 7 0,-6-5 0,0 9 0,0-1 0,0 1 0,0 8 0,0 11 0,0 11 0,0 10 0,0 3 0,0 4 0,0 2 0,7-5 0,-1 8 0,9-10 0,-4 5 0,8-9 0,0-6 0,1 0 0,-1-9 0,0 3 0,0-7 0,1-9 0,-1-10 0,-6-3 0,0-10 0,-9 9 0,7-14 0,-7 5 0,2-4 0,-8 6 0,-8 2 0,-10 9 0,1-1 0,-9 1 0,5 6 0,-7 3 0,2 1 0,4 5 0,3 2 0,10 2 0,-6 0 0,15 8 0,-7 3 0</inkml:trace>
  <inkml:trace contextRef="#ctx0" brushRef="#br0" timeOffset="8">16027 15174 8912,'11'0'0,"-3"0"0,-8 3 0,0 3 0,0-2 0,0 9 0,0-6 0,0 5 0,0 8 0,0 5 0,0 3 0,0-2 0,0-5 0,2 16 0,5-5 0,-5-4 0,6 0 0,1 0 0,-7-7 0,15 7 0,-4-11 0,4-4 0,3-5 0,-1-8 0,-2-8 0,-4-5 0,2 2 0,-9-2 0,7 1 0,-6-8 0,-3 1 0,0 2 0,3 4 0,-5 4 0,8 9 0,-3 0 0,4 9 0,1-5 0,1 9 0,0-6 0,6 3 0,1-1 0,-1 6 0,7-13 0,-1 4 0,-1-3 0,6-3 0,-9 0 0,5 0 0,-4 0 0,-3-9 0,0-4 0,0-2 0,1 2 0,-7-4 0,-1 4 0,-7-4 0,1-2 0,-4 0 0,-2-1 0,0 1 0,0 0 0,0-1 0,0 10 0,0 1 0,0 26 0,0-4 0,9 15 0,4-9 0,4-8 0,2 6 0,-2-13 0,-4 9 0,4-8 0,-4 1 0,-2 3 0,2-3 0,-9 0 0,13-6 0,-6-2 0,8-4 0,-8 4 0,4-15 0,-7 6 0,3 0 0,-7-6 0,5 13 0,-9-9 0,9 9 0,-7-14 0,6 16 0,-8-6 0,0 16 0,0 3 0,0 0 0,2 4 0,5-9 0,-5 1 0,7-7 0,-7 0 0,4 0 0,-4 0 0,9 0 0,-5 0 0,-1-7 0,8 1 0,-9-9 0,7 10 0,-5-7 0,-2 7 0,9-1 0,-9-5 0,7 9 0,-4-4 0,3 3 0,1 3 0,6 9 0,-15-5 0,5 9 0,-5-6 0,-2 5 0,0-7 0,8 12 0,-5-15 0,5 7 0,-8-9 0,2-9 0,3-4 0,1-4 0,0 6 0,1-6 0,1 4 0,3-4 0,-7-2 0,14 0 0,-6-1 0,-1 1 0,2 0 0,0 8 0,6 5 0,0 3 0,-6 3 0,0 0 0,-2 9 0,2 4 0,4 2 0,-4 0 0,4-2 0,-6 0 0,6-1 0,-4 1 0,4-8 0,2 1 0,-6-4 0,0-2 0,2 0 0,2 0 0,2-8 0,0-5 0,-6-7 0,0-5 0,-6 3 0,5-3 0,-7 3 0,1 3 0,-4 0 0,0 1 0,5 6 0,-5-6 0,7 16 0,-9-6 0,0 8 0,0 8 0,0 5 0,0 4 0,0 3 0,6 1 0,0 5 0,9-3 0,-2 9 0,4 3 0,3 1 0,-3-4 0,-2-2 0,-2-2 0,-9 6 0,5-10 0,-9 8 0,-2-8 0,-5 1 0,-6-3 0,-12-1 0,-8 5 0,-3-5 0,-3 5 0,-6-13 0,0-7 0,2-4 0,11-2 0,-2 0 0,8 0 0,-8-17 0,4-4 0</inkml:trace>
  <inkml:trace contextRef="#ctx0" brushRef="#br0" timeOffset="9">17705 14018 8912,'19'-67'0,"0"7"0,1 7 0,-1 18 0,9 1 0,4 21 0,4 7 0,3 4 0,8 14 0,5 18 0,3 26 0,3 28 0,-29-27 0,-2 6-333,-1 6 1,-1 3 0,0 7 0,-3 3 332,-1 7 0,-3 2 0,-6 0 0,-3 0 0,-1-1 0,-3 0 0,-2-2 0,-4 2 0,-2 2 0,-2 2 0,-4 1 0,-1-1 0,1-7 0,-2-1 0,-9 1 0,-3-3 0,4-6 0,0-1 0,-3 2 0,-1 0 0,1-2 0,-1 0 0,-3 6 0,-2-1 0,-2-6 0,-2-2 0,1-1 0,0-2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498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11630 5804 8912,'-3'13'0,"-3"-1"0,4-7 0,-7 12 0,9-15 0,0 7 0,0-9 0,0 0 0,9 8 0,-7-6 0,15 7 0,-15-7 0,5 4 0,-5-3 0,6 5 0,-5-8 0,5 0 0,-8 0 0,0 0 0,0-8 0,0 5 0,0-14 0,0 4 0,0-4 0,0 7 0,0-8 0,0 6 0,0-6 0,0-1 0,0-2 0,0-5 0,2 5 0,5-5 0,-3 2 0,9-1 0,-2 3 0,1-4 0,6 5 0,-6 2 0,6-1 0,1 3 0,0 4 0,0-4 0,1 9 0,-1-5 0,2 4 0,3 7 0,2-4 0,-1 4 0,-5-7 0,-1 9 0,0 0 0,1 0 0,1 0 0,3 2 0,1 5 0,3-5 0,-2 4 0,-5 3 0,5-3 0,4 9 0,-9-6 0,5 4 0,-4 4 0,-3-4 0,7-3 0,-1 3 0,-1 2 0,-3-6 0,-1 8 0,1-6 0,5-1 0,-5 7 0,7-12 0,-9 8 0,3-9 0,3 2 0,-3-4 0,6-2 0,0 0 0,2 0 0,2-6 0,2-3 0,7-1 0,-3-3 0,10-9 0,-8-1 0,5-3 0,-4 0 0,13 5 0,-7-3 0,2-1 0,-6-1 0,6 0 0,-4 1 0,4-10 0,9 3 0,2 4 0,5 3 0,5 3 0,-3 3 0,12 6 0,-8 2 0,-5 3 0,3 4 0,-5 10 0,0 7 0,-6 13 0,-9-5 0,5 15 0,-9-6 0,-2 0 0,-2 7 0,-3-3 0,1 5 0,1 3 0,5-9 0,-2-3 0,9 2 0,-1-9 0,7 3 0,-7-11 0,-1-4 0,-3-3 0,6-1 0,3-16 0,8-4 0,3-12 0,-3-8 0,11-3-222,9-3 1,12 1 221,-6-1 0,-2 3 0,-17 4 0,-5 4 0,-8 9 0,-9 6 0,-4 0 0,-6 9 0,-7-3 0,4 5 0,-3 2 0,1 0 0,-2 0 0,7 7 0,-3 1 0,7 3 0,10-7 0,-3 7 0,8-7 0,-1 3 0,-7 8 0,5-13 221,-3 4 1,-3 3-222,3-3 0,-1 1 0,7-7 0,0 0 0,8 0 0,9 0 0,9 0 0,-3 0 0,7-9 0,-7 5 0,7-9 0,-2-2 0,-2-2 0,-7-3 0,0 1 0,0 0-172,9 0 1,-7-1 171,5 1 0,-7 6 0,-6 0 0,-3 7 0,-4-7 0,-4 9 0,5-3 0,1 5 0,-2 2 0,16-2 0,-3-4 0,2 3 0,-8-3 0,-5 4 0,-8 2 0,0 0 0</inkml:trace>
  <inkml:trace contextRef="#ctx0" brushRef="#br0" timeOffset="1">21885 5128 8581,'76'-10'0,"14"2"0,-7 8 0,7-7 0,-6 1 0,8-1 0,-15 7 0,2 0 0,-6 0 0,6 0 0,5 2 0,10 3 0,5 1 0,-56-3 0</inkml:trace>
  <inkml:trace contextRef="#ctx0" brushRef="#br0" timeOffset="2">26190 5148 8750,'1'0'0,"63"0"81,0 0 0,-6 0-81,-6 0 0,-3 0 0,2 0 0,-4-2 0,-8-4 0,-7 3 0,-2-3 0,-2 4 0,6 2 0,-6 0 0,4 0 0,5 0 0,-5 0 0,4 0 0,3 0 0,6 6 0,0 1 0,2-1 0,-4-4 0,2 5 0,0-5 0,-7 6 0,1-5 0,0 3 0,-9-4 0,4 7 0,-8-9 0,6 0 0,-7 0 0,3 6 0,-2 1 0,-2-1 0,8-6 0,-9 6 0,3 1 0,2-1 0,-2-6 0,6 2 0,-7 5 0,8-5 0,-8 4 0,3-1 0,-2-1 0,6 2 0,-4 1 0,6-5 0,-6 2 0,2 3 0,-6-1 0,10 1 0,-6-1 0,2-2 0,-7 7 0,5-9 0,-8 7 0,-1-1 0,9-6 0,-7 7 0,5-7 0,-5 5 0,-1-5 0,-1 6 0,0-8 0,0 0 0,1 0 0,-1 0 0,0 0 0,-8 0 0,6 7 0,-4-1 0,4 1 0,2-7 0,1 2 0,-1 4 0,0-4 0,7 7 0,0-9 0,-3 0 0,7 8 0,-8-6 0,3 5 0,-3 1 0,-3-1 0,0-1 0,1-6 0,-1 9 0,0-1 0,1 5 0,-8 4 0,1-4 0,-2-2 0,2 2 0,-7 2 0,5-7 0,-9 10 0,5-6 0,-5 6 0,6 1 0,-6 0 0,5 0 0,-5 1 0,-2-1 0,0 0 0,0 1 0,0-1 0,0 0 0,0-6 0,0 0 0,0 2 0,9-7 0,-7 10 0,6-16 0,-8-2 0,0-11 0</inkml:trace>
  <inkml:trace contextRef="#ctx0" brushRef="#br0" timeOffset="3">22083 3528 8912,'0'-21'0,"-2"0"0,-5 1 0,5-3 0,-4 10 0,-5-4 0,9 8 0,-5 9 0,5 11 0,2 15 0,7 4 0,-1 10 0,-2 5 0,5 5 0,-3 10 0,-1 4 0,-3 7 0,-2 12 0,0-1 0,0 8 0,0 2-77,0 2 1,-7-6 0,1-5 76,2-3 0,1-12 0,3-1 0,0-10 0,0-14 0,0-4 0,0-14 0,0 1 0,0-4 0,0-12 0,-8-1 0,-9-26 0,-9-9 0,-8-8 0,4-13 0,-9-3 0</inkml:trace>
  <inkml:trace contextRef="#ctx0" brushRef="#br0" timeOffset="4">21581 4319 8912,'-19'0'0,"0"0"0,-1 0 0,1 0 0,8 0 0,-6 0 0,15 0 0,-6 2 0,8 5 0,2 3 0,4 10 0,5 5 0,8 1 0,7 2 0,0-2 0,8-3 0,-2 9 0,-2-8 0,2 2 0,-6 1 0,6-1 0,-6 2 0,6-2 0,-6-5 0,6 5 0,-9-5 0,3-1 0,2-8 0,-2 1 0,6-9 0,-7 3 0,10-9 0,-3-11 0,-2 0 0,2-13 0,0-1 0,7 1 0,-7-6 0,0 6 0,-8-2 0,1 2 0,-3 5 0,-3-5 0,-8 11 0,-5 2 0,-4-2 0,-2-8 0,0-3 0,0 9 0,0 0 0,0 15 0,-8-5 0,-5 14 0,-6 6 0,-7 12 0,-6 14 0,-13 12 0,4 5 0,-4 2 0,4-2 0,3-5 0,-1 5 0,1-5 0,8 3 0,4-3 0,7-12 0,6-14 0,-4-3 0,6-29 0,-8-6 0</inkml:trace>
  <inkml:trace contextRef="#ctx0" brushRef="#br0" timeOffset="5">22738 3008 8912,'20'0'0,"-1"0"0,-8 0 0,-3-9 0,1 7 0,-7-6 0,7 10 0,-9 4 0,0 7 0,0 6 0,0 7 0,0 4 0,6 17 0,0 5 0,1 5 0,-5 6 0,5 1 0,-3 0 0,9-6 0,-1 0 0,1-9 0,0-4 0,0-13 0,6-6 0,-6-7 0,0-6 0,2-7 0,2-3 0,3-6 0,1-1 0,5-2 0,-5-18 0,9 11 0,-4-12 0,-5-3 0,5 2 0,-5-8 0,-1 4 0,-1 0 0,0 2 0,-2 9 0,-4-1 0,4 1 0,-14 8 0,5 5 0,-8 12 0,0 5 0,0 11 0,0 3 0,0-3 0,0 5 0,0 1 0,0-6 0,0 6 0,2-9 0,5 0 0,-5 0 0,13 1 0,-9-1 0,9-6 0,-2 0 0,4-9 0,3 2 0,-1-3 0,0-3 0,0 0 0,-1 2 0,-6 4 0,6-4 0,-8 7 0,10-9 0,-1 0 0,0 0 0,0 0 0,-6 0 0,0 0 0,-6 0 0,5 0 0,-7 0 0,3-9 0,-8-4 0,0 5 0,9-18 0,2 5 0</inkml:trace>
  <inkml:trace contextRef="#ctx0" brushRef="#br0" timeOffset="6">23452 3201 8912,'0'10'0,"0"-1"0,0-7 0,0 5 0,0-5 0,-2 6 0,-4-8 0,3 9 0,-5-5 0,8 9 0,0-9 0,0 5 0,0-9 0,2 0 0,4 0 0,-3 0 0,14 0 0,-15-9 0,4-4 0,5-4 0,-9-2 0,5 0 0,-7 2 0,-7 4 0,-4-4 0,-1 14 0,-1-3 0,0 4 0,2 2 0,3 8 0,8-5 0,0 14 0,0-7 0</inkml:trace>
  <inkml:trace contextRef="#ctx0" brushRef="#br0" timeOffset="7">24146 3124 8912,'13'2'0,"0"4"0,0-4 0,-2 7 0,-3-9 0,-16 0 0,-3 0 0,-8 2 0,-3 2 0,-3 3 0,1 8 0,-6-2 0,0 4 0,0 2 0,6 9 0,-3-7 0,7 5 0,10-5 0,3-1 0,5 1 0,2 5 0,0-5 0,0 5 0,15-5 0,4-1 0,5-1 0,-5 0 0,7 0 0,0 1 0,1-1 0,-1 0 0,-4 1 0,3-1 0,-3 0 0,-12 0 0,5-6 0,-8 0 0,-1 0 0,-8 6 0,-4 1 0,-11-3 0,-9-4 0,-2 2 0,2-9 0,3 7 0,-9-7 0,8 1 0,-2-7 0,5 0 0,2 0 0,-1 0 0,1 0 0,8-9 0,5-4 0,4-6 0,2-7 0,17-4 0,4-8 0</inkml:trace>
  <inkml:trace contextRef="#ctx0" brushRef="#br0" timeOffset="8">24783 2931 8912,'-24'0'0,"5"0"0,13 0 0,-3 0 0,9 8 0,0 3 0,0 13 0,0 8 0,0 8 0,-2 20 0,-5 5 0,-3 3 0,-10 9 0,3 1 0,2-1 0,2 0 0,9 8 0,-4-14 0,8 0 0,0-15 0,0-5 0,0-6 0,0 6 0,6-8 0,0 2 0,9-13 0,-2-6 0,-4-13 0,17-5 0,-5-8 0</inkml:trace>
  <inkml:trace contextRef="#ctx0" brushRef="#br0" timeOffset="9">24725 3316 8912,'-19'-8'0,"-1"4"0,1-9 0,8 8 0,3-3 0,10 10 0,4 4 0,14-1 0,12 8 0,4 2 0,20 2 0,-2 0 0,16-4 0,10-5 0,10-8 0,8 0 0,7 0-1001,4 0 1001,1 0 0,-16-2 0,-4-4 0,-13-22 0,-10-13 0</inkml:trace>
  <inkml:trace contextRef="#ctx0" brushRef="#br1" timeOffset="10">18823 5187 8912,'11'-20'0,"-2"1"0,-9 0 0,0 6 0,0 0 0,0 9 0,0-5 0,0 9 0,6 2 0,1 5 0,8-3 0,0 9 0,6 2 0,5 2 0,6 9 0,-4 2 0,2 2 0,2-7 0,6 7 0,1-4 0,0-5 0,-1 5 0,7 2 0,2-2 0,3-3 0,1-1 0,7-3 0,6-6 0,0 0 0,9-9 0,-13 4 0,7-8 0,-1 0 0,-6 0 0,4-6 0,-10-3 0,-3-1 0,1-3 0,8-4 0,2 2 0,2 2 0,9 0 0,-2 0 0,12 0 0,-1 7-232,8-7 1,-2 0 231,2-6 0,4 0 0,-4-1 0,4 3 0,3 4 0,-9-2 0,-5 9 0,-12-7 0,-9 7-38,-8 1 38,1-5 0,-14 8 0,4-5 0,-4 5 0,-3 2 0,9 6 0,5 1 0,-1 6 0,7-7 0,-2 7 0,15-7 0,-7 1 0,7-7 0,-3 0 0,3 0 0,4-2 0,-4-5 0,-1-3 0,7-10 0,-6 7 0,6 1 0,-2 5 0,-10-6 0,-1 9 230,-6-2 1,-11 3-231,-8 3 0,-3 0 20,-10 0 0,8 0-20,-2 0 0,5 0 0,1 0 0,1 0 0,-1 0 0,9 0 0,5 0 0,4 0 0,1 0 0,-5 0 0,-1 0 0,1 0 0,6 0 0,-9 0 0,-4 0 0,2 7 0,-2-1 0,2 3 0,-2-3 0,4-4 0,9 5 0,0-5 0,0-2 0,8 0 0,5 0 0,-4 0 0,-3 0 0,2-9 0,-1-3 0,3-3 0,-10 2 0,2-2 0,-15 8 0,-2 3 0,-2 2 0,4 0 0,0-5 0,0 5 0,-7-4 0,7 4 0,0 2 0,7 0 0,-7 0 0,0 0 0,-7 0 0,-6 0 0,0 0 0,5 0 0,1 0 0,5 0 0,-11 0 0,11-7 0,4 1 0,3 1 0,-7 3 0,4 2 0,-9 0 0,1 0 0,-1 0 0,1 0 0,0 9 0,6-5 0,0 9 0,0-9 0,-7 3 0,7 1 0,0-1 0,0 1 0,-6-1 0,-1-5 0,1 4 0,-1-4 0,1-2 0,0 7 0,-1-1 0,1 1 0,-1-7 0,1 0 0,-1 0 0,7 0 0,0 0 0,3 0 0,-3 0 0,2 0 0,4-2 0,-6-5 0,4 5 0,-10-9 0,0 5 0,-3 4 0,-10-5 0,-1 5 0,-5 2 0,-1 0 0,-8 0 0,4 2 0,-9 5 0,1-3 0,-7 9 0,0-9 0,0 13 0,0-12 0,0 7 0,0-7 0,0 3 0,0-8 0,0 0 0,0 9 0,0-7 0,-9-2 0,-2-11 0</inkml:trace>
  <inkml:trace contextRef="#ctx0" brushRef="#br2" timeOffset="11">11919 6710 8912,'13'0'0,"-3"-2"0,1-5 0,0-6 0,-7 3 0,3-3 0,-5-2 0,-4 0 0,-5 2 0,5 5 0,-4 10 0,12 4 0,-2 7 0,9 13 0,0-5 0,6 15 0,1-3 0,-1 3 0,9 11 0,-5-6 0,9 4 0,-6 2 0,6-2 0,0 0 0,7-6 0,0-1 0,-9-8 0,6-4 0,-4-13 0,5-5 0,1-8 0,3-15 0,4-8 0,6-12 0,5 1 0,2-22 0,0 5 0,0 2 0,0-3 0,-1 7 0,1-6 0,0 8 0,0-2 0,-9 6 0,-4 7 0,-10 7 0,-3 12 0,-7 2 0,8 5 0,-8 6 0,7 0 0,-8 8 0,4 14 0,0 3 0,2-3 0,8 12 0,1-6 0,-1 2 0,1-7 0,8 5 0,5-8 0,3-1 0,12-8 0,-7-3 0,4-8 0,-4 0 0,6 0 0,-6-8 0,7-7 0,-1-9 0,-6 3 0,20-16 0,-10 7 0,-3 0 0,-5-6 0,-6 12 0,-5-6 0,-6 2 0,-4 11 0,-11 0 0,-2 13 0,-9-9 0,0 9 0,0-3 0,-6 5 0,0 2 0,0 2 0,6 5 0,1 1 0,-1 5 0,7 4 0,-1-4 0,3 4 0,-2 3 0,4-1 0,8 0 0,3-2 0,4-4 0,-2 4 0,8-4 0,1-2 0,6 2 0,-9-7 0,-4 5 0,-4-3 0,-3-1 0,1-1 0,-1 1 0,-5 1 0,-1-1 0,0-3 0,9 7 0,4-3 0,4-1 0,9-1 0,0 0 0,-1-1 0,10-3 0,4-2 0,-5 0 0,-2 0 0,-4-9 0,-8-1 0,-1-10 0,-10 1 0,-3 0 0,-8-1 0,-12 1 0,-6 0 0,6 0 0,-16-1 0,4 1 0,-12 0 0,-5 8 0,-8 5 0,-3 4 0,-3 2 0,-12 2 0,-8 4 0,-17 5 0,2 8 0</inkml:trace>
  <inkml:trace contextRef="#ctx0" brushRef="#br2" timeOffset="12">11128 7578 8912,'0'0'0</inkml:trace>
  <inkml:trace contextRef="#ctx0" brushRef="#br2" timeOffset="13">11147 7597 8912,'9'-11'0,"-7"-6"0,7 6 0,-9-8 0,0 6 0,0 0 0,0-2 0,0 7 0,0-9 0,0 14 0,0 3 0,0 11 0,0 8 0,0 1 0,0-1 0,0 2 0,0 3 0,0 2 0,0 8 0,0-13 0,0 5 0,0 2 0,0-2 0,0-1 0,0-5 0,0-1 0,0 0 0,2-2 0,4-4 0,-4-4 0,7-9 0,0-17 0,1-5 0</inkml:trace>
  <inkml:trace contextRef="#ctx0" brushRef="#br2" timeOffset="14">11070 7231 8912,'0'10'0,"0"7"0,-6-12 0,-3 5 0,-1-1 0,3 0 0,-6-3 0,7-2 0,-7 9 0,9-9 0,-5 13 0,9-4 0,0-4 0,0 8 0,0-15 0,9 7 0,1-9 0,1-9 0,-4-4 0,-5-4 0,-2-11 0,0 7 0,0-5 0,-9 5 0,-4 2 0,3 6 0,-3 0 0,6 2 0,-6-2 0,7 5 0,-7 8 0,9 0 0,-5 8 0,9 5 0,0 4 0,0 3 0,7-1 0,-1 0 0,18 9 0,-3 2 0</inkml:trace>
  <inkml:trace contextRef="#ctx0" brushRef="#br2" timeOffset="15">11533 7520 8912,'0'19'0,"0"-6"0,0 0 0,0 0 0,-6-1 0,-1 1 0,-1 0 0,1 6 0,5 1 0,-6-1 0,-1 0 0,7 1 0,-7-1 0,9 2 0,0 5 0,0-13 0,0 13 0,0-14 0,0 6 0,0-8 0,0-1 0,0-9 0,2-4 0,5-9 0,-5 0 0,4-15 0,-3 0 0,-3 7 0,6-14 0,0 10 0,3-3 0,-3 2 0,-1 5 0,8-5 0,-9 11 0,2 2 0,5 0 0,0 3 0,8 1 0,0 9 0,-2 2 0,-4 5 0,4 3 0,-4 10 0,4 5 0,3 1 0,-7 0 0,-1-7 0,1 0 0,7 1 0,-8-1 0,1 0 0,0-6 0,6 0 0,1-9 0,-1 3 0,0-5 0,1-11 0,-1-2 0</inkml:trace>
  <inkml:trace contextRef="#ctx0" brushRef="#br2" timeOffset="16">12092 7635 8912,'-10'0'0,"-1"0"0,5 0 0,-5 0 0,-2 0 0,0 0 0,7 0 0,-7 0 0,0 0 0,-4 3 0,4 3 0,-2 5 0,9 8 0,-1 7 0,7-1 0,0-1 0,0 6 0,0-9 0,0 5 0,0-4 0,9-12 0,-5 5 0,9-8 0,0-1 0,6-6 0,0 0 0,3-15 0,3-4 0,-3-13 0,12-5 0,-6-8 0,2 2 0,-6-6 0,1-2 0,-3-5 0,-3-2 0,-2 2 0,-4 5 0,4 4 0,-15 17 0,5 4 0,-5 5 0,-11 19 0,5 6 0,-9 22 0,9 4 0,-3 10 0,5 5 0,2 2 0,0 5 0,0 4 0,0-5 0,0-4 0,0-2 0,0-4 0,0-3 0,9-8 0,2 5 0,8-10 0,0-7 0,0-10 0,1-8 0,-1 0 0,0-8 0,1-3 0,-1-8 0,0-7 0,0-2 0,1-2 0,-3 0 0,-4-2 0,4-5 0,-13 14 0,7-7 0,-3 2 0,-1 2 0,-7 7 0,0 8 0,0 3 0,0 10 0,0 4 0,0 7 0,0 11 0,0 1 0,0 10 0,0-14 0,0 5 0,0 2 0,0-3 0,0-1 0,6-3 0,1-1 0,6-1 0,-7 0 0,7-6 0,-7 0 0,9-9 0,-4 5 0,2-11 0,0-5 0,-9-3 0,2-10 0,-3 1 0,-3 0 0,0-9 0,0-2 0,0-9 0</inkml:trace>
  <inkml:trace contextRef="#ctx0" brushRef="#br2" timeOffset="17">12652 7269 8912,'10'0'0,"-1"0"0,-9 0 0,0 0 0,0 9 0,-9-7 0,7 15 0,-6-13 0,8 9 0,0-9 0,0 5 0,0-9 0,0 0 0,0 0 0</inkml:trace>
  <inkml:trace contextRef="#ctx0" brushRef="#br2" timeOffset="18">13211 7385 8912,'0'-13'0,"0"0"0,0-2 0,0-2 0,0 6 0,0 0 0,0 5 0,-2 4 0,-4-4 0,-7 3 0,2 3 0,-2 0 0,0 15 0,-6 5 0,0 12 0,6-2 0,0 8 0,7 1 0,-7-1 0,8 1 0,-1 0 0,4-3 0,2-2 0,0-2 0,0-8 0,8 4 0,5-9 0,4-2 0,3-4 0,-1-4 0,0-9 0,3-2 0,3-5 0,-3-4 0,4-8 0,1-7 0,-3-1 0,-7-3 0,2 6 0,-10-10 0,4 8 0,-5-6 0,-8 6 0,0 0 0,0 7 0,0 0 0,0 8 0,-8 3 0,-5 8 0,-4 0 0,4 8 0,2 7 0,3 9 0,-5-3 0,6 5 0,1 4 0,6 2 0,0-4 0,0 0 0,0-9 0,0 0 0,2 1 0,5-1 0,3-2 0,10-4 0,-1 2 0,0-9 0,3 1 0,3-7 0,-3-9 0,14-2 0,-4-8 0,-2-7 0,0-1 0,-2-3 0,6 6 0,-12-12 0,4 3 0,-7-1 0,-6 2 0,4-4 0,-4 3 0,-5 6 0,-1 1 0,-5 4 0,-2 3 0,0 8 0,2 3 0,4 8 0,-3 8 0,3 5 0,5 11 0,2 2 0,-3 8 0,1-2 0,-2 4 0,6 3 0,-11-7 0,7 0 0,-3 3 0,-1-8 0,-7 3 0,0-4 0,-9-4 0,-4 3 0,-13 1 0,-6-7 0,-6 5 0,-7-11 0,-5-5 0,-5-1 0,3-5 0,-3-19 0,5-5 0</inkml:trace>
  <inkml:trace contextRef="#ctx0" brushRef="#br2" timeOffset="19">12690 7365 8912,'0'20'0,"0"-1"0,0-8 0,0-1 0,0-3 0,0-5 0,0 15 0,0-15 0,0 7 0,0-9 0,7-2 0,-1-5 0,1-3 0,-7-10 0,2 10 0,4 3 0,-4-4 0,7 9 0,-9-6 0,0 8 0,0 2 0,0 4 0,9 5 0,1 8 0</inkml:trace>
  <inkml:trace contextRef="#ctx0" brushRef="#br2" timeOffset="20">18264 6864 8912,'-2'19'0,"-4"-1"0,-7-6 0,-4-5 0,6-3 0,4 3 0,5 3 0,2 10 0,11 1 0,6 5 0,7 6 0,10 4 0,-2 3 0,7-1 0,6 1 0,6 0 0,5-3 0,2-4 0,8-4 0,5-9 0,12-2-226,7-4 1,5-13 225,1-13 0,-42-4 0,-11-2 0</inkml:trace>
  <inkml:trace contextRef="#ctx0" brushRef="#br2" timeOffset="21">19402 7173 8912,'96'-39'0,"3"-6"0,-48 23 0,1-1-155,46-22 1,-46 26 0,-1 0 0,41-20 154,-2 0 0,3 3-313,9 4 1,3 6 312,-50 19 0,0 1 0,41-2 0,-6 8 0,-13 0 0,5 13 0,-12 10-27,5 14 0,5 12 27,3-4 0,5 8 0,9-1 0,-47-25 0,0-1-686,47 26 686,-47-27 0,0-3 0,47 8 0,-42-17 0,1-2 0,4-3 0,0-1 0,8-1 0,-1-4 0,-3-6 0,-1-3 0,-2-1 0,0-3 0,-5-1 0,-3-4 0,41-22 0,-4-1 0,5-8 0,-10 13 0,6-5 0,1 7 0,-7-2-52,3 2 0,0 2 52,2-3 0,-4 6 0,2 3 0,6 3 0,7 3 0,-1 12 0,-10 0 0,-12 12 0,-14 7 277,-13 4 1,5 2-278,-5 1 0,-1-1 0,1 0 0,3 0 0,1 1 0,14-3 0,8-4 0,0-5 0,7-8 0,-3 0 0,3-2 0,6-4-64,13-5 0,-5-8 64,5-1 0,-4 1 0,-3 0 0,-2-7 0,-6 3 0,-11 5 0,-8-1 0,-11 11 356,0-5 1,2 4-357,4 9 0,-4 0 0,4 0 0,-4 0 0,7 0 0,1 7 0,9-1 0,1 0 0,-1-6 0,2 0 0,5 0 0,6 0 0,10 0-592,3 0 592,-47-3 0,0-2 0,42-6 0,5-8 0,-4 0 0,-3-9 0,-6 4-37,0-8 1,-9 6-1,-1-4 37,-14 3 0,-10 1 0,-35 7 234,-8-1 1,-13 7-235,-13 1 0,-17 7 0,-21-1 0,-24 4 0,-15 2 0,-13-9 0,45 4 0,0-1 0</inkml:trace>
  <inkml:trace contextRef="#ctx0" brushRef="#br2" timeOffset="22">23336 7404 8912,'0'-13'0,"0"0"0,0-2 0,-8 15 0,-5 9 0,-4 12 0,-2 11 0,1 5 0,3 1 0,5 1 0,1 0 0,3-1 0,6 1 0,0-3 0,0-4 0,0-6 0,0-5 0,2-1 0,4-1 0,5-8 0,10-5 0,5-4 0,-4-10 0,14-5 0,-4-13 0,-2 0 0,2-10 0,3-5 0,1-2 0,3 5 0,-1-1 0,-6 3 0,0 4 0,-8 4 0,2 9 0,-11 8 0,-2 4 0,-9 5 0,-4 11 0,-13 4 0,-4 10 0,-2 3 0,-1 8 0,1-2 0,6-4 0,0-2 0,7 2 0,-5-2 0,3-3 0,1-1 0,9-3 0,5 0 0,-3-6 0,9 0 0,0-9 0,6 3 0,2-5 0,5-2 0,-2-9 0,8-4 0,-9-4 0,3-2 0,-4 0 0,-3-1 0,-6 1 0,-3 0 0,-1-1 0,-5 1 0,-10 0 0,-7 2 0,-13 4 0,-4 4 0,-2 3 0,2-1 0,2 3 0,3 2 0,-1 4 0,0 5 0,3-3 0,10 9 0,-2-7 0,8 7 0,1 0 0,8-2 0,4-5 0,7-4 0,4-2 0,3 0 0</inkml:trace>
  <inkml:trace contextRef="#ctx0" brushRef="#br2" timeOffset="23">24050 7288 8912,'-11'3'0,"5"3"0,4 7 0,2 12 0,0-3 0,-7 16 0,1-1 0,2 6 0,1 2 0,3-7 0,3 1 0,3-1 0,-4-5 0,5-1 0,3-9 0,-5 3 0,7-13 0,1-5 0,7-8 0,-1 0 0,-2-2 0,-2-4 0,-2-7 0,-2-11 0,1-1 0,6-1 0,-16 0 0,4-2 0,-2 1 0,1-1 0,1 4 0,1 3 0,-7 1 0,0 1 0,0 11 0,0 8 0,0 8 0,0 14 0,0 3 0,0 3 0,0 6 0,0-4 0,2-2 0,4-4 0,-4-3 0,5-1 0,3-1 0,3 0 0,-2-8 0,2-5 0,2-4 0,2-2 0,11 0 0,-5-4 0,10-9 0,-8 0 0,5-12 0,-2 3 0,-2-3 0,-7-1 0,0-6 0,1 6 0,-3 2 0,-4 3 0,4 2 0,-15-1 0,7 12 0,-9 8 0,-3 11 0,-3 14 0,4-3 0,-7 6 0,9-9 0,0 0 0,0 0 0,0 1 0,9-1 0,2 0 0,8-8 0,0-5 0,0-3 0,1-3 0,-1 0 0,2 0 0,5 0 0,-4-9 0,3-4 0,-3-4 0,-3-4 0,0-5 0,1 13 0,-8-17 0,1 17 0,-8-8 0,1 8 0,-4-4 0,-2 6 0,0-6 0,0 17 0,0 0 0,0 11 0,0 6 0,0 2 0,0 0 0,0 1 0,0-1 0,0 0 0,0 0 0,0 1 0,0-1 0,0 0 0,0 1 0,0-10 0,0-1 0,0-11 0,0-5 0,0-6 0,7-6 0,-1-7 0,9 5 0,-11-13 0,9 8 0,0 2 0,0 1 0,0-3 0,0 7 0,6 0 0,0-1 0,0 12 0,1-7 0,-1 4 0,0 2 0,1 5 0,-1 2 0,0 2 0,0 9 0,-8-5 0,-4 9 0,-5 2 0,-2 2 0,0 2 0,0-6 0,0 0 0,-2-2 0,-5 1 0,5-3 0,-7-9 0,9-2 0,3-5 0,3-5 0,5-6 0,8 1 0,0 4 0,1 5 0,-1 8 0,0 0 0,0 0 0,1 0 0,-1 2 0,0 4 0,1 7 0,1-2 0,5 2 0,-5 0 0,5 6 0,-5-6 0,-1 0 0,-1-9 0,0 11 0,0-9 0,1-1 0,1-3 0,5-2 0,-5-2 0,5-5 0,-5-3 0,-1-16 0,-1 0 0,-2 0 0,-2 1 0,-2-1 0,-7-6 0,7 6 0,-8 0 0,3 7 0,-8 0 0,0 0 0,0 6 0,0 0 0,0 11 0,0 2 0,0 8 0,0 12 0,0-1 0,0 0 0,0 7 0,0 0 0,0 8 0,0-6 0,0 4 0,0-6 0,0 1 0,0-1 0,0 0 0,0 2 0,0-7 0,0 1 0,0-10 0,-6-5 0,-1 6 0,1-9 0,6 2 0,0-12 0,2-9 0,4-9 0,-1 1 0,8-9 0,-9 0 0,11-1 0,-7 1 0,3-2 0,-7 6 0,11-6 0,-6 8 0,2 3 0,2 1 0,-3 3 0,7 0 0,-6 8 0,8 2 0,1 9 0,-1 9 0,0 4 0,1 12 0,1-1 0,3 6 0,1-2 0,1 0 0,-7-3 0,3-3 0,3 4 0,-3-5 0,4-4 0,-5-2 0,-2-2 0,1-9 0,-1 5 0,0-9 0,3-2 0,1-5 0,3-8 0,-3-8 0,-1-1 0,-3-8 0,0 0 0,1-7 0,-1 1 0,0 6 0,1-1 0,-8 4 0,1-4 0,-8 6 0,3 7 0</inkml:trace>
  <inkml:trace contextRef="#ctx0" brushRef="#br2" timeOffset="24">26673 7211 8912,'0'11'0,"0"6"0,0-6 0,0 8 0,0 0 0,-9 9 0,5 0 0,-9 4 0,-6 11 0,-7-4 0,-8 3 0,2-3 0,-5 0 0,-1-1 0,-12 1 0,-5-1 0,-7 1 0,-20-9-143,11-11 0,-14-10 0,8-9 0</inkml:trace>
  <inkml:trace contextRef="#ctx0" brushRef="#br2" timeOffset="25">4069 11993 8912,'-12'0'0,"-1"0"0,0 0 0,2-2 0,5-5 0,4 5 0,4-4 0,4 12 0,-4-4 0,15 7 0,-4-9 0,4 9 0,3-7 0,-1 4 0,0-4 0,1-2 0,7 0 0,6 0 0,3 0 0,3 0 0,8 0 0,4 0 0,11-2 0,3-4 0,16 1 0,3-7 0,8-3-201,4-3 1,-8-1 200,-4 0 0,-5 0 0,-2-1 0,0 10-63,0 3 1,-8-1 62,-5 1 0,-4 1 0,0 6 0,4 0 0,-12-9 0,12 7 0,-15-4 0,1 3 0,5 3 0,1-6 0,8 0 0,3-7 0,-3 6 0,7-1 0,12 1 0,5 3-186,9-9 1,-7 9 185,0-2 0,-7-3 0,7 3 0,0-7 0,7 4 0,-1-2 0,1 7 0,-7-4 0,-3 5 0,-1-3 0,-2 4 0,-13-9 0,-1 7 0,3-3 0,2 1 0,11-3 0,4-3 0,-4 1 0,-3-2 0,-12 7 0,-7-5 0,-4 2 0,-2-6 0,-9 11 0,-4-7 381,-4 3-381,-2 1 0,-7 1 0,-2-1 125,-2 3-125,-11 2 0,0 2 0,-4 0 0,-5 0 391,1 0-391,-9 0 0,0 0 0,0 9 0,0-7 0,2 6 0,4-8 0,-3 2 0,3 5 0,-4-5 0,-2 9 0,0-5 0,-8-4 0,1 9 0,-10-7 0,-4 3 0,-3 8 0,-6-11 0,-9 9 0,-1 0 0,-12 6 0,7-6 0,-6 0 0,-3 2 0,-1 2 0,-3 0 0,0-4 0,-6 4 0,-1-4 0,-10-3 0,-2 3 0,0-6-151,-7 6 1,3-7 150,-3 7 0,1-7 0,-14 7 0,12-2 0,-12 2 0,-1 2 0,-5-9 0,6 9 0,7-2 0,9 2 0,-3-2 0,14 2 0,5-7 0,5 3 0,2-7 0,1 7 0,-1-4 0,-7-5 0,1 4 0,0-2 0,6 3 0,7-3 0,-1 9 0,9-9 0,-2 3 0,-4 1 0,-2 1 0,-5 2 0,-11 1 0,-3 8 0,-5-1 0,-11 0 0,-2 1 0,0-1 100,11 0 0,11-2 1,8-2-101,0-2 0,0 0 0,7 0 0,1-2 0,3-3 0,-6 7 0,12-13 0,-4 5 0,4-5 0,3-2 0,-1 6 0,3 1 0,4-3 0,-5-2 0,16-2 0,-5 0 0,5 0 0,1 9 0,1-7 0,0 4 0,-1-4 0,1-2 0,6 3 0,0 3 0,9-4 0,-4 7 0,8-9 0,0 0 0,8 0 0,-6 0 0,7 0 0,-7 0 0,4 0 0,-1 0 0,8 0 0,2 0 0,10 0 0,5 0 0,9 0 0,14-7 0,5 1 0,22-9 0,3 2 0,9-4-338,5-2 1,8-1 337,-51 11 0,1-1 0,2 0 0,0-1 0,1-2 0,-1 0 0,-2 2 0,0 0 0,-1-1 0,1-1 0,50-9 0,-2 3 0,-11 0-39,-21-1 1,-7 3 38,-13 4 0,5-2 0,-5 9 0,-1-7 0,1 7 0,-6-3 0,7 3 0,-7 4 0,6-5 0,-15 3 335,3-3 0,-13 5-335,-1-4 82,-3 4-82,-11 2 0,-3 0 0,-12 8 0,-9 5 0,-19 6 0,-26 7 0,-26 4 0,-14 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524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22333 6035 8912,'-6'13'0,"0"0"0,-1-9 0,7 13 0,0-13 0,2 7 0,3 0 0,1 0 0,3-7 0,-3 4 0,7 1 0,-2-7 0,1 5 0,3-5 0,0-4 0,-2-5 0,4-4 0,-4-8 0,2-7 0,0-1 0,-2-1 0,2 0 0,2-6 0,3 4 0,-1-9 0,0 7 0,0 0 0,1 2 0,-1-2 0,7-3 0,-1 10 0,1 1 0,-7 11 0,3 3 0,4 3 0,-5 5 0,5-4 0,2 6 0,-3 6 0,8 5 0,-8 8 0,3 0 0,-2 1 0,-5-1 0,5 0 0,2-2 0,-2-4 0,-1 2 0,-5-8 0,-1-1 0,0-6 0,7 0 0,0 0 0,-1-2 0,-5-5 0,-3-3 0,-2-10 0,-2 1 0,-9 0 0,13 0 0,-4-1 0,-5 7 0,-1 1 0,1 5 0,-1-6 0,8 9 0,-11-5 0,9 9 0,-9 9 0,7 0 0,-5 3 0,-1 3 0,8-8 0,-7 1 0,7-1 0,0-5 0,6 7 0,0-9 0,1 0 0,-1 0 0,-6-7 0,0 1 0,-1-1 0,-1-1 0,6-3 0,-6-8 0</inkml:trace>
  <inkml:trace contextRef="#ctx0" brushRef="#br0" timeOffset="1">22796 5553 8912,'0'19'0,"0"1"0,-2-3 0,-4-4 0,1-5 0,-7-8 0,5 0 0,-4-2 0,3-4 0,1-1 0,7-10 0,0-4 0,3-5 0,3 0 0,-2-12 0,9-14 0,2-3 0,9-5 0,1-5 0,-1-5 0,6-16 0,2-11 0,-2-1 0,-14 44 0,0-1-257,2-1 1,-1 0 256,11-49 0,6 9 0,-8 12 0,-7 18 0,-6 14 0,-9 14 0,5 27 0,-9 3 0,-9 16 0,7-6 0,-7 9 513,9-5-513,0-3 0,0 7 0,0-3 0,9-5 0,-5 6 0,9-8 0,-7 0 0,7 0 0,-8-17 0,3-4 0</inkml:trace>
  <inkml:trace contextRef="#ctx0" brushRef="#br0" timeOffset="2">22951 3895 8912,'0'19'0,"-9"-8"0,-4-5 0,5-4 0,-1-4 0,9-4 0,0-5 0,11-8 0,8 2 0,11 4 0,7 4 0,1 9 0,7 2 0,0 5 0,9 12 0,-5 22 0,7 19 0,-5 15-108,-4 10 0,-27-33 0,-3 1 0,-1 1 0,-2 0 108,5 53 0,-8-2 0,-11-9 0,-2 1 0,-5-1 0,-12-8 0,-3-20 0,-14-6 0,4-17 0,-5-2 0,-1-2 0</inkml:trace>
  <inkml:trace contextRef="#ctx0" brushRef="#br0" timeOffset="3">22295 2468 8912,'-7'-19'0,"-1"-1"0,-3 3 0,-4 2 0,0 2 0,0-2 0,2-2 0,0 4 0,-6 1 0,0-3 0,6 6 0,2 5 0,1 8 0,-1 9 0,7 13 0,-5 6 0,9 13 0,0 8 0,0 9 0,0 9 0,0 2 0,0-2 0,0 4 0,9-18 0,3 3 0,6-6 0,1-11 0,7-5 0,1-14 0,3-9 0,-6-6 0,12-12 0,-6-5 0,0-11 0,7-9 0,-16-19 0,5-5 0,-5-4 0,-10-1 0,4 5 0,-11 3 0,-6 2 0,-6-7 0,-12 22 0,-1 0 0,-5 8 0,-12 5 0,-5 8 0,-6 5 0,1 4 0,3 10 0,9 3 0,4 8 0,6 1 0,5 8 0,10-7 0,5 5 0,21-5 0,0-10 0,17-5 0,8-4 0,10-2 0</inkml:trace>
  <inkml:trace contextRef="#ctx0" brushRef="#br0" timeOffset="4">22951 2777 8912,'10'0'0,"-1"0"0,-9 8 0,0 3 0,0 8 0,0 0 0,0 1 0,0 1 0,0 3 0,0 1 0,0 10 0,0 1 0,2 9 0,5-2 0,-5 6 0,8-15 0,-5 5 0,1-3 0,9-16 0,-13 5 0,15-31 0,-6 4 0</inkml:trace>
  <inkml:trace contextRef="#ctx0" brushRef="#br0" timeOffset="5">23279 2275 8912,'2'-19'0,"2"0"0,2-1 0,1 1 0,-7 0 0,0 8 0,0 3 0,0 31 0,0 9 0,0 17 0,0 1 0,0 8 0,0-1 0,0 1 0,6 0 0,3 0 0,2 0 0,1-9 0,1 5 0,0-9 0,2-2 0,2-3 0,-4-10 0,0-4 0,0-13 0,-2-5 0,14-16 0,-3-3 0</inkml:trace>
  <inkml:trace contextRef="#ctx0" brushRef="#br0" timeOffset="6">23722 2661 8912,'17'-19'0,"-4"-1"0,-2 7 0,-5 1 0,-4 7 0,7-1 0,-9 14 0,0 12 0,0 8 0,-6 10 0,-1 1 0,-6-1 0,7 1 0,-1-1 0,7 1 0,0-1 0,0 1 0,7-7 0,-1 0 0,11-8 0,3 2 0,-1-14 0,7-5 0,-5-5 0,-2-2 0,1-17 0,-1-5 0</inkml:trace>
  <inkml:trace contextRef="#ctx0" brushRef="#br0" timeOffset="7">24089 2217 8912,'2'-21'0,"4"-5"0,-2 5 0,7-5 0,-2 5 0,6-1 0,-2-3 0,4 3 0,2-4 0,0 14 0,7 1 0,0 7 0,-3-3 0,-1 9 0,-3 11 0,0 13 0,-8 4 0,-5 8 0,-3 10 0,-3 3 0,0 2 0,-3 1 0,-3-3 0,4 1 0,-13 4 0,8-5 0,-1-4 0,1-8 0,5-1 0,-4 1 0,4-9 0,2-2 0,2-18 0,4-3 0,11-5 0,9-2 0,8-9 0,-1-3 0,-6-6 0,-1-1 0,4-9 0,0-2 0</inkml:trace>
  <inkml:trace contextRef="#ctx0" brushRef="#br0" timeOffset="8">24860 2449 8912,'0'10'0,"-2"5"0,-5-8 0,5 8 0,-6-4 0,8 8 0,0 0 0,0 9 0,0-4 0,0 8 0,0 0 0,0 6 0,0 3 0,0 4 0,6-4 0,1 4 0,5-5 0,-5-1 0,6-3 0,-7-3 0,9-14 0,-4-2 0,8-6 0</inkml:trace>
  <inkml:trace contextRef="#ctx0" brushRef="#br0" timeOffset="9">25149 1986 8912,'0'-30'0,"0"-4"0,0 8 0,0 0 0,2 7 0,5 0 0,-3-1 0,9 1 0,2 0 0,2 8 0,2 5 0,1 4 0,-1 2 0,-8 0 0,6 15 0,-4 4 0,-5 7 0,1-1 0,-1 7 0,-5-2 0,3 3 0,-4-1 0,-2 6 0,0 1 0,0-7 0,0 0 0,-6-2 0,-1 4 0,3-1 0,-5-8 0,3 7 0,0-8 0,6 2 0,0-5 0,2-4 0,4-4 0,7 2 0,13-9 0,6-1 0,4-3 0,5-4 0,2-3 0,2-1 0,0 0 0,-9 6 0,-1 0 0,-3 0 0,-17 8 0,2 11 0,-17 14 0,-4 5 0,-9 7 0,-17 4 0,-22 9 0,-3 7 0,-3-1 0,-7-6-140,1-7 1,0 0 139,6 7 0,0-11 0,0-8 0,3 0 0,3-12 0,7-3 0,4-7 0</inkml:trace>
  <inkml:trace contextRef="#ctx0" brushRef="#br0" timeOffset="10">20212 8021 8912,'-28'-11'0,"-4"-8"0,4-7 0,2-8 0,7 4 0,6 2 0,7 5 0,4 8 0,2 2 0,0 6 0,0-5 0,0 7 0,0-3 0,2 8 0,4 2 0,7 2 0,4 5 0,3 1 0,7 12 0,3 4 0,11 10 0,4 5 0,13 10 0,11-2-235,8 9 0,-34-24 0,2 1 235,2 3 0,2 1 0,6 5 0,4 2-426,10 7 1,3 3-1,3 4 1,2 2 425,-16-14 0,2 2 0,0 0 0,-1 1 0,0 1 0,0 1-302,2 4 0,0 2 0,1-1 1,2 0-1,0 1 0,0 0 302,2 1 0,0 0 0,-1 0 0,-4-4 0,0-1 0,-1 1 0,-3-1 0,0 1 0,0 0 0,-3-3 0,0-1 0,0-1-203,-1-1 1,-1-1-1,1 0 1,2 0-1,0 0 1,2-1 202,4-1 0,1 0 0,-1 0 0,-3-1 0,-2-1 0,1 1-53,0 1 1,0 1 0,0-1 0,1-1 0,2-1-1,-1 1 1,4-1 0,0 1 0,0 0 52,-3 1 0,0 0 0,1 0 0,3 1 0,1 1 0,-1 0 0,-3 2 0,0 1 0,1-1 0,3 0 0,1 0 0,-1-1 0,-1 0 0,0-1 0,-1 0 0,-1 2 0,-1 0 0,2-1 0,0-2 0,2-2 0,-1 2 0,0 1 0,1 1 0,-2 1 0,1-2 0,-2 2 0,1-1 0,-3-1 0,1 1 0,-1-2 0,0-2 0,1-2 0,0-1-4,2 0 1,1 0 0,-1 0 0,-1 1 0,-1 0 0,0 1 3,1-2 0,-1 0 0,0-1 0,23 17 0,0-2 0,-2-2 0,1-1 0,-3-3 0,-1-1 0,-5-6 0,-2 0 0,-7-4 0,-3-1 0,-6-5 0,-2-2 0,-4-2 0,-1 0 306,-3 2 1,0-2 0,43 18 0,-8 3-307,-13-6 0,-9-4 0,-21-5 0,-9-4 1402,-9-6-1402,-12-5 0,-2-1 0,-9-1 1321,0 0-1321,0 0 0,-11 7 1843,-8 0-1843,-9 0 0,-36-24 0,-7-4 0</inkml:trace>
  <inkml:trace contextRef="#ctx0" brushRef="#br0" timeOffset="11">26519 7925 8912,'0'-45'0,"0"-2"0,-3-1 0,-1 1 0,-4 7 0,-3 5 0,4 10 0,-5 12 0,-3 4 0,-3 1 0,-3 8 0,-5 0 0,-6 10 0,-13 18 0,-6 11 0,-14 8 0,-3 13 0,-1 4 0,29-27 0,-1 3 0,2 5 0,1 2 0,-2 3 0,0 1-224,1 3 1,-1 1 0,-1-1 0,-1-1 223,0 2 0,0 0 0,-8 4 0,-1 2-358,0 5 1,-1 3-1,-5 1 1,-1 1 357,-6 9 0,-1 1 0,5-8 0,0-1 0,-4 8 0,0 1 0,-2-1 0,1 1-321,-2 2 1,-1 1 0,20-26 0,0-1 0,-2 1 320,-3 2 0,-1 1 0,0-2 0,4-1 0,0-2 0,0 2 0,-1 1 0,0 1 0,-1 1 0,-1 0 0,0 1 0,-2 1 0,-2 3 0,-1 1 0,0-1 0,0 1 0,1-1 0,-2 1 0,-3 1 0,0 0 0,0 1 0,2 0 0,1-1 0,0 1 0,0-2 0,-1 0 0,1 0 0,0 2 0,0-1 0,-1 1 0,-1 0 0,-2-1 0,1 1 0,0-2 0,1 1 0,-1 0-237,2 1 1,0 0-1,0-1 1,2-4 0,0-1-1,-1 0 237,-1 2 0,0-1 0,0 0 0,1-1 0,0 0 0,1 0 0,1-1 0,1 0 0,0 0 0,-2 1 0,1-1 0,-2 0 0,0-1 0,-1 1 0,-1-1 0,-1 1 0,-2 0 0,2 0 0,2-2 0,0 0 0,2 0 0,1 2 0,0 0 0,-1-2 0,-3 0 0,-2-2 0,1 0 0,-1 2 0,1 1 0,0 0 0,1 0 0,0 0 0,1-1 0,5-5 0,0-2 0,0 0-100,2 1 1,-1 0-1,1-1 1,-26 19-1,-1-1 100,24-23 0,0-1 0,1 0 0,-23 21 0,2 1 0,4-4 0,2 0 0,5-3 0,-1-2 0,2-4 0,0-2 0,4-7 0,0-2 0,-1-5 0,0-3 0,6-4 0,3-2 0,2 0 0,3-2 0,-30 21 379,19-5 1,2-11-380,11-2 0,0-8 0,3 10 0,1-9 654,4-1 0,10 4-654,-6-2 0,6 6 0,-12-7 0,5 10 0,-11-3 0,4 4 0</inkml:trace>
  <inkml:trace contextRef="#ctx0" brushRef="#br0" timeOffset="12">29566 4628 8912,'-9'19'0,"7"2"0,-6 5 0,1 8 0,-1 9 0,-3 8 0,0 7 0,-4 7 0,4 3 0,1 3 0,-1 0 0,-2-1 0,2-3 0,5-9 0,4-11 0,-7-7 0,7-3 0,-4-5 0,4-6 0,2-5 0,0-10 0,-3-3 0,-3-8 0,-5-8 0,-17-12 0,-2-10 0</inkml:trace>
  <inkml:trace contextRef="#ctx0" brushRef="#br0" timeOffset="13">29161 5225 8912,'0'-10'0,"0"1"0,0 11 0,0 5 0,0 3 0,6 12 0,3 1 0,2 3 0,1 6 0,8-6 0,5 6 0,1-6 0,8 6 0,-1-7 0,3-1 0,3-3 0,-1-10 0,1-4 0,-9-5 0,15-19 0,-5-5 0</inkml:trace>
  <inkml:trace contextRef="#ctx0" brushRef="#br0" timeOffset="14">29797 5187 8912,'0'10'0,"-8"8"0,-5-6 0,-6 6 0,-7 1 0,-4 9 0,-9 2 0,1 10 0,-1 5 0,9-4 0,4 4 0,7 2 0,6-2 0,5 9 0,8-22 0,0 0 0,8-8 0,3-5 0</inkml:trace>
  <inkml:trace contextRef="#ctx0" brushRef="#br0" timeOffset="15">28004 3162 8912,'10'0'0,"1"0"0,-4 0 0,-5-2 0,4-4 0,-4-5 0,-4-6 0,-2 2 0,-3 2 0,-1 0 0,1-6 0,-3 6 0,-10 0 0,7 0 0,1-4 0,-3 4 0,-3-4 0,-1 15 0,0-5 0,0 5 0,-3 2 0,-4 0 0,5 17 0,-5 9 0,5 11 0,2 8 0,8 4 0,-4 2 0,8-1 0,3-3 0,2-2 0,2-9 0,0-4 0,9-4 0,3-11 0,6-4 0,1-6 0,0-5 0,7-13 0,0-8 0,6-3 0,-7-10 0,1 0 0,-7-7 0,1 1 0,-7-3 0,-1-4 0,-7 7 0,1-3 0,-4 7 0,-2 10 0,0-4 0,0 9 0,0 10 0,0 9 0,0 9 0,0 10 0,0 0 0,0 1 0,3 5 0,3 1 0,-4 8 0,13-12 0,-8 4 0,8-7 0,-3-4 0,6-2 0,1-9 0,0 5 0,0-9 0,1 0 0,-1-3 0,0-3 0,-2 0 0,-4-14 0,4 5 0,-6-13 0,0 1 0,-5-6 0,3 3 0,-3-2 0,1 9 0,-7-12 0,0 10 0,0-1 0,0 7 0,0-1 0,0 10 0,0 1 0,0 31 0,0 5 0,0 6 0,8 1 0,-6 4 0,5 1 0,1-7 0,1-2 0,2-2 0,-1 4 0,5-6 0,-2-5 0,2-6 0,2 2 0,3-14 0,-1 1 0,0-8 0,1-9 0,-1-11 0,0-6 0,0-6 0,1 1 0,-1-10 0,-8 5 0,4-5 0,-9-2 0,-2-3 0,-1-1 0,-3 2 0,0-7 0,0 9 0,0-5 0,-7-1 0,1 10 0,-1 7 0,1 8 0,-1 6 0,1 12 0,6 1 0,0 13 0,0 7 0,0 10 0,0 9 0,0 11 0,0 0 0,0 10 0,0-8 0,0 2 0,9 2 0,1-2 0,3-2 0,0-2 0,0-3 0,0-8 0,0-4 0,-1 0 0,8-5 0,-1-6 0,0-4 0,1-7 0,-1-2 0,7-12 0,-1-8 0,-1-5 0,-3-11 0,-1 1 0,-1-3 0,-6-3 0,-3 1 0,-1-1 0,4 3 0,-7 4 0,1 4 0,-7 9 0,0 8 0,0 2 0,6 24 0,1 9 0,-3 8 0,-2 9 0,-2 0 0,2 8 0,5 2 0,-5-4 0,15 0 0,-4-8 0,4 0 0,2-3 0,0-4 0,1-13 0,-1-27 0,0-14 0</inkml:trace>
  <inkml:trace contextRef="#ctx0" brushRef="#br0" timeOffset="16">28312 2719 8912,'-8'-20'0,"6"1"0,-7 0 0,3 0 0,-1-1 0,-1 1 0,1 0 0,5-1 0,-7 12 0,9 8 0,0 17 0,3 17 0,3 9 0,-2 6 0,9 9 0,-6 7 0,5-1 0,-5 6 0,6-5 0,0-1 0,6-6 0,0-9 0,0-4 0,1-13 0,-1-4 0</inkml:trace>
  <inkml:trace contextRef="#ctx0" brushRef="#br0" timeOffset="17">29797 2815 8912,'0'-13'0,"0"0"0,0-2 0,0-2 0,0-2 0,0 0 0,0-1 0,-2 1 0,-4 0 0,1 8 0,-7 5 0,-1 4 0,0 4 0,0 6 0,-2 12 0,4 7 0,-2 12 0,9 0 0,-11-1 0,9 1 0,1-1 0,3 1 0,2-1 0,0 1 0,2-9 0,5-4 0,-3-5 0,9-4 0,2-4 0,2-4 0,2-9 0,1 0 0,5-11 0,1-8 0,0-3 0,-7-10 0,0 6 0,-1-4 0,-6 2 0,6-6 0,-16 13 0,4-5 0,3 5 0,-3 1 0,1 8 0,-7-1 0,0 8 0,0-3 0,0 16 0,0 5 0,0 4 0,0 5 0,0 3 0,0-3 0,0 12 0,0-8 0,2 0 0,4-7 0,5 0 0,8 0 0,0-8 0,1-4 0,1-5 0,3-2 0,1 0 0,1-9 0,-7-4 0,1-4 0,-7-4 0,-1-5 0,-7 5 0,1-5 0,-6 4 0,-6 3 0,-7 2 0,-13 4 0,5-2 0,-5 9 0,-2-3 0,2 5 0,3-2 0,1-1 0,3 7 0,8 0 0,3 0 0,12 0 0,9 0 0,8-8 0,18-3 0</inkml:trace>
  <inkml:trace contextRef="#ctx0" brushRef="#br0" timeOffset="18">30781 2102 8912,'-9'19'0,"1"-6"0,-7-2 0,2-3 0,9-1 0,-14-7 0,14 2 0,-9 4 0,9 13 0,-2 14 0,3 5 0,3 7 0,0 6 0,9 5 0,0 2 0,6-2 0,-3-5 0,1 5 0,7-15 0,-1 4 0,7-13 0,-1-7 0,1-5 0,-7-7 0,1-5 0,-1-8 0,0-4 0,0-9 0,1-2 0,1-17 0,5-2 0,-5-3 0,5-1 0,-5-1 0,1-6 0,-1 0 0,-1 2 0,3 2 0,-19 5 0,9 4 0,-8-2 0,1 8 0,-4 0 0,-2 15 0,0 11 0,0 13 0,0 13 0,0 6 0,2 11 0,5 2 0,-3 0 0,9-6 0,-2-1 0,1 1 0,6-1 0,-6 1 0,3-3 0,0-4 0,-2-6 0,-8 4 0,3-13 0,-8 9 0,-8-13 0,-5 12 0,-13-7 0,-8 7 0,-9-3 0,-6-3 0,-11 0 0,-5 1 0,-12-1 0,-11 0 0</inkml:trace>
  <inkml:trace contextRef="#ctx0" brushRef="#br0" timeOffset="19">27869 3895 8912,'-11'-13'0,"2"2"0,1 3 0,3-5 0,-7 6 0,7 3 0,-1 11 0,4 5 0,2 8 0,0 5 0,2 8 0,4 12 0,-1-3 0,7 8 0,3-1 0,3 0 0,1-6 0,-6 6 0,0-8 0,2-2 0,-7 3 0,7-14 0,-8 4 0,-1-4 0,-6-8 0,0-10 0,0-1 0,2-9 0,5 0 0,-3-9 0,9-4 0,-7-4 0,7-2 0,0 0 0,6-1 0,1 1 0,1 0 0,5 0 0,-5-1 0,9 7 0,-6 3 0,1 1 0,10 3 0,-14 6 0,5 0 0,-11 2 0,-2 4 0,-9 1 0,2 10 0,-3 4 0,-12 3 0,-4 4 0,-13 4 0,3-2 0,-9 2 0,6-8 0,-6 1 0,6-3 0,-6-3 0,8-8 0,-1-5 0,3-4 0,5-6 0,4-9 0,5-2 0,8-17 0,8-9 0,3-8 0</inkml:trace>
  <inkml:trace contextRef="#ctx0" brushRef="#br0" timeOffset="20">28370 4223 8912,'11'0'0,"6"8"0,-13-6 0,9 5 0,-9-5 0,5-2 0,-9 0 0,0 0 0,9-7 0,3 1 0,-1-9 0,2 2 0,2-4 0,2-2 0,0-1 0,-4 1 0,2 0 0,-8 0 0,5-1 0,-5 1 0,-1 0 0,-8 0 0,-4-1 0,-5 10 0,-8 3 0,6 5 0,0 2 0,0 9 0,-6 3 0,0 8 0,-1 5 0,3-1 0,4 8 0,-2 0 0,9 7 0,-1-7 0,7 0 0,0-6 0,0 6 0,9-9 0,4 3 0,4-7 0,2-6 0,1-6 0,7-5 0,3-4 0,9-5 0,0-12 0,-1-13 0,1-11 0,-1-4 0,1-2 0,-1-3 0,-1 1 0,-5-1 0,-4 1 0,-9-7 0,-6 2 0,-2 5 0,-3 6 0,-1 4 0,-7 3 0,0 1 0,0 5 0,0 4 0,-9 18 0,7 1 0,-7 11 0,9 5 0,0 5 0,0 14 0,0 4 0,0 9 0,0-1 0,0 9 0,0 1 0,3 5 0,3-1 0,-4-1 0,15 0 0,-4 1 0,-2-9 0,2 2 0,-7-7 0,7-6 0,-2 3 0,2-10 0,-3 1 0,-3-7 0,-5-8 0,4-2 0,-12-9 0,-5-9 0,-8-2 0</inkml:trace>
  <inkml:trace contextRef="#ctx0" brushRef="#br0" timeOffset="21">28872 4030 8912,'-3'-19'0,"-3"-1"0,4 7 0,-5 1 0,5-3 0,2 4 0,0-2 0,2 0 0,5-6 0,10 6 0,9 0 0,8 0 0,-10 0 0,8 1 0,-2 5 0,2-6 0,2 9 0,-8-2 0,6-3 0,-6 3 0,-1-1 0,-5 7 0,-1 0 0,0 0 0,-6 0 0,0 0 0,-9 0 0,5 0 0,-9 9 0,0 1 0,0 10 0,0-1 0,0 0 0,0 3 0,0 3 0,0-3 0,0 4 0,0-5 0,0-2 0,2-2 0,4-4 0,-1 2 0,5-6 0,-1 2 0,-3-7 0,3 4 0,4-8 0,-2-8 0,1-5 0,1-4 0,7-2 0,-8-3 0,1-4 0,-2 3 0,2-9 0,2 8 0,-9-2 0,9 5 0,-4 2 0,0 8 0,6 11 0,-15 11 0,4 8 0,-1-6 0,1 0 0,-4 0 0,5 6 0,1-6 0,-1 0 0,1-9 0,-1 2 0,-3-4 0,9-2 0,-7 0 0,7 0 0,-6-8 0,5-5 0,-5-11 0,4-1 0,-3 1 0,7 3 0,-13-5 0,5 0 0,-5 3 0,6 10 0,-3-4 0,8 4 0,-7 4 0,7 3 0,-9-5 0,13 9 0,-12-7 0,7 9 0,1 0 0,7 0 0,-1 3 0,0 3 0,0 5 0,1 6 0,-1-4 0,0 4 0,1-4 0,-8-3 0,1 3 0,-8-6 0,1 6 0,-2-9 0,3 2 0,-5-4 0,6 7 0,-8-7 0,9-2 0,0-11 0,3-8 0,6 0 0,-6 0 0,6-7 0,1 0 0,-2 0 0,-4 7 0,2-7 0,-9 1 0,7-7 0,-6 6 0,-1 0 0,-6 7 0,-2 0 0,-5-1 0,3 8 0,-9-1 0,0 8 0,-6-1 0,2 12 0,4 7 0,-4 4 0,4 3 0,2 5 0,-1 1 0,7 8 0,-1-4 0,4 0 0,2 7 0,0-14 0,0 9 0,0-8 0,0 2 0,8-7 0,5-6 0,11 2 0,1-9 0,10 1 0,-3-9 0,4-5 0,3-4 0,-1-10 0,1-5 0,-3-4 0,-3-8 0,1 6 0,-8-1 0,-1 3 0,-5-2 0,-10-4 0,-3 4 0,-5 4 0,-2 2 0,0 5 0,-2 4 0,-5 4 0,5 4 0,-15 9 0,4 0 0,-4 9 0,-2 4 0,2 6 0,2 5 0,2 1 0,8 9 0,-3-10 0,8 8 0,0-8 0,0 1 0,0-3 0,0-3 0,2 0 0,4 1 0,5-10 0,11-3 0,3-5 0,-3-2 0,12-2 0,-8-5 0,8-3 0,-2-10 0,-2-5 0,0-1 0,-2 2 0,-2-6 0,-7 11 0,0 0 0,-2 0 0,-4 6 0,4 4 0,-14 1 0,5 10 0,-8 4 0,0-1 0,0 7 0,0 8 0,0 5 0,0-1 0,0-3 0,0-1 0,0-1 0,0 0 0,0 0 0,0-6 0,0 0 0,0-9 0,0 5 0,0-11 0,0-5 0,0-5 0,9-6 0,-1-7 0,5-1 0,4-6 0,-4 6 0,4-6 0,3 6 0,-1 3 0,0 10 0,7-2 0,0 9 0,6-1 0,-7 7 0,10 2 0,-5 5 0,0 6 0,6 12 0,-12-3 0,8 3 0,0 3 0,7-2 0,-9 0 0,15-16 0,-5-1 0</inkml:trace>
  <inkml:trace contextRef="#ctx0" brushRef="#br0" timeOffset="22">10067 12340 8912,'13'0'0,"0"0"0,-9-2 0,3-4 0,-3 3 0,0-5 0,3-1 0,-1 5 0,-6-9 0,0 7 0,0-7 0,0 9 0,0-14 0,0 8 0,-2-3 0,-4 0 0,4 0 0,-7-6 0,9 0 0,0-1 0,0 1 0,0 6 0,0 0 0,-9 9 0,7-7 0,-4 5 0,4 4 0,2-15 0,0 14 0,0-5 0,0 8 0,-9-9 0,-2-1 0</inkml:trace>
  <inkml:trace contextRef="#ctx0" brushRef="#br0" timeOffset="23">10067 12070 8912,'0'0'0</inkml:trace>
  <inkml:trace contextRef="#ctx0" brushRef="#br0" timeOffset="24">10067 12070 8912,'0'0'0</inkml:trace>
  <inkml:trace contextRef="#ctx0" brushRef="#br0" timeOffset="25">10106 12070 8912,'0'0'0</inkml:trace>
  <inkml:trace contextRef="#ctx0" brushRef="#br0" timeOffset="26">10222 12051 8912,'28'0'0,"-7"0"0,13-7 0,-8 1 0,0 0 0,-7 6 0</inkml:trace>
  <inkml:trace contextRef="#ctx0" brushRef="#br0" timeOffset="27">10762 12032 8912,'38'0'0,"1"0"0,8-3 0,4-3 0,-3 4 0,-3-5 0,4-1 0,2 1 0,5 1 0,8 0 0,1-1 0,1-6 0,-2 7 0,-10-1 0,4 7 0,0 0 0,-1 0 0,6-6 0,-12 0 0,5-1 0,2 5 0,-1-4 0,10 3 0,-5-5 0,9 8 0,-1-2 0,8-5 0,3 5 0,-4-4 0,-8 4 0,-7 2 0,-4-7 0,0 1 0,0-1 0,-1 7 0,1 0 0,0 0 0,0 0 0,2 0 0,4 0 0,-10 0 0,4 0 0,-13 0 0,2-6 0,-9-1 0,1-5 0,0 5 0,-9-6 0,-5 7 0,-3 2 0,3-5 0,1 3 0,0-3 0,-7 3 0,0 3 0,-6-5 0,0 8 0,2 0 0,2 0 0,-6-9 0,6 7 0,-19-4 0,-4 12 0,-14 13 0,-38 11 0,-12 9 0,-14 8 0,-12 2 0</inkml:trace>
  <inkml:trace contextRef="#ctx0" brushRef="#br0" timeOffset="28">4262 13323 8912,'-19'18'0,"-2"-6"0,-3-5 0,-2-5 0,3-2 0,1 0 0,3 0 0,-2 0 0,-3 0 0,-2 0 0,7-6 0,6-1 0,0-8 0,-4 2 0,4-4 0,5-2 0,8 0 0,0 6 0,0 0 0,2 0 0,4-6 0,5 8 0,8 5 0,-4 3 0,5 3 0,-5 0 0,10 0 0,5 3 0,2 3 0,5-4 0,4 7 0,4-9 0,6 0 0,15 0 0,12 0-107,7 0 0,20-9 0,-49 3 0,2-1 107,4-1 0,2-1 0,2-3 0,1-2-839,10 2 1,0-1 838,-6 0 0,0 0 0,9 3 0,1 1 0,-7-1 0,-1 0 0,-1 2 0,0-1-74,-1 2 1,-1 1 0,-2 1 0,-1 2 0,-2 2-1,-1 2 74,-3-1 0,0 0 0,-2 0 0,0 0 0,-1-1 0,0 0 0,0-1 0,-1 0 0,2-1 0,-2-1 0,42-4 0,-9 1 0,-9 5 0,5-13 0,4 9 0,2-9 0,-2 4 0,-6 0 0,-12-10 0,-1 8 0,2 4 0,2 5 0</inkml:trace>
  <inkml:trace contextRef="#ctx0" brushRef="#br0" timeOffset="29">7734 12841 8912,'28'-19'0,"2"6"0,8 0 0,1 1 0,-1-8 0,-8 1 0,5 6 0,-10 2 0,-1 3 0,-9-1 0,-2 3 0,-9 4 0,5-7 0,-9 9 0,0 0 0,8 0 0,-6 0 0,7 0 0,-9 0 0,0 0 0,9 0 0,-7 0 0,6 0 0,1 9 0,2-7 0,1 13 0,1-9 0,-8 9 0,3-4 0</inkml:trace>
  <inkml:trace contextRef="#ctx0" brushRef="#br0" timeOffset="30">8235 12919 8912,'-17'19'0,"-4"-8"0,-18-3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555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13308 983 8912,'-11'-8'0,"2"-5"0,3-4 0,-1-2 0,3-1 0,2 1 0,2-2 0,-2-3 0,-2-2 0,-3 3 0,3 1 0,0 1 0,-3-5 0,-4 5 0,-8-5 0,0 13 0,-3 7 0,-1 4 0,-3 2 0,-10 4 0,-1 9 0,-6 12 0,-4 10 0,2 3 0,5 9 0,-8-4 0,10 9 0,1-3 0,5 2 0,6-4 0,14-8 0,3-3 0,9-3 0,2 1 0,5-8 0,12-1 0,13-5 0,5-1 0,1 9 0,7-7 0,0 5 0,-2-5 0,6-1 0,-8-1 0,4 0 0,0 0 0,-6 1 0,-5-1 0,-15 0 0,-8 7 0,-5 0 0,-4-3 0,-2-1 0,-19 3 0,-11 3 0,-11 2 0,-12-6 0,4 6 0,-9-9 0,0-2 0,9 5 0,-5-15 0,9 3 0,2 3 0,11-8 0,4-1 0,9-6 0,8-2 0,5-4 0,3-5 0,3-8 0,0-1 0,15 1 0,5 0 0,12-7 0,0 0 0,5-8 0,10 4 0,2-8 0</inkml:trace>
  <inkml:trace contextRef="#ctx0" brushRef="#br0" timeOffset="1">13443 1369 8912,'19'0'0,"0"0"0,-8 0 0,-3 0 0,-8 2 0,0 5 0,0 12 0,0 13 0,0 7 0,0 6 0,0 4 0,0 9 0,0-1 0,0 1 0,0 0 0,3 0 0,3 0 0,-2-9 0,9-4 0,-9-6 0,3-7 0,1-4 0,-1-9 0,-1-8 0,-14 6 0,-3-6 0</inkml:trace>
  <inkml:trace contextRef="#ctx0" brushRef="#br0" timeOffset="2">13423 1523 8912,'11'-8'0,"4"3"0,-9-7 0,9 1 0,-2-2 0,13-4 0,6 4 0,5 4 0,3-6 0,5 9 0,-4 0 0,4 6 0,-4 2 0,-3 4 0,-10 5 0,-9 8 0,-8 9 0,-11 4 0,-17 5 0,-9 1 0,-8 1 0,-5-1 0,1-6 0,-1-2 0,1-2 0,-1-2 0,9-7 0,4 0 0,7-6 0,6 0 0,3-9 0,3 3 0,5-5 0,-7-11 0,18-10 0,2-11 0</inkml:trace>
  <inkml:trace contextRef="#ctx0" brushRef="#br0" timeOffset="3">14079 1716 8912,'-9'19'0,"7"-6"0,-4 0 0,-3-7 0,3 7 0,-1-8 0,7 12 0,9-15 0,2 6 0,14-8 0,1 0 0,2-8 0,-2-5 0,-3 2 0,9-2 0,-6 1 0,6-8 0,-8 1 0,2 0 0,-7-1 0,-6 1 0,-3 6 0,-3 0 0,-5 1 0,-2-6 0,-13 6 0,-4 3 0,-2 9 0,-7 0 0,0 0 0,-6 9 0,6 6 0,3 8 0,-7-1 0,8 14 0,-3-4 0,3 5 0,3 1 0,8 1 0,5-1 0,4-1 0,2-5 0,10 2 0,10-8 0,1 0 0,11-7 0,7-8 0,6-5 0,0-4 0,-7-2 0,3-8 0,4-5 0,4-13 0,9-4 0</inkml:trace>
  <inkml:trace contextRef="#ctx0" brushRef="#br0" timeOffset="4">14928 1639 8912,'0'-19'0,"-9"-1"0,-2 3 0,-8 4 0,0-2 0,-1 9 0,-1 2 0,-5 10 0,3 11 0,-9 9 0,8 10 0,-2 3 0,7 2 0,6 10 0,-2-6 0,9 6 0,-1-1 0,7 1 0,9-4 0,4-8 0,6-3 0,7-4 0,2-4 0,4-8 0,4-10 0,-4-3 0,5-5 0,1-2 0,-6-2 0,1-5 0,-10-6 0,5-10 0,0-3 0,-7-8 0,5 12 0,-13-3 0,2-3 0,-9 2 0,7-6 0,-6 6 0,-1 1 0,-6 5 0,0 1 0,0 0 0,0 8 0,0 2 0,0 9 0,0 11 0,0 8 0,0 3 0,0 10 0,0-6 0,0 6 0,6 0 0,1 7 0,-1-7 0,-6 0 0,7-9 0,-1 3 0,3-4 0,-3-3 0,-4 0 0,5 0 0,3-8 0,1-2 0,8-26 0,1-5 0</inkml:trace>
  <inkml:trace contextRef="#ctx0" brushRef="#br0" timeOffset="5">15333 1369 8912,'-22'11'0,"-4"-5"0,5-4 0,-5-2 0,5 7 0,2-1 0,-1 9 0,1-2 0,2-2 0,4 2 0,-2-1 0,9 8 0,-1-1 0,7 0 0,9-2 0,4-4 0,4-4 0,2-9 0,0 0 0,1 0 0,-1-9 0,0-4 0,-2 3 0,-4-3 0,-2 2 0,-5-2 0,-4-4 0,7 6 0,-18-6 0,-3 4 0,3 5 0,-8 8 0,15 0 0,-15 0 0,6 0 0</inkml:trace>
  <inkml:trace contextRef="#ctx0" brushRef="#br0" timeOffset="6">16027 1851 8912,'8'11'0,"-5"-3"0,-3-8 0,-13 0 0,-4 0 0,-5 0 0,-4 0 0,5 0 0,-7 0 0,9 0 0,0 0 0,-1 0 0,1 2 0,0 5 0,-1 4 0,1 8 0,2 0 0,4 0 0,-2 1 0,9-1 0,-1 0 0,7 1 0,0-1 0,0 0 0,0-8 0,9-3 0,4-8 0,4 0 0,2 0 0,7-8 0,0-5 0,-1-4 0,-5-2 0,-8-1 0,1 1 0,-2 0 0,2-1 0,4 1 0,-13 2 0,9 4 0,-9-4 0,5 15 0,-3 2 0,1 13 0,-1 4 0,-6 2 0,7 7 0,-1 0 0,9 6 0,-2-7 0,2 1 0,-2-7 0,10 1 0,-3-1 0,3-8 0,-3-5 0,1-4 0,5-2 0,-3-2 0,9-4 0,1-14 0,5-12 0,-6 0 0,0-6 0,-8 1 0,2-14 0,-5-3 0,-2-10 0,-6-5 0,0-8 0,-9-8-196,3-5 1,-14-3 195,-5 3 0,-6 13 0,-1 13 0,2 13 0,4 6 0,-4 21 0,15 9 0,-5 21 0,-1 16 0,1 16 0,-5 10 0,5 9 0,-6 3 0,7 5 0,-1 3 0,7 9 0,0-2 0,0-4 0,3 2 0,3-9 0,5 0 195,8-6 1,2-2-196,5-5 0,-2-6 0,8-12 0,0-6 0,7-7 0,-1-10 0,1-10 0,-1-10 0</inkml:trace>
  <inkml:trace contextRef="#ctx0" brushRef="#br0" timeOffset="7">17898 1195 8912,'-37'18'0,"3"-3"0,2-3 0,-2 3 0,6-6 0,-7 8 0,12-2 0,6 9 0,-7-1 0,9 9 0,0 3 0,9 1 0,-1 3 0,3 6 0,-3 0 0,5 2 0,-4-2 0,4-7 0,2 1 0,0-1 0,0-5 0,8-6 0,5-1 0,0-7 0,6-6 0,-2 2 0,16-8 0,-1-3 0,6-10 0,10-5 0,1-8 0</inkml:trace>
  <inkml:trace contextRef="#ctx0" brushRef="#br0" timeOffset="8">18399 1562 8912,'0'11'0,"-8"-3"0,-5-8 0,-4 0 0,-3 0 0,1 0 0,8 0 0,-12 0 0,3 0 0,-3 2 0,4 5 0,-1-3 0,3 9 0,4 2 0,-4 2 0,9 4 0,-5 3 0,6 2 0,5 8 0,2-13 0,0 5 0,0-5 0,0-1 0,0-1 0,0 0 0,0 1 0,9-10 0,1-1 0,10-9 0,-1-9 0,-6-1 0,0-10 0,-7 3 0,7 4 0,-2-4 0,2 4 0,-3-2 0,-3 2 0,-5 3 0,4 3 0,5 5 0,-7-6 0,9 8 0,-9 0 0,7 2 0,-4 4 0,-5 5 0,4 8 0,5 0 0,2 1 0,-3-1 0,3 0 0,0 1 0,6-3 0,1-4 0,-1 2 0,0-9 0,7 0 0,0-6 0,-1-2 0,-5-4 0,-1-7 0,0-13 0,1 3 0,-1-9 0,-2 6 0,-4-6 0,2 2 0,-9-2 0,3-5 0,-3 5 0,-4 2 0,5-2 0,-5 15 0,-2-2 0,0 4 0,0 4 0,2 4 0,5 14 0,3 4 0,10 8 0,-1 9 0,0 4 0,3 4 0,3 3 0,-10-3 0,5-4 0,-8 3 0,1-10 0,-4 7 0,-9-6 0,0 6 0,0-6 0,-2-2 0,-5-12 0,-3 3 0,-10-8 0,-1 6 0,-5-7 0,5 1 0,-5-7 0,5-9 0,-7-2 0,-2-8 0</inkml:trace>
  <inkml:trace contextRef="#ctx0" brushRef="#br0" timeOffset="9">19306 1427 8912,'25'0'0,"1"0"0,8-2 0,-2-5 0,5-3 0,10-10 0,4 1 0,3 0 0,0-3 0,-3-3 0,-8 1 0,2-8 0,-7 0 0,-5-7 0,-14 1 0,-4-3 0,-9-4 0,-8 2 0,-11-4 0,-4 6 0,-11 7 0,5 21 0,-9 2 0,-3 3 0,-1 10 0,-9 17 0,0 13 0,0 13 0,4 7 0,-4 3 0,4 20 0,-4-10 0,13 12 0,7-2 0,12 0 0,4 6 0,13-1 0,9-6 0,9-18 0,25 6 0,4-17 0,5-8 0,2-12 0,0-3 0,0-3 0,-1-8 0,1-5 0,7-12 0,1-7 0,3-4 0,1-28 0,7-7 0</inkml:trace>
  <inkml:trace contextRef="#ctx0" brushRef="#br0" timeOffset="10">21196 10624 8912,'17'-19'0,"-4"-1"0,-5 1 0,-1 0 0,-1 0 0,-2-1 0,-2 1 0,-2 0 0,-8 2 0,-5 4 0,-4-2 0,-5 8 0,-1 1 0,-3 0 0,3-1 0,-7 1 0,0 6 0,-9 0 0,0 0 0,1 8 0,-9-3 0,-7 7 0,-8 3 0,-22 11 0,31-11 0,-3 2 0,-10 6 0,-3 1-405,-13 5 0,-3 0 0,-6 1 0,-2 0 405,-6 5 0,-2 1-290,32-12 0,-2-1 0,-1 1 1,-4-1-1,-2 1 0,1-1 290,-1 1 0,1 0 0,0-1 0,6-4 0,0-2 0,1 1 0,-31 8 0,3-1 0,12-4 0,5-1 0,11-4 0,3-2-54,8-4 0,4-1 1,-37 8 53,28-11 0,8 9 0,11-12 0,-2 5 0,-2 1 0,6-7 0,-2 4 1262,13 5-1262,12-9 2018,12 7-2018,8-9 60,0 0 0,0 8 0,0 3 0</inkml:trace>
  <inkml:trace contextRef="#ctx0" brushRef="#br0" timeOffset="11">17936 11260 8912,'28'0'0,"-4"-2"0,8-4 0,9 4 0,-1-22 0,5 3 0,-4-7 0,-2-13 0,8-8 0,2-9 0</inkml:trace>
  <inkml:trace contextRef="#ctx0" brushRef="#br0" timeOffset="12">18592 10547 8912,'19'-28'0,"-2"-2"0,-4-11 0,-6-4 0,-3 5 0,2-5 0,-3-5 0,14 12 0,-4-1 0,-5 9 0,9 11 0,-17 17 0,0 8 0,-13 14 0,-10 12 0,-7 8 0,-9 18 0,-6 9 0,0 3-93,0 5 0,0 9 1,2-1 92,7-1 0,0-3 0,10-2 0,0 0 0,7 7 0,0-1 0,8 1 0,4-7 0,5 0 0,11-8 0,2-5 0,8-15 0,0-10 0,3-9 0,3-11 0,7-8 0,13-5 0,-2-6 0,9-6 0,1-7 0,12-13 0,-1 3 0,13-9 0,-6 8 0,6-2 0,0 7 0,-6 6 0,-5-4 0,-4 9 0,-8-10 0,-1-1 0,-1-4 0</inkml:trace>
  <inkml:trace contextRef="#ctx0" brushRef="#br0" timeOffset="13">22546 9776 8912,'12'-39'0,"-1"1"0,-2-1 0,-5-6 0,-8 0 0,-3 2 0,-8 2 0,2 5 0,-4 4 0,-2 4 0,0 9 0,-1 8 0,1 5 0,-9 3 0,-4 3 0,-11 18 0,-2 7 0,-17 18 0,36-19 0,-8 1 0</inkml:trace>
  <inkml:trace contextRef="#ctx0" brushRef="#br0" timeOffset="14">22006 9679 8912,'-20'47'0,"3"-6"0,4 4 0,7-4 0,4-3 0,4 7 0,4 0 0,11-2 0,9-11 0,8 5 0,-1-5 0,12-4 0,-7 0 0,3-9 0,-7 0 0,-2 0 0,7 1 0,-1-1 0,-8 0 0,-4 1 0,-7-8 0,-6 1 0,-4 0 0,-9 6 0,-17 9 0,-11 4 0,-13 5 0,-10 1 0,-14 1 0,5-1 0,-6-1 0,8-5 0,9 0 0,4-13 0,4-8 0,3-7 0,8-12 0,2-3 0</inkml:trace>
  <inkml:trace contextRef="#ctx0" brushRef="#br0" timeOffset="15">22642 10200 8912,'11'19'0,"-3"0"0,-8-8 0,-2-2 0,-4-9 0,4 0 0,-7 0 0,9 0 0,0-2 0,0-5 0,9-1 0,3-5 0,14-4 0,4 2 0,0-9 0,7 3 0,-7-9 0,8 4 0,-6 2 0,1-8 0,-16 9 0,2-3 0,-6 4 0,0 3 0,-9 0 0,-8 0 0,-7 1 0,-8 6 0,-1 5 0,-7 5 0,3 2 0,-6 2 0,0 7 0,2 8 0,0 6 0,2 12 0,14-5 0,-1 8 0,8 7 0,-1 0 0,4 0 0,2 0 0,0 0 0,11 2 0,8-2 0,0-12 0,18 9 0,-3-18 0,7-7 0,6-8 0,2-7 0,0-6 0,3-9 0,4-9 0,-5-16 0,-2-7 0,3 0 0,-18-2 0,-2 2 0,-8 4 0,-7 0 0,-4 9 0,-5 2 0,-8-2 0,0 6 0,-2 5 0,-4 1 0,-3 8 0,-6 1 0,2 2 0,9 3 0,-5 14 0,9-3 0,0 10 0,0 6 0,0-2 0,3 9 0,3-8 0,5-1 0,8 2 0,0 5 0,-6-11 0,0 4 0,0-4 0,6 5 0,0-3 0,1-4 0,-1-5 0,7-8 0,2 0 0,2 0 0,-7 0 0,11-8 0,-6-5 0,2-4 0,-4-3 0,6 1 0,-15-2 0,3-5 0,-5 4 0,-3-5 0,-1 5 0,-2-4 0,-3 5 0,-6-7 0,0 9 0,0 8 0,0-6 0,0 15 0,0-5 0,0 14 0,0 8 0,0 8 0,2-1 0,3 4 0,1-5 0,7-2 0,-7 1 0,7-1 0,-4-2 0,1-2 0,5-2 0,3-9 0,1 5 0,0-9 0,0 0 0,1 0 0,-1-2 0,2-5 0,5-6 0,-4-4 0,3-2 0,-1-3 0,2-3 0,-5 3 0,3-3 0,-7 5 0,-4 7 0,-9-4 0,13 7 0,-15-1 0,7 2 0,-11 9 0,-5 0 0,3 0 0,-9 0 0,9 9 0,-5 2 0,9 8 0,0-8 0,0 6 0,0-4 0,0-5 0,9 7 0,4-8 0,4-1 0,2-6 0,0 0 0,3-2 0,1-5 0,3-5 0,6-8 0,-6-5 0,0 3 0,-7-8 0,0 7 0,0-5 0,1 0 0,-1 0 0,-8-4 0,-5 6 0,3 1 0,-3 5 0,1-5 0,-7-1 0,0 2 0,0 11 0,0 3 0,0 3 0,0 5 0,0-6 0,0 10 0,0 4 0,0 5 0,2 8 0,4 0 0,-2 1 0,9-1 0,0 0 0,0 1 0,0-1 0,-2 7 0,1-1 0,3 1 0,-8-7 0,6 1 0,-7-1 0,1 0 0,1 0 0,-6 1 0,5-1 0,-14 0 0,-10 0 0,-9 1 0,-8-1 0,2 0 0,-4 1 0,-3-1 0,0 0 0,-6-2 0,0-4 0,0-4 0,7-9 0,-1 0 0,1 0 0,-1-17 0,1-5 0</inkml:trace>
  <inkml:trace contextRef="#ctx0" brushRef="#br0" timeOffset="16">23819 9448 8912,'-39'-19'0,"7"-7"0,2 0 0,2 3 0,11 10 0,0 4 0,6 9 0,0 0 0,3 0 0,8 0 0,0 0 0,8 0 0,5 0 0,-4 0 0,8 0 0,-15 0 0,7 0 0</inkml:trace>
  <inkml:trace contextRef="#ctx0" brushRef="#br0" timeOffset="17">26576 5784 8912,'-10'-19'0,"1"0"0,3 0 0,-3-3 0,1-1 0,-3-5 0,0-2 0,5 0 0,-5-5 0,0 3 0,1-2 0,-3 4 0,-7-2 0,-1 0 0,-5 2 0,-6 4 0,-6 5 0,-7 1 0,-5 8 0,-10 1 0,-2 2 0,-2 5 0,-7 2 0,7 2 0,-7 0 0,7 0 0,0 17 0,4-2 0,-5 17 0,-3 2 0,-9 11 0,-1 13 0,3 13-941,5 4 941,3 11 0,12 4 0,28-40 0,2 2 0,-13 49-94,23-47 1,4 1 0,-2 48 0,9-48 0,2-1 93,0 2 0,1 0 0,1 1 0,0-1 0,0 1 0,0 0 0,0 52 0,0-4 0,0-8 0,11 3 0,8-3 0,11-9 0,11-16 0,11-7 0,-1-5 0,33-13 0,-1-9 0,9-8 0,5-13 0,-1-4 0,1-4 0,8-13 0,-51-2 0,1-1 0,5-3 0,2-2-126,2-5 0,1-4 0,4-3 0,1-2 0,1-1 0,-1-3 126,1-4 0,-2-1 0,-4 2 0,-2 0 0,-3-3 0,-2-1 0,-4 4 0,-1-1 0,0 0 0,-1 0 0,-1 3 0,-1 0 0,38-34 0,-13 3-137,-15-2 0,-13-5 137,-15-8 0,-4-8 0,-11-18 34,-10 46 1,-1-2 0,-1-2 0,-2 0-35,-1 0 0,-4 0 0,-5-3 0,-3-1 0,-1-5 0,-3-1 0,-6-1 0,-3 0 0,-3-1 0,-2 1 0,-2 3 0,-2 3 0,0 9 0,-5 5 0,-4 7 0,-5 6 0,-1 7 0,-3 6 0,-4 4 0,-3 6 0,-4 4 0,0 4 0,0 3 0,2 4 0,4 6 0,0 3 0,-1-1 0,1 3 30,3 8 1,1 2 0,-3-3-1,1 1 1,-41 29-31,12 0 0,11 2 0,22 9 0,-4 4 0,12 0 0,11 0 0,11 3 0</inkml:trace>
  <inkml:trace contextRef="#ctx0" brushRef="#br0" timeOffset="18">25921 5688 8912,'0'77'0,"0"-8"0,-9-11 0,-2-11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574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26596 8580 8912,'2'-10'0,"2"1"0,3 0 0,1 7 0,-1-4 0,-5 4 0,8 2 0,-3 0 0,-5 0 0,9-2 0,-5-5 0,-4 5 0,7-7 0,-9 9 0,8 0 0,-5-8 0,5 6 0,-8-7 0,2 9 0,5 0 0,-5 0 0,6 0 0,-8 0 0,0 0 0,-8 0 0,6 0 0,-15 0 0,6 0 0,-8 0 0,-1 0 0,1 0 0,6 0 0,0 0 0,0 0 0,-6 0 0,0 0 0,0 0 0,-1 0 0,7 2 0,1 5 0,-1-5 0,-7 6 0,1 1 0,6-7 0,0 5 0,9 3 0,-4-8 0,8 16 0,0-8 0,0 9 0,0 1 0,0-1 0,0 0 0,0 3 0,0 3 0,0 5 0,0 9 0,-3 2 0,-3 4 0,2-5 0,-9 5 0,6 3 0,-5-3 0,7 0 0,-1-7 0,-3-1 0,3-5 0,-3 2 0,3-8 0,4-1 0,-5-5 0,5-1 0,2 0 0,2-2 0,5-4 0,-3-4 0,9-9 0,0 8 0,6-3 0,0 5 0,1-1 0,-1-3 0,0-4 0,0 5 0,7-5 0,0 4 0,6-3 0,-6-3 0,8 0 0,-2 0 0,-2-7 0,2 1 0,0-7 0,7 6 0,-9-1 0,-4 1 0,-5 5 0,-2-4 0,-8 2 0,-4-3 0,-5 5 0,-2-7 0,0 9 0,0 0 0,-9 0 0,7 0 0,-7 0 0,9-8 0,0-3 0</inkml:trace>
  <inkml:trace contextRef="#ctx0" brushRef="#br0" timeOffset="1">31398 6999 8912,'6'-13'0,"1"0"0,-1 9 0,-6-7 0,0 5 0,0 4 0,0-15 0,0 15 0,0-7 0,0 9 0,0 2 0,0 5 0,-8 12 0,-5 13 0,-4 13 0,-3 6 0,-7 14 0,-6 5 0,-9 14-967,-3 6 967,-9 4 0,7 3 0,-5-1 0,24-48 0,1 0 0,-23 47-217,1-5 1,4-5 216,13-8 0,-2-8 0,8-5 0,-8-4 0,19-13 0,-5-6 0,3-7 0,7-4 0,-3 3 0,6-6 0,-6-7 0,9-1 922,-4 0-922,8-8 478,0-3-478,0-8 0,0 0 0,0-8 0,0 6 0,2-13 0,4 8 0,-2-5 0,9 5 0,-8 1 0,3-3 0,-8-2 0,0 1 0,0-7 0,0 6 0</inkml:trace>
  <inkml:trace contextRef="#ctx0" brushRef="#br0" timeOffset="2">30665 8156 8912,'-19'-9'0,"6"1"0,2-7 0,3 2 0,-5 7 0,6-7 0,-1 8 0,1-1 0,5-5 0,-6 9 0,8-6 0,0 16 0,0 5 0,0 13 0,0 6 0,-7 6 0,-1 7 0,-3 7 0,7 4 0,-3 1 0,5-7 0,-4 3 0,-1-8 0,1 7 0,8-10 0,4-5 0,-3-7 0,16-13 0,0-4 0,3-5 0,10-10 0,2-4 0,11-13 0,-2-11 0,8-9 0,-8-6 0,2 0 0,-4-17 0,-3 2 0</inkml:trace>
  <inkml:trace contextRef="#ctx0" brushRef="#br0" timeOffset="3">30607 5958 8912,'-2'-13'0,"-2"0"0,-3-2 0,3-2 0,0-2 0,-3 0 0,5-1 0,-4 1 0,4 8 0,4 5 0,2 12 0,3 7 0,5 15 0,-5 11 0,6 1 0,-7 12 0,7-1 0,-7 7 0,7-7 0,-4-1 0,2-3 0,-7-11 0,4-8 0</inkml:trace>
  <inkml:trace contextRef="#ctx0" brushRef="#br0" timeOffset="4">30723 6421 8912,'0'19'0,"0"0"0,2-6 0,5 0 0,-3-9 0,9 3 0,0-5 0,6-11 0,0-1 0,0-12 0,1-4 0,-10 5 0,5-13 0,-8 8 0,6 0 0,-7 7 0,-2 0 0,1-1 0,1 1 0,-4 8 0,7 3 0,-1 8 0,-5 2 0,5 4 0,1 7 0,-7 4 0,15 3 0,-6-1 0</inkml:trace>
  <inkml:trace contextRef="#ctx0" brushRef="#br0" timeOffset="5">31012 6421 8912,'28'10'0,"-6"1"0,3-4 0,-3-5 0,3 6 0,1-8 0,6-6 0,-4-3 0,2-1 0,-6-12 0,4 1 0,-9-7 0,0 0 0,0 7 0,-6-7 0,0 8 0,-6-5 0,3-1 0,-1 2 0,-3 3 0,-6 2 0,0 8 0,7 0 0,-1 5 0,1 4 0,-1-5 0,0 14 0,9-5 0,-10 15 0,5-2 0,-1 9 0,-3-3 0,-6 5 0,7 2 0,-1-3 0,1 10 0,-7-14 0,0 5 0,-2 2 0,-5-3 0,3 7 0,-9-6 0,-2-2 0,-11-11 0,-4-5 0,-8-8 0</inkml:trace>
  <inkml:trace contextRef="#ctx0" brushRef="#br0" timeOffset="6">31032 6035 8912,'-30'-19'0,"-5"-3"0,10-3 0,7 12 0,1-13 0,15 15 0,-4-1 0,12-1 0,5 8 0,17-3 0,4 8 0,11 0 0,4-2 0,2-5 0,-4 5 0,7-4 0,-10 1 0,3-1 0,5-5 0,-1-8 0</inkml:trace>
  <inkml:trace contextRef="#ctx0" brushRef="#br0" timeOffset="7">31919 5360 8912,'13'-2'0,"-3"-4"0,1-7 0,0-4 0,-7 6 0,5-6 0,-9 4 0,0 4 0,0 1 0,0 10 0,0 4 0,0 7 0,0 15 0,0 11 0,0-18 0,0 5 0</inkml:trace>
  <inkml:trace contextRef="#ctx0" brushRef="#br0" timeOffset="8">31957 5669 8912,'0'47'0,"0"6"0,0 5 0,0-6 0,0-3 0,0-8 0,2-1 0,3-10 0,1-2 0,7-2 0,-7-7 0,9 0 0,-10-1 0,8-6 0,2-5 0,2-5 0,2-2 0,0-4 0,1-9 0,7 0 0,-5-23 0,6-3 0,-9-10 0</inkml:trace>
  <inkml:trace contextRef="#ctx0" brushRef="#br0" timeOffset="9">31938 5688 8912,'-19'9'0,"-1"-7"0,1 4 0,0 5 0,8-9 0,3 7 0,16-9 0,5-3 0,15-1 0,10-2 0,12 1 0,5-5 0,12-1 0,1-8 0,1-1 0,-3 1 0,-8 0 0,0 0 0,0-1 0,0 1 0,0 0 0,-9 8 0,-10 0 0,-16 5 0,-8-7 0,2-4 0,-6-2 0</inkml:trace>
  <inkml:trace contextRef="#ctx0" brushRef="#br0" timeOffset="10">25477 12957 8912,'-30'19'0,"2"-8"0,11-2 0,2-1 0,2 5 0,0 4 0,3 2 0,1 3 0,9 4 0,0 8 0,0 9 0,7 0 0,-1 8 0,9-6 0,-2 6 0,-2-8 0,-1 4 0,-1-2 0,-5 0 0,-2 7 0,-2-7 0,-2-2 0,-4-3 0,-5-10 0,-8-4 0,6-13 0,0-7 0,9-21 0,-5-6 0</inkml:trace>
  <inkml:trace contextRef="#ctx0" brushRef="#br0" timeOffset="11">25381 13092 8912,'-20'-6'0,"1"-3"0,2-2 0,4-4 0,5 7 0,10-9 0,4 4 0,13 4 0,18 1 0,10 8 0,2 0 0,3 0 0,6 0 0,-3 2 0,-3 4 0,-7 11 0,-13 9 0,4 8 0,-16-4 0,1 9 0,-6-1 0,-11 10 0,1-6 0,-16 10 0,-8 1 0,-14-5 0,10 5 0,-9-6 0,-3 3 0,-1-8 0,0 10 0,3-14 0,8-3 0,12-16 0,-4 0 0,23-17 0,-4-4 0</inkml:trace>
  <inkml:trace contextRef="#ctx0" brushRef="#br0" timeOffset="12">26171 13323 8912,'-12'3'0,"-1"3"0,0-4 0,-6 5 0,-1-5 0,1 6 0,-7 1 0,1 4 0,-8 10 0,8-3 0,-7 12 0,6-2 0,2 0 0,5 6 0,6-4 0,5 5 0,8-1 0,0-4 0,2-6 0,4-5 0,7-4 0,11-4 0,1-6 0,7-7 0,-6-7 0,6-3 0,-6-10 0,-2-1 0,-3-5 0,-4 3 0,-4-9 0,4 6 0,-4-6 0,-4 6 0,-3-6 0,-4 8 0,-2-4 0,0 9 0,0 0 0,0 8 0,0 3 0,0 10 0,0 4 0,0 7 0,0 4 0,2 9 0,3 2 0,3 0 0,3-1 0,-7-1 0,5-7 0</inkml:trace>
  <inkml:trace contextRef="#ctx0" brushRef="#br0" timeOffset="13">26268 13690 8912,'30'0'0,"-2"0"0,-9 0 0,0-2 0,1-5 0,-1 5 0,0-17 0,0 0 0,1-3 0,-3-10 0,-4-2 0,4-1 0,-4 3 0,-5-11 0,-1 5 0,-5-5 0,-2-4 0,0-5 0,0-3 0,-2-3 0,-5 0 0,5 2 0,-4 5 0,-3 6 0,3 13 0,-1 13 0,7 10 0,0 13 0,0 9 0,0 11 0,0 21 0,0 6 0,0 11 0,0 2 0,0-1 0,0 1 0,0-6 0,0 4 0,2-13 0,5 0 0,-3 7 0,7-7 0,0 1 0,-1-5 0,-5-5 0,1-1 0,5 8 0,-9-15 0,4 0 0,-4-8 0,-2-5 0,0 0 0</inkml:trace>
  <inkml:trace contextRef="#ctx0" brushRef="#br0" timeOffset="14">26364 13497 8912,'-19'-19'0,"0"6"0,-1 0 0,10 0 0,3 2 0,14 5 0,12 4 0,13 2 0,7 0 0,6 0 0,6-7 0,13 1 0,3-9 0,4 2 0,4-4 0,-5-2 0,5-1 0,2 1 0,-8 0 0,-5 0 0,-12-1 0,-7 3 0,-13 4 0,-6 7 0,-16 4 0,-10 2 0,-10 0 0,-16 0 0,-4 0 0,-13 6 0,2 3 0,5-1 0,-1 3 0,1 0 0,-3 2 0,9 6 0,5 0 0,3-2 0,3-2 0,0-2 0,-1 0 0,8 6 0,1 1 0,2-1 0,3-8 0,8 4 0,4-9 0,-1 7 0,8-7 0,2-1 0,2-3 0,2-2 0,2 0 0,5 0 0,-4-7 0,3 1 0,-3-9 0,3 4 0,1-8 0,-2 0 0,-3-1 0,-2 1 0,1 0 0,-1-1 0,0 10 0,1-5 0,-1 8 0,-8 1 0,6 6 0,-7 2 0,3 4 0,0 7 0,-6 2 0,5-2 0,1 4 0,7-4 0,-1 4 0,2-4 0,3-2 0,2-3 0,-1-1 0,3-7 0,2-9 0,9-1 0</inkml:trace>
  <inkml:trace contextRef="#ctx0" brushRef="#br0" timeOffset="15">28004 12745 8912,'-39'-11'0,"3"-6"0,1 4 0,3-4 0,2 4 0,-2 0 0,-2 9 0,8-2 0,0 12 0,7 13 0,0 14 0,2 5 0,2 7 0,4 9 0,2 6 0,5 4 0,2 7 0,2-7 0,8 0 0,3-6 0,8 0 0,7-7 0,0-4 0,-3-6 0,-1 2 0,-3-15 0,0 4 0,-6-6 0,0-13 0,-9-5 0,5-16 0,-9-3 0</inkml:trace>
  <inkml:trace contextRef="#ctx0" brushRef="#br0" timeOffset="16">27714 13227 8912,'20'-19'0,"-3"-1"0,-2 1 0,-2 0 0,-1 0 0,8-1 0,-1 3 0,0 4 0,1-4 0,5 15 0,3-4 0,2 3 0,-6 3 0,10 0 0,-8 0 0,-3 0 0,7 9 0,-8 0 0,4 3 0,-11 6 0,-3-6 0,-7 6 0,3 1 0,1 0 0,-7 9 0,7-7 0,-9 5 0,0-4 0,0-3 0,-3 7 0,-1-1 0,-2-1 0,-1-11 0,-1 4 0,6-13 0,-5 9 0,5-9 0,2-4 0,0-10 0,2-12 0,5-4 0,-5 5 0,15-9 0,-4 4 0,10 5 0,3-5 0,0 5 0,-7 1 0,0 1 0,9 0 0,-4 6 0,6 2 0,-2 3 0,-3 1 0,-3 1 0,1-1 0,3 3 0,0-4 0,-7 1 0,-6-1 0,0 1 0,-9 5 0,7-9 0,-5 5 0,-4 4 0,5-7 0,-14 7 0,-6-4 0,5 3 0,-9-5 0,4 8 0,-2 2 0,2 4 0,-2-1 0,6 5 0,-1-1 0,5 6 0,-5-6 0,3 3 0,5 6 0,-4-6 0,4 6 0,2 1 0,0-6 0,0 0 0,0-7 0,0 7 0,2-9 0,4 3 0,5-5 0,8-2 0,3 0 0,3 0 0,-3 0 0,14-9 0,-4-2 0,5 1 0,-7-7 0,6 6 0,-6-8 0,0-1 0,-2 1 0,-15 0 0,-2-1 0,-3 1 0,-1 8 0,-7-6 0,0 5 0,0 3 0,0 0 0,0 9 0,0 3 0,0 3 0,0-4 0,0 15 0,0-4 0,0 4 0,0 2 0,0 1 0,0-1 0,0 0 0,0 1 0,0-1 0,0-6 0,0 0 0,0-7 0,0 7 0,0-9 0,0 5 0,8-9 0,-4-9 0,7-4 0,-2-4 0,-3-11 0,3 5 0,4-9 0,-3 6 0,3-6 0,-6 8 0,3-1 0,-1 3 0,6 3 0,-11 2 0,7 2 0,-3 2 0,7 9 0,-4-5 0,8 9 0,-1 9 0,-6 3 0,3-1 0,-8 2 0,-1 0 0,-6 6 0,0-8 0,9 6 0,-7-6 0,7-1 0,-9-1 0,2-9 0,2-2 0,2-5 0,9 5 0,-10-15 0,8 4 0,2-4 0,2-2 0,-4 0 0,-1-1 0,1 3 0,7 4 0,-1-4 0,0 4 0,0 5 0,1-1 0,-1 11 0,0 5 0,-6-3 0,0 9 0,6 0 0,7 6 0,0 0 0,-5 1 0,5-1 0,-5-8 0,14 4 0,-8-9 0,3-2 0,3-2 0,5-4 0,1-4 0,-7-7 0,0-13 0,-6 3 0,4-9 0,-2-3 0,6-1 0,-13-5 0,5-2 0,-5-2 0,-10 0 0,-2 7 0,-9-1 0,0 3 0,0 4 0,-9 6 0,-4 13 0,-12 4 0,-8 9 0,-3 11 0,-3 8 0,1 16 0,-1 10 0,1 10 0,-1 3 0,9 0 0,4 6 0,14 3 0,5-3 0,5 9 0,2-2 0,19-7 0,13-6 0,9-9 0,17-10 0,0-9 0,19-5 0,-4-12 0,10-6 0,-3-14-1479,-3-6 1479,0-12 0,0-5 0,0-13 0,0-9 0,1-8 0</inkml:trace>
  <inkml:trace contextRef="#ctx0" brushRef="#br0" timeOffset="17">12555 9699 8912,'-13'0'0,"1"2"0,-3 2 0,-3 2 0,6 1 0,-1-7 0,0 0 0,2 0 0,3-2 0,8-5 0,0-6 0,2-4 0,4-2 0,-4 6 0,5 0 0,-3 7 0,2-7 0,-3 9 0,7-7 0,-3 5 0,-5 3 0,15-5 0,-15 8 0,7 0 0,-1 0 0,-6 8 0,7 3 0</inkml:trace>
  <inkml:trace contextRef="#ctx0" brushRef="#br0" timeOffset="18">12536 9621 8912,'0'-10'0,"0"-7"0,0 14 0,0-7 0,0 3 0,-9 5 0,7-15 0,-6 13 0,8-9 0,0 9 0,0-7 0,0 4 0,0 5 0,0-6 0,0 8 0,0 0 0</inkml:trace>
  <inkml:trace contextRef="#ctx0" brushRef="#br0" timeOffset="19">12555 9699 8912,'0'64'0,"0"0"0,0 9 0,0-2 0,9 4 0,-7 0 0,4-5 0,-3-3 0,-3-12 0,0-3 0,0 4 0,0-18 0,0 1 0,6-9 0,0-11 0,1-8 0,-7-5 0,0-12 0,0-7 0,0-13 0,0-4 0,-9-26 0,-1-4 0</inkml:trace>
  <inkml:trace contextRef="#ctx0" brushRef="#br0" timeOffset="20">12594 9448 8912,'0'11'0,"-7"-1"0,1-3 0,-9-5 0,2 4 0,-4-1 0,-2 1 0,-3 5 0,-3 8 0,12-8 0,-4-3 0</inkml:trace>
  <inkml:trace contextRef="#ctx0" brushRef="#br0" timeOffset="21">12324 9660 8912,'-17'21'0,"4"5"0,-13-4 0,20 8 0,-14-7 0,3 3 0,0 0 0,4-9 0,0-5 0,-2-5 0,-2-5 0,-2-2 0,0-17 0,-1-4 0</inkml:trace>
  <inkml:trace contextRef="#ctx0" brushRef="#br0" timeOffset="22">12362 9467 8912,'11'0'0,"6"0"0,-6 7 0,8-1 0,1 9 0,-1-4 0,0 8 0</inkml:trace>
  <inkml:trace contextRef="#ctx0" brushRef="#br0" timeOffset="23">12632 9641 8912,'39'10'0,"0"8"0,8-10 0,4 7 0,5-2 0,2-9 0,-7 11 0,-1-8 0,-3-3 0,-11-2 0,-8-2 0,-9 0 0</inkml:trace>
  <inkml:trace contextRef="#ctx0" brushRef="#br0" timeOffset="24">12555 9621 8912,'0'20'0,"0"-7"0,0-1 0,-2-7 0,-4 1 0,4-4 0,-7-10 0,9-5 0,0-4 0,0-3 0,6 1 0,1 0 0,-3 0 0,-2 8 0,-2 2 0,-8 18 0,-5 4 0,-4 6 0,-3 7 0,1 4 0,-7 8 0,1 1 0,-1-3 0,7-4 0,-1 5 0,1-5 0,6-4 0,0-3 0,9-3 0,-2-3 0,4-8 0,10-3 0,3-16 0,8-3 0</inkml:trace>
  <inkml:trace contextRef="#ctx0" brushRef="#br0" timeOffset="25">12285 11048 8912,'-13'-6'0,"3"-3"0,-1 1 0,2-3 0,1 0 0,-7-2 0,2-6 0,-4 0 0,-2 2 0,1 2 0,3 4 0,3 2 0,-1 3 0,-7 6 0,1 0 0,0 0 0,6 9 0,0 6 0,-2 8 0,4 7 0,1 11 0,-1 2 0,0 2 0,7 6 0,-2-6 0,3 0 0,10 0 0,1-2 0,3-7 0,8-6 0,7-10 0,8-10 0,-4-1 0,9-9 0,6-4 0,0-9 0,0-2 0,-6-17 0,-1-3 0,-1-1 0,-5-3 0,-4 1 0,-11 6 0,-4-1 0,2 3 0,-9-2 0,0 5 0,-14 7 0,4 10 0,-9 3 0,8 14 0,-1 5 0,-3 8 0,3 3 0,2 3 0,2 8 0,2-6 0,0 4 0,2 2 0,4-8 0,-2 0 0,9-9 0,2-4 0,-6 4 0,10-15 0,-2 2 0,7-8 0,2-7 0,-7-14 0,0-1 0,0-8 0,1 2 0,-3-3 0,-4 3 0,-5-2 0,-8 8 0,-2 1 0,-4 5 0,-11 10 0,-9 3 0,-8 5 0,1 2 0,3 6 0,-2 1 0,9 8 0,-3-2 0,11-3 0,2 3 0,9-8 0,-5 3 0,18-10 0,4-4 0,4-5 0,2-8 0</inkml:trace>
  <inkml:trace contextRef="#ctx0" brushRef="#br0" timeOffset="26">12845 10720 8912,'19'-19'0,"-8"0"0,-5 0 0,-4 6 0,-2 0 0,-2 9 0,-4-3 0,4 5 0,-7 13 0,9 8 0,0 2 0,0 12 0,0 5 0,0 7 0,0 0 0,0-6 0,2 6 0,5 0 0,3-2 0,10-11 0,-1 2 0,0-8 0,7-1 0,0-5 0,6-10 0,-7-3 0,8-7 0,-8-7 0,3-6 0,-4-10 0,1-3 0,-7-8 0,-3 10 0,-9-8 0,0 7 0,-6-8 0,0 3 0,0-2 0,0 4 0,0 9 0,-8 0 0,6 0 0,-7 8 0,9 11 0,0 13 0,0 10 0,0 3 0,0 8 0,0-2 0,9-4 0,4-2 0,-3-2 0,3 1 0,0-10 0,6 5 0,7-14 0,0 0 0,-1-3 0,-5-3 0,5-9 0,1-4 0,8-6 0,-4-5 0,0-1 0,-2-10 0,-8 12 0,-1-9 0,-2-1 0,-4-5 0,-5 8 0,-8 4 0,0-4 0,0 9 0,9 1 0,-7 12 0,7 10 0,-9 4 0,0-1 0,0 8 0,0-7 0,0 7 0,0-7 0,0 7 0,6 0 0,1 6 0,8 1 0,-11-3 0,9-4 0,-3 4 0,5-4 0,-2 4 0,-8 2 0,12 0 0,-9 1 0,5-1 0,-2-6 0,-5 0 0,-4-1 0,7-1 0,-9-2 0,0-11 0,0-5 0,0-6 0,0-4 0,0-9 0,0 1 0,0-7 0,0 6 0,0-6 0,0 4 0,0-2 0,0 6 0,9-4 0,1 9 0,1 0 0,6 8 0,-6 3 0,8 8 0,0 0 0,1 2 0,-1 4 0,-2 5 0,-4 8 0,4 0 0,-8 7 0,4 0 0,-7-3 0,-4 7 0,7-8 0,-7 6 0,4-9 0,-4-6 0,-2 0 0,0-9 0,0 2 0,0-12 0,0-5 0,7-10 0,-1-5 0,7-2 0,-4-6 0,1 2 0,-5 8 0,10-6 0,-7 7 0,3-3 0,-7 9 0,7 2 0,-5 8 0,-1 1 0,8 6 0,-9 2 0,2 5 0,5 3 0,-7 7 0,9-2 0,2-2 0,-6 0 0,8-2 0,-4-5 0,4-4 0,2-2 0,0 0 0,1 0 0,-1 0 0,0 0 0,1 0 0,-1-8 0,0-5 0,0-4 0,1-2 0,-1-1 0,0-1 0,-2-3 0,-4-1 0,4 7 0,-14 1 0,3 4 0,-2 5 0,3 1 0,-5-3 0,6 8 0,-8-7 0,0 18 0,0-5 0,0 9 0,0 2 0,0 2 0,0-4 0,0 0 0,3-7 0,3 7 0,-4 0 0,7-3 0,-9 1 0,0-4 0,0-5 0,2 6 0,4-8 0,-4 0 0,7 0 0,0-8 0,-5-1 0,9-4 0,-7-2 0,7 9 0,0-9 0,6 6 0,0-4 0,1 5 0,-1 8 0,0-9 0,1 7 0,-1-4 0,0 4 0,0 2 0,-6 6 0,0 0 0,0 3 0,6-3 0,1-3 0,-1 14 0,0-7 0</inkml:trace>
  <inkml:trace contextRef="#ctx0" brushRef="#br0" timeOffset="27">15487 10393 8912,'-11'19'0,"-6"-8"0,4-5 0,-4-4 0,-2-2 0,8-8 0,2 6 0,9-9 0,0 4 0,0 5 0,0-4 0,0 12 0,0-1 0,0 7 0,0 3 0,0 3 0,7 1 0,-1 0 0,1 0 0,-7 1 0,0-1 0,0 0 0,2-6 0,4 0 0,-4-9 0,7 5 0,-9-9 0,0-11 0,0-8 0,6-3 0,1-10 0,8 2 0,-2-2 0,2-4 0,-2 4 0,8 4 0,-8 2 0,8 5 0,-8 1 0,4 3 0,3 2 0,-1 2 0,0 9 0,7-5 0,0 9 0,-1 9 0,-5 4 0,5 2 0,3 0 0,2-2 0,-6-9 0,6 11 0,-7-9 0,3-1 0,8-3 0,-12-2 0,3 0 0,-3 0 0,-9-2 0,0-5 0,-9-3 0,11-10 0,-9 1 0,1 6 0,-7 0 0,-9 9 0,-4-2 0,3 3 0,-3 3 0,0 0 0,-6 0 0,-1 0 0,7 3 0,1 3 0,1 5 0,-4 8 0,2 0 0,9 1 0,-5-1 0,9 0 0,-6-6 0,-1 0 0,3 2 0,2-4 0,2 1 0,0-7 0,8 3 0,5-8 0,4 0 0,3-2 0,-1-4 0,7-5 0,-1-8 0,1-1 0,-7 1 0,1 0 0,-1 0 0,0 6 0,1 0 0,-1-2 0,0-2 0,-6 4 0,0 0 0,-9 9 0,5-7 0,-9 5 0,8 3 0,-6-5 0,16 8 0,-14 6 0,9 1 0,-9-1 0,13 3 0,-8-5 0,4 9 0,-3-9 0,-5 5 0,1-1 0,0-6 0,-3 7 0,1-7 0,2 5 0,1-5 0,-7 6 0,0-8 0,8 0 0,-6-8 0,13-3 0,-8-8 0,1-1 0,-1 1 0,-3 0 0,9 0 0,-9-1 0,11 1 0,-6 2 0,2 4 0,-5 2 0,7 5 0,-7 4 0,7-5 0,0 5 0,0 2 0,-2 2 0,-3 5 0,7-5 0,-4 13 0,8-9 0,-6 7 0,0-6 0,0-1 0,6-6 0,0 0 0,1 0 0,-1-2 0,0-5 0,-6 3 0,0-9 0,-7 0 0,7-6 0,-9 0 0,3 0 0,-5-1 0,-2 1 0,0 6 0,0 0 0,0 9 0,0 4 0,-6 4 0,-1 9 0,1 2 0,6 9 0,0 1 0,0 1 0,15-9 0,4-4 0,22-4 0,4-9 0,25 0 0,10 0 0</inkml:trace>
  <inkml:trace contextRef="#ctx0" brushRef="#br0" timeOffset="28">6114 17373 8912,'0'10'0,"0"-1"0,0-9 0,4-17 0,9-9 0,13-21 0,25-17 0,20-16 0,-23 29 0,2-3 0,5-3 0,2-1 0,2-5 0,2-1 0,2 0 0,0 0 0,-5 2 0,0 2 0,0 3 0,0 4 0,-11 11 0,-2 3 0,30-25 0,-20 14 0,-12 18 0,-19 4 0,-7 9 0,-6 0 0,-5 8 0,-6-6 0,0 15 0,0-7 0,0 9 0,0 0 0,9 0 0,-7-8 0,6-3 0</inkml:trace>
  <inkml:trace contextRef="#ctx0" brushRef="#br0" timeOffset="29">7136 15926 8912,'-19'0'0,"-1"-6"0,1-3 0,0-1 0,8 5 0,0-5 0,5 3 0,4-3 0,4-3 0,19 2 0,16 2 0,6-6 0,14 3 0,-1 1 0,15-2 0,-9 9 0,2-3 0,-4 5 0,-10 11 0,-5 4 0,-7 6 0,-6 7 0,-6 6 0,-13 13 0,-4 4 0,-9 9 0,0 0 0,0 0 0,-7-1 0,-1 3 0,-3 5 0,-2-12 0,-6 5 0,-1-13 0,1 2 0,0-8 0</inkml:trace>
  <inkml:trace contextRef="#ctx0" brushRef="#br0" timeOffset="30">7541 17334 8912,'0'11'0,"0"-3"0,8-8 0,-3 0 0,8-2 0,2-4 0,2-5 0,2-10 0,0-5 0,1 4 0,-1-3 0,0-5 0,1-2 0,-1-5 0,-2-1 0,-4-1 0,2 0 0,-9 1 0,1-3 0,-7-4 0,0 4 0,0-3 0,0 11 0,-9 6 0,-2 7 0,1 1 0,-7 8 0,6-4 0,-8 9 0,-1 8 0,1 13 0,0 9 0,-1 8 0,1 4 0,2 9 0,2 2 0,2 2 0,9 1 0,-3 1 0,5-4 0,2-8 0,2-1 0,5 1 0,3-3 0,10-3 0,8-6 0,4-7 0,-4-1 0,8 0 0,-4 1 0,5-1 0,-1 0 0,-4 0 0,-4-8 0,-9 6 0,-1-4 0,-6 4 0,-3 2 0,-9 1 0,-17-1 0,2 7 0,-17-1 0,0 8 0,-7-8 0,0 3 0,1-4 0,-1 1 0,7-5 0,0-7 0,8-9 0,3 2 0,8-12 0,9-13 0,-3-14 0,5-12 0,2-4 0</inkml:trace>
  <inkml:trace contextRef="#ctx0" brushRef="#br0" timeOffset="31">8293 17141 8912,'-19'0'0,"0"0"0,6 0 0,0 0 0,6 7 0,-5-1 0,7 0 0,-3-6 0,10 0 0,4 0 0,5 0 0,8-2 0,1-2 0,-1-2 0,0-9 0,0 2 0,1-4 0,-3 4 0,-4 0 0,-7-2 0,-4 6 0,-2-8 0,0 13 0,0-9 0,-2 9 0,-4-1 0,-7 10 0,-4 5 0,-3 16 0,1 0 0,6 8 0,0-2 0,9 11 0,-2 2 0,4-2 0,2-2 0,0-3 0,8 1 0,5-1 0,13-8 0,-3-4 0,9-11 0,3-2 0,1-9 0,9-4 0,0-13 0,-2-6 0,-2-7 0,-3-4 0,-1-8 0,-5-1 0,2 1 0,-8-1 0,-3 1 0,-10-1 0,-4-2 0,-1-4 0,-5 5 0,3-5 0,-12 12 0,-3-1 0,-4 8 0,-4 9 0,4 11 0,-4 4 0,0 4 0,4 4 0,7 7 0,3 13 0,3-3 0,0 10 0,0-8 0,0 5 0,3-2 0,3-4 0,7-3 0,4-2 0,2-1 0,1-6 0,1 3 0,3-8 0,1-3 0,3-2 0,-4-2 0,1 0 0,8-2 0,-8-4 0,7-3 0,-6-6 0,-2 2 0,-3 0 0,-2-6 0,1 0 0,-3 0 0,-4-1 0,-7 1 0,5 0 0,-9-1 0,7 1 0,-9 0 0,0 0 0,0 6 0,0 0 0,0 9 0,0-5 0,-9 9 0,7 11 0,-5 8 0,5 2 0,2 12 0,0 1 0,0-4 0,0 2 0,9-8 0,-5 10 0,9-8 0,2-3 0,2-1 0,2-10 0,1-1 0,-1-2 0,0-3 0,1-8 0,-1-4 0,0-7 0,0-13 0,-1 2 0,-6-8 0,3 2 0,-8-2 0,1-4 0,-3 4 0,1-5 0,-2 1 0,-1 4 0,-3 4 0,0 8 0,0 10 0,0-1 0,2 9 0,4 2 0,-2 4 0,9 15 0,-6 9 0,6 4 0,-3-2 0,5 0 0,-2 0 0,2 0 0,-4-4 0,2 6 0,-7-8 0,7 2 0,-9-5 0,5-2 0,-9-8 0,-9-11 0,-4-13 0,-12-13 0,-5-4 0</inkml:trace>
  <inkml:trace contextRef="#ctx0" brushRef="#br0" timeOffset="32">9296 16486 8912,'0'10'0,"0"-1"0,0-1 0,0-5 0,0 5 0,2-8 0,5 0 0,-5 0 0,6 0 0,-8 0 0</inkml:trace>
  <inkml:trace contextRef="#ctx0" brushRef="#br0" timeOffset="33">9354 16524 8912,'-2'11'0,"-3"-3"0,-1 1 0,0-5 0,6 9 0,-9 0 0,7 0 0,-5 0 0,5-9 0,4 11 0,5-9 0,-3 1 0,7-9 0,-3-5 0,5 3 0,-6-9 0,-1 0 0,1-6 0,-1 0 0,-2-1 0,-2 1 0,-2 0 0,0 0 0,-2 1 0,-4 6 0,-5 3 0,-2 9 0,0 0 0,1 0 0,-1 9 0,2 3 0,2 6 0,5 1 0,2 0 0,11 0 0,1 1 0</inkml:trace>
  <inkml:trace contextRef="#ctx0" brushRef="#br0" timeOffset="34">9875 16871 8912,'0'19'0,"0"-6"0,0 0 0,-3-9 0,-3 3 0,4-5 0,-5-4 0,14-5 0,4-3 0,8-10 0,0-1 0,0-5 0,1 5 0,-1-7 0,0 9 0,1 0 0,-8-5 0,-1 3 0,-2 3 0,-5 1 0,-2 0 0,-2-2 0,0 8 0,-8 3 0,-5 8 0,-4 0 0,-3 0 0,1 0 0,2 10 0,4 10 0,-4 1 0,4 11 0,4 7 0,3 6 0,4 0 0,2-7 0,2 1 0,4 1 0,7 5 0,13-12 0,6-1 0,5-9 0,1-12 0,3-2 0,2-14 0,2-8 0,0-8 0,-5-20 0,1-4 0,-2-6 0,4-3 0,-11 3 0,-4-3 0,-3 9 0,-3-8 0,-5 12 0,-4-4 0,-7 4 0,-4 3 0,-2 1 0,-2 5 0,-4 7 0,4 3 0,-13 14 0,6 8 0,-2 10 0,7 14 0,-2 2 0,6 8 0,6-2 0,5 4 0,10 9 0,3 0 0,1-2 0,3-2 0,-2-2 0,-5-1 0,7 7 0,-11 0 0,-4-2 0,-8 0 0,-10 2 0,-14 4 0,-28 15 0,-17 1 0,-18 1-210,38-34 1,-2 0 0,-2 1 0,0 1 209,-4 0 0,1 2 0,1 5 0,-1 0 0,-3-3 0,-1 1 0,0 2 0,1-1 0,-2-1 0,0-1 0,4 1 0,1 0 0,4-1 0,0 1 0</inkml:trace>
  <inkml:trace contextRef="#ctx0" brushRef="#br0" timeOffset="35">1774 17604 8912,'0'-19'0,"-2"-7"0,-4-2 0,-5 0 0,0 0 0,-4 1 0,9 1 0,-7 11 0,4-2 0,-1 6 0,5 7 0,-1 10 0,-3 7 0,3 13 0,0 6 0,6 13 0,0 8 0,0 9 0,0 5 0,0 4 0,6-3 0,0-4 0,7-4 0,-6 5 0,8-5 0,-5-5 0,10-3 0,-7-5 0,-1-9 0,3 1 0,0-3 0,0-6 0,-2-10 0,-8-10 0,3-27 0,-8-4 0</inkml:trace>
  <inkml:trace contextRef="#ctx0" brushRef="#br0" timeOffset="36">1581 18067 8912,'20'0'0,"-1"0"0,0 0 0,9-2 0,4-5 0,7-4 0,6-10 0,6-3 0,5-1 0,2-10 0,0 3 0,-7 4 0,1 3 0,-1-5 0,-4 15 0,-8-5 0,-9 14 0,-20 0 0,-3 12 0,-5 5 0,-4-1 0,-5-3 0,3 1 0,-9-1 0,9 8 0,-2-2 0,3 4 0,3 4 0,3 3 0,3 2 0,5-1 0,8-5 0,0-1 0,1 0 0,-1 0 0,7-6 0,-1-2 0,-1-2 0,6-3 0,-9-6 0,5 0 0,2-2 0,-2-5 0,-1-5 0,-5-14 0,-1 2 0,0-8 0,1 2 0,-1-2 0,-6-4 0,0 3 0,-9-1 0,2 2 0,3-2 0,-3 8 0,1 7 0,-7 6 0,0 9 0,0-5 0,0 26 0,0 9 0,0 8 0,0 13 0,6-4 0,1 9 0,1-1 0,-1 7 0,5 0 0,-3-1 0,6-5 0,-9-1 0,1-8 0,-7 2 0,0-4 0,0-3 0,0-1 0,0-5 0,-9-4 0,-4-9 0,-4-6 0,-2 0 0,0-9 0,-1 3 0,1-5 0,0-19 0,0-5 0,-1-16 0</inkml:trace>
  <inkml:trace contextRef="#ctx0" brushRef="#br0" timeOffset="37">2932 17951 8912,'19'0'0,"-8"0"0,-1 11 0,-3 8 0,-5 2 0,4 12 0,3-8 0,-3 7 0,3 7 0,-3 6 0,7-2 0,-4-3 0,8-1 0,-4 0 0,-3-1 0,3 1 0,-6-9 0,6-5 0,-9-3 0,4-11 0,-8-3 0</inkml:trace>
  <inkml:trace contextRef="#ctx0" brushRef="#br0" timeOffset="38">2989 17932 8912,'20'0'0,"-1"0"0,0 0 0,-8 0 0,4-2 0,-9-5 0,9 3 0,-2-7 0,4 3 0,3-7 0,-1 12 0,0-3 0,1 4 0,-1 2 0,-2 2 0,-4 4 0,-5 5 0,-8 15 0,0 0 0,-2 6 0,-4-7 0,2 8 0,-9-8 0,2 7 0,-2-6 0,-2 0 0,9-7 0,-1 0 0,7-8 0,-8-2 0,-3-9 0</inkml:trace>
  <inkml:trace contextRef="#ctx0" brushRef="#br0" timeOffset="39">3394 17912 8912,'0'11'0,"0"-2"0,0-9 0,3 0 0,3 0 0,5-9 0,8-2 0,0-8 0,1 0 0,-1 0 0,0-1 0,-8 1 0,-5 0 0,3 6 0,-3 0 0,1 0 0,-7-6 0,-9 8 0,-2 11 0,-8 13 0,6 11 0,0 1 0,3 16 0,-3-2 0,2 6 0,5 0 0,4-3 0,-5 10 0,7-9 0,7 2 0,5-5 0,6-10 0,3-2 0,5-9 0,4-8 0,8-4 0,1-7 0,-1-7 0,1-6 0,0-12 0,-9-5 0,6-9 0,-6 0 0</inkml:trace>
  <inkml:trace contextRef="#ctx0" brushRef="#br0" timeOffset="40">3780 17334 8912,'-30'19'0,"-6"1"0,8 10 0,-4 6 0,6 7 0,13 19 0,-2-9 0,9 18 0,1 2 0,12-7 0,6 9 0,10-8 0,3-5 0,8 2 0,-2-23 0,13 4 0,-4-4 0,4-3 0,2-8 0,-2-4 0,0-11 0,-6-2 0,-1-9 0,1 2 0,-9-3 0,-2-21 0,-9-3 0</inkml:trace>
  <inkml:trace contextRef="#ctx0" brushRef="#br0" timeOffset="41">4359 17855 8912,'0'-22'0,"0"-1"0,-2-3 0,-3 2 0,-3 3 0,-3 2 0,0-1 0,-4 3 0,2 4 0,1 5 0,-8 12 0,1 9 0,2 8 0,4 18 0,7-1 0,3 3 0,3 2 0,0 2 0,0-2 0,0-11 0,3 4 0,3-6 0,7 0 0,-5-10 0,10-5 0,-6-9 0,6-2 0,1-2 0,0-4 0,0-6 0,1-11 0,-1-1 0,-2-16 0,-4 4 0,-4-5 0,-9-1 0,0-1 0,0 1 0,-9 1 0,-4 5 0,-4 4 0,-2 9 0,-1 0 0,1 8 0,0 2 0,0 9 0,-1 0 0,10 0 0,-5 15 0,8 5 0,1 3 0,6-4 0,0-8 0,8 6 0,3-6 0</inkml:trace>
  <inkml:trace contextRef="#ctx0" brushRef="#br0" timeOffset="42">4667 17295 8912,'-10'-19'0,"-16"8"0,13 5 0,-13 12 0,13 14 0,-2 12 0,9 13 0,0 11 0,6 8 0,0 15 0,2 0 0,4 7-73,5 4 0,10 4 1,3-6 72,2-11 0,8 0 0,-4-17 0,8 5 0,-5-14 0,-1-6 0,-7-15 0,8-11 0,-10-8 0,14-28 0,-7-5 0</inkml:trace>
  <inkml:trace contextRef="#ctx0" brushRef="#br0" timeOffset="43">5072 17565 8912,'0'11'0,"-8"-2"0,-5-9 0,4 8 0,3 5 0,4 4 0,2 20 0,0 3 0,0 18 0,0 9 0,0 3 0,0 3 0,2 0 0,4-2 0,5-9 0,8 2 0,1-13 0,-3-3 0,-4-10 0,4 1 0,-4-1 0,-5-8 0,1-10 0,-9-20 0,0-11 0</inkml:trace>
  <inkml:trace contextRef="#ctx0" brushRef="#br0" timeOffset="44">5014 17527 8912,'-17'-2'0,"4"-5"0,5 5 0,-1-7 0,7 9 0,2 0 0,13 0 0,13 0 0,6 0 0,-2 3 0,2 3 0,-6-2 0,6 9 0,-9 0 0,3 6 0,0 1 0,-7-1 0,5 7 0,-14 1 0,1 3 0,-2 3 0,-11 5 0,-5 1 0,-6-1 0,-4 1 0,-9-1 0,-1-1 0,-3-5 0,6-4 0,-4-9 0,0 0 0,-2 1 0</inkml:trace>
  <inkml:trace contextRef="#ctx0" brushRef="#br0" timeOffset="45">5014 17295 8912,'11'-30'0,"6"-6"0,-6 15 0,10-3 0,5 9 0,4-2 0,7 15 0,-5-5 0,4 9 0,-4 11 0,5 4 0,1 22 0,-6-3 0,1 16 0,-3 1 0,4 12 0,-2 5 0,-8 5 0,1 5-179,-12 3 1,2-1 178,-8 8 0,-1-11 0,-6 0 0,0-6 0,0-11 0,0-6 0,0-18 0,-6-8 0,-1-10 0,1-10 0,14-1 0,3-9 0</inkml:trace>
  <inkml:trace contextRef="#ctx0" brushRef="#br0" timeOffset="46">6017 17739 8912,'0'-19'0,"2"6"0,5 0 0,6-2 0,4-2 0,4-3 0,3 1 0,2 0 0,16 0 0,1-7 0,19 0 0,3 3 0,-1 1 0,-13 3 0,1 0 0,-16 6 0,3 0 0,-5 9 0,-4-5 0,-11 11 0,-12 5 0,-7 3 0,-7 10 0,-3-1 0,-10 0 0</inkml:trace>
  <inkml:trace contextRef="#ctx0" brushRef="#br0" timeOffset="47">6172 18105 8912,'-11'0'0,"4"0"0,14 0 0,12-8 0,22-3 0,15-10 0,6-5 0,11 4 0,-13-12 0,4 6 0,-4-2 0,-11 7 0,-2-5 0,-8 9 0,-1-1 0,-8 1 0,-2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622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1774 13593 8912,'-19'7'0,"0"-1"0,-1-1 0,1-1 0,0 0 0,0 3 0,8 8 0,2-13 0,11 6 0,5-8 0,-5 0 0,7-2 0,-9-4 0,0-5 0,0-10 0,0-3 0,0-6 0,0-6 0,-3-1 0,-3-14 0,0-11 0,-14-16-166,5-7 0,-2 32 1,-2-1-1,1-5 1,-1-2 165,-5-8 0,-1-2-261,0-4 0,-1-4 1,-11-15-1,-1-3 0,2-2 1,1-1 260,10 32 0,0-2 0,0 0-175,-1-2 0,0-2 1,1 0-1,2-1 0,0 0 1,2 0-1,1-3 0,2-1 1,1 0 174,1 0 0,3-1 0,1 1 0,-1-28 0,5 2 0,2 8 0,3 4 0,3 12 0,2 3-293,1 2 0,1 2 293,0 6 0,2 1 0,3 7 0,2 2 221,8-38 1,-6 12-222,0 26 0,-7 3 611,7 3 0,-9 14-611,3 12 0,-5 5 0,0 4 1843,4 4-1843,-4-4 0,7 6 473,-9-8 0,2-1-473,5 1 0,-3-7 48,9 1 0,-7-3-48,7 2 0,-2 5 0,2-5 0,2 11 0,-9 2 0,0-6 0,-6-7 0,-17-8 0,-4 4 0</inkml:trace>
  <inkml:trace contextRef="#ctx0" brushRef="#br0" timeOffset="1">945 9429 8912,'-30'19'0,"-4"-8"0,8-5 0,9-4 0,8-2 0,9 0 0,0-8 0,2 3 0,7-10 0,10-6 0,9 2 0,11-9 0,-1 8 0,3 1 0,4 2 0,6 4 0,3 5 0,-3 8 0,5 8 0,-7 11 0,9 14 0,-6 12 0,-1 6 0,-8 13-123,2 7 1,-13 4 122,-6 2 0,-5-6 0,-4-5 0,-4-6 0,-4-6 0,-9-16 0</inkml:trace>
  <inkml:trace contextRef="#ctx0" brushRef="#br0" timeOffset="2">482 7578 8912,'0'-13'0,"0"0"0,0-2 0,-2-2 0,-4-3 0,-5 10 0,-8 3 0,6 7 0,2 7 0,2 6 0,3 12 0,6 7 0,0 5 0,9 4 0,3 1 0,6 3 0,1 0 0,0-6 0,3 0 0,1-1 0,3 1 0,8-9 0,-2-5 0,-4-12 0,9-4 0,-5-9 0,-2-2 0,2-5 0,-9-6 0,3-12 0,-7-5 0,-6-9 0,2 1 0,-8-1 0,-1 0 0,-6 1 0,0 6 0,0 0 0,-8 8 0,-5-2 0,-4 5 0,-3 10 0,1 5 0,2 8 0,4 11 0,2 8 0,5 18 0,4 6 0,-5 0 0,7 6 0,7-6 0,3 0 0,10-6 0,5-7 0,3-4 0,2-7 0,2-6 0,7-17 0,0-5 0,-7-5 0,0-14 0,-9-6 0,3-13 0,-13 2 0,-7-8 0,-3 8 0,-3-2 0,-3 6 0,-3 7 0,-7-2 0,-13 8 0,3 7 0,-9 6 0,0 9 0,-7-3 0,3 7 0,3 7 0,3 3 0,9 12 0,2 3 0,-5-3 0,22 6 0,-4-9 0,12-6 0,7 0 0,4-9 0,2 5 0</inkml:trace>
  <inkml:trace contextRef="#ctx0" brushRef="#br0" timeOffset="3">1061 6961 8912,'-20'-9'0,"1"9"0,8 17 0,3 24 0,10 17 0,4 10 0,5 16 0,11-5 0,3 5-321,7-5 321,5-11 0,4-1 0,4-9 0,-5-9 0,5-4 0,-4-15 0,-2-9 79,-1-6-79,1-10 0,-9 3 0,-5-8 0,-3-2 0,-3-4 0,0 4 0,1-24 0,-1 4 0</inkml:trace>
  <inkml:trace contextRef="#ctx0" brushRef="#br0" timeOffset="4">1427 7269 8912,'7'-13'0,"-1"0"0,-4 1 0,-4-1 0,-4 0 0,-9 9 0,4-5 0,0 18 0,5 3 0,4 6 0,4 3 0,4 5 0,3-5 0,8 5 0,-2-5 0,0-2 0,13 1 0,-9-1 0,2 0 0,-8-8 0,4-2 0,-4-9 0,4 0 0,3 0 0,-7-3 0,-3-3 0,-1-7 0,-3-13 0,-4-1 0,5-6 0,-5-3 0,4 4 0,-6-2 0,-6 2 0,4-3 0,-5 10 0,3-1 0,-2 7 0,4 8 0,-7 2 0,9 9 0,0 11 0,0 8 0,9 1 0,3 5 0,-1-3 0,2-3 0,2 0 0,2-8 0,2 4 0,1-9 0,-1 1 0,0-7 0,1-7 0,-1 1 0,-6-11 0,0-2 0,-3-3 0,3-10 0,-4 6 0,-9-6 0,0 6 0,0-4 0,0 3 0,0 1 0,0 7 0,0-1 0,-7 1 0,1 0 0,-9 8 0,13 2 0,-7 9 0,9 9 0,0 4 0,0 10 0,0 3 0,9 6 0,4-6 0,2 6 0,-3-6 0,6 6 0,-6-6 0,-1 2 0,2-3 0,-2-3 0,2 3 0,-3-10 0,-3-2 0,-5 0 0,6-2 0,-10-5 0,-4-12 0,2-7 0,-9-11 0,-2-1 0,6-10 0,-6 8 0,9-6 0,-7-3 0,6 4 0,1-2 0,6 1 0,0-1 0,0 8 0,0-8 0,0 13 0,9 1 0,3 14 0,6 4 0,1 13 0,0 8 0,0 0 0,1 7 0,-1-3 0,0 3 0,-6-4 0,0 3 0,-7-3 0,7-3 0,-8-6 0,1 0 0,-2-9 0,3 2 0,-5-3 0,6-12 0,-8-4 0,3-6 0,3-7 0,-4-2 0,5-4 0,-5-4 0,-2 4 0,0-5 0,0-1 0,0 1 0,0 5 0,0-2 0,0 8 0,2 9 0,4 10 0,-4 5 0,16 4 0,-6 5 0,6 4 0,1 8 0,-4-6 0,4 0 0,-4-3 0,11 3 0,-5-4 0,-1-9 0,-1 0 0,0-2 0,0-5 0,-6-4 0,0-8 0,-9-2 0,3-5 0,-5 5 0,-2-5 0,0-2 0,0 2 0,-2-6 0,-5 7 0,3-1 0,-9 7 0,7-1 0,-7 1 0,9 6 0,-3 0 0,5 9 0,4 0 0,5 17 0,-3-1 0,9 14 0,0-2 0,6 1 0,-6-3 0,0 4 0,-7 1 0,7-1 0,-7 0 0,7-7 0,-8 0 0,1 1 0,-4-1 0,-2 0 0,0-8 0,0-5 0,0-12 0,0-11 0,0-9 0,0-8 0,0 2 0,0-7 0,0-6 0,0 4 0,0-4 0,0 7 0,0 6 0,7 2 0,-1 4 0,7 11 0,-7-4 0,9 12 0,-2 1 0,4 4 0,3 2 0,5 2 0,1 4 0,2-1 0,-2 7 0,-3-5 0,9 6 0,-8-9 0,2 2 0,-5-3 0,-2 5 0,1 3 0</inkml:trace>
  <inkml:trace contextRef="#ctx0" brushRef="#br0" timeOffset="5">810 8696 8912,'-30'0'0,"4"2"0,5 2 0,2 3 0,-1-3 0,10 7 0,5 2 0,10 4 0,5 4 0,10 5 0,5-3 0,-1 10 0,-5-1 0,-4-2 0,-2 4 0,4-8 0,-4-3 0,2-1 0,-9-3 0,-1 0 0,5-8 0,-7-2 0,5-18 0,-8-4 0,0-10 0,0-3 0,0-11 0,0-1 0,0-1 0,0-6 0,2-2 0,5 2 0,-3 0 0,9 7 0,-2 5 0,1 1 0,6 0 0,-6-6 0,6 8 0,1 4 0,2 11 0,5 2 0,-5 7 0,5-7 0,-4 9 0,-3-3 0,7 11 0,-1 3 0,1-1 0,-7-6 0,1 0 0,-1 0 0,0 0 0,0 0 0,-6 0 0,0 0 0,-9-2 0,3-4 0,-5 1 0,-2-7 0,0 5 0,0-6 0,-9 9 0,-3-2 0,-6-3 0,-1 3 0,0-1 0,0 7 0,-3 2 0,-4 5 0,5 3 0,-5 10 0,7-7 0,6-1 0,-2 1 0,9 7 0,-9-1 0,13 0 0,-7 0 0,11-8 0,5-4 0,3-5 0,10-2 0,5 0 0,1 0 0,0-9 0,-7-4 0,2-4 0,5-2 0,-4 0 0,3-1 0,-10 1 0,-2 0 0,0-1 0,4 1 0,-4 0 0,-4 6 0,-9 0 0,8 9 0,-6-5 0,15 9 0,-6 0 0,8 0 0,1 0 0,-1 0 0,0 0 0,1 0 0,-1 0 0,0 0 0,0-6 0,1-1 0,-1 1 0,0 6 0,-6-6 0,0-1 0,-7-6 0,7 7 0,-8-3 0,1 3 0,-4 2 0,-2-9 0,0 0 0,0-6 0,0-1 0,-2 3 0,-4 4 0,1 3 0,-8 3 0,9 5 0,-13-7 0,15 9 0,-7 0 0,18 9 0,-1 2 0,5 8 0,4 0 0,-8 1 0,4-1 0,-5 0 0,-8 0 0,9 1 0,-7-1 0,7-8 0,-9-3 0,0-10 0,0-4 0,0-7 0,0-13 0,0-4 0,0-8 0,0-1 0,0 0 0,0 1 0,0-1 0,0 3 0,0 4 0,0-2 0,0 8 0,8 0 0,-3 15 0,7 5 0,1 4 0,4 17 0,-4 4 0,2 11 0,-8-4 0,6 6 0,-7-6 0,7-1 0,-7-5 0,3-8 0,-3 1 0,-4-8 0,7 3 0,-3-16 0,1-5 0,-1-7 0,-6-5 0,0-7 0,0-13 0,0 4 0,0-4 0,0-2 0,0 2 0,7 2 0,-1 11 0,1-5 0,-5 18 0,4 0 0,-2 8 0,9 11 0,-6 9 0,6 4 0,-1 4 0,8 2 0,-7 0 0,-1 1 0,1-1 0,7 0 0,1-8 0,5-5 0,-5-4 0,5-2 0,-5-2 0,-1-4 0,-1-7 0,0-4 0,-2-9 0,-4 0 0,2-6 0,-8 7 0,-1-8 0,-6 8 0,0-7 0,0 6 0,-2 0 0,-5 7 0,-3 0 0,-10-1 0,1 10 0,0 3 0,0 5 0,-1 2 0,1 11 0,0 8 0,2 2 0,4 12 0,-2-1 0,8 6 0,1 1 0,6-1 0,0-1 0,0-5 0,8 2 0,5-8 0,7 0 0,5-7 0,3-8 0,4-5 0,5-4 0,-5-2 0,2-8 0,-2-5 0,3-13 0,-10-6 0,3-7 0,-2-6 0,-11-2 0,4-4 0,-4-5 0,4 5 0,-8-5 0,-4-2 0,3 17 0,1 5 0</inkml:trace>
  <inkml:trace contextRef="#ctx0" brushRef="#br0" timeOffset="6">2546 7173 8912,'0'-20'0,"8"10"0,-5 1 0,5 13 0,-8 9 0,2 9 0,5 16 0,-5 9 0,4 5 0,-4 3 0,-2 3 0,0 2 0,0 5 0,-4 3 0,-9 9 0,-2 7-308,-17-1 0,-9 12 308,-10 1 0,12-48 0,-4 0 0,-2 5 0,0-1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629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16953 5746 8912,'0'-13'0,"0"0"0,2 9 0,4-3 0,-4 3 0,7 0 0,-1-3 0,-5 1 0,12 4 0,-9-5 0,0 5 0,-6-6 0,9 8 0,-7 0 0,15 0 0,-6 0 0,8 0 0,1 0 0,-1 0 0,0 0 0,9 0 0,4 0 0,-2 0 0,2 0 0,0 0 0,7 0 0,0 0 0,-1 0 0,-1 0 0,-3 0 0,-2 0 0,0 0 0,7 2 0,-1 2 0,1 3 0,-1-1 0,3-6 0,2 0 0,2 0 0,9 0 0,-5 0 0,9 0 0,0 0 0,-9 0 0,5 2 0,-7 2 0,2 3 0,-6 8 0,4-4 0,-8 8 0,-1 0 0,1 0 0,-7-6 0,0 0 0,2 2 0,-6-6 0,6 6 0,-8-9 0,8 3 0,-1-3 0,3-4 0,5 5 0,4-5 0,-5-2 0,16 0 0,-4 0 0,3 0 0,3 0 0,-2-2 0,-3-5 0,-1-6 0,8 5 0,0-9 0,4 4 0,5-2 0,1 2 0,-1-4 0,2 6 0,2 0 0,-7-6 0,-6 15 0,-9-4 0,1-3 0,6 3 0,0-1 0,-1 7 0,-5-6 0,-1-1 0,1-1 0,6 1 0,-1 5 0,1-4 0,-6-3 0,-1 3 0,-6-7 0,7 7 0,-10-7 0,3 6 0,-4-8 0,-2 2 0,-1-4 0,1-4 0,-1-5 0,1 5 0,-7-9 0,0 4 0,-6 2 0,6-8 0,-2 2 0,2-4 0,-6 2 0,4 0 0,-9-7 0,5 1 0,-13-1 0,-7 1 0,-3-7 0,-3 0 0,-3-3 0,-3 3 0,-7 3 0,-10-8 0,-3 3 0,-8-6 0,4 10 0,-9-9 0,7 10 0,0-3 0,2 10 0,-2 3 0,-7 2 0,0-2 0,5-2 0,-11 8 0,9-2 0,-9 2 0,-7 3 0,-6-7 0,-10 2 0,-16 2 0,-6 7 0,-15-2-589,48 8 1,-1 0 588,-50-8 0,51 6 0,1 2 0,-41-7 0,7 3-69,0 4 0,3-4 0,-3 7 69,6-1 0,11-4 0,2 8 0,1 1 0</inkml:trace>
  <inkml:trace contextRef="#ctx0" brushRef="#br0" timeOffset="1">19171 3972 8912,'-67'0'0,"7"0"0,-30 0 0,0 0-742,-17 0 0,43 0 0,2 0 0</inkml:trace>
  <inkml:trace contextRef="#ctx0" brushRef="#br0" timeOffset="2">18245 3991 8912,'-56'0'0,"-4"9"0,-8-5 0,3 9 0,-1 0 0,2 6 0,-1 0 0,7 3 0,3 4 0,3 6 0,-4 4 0,14 13 0,-10 9 0,7 6-97,-6 7 0,8 4 1,-2-2 96,4 8-175,3-1 1,1 12 174,5-9 0,6-8 0,13-10 0,5-12 0,8-4 0,0-1 0,0-3 0,0-7 0,0 1 0,0-7 0,0 0 0,6-6 104,1 6 1,1-9-105,-1 3 0,-3-5 215,9-1 0,-9 5-215,3 1 0,1-7 0,-1-6 0,8 0 0,-3 6 0,-1-8 0,2-4 0,8-22 0,9-7 0</inkml:trace>
  <inkml:trace contextRef="#ctx0" brushRef="#br0" timeOffset="3">18766 3914 8912,'0'11'0,"0"-3"0,-9-8 0,7-2 0,-5-4 0,5-7 0,4-6 0,5-5 0,8-6 0,8-6 0,7 1 0,11-22 0,6-1 0,9-13 0,6-10 0,-22 33 0,2-3 0,-1-6 0,1-2 0,1 5 0,0-1 0,0-1 0,0 1 0,-2 4 0,-1 3 0,31-31 0,-9 17 0,-9 13 0,-31 19 0,-5 10 0,-26 12 0,-3 8 0,-6 0 0,8 0 0,1 0 0,9 0 0,0 2 0,0 4 0,0-4 0,9 7 0,-7-9 0,6-9 0,-8-1 0</inkml:trace>
  <inkml:trace contextRef="#ctx0" brushRef="#br0" timeOffset="4">19325 2584 8912,'21'0'0,"5"0"0,4 0 0,17 2 0,5 2 0,3 3 0,12 8 0,-7 2 0,4 8 0,-13 16 0,-6-2 0,-12 12 0,-8 1 0,-12 5 0,-6 8 0,-7 3 0,-7 9 0,-12 3-146,-13 3 0,-5-10 146,-1 4 0,-9-13 0,-3 3 0</inkml:trace>
  <inkml:trace contextRef="#ctx0" brushRef="#br0" timeOffset="5">20752 1890 8912,'-2'-13'0,"-2"0"0,-5 0 0,-2 2 0,7-6 0,-5 15 0,9-4 0,0 12 0,0 9 0,0 9 0,9-3 0,-5 15 0,9-6 0,2 0 0,-6 7 0,8-9 0,-6 4 0,-1-6 0,7-5 0,-6-2 0,8 1 0,1-10 0,-1-3 0,0-14 0,1-3 0,-3-16 0,-2-2 0,-2-2 0,-9-2 0,11-5 0,-9 5 0,1-2 0,-7 8 0,0 1 0,0 5 0,0 7 0,0 1 0,0 7 0,0-1 0,0 12 0,6 5 0,3 10 0,1 5 0,-5-4 0,10 5 0,-9-7 0,9 3 0,-2-3 0,4 3 0,2-10 0,1-4 0,-1-3 0,0-4 0,1-2 0,1 0 0,5 0 0,-5-8 0,5-5 0,-7-11 0,-6-2 0,4-8 0,-4 2 0,-4 2 0,-3-2 0,-4 2 0,-2-2 0,7-3 0,-1 10 0,0-1 0,-6 15 0,0 3 0,0 10 0,0 4 0,9 7 0,4 13 0,-2-5 0,1 5 0,1 2 0,7-2 0,-1 1 0,0-1 0,-6-4 0,0 3 0,-7-3 0,7-3 0,-9 0 0,5 1 0,-9-1 0,0 0 0,-9-8 0,-3-5 0,1-4 0,-2-2 0,0-2 0,-6-4 0,2-5 0,4-8 0,-4-9 0,6-2 0,-8-9 0</inkml:trace>
  <inkml:trace contextRef="#ctx0" brushRef="#br0" timeOffset="6">21639 1774 8912,'0'-11'0,"0"3"0,0 8 0,0 0 0,9 0 0,4 0 0,4 0 0,-4-3 0,-1-3 0,1 4 0,7-5 0,-1-3 0,0-3 0,-2 2 0,-4-2 0,4 0 0,-12-4 0,7 4 0,-7-4 0,-5 15 0,-11-6 0,-8 8 0,-1 8 0,1 5 0,0 13 0,6-3 0,0 9 0,9-6 0,-3 6 0,5-6 0,2 6 0,0-8 0,0 1 0,2 1 0,5-7 0,10 3 0,9-16 0,8 7 0,-2-6 0,7-3 0,6-11 0,2-12 0,4-13 0,5 0 0,-5-7 0,-6 5 0,-6-11 0,-3 4 0,-10 3 0,-7-3 0,-6-4 0,-8 4 0,1-4 0,-4 5 0,-2 1 0,-6 9 0,-1 4 0,-8 14 0,11 3 0,-9 9 0,9 11 0,-3 8 0,5 2 0,2 12 0,0-1 0,0 6 0,2 3 0,5 4 0,1-11 0,5 5 0,4-11 0,-4 4 0,4-9 0,3 3 0,-7-5 0,-1-1 0,-5-3 0,6-4 0,-9 4 0,2-4 0,-3 4 0,-3-6 0,-9 4 0,-4-9 0,-4 9 0,-2-2 0,-9-5 0,6 1 0,-3-9 0,3-9 0,3-1 0</inkml:trace>
  <inkml:trace contextRef="#ctx0" brushRef="#br0" timeOffset="7">24011 1292 8912,'0'-19'0,"-2"1"0,-4 3 0,-7 3 0,2 1 0,-4-4 0,-4 4 0,-5 3 0,-8-5 0,4 6 0,-2 3 0,0 2 0,-4 4 0,4 4 0,2 7 0,0 13 0,3 6 0,5 5 0,1 1 0,0 1 0,17 6 0,-5 0 0,-1 0 0,1-7 0,3-8 0,8-4 0,3-5 0,8-1 0,-5-10 0,10-3 0,-1-5 0,9-11 0,4-4 0,-4-12 0,8-5 0,-4-9 0,-4 1 0,-2-1 0,-5 1 0,-1-10 0,-1 6 0,0-10 0,-8 7 0,-2-4 0,-1 2 0,-6 2 0,7 2 0,-11 4 0,-5 9 0,5 7 0,-9 10 0,5 0 0,4 9 0,-13-3 0,8 14 0,1 12 0,6 13 0,0 5 0,0 1 0,0 1 0,0 8 0,2-6 0,5 4 0,1 2 0,5-2 0,4 0 0,-4-7 0,4-1 0,2-5 0,3 0 0,4-13 0,-5 3 0,5-16 0,4 1 0,2-7 0,-2-3 0,2-3 0,-2-5 0,2-8 0,2-7 0,-6-2 0,2-2 0,-6 7 0,-3-11 0,-8 8 0,-9-2 0,3 2 0,-5 5 0,-2-5 0,0 5 0,0 1 0,-9 10 0,-3 3 0,-8 5 0,-5 2 0,3 9 0,-4 4 0,5 10 0,2 3 0,2 2 0,4-3 0,-2-3 0,8 4 0,-6-3 0,7 3 0,0-11 0,6 4 0,0-4 0,0-2 0,2-2 0,4-3 0,-4-1 0,18-9 0,-1-5 0,0-4 0,7-8 0,-5 0 0,-1 0 0,-1-1 0,0 1 0,-2 0 0,-4-1 0,4 1 0,-4 0 0,-4 6 0,-3 0 0,-2 9 0,3-3 0,-5-3 0,9 8 0,-5-5 0,5 14 0,2 1 0,0 5 0,-3 4 0,5-4 0,-2 4 0,0 2 0,6-6 0,1 0 0,-1 2 0,-8-6 0,6 1 0,-4-3 0,4-5 0,2 7 0,0-12 0,1-3 0,-1 4 0,-2-15 0,-4 4 0,4-11 0,-4-1 0,2-10 0,-2 3 0,2-4 0,-9-3 0,7-6 0,-7 0 0,1-6 0,-7 6 0,6 2 0,1 11 0,-1 4 0,-6 9 0,0 8 0,0 2 0,0 24 0,0 5 0,0 14 0,0 4 0,0 1 0,0 6 0,0 2 0,0-2 0,0 0 0,0-6 0,0-1 0,0-1 0,0-5 0,0 4 0,7-12 0,1 6 0,3-2 0,-7-3 0,5-14 0,-9-2 0,8-9 0,3 0 0</inkml:trace>
  <inkml:trace contextRef="#ctx0" brushRef="#br0" timeOffset="8">24783 1253 8912,'-26'17'0,"0"-4"0,7-4 0,6-9 0,9 0 0,-5 0 0,18 0 0,4-2 0,13-5 0,8-3 0,9-1 0,-3-6 0,10 8 0,-5-4 0,-5-4 0,5 4 0,3 3 0,-3-3 0,-9 0 0,9-6 0,-4-1 0</inkml:trace>
  <inkml:trace contextRef="#ctx0" brushRef="#br0" timeOffset="9">25612 1080 8912,'-43'0'0,"5"0"0,-5 0 0,13 0 0,0 0 0,-7 0 0,10 0 0,-6 2 0,8 4 0,-3 5 0,2 8 0,0 7 0,7 0 0,6 8 0,0-2 0,9-4 0,-4 6 0,8-8 0,0 0 0,0-7 0,0 0 0,8-8 0,3-2 0,8-9 0,0 0 0,1-3 0,-1-3 0,0-7 0,9-4 0,-6-9 0,3 1 0,-3-1 0,-3 7 0,0-1 0,1 1 0,-1 0 0,-8-1 0,4 8 0,-9-1 0,9 8 0,-11-3 0,9 8 0,-6 2 0,5 4 0,-7 5 0,5 11 0,-3 3 0,-3-1 0,9 6 0,2-2 0,2 0 0,2-3 0,1-12 0,5 11 0,1-16 0,-2 3 0,6-7 0,-9 5 0,16-26 0,-7-5 0</inkml:trace>
  <inkml:trace contextRef="#ctx0" brushRef="#br0" timeOffset="10">26461 810 8912,'-39'-39'0,"7"9"0,0 5 0,-2 3 0,-3 11 0,1 3 0,1 8 0,3 0 0,9 8 0,-3 5 0,5 13 0,10 4 0,4 11 0,5 4 0,2 4 0,0 9 0,0 0 0,0-1 0,9-7 0,2-1 0,8-6 0,0 2 0,0 0 0,1-9 0,-1-4 0,0 3 0,1-10 0,-1 1 0,0-7 0,-8-8 0,6 6 0,-6-6 0</inkml:trace>
  <inkml:trace contextRef="#ctx0" brushRef="#br0" timeOffset="11">26036 1215 8912,'-6'-20'0,"0"1"0,-1 6 0,7 0 0,0 7 0,0-7 0,9 9 0,10-11 0,13 8 0,5 3 0,1-7 0,7 9 0,0-4 0,7 2 0,-7-1 0,-3-1 0,-1-1 0,-2 7 0,-9 0 0,4 3 0,-8 3 0,-3-2 0,-10 9 0,2 0 0,-8 6 0,5 1 0,-5-1 0,-1 0 0,-6 0 0,0 1 0,0-1 0,0 7 0,0-1 0,0 1 0,0-7 0,-8 1 0,-5-1 0,4 0 0,-8-8 0,13-2 0,-9-9 0,9 0 0,-5-9 0,9-4 0,0-6 0,0-7 0,2 3 0,5-10 0,3 10 0,10-3 0,-1 5 0,-8 1 0,12-3 0,-3 4 0,3-3 0,-4 14 0,1-3 0,5 7 0,1-3 0,0 5 0,-7 2 0,0 0 0,7 0 0,0 0 0,0 2 0,-7 2 0,0 3 0,7-1 0,0-6 0,-1 0 0,-5 0 0,-8 0 0,1 0 0,-8 0 0,-5 0 0,-11 0 0,-8 0 0,-1 0 0,1-6 0,0-1 0,-1 3 0,1 2 0,0 2 0,0 2 0,-1 5 0,1-3 0,0 9 0,-1 0 0,8 6 0,-1 0 0,6-6 0,-6 0 0,9 0 0,-4 4 0,-1-4 0,7 4 0,-5-4 0,5-5 0,11 1 0,4-9 0,4 0 0,9 0 0,1-2 0,3-5 0,-6 5 0,10-15 0,-8 4 0,6-4 0,-4 0 0,2 4 0,-6-4 0,1 4 0,-12 4 0,4-6 0,-6 7 0,0-3 0,-3 7 0,1-5 0,-7 9 0,9 0 0,-7 2 0,2 5 0,1-5 0,-7 9 0,0-5 0,8-4 0,-5 7 0,5-9 0,-8 8 0,0-5 0,2 5 0,5-8 0,-5 0 0,6 0 0,-8 0 0,0 0 0,0 9 0,0-7 0,0 6 0,0-5 0,0 3 0,0-4 0,0 7 0,0-9 0,0 0 0,7-2 0,-1-5 0,1 5 0,-5-13 0,4 9 0,-4-9 0,13 10 0,-6-5 0,2 1 0,-7 3 0,11 3 0,-9-3 0,9 4 0,-4-7 0,2 9 0,0 0 0,-9 9 0,7-7 0,-5 4 0,-4-3 0,9-3 0,-4 0 0,-5 0 0,15 0 0,-4 0 0,4-9 0,-4 0 0,0-3 0,-1-6 0,8 6 0,-1-6 0,0 6 0,1-1 0,-10 0 0,14 2 0,-5 5 0,5 4 0,-5 2 0,0 0 0,1 2 0,-1 4 0,0 3 0,0 4 0,1 4 0,-1-4 0,2-3 0,5 3 0,-4-9 0,3 3 0,-1-5 0,2-2 0,-3-2 0,7-5 0,-2-5 0,-2-6 0,-7-9 0,0-6 0,-6-1 0,-2 0 0,-2 2 0,-3 0 0,-6 2 0,0 4 0,-2 7 0,-5 6 0,5 4 0,-17 14 0,2 7 0,-7 14 0,-1 8 0,5 5 0,1 0 0,0 5 0,2 1 0,4-2 0,4-2 0,9-2 0,0-1 0,0 1 0,17-1 0,-2-8 0,20-4 0,5-5 0,-1-10 0,8-2 0,-8-9 0,8-17 0,2-5 0</inkml:trace>
  <inkml:trace contextRef="#ctx0" brushRef="#br0" timeOffset="12">29701 1041 8912,'0'-32'0,"0"2"0,-2 2 0,-3 3 0,-3-1 0,-3 0 0,5-2 0,-9 5 0,-5-1 0,-5 5 0,-5 4 0,4 11 0,-6-3 0,2 5 0,-2 2 0,-5 9 0,14 8 0,-7 11 0,2 2 0,2 2 0,7 6 0,2-1 0,4-5 0,4 2 0,9-8 0,0-1 0,0-5 0,0-1 0,0 0 0,9-8 0,-5 4 0,9-9 0,0 1 0,8-7 0,5 0 0,4 0 0,2-9 0,0-4 0,-2-4 0,2-2 0,3-2 0,-10-3 0,-1-2 0,-3-8 0,-1 10 0,-1-8 0,-8 7 0,-5-5 0,-4 2 0,-2 2 0,0 13 0,0 0 0,0 9 0,0 4 0,-2 11 0,-2 10 0,-3 5 0,1-5 0,6 5 0,0 4 0,6-9 0,3 5 0,2-4 0,2-3 0,6-6 0,0 0 0,-6-9 0,0 2 0,2-4 0,11-2 0,-5-8 0,5-5 0,-5-4 0,-2-11 0,1-2 0,-1-8 0,0-1 0,-8 0 0,4 1 0,-9 1 0,-1 5 0,-3 4 0,-2 9 0,0 0 0,0 8 0,0 11 0,2 15 0,4 9 0,-1 6 0,8 8 0,-1 1 0,1 6 0,0 0 0,-2 6 0,4-6 0,-2-2 0,-9-2 0,5-5 0,-9-2 0,0-1 0,0-10 0,-9 5 0,-4-9 0,-4 1 0,-11-10 0,5 5 0,-10-8 0,3-1 0,-2-6 0,-4-8 0,6-3 0</inkml:trace>
  <inkml:trace contextRef="#ctx0" brushRef="#br0" timeOffset="13">21851 3509 8912,'2'11'0,"3"-3"0,3-1 0,3-1 0,-5 1 0,7-7 0,-8-9 0,3-2 0,-8-8 0,0 0 0,0 0 0,-8-7 0,-5 0 0,2 1 0,-2 5 0,0 10 0,-6 1 0,0 9 0,-3 4 0,-1 7 0,-3 8 0,-2 13 0,2 1 0,5 11 0,-7-1 0,9 7 0,0-3 0,-1 6 0,10-14 0,3 2 0,5-9 0,2-4 0,9-11 0,3-9 0,14-8 0,-2-17 0,8-9 0,2-8 0,0-4 0,-1-1 0,1 0 0,-8 1 0,-1-1 0,-5 7 0,-3 2 0,-2 2 0,-2 5 0,-1 1 0,-1 12 0,0 10 0,-5 13 0,5 4 0,2 4 0,0 5 0,2 2 0,10 4 0,-3-4 0,14-7 0,-4 3 0,5-1 0,1-4 0,1-4 0,0-10 0,-1 1 0,1-4 0,-1-19 0,1-4 0</inkml:trace>
  <inkml:trace contextRef="#ctx0" brushRef="#br0" timeOffset="14">23317 3124 8912,'0'-20'0,"0"7"0,0 1 0,-2 1 0,-2-4 0,-3 2 0,1 9 0,6-5 0,0 11 0,0 5 0,0 6 0,0 12 0,0 7 0,0 1 0,0 5 0,0-6 0,0 7 0,0-1 0,0-5 0,0 3 0,0-4 0,-2-2 0,-5-2 0,5-2 0,-6-13 0,8-1 0,0 3 0,0-6 0,0-9 0,0-13 0,0-13 0,0-6 0,0-4 0,6-5 0,0-4 0,7 4 0,-4-4 0,2 5 0,1 1 0,1 3 0,0 4 0,0-3 0,6 12 0,1 6 0,-1 8 0,0 7 0,7 4 0,0 4 0,-1 14 0,-12 3 0,0 9 0,0 3 0,-2 1 0,-5 3 0,-2-1 0,3 1 0,-5-9 0,6-2 0,-8-9 0,0 0 0,0-8 0,0 0 0,0-9 0,0-2 0,0-7 0,0-18 0,0-5 0,7-5 0,1-1 0,3-5 0,4 1 0,2-1 0,5 0 0,3-4 0,-3 13 0,14-11 0,-6 17 0,2 5 0,1 6 0,1 9 0,-4 3 0,2 3 0,-8 18 0,3-3 0,-7 15 0,1 0 0,3 0 0,1 4 0,1-6 0,-7 0 0,1-9 0,5-6 0,1-3 0,-2-1 0,-3-3 0,-2-8 0,-1-4 0,-3-7 0,-3-4 0,3-2 0,0-7 0,-2 0 0,4 0 0,-14 7 0,3 0 0,-4-3 0,-2-3 0,-2 3 0,-4-1 0,-7 6 0,-4 4 0,-3 6 0,1-3 0,0 1 0,-1 3 0,-5 14 0,-1 5 0,7 6 0,6 7 0,2-2 0,-4 6 0,2-3 0,9 8 0,-5-7 0,9 4 0,0-7 0,0-3 0,0-3 0,0 0 0,0-6 0,0 0 0,9-9 0,6 1 0,6-10 0,5-7 0,0-8 0,-7-3 0,0-3 0,9-8 0,-6 6 0,3-4 0,-3-3 0,-3 8 0,0-3 0,-6 8 0,0 1 0,2 6 0,-6 10 0,8-3 0,-13 16 0,7 5 0,0 7 0,-1 5 0,-3-1 0,6 8 0,-1-2 0,8 2 0,-1-4 0,0-9 0,1 1 0,-10-1 0,10-6 0,-3-3 0,6-3 0,1-9 0,-3-7 0,-1-10 0</inkml:trace>
  <inkml:trace contextRef="#ctx0" brushRef="#br0" timeOffset="15">24937 2372 8912,'-19'10'0,"0"7"0,6-6 0,0 8 0,9 9 0,-3 4 0,5 5 0,2 10 0,0 4 0,0 5 0,2 2 0,5 0 0,3 0 0,10-1 0,-1 1 0,0-8 0,0-5 0,1-11 0,-3-4 0,-2-2 0,-2-5 0,-9-1 0,5-12 0,-18-1 0,-2-9 0</inkml:trace>
  <inkml:trace contextRef="#ctx0" brushRef="#br0" timeOffset="16">24783 2854 8912,'-19'10'0,"-1"-3"0,1-5 0,0-2 0,8 0 0,2 0 0,20-7 0,8 1 0,3-9 0,10 4 0,2 1 0,3-7 0,1 8 0,1-6 0,-1 2 0,1 0 0,-3 0 0,-3 1 0,1 5 0,-8-6 0,-1 9 0,-5-2 0,-1-3 0,0 3 0,-6-1 0,0 7 0,2 0 0,2 2 0,2 5 0,1 3 0,-1 10 0,0-1 0,0 0 0,3 1 0,4-1 0,-5 0 0,5 7 0,-13-1 0,4 1 0,-4-7 0,-5 3 0,-1 4 0,-5-5 0,-2 5 0,0-5 0,-2-4 0,-5-4 0,5-4 0,-7-18 0,9-4 0,0-10 0,0-3 0,9-8 0,2 10 0,10-8 0,5-2 0,-13 6 0,12 0 0,-12 9 0,4 0 0,3-1 0,-7 7 0,-1 3 0,3 1 0,-6 3 0,8 6 0,-4 0 0,-2 2 0,2 4 0,-7 7 0,7 13 0,-7-3 0,7 10 0,-9-10 0,5 5 0,0 0 0,-7-7 0,6 13 0,-8-8 0,0 2 0,0-2 0,0-11 0,0 4 0,0-2 0,-8-8 0,-3-1 0,-8-8 0</inkml:trace>
  <inkml:trace contextRef="#ctx0" brushRef="#br0" timeOffset="17">25631 2410 8912,'-19'-8'0,"2"3"0,2-5 0,2 1 0,9-6 0,-5 13 0,9-7 0,2 9 0,7 0 0,8 2 0,7 5 0,1-5 0,1 13 0,0-6 0,-3 1 0,7 3 0,-8 0 0,4 0 0,1 0 0,-1 6 0,-2 0 0,-3 1 0,-2 5 0,1 1 0,-1 6 0,0-6 0,1 8 0,-1-2 0,7-2 0,-1 0 0,-1-2 0,6 6 0,-9-12 0,5 4 0,2-5 0,-2-2 0,-1-8 0,-5-5 0,-10-4 0,7-2 0,-6 0 0</inkml:trace>
  <inkml:trace contextRef="#ctx0" brushRef="#br0" timeOffset="18">26384 2545 8912,'-20'0'0,"1"-8"0,0 5 0,-1-5 0,-1 8 0,-5 0 0,5 8 0,-13 5 0,8 13 0,-6 6 0,6 13 0,-6-2 0,6 8 0,3 3 0,1 2 0,3 6 0,0-4 0,1 2 0,6-15 0,3 0 0,9-7 0,-6-8 0,-1-4 0,-8-13 0,4-5 0</inkml:trace>
  <inkml:trace contextRef="#ctx0" brushRef="#br0" timeOffset="19">27464 2507 8912,'-20'-7'0,"1"-1"0,0-1 0,-1 0 0,1 3 0,-2 6 0,-3 4 0,-2 7 0,3 10 0,1 7 0,3-4 0,6 19 0,3-5 0,1 3 0,3 0 0,8-5 0,4-4 0,7-6 0,4-5 0,2-3 0,1-6 0,5-3 0,1-9 0,2-2 0,-4-5 0,1-5 0,1-14 0,-7 2 0,-2-8 0,-4-2 0,4-3 0,-14-1 0,3-1 0,-4 1 0,-2-1 0,-6 3 0,-5 1 0,-6 3 0,2 9 0,-13 1 0,9 9 0,-1 9 0,1-2 0,0 4 0,0 2 0</inkml:trace>
  <inkml:trace contextRef="#ctx0" brushRef="#br0" timeOffset="20">27965 2410 8912,'9'11'0,"-5"6"0,9-4 0,-7 6 0,7 5 0,2 1 0,0 10 0,-2-3 0,2-2 0,-9 2 0,3-2 0,-5 2 0,3-6 0,-1-5 0,-6-8 0,0 0 0,0-9 0,0 5 0,0-24 0,0-7 0,0-5 0,0-6 0,0-5 0,0-1 0,0 1 0,2-1 0,5 1 0,-3-1 0,9 0 0,0 7 0,6 0 0,-2 2 0,-4-2 0,4 4 0,2 0 0,11-2 0</inkml:trace>
  <inkml:trace contextRef="#ctx0" brushRef="#br0" timeOffset="21">28544 2256 8912,'30'0'0,"-2"0"0,-7 0 0,5 0 0,-5-7 0,5 1 0,-3-7 0,3 7 0,-4-9 0,14 13 0,-6-5 0,0 5 0,6 2 0,-14 0 0,4 0 0,-7 2 0,-6 5 0,-5 6 0,-8 12 0,0 7 0,-8 5 0,-5 1 0,-13 1 0,-2-1 0,-6 1 0,2 0 0,8-1 0,-10-6 0,8 0 0,7-8 0,6 2 0,9-11 0,-3-2 0,5-9 0,11 4 0,8-8 0,11-2 0,2-4 0,2-5 0,7-8 0,-1 2 0,1 4 0,-1-4 0,1 6 0,-1-17 0,1-2 0</inkml:trace>
  <inkml:trace contextRef="#ctx0" brushRef="#br0" timeOffset="22">29662 2160 8912,'-13'0'0,"1"0"0,5-9 0,-6-4 0,9 5 0,-5-10 0,9 8 0,0-10 0,0 10 0,0-1 0,0 5 0,0 3 0,0-5 0,0 8 0,0 0 0,-8 6 0,-5 1 0,-4 8 0,-2-13 0,-1 4 0,1 5 0,0 2 0,-1 0 0,1 6 0,-2-4 0,-5 11 0,5 2 0,-5-3 0,4 9 0,3-1 0,6-3 0,3 0 0,1-3 0,3-1 0,6-7 0,2-1 0,4-6 0,13-5 0,14-14 0,3-5 0,3-14 0,-1-4 0,1-9 0,-1 1 0,1-1 0,-1-2 0,1-3 0,-9 1 0,-4-9 0,-11 7 0,-2-6 0,-9-1 0,2-5 0,-4 1 0,-2 4 0,-8 5 0,-5 9 0,2 10 0,-2 9 0,7 8 0,-7 11 0,7 8 0,-7 5 0,9 22 0,-3 10 0,5 8 0,2 5 0,0 6 0,0 1 0,0 7 0,0-1 0,9-2 0,3 1 0,-1-8 0,2 3 0,-2-5 0,2-2 0,4-3 0,-4-3 0,-5-5 0,1-9 0,-9 1 0</inkml:trace>
  <inkml:trace contextRef="#ctx0" brushRef="#br0" timeOffset="23">28968 3143 8912,'-39'0'0,"3"0"0,4 0 0,-2 2 0,6 4 0,0 9 0,0 9 0,2 6 0,1 11 0,-1 2 0,2 2 0,3 6 0,4-6 0,4-4 0,6-7 0,5 2 0,2-21 0,0 5 0,2-8 0,5 1 0,-1-4 0,11-9 0,5 0 0,1-9 0,3-1 0,0-12 0,-3-4 0,7 5 0,-8-9 0,4 4 0,1 5 0,-1-5 0,-7 5 0,-6 2 0,2-1 0,2 10 0,-4-5 0,0 8 0,-2-1 0,2 1 0,-3 5 0,-3-4 0,-5 12 0,4 7 0,-1 4 0,1 2 0,-4 1 0,5-1 0,1 0 0,-1 0 0,1-6 0,-1 0 0,-3-6 0,9 5 0,-9-7 0,13 12 0,-6-7 0</inkml:trace>
  <inkml:trace contextRef="#ctx0" brushRef="#br0" timeOffset="24">29122 3394 8912,'11'-20'0,"4"7"0,-9 1 0,9-1 0,-10 0 0,8 2 0,2 3 0,2 1 0,2 7 0,0 0 0,3 0 0,3 0 0,-3 7 0,4 1 0,-5 3 0,-10 2 0,6 6 0,-4 0 0,-5 1 0,-1-1 0,1 0 0,-1 0 0,-1-8 0,-6 6 0,0-15 0,0 7 0,0-9 0,0-9 0,0-3 0,0-6 0,0-1 0,0-7 0,2 1 0,5 1 0,-5 3 0,15 1 0,-4 1 0,4 0 0,2 0 0,1 6 0,-1 0 0,9 9 0,-7-5 0,5 9 0,-5 0 0,-1 0 0,-1 9 0,0 1 0,0 1 0,1 6 0,-7-8 0,-3 6 0,-1-2 0,6-1 0,-13 1 0,4 0 0,-3-9 0,-3 5 0,2-9 0,4 0 0,-4 0 0,15-2 0,-4-5 0,-2-3 0,2-10 0,0 1 0,6 0 0,7 0 0,-1-1 0,8 1 0,-8 0 0,1 2 0,-7 4 0,1-4 0,-1 4 0,-2 2 0,-4-2 0,-5 9 0,-8-13 0,0 15 0,-2-7 0,-4 9 0,2 2 0,-9 5 0,8-5 0,-12 15 0,15-13 0,-4 9 0,4-9 0,2 13 0,0-14 0,8 5 0,5-8 0,-2 0 0,2 0 0,-1 0 0,8 0 0,-1 0 0,0 0 0,1 0 0,-1 0 0,0 0 0,0 0 0,7-6 0,0-3 0,-3-2 0,-1 7 0,4-7 0,-1 5 0,-5 4 0,-8-5 0,1-3 0,7 8 0,-1-7 0,0 9 0,-8 0 0,6 0 0,-6 0 0,8 0 0,0 0 0,1 0 0,-1 0 0,0 0 0,0 0 0,1-9 0,-1 7 0,0-6 0,1 8 0,-8 0 0,1 0 0,-8 4 0,1 9 0,-4 2 0,-2 17 0,0 2 0,0 11 0,0-2 0,0 9 0,0 5 0,0 8 0,-6-1 0,-1-6 0,-8-3 0,2-3 0,-4 1 0,-2-8 0,-9 0 0,-4-6 0,2-7 0,-2 0 0,0-10 0,-7-3 0,7-2 0,0-10 0,10-12 0,3-14 0,8-9 0,11-19 0,0-2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721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21138 7693 8912,'13'0'0,"-3"-2"0,-1-4 0,-5 1 0,-10-7 0,-5 7 0,-8-3 0,-1-1 0,1 7 0,0-4 0,0 3 0,6 3 0,0 0 0,6 0 0,-5 0 0,-1 0 0,-7 0 0,1 0 0,8 0 0,-6 7 0,4 1 0,-4 3 0,-2-7 0,-2 11 0,-5-8 0,2 8 0,-8-2 0,6 4 0,-6 2 0,7 3 0,-8 3 0,3-3 0,-2 3 0,-4 3 0,4-2 0,-3 6 0,3-6 0,2 8 0,5-2 0,3 2 0,-4 1 0,5-3 0,2-9 0,-1 12 0,1-10 0,6 10 0,0-3 0,9-2 0,-2 2 0,4-6 0,2 6 0,0-6 0,0 6 0,0-7 0,0 8 0,0-8 0,0 7 0,0-8 0,0 2 0,0 1 0,0-1 0,0 2 0,0-2 0,0-3 0,0 9 0,6-6 0,0 6 0,7 0 0,-4 5 0,2-5 0,1 4 0,8-12 0,-1 8 0,-6-6 0,0 6 0,0-2 0,6 2 0,7-2 0,-1-4 0,3-5 0,-2 5 0,-3-5 0,10-1 0,-8-3 0,7-4 0,1 4 0,5-4 0,-6-3 0,0 3 0,1-9 0,5 3 0,3 1 0,4-1 0,-2-1 0,8-6 0,3 2 0,10 5 0,0-5 0,13 4 0,-10-1 0,10 1 0,-11-4 0,5 5 0,-7 1 0,7-1 0,-7-1 0,7-6 0,0 7 0,6-1 0,9 0-221,4-6 0,4 0 221,2 0 0,-6-6 0,0 0 0,11-7 0,-43 9 0,0 1 0,-3-3 0,-1-1-169,4 4 1,0 0-1,-2-3 1,-1-1 168,3 4 0,0 0 0,49-6 0,-4 3 0,-4 1 0,-1-5 0,5 1 0,4 3 0,-50 3 0,0-1 0,-2 2 0,-1-2 0,49-9-69,-13 7 0,2-3 1,-6 5 68,2-3 0,10-8 0,-1 7 0,-1-5 0,-8-4 0,-11 4 0,2-4 0,5-3 0,4 8 0,8-1 0,-6 2 0,0-2 0,-2-4 0,2 4 0,-13 5 0,-12 1 0,-5-1 0,-3 1 0,1 1 0,0 6 0,2 0 0,4 0 0,-1 0 0,7 0 0,-1 0 0,2 0 0,-5 0 0,-10 0 0,-5 0 0,5-9 0,-7 7 201,9-4 0,0 4-201,0 2 0,-3 0 344,-3 0 1,8-3-345,-9-3 0,1 4 0,-14-5 231,1 5-231,-1 2 0,-1 0 0,-5 0 0,-2 0 0,-4 0 0,-5 0 0,5 0 0,2 0 0,-3 0 0,8 0 0,-6 0 0,3 0 0,3 0 0,-1 0 0,0 0 0,-9 0 0,3 0 0,2 0 0,-2 0 0,-1 0 0,-5 0 0,5 0 0,1 0 0,0 0 0,-7 0 0,7 0 0,0 0 0,2 0 0,-3 0 0,-3 0 0,3 0 0,3 0 0,-2 0 0,0 0 0,-7 0 0,0 0 0,1 0 0,-1 0 0,0 0 0,0 0 0,1 0 0,-1 0 0,0 0 0,7-6 0,0-1 0,2-1 0,-5 4 0,3-3 0,0 1 0,-1 6 0,1 0 0,0-7 0,-7 1 0,2-3 0,5 3 0,-2 4 0,8-5 0,-9-1 0,3 1 0,-4-1 0,-3 1 0,7 3 0,-1-9 0,-1 7 0,-11-7 0,4 6 0,-4-5 0,2-1 0,-2-7 0,2 1 0,-9 0 0,9-3 0,-2-3 0,-2 1 0,1-8 0,-1 6 0,2-6 0,4 0 0,-4-7 0,2 7 0,-2 0 0,2 2 0,-9-2 0,7-2 0,-6 8 0,1-6 0,-1 6 0,-5-8 0,4 2 0,-4 2 0,-2-2 0,0 0 0,0-7 0,-2-2 0,-4-2 0,-7-2 0,-4-8 0,-3 10 0,1-8 0,-9 8 0,-4-2 0,-6-2 0,-7 2 0,-13 0 0,-13 6 0,-6 1-250,-7-1 1,-4 7 249,-8 0 0,10 8 0,9-2 0,2 3-72,11-3 0,-9 9 72,2-9 0,-4 11 0,-2-4 0,-9 0 0,-4 6 0,-4-4-241,-2-2 0,-1 6 241,1 0 0,-11 6 0,49 1 0,0 0 0,-4 3 0,0 1 0,-6-1 0,1 0 0,7-1 0,2-1 0,2 2 0,2 0 0,-31-4 0,8 5 0,2-4 0,0 4 0,-5-9 0,-1 7 0,-3-3 0,1 1 0,3-1 0,-3 1 0,4 0 0,-5 6 0,-6 0 0,-9 0 0,43 0 0,-1 0 0,-1-1 0,0 2 0,-3 1 0,0 2 0,6-1 0,1 0 0,-53 6 0,4-3 0,2-3 0,46 0 0,1 0 0,-45-1 0,3-2 0,8 0 0,11 0 0,4 0-113,-4 0 1,2-6 112,-15-1 0,-2-1 0,-11 1 0,0 5-33,45-1 0,0 0 0,-45 1 33,-6 2 0,53 3 0,1 2 0,-3 1 0,0 1 0,-4 4 0,0 2 0,-6-1 0,0 1 0,9 0 0,1 0 0,-50 6 0,14 1 0,8-1 0,7 0 0,-4 0 0,-3 1 0,-4-1 0,-4 0 0,4 0 0,-5 1 0,7-1 0,7 0 0,4 1 0,4-1 0,-13 0 1,1 0 1,20 1-2,1-1 0,19-6 465,6 0-465,9-9 0,5 11 0,-1-6 234,2 1-234,12-5 299,-6 12 1,8-7-300,-10 10 148,10-1-148,-7 0 0,8 1 0,-4-1 0,5-8 0,8 6 0,10-15 0,10 4 0,1-12 0,11-7 0,0-21 0,7-7 0</inkml:trace>
  <inkml:trace contextRef="#ctx0" brushRef="#br0" timeOffset="1">24513 5649 8912,'13'-19'0,"-3"0"0,-1 0 0,-5-1 0,-2 1 0,-2 0 0,-2 2 0,-4 4 0,-7 6 0,-4 5 0,6 2 0,3 0 0</inkml:trace>
  <inkml:trace contextRef="#ctx0" brushRef="#br0" timeOffset="2">24378 5649 8912,'-39'50'0,"1"14"0,-1 0 0,1 9 0,-7 6 0,0 5 0,0-5 0,8 7 0,3 0 0,2 1 0,-3 1 0,-1 7 0,0-18 0,3 0 0,8-11 0,-5-14 0,15-12 0,-5-8 0,8-8 0,-1 2 0,4-13 0,9 4 0,0-17 0,0 0 0,0-17 0,0-13 0,0-9 0,0 0 0</inkml:trace>
  <inkml:trace contextRef="#ctx0" brushRef="#br0" timeOffset="3">23780 6363 8912,'-32'0'0,"2"0"0,2 0 0,4 0 0,3 0 0,2 0 0,2 17 0,2 11 0,2 13 0,0 8 0,2 11 0,3 2 0,-1 2 0,7 9 0,-5-2 0,5 2 0,2-3 0,9-3 0,4-18 0,12-4 0,12-13 0,8-6 0,8-7 0,-1-6 0,12-7 0,7-12 0,4-7 0,2-13 0,0-4 0,0-10 0,0-5-243,1 4 0,5-8 243,1 4 0,-1-2 0,-1-9 0,3 2 0,5 1 0,0 1 0</inkml:trace>
  <inkml:trace contextRef="#ctx0" brushRef="#br0" timeOffset="4">24667 5495 8912,'0'-11'0,"0"-6"0,0 15 0,-2-6 0,-4 8 0,-7 0 0,-4 8 0,-5 7 0,-1 7 0,-3 3 0,-2 7 0,2-4 0,-4 2 0,0 5 0,2 1 0,3 3 0,-1-1 0,0 1 0,9-1 0,4 1 0,-2-3 0,9-4 0,-1-4 0,-1-8 0,-3-1 0</inkml:trace>
  <inkml:trace contextRef="#ctx0" brushRef="#br0" timeOffset="5">25612 5129 8912,'-38'2'0,"-1"2"0,-2 5 0,1 2 0,-1 4 0,4 4 0,1 7 0,0 6 0,3 13 0,6 4 0,5 2 0,11 1 0,7-1 0,4 7 0,9 0 0,4-2 0,12-5 0,7-12 0,11-16 0,4-8 0,3-8 0,3-5 0,3-11 0,-5-2 0,1-10 0,1-5 0,-3-4 0,1-8 0,-10-1 0,-3 1 0,-8-10 0,-10-1 0,-1-9 0</inkml:trace>
  <inkml:trace contextRef="#ctx0" brushRef="#br0" timeOffset="6">25844 5052 8912,'0'-20'0,"0"8"0,0-1 0,0 0 0,0-6 0,0 8 0,0 2 0,0 33 0,0 8 0,2 7 0,4 1 0,-2 1 0,9 4 0,-6 2 0,6 5 0,-7 3 0,5-5 0,-1 1 0,1 0 0,-7 1 0,7-1 0,-7-4 0,3-6 0,1 0 0,-1-16 0,-5 1 0,9-15 0,-7-9 0,2-13 0,9-10 0,-12-20 0,5-2 0,1-2 0,-5-6 0,7 6 0,-1 2 0,1 2 0,-4 5 0,5 4 0,-5 4 0,6 9 0,-7-5 0,7 5 0,-7 4 0,7 15 0,-8 8 0,5 3 0,-5 11 0,3 1 0,1 3 0,-1-3 0,7 5 0,-2-2 0,-2 0 0,2-7 0,0 0 0,6 0 0,0-8 0,0-4 0,1-5 0,-1-2 0,-6 0 0,0 0 0,-9-9 0,11-2 0,-6-8 0,-1 0 0,1 0 0,-3 6 0,-6 0 0,0 9 0,2-11 0,5 8 0,-5 1 0,9 14 0,-5 5 0,-2 4 0,7 3 0,0-3 0,-1-4 0,1 4 0,2-4 0,4-5 0,-4-1 0,-2-5 0,2-2 0,2 0 0,2 0 0,-7-2 0,-1-5 0,0-6 0,-7-4 0,4-2 0,-6 0 0,-6-1 0,-5 1 0,-8 0 0,-1 6 0,1 0 0,0 9 0,0-5 0,-1 3 0,1-1 0,0 1 0,-1 6 0,10 9 0,1 1 0,20 3 0,6-2 0,9-3 0,4-3 0,4-3 0,-4-2 0,2 0 0,0 0 0,7 0 0,-1-2 0,-1-3 0,-3-3 0,-2-3 0,-6 5 0,6-7 0,-8 9 0,-3-11 0,-10 6 0,-3-2 0,-10-2 0,-8 3 0,-10 1 0,1 9 0,0 0 0,-1 0 0,8 9 0,-1 4 0,8 4 0,-3 8 0,8 1 0,0 0 0,0-1 0,0 1 0,2 0 0,4-7 0,5 0 0,6 1 0,-2-3 0,-2-4 0,2-7 0,2-4 0,5-2 0,3 0 0,-3-15 0,4-4 0,-11-11 0,-5 2 0,-1-2 0,-5-4 0,-2 4 0,-2-2 0,-2 8 0,-4-1 0,-7 3 0,-11 3 0,-1 2 0,1 4 0,-6 4 0,9 9 0,-5 0 0,7 2 0,6 5 0,6 6 0,9 4 0,11 2 0,4-8 0,22-5 0,-5-4 0,13-2 0,1 0 0,3 0 0,3-8 0,-3-5 0,-4-4 0,-6-2 0,0-1 0,-3 1 0,-8 0 0,-6-1 0,-14 1 0,-3 0 0,-5 0 0,-2 6 0,-2 2 0,-5 2 0,-5 5 0,-6 2 0,-1 2 0,0 0 0,2 2 0,2 5 0,2 3 0,0 3 0,2 0 0,3-7 0,8 7 0,0 0 0,0 6 0,2 1 0,4-1 0,-1-2 0,7-4 0,1 4 0,0-6 0,0 8 0,2 0 0,0 1 0,-2-1 0,4 0 0,-13 1 0,9-1 0,-9 0 0,3 2 0,-5 3 0,-2 2 0,-2-1 0,-2-5 0,-3-1 0,-8 0 0,4 1 0,-8-1 0,0-8 0,2-5 0,4-15 0,6-10 0,5-9 0,2-10 0,9-9 0,2-3 0</inkml:trace>
  <inkml:trace contextRef="#ctx0" brushRef="#br0" timeOffset="7">27541 5187 8912,'30'0'0,"-2"0"0,-9 0 0,-8 0 0,-3 2 0,-8 4 0,0-1 0,0 7 0,0 1 0,0 7 0,0-10 0,9 7 0,4-14 0,12 3 0,-3-10 0,3-3 0,-3-6 0,-3 5 0,0-3 0,1-4 0,-1-2 0,-8-2 0,-5-1 0,-4 1 0,-4 0 0,-4 2 0,-7 4 0,-4 6 0,-9-1 0,0 1 0,-8 1 0,10 8 0,-6 5 0,3 5 0,3 6 0,3 1 0,3 0 0,6 0 0,-6 9 0,16-4 0,-4 6 0,4 0 0,4-2 0,4 0 0,5 6 0,17-13 0,4 7 0,4 0 0,5-13 0,4 4 0,4-12 0,16 1 0,1-8 0,3-2 0,4-4 0,0-14 0,-3-12 0,-3-13 0,-9-4 0</inkml:trace>
  <inkml:trace contextRef="#ctx0" brushRef="#br0" timeOffset="8">28814 4820 8912,'0'-30'0,"0"3"0,-7 7 0,1 1 0,-1 8 0,1 5 0,0 12 0,-1 14 0,7 12 0,0 4 0,0 3 0,0 6 0,0 2 0,2 0 0,5 0 0,-3 0 0,9-2 0,-7-4 0,7 4 0,-6-9 0,3-1 0,1 1 0,0-2 0,-7-8 0,5 8 0,-9-8 0,0 0 0,0-7 0,0 0 0,0 0 0</inkml:trace>
  <inkml:trace contextRef="#ctx0" brushRef="#br0" timeOffset="9">28640 5399 8912,'-2'-13'0,"-4"0"0,3 7 0,-5-7 0,-1-2 0,7 6 0,-6-8 0,8 4 0,0-4 0,17-11 0,-2 5 0,17-9 0,6-1 0,10-5 0,1-1 0,2 1 0,5-1 0,-2 3 0,-3 4 0,-8-5 0,4 9 0,-8-4 0,-9 4 0,-5 9 0,-12 0 0,-2 8 0,-5 5 0,-4 6 0,5 6 0,-5 7 0,-2 6 0,0 7 0,0 4 0,-6 8 0,-1 1 0,1 0 0,6-1 0,0 1 0,0-1 0,0-1 0,0-3 0,0-2 0,0-8 0,0 6 0,0-5 0,0-3 0,2 4 0,4-14 0,-4-3 0,7-11 0,-9-5 0,0-5 0,0-6 0,6-9 0,1-3 0,-3 0 0,7-7 0,-7 16 0,9-5 0,-2 5 0,4 1 0,-2 1 0,-1 2 0,8 4 0,-1-2 0,2 9 0,3-1 0,2-1 0,8 5 0,-4-5 0,9 8 0,-1 0 0,1 0 0,-1 0 0,1 0 0,-7 0 0,0 0 0,-8-7 0,1 1 0,-3-3 0,-3 3 0,-8 2 0,-5-9 0,-4-2 0,7-2 0,-7-3 0,7 1 0,-16 6 0,-1 3 0,-3 1 0,7 3 0,-11 8 0,8 4 0,-8 5 0,5 10 0,-1 5 0,-4-5 0,8 5 0,-8-4 0,13-3 0,-4 0 0,4 0 0,2 1 0,0-1 0,0-6 0,0 0 0,0-9 0,0 5 0,8-9 0,5 0 0,4 0 0,3 0 0,1 0 0,3 0 0,1 0 0,10 0 0,-12 0 0,7 0 0,-2 0 0,-2 8 0,-1-4 0,1 9 0,-2 2 0,-9 0 0,-2-2 0,-9 6 0,2 1 0,-4-1 0,-10 9 0,-5-9 0,-4 0 0,-2 1 0,6-3 0,0-4 0,0-5 0,2-8 0,-6-17 0,6-4 0</inkml:trace>
  <inkml:trace contextRef="#ctx0" brushRef="#br0" timeOffset="10">30299 4897 8912,'10'-10'0,"1"1"0,-4 9 0,-5 0 0,6-8 0,-8 5 0,0-5 0,0 8 0,0 2 0,0 4 0,2-3 0,5 3 0,4-4 0,8-2 0,0 0 0,0 0 0,7-2 0,0-4 0,6-3 0,-6-4 0,-1-10 0,-5 3 0,-3-3 0,-4 4 0,2-1 0,-9 1 0,1 0 0,-16 2 0,-4 4 0,-6 4 0,-7 9 0,-4 9 0,-8 4 0,-1 12 0,0 7 0,3 5 0,2 1 0,2 1 0,8-1 0,-4 3 0,11 2 0,4 2 0,5 0 0,12-9 0,9-1 0,12-3 0,18-9 0,7-3 0,7-14 0,1-4 0,0-2 0,0-2 0,0-4 0,-11-5 0,-8-8 0,-9-9 0,-11-2 0</inkml:trace>
  <inkml:trace contextRef="#ctx0" brushRef="#br0" timeOffset="11">27309 6517 8912,'-13'-6'0,"1"-3"0,-3 1 0,0-3 0,2 0 0,2 7 0,7-5 0,-3 1 0,-1 6 0,3-3 0,-1 10 0,0 7 0,6 14 0,0 2 0,0 6 0,0 1 0,-3 3 0,-3 5 0,4 2 0,-5-7 0,5 1 0,4-3 0,3-3 0,3-8 0,3-3 0,4-3 0,-6-8 0,14-3 0,-4-10 0,3-4 0,-1-14 0,-1-3 0,-1-9 0,0 2 0,0-2 0,-1-5 0,-6 5 0,3 2 0,-8-2 0,-1 8 0,-6-1 0,0 3 0,0 12 0,0 1 0,0 26 0,0 9 0,0 8 0,0 5 0,0-1 0,0 1 0,9-7 0,4 0 0,2-8 0,-2 1 0,10-10 0,-4-2 0,5-9 0,-5 3 0,-2-7 0,-4-7 0,4-3 0,-4-10 0,-4-1 0,-3-5 0,-4 5 0,-2-5 0,-8-2 0,-5 3 0,-4-1 0,-5 9 0,-3 4 0,3-4 0,-6 15 0,9-5 0,0 5 0,0 2 0,6 0 0,0 0 0,9 9 0,-5-7 0,9 6 0,0 1 0,0 2 0</inkml:trace>
  <inkml:trace contextRef="#ctx0" brushRef="#br0" timeOffset="12">27907 6305 8912,'-8'-11'0,"-3"-6"0,-8 4 0,8 5 0,-6-1 0,4 9 0,4 0 0,1 11 0,8 8 0,0 3 0,0 10 0,0 2 0,0 11 0,8-4 0,5 4 0,4-5 0,3-1 0,-1 0 0,0-1 0,0-8 0,1-4 0,-1-1 0,0-5 0,1 1 0,-1-14 0,0-3 0,1-2 0,-1-4 0,-2-5 0,-4-5 0,4-14 0,-15-4 0,5-9 0,-5 1 0,-2-1 0,0 1 0,0-1 0,0 1 0,0-1 0,0 3 0,0 3 0,0 8 0,0 12 0,0 4 0,0 11 0,0 5 0,0 6 0,0 12 0,6 5 0,1 9 0,8 2 0,-3 4 0,3-11 0,-2 5 0,11-12 0,-5 6 0,5-16 0,-5 2 0,0-6 0,1 0 0,-1-7 0,0-4 0,7-10 0,0-5 0,-3-4 0,-1-11 0,-5 4 0,-2-8 0,-2-2 0,-3-9 0,3-2 0,4 0 0,-15 9 0,5 3 0,-3 3 0,3 5 0,-5 3 0,6 3 0,-8 10 0,0 12 0,0 3 0,9-4 0,2 13 0,8-6 0,0 1 0,0-5 0,1 3 0,-1-8 0,0 0 0,1 0 0,-1 0 0,0 0 0,0 0 0,1 0 0,-1-8 0,-6 3 0,0-7 0,-9-1 0,5-7 0,-9 1 0,0 8 0,0 1 0,0 3 0,0 5 0,0-6 0,0 10 0,0 4 0,0-2 0,0 9 0,0 2 0,0-6 0,0 8 0,0-4 0,6 4 0,0 2 0,1 1 0,-7-1 0,8 0 0,-5 0 0,5 1 0,-8-10 0,2-1 0,5-9 0,-5-2 0,4-5 0,3-10 0,-3-8 0,3-8 0,-3 6 0,7-3 0,-4 6 0,8-10 0,-4 8 0,4-6 0,2 6 0,-6 0 0,0 7 0,0 8 0,6 5 0,-6 4 0,0 2 0,0 0 0,6 8 0,0 5 0,-8 11 0,-5 2 0,3-1 0,-3-5 0,7-8 0,-6 1 0,1-2 0,-1 2 0,-5 4 0,15-15 0,-6 7 0,8-16 0,0 1 0,-6-9 0,0 2 0,-7 2 0,7-2 0,-9 1 0,14-8 0,-16 10 0,8-5 0,-3 8 0,-5-1 0,4 1 0,-3 5 0,5-7 0,-6 1 0,7 6 0,-1-7 0,-5 9 0,5 0 0,-8 0 0,0 0 0,0 9 0,0-7 0,0 15 0,7-13 0,-1 9 0,0-9 0,-6 7 0,0-4 0,3-5 0,3 4 0,-4-4 0,7-2 0,-1 0 0,-3 0 0,7 0 0,-5-2 0,6-4 0,-7 4 0,7-5 0,0-1 0,6 1 0,-6-6 0,0 7 0,0-3 0,6 3 0,0 2 0,1-9 0,-1 8 0,0-12 0,0 4 0,1 3 0,-1-3 0,0 2 0,1-2 0,-3-4 0,-4 4 0,4-4 0,-4-2 0,-5 6 0,-1 0 0,-3 7 0,2-7 0,-4 9 0,9-5 0,-4 9 0,-5 0 0,15 9 0,-4 4 0,4 4 0,2 2 0,0 7 0,1-1 0,-1 7 0,0-6 0,-2 8 0,-4-1 0,-4 3 0,-9 3 0,-4 8 0,-9 4 0,-13 5 0,-17 2 0,-6-3 0,-9-3 0,-6 4 0,-3-7 0,-1 0 0,3-10-279,-5-14 279,8-3 0,-3-12 0,14-3 0,-9-5 0,8-2 0,5 0 0,4 0 0</inkml:trace>
  <inkml:trace contextRef="#ctx0" brushRef="#br0" timeOffset="13">2488 18259 8912,'-22'18'0,"-3"-6"0,-5-3 0,-9-9 0,1 0 0,1 0 0,3-2 0,2-2 0,-3-3 0,-1 1 0,-3 6 0,1 6 0,-1 3 0,3 1 0,4 5 0,4 3 0,6 9 0,1 6 0,2 5 0,6 5 0,2 2 0,9 9 0,-4-3 0,12 11 0,7 2 0,4-6 0,4-9 0,5-1 0,6-6 0,7-9 0,6-8 0,4-12 0,9-6 0,2-7 0,4-7 0,5-12 0,8-13 0,-8-7-164,-5-6 0,-4-13 164,-2-12 0,-2-5 0,-5-2 0,-6-1 0,-13 1 0,-13 9 0,-10-1 0,-11 9 0,-5 2 0,-12 5 0,-13 14 0,-13 1 0,-6-1 0,-5 1 0,0 10 0,3 6 0,1 7 0,1 11 0,-14 6 0,1 17 0,0 11 0,6 15 0,2 7 0,5 12 0,4 7 0,8 12 0,15 3 0,7 6 0,7-2 0,14-8-620,15 1 620,18-4 0,23-19 0,17-8 0,8-27 0,8-5 0,3-27 0,5-8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735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5304 6363 8912,'-11'0'0,"-6"-7"0,6-1 0,0-3 0,-4 5 0,9-7 0,0 9 0,6-14 0,2 3 0,4-8 0,5-7 0,10-11 0,7-2 0,11-2 0,8-17 0,11 9-128,0-18 0,-3 9 128,-3-2 0,1 10 0,-8 3 0,-6 10 0,-7 2 0,-15 9 0,2 11 0,-12 8 0,1-6 0,-8 13 0,0-9 0,0 7 0,0-7 128,0 8 0,0-5-128,0 3 0,-8-3 0,-3-10 0</inkml:trace>
  <inkml:trace contextRef="#ctx0" brushRef="#br0" timeOffset="1">5612 5187 8912,'-10'-9'0,"1"7"0,3-15 0,-1 4 0,1-4 0,14 6 0,7 3 0,9-1 0,-3 7 0,16-7 0,-5 9 0,6 0 0,7 0 0,-4 9 0,4 4 0,-11 10 0,-1 3 0,-10 10 0,3 3 0,-5 2 0,-1 10 0,-10-2 0,-3 3 0,-5 1 0,-2-8 0,-2 7 0,-5-7 0,-1-9 0,-5-10 0,-4-5 0,6-10 0,-8-2 0</inkml:trace>
  <inkml:trace contextRef="#ctx0" brushRef="#br0" timeOffset="2">6461 4743 8912,'0'11'0,"0"6"0,0-6 0,0 8 0,0 0 0,0 1 0,0 1 0,0 5 0,2 4 0,4 8 0,5 1 0,8-1 0,1 3 0,-1 4 0,7-6 0,-1-1 0,-1-1 0,-11-12 0,4 1 0,-6-7 0</inkml:trace>
  <inkml:trace contextRef="#ctx0" brushRef="#br0" timeOffset="3">6326 4763 8912,'0'-20'0,"0"1"0,0 0 0,0-1 0,0 1 0,0 0 0,8 8 0,10 3 0,12 8 0,6 0 0,0 2 0,14 4 0,-3 7 0,4 11 0,-6 1 0,2 12 0,-2 1 0,-12 1 0,-1 6 0,-11 2 0,-8-2 0,-4 8 0,-9-1 0,-3-3 0,-5 0 0,-11-1 0,-1 5 0,-8-12 0,9 4 0,0-15 0,0-11 0,-1 0 0,1-17 0,0 7 0</inkml:trace>
  <inkml:trace contextRef="#ctx0" brushRef="#br0" timeOffset="4">7020 4840 8912,'0'-20'0,"-2"10"0,-4 3 0,-7 5 0,-4 11 0,-3 3 0,1 14 0,0 6 0,-1 5 0,3-5 0,4 0 0,-2 0 0,9 7 0,-7-7 0,7-2 0,1-2 0,3-3 0,4-5 0,5-3 0,6-4 0,4-5 0,-2-8 0,4 0 0,-4-10 0,11-10 0,-5-1 0,-1-11 0,5 6 0,1-6 0,0 0 0,-7-7 0,0 7 0,1 0 0,-8 2 0,1-2 0,-8-5 0,3 16 0,-8-7 0,0 17 0,0 11 0,0 13 0,7 4 0,-1 3 0,7 5 0,-7 1 0,9 2 0,-2-2 0,4-5 0,3 5 0,-1-7 0,0-6 0,0 2 0,1-9 0,5 1 0,1-7 0,0 0 0,-7 0 0,0-2 0,1-5 0,-1-6 0,0-12 0,-2-3 0,-4-4 0,-2-11 0,-5 4 0,-3-6 0,3 0 0,-4 2 0,-2-8 0,0 6 0,0-6 0,-6 6 0,-1-7 0,-6 11 0,7 3 0,-7 8 0,7 11 0,-1 8 0,7 2 0,0 20 0,0 8 0,9 9 0,4 11 0,-3 8 0,3 4 0,-6-1 0,6 1 0,-7 0 0,7 7 0,-7-2 0,7-5 0,0-4 0,6-8 0,-6 0 0,0-1 0,0-8 0,6-4 0,1-5 0,-10-1 0,7-10 0,-6-1 0</inkml:trace>
  <inkml:trace contextRef="#ctx0" brushRef="#br0" timeOffset="5">7579 4955 8912,'-12'-13'0,"-1"1"0,0-1 0,-6 0 0,-1 0 0,10 9 0,1-13 0,9 6 0,9-8 0,3-1 0,14 1 0,6 0 0,11-7 0,2 0 0,9-6 0,-3 7 0,-1-3 0,1 2 0,-6 2 0,6-8 0,-8 9 0,2-3 0,-4 7 0,-2 6 0,-9-4 0,-11 17 0,-13 0 0,-6 2 0,-6 11 0,-5 0 0,-8 6 0,-7 0 0,0 0 0,1 1 0,5-1 0,1 2 0,0 5 0,0-4 0,-1 3 0,7-3 0,1-3 0,7 0 0,-1 1 0,-3-1 0,3 0 0,-1-6 0,7 0 0,9-9 0,2 5 0,8-9 0,0 0 0,1 0 0,-1-9 0,0-4 0,0-4 0,1-2 0,-1-1 0,0 1 0,1 2 0,-1 4 0,-2-4 0,-4 4 0,4 5 0,-4 1 0,4 5 0,2 2 0,1 0 0,-1 0 0,-6 0 0,0 0 0,-1 7 0,8-1 0,-7 9 0,-1-2 0,-1-2 0,2 1 0,4-7 0,-4 1 0,4 3 0,2-3 0,-6 1 0,0-7 0,0-9 0,6-4 0,-6-10 0,0-3 0,-2-6 0,2 6 0,4-8 0,-7 2 0,1-5 0,6-1 0,-15 1 0,5 5 0,-5-4 0,-2 3 0,-6-1 0,-1 2 0,-8 6 0,2 13 0,-4-2 0,-2 9 0,0 2 0,-1 10 0,7 7 0,1 13 0,1 6 0,-2 13 0,-2 2 0,9 4 0,-1 5 0,7-4 0,0 1 0,0-1 0,9 1 0,4-8 0,4 0 0,2-6 0,0 3 0,1-3 0,5-5 0,1-14 0,0-1 0,-7 0 0,-8 0 0,6-8 0,-6-2 0</inkml:trace>
  <inkml:trace contextRef="#ctx0" brushRef="#br0" timeOffset="6">8467 4820 8912,'0'-13'0,"0"1"0,0-1 0,8-7 0,5 1 0,4 0 0,3 0 0,1-1 0,5 1 0,6 0 0,4 0 0,1 8 0,-5 4 0,4 5 0,-4 2 0,3 2 0,-3 5 0,-6 6 0,-5 12 0,-8-1 0,0 8 0,-9 0 0,2 7 0,-3-3 0,-3-4 0,0-2 0,0-4 0,0-11 0,0 4 0,-3-6 0,-3 0 0,4-4 0,-7-9 0,11-11 0,5-6 0,6-7 0,4-2 0,2-1 0,0-3 0,1 0 0,-1 2 0,0 8 0,1 1 0,-1 0 0,0 0 0,0-1 0,1 1 0,-1 6 0,0 0 0,-6 9 0,0-2 0,2 4 0,2-7 0,-4 7 0,0-5 0,-9 5 0,13 2 0,-15 9 0,7-7 0,-9 15 0,0-13 0,0 9 0,0-8 0,0 12 0,0-7 0,0 3 0,0 0 0,0-9 0,0 7 0,0-4 0,0-5 0,0 6 0,9-8 0,3 0 0,-1 0 0,2 0 0,0-8 0,6-5 0,0-4 0,1-3 0,5 1 0,1 0 0,0 0 0,-7-1 0,0 7 0,1 1 0,5 1 0,1-2 0,-7 2 0,-6 5 0,0 4 0,6-7 0,1 9 0,-7 7 0,-1-1 0,-7 9 0,12-4 0,-15 8 0,13-6 0,-9 0 0,1-9 0,-7 5 0,8-9 0,-5 0 0,7 0 0,-3 0 0,-5 0 0,13-9 0,-9-4 0,3 2 0,-3-1 0,-1 5 0,7-6 0,-5 0 0,6-6 0,-7 6 0,7 0 0,-7 7 0,7-7 0,-6 9 0,6-3 0,-1-3 0,8 8 0,-1-5 0,0 5 0,1 2 0,-1 6 0,0 1 0,0 6 0,1-7 0,-1 1 0,0-7 0,1 0 0,-1 0 0,0 0 0,0 0 0,1 0 0,-1 0 0,2-3 0,5-3 0,-4-5 0,3-8 0,-3 0 0,-3-1 0,-2 1 0,-4 0 0,2-3 0,-9-3 0,3 3 0,-3-3 0,-3 3 0,3 3 0,-4 0 0,-2-1 0,-8 10 0,-3 1 0,-6 20 0,4 8 0,-2 9 0,8 10 0,1 7 0,6 0 0,0 3 0,0-3 0,11-5 0,8 5 0,11-4 0,15-2 0,4-9 0,9-5 0,9-12 0,3-6 0,7-10-215,7-9 1,4-10 214,8-16 0,3-1 0,-1 0 0,-1 1 0,-5-1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744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11572 3606 8912,'-13'0'0,"2"-3"0,3-3 0,1 2 0,7-9 0,-8 0 0,5 2 0,-5 3 0,8 8 0,0 0 0,0 8 0,0 5 0,0 13 0,-2 4 0,-5 8 0,5 10 0,-4 3 0,4 7 0,2 6 0,-7 3 0,1 3 0,-3 10 0,3-10 0,4 1 0,-7-15 0,0-5 0,7 5 0,-8-18 0,3 1 0,5-3 0,-4-10 0,-5-9 0,9 0 0,-7-15 0,9 7 0,0-18 0,-2 5 0,-4-9 0,1 3 0,-8-3 0,7-4 0,-7 4 0,0-11 0,-6-2 0,0 1 0,-1 5 0</inkml:trace>
  <inkml:trace contextRef="#ctx0" brushRef="#br0" timeOffset="1">11051 4261 8912,'0'-11'0,"0"-6"0,0 15 0,0-15 0,0 15 0,0-7 0,2 11 0,5 5 0,-3 4 0,9 8 0,2 9 0,10 4 0,-3 4 0,4 3 0,1-3 0,-1-4 0,8 5 0,-1-5 0,1-2 0,-2 2 0,2-10 0,-8-3 0,6-2 0,-6-11 0,0-1 0,-7-12 0,0-12 0,0-11 0</inkml:trace>
  <inkml:trace contextRef="#ctx0" brushRef="#br0" timeOffset="2">11745 4223 8912,'0'25'0,"-2"1"0,-2-2 0,-3-3 0,-8 7 0,-2-5 0,-8 10 0,-3-1 0,4 4 0,-2-4 0,1 5 0,5-9 0,1 6 0,0-2 0,0 0 0,8-2 0,4-4 0,5-5 0,2-1 0,-8-10 0,-3-1 0</inkml:trace>
  <inkml:trace contextRef="#ctx0" brushRef="#br0" timeOffset="3">22006 3625 8912,'19'-2'0,"-2"-5"0,-2-6 0,-4-4 0,-3-2 0,-1 6 0,-7 0 0,0 9 0,-2-5 0,-3 12 0,-1 3 0,2 7 0,1 4 0,3 11 0,0 6 0,0 9 0,0 6 0,0 9 0,3 0 0,3 0 0,3 6 0,3 0 0,6 1 0,-10-8 0,5 1 0,2-8 0,-9-5 0,1-5 0,-7-1 0,8-9 0,-5-2 0,5-18 0,-16-1 0,-3-18 0,-8-3 0,-9-14 0,-2-4 0</inkml:trace>
  <inkml:trace contextRef="#ctx0" brushRef="#br0" timeOffset="4">21755 4049 8912,'13'0'0,"0"0"0,-9 0 0,4 0 0,-5 0 0,3 0 0,-4 0 0,9 0 0,-5 2 0,7 5 0,4 3 0,3 10 0,1 1 0,5 5 0,-5-5 0,16 16 0,-5-5 0,2 4 0,-2 3 0,9-3 0,-7-4 0,0-6 0,-8 4 0,2-15 0,-9 4 0,9-4 0,-6-4 0,3-5 0,-12-12 0,4-5 0,-6-8 0</inkml:trace>
  <inkml:trace contextRef="#ctx0" brushRef="#br0" timeOffset="5">22681 3953 8912,'10'-9'0,"-1"7"0,-18-7 0,-1 9 0</inkml:trace>
  <inkml:trace contextRef="#ctx0" brushRef="#br0" timeOffset="6">22584 4011 8912,'-30'27'0,"2"1"0,7 9 0,-5 1 0,3-1 0,-7 12 0,2-2 0,2-2 0,5 0 0,-5 0 0,7 0 0,-1-6 0,10-9 0,10-5 0,0-3 0,0-3 0,0-8 0,8-3 0,3-8 0</inkml:trace>
  <inkml:trace contextRef="#ctx0" brushRef="#br0" timeOffset="7">10993 2699 8912,'11'-19'0,"-5"0"0,-4 0 0,-2-1 0,0 1 0,-8 8 0,-5 5 0,-4 4 0,-2 2 0,-1 10 0,3 8 0,4 5 0,-2 11 0,9-1 0,2 3 0,-5 5 0,3 4 0,-1-5 0,7 5 0,0 2 0,0-2 0,0 0 0,0-6 0,9-3 0,4-3 0,4-6 0,2-9 0,0-6 0,1-5 0,-1-14 0,9-12 0,2-11 0</inkml:trace>
  <inkml:trace contextRef="#ctx0" brushRef="#br0" timeOffset="8">11263 2834 8912,'0'20'0,"0"-1"0,-2-2 0,-2-2 0,-3-2 0,-8 0 0,11 6 0,-7 0 0,3 1 0,-5 1 0,6 5 0,-8-5 0,13 7 0,-4-9 0,4 9 0,10-15 0,3 4 0</inkml:trace>
  <inkml:trace contextRef="#ctx0" brushRef="#br0" timeOffset="9">11263 3162 8912,'19'0'0,"1"0"0,-1 0 0,0-8 0,1-5 0,-1-4 0,0-3 0,0 1 0,-8-2 0,-4-5 0,-5 4 0,-2-3 0,-2 3 0,-5 3 0,-6 2 0,-12 4 0,3-2 0,-4 9 0,-1-3 0,1 3 0,0 3 0,7-3 0,6-3 0,0 3 0,9-9 0,-3 2 0,5 5 0,2-18 0,0 5 0</inkml:trace>
  <inkml:trace contextRef="#ctx0" brushRef="#br0" timeOffset="10">11398 2507 8912,'13'-22'0,"0"-4"0,-9 5 0,3-5 0,-5 5 0,-2 10 0,0 5 0,0 12 0,0 22 0,0 17 0,0 11 0,0 8 0,0 7 0,0 4 0,2-5 0,4 1 0,5-2 0,8 1 0,9 5 0,4-4 0,5-5 0,1 1 0</inkml:trace>
  <inkml:trace contextRef="#ctx0" brushRef="#br0" timeOffset="11">11880 2950 8912,'20'0'0,"-3"-2"0,-4-5 0,-7-5 0,-4-6 0,-2-1 0,0 0 0,0 8 0,0 11 0,-2 15 0,-4 9 0,3 6 0,-3 8 0,4 1 0,2 8 0,0-6 0,0 4 0,0-5 0,0 3 0,0-4 0,0 4 0,-7-22 0,1 5 0,0-5 0,6-1 0,0-10 0,0-10 0,0-13 0,0-12 0,0-7 0,0-5 0,0-4 0,0-1 0,0-3 0,8 0 0,-4 8 0,7 3 0,-2 2 0,6 8 0,-11-8 0,9 13 0,0-3 0,6 16 0,0-1 0,1 7 0,-1 9 0,0 4 0,0 4 0,1 2 0,-1 7 0,0 0 0,7-1 0,0-5 0,2-3 0,-3-4 0,-3 4 0,12-15 0,-6 4 0,2-3 0,-7-3 0,12-3 0,-10-3 0,8-5 0,-8-8 0,-1-7 0,-11 1 0,4-8 0,-6 6 0,-1-3 0,-1 6 0,-3-4 0,1 9 0,-3 8 0,-10 5 0,3 4 0,-14 2 0,4 0 0,-4 0 0,-2 0 0,-2 8 0,-3 5 0,-2 4 0,1 9 0,5 0 0,1-1 0,2-5 0,2-1 0,2 0 0,9 0 0,-3 1 0,5-1 0,2 0 0,0-8 0,2 4 0,5-9 0,3 1 0,10-7 0,-1 0 0,9-9 0,-5-1 0,10-12 0,1-4 0,-6 5 0,6-7 0,-8 9 0,-1-7 0,-5 0 0,-1 1 0,0 5 0,-6 3 0,0 4 0,-9 5 0,5 8 0,-9 8 0,0 5 0,0-2 0,0 2 0,9-2 0,3 1 0,14 6 0,-4-16 0,3 4 0,-3-4 0,-3-2 0,7 0 0,-1-2 0,-1-4 0,4 1 0,-2-7 0,-1 1 0,-5-2 0,-1-4 0,-6 13 0,0-9 0,-7 8 0,5-3 0,-3-1 0,-1 7 0,-7-6 0,-2 1 0,-5 1 0,5 8 0,-7 2 0,9 9 0,0 0 0,0 6 0,0-6 0,0 0 0,0 0 0,0 6 0,0 0 0,0 1 0,0-1 0,0-8 0,0 6 0,0-4 0,0-5 0,0 1 0,0-9 0,0 0 0,0-9 0,-2-2 0,-4-8 0,4-2 0,-5-3 0,5-2 0,2 1 0,0 5 0,7 1 0,-1 0 0,7 6 0,-7 0 0,9 9 0,-2-2 0,4 3 0,3 3 0,-1 7 0,-2 1 0,-4 3 0,-2 2 0,-5 6 0,-4 0 0,13 1 0,-8-1 0,-1-8 0,-6-1 0,2-5 0,5 1 0,-5 1 0,8-7 0,-5-3 0,1-3 0,9 4 0,-11-15 0,9 4 0,-2-4 0,2-3 0,-2 10 0,-5 3 0,-2-1 0,9 1 0,-9 1 0,7-1 0,-4 1 0,-5 0 0,8 6 0,-3 0 0,-3 0 0,9 0 0,-9 0 0,13 0 0,-4 0 0,-2 0 0,2 0 0,0-7 0,6-1 0,0-3 0,-6-2 0,0-6 0,-2 6 0,2 0 0,-5 0 0,-1 0 0,-1 1 0,0 7 0,-8-3 0,-4 8 0,2 2 0,-9 4 0,0 7 0,-4 13 0,4 6 0,-4 4 0,15 1 0,-5-5 0,9 4 0,11-4 0,13 5 0,19-7 0,13-4 0,10-14 0,16-5-558,12-14 1,3-29 0,-47 10 0,1 1 0</inkml:trace>
  <inkml:trace contextRef="#ctx0" brushRef="#br0" timeOffset="12">21716 3046 8912,'-13'-6'0,"1"-3"0,-3 1 0,0-3 0,0 3 0,2-1 0,-2 5 0,-2 2 0,-3 4 0,3 4 0,4 7 0,-4 15 0,4 8 0,-2 9 0,2 5 0,3-1 0,3 2 0,5 5 0,-4-7 0,6 1 0,6-5 0,5-5 0,10-16 0,5-5 0,6-13 0,13 1 0,-4-14 0,4-5 0,4-23 0,0-5 0</inkml:trace>
  <inkml:trace contextRef="#ctx0" brushRef="#br0" timeOffset="13">21851 3181 8912,'-19'28'0,"0"-6"0,-1 3 0,1-3 0,8 6 0,-4-7 0,7 7 0,-3 0 0,7-7 0,-5 14 0,11-10 0,5-3 0,6-7 0,6-7 0,7-8 0,-5 0 0,16-8 0,-5-5 0,2-6 0,-2-5 0,-6-2 0,-5-2 0,-1 3 0,-10 3 0,-1-12 0,-11 8 0,-7 3 0,-10 1 0,-3 3 0,-10 0 0,0 8 0,-6 5 0,-1 3 0,9 3 0,-4 0 0,8 3 0,2 3 0,3 5 0,4 8 0,4 0 0,7 1 0,3-8 0,3 1 0,0-8 0,11 3 0,8-8 0,9-17 0,11-4 0</inkml:trace>
  <inkml:trace contextRef="#ctx0" brushRef="#br0" timeOffset="14">22179 2873 8912,'-11'-9'0,"-6"7"0,7-6 0,-1-1 0,-6 7 0,6-7 0,-2 18 0,2 6 0,3 8 0,1 7 0,7 11 0,0 4 0,0 4 0,0 9 0,3 0 0,3 0 0,7-2 0,13-3 0,4-3 0,2-3 0,0-4 0,0-11 0,7-7 0,-1-12 0,-8-4 0,15-9 0,-4 0 0</inkml:trace>
  <inkml:trace contextRef="#ctx0" brushRef="#br0" timeOffset="15">22642 3181 8912,'0'-12'0,"0"-1"0,0 8 0,0-3 0,0 16 0,-2 5 0,-5 13 0,3-2 0,-7 8 0,3 2 0,-5-4 0,7 2 0,-1 0 0,1 0 0,-1 1 0,1-10 0,6 3 0,0-5 0,0-2 0,0-8 0,2-2 0,4-9 0,-3-9 0,14-4 0,-4-12 0,4-3 0,2-4 0,0-5 0,1 5 0,-1-4 0,0 6 0,-2 2 0,-2 9 0,-2-1 0,2 1 0,2 8 0,3 5 0,-10 4 0,8 4 0,-6 4 0,5 7 0,3 13 0,-1-5 0,0 5 0,3-2 0,1-1 0,3 3 0,8 0 0,-1-7 0,-6-8 0,8 4 0,-10-9 0,8 0 0,-6-6 0,3 0 0,-6 0 0,2-2 0,-13-4 0,4-5 0,-7-8 0,1 0 0,-2-1 0,-9 1 0,0-2 0,0-3 0,0-2 0,0 3 0,-2 1 0,-5 3 0,5 0 0,-4-1 0,-5 10 0,9-7 0,-9 14 0,7-1 0,-3 8 0,3 9 0,2 4 0,2 3 0,0-1 0,0 0 0,0 1 0,0-1 0,0-8 0,0 6 0,2-7 0,4 3 0,7 0 0,-4-9 0,8 5 0,-4-9 0,4-2 0,2-5 0,1-5 0,-1-6 0,-6 6 0,0-1 0,-1 0 0,8-6 0,-7 6 0,-1 0 0,1 0 0,7-6 0,-8 8 0,1 5 0,-8 3 0,12-5 0,-7 6 0,8-3 0,-6 10 0,3-1 0,-8 9 0,1-2 0,-1 1 0,-5 6 0,4-6 0,5-3 0,-9 8 0,7-6 0,-1 0 0,3-3 0,2-8 0,0 0 0,-7-2 0,7-4 0,2-7 0,0-7 0,-2-5 0,4 1 0,-4-8 0,4 2 0,2-2 0,-6-2 0,0 8 0,0 2 0,-2 3 0,6 2 0,-4-1 0,-5 10 0,1 1 0,-1 9 0,-3 9 0,5 3 0,-1 6 0,-5 1 0,-2 0 0,5 0 0,-1 1 0,1-1 0,-1-6 0,1 0 0,8-9 0,-5 5 0,10-9 0,-1 0 0,0 0 0,0-9 0,1-8 0,-1-9 0,7-8 0,2 0 0,2-9 0,-7 2 0,-6 13 0</inkml:trace>
  <inkml:trace contextRef="#ctx0" brushRef="#br0" timeOffset="16">24227 2892 8912,'-1'2'0,"-12"54"0,6 2 0,5 6 0,2 0 0,9 1 0,10-14 0,13 1 0,13-7 0,7 6 0,3-15 0,1 1 0,-2-7 0,-3-9 0,3-6 0,-7-6 0,9-9 0,-7 0 0</inkml:trace>
  <inkml:trace contextRef="#ctx0" brushRef="#br0" timeOffset="17">1909 4242 8912,'0'-19'0,"0"-1"0,0-5 0,0-1 0,-6-8 0,-1 2 0,1-5 0,0-1 0,-1-1 0,-1-2 0,3-2 0,-1 1 0,2 5 0,-1-1 0,1 8 0,-2 0 0,-1-5 0,7 10 0,0-1 0,0 7 0,0-1 0,0 7 0,0 1 0,0 7 0,0 5 0,0 15 0,0 9 0,0 6 0,0 17 0,0 4 0,7 14 0,-1 5 0,7 12 0,-7 1 0,9 1-111,-2-7 0,-2 0 111,2 0 0,-3 0 0,3 1 0,2-12 0,-8-8 0,6-2 0,-7-9 0,-2 2 0,-2-15 0,-2 3 0,0-18 0,-2-8 0,-4-5 0,-5-12 0,-17-14 0,-2-10 0</inkml:trace>
  <inkml:trace contextRef="#ctx0" brushRef="#br0" timeOffset="18">1678 4454 8912,'-19'0'0,"-1"0"0,1 0 0,8 0 0,3 0 0,8 0 0,2 9 0,4 3 0,7 6 0,6 1 0,7 0 0,-2 0 0,8 1 0,0-1 0,7 0 0,-1 1 0,1-1 0,1-8 0,5-5 0,-2-4 0,9-2 0,-7 0 0,6 0 0,-8-17 0,2-9 0,-4-8 0,-3-5 0</inkml:trace>
  <inkml:trace contextRef="#ctx0" brushRef="#br0" timeOffset="19">2295 4358 8912,'-19'0'0,"-1"0"0,1 0 0,0 8 0,0 5 0,-1 6 0,1 7 0,-7 6 0,1 13 0,-8 13 0,8 13 0,-5 4 0,10 2 0,5-2 0,15-5 0,3-3 0,3-9 0,5-18 0,17-12 0,2-19 0</inkml:trace>
  <inkml:trace contextRef="#ctx0" brushRef="#br0" timeOffset="20">714 2063 8912,'-13'-8'0,"0"-5"0,0-4 0,2-3 0,3 7 0,10 1 0,4-1 0,7 2 0,6-4 0,7 9 0,6 1 0,5 3 0,1 2 0,-6 9 0,1 6 0,-1 6 0,-2 5 0,-2 8 0,-9-2 0,0 13 0,-8 2 0,-5 9 0,-4 0 0,-4 4 0,-4 0 0,-5 0 0,-10 4 0,-5 0 0,2-8 0,-8-11 0,7-6 0,-8-7 0,3 0 0,-2-13 0,7-8 0,3-7 0,5-12 0,4-5 0,-2-7 0,9-5 0,-1-7 0,7-13 0,0 4 0,0-4 0,2-2 0,5 2 0,4 6 0,8 7 0,0 6 0,0-6 0,7 15 0,0-2 0,8 12 0,-2 1 0,5 6 0,1 6 0,-6 7 0,1 13 0,-8-5 0,7 5 0,1 2 0,5-2 0,-6-3 0,0-10 0,-8 2 0,2-9 0,4 1 0,-11-11 0,0-9 0,1-9 0,-10-16 0</inkml:trace>
  <inkml:trace contextRef="#ctx0" brushRef="#br0" timeOffset="21">1369 1967 8912,'20'0'0,"-10"0"0,7 0 0,-12 0 0,8 0 0,-1 0 0,8 6 0,-1 3 0,0 1 0,9 3 0,-4 0 0,8 0 0,0-7 0,7 7 0,-1-6 0,1 6 0,-1-7 0,1 7 0,-3-9 0,-4 3 0,-4-5 0,-8-2 0,-10-9 0,7-2 0,-6-8 0</inkml:trace>
  <inkml:trace contextRef="#ctx0" brushRef="#br0" timeOffset="22">1832 1735 8912,'-11'0'0,"-6"0"0,4 0 0,-4 0 0,7 9 0,-8 4 0,6 12 0,-6 8 0,-1 3 0,6 13 0,0 9 0,3 2 0,-3 11 0,4-9 0,9 2 0,2-12 0,5-7 0,6-5 0,12-1 0,-1-18 0,8-8 0,-8-9 0,4-21 0,-9-4 0</inkml:trace>
  <inkml:trace contextRef="#ctx0" brushRef="#br0" timeOffset="23">2121 1600 8912,'28'-8'0,"-6"-5"0,-7-4 0,-2-2 0,6-1 0,0 1 0,0 0 0,1-1 0,5 3 0,1 4 0,0 5 0,-7 8 0,0 2 0,1 4 0,-1 7 0,0 13 0,-8 6 0,-5 11 0,-3 2 0,-3 8 0,-3-10 0,-3 9 0,-5-9 0,-8 2 0,0 2 0,-1-2 0,1 0 0,0-7 0,6-6 0,0 1 0,2-10 0,-1 3 0,-3-5 0,8-1 0,1-8 0,6 1 0,15-8 0,4 1 0,22-6 0,4-6 0,10-5 0,10-8 0,6-9 0,12-4 0,3-5-227,4-1 0,2 1 227,-8 5 0,-3-2 0,-10 8 0,-1-2 0,-7 7 0,-1 1 0,2 5 0</inkml:trace>
  <inkml:trace contextRef="#ctx0" brushRef="#br0" timeOffset="24">1022 3451 8912,'0'-10'0,"-8"1"0,-3 9 0</inkml:trace>
  <inkml:trace contextRef="#ctx0" brushRef="#br0" timeOffset="25">945 3490 8912,'0'-13'0,"0"0"0,0-2 0,0-2 0,0 4 0,0 0 0,0-2 0,0 5 0,-2-1 0,-2 0 0,-3 1 0,1 5 0,6-12 0,0 17 0,0 0 0,0 9 0,0 10 0,0 2 0,0 3 0,0 2 0,0 8 0,0-6 0,0 6 0,0-2 0,0-8 0,0 4 0,0-9 0,0 0 0,0 0 0,0-6 0,0 0 0,0-9 0,0 5 0,0-18 0,0-3 0,0-8 0,0-5 0,0-5 0,0-9 0,0 0 0,0 1 0,0-1 0,0 9 0,0-4 0,2 6 0,4-2 0,-4 7 0,13 1 0,-8 9 0,8 9 0,-2-2 0,4 4 0,2 2 0,-2 10 0,-4 10 0,4-1 0,-4 7 0,-2 1 0,2-1 0,-9 0 0,5-7 0,-1 0 0,-6 1 0,7-7 0,-9-1 0,0-7 0,2 3 0,4-8 0,-3-8 0,5-9 0,-8-9 0,2-2 0,5 2 0,-3-2 0,7-4 0,-3 7 0,7 3 0,-10-1 0,7 3 0,-1-3 0,2 10 0,4 4 0,-4 3 0,4 4 0,2 2 0,1 2 0,-1 4 0,7 3 0,-1 4 0,3 2 0,-2-9 0,-2 1 0,8-7 0,-9 0 0,3 0 0,2 0 0,-2 0 0,-1-3 0,-8-3 0,-4-7 0,4-4 0,-14 4 0,3 0 0,-4 0 0,-2-6 0,-6 0 0,-1 0 0,-8 8 0,2 4 0,-4-1 0,-2 1 0,0 1 0,-1 6 0,8 0 0,-1 0 0,-2 0 0,6 0 0,-2 9 0,5 3 0,4 6 0,-7 1 0,9 0 0,0 0 0,0 1 0,7-7 0,-1-1 0,3-5 0,-3 6 0,-2-9 0,9 2 0,-6-3 0,6-3 0,-7 0 0,7 0 0,-7-3 0,7-3 0,-6-3 0,5-3 0,-5-3 0,6 8 0,-7-8 0,7 2 0,-9 5 0,13-9 0,-6 6 0,8 0 0,1 3 0,-1 8 0,0 0 0,1 0 0,-1 0 0,0 0 0,0 0 0,-8 0 0,6-9 0,-8-2 0,4-8 0,-3-7 0,-3 1 0,-5-3 0,4 2 0,-3-4 0,-3-9 0,-3 1 0,-3-1 0,4 7 0,-5 0 0,-1 9 0,1-3 0,-1 7 0,1 6 0,5 4 0,-6 11 0,8 5 0,0 12 0,0 13 0,2 5 0,4 3 0,7 5 0,4-4 0,3 12 0,-1-8 0,0 7 0,0-7 0,1 0 0,-1-7 0,0-1 0,1-5 0,-8 0 0,1-13 0,-8 5 0,3-13 0</inkml:trace>
  <inkml:trace contextRef="#ctx0" brushRef="#br0" timeOffset="26">1832 3027 8912,'-11'0'0,"3"0"0,8 0 0,8-2 0,5-4 0,4-7 0,11 4 0,0-8 0,6 4 0,-1-4 0,-1-11 0,6-2 0</inkml:trace>
  <inkml:trace contextRef="#ctx0" brushRef="#br0" timeOffset="27">2237 2873 8912,'2'11'0,"5"-5"0,-5-4 0,15-2 0,-6 0 0,8 0 0,0 0 0,1 0 0,-1 0 0,0 0 0,0 0 0,1 0 0,-1 0 0,0 9 0,1 4 0,-1 4 0,0 2 0,-8 0 0,-5 1 0,-1-1 0,1 0 0,-4 0 0,7 1 0,-9-10 0,0-1 0,0-35 0,0 11 0,0-17 0,2 0 0,4 0 0,3 2 0,4-2 0,4 8 0,-4-1 0,2 3 0,-2 3 0,4 0 0,-6-1 0,8 10 0,0 10 0,-2 12 0,-4 14 0,4-4 0,-4 3 0,2-3 0,-2-3 0,4 0 0,-4 0 0,2 1 0,-2-1 0,2 0 0,-9 1 0,7-8 0,-6 1 0,8-8 0,-13 3 0,6-8 0,-16-17 0,-3-4 0</inkml:trace>
  <inkml:trace contextRef="#ctx0" brushRef="#br0" timeOffset="28">2623 2564 8912,'-11'0'0,"-6"0"0,15 0 0,-7 0 0,12 0 0,3 0 0,5 0 0,8 0 0,0 0 0,1 0 0,7-8 0,-3 6 0,8-5 0,-6 5 0,6 2 0,-2 7 0,2-1 0,5 9 0,-7-4 0</inkml:trace>
  <inkml:trace contextRef="#ctx0" brushRef="#br0" timeOffset="29">3337 2815 8912,'19'19'0,"-6"1"0,0-1 0,-3-6 0,5-3 0,-2-1 0,0-3 0,6 3 0,1-7 0,-1 5 0,0-5 0,0-2 0,-1-2 0,-6-5 0,3 3 0,-8-9 0,8 0 0,-4-6 0</inkml:trace>
  <inkml:trace contextRef="#ctx0" brushRef="#br0" timeOffset="30">3529 2603 8912,'0'11'0,"0"6"0,0-13 0,0 9 0,0 2 0,-8 11 0,4-3 0,-9 9 0,0 9 0,-6 11 0,1 5 0,6 8 0,-3 5 0,8 12 0,3 1-3219,2 1 3219,2-7 0,0-8 0,0-3 0</inkml:trace>
  <inkml:trace contextRef="#ctx0" brushRef="#br0" timeOffset="31">2758 2487 8912,'-9'20'0,"-3"-3"0,-6-2 0,-1-5 0,0-1 0,2-3 0,2 1 0,2-1 0,-2-1 0,4-1 0,-2 2 0,7-4 0,-7 5 0,9-5 0,-5-2 0,9-2 0,2-2 0,5-3 0,-5 1 0,6 6 0,-8 0 0,0-2 0,0-5 0,9 5 0,2-7 0</inkml:trace>
  <inkml:trace contextRef="#ctx0" brushRef="#br0" timeOffset="32">3819 1080 8912,'-28'0'0,"-4"2"0,-5 2 0,-1 5 0,-1 1 0,1 5 0,-1 3 0,9 3 0,4 7 0,5 10 0,2 5 0,1 13 0,6 6 0,5 2 0,5 3 0,2-3 0,0-13 0,2-3 0,2-8 0,3-10 0,8-8 0,-2-9 0,-5-5 0,3-10 0,-5-4 0,3-16 0,4-16 0,4-5 0,-4-15 0,-2 4 0,1-10 0,-7 2 0,1 0 0,-4-2 0,7-1 0,-7 7 0,4 1 0,-3-1 0,-3 0 0,-9 6 0,-4 1 0,2 10 0,-1 3 0,5 10 0,-6 15 0,9 5 0,-5 25 0,9 11 0,0 12 0,0 10 0,9 9 0,4 6 0,4-5 0,2 4 0,3-4 0,3-2 0,-1-7 0,8 1 0,0-9 0,7 2 0,6-7 0,0-6 0,6-10 0,-6-9 0,7-11 0,-7-2 0,-2-11 0,-11-15 0,2 3 0,-8-9 0,-1-1 0,-5-5 0,-10-1 0,-3 1 0,-5 6 0,-2-1 0,-2 10 0,-5-3 0,-3 5 0,-10 1 0,1 1 0,0 8 0,0 5 0,6 4 0,0 2 0,6 8 0,-5 5 0,5 4 0,-6 3 0,9 1 0,-2 5 0,3-3 0,3 10 0,0-10 0,0 3 0,0-5 0,0-1 0,0-1 0,0 0 0,3-8 0,3-5 0,-2-4 0,9-2 0,0-2 0,6-4 0,-2-11 0,-4-9 0,4-6 0,-4 6 0,2 0 0,-2 7 0,4-9 0,-8 7 0,4-5 0,-3 13 0,-3 7 0,-5 4 0,9 2 0,-5 0 0,-4 2 0,5 4 0,3 5 0,-1 8 0,4 1 0,-2-10 0,-5-3 0,-2 1 0,9-1 0,0-1 0,4-8 0,-4-4 0,2 1 0,-9-8 0,7-6 0,-6-7 0,-1-8 0,-6 2 0,0-7 0,0-6 0,0 3 0,0-10 0,0 3 0,0-2 0,-6 3 0,-1 10 0,1-1 0,-3 9 0,9 15 0,0 22 0,9 14 0,10 24 0,0 7 0,1 12 0,-1-2 0,0 9 0,7-3 0,0 3 0,8 2 0,-2-9 0,-4 0 0,-2-6 0,-5-9 0,-2-1 0,1-10 0</inkml:trace>
  <inkml:trace contextRef="#ctx0" brushRef="#br0" timeOffset="33">4339 1292 8912,'-6'13'0,"0"0"0,-1-9 0,9 4 0,5-8 0,6 0 0,12-8 0,14-3 0,14-10 0,10-5 0,5-4 0,18-9 0,2 1-354,0-1 354,-3 1 0,-8-1 0,1 1 0</inkml:trace>
  <inkml:trace contextRef="#ctx0" brushRef="#br0" timeOffset="34">5207 906 8912,'-10'11'0,"-8"6"0,6-4 0,-6-2 0,-1 1 0,0 1 0,0 7 0,-3 1 0,-4 5 0,5-3 0,-5 9 0,5-8 0,2 2 0,8-5 0,4-2 0,5 1 0,2-1 0,0-8 0,2-3 0,5-8 0,10-2 0,9-4 0,8-7 0,-2-13 0,-2-2 0,2-4 0,-2-4 0,2 4 0,3 2 0,-10-3 0,1 12 0,-7 2 0,9-1 0,4 8 0,-2 3 0,3 3 0,-1 6 0,6 6 0,9 5 0,5 8 0,-3-2 0,3-4 0,5-4 0,8-9 0,-1 0 0,-6 0 0</inkml:trace>
  <inkml:trace contextRef="#ctx0" brushRef="#br1" timeOffset="35">27097 482 8912,'-11'0'0,"3"-9"0,8 7 0,-2-6 0,-3 6 0,-1-5 0,0 3 0,3-7 0,-3 3 0,4-7 0,-7 12 0,9-5 0,0 16 0,0 5 0,0 4 0,0 11 0,0 2 0,2 11 0,5 4 0,-5 4 0,15 3 0,-4-3 0,4-2 0,-6 7 0,6-16 0,-4 1 0,-5-1 0,10-16 0,-8 6 0</inkml:trace>
  <inkml:trace contextRef="#ctx0" brushRef="#br1" timeOffset="36">29219 309 8912,'0'-13'0,"0"0"0,2 9 0,4-3 0,-4 5 0,16 11 0,-14 1 0,7 10 0,-3-1 0,5 0 0,-4 0 0,1 1 0,-3-8 0,3 1 0,-1 2 0,6-4 0,-2 2 0,-5-9 0,10 5 0,-8-9 0</inkml:trace>
  <inkml:trace contextRef="#ctx0" brushRef="#br1" timeOffset="37">29585 289 8912,'0'13'0,"0"0"0,0-7 0,0 7 0,0 0 0,2 6 0,3 3 0,1 3 0,0-3 0,-3 12 0,1-6 0,2 2 0,9-6 0,-4 3 0</inkml:trace>
  <inkml:trace contextRef="#ctx0" brushRef="#br1" timeOffset="38">29701 926 8912,'2'-13'0,"4"0"0,-3 0 0,5 2 0,1-6 0,-7 15 0,6-7 0,-8 18 0,0 4 0,0 4 0,0 2 0,0 3 0,0 3 0,0-3 0,0 3 0,0 3 0,0 0 0,0 2 0,0-6 0,0 4 0,3-11 0,3-4 0,-4 4 0,9-9 0,-5 5 0,5-4 0,8-9 0</inkml:trace>
  <inkml:trace contextRef="#ctx0" brushRef="#br1" timeOffset="39">30009 617 8912,'20'0'0,"-1"0"0,-8 0 0,-3 0 0,-8 2 0,0 5 0,0-3 0,0 9 0,0 0 0,-8 6 0,-1 0 0,-4 0 0,5-6 0,8 0 0,-9 0 0,7 6 0,-15 1 0,15-1 0,-7 0 0</inkml:trace>
  <inkml:trace contextRef="#ctx0" brushRef="#br1" timeOffset="40">30202 636 8912,'0'20'0,"0"-1"0,0 0 0,0-6 0,0 0 0,-8 0 0,3 6 0,-7 0 0,5 1 0,-6-1 0,7 7 0,-5 1 0,3 3 0,-7-6 0,12 4 0,-14 0 0,7 2 0</inkml:trace>
  <inkml:trace contextRef="#ctx0" brushRef="#br1" timeOffset="41">25342 1408 8912,'-2'10'0,"-4"-3"0,-7-5 0,-4-2 0,-3 0 0,7 0 0,1 0 0,5-7 0,-6 1 0,0 0 0,-4 8 0,2 2 0,2 5 0,-2 1 0,7 3 0,-9 9 0,4 3 0,-2 5 0,0 9 0,2-1 0,9 1 0,-3-1 0,5 1 0,2-3 0,0-3 0,2-6 0,7-9 0,8-3 0,9-5 0,4-1 0,2-11 0,6-9 0,1-8 0,0-9 0,-1-4 0,-1-5 0,-5-1 0,-7-7 0,-12 0 0,-6 2 0,-5 4 0,-2 7 0,-9-4 0,-10 14 0,-13-3 0,-7 5 0,-6 8 0,2-3 0,-6 8 0,2 3 0,11 2 0,1 10 0,10 5 0,5 11 0,7 1 0,9 8 0,-2-8 0,4 10 0,10-5 0,3 8 0</inkml:trace>
  <inkml:trace contextRef="#ctx0" brushRef="#br1" timeOffset="42">25477 2275 8912,'0'26'0,"0"0"0,0-3 0,0-8 0,0-2 0,0 2 0,0 9 0,0 1 0,0 1 0,0 0 0,0 4 0,0 6 0,0-2 0,0 11 0,9 5 0,-7-5 0,4 13 0,-4-5 0,-2 11 0,0-4 0,0-2 0</inkml:trace>
  <inkml:trace contextRef="#ctx0" brushRef="#br1" timeOffset="43">27174 540 8912,'-10'8'0,"-1"-5"0,4 3 0,5-4 0,-6-2 0,8-8 0,0 3 0,0-8 0,0 1 0,0-8 0,8 10 0,-6-8 0,7 16 0,-9-6 0,0-1 0,0 7 0,0-7 0,0 9 0,0-8 0,0 6 0,0-7 0,0 9 0,0 0 0,0 9 0,0-5 0,0 9 0,0 2 0,0 2 0,0 9 0,0 2 0,0 2 0,0-7 0,0 14 0,0-7 0,0 0 0,0 6 0,0-8 0,0 4 0,0-2 0,0-4 0,0-5 0,0 5 0,0-5 0,0-1 0,0-1 0,0 0 0,0 0 0,0-6 0,0 0 0,0 0 0,-2 6 0,-5 0 0,5-6 0,-4 0 0,4-6 0,2 5 0,0-7 0,0 3 0,0-8 0,0 0 0,0-8 0,0-5 0,-9 4 0,7-8 0,-4 4 0,3-4 0,3-2 0,-6 0 0,0-1 0,-1 1 0,7 0 0,-6 0 0,-1-1 0,3 1 0,2-9 0,2 7 0,-2-5 0,-5 5 0,5-7 0,-6 6 0,8-3 0,0 1 0,0-2 0,0 5 0,0-5 0,0 3 0,0-3 0,0 4 0,0-3 0,0 3 0,0 3 0,0 6 0,0 0 0,2 9 0,4-2 0,-4 1 0,5-1 0,-5 4 0,-2-5 0,0 14 0,2 3 0,4 10 0,-3-1 0,5 0 0,1 1 0,-7 7 0,6 3 0,-8 9 0,0 0 0,9-1 0,-7 1 0,5-1 0,-5 7 0,-2 0 0,0 0 0,0-6 0,0-1 0,0 1 0,0 4 0,0-5 0,0 3 0,0-15 0,0-1 0,0-5 0,-2-3 0,-5-4 0,5 4 0,-7-15 0,9 7 0,0-9 0,0-3 0,0-3 0,0 2 0,0-9 0,0 0 0,0-6 0,-8-9 0,6 6 0,-5-3 0,5-5 0,2-2 0,-6-5 0,-1-1 0,1-1 0,6 1 0,-2-1 0,-5 0 0,5 1 0,-4-1 0,4 3 0,2 4 0,0 2 0,0 4 0,0 9 0,0-9 0,0 15 0,0-8 0,0 13 0,0-3 0,0 1 0,0 5 0,0 12 0,0 4 0,0 15 0,0-9 0,6 9 0,0 4 0,7 4 0,-6 3 0,-3 0 0,7-1 0,-9 1 0,4-1 0,-1 1 0,1-1 0,-4-6 0,5 1 0,-5-10 0,-2 3 0,0-5 0,0-1 0,0-1 0,0-8 0,0-3 0,0-8 0,0 0 0,0-8 0,0-5 0,0-4 0,0-3 0,-7-5 0,-1-3 0,-3-2 0,7-2 0,-11-1 0,8 1 0,-6-2 0,7-11 0,-3 4 0,3-4 0,2 7 0,-9 6 0,9-3 0,-3 10 0,3-1 0,-3 7 0,5-1 0,-6 10 0,8 1 0,0 11 0,0 5 0,6 3 0,1 10 0,-1-1 0,3 0 0,1 1 0</inkml:trace>
  <inkml:trace contextRef="#ctx0" brushRef="#br1" timeOffset="44">27097 791 8912,'0'27'0,"0"6"0,9-6 0,-7 8 0,4-10 0,-4 10 0,5-8 0,-1 6 0,-1-8 0,-3-3 0,-2-3 0,0-6 0,0 0 0,0-9 0,0 5 0,0-9 0,0-9 0,0-2 0,-2-8 0,-5 0 0,5-1 0,-4 1 0,3 0 0,3 0 0,-2-3 0,-4-4 0,4 3 0,-5-9 0,3 6 0,0-6 0,-3-2 0,1-3 0,4 5 0,-5 0 0,5 8 0,-4-1 0,4-3 0,2 2 0,0 0 0,-9 7 0,7 0 0,-7 10 0,9 9 0,7 9 0,-1 10 0,7 9 0,-7 4 0,9 5 0,-2 1 0,-2 1 0,2-1 0,-7 1 0,7-1 0,-6-5 0,5-1 0,-7-7 0,1 7 0,-2-8 0,3 2 0,-5-11 0,4-2 0,-3-9 0,-3 13 0,0-15 0,0 7 0,0-11 0,0-5 0,0 3 0,0-9 0,-7 0 0,1-6 0,1 0 0,-5-1 0,8-1 0,-5-5 0,3-2 0,-3-4 0,3-8 0,-9 7 0,9-7 0,-2 8 0,-3-3 0,3 3 0,-1 4 0,7 9 0,-6 0 0,-1-1 0,1 10 0,6-7 0,0 14 0,0 3 0,0 18 0,0 7 0,6 10 0,1-3 0,-3 4 0,7 3 0,-7-3 0,9-4 0,-9 5 0,3-5 0,-3-4 0,2-3 0,-4 3 0,5-2 0,-5-7 0,-2-6 0,0 0 0,0-2 0,0-3 0,0-8 0,0 0 0,0-8 0,-9-3 0,-1-8 0,-1-9 0,2-2 0</inkml:trace>
  <inkml:trace contextRef="#ctx0" brushRef="#br1" timeOffset="45">26249 1408 8912,'-13'0'0,"0"0"0,9 0 0,-5 0 0,9 0 0,0 0 0,-9 0 0,7 2 0,-6 4 0,-1 7 0,7-4 0,-9 8 0,7-2 0,-2 8 0,-1-1 0,1 14 0,-3-4 0,-2 5 0,7-1 0,-2-4 0,4 13 0,2-19 0,0 12 0,0-10 0,0 2 0,0-2 0,8-2 0,-4-9 0,9-4 0,2-7 0,2-4 0,3-2 0,-1 0 0,0-2 0,-2-4 0,-4-7 0,-4-4 0,-9-2 0</inkml:trace>
  <inkml:trace contextRef="#ctx0" brushRef="#br1" timeOffset="46">26094 1697 8912,'0'13'0,"0"-1"0,0-5 0,0 6 0,0-9 0,0 5 0,9-9 0,4 0 0,4 0 0,2 0 0,11-9 0,9-4 0,1-4 0,12-2 0,-9-1 0,2 1 0,4-9 0,0-2 0</inkml:trace>
  <inkml:trace contextRef="#ctx0" brushRef="#br1" timeOffset="47">26615 1677 8912,'-9'20'0,"5"-7"0,-7-1 0,3 3 0,-7 3 0,11-6 0,-7 1 0,2 2 0,-4 2 0,7 3 0,2-1 0,2 0 0,2 1 0,0-10 0,0 1 0,2-7 0,4 3 0,5-1 0,2-12 0,0-1 0,-7-8 0,5 2 0,-3-4 0,-3-2 0,-3 0 0,-2 6 0,0 0 0,0 0 0,-2-6 0,-5 0 0,5 8 0,-15 2 0,6 9 0,0 0 0,3 0 0,8 0 0,0 0 0</inkml:trace>
  <inkml:trace contextRef="#ctx0" brushRef="#br1" timeOffset="48">26750 1677 8912,'0'11'0,"0"0"0,0-5 0,0-1 0,0 7 0,0-7 0,-6 12 0,-1-4 0,3 4 0,0 4 0,-3 5 0,5-5 0,-7 7 0,9-6 0,0 3 0,0-3 0,0 6 0,0-9 0,0 0 0,0 3 0,0 3 0,-8-3 0,-3 6 0</inkml:trace>
  <inkml:trace contextRef="#ctx0" brushRef="#br1" timeOffset="49">26654 1697 8912,'0'-13'0,"0"0"0,0 9 0,0-7 0,0 5 0,0 3 0,8-5 0,3 8 0,8 0 0,0 0 0,1 0 0,-1 0 0,0 2 0,1 2 0,-1 3 0,0 8 0,0-5 0,-8 10 0,-4-1 0,-5 0 0,-2 1 0,-9-1 0,-2 0 0,-8 0 0,0 1 0,0-1 0,-1-8 0,1-3 0</inkml:trace>
  <inkml:trace contextRef="#ctx0" brushRef="#br1" timeOffset="50">27097 1716 8912,'-11'9'0,"-6"-7"0,7 6 0,-10-8 0,10 0 0,-8 2 0,6 5 0,1-3 0,-2 9 0,7-7 0,-5 7 0,2 2 0,-4 2 0,7 3 0,0-7 0,6-1 0,-9 1 0,7 7 0,-5-1 0,5 0 0,11-8 0,4-11 0,10-13 0,3-6 0,-2-5 0,-3-2 0,5-8 0,-1 2 0,1-4 0,-7-3 0,-1 3 0,-3 1 0,-5 3 0,-1-2 0,-3 4 0,-6-2 0,9 8 0,-7 3 0,4 8 0,-3 9 0,-12-1 0,-2 16 0,1 11 0,3 5 0,-4 6 0,9 3 0,-6-2 0,-1-2 0,7-2 0,-4 2 0,3-4 0,3 0 0,0-6 0,0 5 0,0-7 0,3-7 0,3-3 0,7-1 0,4-5 0,2-2 0,9-2 0,-6-2 0,3-4 0,5-5 0,0-17 0,9-2 0</inkml:trace>
  <inkml:trace contextRef="#ctx0" brushRef="#br1" timeOffset="51">27425 1658 8912,'-13'17'0,"0"-4"0,0 4 0,-6-4 0,2-2 0,4 2 0,-4 0 0,8-1 0,-3 1 0,1-2 0,7 4 0,-3-2 0,3 2 0,2-7 0,2 10 0,8-16 0,5 4 0,-2-6 0,2-6 0,0 1 0,4-7 0,-2-1 0,-2 0 0,2 0 0,-7 0 0,1-6 0,-9 0 0,6-1 0,1 1 0,-1 6 0,-6 0 0,0 0 0,0-6 0,-2 2 0,-5 4 0,5-4 0,-6 15 0,8-7 0,0 9 0,8 0 0,3 9 0,8 2 0</inkml:trace>
  <inkml:trace contextRef="#ctx0" brushRef="#br1" timeOffset="52">27734 1639 8912,'10'-13'0,"-3"0"0,-5 0 0,-2-6 0,0 8 0,-2-4 0,-5 9 0,-3 0 0,-10 6 0,-1 0 0,-3 2 0,-1 4 0,-1-4 0,9 15 0,4-4 0,-2 4 0,6 3 0,-1-1 0,5 0 0,-3 0 0,8 1 0,0-1 0,0 0 0,0 1 0,0-10 0,8-1 0,5-11 0,4-5 0,3-1 0,-1-5 0,-8-4 0,6 15 0,-7-7 0,1 11 0,-2 5 0,-1 5 0,-6 14 0,13 4 0,-8 11 0,-3 4 0,-2-4 0,-2 14 0,0-3 0,0 3 0,0 3 0,-2-2 0,-2-5 0,-5-6 0,-1-6 0,-5-7 0,-3-4 0,-1-11 0,0-4 0,0-5 0,-1-8 0,3-8 0,4-5 0,-2-13 0,9-6 0,2-11 0,10-2 0,7 3 0,13-8 0,4 7 0,10-6 0,5 2 0,5 2 0,14 4 0,0-4 0,7 5 0,-7-5 0,9 4 0,-4 2 0</inkml:trace>
  <inkml:trace contextRef="#ctx0" brushRef="#br1" timeOffset="53">26036 2642 8912,'-8'-13'0,"-5"2"0,-4 2 0,-2 3 0,-1 0 0,1-1 0,0 1 0,-1 6 0,8 0 0,-1 0 0,8 0 0,-3 2 0,10 2 0,4 3 0,-3-1 0,5-6 0</inkml:trace>
  <inkml:trace contextRef="#ctx0" brushRef="#br1" timeOffset="54">25959 2603 8912,'11'0'0,"-2"-2"0,-9-5 0,0 5 0,0-8 0,0 3 0,0 5 0,0-7 0,0 9 0,-3 0 0,-3 0 0,4 9 0,-5 4 0,5 4 0,2 9 0,0 4 0,0 6 0,0 1 0,0 14 0,-2 0 0,-4 7 0,4 0 0,-5 0 0,-4 0 0,9-3 0,-6-3 0,-1-7 0,7-7 0,-4-5 0,3-6 0,3-16 0,0-2 0,0-26 0,0 2 0,0-18 0,0-1 0,9-2 0,4-3 0,-2 9 0,1 4 0,1 5 0,0 2 0,0-1 0,-7 1 0,7 0 0,0 8 0,6 5 0,1 4 0,-1-5 0,0 1 0,1 1 0,-1 12 0,-2-3 0,-4 9 0,-2 0 0,-5 6 0,-4 0 0,7 3 0,-9 4 0,-9-5 0,-4 5 0,-4-5 0,-2-2 0,0 1 0,-7-1 0,0 0 0,-6-2 0,6-4 0,1-4 0,5-9 0,1 0 0,8 0 0,3-17 0,8-5 0</inkml:trace>
  <inkml:trace contextRef="#ctx0" brushRef="#br1" timeOffset="55">26422 3027 8912,'-19'11'0,"6"4"0,0-9 0,9 1 0,-13-5 0,4 4 0,2-1 0,-2 7 0,9-7 0,-5 12 0,9-4 0,0 4 0,3 2 0,3 0 0,-4-8 0,15 6 0,-4-6 0,4 0 0,-6-3 0,6-8 0,-4 0 0,4 0 0,2 0 0,-6 0 0,-2-2 0,-2-4 0,-3-5 0,-6-8 0,0-1 0,0 1 0,0 0 0,0 0 0,-2-1 0,-5 1 0,5 0 0,-4-1 0,-5 10 0,9-7 0,-7 6 0,9-2 0,0 0 0,0 9 0,0-13 0,0 6 0</inkml:trace>
  <inkml:trace contextRef="#ctx0" brushRef="#br1" timeOffset="56">26654 2815 8912,'19'-11'0,"-8"1"0,-5 3 0,-4 5 0,-2-6 0,0-1 0,0 9 0,-2 0 0,-4 11 0,3 6 0,-3 2 0,4 9 0,-5 0 0,1 6 0,2-2 0,2 0 0,-1 9 0,-1 2 0,-2 2 0,-1 0 0,5-7 0,-4 1 0,-7 0 0,-4-9 0,-3-3 0</inkml:trace>
  <inkml:trace contextRef="#ctx0" brushRef="#br1" timeOffset="57">26538 3124 8912,'0'-20'0,"0"1"0,-7 6 0,1 0 0,0 0 0,6 1 0,0-1 0,0 8 0,0-5 0,2 5 0,4-1 0,5 0 0,8 6 0,3 0 0,3 0 0,5 0 0,9 0 0,-1-9 0,1-2 0</inkml:trace>
  <inkml:trace contextRef="#ctx0" brushRef="#br1" timeOffset="58">27039 3046 8912,'-19'20'0,"-2"-7"0,-5-1 0,4-7 0,-3 1 0,3-4 0,9 5 0,1-1 0,1 9 0,-2-2 0,-4 4 0,15 2 0,-5 1 0,5-1 0,2-6 0,0 0 0,2-9 0,5 2 0,-5-3 0,15-6 0,-4-3 0,4-7 0,2-13 0,-8 5 0,6-13 0,-4 8 0,2-8 0,-2 2 0,4-5 0,-4-1 0,-2-1 0,1 0 0,-5 7 0,4 2 0,-3 3 0,5 1 0,-7 7 0,1-1 0,-7 10 0,0 3 0,0 14 0,0 12 0,0 11 0,0 8 0,0 3 0,0 2 0,0 2 0,0 0 0,0-7 0,0 10 0,0-14 0,0 2 0,0-6 0,8-4 0,3-9 0,8-4 0,1-4 0,1-12 0,5-3 0,4-13 0,8-11 0</inkml:trace>
  <inkml:trace contextRef="#ctx0" brushRef="#br1" timeOffset="59">27406 2931 8912,'0'19'0,"-2"-6"0,-5 0 0,5-7 0,-4 7 0,-3 0 0,3 6 0,-7 0 0,4 1 0,-2-1 0,7 0 0,-4 3 0,8 3 0,-7-3 0,1 4 0,-1-5 0,7-2 0,9-2 0,4-4 0,-3-6 0,3-14 0,-6-3 0,6-10 0,-3-1 0,3-5 0,-4 5 0,-3-14 0,1 10 0,-3 1 0,-2 3 0,-2 1 0,0 1 0,0 6 0,0 0 0,0 9 0,0-7 0,0 5 0,0 4 0,9-7 0,1 9 0,10 0 0,-1 0 0,0 9 0,0 2 0</inkml:trace>
  <inkml:trace contextRef="#ctx0" brushRef="#br1" timeOffset="60">27734 2989 8912,'-9'10'0,"-4"-3"0,-4-5 0,-2-2 0,8 0 0,-6 0 0,4 0 0,2 6 0,-2 1 0,9 1 0,-2-1 0,4-5 0,2 6 0,8-8 0,5 0 0,4 0 0,2 0 0,1 0 0,-1 0 0,0 0 0,-6 0 0,0 0 0,2 0 0,2 0 0,-4 0 0,0 0 0,-9 9 0,11 12 0,-6 18 0,-1 10 0,1 11 0,-5 11 0,7 0 0,-9 21-146,4-9 1,-3 7 145,-3-6 0,0 6 0,-3-9 0,-3-6 0,-5-13 0,-8-10 0,0-18 0,-7 7 0,0-22 0,7-4 0,6-15 0,-2 0 0,-2-11 0,-2-8 0,-1-11 0,1-15 97,8 4 0,3-16 0,8 1-97,0-6 0,2-3 0,4 8 0,14 7 0,10-5 0,8 3 0,3 5 0,4 2 0,4 4 0,18-6 0,1-2 0</inkml:trace>
  <inkml:trace contextRef="#ctx0" brushRef="#br1" timeOffset="61">29759 1523 8912,'-20'0'0,"1"0"0,0 0 0,0-2 0,-1-4 0,7 4 0,1-5 0,7 7 0,-1 7 0,4 5 0,2 14 0,0 6 0,0 5 0,0 3 0,0 5 0,0 2 0,0 7 0,0-5 0,0-2 0,8-2 0,-6-12 0,5-1 0,-5-9 0,-2 3 0,0-5 0,0-10 0,-9-2 0,-1-9 0</inkml:trace>
  <inkml:trace contextRef="#ctx0" brushRef="#br1" timeOffset="62">29354 1851 8912,'10'0'0,"-1"0"0,-9-2 0,0-5 0,0 5 0,2-13 0,7 7 0,10-3 0,0-2 0,26-6 0,0 0 0,9-3 0,4-4 0,0 5 0,-1-5 0,1 5 0,0 2 0,-15 8 0,-4 4 0,-14 5 0,3 2 0,-9 0 0</inkml:trace>
  <inkml:trace contextRef="#ctx0" brushRef="#br1" timeOffset="63">30009 1755 8912,'0'10'0,"0"7"0,0-12 0,0 8 0,-6-7 0,0 7 0,-1 0 0,-1 6 0,-1 0 0,-4 1 0,5-1 0,8 0 0,-7 0 0,1 1 0,-1-1 0,7-6 0,0 0 0,9-9 0,2 5 0,8-9 0,0-9 0,0 5 0,1-9 0,-3 0 0,-4-6 0,-3-1 0,-3 1 0,-5 0 0,4 0 0,-6-1 0,-6 1 0,4 8 0,-15-4 0,4 9 0,4-3 0,3 3 0,-5 4 0,9-7 0,-15 1 0,15 5 0,-7-14 0,9 7 0</inkml:trace>
  <inkml:trace contextRef="#ctx0" brushRef="#br1" timeOffset="64">30318 1697 8912,'0'10'0,"-9"-1"0,-3-9 0,3 9 0,-2-5 0,5 9 0,4 0 0,-7 6 0,9 0 0,0 0 0,0 9 0,9-4 0,1 8 0,1 2 0,6 3 0,-8-5 0,6 0 0,-2 2 0,-9-6 0,5 0 0,-9-9 0,0 1 0,0-1 0</inkml:trace>
  <inkml:trace contextRef="#ctx0" brushRef="#br1" timeOffset="65">30337 1697 8912,'-13'-17'0,"1"4"0,7-4 0,-12 6 0,15-8 0,-7 8 0,12 2 0,3 9 0,5 2 0,8 5 0,7 4 0,-1 8 0,1-6 0,-7 0 0,-1-1 0,-6 8 0,3-1 0,-8 0 0,-1-6 0,-6 0 0,0 8 0,-6 1 0,-1 4 0,-8-5 0,3-2 0,-6 1 0,-1-10 0,0 5 0,0-8 0,8-1 0,-6 3 0,6 1 0</inkml:trace>
  <inkml:trace contextRef="#ctx0" brushRef="#br1" timeOffset="66">30742 1658 8912,'0'-19'0,"0"6"0,0 0 0,0 9 0,-2-5 0,-4 9 0,1 2 0,-5 5 0,1 6 0,-6 4 0,7 11 0,-5 4 0,-4 2 0,4-2 0,4 5 0,3-7 0,4 0 0,2 6 0,0-14 0,0 3 0,0-3 0,8-3 0,5-8 0,13-5 0,-5-4 0,5-2 0,-5 0 0,7-17 0,2-4 0</inkml:trace>
  <inkml:trace contextRef="#ctx0" brushRef="#br1" timeOffset="67">31051 1735 8912,'-11'0'0,"-6"0"0,4 0 0,-4 2 0,-2 5 0,-1-5 0,1 15 0,0-4 0,2-2 0,4 2 0,-4-1 0,12 6 0,-7-6 0,7 6 0,-3-8 0,14 3 0,1 0 0,8-9 0,-5 5 0,10-9 0,-1-9 0,-6 5 0,0-9 0,-7 7 0,7-7 0,-7 6 0,7-5 0,-9-1 0,7 2 0,-4 5 0,-5-5 0,6 9 0,1-7 0,-5 9 0,9 0 0,-9 9 0,5 4 0,-1 4 0,-5-7 0,12 8 0,-9-6 0,7-1 0,-7 2 0,9-2 0,-2 2 0,-2-3 0,2-3 0,0-5 0,6 6 0,0-8 0,-2-8 0,-4-5 0,4-6 0,-4-5 0,4-2 0,-6-8 0,4-2 0,-9-9 0,7-9 0,-6 3 0,-1-3 0,-6 3 0,0-1 0,0 14 0,0 4 0,0 14 0,0 10 0,-2 3 0,-4 14 0,1 14 0,-8 18 0,9 3 0,-2 16 0,1-4 0,1 8 0,-2-9 0,-1 3 0,7-13 0,0 8 0,2-8 0,5 2 0,-3-10 0,9-3 0,-7-11 0,7-2 0,0 1 0,6-18 0,1-2 0,-1-11 0</inkml:trace>
  <inkml:trace contextRef="#ctx0" brushRef="#br1" timeOffset="68">31302 1639 8912,'-20'19'0,"1"0"0,6-1 0,0-6 0,9-3 0,-5 0 0,14-1 0,8 5 0,4-4 0,21-9 0,7-9 0,20-4 0,3-4 0,3-9 0,-3 1 0,-1 1 0,-3-6 0,-15 9 0,-1-7 0</inkml:trace>
  <inkml:trace contextRef="#ctx0" brushRef="#br1" timeOffset="69">29469 3027 8912,'0'-19'0,"0"6"0,0 0 0,0-2 0,0-2 0,-2 4 0,-4 0 0,2 9 0,-7 2 0,0 10 0,0 12 0,7 12 0,-2 0 0,4 7 0,2 6 0,-3 2 0,-3 4 0,4 5 0,-7-15 0,9 4 0,-2-5 0,-4-1 0,4-1 0,-5-1 0,5-5 0,-7-4 0,7-9 0,-6-8 0,16-20 0,3-6 0,8-17 0,1 6 0,-1-6 0,0-2 0,9-2 0,0 3 0,4 1 0,2 11 0,-8-1 0,-2 7 0,6 11 0,-9-4 0,5 8 0,-11 2 0,-2 4 0,-9 5 0,2 8 0,-4 7 0,-2 0 0,-2 1 0,-4-1 0,-5-4 0,-8 3 0,-3-3 0,-3-3 0,3-2 0,-3-4 0,3 2 0,3-9 0,-9 1 0,7-7 0,1-9 0,14-4 0,6-6 0,6-7 0,5-4 0,8-8 0</inkml:trace>
  <inkml:trace contextRef="#ctx0" brushRef="#br1" timeOffset="70">29952 3162 8912,'10'9'0,"7"-7"0,-14 15 0,-3-6 0,-13 8 0,-4 0 0,-3 1 0,7-1 0,1 0 0,1 7 0,-2 0 0,2-1 0,5-5 0,4 5 0,-5 1 0,5 0 0,4-16 0,5-3 0,-3-5 0,9-2 0,-7-2 0,5-5 0,-2-5 0,6-6 0,-7-3 0,5-5 0,-2-2 0,-5-4 0,-4-2 0,5 8 0,-5 1 0,-2 5 0,0 1 0,0 0 0,-2 8 0,-5 5 0,3 3 0,-9 3 0,9 0 0,-11 3 0,8 3 0,1-4 0,6 15 0,2-15 0,5 5 0,-3-5 0,9-2 0,8 0 0,9 0 0</inkml:trace>
  <inkml:trace contextRef="#ctx0" brushRef="#br1" timeOffset="71">30241 2989 8912,'19'-20'0,"0"1"0,-8 0 0,4 6 0,-8 0 0,-1 7 0,-6-7 0,0 8 0,0 1 0,0 17 0,0 4 0,0 22 0,0-1 0,0 20 0,-2-4 0,-5 10 0,-1 2 0,-7-1 0,2-3 0,9-2 0,-7-4 0,5-5 0,1 0 0,-8-12 0,1-5 0,-8-15 0,1 1 0</inkml:trace>
  <inkml:trace contextRef="#ctx0" brushRef="#br1" timeOffset="72">30087 3239 8912,'12'-6'0,"1"-1"0,-8 1 0,5 6 0,-3 0 0,-3 0 0,9 0 0,0 0 0,6 0 0,9 0 0,4 0 0,4 0 0,9 0 0,0 0 0,9 0 0,-7 0 0,5 0 0,-5 0 0,0-9 0,2-1 0</inkml:trace>
  <inkml:trace contextRef="#ctx0" brushRef="#br1" timeOffset="73">30819 3104 8912,'-8'11'0,"-3"4"0,-8-9 0,0 7 0,-1-6 0,1 8 0,0-2 0,-1 4 0,1 2 0,6 2 0,3 5 0,1 6 0,-6 5 0,13-5 0,-5 0 0,5-2 0,4 2 0,5-6 0,-5 4 0,22-15 0,-5 4 0,7-13 0,-3 1 0,3-5 0,8-2 0,-12-17 0,5-5 0</inkml:trace>
  <inkml:trace contextRef="#ctx0" brushRef="#br1" timeOffset="74">31089 3278 8912,'-19'0'0,"0"0"0,2 2 0,2 2 0,2 3 0,0 8 0,-8-5 0,-1 10 0,3-1 0,-5 0 0,11 1 0,5-1 0,-7 2 0,6 3 0,-1 2 0,5-9 0,-3 0 0,10-9 0,4 5 0,-1-4 0,7-9 0,1-2 0,7-5 0,-1-4 0,0-8 0,0-2 0,1-5 0,-3 5 0,-4-5 0,2 2 0,-9-1 0,7 10 0,-7-5 0,1 5 0,1-4 0,-5 8 0,12 5 0,-9 12 0,-2 7 0,7 4 0,-9 9 0,5 0 0,3 2 0,3-3 0,-2-3 0,2 4 0,0-5 0,6-2 0,0-2 0,3-4 0,3-6 0,-1-7 0,8-7 0,-8-4 0,6-16 0,-5-5 0,-3-11 0,3-2 0,-3-9 0,-5 1 0,-4-10 0,-5 3 0,-1-19 0,-1 8 0,1 1 0,-7 12 0,0 9 0,0 6 0,0 9 0,0 14 0,-2 12 0,-5 8 0,5 17 0,-4 9 0,-3 10 0,3 9 0,-1 11 0,7 8 0,-6 9 0,-1-3 0,1 5 0,6 3 0,0-10 0,0-4 0,2-10 0,4-3 0,5-10 0,8-2 0,1-12 0,-1-5 0,0-11 0,1-5 0,-1-4 0,-8-10 0,4-5 0,-9-13 0,0-4 0,-6-9 0</inkml:trace>
  <inkml:trace contextRef="#ctx0" brushRef="#br1" timeOffset="75">31456 3027 8912,'-11'9'0,"-6"-7"0,15 9 0,-5-5 0,14-4 0,21 2 0,21-16 0,17-14 0,22-17 0,-32 19 0,2-1 0,3-4 0,0 0-644,0 0 0,-2 0 644,-4 0 0,-1 0 0,-1 0 0,-1 0 0,-3 0 0,-1 1 0</inkml:trace>
  <inkml:trace contextRef="#ctx0" brushRef="#br1" timeOffset="76">9065 6922 8912,'-18'-21'0,"6"-5"0,3-4 0,3 0 0,-1 2 0,3 2 0,2 1 0,2-3 0,-2 4 0,-3-1 0,-3-1 0,-3 0 0,-4 0 0,-4 1 0,-7 5 0,-6 3 0,-5 4 0,-8-2 0,0 9 0,-15-9 0,3 2 0,-6-2 0,-3 2 0,23-4 0,-2 6 0</inkml:trace>
  <inkml:trace contextRef="#ctx0" brushRef="#br1" timeOffset="77">6692 6421 8912,'-95'4'0,"0"0"0,-2 2 0,-1 1 0,-8 5 0,-1 2-455,10-4 1,-1 1-1,-5 6 1,-1 1-1,5-4 1,0-1 454,-1 2 0,-1 0 0,-2 4 0,0 1-831,0 2 0,1 1 831,3-1 0,0 1 0,-5 0 0,1 1 0,9 2 0,1-1 0,-6 0 0,-1 0-57,0 0 0,1 1 0,-3 2 0,2 2 57,3 1 0,1 2 0,-3 3 0,1 1 0,8-2 0,0 1 0,-3 1 0,0 1 0,-1 0 0,1 1 0,-1 2 0,0 1 0,3 0 0,2 0 0,-1-1 0,2-1 0,3 0 0,3 0 0,4-5 0,3 0 0,7 0 0,1 1 0,0 2 0,2 1-153,3 2 1,1 2-1,1 2 1,0 2 152,5-3 0,1 2 0,2 0 0,3 2 113,7 0 0,1 1 0,0-2 1,3 0-114,-20 43 0,4-5 0,16-7 0,8 12 0,4 12 0,4-1 0,12-44 0,1 2 0,3-3 0,1 1 0,1 4 0,2 0 0,4-1 0,2 0 0,2 5 0,1-1 0,5 0 0,2 1 0,1 2 0,2 1 0,4-5 0,3 0 0,1-1 0,2-2 0,-2-4 0,1-1 0,2 1 0,2-2 0,0-4 0,2-2 0,5 1 0,3-1 0,6-1 0,2-2 0,4-4 0,1-3 0,5 0 0,2-1 0,3 0 0,1-1 0,-4-2 0,0 0 0,-2-1 0,-1-1 0,0-5 0,0-1 0,3 1 0,2-2 0,9-6 0,2-2 197,6 4 0,2-3 0,1-8 0,-1-1-197,2 1 0,2-1 0,6-5 0,2-1 0,5 0 0,1 0 0,1-1 0,1-2 30,5 0 0,-2 0 1,-8 0-1,-1 0 1,3 0-1,1 0-30,0 0 0,-1 0-119,1 1 1,0-2 0,0-2 0,1-2 118,6-1 0,0-1 0,-3-2 0,0-2 0,-31 3 0,1 0 0,0-1 0,4-1 0,0 1 0,1-2-160,-1-1 0,0-2 0,0 1 0,3 0 0,0-1 0,0 1 160,3-2 0,1 0 0,0 0 0,-2-2 0,-1 0 0,0-1 0,3-2 0,0-2 0,-1 0 0,-1 0 0,-1-1 0,0-1 0,-1-1 0,-1 0 0,0-2 0,-1 1 0,-1-1 0,-1-1 0,2-2 0,0 0 0,-2 0 0,-6 2 0,-1 1 0,-2-2-44,27-19 0,-2 0 0,-4 6 0,-2 0 44,-5 1 0,-2-1 0,-1 1 0,-1 0 0,-6 0 0,-1-1 0,-1 1 0,-1 0 23,3-3 0,0-2 0,-3-2 0,-1-2-23,-2-4 0,-2-1 0,-3-2 0,-4-2 0,-3-2 0,-3 0 0,-4 4 0,-2 0 0,-2-3 0,-1-2 0,3 1 0,-2-2 0,0-7 0,0-2 0,4 1 0,0-1 0,0-2 0,-2 0 0,-5 5 0,-1 1 0,-2 4 0,-1-1 0,-5 1 0,-2-2 108,-5-5 1,-1 0 0,-3 3-1,-2-1-108,-6-2 0,-3 1 0,-2 5 0,-3 1 236,-1 3 0,-4 0 0,-6-2 0,-6 0-236,-6-2 0,-5 1 0,0-2 0,-5 2 0,-10-2 0,-4 3 0,2 1 0,-4 2 37,-10 4 1,-3 3-1,-1-5 1,0 0-38,-7 0 0,-1 0 0,0 0 0,1-2 0,0-4 0,-1 0 0,-3 8 0,-2 3 0,0-1 0,-2 5 0,-3 6 0,-2 4 0,0 5 0,-1 4 0,-5 7 0,-2 5 0,-1 4 0,-2 3 0,0 3 0,-2 5-53,-7 4 0,1 4 1,5 6-1,1 4 53,3 3 0,0 3 0,1 4 0,0 1 0,-1-1 0,0 1 0,11 2 0,2 2-5,2 1 0,2 3 1,6 2-1,3 5 5,6 2 0,1 4 0,-3 5 0,2 3 0,2-1 0,2 1 0,3 3 0,4 2 0,10-6 0,3 1 0,5-2 0,2-1 0,6 0 0,4-1 0,-5 39 0,5-4 0,17-9 0,9 0 0</inkml:trace>
  <inkml:trace contextRef="#ctx0" brushRef="#br1" timeOffset="78">4204 16910 8912,'-30'-28'0,"5"4"0,10-8 0,4 0 0,2 2 0,5 4 0,11 14 0,5 5 0,6 5 0,1 2 0,-8 0 0,6 0 0,-4 0 0,4 9 0,0-5 0,-4 9 0,4-9 0,-6 13 0,8-2 0,0 9 0,0-1 0,1 9 0,8 0 0,2 16 0,10 5 0,5 9 0,7 7 0,12 8 0,-26-33 0,3 2-288,7 5 0,1 1 0,0 4 0,0 3 288,6 8 0,0 1 0,-4 4 0,0 0-338,4 2 1,0 0 0,-1 2 0,1 0 337,2 2 0,2-2 0,-3-6 0,1-3 0,-2-2 0,0-1 0,-6-8 0,-2-1-124,-4-3 1,-2-1-1,-5-5 1,-2 0 123,-1 0 0,-1-2 0,21 20-29,-1-6 1,-26-33 28</inkml:trace>
  <inkml:trace contextRef="#ctx0" brushRef="#br1" timeOffset="79">7522 16929 8912,'-37'-64'0,"7"2"0,11 6 0,10 11 0,7 11 0,11 8 0,4 13 0,4-2 0,2 9 0,0 1 0,1 3 0,-1 2 0,0 0 0,3 9 0,3 4 0,-1 12 0,8 8 0,9 20 0,10 11 0,5 20 0,-27-37 0,0 2 0,4 6 0,0 2-286,2 3 1,1 2 0,4 7-1,1 1 286,1 1 0,0-1 0,0 1 0,0 0 0,-3 0 0,-1-1 0,-3-3 0,0-1 0,1-4 0,-1-2 0,-1-3 0,1-5-96,-1-8 0,2-4 1,33 26 95,-5-21 0,-4-12 0,5-8 0,-1-3 0,-6-3 0,-3 0 0,-10 1 0,-4 7 0,4 6 0,-6 3 0,-7 3 0,2 6 552,-8 0 1,8 8-553,-2-2 0,-4-6 0,-2-6 0,-9-7 0,-2-10 0,0-3 0,-2-4 0</inkml:trace>
  <inkml:trace contextRef="#ctx0" brushRef="#br1" timeOffset="80">11900 16736 8912,'30'17'0,"-5"-4"0,-3 2 0,-1-6 0,5 2 0,2 12 0,4 16 0,4 3 0,-6 16 0,2 11 0,1 10 0,1 7 0,11 4 0,0-4-355,13-9 1,-3 0 354,16 0 0,-7-6 0,7-1 0,6-8 0,7 3 0,-36-38 0,3-1 0,45 26 0,-46-31 0,1 1 0,45 23 0,-8-11 43,-4-2 0,-5-6 0,-2 4 0,-2-3-43,-4-3 0,2-3 0,-9-1 0,0-1 0,-6 0 0,-2-2 0,-5-4 0,-10-4 0,-9-9 0,-8-9 0,6 1 0,-5-5 0,5 4 0</inkml:trace>
  <inkml:trace contextRef="#ctx0" brushRef="#br1" timeOffset="81">14908 17083 8912,'39'-47'0,"2"4"0,4-8 0,-5 10 0,5 3 0,-4 8 0,-2 10 0,1 10 0,5 3 0,-10 9 0,3 11 0,-4 11 0,5 21 0,2 4 0,4 9 0,-11 6 0,5 0 0,-7 3 0,0-3 0,2-2 0,-8 9 0,8-9 0,-2 2 0,5-12 0,1-7 0,9-2 0,5 2 0,12-11 0,7 4 0,6-12-213,7 0 0,3-5 213,10-1 0,-11-10 0,-9-3 0,-2 1 0,-11-1 0,-6 1 0,-7-1 0,-10-5 0,-2 4 0,-3-4 0,-10-2 0,6 0 0,-6 0 0,-3-2 0,-10-4 0,4-22 0,2-13 0,11-17 0</inkml:trace>
  <inkml:trace contextRef="#ctx0" brushRef="#br1" timeOffset="82">17300 17180 8912,'0'-28'0,"0"-2"0,0-9 0,2 9 0,4 5 0,5 3 0,8 3 0,1 6 0,-1 0 0,0 9 0,0-3 0,7 16 0,0 10 0,0 5 0,-7 14 0,7-1 0,-1 14 0,7 9 0,-6 11 0,6 4-142,-6 2 0,6 0 142,-6 0 0,2 3 0,-2 3 0,-5 3 0,5 4 0,-7-7 0,-6-3 0,-5-3 0,-8 0 0,0 9 0,0 4 0,-10-7 0,-10-6 0,-10-10 0,-6-5 0,-3-2 0,-4-7 0,-8-16 0,-9-16 0</inkml:trace>
  <inkml:trace contextRef="#ctx0" brushRef="#br1" timeOffset="83">2314 15406 8912,'-19'0'0,"2"-2"0,6-3 0,11-1 0,9 0 0,16 6 0,1 0 0,0 0 0,0 0 0,-1 0 0,10 0 0,-5 0 0,8 0 0,1 0 0,8 0 0,4-18 0,16-12 0,10-17 0,-23 12 0,3-7 0,11-15 0,4-8 0,-15 13 0,3-3 0,1-3-1123,3-6 1,2-4 0,1-1 1122,-11 10 0,1-2 0,1-1 0,0-1 0,4-2 0,0 0 0,2-2 0,-1 1 0,1-2 0,1 0 0,-1 0 0,0 0 0,-4 3 0,0 0 0,-1 0 0,0 1 0,-1-1 0,0 1 0,-1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82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4590 18317 8912,'-32'-10'0,"0"-10"0,8 1 0,-1-7 0,3 5 0,5 2 0,2-3 0,2-4 0,7 3 0,-5-7 0,2 2 0,3 0 0,6 3 0,0-5 0,-2 0 0,-2 4 0,-3 4 0,1 3 0,6 0 0,0 8 0,0 5 0,0 14 0,0 12 0,0 7 0,2 23 0,4 8 0,3 10 0,4 16 0,10-1-1754,-3 14 1754,12-5 0,-9 6 0,9-8-197,9-8 1,8 3 196,9-8 0,0-10 0,0-11 0,0-16 0,-39-30 0</inkml:trace>
  <inkml:trace contextRef="#ctx0" brushRef="#br0" timeOffset="1">5132 19049 6548,'30'-27'0,"24"-26"0,6-10 0,6-5 0,-25 26 0,2-2 0,0-1 0,0-2-642,0-3 1,1-1 641,1 2 0,0 0 0,1-5 0,-2 1 0,0 2 0,-2 1 0,-2-1 0,-1-1 0,3 0 0,-2 1 0,24-36 0,-27 45 0,1 2 474,41-33-474,-30 38 0,1 4 0,29-8 0,7 14-191,-11 14 191,-13 9 0,-2 12 0,-8 8-127,1 5 127,3 11 0,4 3 0,4 10 0,7 2 0,12 3 0,5 6 0,-40-29 0,1-1 0,-1 1 0,0-2 0,49 24 0,1-3 0,5-12 0,-49-19 0,1-2 0,6 1 0,1-4 0,-3-5 0,2-3 0,2 0 0,2-2 0,1 0 0,-1-2 0,-7-3 0,0-2 0,3-3 0,0-4 0,-5-3 0,-1-4 0,5-1 0,0-3 0,3 0 0,1-3 0,4-5 0,1-2 0,-3 1 0,-2 0 0,-3 1 0,-2-1 0,-6 3 0,-1-2 0,4 0 0,0-2 0,-3 0 0,1 0 0,3-2 0,0 1 0,37-19 0,-43 21 0,-1 1 0,20-11 0,-5 5 0,-5 7 0,-3 13 0,1 4 0,0 7 0,0 4 0,2 4 0,2 6 0,2 12 0,-8 16 0,-4 22 0,-12 17 0,-3 13 0,-3 2 0,-15-36 0,1 1 0,20 41 0,5-8 0,5-15 0,27-9 0,17-14 0,-36-30 0,2-2 0,2-1 0,2-4 0,7-6 0,0-5 0,-5-2 0,-2-2 0,1-5 0,-1-4 0,0-5 0,1-4 0,4-3 0,1-1 0,-1-3 0,-1 0 0,-1 2 0,-1-1 0,-8 1 0,-3-2 0,3-4 0,-2-2 0,-6 1 0,-1 0 0,2 1 0,1 0 0,38-29 0,6 8 0,-17 1 0,-2-3 0,5 7 0,-18 2 0,0 15 1131,-12 11-1131,-9 8 0,-7 22 0,1 8 0,1 11 0,-4 15 0,14 5 0,-8 7 0,5 1 0,13 0 0,9 0 0,5-2 0,-1-5 0,0-4 0,8-19 0,7-9 0,10-10 0,9-7 0,-43-6 0,1-3 54,1-1 1,0-3-1,5-2 1,-1-4-55,0-4 0,-1-3 0,5-1 0,0-1 0,-6-5 0,-1 0 0,0-1 0,0-1 0,0 1 0,1 0 0,0 3 0,1 2 0,-2 1 0,-2 1 0,-6-1 0,-2 3 0,35-10 0,-13 3 0,-21 24 430,-5 2-430,5 10 0,-15 7 0,4 13 0,-5 6 0,-10 13 0,0 13 0,-6 15 0,2 8 0,-1-2 0,5 13 0,9-6 0,10 2 0,24-7 0,-33-39 0,4-2 0,11-6 0,5-4-821,9-2 0,4-5 821,10-3 0,5-5 0,12-1 0,2-3 0,0-3 0,1-3 0,-30-1 0,0-1 0,0-1 0,36-2 0,1 0 0</inkml:trace>
  <inkml:trace contextRef="#ctx0" brushRef="#br0" timeOffset="2">10183 15271 8912,'0'-19'0,"-2"1"0,-4 6 0,3 7 0,-3 20 0,2 17 0,-3 16 0,5 16 0,-4 4 0,4 1 0,10 4 0,5-9 0,15-2 0,10-10 0,10-10 0,9-16 0,10-11 0,4-21 0,12-16-1238,7-16 1238,-42 8 0,-2-5 0,4-4 0,-1-5 0,2-9 0,1-3 0,7-6 0,2-3 0,7-9 0,3-2-764,-21 24 0,0-1 0,2 0 764,6-5 0,2 0 0,-2 0 0,-6 4 0,-2 1 0,0 0 0,3-2 0,1 1 0,0 2 0,27-22 0,1 2 0,2 3 0,1 3 0,0 6 0,1 5 0,2 3 0,0 3 0,-7 3 0,-1 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83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7830 14345 8912,'0'-13'0,"0"1"0,0-3 0,-2 0 0,-4 2 0,4 2 0,-5 5 0,5 4 0,11 2 0,3 12 0,6 6 0,3 11 0,5 12 0,6 15 0,4 12 0,11 25 0,-26-43 0,-1 2 0,3 11 0,-1 3-867,-1 3 1,-1 3 866,3 11 0,1 1 0,-3-4 0,1-1 0,2 3 0,1-1 0,-1-7 0,-1-3 0,0-2 0,-1-5 0,19 33 0,4-14 0,-4-16 0,4-20 0,-5-9 0,8-12 0,-3 0 0,12-13 0,-1 2 0,15-9 0,-7-8 0,7-11 0,2-13-141,10-6 0,-10-15 141,4-11 0,-2-2 211,-34 25 0,2 0 0,4-2 1,2 1-212,6-6 0,0 0 0,-3 2 0,1-1 0,-1-4 0,-2 0 0,-1 0 0,-1 0 0,-3-3 0,0-1 0,-1 1 0,0-2 0,-2-1 0,-1-1 0,-3 4 0,-1 0 0,5-1 0,0 1 0,-4 3 0,1 2 0,5 4 0,2 1 0,35-28-100,3 8 1,-15 26 99,-12 19 0,-5 9 0,-7 4 0,4 8 0,9 7 0,0 9 0,0 6 0,0 11 0,2 6 0,4 11 0,-4 8 0,6 13 0,-6 5-463,-27-40 1,-1 2 462,-3 1 0,2 0 0,5 1 0,0-2 0,-2-1 0,-1-2 0,35 34 198,-5-17 1,12-17-1,-3-15-198,10-9 0,-3-12 0,5 1 0,-11-8 0,-3 0 0,1-17 0,13 2 0,4-19 0,6-7-48,-2-6 1,-37 19-1,1-2 1,-4 1-1,-1-2 48,1-1 0,-3 0 0,32-28 0,-6-7 0,-17 10 0,-6 5-29,-1 1 1,-2 4 28,3 2 0,1 2 425,-8 17 1,0 3-1,-6 10-425,0 6 74,-1 5 0,-6 11-74,0 4 0,1 12 250,5 7 0,1 7-250,-1 6 0,-6 4 23,1 9 0,-3 6 1,6 3-24,3 1 0,-5-6 0,22-4 0,-5-13 0,7-15 0,6-10 0,5-10 0,8-10 0,0-10 0,0-12 0,0-14 0,0-11-1099,1-11 1099,-1 0 0,-7 0 0,-1-2 0,-3-4 0,7 12 0,-6-18 0,3 12 0,-5-2 0,-5 0 0,-11 11 0,-4 6-65,-4 8 65,-3 8 0,-8 9 0,-4 6 0,-5 5 0,-1 5 0,-3 4 0,-2 5 0,-2 5 0,0 23 0,-1-1 545,1 17 0,-6 1-545,6 6 0,-1-9 37,8-4 0,1-4-37,5-3 0,-3-1 0,10-5 0,5-13 0,7-13 0,11-3 0,2-3 0,0-11 0,8-8 0,0-11 0,-6-15 0,5-7-163,3-12 0,-8 4 163,5-4 0,-12 4 0,-1 2 0,-10 11 0,3 8 0,-21 9 0,-7 22 0,-17 10 0,0 15 0,0 11 0,0 19 0,0 2 0,0 0 0,0 7 0,15-15 0,4 4 0,20-13 0,0-6 0,12-14 0,0-5 0,14-5 0,-10 0 0,10-4 0,3-7 0,5-1 0</inkml:trace>
  <inkml:trace contextRef="#ctx0" brushRef="#br0" timeOffset="1">5902 9891 8912,'10'-38'0,"-1"1"0,-3 5 0,1 7 0,-3 14 0,-10 11 0,1 0 0,-8 6 0,3-12 0,-3-7 0,2-2 0,7 0 0,-3 2 0,1 9 0,6-5 0,-9 1 0,-1-3 0</inkml:trace>
  <inkml:trace contextRef="#ctx0" brushRef="#br0" timeOffset="2">6191 9621 8912,'19'0'0,"-2"-8"0,-4-5 0,2-4 0,-8-2 0,-1-1 0,-6 1 0,0 0 0,0-1 0,0 1 0,-2 0 0,-5 0 0,3 6 0,-9 0 0,-2-2 0,-2 6 0,-2-6 0,0 9 0,-1 2 0,-8-7 0,-2 9 0,-8-5 0,-1 5 0,1 2 0,-12 0 0,-5 0 0,-7 0 0,-20 0 0,5 0 0,-15 0 0,2 0-201,0 0 1,2 0 200,4 0 0,-1 0 0,3 2 0,7 5 0,-2-5 0,15 13 0,-9-9 0,3 7 0,-3-4 0,7 1 0,4 3 0,4 7 0,2-1 0,3 0 0,0 0 0,-1 1 0,1-1 0,4 0 0,-11 1 0,8 1 0,-10 0 0,0 3 0,0 0 0,-4 1 0</inkml:trace>
  <inkml:trace contextRef="#ctx0" brushRef="#br0" timeOffset="3">3819 9660 8912,'-47'9'0,"4"1"0,-9 10 0,9-1 0,-4-2 0,9-4 0,1 4 0,5-4 0,-9 4 0,7 2 0,0 1 0,0-1 0,-5 0 0,0 0 0,1 1 0,8-1 0,-9-4 0,3 2 0,-7 4 0,-11 3 0,14 2 0,-3-1 0,9-1 0,6-3 0,8 1 0,1 4 0,8-5 0,3 7 0,8-9 0,-9 0 0,7 1 0,-4-1 0,4 0 0,2 1 0,0-1 0,0 9 0,-9-15 0,-2 4 0</inkml:trace>
  <inkml:trace contextRef="#ctx0" brushRef="#br0" timeOffset="4">2797 10451 8912,'0'32'0,"0"0"0,0 0 0,2-2 0,2-2 0,2 0 0,9-7 0,-4 13 0,8-8 0,1 6 0,-1-6 0,2 2 0,5-3 0,-2-3 0,8 4 0,0-5 0,9-2 0,4 1 0,-5-10 0,16 5 0,-4-8 0,1 6 0,1-7 0,-3-2 0,-8-2 0,11 5 0,-9-1 0,0 1 0,-5-5 0,5 4 0,-4-4 0,8 9 0,-4-7 0,7 3 0,1 1 0,-1-1 0,3-3 0,-3 9 0,4-9 0,-5 11 0,0-8 0,-6 5 0,7-5 0,-7 1 0,4-3 0,-2 1 0,7 1 0,-5-7 0,9 0 0,2 0 0,4 0 0,-4 0 0,7 0 0,-1 0 0,-8 0 0,0 0 0,8 0 0,-16 0 0,7 0 0,8 0 0,-5 0 0,6 0 0,5-9 0,4 7 0,-4-5 0,4 5 0,-5 2 0,-1 0 0,-1 0 0,-1 0 0,-3 0 0,-4 0 0,4 0 0,3 7 0,6-1 0,-3-2 0,1-1 0,0-3 0,0 0 0,-3-3 0,1-1 0,-11-2 0,-1-1 0,-1 1 0,8 0 0,9-3 0,-2 3 0,-2 1 0,1-5 0,3 1 0,-6-6 0,5 13 0,-9-7 0,-8 1 0,3 6 0,-15-13 0,9 8 0,1 3 0,3-7 0,2 7 0,0-7 0,-1 3 0,1-7 0,4 10 0,-4-8 0,4 7 0,-10-7 0,-3 7 0,0-7 0,-1-2 0,-3 6 0,-7-8 0,1 6 0,-1 1 0,1-7 0,6 6 0,0-8 0,-7 6 0,-5 0 0,-1 0 0,6-6 0,1-1 0,-7 1 0,0 0 0,-8 6 0,1 0 0,-3 0 0,-5-6 0,-4 0 0,2-1 0,-9 1 0,1-7 0,-7 1 0,0 8 0,0 8 0</inkml:trace>
  <inkml:trace contextRef="#ctx0" brushRef="#br0" timeOffset="5">9142 10393 8912,'0'-28'0,"0"-4"0,0-5 0,0-1 0,0-1 0,0 1 0,0-1 0,0 3 0,0 3 0,0-7 0,0 8 0,-2-9 0,-5 9 0,-4-5 0,-8-1 0,0 1 0,0 5 0,-9-4 0,-4 4 0,-7 2 0,-6-2 0,-4 2 0,-9-3 0,6-1 0,1 8 0,-3 3 0,7 1 0,-8 3 0,14 0 0,-4 0 0,-4 8 0,6-6 0,-7 6 0,3 0 0,-6-6 0,1 13 0,-12-7 0,-7 3 0,-4-7 0,-2 10 0,0-5 0,0 1 0,0-6 0,-3 13 0,-1-5 0,-3 5 0,-10 2-266,-2 0 1,-1-6 265,-6-1 0,5 1 0,10 6 0,4 0 0,3-6 0,-3-1 0,-6 1 0,-13 6 0,5 0 0,-5 0 0,4 0 0,3 0 0,0 0 0,-1 0 0,-6 8 0,0 5 0,45-5 0,-1 1-796,0 0 0,2 2 796,1 2 0,0 1 0,-1-4 0,1 2 0,-36 26-315,-5 1 1,5 19 314,44-22 0,0 5 0,-5 10 0,1 5 0,-2 9 0,3 5 0,0 7 0,1 2 0,-2 5 0,1 2 0,7 0 0,0 1 0</inkml:trace>
  <inkml:trace contextRef="#ctx0" brushRef="#br0" timeOffset="6">1331 17469 8912,'6'-26'0,"1"1"0,-1 3 0,5 11 0,6 22 0,4 28 0,-1 29 0,-5 24 0,-3 11 0,-2-47 0,0 0 0,-1-2 0,1 1 0,11 52 0,-9-52 0,2-1 0,23 38 0,10-21 0,4-22 0,9-19 0,7-17 0,14-28 0,9-17 0,-39 3 0,1-6 0,12-8 0,3-4 0,5-6 0,1-3-499,5-6 1,1-3 0,-21 18 0,1 0 0,0-2 498,-2-4 0,0-2 0,2 2 0,4 1 0,2 0 0,0 2 0,-1-1 0,0 2 0,1 1 0,-3 3 0,1 2 0,-2 0 0,26-21 0,0 0 0,-1 3 0,-1 2 0,-4 1 0,-1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83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26229 12726 8912,'0'19'0,"-6"-6"0,-1 0 0,3 2 0,2 2 0,2 2 0,9 0 0,3 1 0,8 5 0,5 3 0,8 4 0,3 9 0,11 0 0,5 10 0,3 3 0,3 10 0,6 5 0,1 8 0,-1 0 0,2 0 0,-12 4 0,4 1-718,-2-1 718,-9-14 0,-2 1 0,-13-16 0,0-16 0,-13 3 0,5-14 0,-11 1 0,4-5 0,-6-10 0,-1 4 0,-3-8 0,-5-1 179,-2-6 1,-19-9-1,-11-1 1</inkml:trace>
  <inkml:trace contextRef="#ctx0" brushRef="#br0" timeOffset="1">26634 13940 8912,'-10'0'0,"1"-8"0,9 6 0,4-5 0,9 14 0,0-5 0,23 9 0,-3-5 0,12-4 0,6 5 0,0-5 0,5-2 0,4 0 0,2 0 0,-4 0 0,-2-2 0,-5-5 0,-4-4 0,-10-14 0,-5-3 0,-6-2 0,-5-11 0,-2-8 0</inkml:trace>
  <inkml:trace contextRef="#ctx0" brushRef="#br0" timeOffset="2">27367 13478 8912,'0'-11'0,"0"-6"0,0 15 0,0-3 0,0 18 0,-2 11 0,-4 21 0,-5 13 0,-2 4 0,0 8 0,7-5 0,-7 5 0,9-7 0,-3 1 0,5-4 0,2-11 0,0-10 0,9-20 0,1-10 0</inkml:trace>
  <inkml:trace contextRef="#ctx0" brushRef="#br0" timeOffset="3">26981 15020 8912,'0'-19'0,"0"6"0,0 0 0,-2-2 0,-4-4 0,-7-5 0,-4-1 0,-2 1 0,-1 9 0,1 2 0,-7 9 0,-2-2 0,1 6 0,-1 6 0,4 7 0,1 13 0,-1 8 0,-2 9 0,3 8 0,10 5 0,4-1 0,1-3 0,6 4 0,-5-5 0,5 3 0,2-5 0,0-11 0,2-8 0,5-10 0,-3-10 0,9-3 0,-7-9 0,7-11 0,0-9 0,6-16 0,0-9 0,5-3 0,-5-7 0,5 1 0,-13 2 0,-1 3 0,-1 8 0,-3-8 0,1 12 0,-1-2 0,-6 16 0,-2-1 0,-4 7 0,3-1 0,-7 10 0,3 3 0,5 14 0,-4 6 0,4 4 0,2 2 0,8 9 0,5 4 0,4 4 0,2 3 0,1-7 0,-1 0 0,0-6 0,1 6 0,-1-8 0,0 1 0,7-5 0,0-8 0,-1-3 0,-5-9 0,5 0 0,1 0 0,2-11 0,-2-8 0,-5-2 0,5-12 0,-5 1 0,-2-6 0,-1-1 0,-6 1 0,3-7 0,-8 0 0,1-2 0,-1 2 0,-5-5 0,4-8 0,-10 1 0,-2-1 0,-3 2 0,3 5 0,4 12 0,-5 13 0,5 13 0,2 16 0,0 16 0,0 17 0,0 16 0,6 12 0,1 7 0,8-3 0,-2 3 0,-3-9 0,3 2 0,0-12 0,6-7 0,3-11 0,4-2 0,-5-17 0,5-2 0,2-11 0,-3-8 0,3-14 0,-2-12 0,-5-4 0,5-3 0,-11-1 0,-2-5 0,-9-5 0,3-7 0,-5 5 0,-2 1 0,0-1 0,0-6 0,-2-2 0,-5 0 0,-6 3 0,3-1 0,-3 19 0,8 5 0,-1 15 0,-5 8 0,9 7 0,-4 17 0,4 12 0,2 24 0,0 9 0,8 13 0,-4-9 0,9 9 0,0-9 0,4 2 0,-4-4 0,13-10 0,-13-3 0,12-9 0,5-8 0,3-4 0,3-7 0,3-6 0,-1-4 0,1-9 0,-9-9 0,6-10 0,-6-11 0</inkml:trace>
  <inkml:trace contextRef="#ctx0" brushRef="#br0" timeOffset="4">28293 14442 8912,'13'-2'0,"0"-5"0,-9 5 0,5-7 0,-1 9 0,5 0 0,-2 3 0,2 3 0,-1-4 0,8 15 0,1-2 0,5 9 0,-9-3 0,9 5 0,-16-5 0,10-1 0,-5 8 0,-5-13 0,-3 4 0,-5-4 0,-2 4 0,0-8 0,0-3 0,-6-16 0,-1-5 0,1-13 0,6-6 0,0-13 0,0-6 0,0 1 0,0-1 0,8 8 0,5-2 0,6 11 0,7 2 0,-2 8 0,8-1 0,0-5 0,7 0 0</inkml:trace>
  <inkml:trace contextRef="#ctx0" brushRef="#br0" timeOffset="5">29161 14230 8912,'-19'0'0,"-1"0"0,1 0 0,0 0 0,-1 0 0,3 8 0,4 5 0,-4 4 0,15 3 0,-4-1 0,4 6 0,2 1 0,0 0 0,2-7 0,4 0 0,-4 1 0,15-10 0,-4-3 0,4-5 0,3-2 0,-7-2 0,-1-5 0,-1-3 0,2-10 0,2 1 0,-9 0 0,1-7 0,-7 0 0,0 1 0,0 6 0,0-1 0,0 1 0,-7 0 0,1-1 0,0 10 0,-3 1 0,7 9 0,-7 0 0,18-8 0,2-3 0</inkml:trace>
  <inkml:trace contextRef="#ctx0" brushRef="#br0" timeOffset="6">29527 14095 8912,'11'8'0,"-2"-6"0,-9 7 0,0-18 0,0 7 0,0-6 0,0 8 0,0 2 0,0 4 0,0-4 0,2 13 0,4-8 0,3 1 0,4-1 0,4-5 0,-4 4 0,4-3 0,-4-3 0,-1 0 0,1 0 0,7-3 0,-1-3 0,-6-3 0,0-3 0,-1-14 0,8 4 0,-7-8 0,-1 5 0,-7 10 0,1 2 0,-4 9 0,-2-5 0,9 9 0,-7 9 0,7 6 0,-1 8 0,1-1 0,4 3 0,4-3 0,-7-5 0,10-4 0,-1 2 0,0-9 0,1 1 0,-1-7 0,-6-3 0,0-3 0,-3-5 0,3-8 0,2-7 0,-8 1 0,-1-10 0,-6 3 0,0-2 0,0 2 0,-2-3 0,-5 10 0,-3-1 0,-7 7 0,4-1 0,-2 8 0,8-1 0,1 8 0,-3-3 0,7 16 0,-6-5 0,8 14 0,0-7 0</inkml:trace>
  <inkml:trace contextRef="#ctx0" brushRef="#br0" timeOffset="7">30492 13536 8912,'0'-11'0,"0"2"0,0 1 0,-3 6 0,-3-5 0,2 5 0,-9 2 0,-2 0 0,-2 2 0,-3 5 0,1 12 0,0-6 0,0 4 0</inkml:trace>
  <inkml:trace contextRef="#ctx0" brushRef="#br0" timeOffset="8">30337 13709 8912,'0'19'0,"9"1"0,2-1 0,10 0 0,3 3 0,1 3 0,1-3 0,0 3 0,-1-10 0,-1-2 0,-3 0 0,-1 6 0,-7-1 0,-1-6 0,-7-3 0,1-3 0,-14 3 0,-12 2 0,-8 2 0,-19 6 0,-4 0 0,-13 7 0,-7 0 0,-4 8 0,-2-4 0</inkml:trace>
  <inkml:trace contextRef="#ctx0" brushRef="#br0" timeOffset="9">25612 16505 8912,'-6'-26'0,"-3"-2"0,-2 0 0,-4-2 0,-2 3 0,-2-1 0,0 6 0,-1 7 0,-5 7 0,-1 8 0,2 0 0,3 0 0,2 2 0,2 6 0,2 10 0,2 5 0,0 11 0,-6-1 0,6 3 0,2 3 0,2 1 0,5 5 0,-7-4 0,9 8 0,-4-4 0,4-4 0,2 4 0,0-4 0,0-3 0,0-6 0,0 0 0,6-8 0,1 4 0,-3 0 0,7-15 0,-9 12 0,4-12 0,-4 4 0,-2 3 0,0-1 0,-8-8 0,3 4 0,-7-7 0,-3 3 0,6-7 0,-8 11 0,4-8 0,-4-1 0,-2-6 0,-1 0 0,7 0 0,1 0 0,7-9 0,-3-10 0,8-11 0</inkml:trace>
  <inkml:trace contextRef="#ctx0" brushRef="#br0" timeOffset="10">25439 16736 8912,'19'-8'0,"-8"-3"0,-3 0 0,-8 3 0,0 16 0,0 5 0,0 6 0,2 5 0,5 2 0,-5 8 0,15-11 0,-4 10 0,-2-10 0,1 3 0,1-3 0,7 3 0,-8-11 0,1 4 0,0-6 0,6 0 0,-8-4 0,6-9 0,-8-2 0,4-5 0,-7-6 0,5-12 0,-7-5 0,9-9 0,-9 7 0,3 0 0,-5 0 0,-2-7 0,0 9 0,0 4 0,0 5 0,0 10 0,0-6 0,8 15 0,-3-4 0,8 12 0,-9 5 0,11 8 0,-9 0 0,9 1 0,-2-1 0,4 0 0,-4-6 0,0 0 0,-7-7 0,7 7 0,-8-9 0,12 13 0,-15-14 0,15 5 0,-4-8 0,-5 0 0,10 0 0,-8-17 0,10-4 0</inkml:trace>
  <inkml:trace contextRef="#ctx0" brushRef="#br0" timeOffset="11">26152 16601 8912,'11'-10'0,"-3"-1"0,-8 4 0,0 5 0,-8-6 0,-3 10 0,-8 4 0,0 5 0,-1 8 0,3 9 0,2 2 0,2 0 0,9 7 0,-5-7 0,9 6 0,0-4 0,9 4 0,2-14 0,8 4 0,2-14 0,5-5 0,-2-5 0,8-2 0,0-11 0,7-8 0,-3-9 0,-4-10 0,-4-9 0,-9-3 0,1-8 0</inkml:trace>
  <inkml:trace contextRef="#ctx0" brushRef="#br0" timeOffset="12">26480 16273 8912,'-11'0'0,"-6"0"0,15 9 0,-7-5 0,9 9 0,0 0 0,0 6 0,0 1 0,0-1 0,9 7 0,4-1 0,-2 7 0,1-6 0,-5 6 0,6-4 0,2 2 0,-7-6 0,3 4 0,-5-9 0,-3-6 0,5-3 0,1-1 0,-7-3 0,6-6 0,-5-10 0,3-10 0,-4-1 0,5-11 0,1 0 0,-1-7 0,8 7 0,-3 0 0,-1 8 0,2-1 0,-7 10 0,7 2 0,-2 6 0,4-3 0,-2 1 0,2 5 0,2 2 0,2 10 0,1 3 0,-1 8 0,0-6 0,3 0 0,3 2 0,-3-7 0,14 3 0,-4-7 0,7 3 0,4-5 0,2-6 0,0-7 0,2-17 0,2-2 0</inkml:trace>
  <inkml:trace contextRef="#ctx0" brushRef="#br0" timeOffset="13">27444 15869 8912,'0'-30'0,"0"2"0,0 8 0,0 1 0,0 0 0,0 8 0,0 3 0,0 25 0,2 2 0,5 15 0,4-2 0,1 3 0,1 1 0,0 3 0,6-1 0,1 1 0,-3-1 0,-2-1 0,-2-5 0,0 4 0,-1-8 0,-1 4 0,-2-6 0,-5-5 0,-2-1 0,-2-1 0,0 0 0</inkml:trace>
  <inkml:trace contextRef="#ctx0" brushRef="#br0" timeOffset="14">27406 16235 8912,'-9'-19'0,"-4"-1"0,3 8 0,-3-1 0,6 8 0,-6-1 0,9-5 0,-2 1 0,12-10 0,7 1 0,13 0 0,6-1 0,4 1 0,3 0 0,-1 0 0,10-1 0,3 1 0,5 0 0,2-3 0,-1-3 0,1 3 0,0-8 0,0 4 0,-9 5 0,7-15 0,-7 6 0</inkml:trace>
  <inkml:trace contextRef="#ctx0" brushRef="#br0" timeOffset="15">28119 15714 8912,'-19'0'0,"6"0"0,0 0 0,3 2 0,-3 5 0,-4-3 0,4 9 0,4-7 0,3 7 0,-3 2 0,3 11 0,-1-2 0,7 8 0,0-2 0,0 2 0,3 4 0,3-4 0,-4 3 0,5-3 0,1 2 0,1-8 0,1-3 0,-5-10 0,3 4 0,-1-17 0,-1 0 0,7-10 0,-7-16 0,1-4 0,-1-2 0,1 0 0,6 0 0,-7-7 0,7 3 0,-5 1 0,3 3 0,2 9 0,0 1 0,0 11 0,2 3 0,-5-5 0,3 7 0,0-1 0,6 9 0,3 5 0,1 3 0,5 3 0,2 0 0,0-9 0,2 3 0,5-5 0,1-2 0,12 0 0,-1-2 0,-2-5 0,0-5 0,-8-12 0,-1-2 0,-8 1 0,-12 5 0,-6 1 0,-5 0 0,-5-1 0,-11 1 0,-3 0 0,-8 6 0,-5 0 0,-3 9 0,-7-3 0,5 5 0,3 2 0,3 9 0,9 2 0,2-1 0,0 7 0,3-6 0,3 8 0,5 1 0,2-1 0,0 0 0,0 1 0,0-8 0,2-1 0,5-2 0,5-5 0,6-2 0,1-2 0,-2-8 0,-4-5 0,4-4 0,-4-3 0,4 1 0,0 0 0,-4-1 0,-4 1 0,-3 6 0,0 0 0,3 3 0,-5-5 0,3 2 0,-1 9 0,3-5 0,-5 18 0,7 3 0,-3 6 0,7-1 0,-2-4 0,4 2 0,3-9 0,-8 7 0,1-7 0,2-1 0,2-3 0,3-2 0,-1 0 0,-6 0 0,0 0 0,-3-9 0,5-6 0,-4-6 0,-2-7 0,-5-2 0,-2-2 0,5-9 0,-1-4 0,0-4 0,-6-9 0,0-2 0,-2-2 0,-4-2 0,4-1 0,-13 16 0,8 4 0,-1 15 0,3 9 0,-1 6 0,0 27 0,6 3 0,0 30 0,0 5 0,0 8 0,2 6 0,4 0 0,5 3 0,8-3 0,0-6 0,1 2 0,-1-7 0,0-10 0,7 2 0,0-13 0,-3-6 0,-1-5 0,-3-4 0,0-4 0,-8-4 0,-11-26 0,-11-5 0</inkml:trace>
  <inkml:trace contextRef="#ctx0" brushRef="#br0" timeOffset="16">29045 15406 8912,'-19'0'0,"6"-7"0,2-1 0,3-3 0,1 7 0,12-7 0,7 5 0,12-14 0,21-12 0,24-15 0,-24 19 0,4-2 0,8-5 0,4-3 0,7-5 0,3-1 0,4-4 0,0-3 0,2-7 0,0 0 0</inkml:trace>
  <inkml:trace contextRef="#ctx0" brushRef="#br0" timeOffset="17">30357 14712 8912,'0'-20'0,"0"1"0,0-2 0,0-3 0,0-2 0,0 3 0,-7 8 0,1 2 0,1-2 0,3-2 0,2 15 0,0 8 0,0 20 0,0 12 0,9 3 0,4 8 0,4-1 0,2 5 0,0-1 0,1-5 0,-1 2 0,0-6 0,1 2 0,-1 0 0,-6-13 0,-3 0 0,-1 2 0,-3-6 0,-6 0 0,0-9 0,0 1 0</inkml:trace>
  <inkml:trace contextRef="#ctx0" brushRef="#br0" timeOffset="18">30241 15059 8912,'13'0'0,"0"0"0,2-9 0,10-4 0,5-4 0,9-2 0,-1 0 0,7-3 0,0-4 0,7 3 0,-7-9 0,-2-2 0,-3-3 0,-1-1 0</inkml:trace>
  <inkml:trace contextRef="#ctx0" brushRef="#br0" timeOffset="19">30704 14577 8912,'-11'-20'0,"-4"1"0,9 0 0,-1 8 0,7 5 0,0 12 0,0 7 0,0 13 0,9 4 0,-5 10 0,7 3 0,-3 2 0,7 9 0,-10-13 0,7 4 0,-5-5 0,6-1 0,-7-1 0,7 1 0,-7-9 0,7-4 0,-8-11 0,1-3 0,-4-7 0,5-5 0,-1-13 0,0-11 0,-6-1 0,0-8 0,0 8 0,0 1 0,0 3 0,0 8 0,0 0 0,0 9 0,3-11 0,3 8 0,5 1 0,8 6 0,0 0 0,1 0 0,-1 0 0,9 0 0,4 0 0,4 0 0,3 0 0,-1-9 0,1-3 0,0-6 0,-1-1 0,1-7 0,-3 1 0,-4 1 0,-12-6 0,-5 9 0,-9-5 0,-2-2 0,-10 2 0,-5 9 0,-10 11 0,-5 4 0,5 2 0,-14 8 0,10 5 0,1 11 0,11 1 0,-2 10 0,9-3 0,1 4 0,12-6 0,6 5 0,12-10 0,8-1 0,12-3 0,4-10 0,11-7 0,4-8 0,13-15 0,3-13-1743,3-13 1743,-12 4 0,4-17 0,-9 0 0,-4-10 0,-6-7 0</inkml:trace>
  <inkml:trace contextRef="#ctx0" brushRef="#br0" timeOffset="20">25304 18375 8912,'0'-13'0,"0"0"0,0-2 0,0-2 0,-3-2 0,-1-2 0,-2-5 0,-7 4 0,4-3 0,1 1 0,-1-2 0,1 5 0,3-5 0,-1 5 0,2 2 0,-7 8 0,9-6 0,0 17 0,12 0 0,5 11 0,7 6 0,10 2 0,-2 9 0,6 4 0,-4 4 0,5-6 0,-9 7 0,4-5 0,2-4 0,-8-3 0,0-3 0,-7-3 0,-6-6 0,0 0 0,-9-9 0,4-6 0,-8-17 0,0-16 0,0-10 0,-8-8 0,-5 1 0,2-3 0,-2-3 0,3 2 0,-3 5 0,4 4 0,9 8 0,0 16 0,0 3 0,2 14 0,5-1 0,10 7 0,9 7 0,8 6 0,-2 12 0,2-3 0,-1 4 0,12-5 0,-5-2 0</inkml:trace>
  <inkml:trace contextRef="#ctx0" brushRef="#br0" timeOffset="21">26114 17932 8912,'-9'-11'0,"-2"2"0,-8 3 0,-2 0 0,-5 1 0,4 3 0,-5 2 0,7 0 0,1 0 0,6 9 0,2 4 0,3 4 0,1 2 0,7 7 0,0-1 0,0 1 0,0-7 0,0 1 0,0-1 0,3-2 0,3-4 0,-2-5 0,9-8 0,0 0 0,6 0 0,-6-8 0,0-5 0,-2-4 0,2-2 0,4-3 0,-7-1 0,1-3 0,6 0 0,-12 7 0,7 0 0,-5 2 0,6 4 0,-7-2 0,7 8 0,-9 1 0,13 6 0,-4 0 0,-2 8 0,2 5 0,2 4 0,11 3 0,-5-1 0,5 0 0,-5-6 0,-2 0 0,1-7 0,-1 7 0,-6-8 0,0 1 0,0-4 0,4-4 0,-4-4 0,2-5 0,-9-8 0,0-9 0,-6-2 0</inkml:trace>
  <inkml:trace contextRef="#ctx0" brushRef="#br0" timeOffset="22">26249 17488 8912,'12'-11'0,"1"5"0,-8-5 0,3 1 0,-8-1 0,7 11 0,-1 13 0,9 12 0,-2 8 0,4-14 0,2-2 0</inkml:trace>
  <inkml:trace contextRef="#ctx0" brushRef="#br0" timeOffset="23">26441 17758 8912,'20'39'0,"-1"-1"0,0 1 0,1-7 0,-1 0 0,-6-10 0,0-3 0,-1-8 0,-1-11 0,6 0 0,-15-11 0,5-8 0,-3-3 0,0-10 0,3-2 0,-1-3 0,-8-1 0,-2-1 0,-3 1 0,-8-1 0,13 7 0,-4 0 0,-3 8 0,3-2 0,-3 7 0,3 6 0,4-4 0,-7 17 0,9 0 0,9 0 0,-1 17 0,5-4 0,4 4 0,-4 3 0,4-1 0,5-2 0,3-4 0,-12 4 0,13-15 0,-13 5 0,4-5 0,-6-2 0,6 0 0,-4 0 0,-5 0 0,3-2 0,-7-5 0,3-6 0,-1 5 0,-6-9 0,0 4 0,0 2 0,0-2 0,0 7 0,0-7 0,0 9 0,0-14 0,0 16 0,9-6 0,1 8 0,10 0 0,-1 0 0,0 0 0,3 6 0,3 1 0,-1-1 0,8-6 0,-6 0 0,6 0 0,-6-9 0,6-3 0,-2-6 0,2-1 0,-4 0 0,-9 0 0,-8-7 0,-5 0 0,3-6 0,-3 6 0,-1 1 0,-12 5 0,-6 8 0,-12-1 0,3 8 0,-4-1 0,11 4 0,3 2 0,1 2 0,-2 4 0,4 5 0,9 8 0,0 1 0,0-1 0,9 0 0,4 1 0,6-1 0,7 0 0,-3-2 0,10-4 0,1-6 0,2-5 0,9-2 0,0 0 0,0-17 0,-6-5 0,-1-16 0</inkml:trace>
  <inkml:trace contextRef="#ctx0" brushRef="#br0" timeOffset="24">28312 16640 8912,'20'0'0,"-10"0"0,-1 0 0,-11 0 0,-5 2 0,-6 2 0,-2 5 0,3 2 0,-6 1 0,6 8 0,1 5 0,0 3 0,3 2 0,1 0 0,7 4 0,0-1 0,0-3 0,0 2 0,9-4 0,4-9 0,4-8 0,2-3 0,0-8 0,3-2 0,3-4 0,3-14 0,4-12 0,3-13 0,-10-6 0,-1 2 0,-11-3 0,2 9 0,-9-2 0,-1 7 0,-12 6 0,-12 4 0,-13 8 0,-5 3 0,-1 4 0,-1 5 0,1 8 0,1 8 0,5 5 0,4 7 0,9 5 0,2-1 0,4 8 0,4-6 0,9 6 0,2-11 0,5-1 0,4-10 0,16-1 0,3 2 0</inkml:trace>
  <inkml:trace contextRef="#ctx0" brushRef="#br0" timeOffset="25">29122 16139 8912,'9'-11'0,"-7"-6"0,4 4 0,-3-4 0,-3 6 0,0-6 0,-9 15 0,0-5 0,-3 14 0,3 6 0,9 12 0,-6 7 0,-1 13 0,1-2 0,6 9 0,8-1 0,5 7 0,-2 0 0,2 0 0,0-3 0,6-3 0,7 1 0,-1-8 0,1 0 0,-7-6 0,-6-9 0,0-5 0,-9-3 0,5-11 0,-26-20 0,-5-12 0</inkml:trace>
  <inkml:trace contextRef="#ctx0" brushRef="#br0" timeOffset="26">28987 16563 8912,'-19'10'0,"0"-3"0,-1 1 0,1-1 0,8-1 0,11-6 0,22-2 0,16-4 0,12-16 0,14-16 0,7-3 0,12-10 0,-3 8-526,3-2 1,-12 4-1,-5 2 1</inkml:trace>
  <inkml:trace contextRef="#ctx0" brushRef="#br0" timeOffset="27">27020 18163 8912,'0'13'0,"0"0"0,0 2 0,0 2 0,0 2 0,0-4 0,0 2 0,0 5 0,2-1 0,5 1 0,5-3 0,6 0 0,1 7 0,2 0 0,5-3 0,2-4 0,6-4 0,-2-2 0,-8-8 0,2 1 0,-5-4 0,-2-2 0,1 0 0</inkml:trace>
  <inkml:trace contextRef="#ctx0" brushRef="#br0" timeOffset="28">27502 18144 8912,'9'10'0,"-5"5"0,7-4 0,-3 6 0,-1-2 0,-1 15 0,3-4 0,1 6 0,5 5 0,9 10 0,2 4 0,2 3 0,-3-3 0,-1 3 0,6-7 0,-2 2 0,6-15 0,-21 9 0,0-17 0,-9-7 0,-4-6 0,0-9 0,0 5 0</inkml:trace>
  <inkml:trace contextRef="#ctx0" brushRef="#br0" timeOffset="29">27464 18298 8912,'10'-13'0,"-3"0"0,1 7 0,-1-7 0,-1 0 0,-4-8 0,5-5 0,3 5 0,12-16 0,4 5 0,4-4 0,8-3 0,1 9 0,-1 7 0,1 8 0,-1 6 0,-1 9 0,-5 0 0,-6 17 0,-13 9 0,-5 10 0,-8 9 0,0-2 0,0 8 0,-2-8 0,-4 2 0,1 2 0,-8-2 0,9-2 0,-2-11 0,-5-4 0,9-8 0,-7-1 0</inkml:trace>
  <inkml:trace contextRef="#ctx0" brushRef="#br0" timeOffset="30">28081 18144 8912,'-19'10'0,"-1"1"0,1-4 0,0-3 0,2 9 0,4 2 0,-5 2 0,16 2 0,-4 0 0,6 3 0,6 4 0,-1-5 0,7 3 0,4-9 0,1 2 0,2-9 0,0 5 0,1 4 0,-1-15 0,0 5 0,-2-7 0,-4-7 0,4 3 0,-6-9 0,0-2 0,6 7 0,-9-9 0,5 4 0,2-4 0,-8-3 0,1 7 0,-1 1 0,-5-1 0,6-7 0</inkml:trace>
  <inkml:trace contextRef="#ctx0" brushRef="#br0" timeOffset="31">28235 18221 8912,'2'11'0,"5"-5"0,-5-4 0,6-2 0,-8-2 0,0-4 0,0 3 0,0-5 0,0 8 0,9 0 0,4 0 0,-2 0 0,1 0 0,1 2 0,7 4 0,-1 5 0,0 8 0,0 1 0,-6-7 0,0-1 0,-9 1 0,5 7 0,-9-10 0,0-1 0,-2-11 0,-2-5 0,-3-6 0,-8-12 0,13 3 0,-4-3 0,1-3 0,-1 2 0,4-2 0,-5 2 0,5 5 0,2-5 0,9 5 0,-1 2 0,5-1 0,4 8 0,-4-1 0,-2 6 0,2-6 0,0 1 0,6-8 0</inkml:trace>
  <inkml:trace contextRef="#ctx0" brushRef="#br0" timeOffset="32">28640 17816 8912,'0'-13'0,"0"0"0,0 7 0,0-7 0,0 9 0,0-5 0,0 9 0,2 9 0,3 4 0,1 4 0,9 11 0,-6 4 0,3 13 0,6-5 0,-6 5 0,6-4 0,1-2 0,0-1 0,0 1 0,-6-3 0,-2-4 0,-2-6 0,-3-5 0,-6-1 0,0-1 0</inkml:trace>
  <inkml:trace contextRef="#ctx0" brushRef="#br0" timeOffset="33">28524 18047 8912,'11'-8'0,"-2"6"0,-1-7 0,-6 9 0,9-2 0,-4-4 0,3 3 0,10-3 0,-1 2 0,0-3 0,9 3 0,4-9 0,5 0 0,1-6 0,-1 2 0,-5 4 0,-4-4 0,-9 4 0,0 4 0,0 3 0,-8-5 0,-2 9 0,-9-6 0,0 10 0,0 4 0,0-2 0,0 9 0,0 2 0,0 2 0,0 3 0,0-1 0,0 0 0,6-6 0,1 0 0,8-9 0,-3 3 0,-1-5 0,2-2 0,-7 0 0,7 0 0,0 0 0,0-2 0,0-5 0,-7 3 0,7-9 0,-9 9 0,5-13 0,0 15 0,-7-7 0,15 18 0,-9 1 0,5 10 0,4 1 0,-4 5 0,-2-5 0,2 5 0,-9 2 0,3-3 0,-5 1 0,-2-7 0,0 7 0,0 0 0,0-9 0,-9 0 0,-2-6 0</inkml:trace>
  <inkml:trace contextRef="#ctx0" brushRef="#br0" timeOffset="34">29103 17199 8912,'11'-30'0,"-3"2"0,-8 9 0,0 10 0,0 9 0,0 17 0,0 13 0,0 9 0,0 8 0,0 5 0,2 3 0,5 3 0,6 0 0,-5 0 0,16 6 0,-5 0 0,5-2 0,-5-10 0,0 4 0,1-16 0,-1 7 0</inkml:trace>
  <inkml:trace contextRef="#ctx0" brushRef="#br0" timeOffset="35">30279 17469 8912,'-2'-11'0,"-4"5"0,-9 4 0,-7 2 0,-3 0 0,-3 2 0,4 4 0,-1 9 0,1 9 0,3 8 0,1 13 0,3 4 0,4 9 0,7 0 0,4 0 0,10-3 0,5-1 0,4-3 0,9-16 0,2-5 0,2-13 0,4-11 0,3-4 0,8-6 0,0-9 0,-3-4 0,-9-21 0,3-5 0,-15-15 0,7 0 0</inkml:trace>
  <inkml:trace contextRef="#ctx0" brushRef="#br0" timeOffset="36">30414 17527 8912,'-8'25'0,"-5"1"0,2 0 0,-2-7 0,3 0 0,-3 1 0,-2 8 0,8 4 0,1 4 0,6 3 0,2-3 0,5-4 0,3 3 0,10-10 0,5-1 0,1-11 0,6-5 0,-6-8 0,6 0 0,-6 0 0,-1-10 0,-5-10 0,-3-1 0,-4-11 0,2 0 0,-9-7 0,1 0 0,-7 1 0,-3 6 0,-3 0 0,-7 8 0,-13-2 0,5 5 0,-5 2 0,3 8 0,-3 4 0,5 5 0,-5 2 0,4 0 0,5 2 0,4 5 0,5-3 0,8 9 0,0-9 0,8 5 0,3-9 0</inkml:trace>
  <inkml:trace contextRef="#ctx0" brushRef="#br0" timeOffset="37">30607 17199 8912,'-8'-19'0,"-5"-1"0,-4 1 0,6 8 0,2 3 0,9 16 0,0 12 0,0 12 0,9 4 0,4 3 0,-2-1 0,1 1 0,1 2 0,7 4 0,-3-11 0,-4 4 0,4-5 0,-4-1 0,4-4 0,2-9 0,-6-2 0,0-4 0,0-5 0,4-10 0,-4-4 0,2-5 0,-9-8 0,7-9 0,-7-4 0,1-5 0,-7-1 0,0-1 0,0 1 0,0 6 0,0 0 0,0 6 0,0-6 0,-9 8 0,7-4 0,-15 18 0,15 10 0,-5 12 0,5 14 0,2 6 0,9 5 0,4 1 0,-3 1 0,3-1 0,2-6 0,11 1 0,-5-10 0,5 3 0,-2-11 0,1-2 0,-3-9 0,3 2 0,-1-12 0,2-7 0,-5-4 0,5-2 0,-5-7 0,-1 0 0,-1-6 0,0 7 0,0-8 0,1 8 0,-1-10 0,0 5 0</inkml:trace>
  <inkml:trace contextRef="#ctx0" brushRef="#br0" timeOffset="38">31302 17180 8912,'0'-11'0,"-3"-4"0,-3 9 0,4-9 0,-15 12 0,15-14 0,-7 15 0,9-6 0,0 10 0,0 4 0,2-2 0,5 9 0,1 0 0,5 6 0,4 1 0,-4-1 0,4-6 0,2 0 0,-1-7 0,-6 7 0,6-9 0,-6 3 0,6-5 0,1-2 0,0 0 0,-2-2 0,-4-5 0,2-3 0,-8-10 0,1-5 0,-1-1 0,-5-6 0,4 6 0,-2-2 0,3 2 0,-5 5 0,7-7 0,-9 9 0,0 8 0,0 3 0,0 10 0,0 4 0,0 5 0,2 8 0,4 0 0,-4 1 0,5-1 0,1 0 0,-1 1 0,1-3 0,-3-2 0,1-2 0,0-9 0,-6 13 0,0-13 0,0 9 0,0-9 0,9 5 0,-7-11 0,5-5 0,-5-3 0,-2-10 0,0-5 0,0-1 0,2-6 0,4 6 0,-4-2 0,5 3 0,1 3 0,-1-4 0,1 7 0,-1 6 0,-5-4 0,15 9 0,-4-5 0,4 6 0,2 14 0,1-3 0,-1 9 0,0 0 0,1 6 0,1 0 0,5 1 0,-5-3 0,5-4 0,-5-3 0,-1-3 0,-1-5 0,0 4 0,0-4 0,1-2 0,-3-8 0,-4-5 0,-3-4 0,-3-2 0,-5-1 0,4 1 0,-1 0 0,1-1 0,-4 1 0,5 0 0,-5 0 0,-2-1 0,0 8 0,0-1 0,0 6 0,0-6 0,0 9 0,0-4 0,0 8 0,2 0 0,4 0 0,-3 0 0,7 0 0,-3 0 0,-3 0 0,9 0 0,-7 0 0,7 0 0,-6 0 0,5 0 0,-5 0 0,6 0 0,0 0 0,6 0 0,0 0 0,0 0 0,1 0 0,-1 0 0,-6-7 0,0 1 0,-3-3 0,3 3 0,4 4 0,-6-7 0,8 0 0,1 7 0,-1-15 0,0 6 0</inkml:trace>
  <inkml:trace contextRef="#ctx0" brushRef="#br0" timeOffset="39">29874 18626 8912,'-8'17'0,"-3"-2"0,0-2 0,-6-9 0,4 3 0,5-5 0,1-4 0,16-7 0,8-8 0,7-7 0,8-10 0,-6 2 0,8 2 0,-2-2 0,-2 2 0,0-5 0,-2 3 0,-2 9 0,-1-5 0,1 11 0,-2 4 0,-12-4 0,6 15 0,-8-7 0,-8 18 0,-4 1 0,-17 10 0,0-1 0</inkml:trace>
  <inkml:trace contextRef="#ctx0" brushRef="#br0" timeOffset="40">30009 18780 8912,'-19'2'0,"0"5"0,0-5 0,-1 15 0,3-13 0,4 9 0,5-9 0,16 5 0,5-9 0,13-9 0,6-4 0,11-4 0,2-2 0,0-9 0,-7-4 0,1 4 0,0 3 0,-3 3 0,-4 3 0,-4 0 0,-9-1 0,-6 7 0,0 1 0,-9 7 0,5-3 0,-9 8 0,0 0 0,0 8 0,0-6 0,8 7 0,3-9 0</inkml:trace>
  <inkml:trace contextRef="#ctx0" brushRef="#br0" timeOffset="41">30839 18298 8912,'10'0'0,"-1"0"0,-9-9 0,0 7 0,0-4 0,2 10 0,2 5 0,3 1 0,8 3 0,-2 7 0,4-1 0,-4 0 0,0 0 0,2 1 0,2-1 0,2 0 0,-6-8 0,0-5 0,0-3 0,6-3 0</inkml:trace>
  <inkml:trace contextRef="#ctx0" brushRef="#br0" timeOffset="42">31379 18124 8912,'-2'13'0,"-5"0"0,5-9 0,-7 7 0,9-4 0,0 3 0,0 10 0,7 5 0,-1 1 0,9 6 0,-2-6 0,4 6 0,3-6 0,5 8 0,1-2 0,0-2 0,-7 2 0,0-8 0,1 2 0,-10-5 0,7-2 0,-6 1 0</inkml:trace>
  <inkml:trace contextRef="#ctx0" brushRef="#br0" timeOffset="43">31244 18259 8912,'-20'9'0,"1"-7"0,0 5 0,0-5 0,1-4 0,6-5 0,3 5 0,11-15 0,5 4 0,14-4 0,18-2 0,1-7 0,12 0 0,-7 0 0,6 7 0,-8 6 0,2 1 0,-4 7 0,-3-1 0,-8 4 0,-6 4 0,-9 4 0,2 5 0,-15 10 0,2 5 0,-8 6 0,-7 5 0,-1 3 0,-1 5 0,0-2 0,-6 9 0,-1-1 0,1 7 0,0-11 0,-1-8 0,1-3 0,0-10 0,6-3 0,0-10 0,9-4 0,-3-11 0,14-5 0,4-12 0,10-11 0,5-9 0,-5-1 0,5-5 0,-3 10 0,3-3 0,-7 6 0,1-1 0,-1 3 0,-6 5 0,-2 10 0,1-5 0,-7 14 0,3-3 0,-8 9 0,0 0 0,0 9 0,9-7 0,-7 15 0,7-6 0,-7 2 0,4 0 0,-4 0 0,7-1 0,-7-1 0,4-2 0,-3-3 0,7-6 0,-3 0 0,-3 0 0,9 0 0,2 0 0,2-2 0,2-4 0,1 1 0,-1-8 0,0-8 0,0 0 0,3-5 0,4 4 0,-5-5 0,0 5 0,-8-4 0,0 5 0,-2 2 0,-3 8 0,-10 2 0,-4 9 0,2 7 0,-9-1 0,6 9 0,-6-2 0,9 4 0,-13 3 0,15-8 0,-5 1 0,5-8 0,2 5 0,0-3 0,0-5 0,2 4 0,5-12 0,-3 2 0,9-9 0,-9-2 0,3-11 0,1 2 0,-1-8 0,6 0 0,-7-6 0,-2-1 0,-2 1 0,-2-1 0,0 0 0,0 3 0,0 4 0,0 4 0,0 9 0,0-1 0,0 10 0,3 3 0,3 14 0,-2 3 0,9 10 0,0 5 0,6 1 0,1 8 0,-1-1 0,0-6 0,0-1 0,1 0 0,-1-7 0,0 3 0,1-16 0,-1 0 0,0-6 0,0 0 0,3-4 0,4-9 0,-5 0 0,7-23 0,-9 4 0,0-5 0,1-1 0,-3-1 0,-4 1 0,2-1 0,-9 1 0,1 5 0,-7 1 0,0 9 0,0 3 0,0 3 0,0 17 0,0 0 0,0 2 0,0 11 0,0 0 0,6 6 0,0 1 0,9-1 0,-12 0 0,3 1 0,3-8 0,-3 1 0,7 0 0,-7 6 0,-1 1 0,5-1 0,-5 0 0,5 1 0,-1-1 0,4 0 0,-7 0 0,7 1 0,-7-1 0,9-8 0,-12 6 0,3-4 0,-2-5 0,3-1 0,-5 3 0,6-7 0,-10 5 0,-4-8 0,-5 0 0,-8 0 0,0 0 0,-1 0 0,1 0 0,0-8 0,-1-3 0,3-8 0,4-1 0,-4 1 0,15 0 0,-4-1 0,4 1 0,2 0 0,0-9 0,0-2 0,0-9 0</inkml:trace>
  <inkml:trace contextRef="#ctx0" brushRef="#br0" timeOffset="44">32844 17604 8912,'13'0'0,"0"0"0,-9 0 0,5 0 0,-9 0 0,2 0 0,5 0 0,-3 0 0,9 0 0,0 0 0,6-9 0,0-1 0,0-10 0</inkml:trace>
  <inkml:trace contextRef="#ctx0" brushRef="#br0" timeOffset="45">33095 17507 8912,'0'11'0,"-8"-2"0,3-9 0,-7 0 0,7-2 0,-1-5 0,4-4 0,2-8 0,0-9 0,0 7 0,0-7 0</inkml:trace>
  <inkml:trace contextRef="#ctx0" brushRef="#br0" timeOffset="46">33076 16813 8912,'-9'17'0,"-3"-4"0,3-4 0,0-9 0,9 8 0,0 5 0,0 4 0,3 5 0,3 4 0,5-5 0,8 15 0,0-3 0,1 3 0,-1 0 0,0-3 0,0-6 0,1-7 0</inkml:trace>
  <inkml:trace contextRef="#ctx0" brushRef="#br0" timeOffset="47">33365 16717 8912,'0'19'0,"0"1"0,0 1 0,0 5 0,0 12 0,2 20 0,5 13 0,4 6 0,6 4 0,-4 3 0,12-9 0,-3-9 0</inkml:trace>
  <inkml:trace contextRef="#ctx0" brushRef="#br0" timeOffset="48">33404 16640 8912,'0'19'0,"-2"3"0,-3 1 0,-3 5 0,-1 2 0,1 4 0,1 5 0,-1 6 0,6 4 0,-3 9 0,10 0 0,5 0 0,12-3 0,1-1 0,3-7 0,-2-6 0,6-16 0,0-16 0</inkml:trace>
  <inkml:trace contextRef="#ctx0" brushRef="#br0" timeOffset="49">33230 16948 8912,'0'-13'0,"0"1"0,-8-1 0,6 2 0,-7 2 0,3 12 0,-1 3 0,1 7 0,6 13 0,0-3 0,0 9 0,2 5 0,4 6 0,-4-3 0,16 10 0,-6-5 0,6 6 0,1 5 0,0 2 0,0-1 0,1 1 0,-1-2 0,0-5 0,7-6 0,0-13 0,-1-6 0,-5-13 0,-1-7 0,-8-14 0,-5-11 0,-4-9 0,-2-19 0,0-3 0</inkml:trace>
  <inkml:trace contextRef="#ctx0" brushRef="#br0" timeOffset="50">33211 17295 8912,'0'20'0,"0"-1"0,0 0 0,0 1 0,0-1 0,-6-6 0,-1 0 0,3-11 0,10-2 0,11-9 0,9-10 0,17-9 0,-9-2 0,18-11 0,1-4 0,12-13 0,3-10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88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4261 12818 8912,'-8'11'0,"-3"-3"0,-1-8 0,-1 0 0,9 0 0,-4 0 0,8 0 0,0 0 0,8 0 0,5 0 0,3 0 0,12 0 0,3 0 0,5 0 0,10-2 0,6-4 0,9-7 0,6 5 0,8-7 0,1 9-133,-9-9 0,6 5 1,-6-9-1</inkml:trace>
  <inkml:trace contextRef="#ctx0" brushRef="#br0" timeOffset="1">4261 15363 8912,'11'0'0,"-3"-8"0,-8 5 0,0-5 0,0 0 0,-8 6 0,6-7 0,-5 9 0,14 0 0,-3 0 0,8 0 0,3 0 0,2 0 0,10 0 0,9 0 0,8 0 0,14 0 0,-1 0 0,20 0 0,1 0 0</inkml:trace>
  <inkml:trace contextRef="#ctx0" brushRef="#br0" timeOffset="2">4035 17154 8912,'2'10'0,"2"-2"0,2 1 0,9-7 0,-2 4 0,3-4 0,3-2 0,0 0 0,0 0 0,0-2 0,0-4 0,0 4 0,2-9 0,4 5 0,-2 4 0,10-4 0,7 4 0,0-5 0,10 1 0,0 0 0,7 6 0,0-2 0,-1-5 0,1 5 0,-1-6 0</inkml:trace>
  <inkml:trace contextRef="#ctx0" brushRef="#br0" timeOffset="3">6637 11084 8912,'-2'-13'0,"-2"1"0,-3-3 0,1 1 0,-2 1 0,5-4 0,-3 5 0,4-5 0,2 4 0,0 1 0,0-3 0,0 7 0,0-1 0,0 1 0,0 6 0,0 8 0,2 15 0,4 6 0,-3 7 0,3 10 0,-4 6 0,-2 7 0,0 5 0,8 5 0,-6 11 0,5 4 0,-11 4-1653,-3 8 1653,-16 0 0,2-8 0,-16-2 0</inkml:trace>
  <inkml:trace contextRef="#ctx0" brushRef="#br0" timeOffset="4">12444 11272 8912,'8'-10'0,"-3"2"0,5 6 0,-2-5 0,5 3 0,-5-6 0,1-1 0,-1 1 0,-2 3 0,-6-5 0,0 8 0,0-7 0,0 5 0,0 4 0,-2-7 0,-4 9 0,4 0 0,-6 0 0,8 0 0,0 0 0,-9 0 0,7 0 0,-6 0 0,8 0 0,0 9 0,0 1 0,0 9 0</inkml:trace>
  <inkml:trace contextRef="#ctx0" brushRef="#br0" timeOffset="5">12463 11480 8912,'0'84'0,"-6"-3"0,-3 11 0,-1 5 0,-5 3 0,-10 1 0,7-49 0,-2 1 0,-4 3 0,0 1 0</inkml:trace>
  <inkml:trace contextRef="#ctx0" brushRef="#br0" timeOffset="6">11388 7239 8912,'0'12'0,"0"1"0,0 1 0,0-5 0,0-9 0,2-9 0,5-3 0,-5 3 0,8 7 0,-4-2 0,7-2 0,-3 0 0,3 6 0,0 0 0,5-7 0,1 1 0,2 0 0,4 6 0,-2-2 0,9-5 0,-1 3 0,7-8 0,6 5 0,0-5 0,6 6 0,-6-7 0,7 9 0,-7-3 0,0-1 0,-7 2 0,1 0 0,0 6 0,-1 0 0,1 0 0,-9 0 0,-1 0 0,-1 0 0,-6 0 0,8 0 0,-4 0 0,-4 0 0,4 0 0,5 0 0,1 0 0,5 0 0,1 0 0,1 6 0,0 0 0,6 0 0,0-6 0,6 7 0,-6-1 0,6 0 0,-6-6 0,7 0 0,-7 0 0,-2 0 0,-3 0 0,-7 0 0,-1 0 0,3 0 0,1 0 0,-3 0 0,-1 0 0,-6 0 0,7 0 0,-1-2 0,7-4 0,2 4 0,4-5 0,-2 5 0,8 2 0,2 0 0,-6-8 0,3 6 0,-5-4 0,-3 1 0,10-1 0,-9 4 0,2-4 0,-5 2 0,-1-3 0,8 5 0,4-4 0,-1 4 0,1 2 0,-6-6 0,6-1 0,-4 1 0,11 6 0,-11 0 0,8 0 0,-5 0 0,-5 0 0,-7 0 0,1 0 0,0 0 0,-1 0 0,-5-2 0,-1-2 0,3-3 0,1 1 0,3 6 0,0 0 0,0 0 0,-1 0 0,9-6 0,5 0 0,-5-1 0,-2 7 0,2 0 0,-2 0 0,2 0 0,-2 0 0,-11 0 0,5 2 0,-2 5 0,-9-5 0,2 15 0,-4-5 0,-4-1 0,5 1 0,-6-1 0,-1 1 0,2-1 0,4-5 0,-4-2 0,4 9 0,-4-9 0,-2 2 0,9-4 0,3-2 0,-2 0 0,3 0 0,-7 0 0,6 0 0,1 0 0,5 0 0,1 0 0,0 0 0,6 0 0,0 0 0,0 0 0,-6 0 0,-3 0 0,-3 0 0,3 0 0,-3 0 0,-3 0 0,2 0 0,-1 0 0,1 0 0,-2 0 0,-3 0 0,-3 0 0,8 0 0,3 0 0,-7 0 0,2 0 0,-4 0 0,2 0 0,5 0 0,4 0 0,-5 0 0,-2 0 0,3 0 0,-7 0 0,4 0 0,-2 0 0,7 0 0,-11 0 0,8 0 0,1 0 0,6 0 0,-1 0 0,1 0 0,0 0 0,-1 0 0,7 0 0,0 0 0,0-6 0,-6 0 0,0-1 0,-1 7 0,1 0 0,0 0 0,-2 0 0,-5 0 0,2 0 0,-7 0 0,5 0 0,-6 0 0,-2 0 0,-2 0 0,-2 2 0,2 3 0,4 1 0,-4 0 0,6-6 0,-8 0 0,0 0 0,0 0 0,2 0 0,4 0 0,-4 2 0,4 5 0,-2-5 0,2 4 0,-4-4 0,4-2 0,3 0 0,-3 0 0,6 0 0,-6 0 0,9 0 0,-3 0 0,3 0 0,-3 0 0,3 0 0,-9 0 0,6 2 0,-6 4 0,7-3 0,-7 3 0,2-4 0,-2-2 0,-4 0 0,6 0 0,1 0 0,-7 0 0,6 0 0,-8 0 0,2 0 0,4 0 0,-4 0 0,4 0 0,-4 0 0,-2 0 0,6 0 0,0 0 0,6 0 0,-5 0 0,5 0 0,-6 0 0,9 6 0,-3 1 0,3-1 0,-3-6 0,3 0 0,-9 0 0,8 0 0,-1 0 0,3 0 0,3 0 0,-7 0 0,1 0 0,1 0 0,3 0 0,2 0 0,-3 0 0,-3 0 0,3 0 0,-5 0 0,5 0 0,-3 0 0,3 0 0,-5 0 0,7 0 0,1 0 0,0 0 0,-1 0 0,1 0 0,0 0 0,0 0 0,-7 0 0,-2 2 0,-1 4 0,5-4 0,-10 7 0,6-9 0,-1 0 0,-3 0 0,0 0 0,0 0 0,0 0 0,-6 0 0,6 0 0,0 0 0,3 0 0,-3 0 0,4 0 0,9 0 0,-1 0 0,1 0 0,0 0 0,0 0 0,8 0 0,4 0 0,-4 0 0,-2 0 0,-4 0 0,-2 0 0,1 0 0,5 0 0,-10-2 0,4-5 0,-7 5 0,3-4 0,-3 4 0,0 2 0,1-2 0,-1-5 0,-6 5 0,7-4 0,-1 4 0,7 2 0,0-2 0,-1-4 0,-5 3 0,-1-3 0,1 4 0,5 2 0,-5 0 0,-1 0 0,-6-6 0,7 0 0,-9-1 0,2 7 0,-4 0 0,-2 0 0,0 0 0,-1 0 0,1 0 0,-6 0 0,-1 0 0,-7 0 0,3 0 0,0 0 0,-6 0 0,7 0 0,-9 0 0,0 0 0,-9 0 0,5 2 0,-8 5 0,-9 3 0,-9 9 0</inkml:trace>
  <inkml:trace contextRef="#ctx0" brushRef="#br0" timeOffset="7">1640 7785 8912,'0'-19'0,"0"1"0,0-1 0,-2 0 0,-4 0 0,4 9 0,-7 1 0,9 11 0,0 5 0,0 5 0,0 5 0,9 2 0,-5 0 0,9-1 0,-1 1 0,7 0 0,2 2 0,4 4 0,-2-2 0,9 9 0,1-1 0,9 7 0,2-1 0,8 10 0,-29-24 0,3 2 0</inkml:trace>
  <inkml:trace contextRef="#ctx0" brushRef="#br0" timeOffset="8">2206 8294 8912,'40'44'0,"4"0"0,-4 9 0,14-14 0,-4 5 0,-4 2 0,-2-2 0,-4-2 0,-2-10 0,-2 3 0,-5-5 0,-6-1 0,4 7 0,-8-9 0,5 6 0,-6-1 0,-1-1 0,0-2 0,0-3 0,0-5 0,-9-11 0,-1-2 0</inkml:trace>
  <inkml:trace contextRef="#ctx0" brushRef="#br0" timeOffset="9">2922 9048 8912,'0'11'0,"0"-1"0,0-4 0,0-3 0,0 5 0,0-8 0,9 8 0,-7-6 0,6 7 0</inkml:trace>
  <inkml:trace contextRef="#ctx0" brushRef="#br0" timeOffset="10">2979 9011 8912,'0'-28'0,"0"-3"0,8-5 0,5-1 0,10-7 0,2 0 0,9-9 0,1 5 0,9-8 0,2-7 0,-2 0 0,-4-6 0,4 4 0,-4-2 0,-2-2 0,-1 2 0,-1 4 0,-5 4 0,5 11 0,-9 6 0,3 15 0,-12 8 0,1 4 0,-8 5 0,8-1 0,0 5 0,-1 4 0,1-6 0,0 8 0,0 0 0,0 2 0,0 4 0,-1-2 0,1 9 0,2-1 0,4 7 0,-2 8 0,9 5 0,-1 6 0,7 6 0,0 0 0,-1 12 0,-5-4 0,-1 11 0,7 2 0,6-2 0,-4-2 0,-2-11 0,-3 5 0,15-5 0,1-4 0,5-2 0,7-6 0,0-7 0,6-4 0,-6-8 0,0-9 0,-7-3 0,-1-5 0,-5-2 0,-2 0 0,-4 0 0,-6-6 0,0-1 0,6-7 0,-7 1 0,7-6 0,0-6 0,-2 4 0,9-4 0,-10-4 0,3-3 0,-4-5 0,-2-7 0,-9 2 0,-4-9 0,-2-1 0,3-11 0,-5 0 0,4-12 0,2 6 0,-2-6 0,2 1 0,-2 11 0,-2 7 0,9 6 0,-9 8 0,2-2 0,-4 12 0,-2 7 0,-7 13 0,1 5 0,-9 5 0,7 11 0,-5 3 0,4 7 0,9 6 0,0 4 0,0 9 0,8 6 0,5 0 0,5 8 0,7-1 0,-4 12 0,-2-30 0,-11 1 0</inkml:trace>
  <inkml:trace contextRef="#ctx0" brushRef="#br0" timeOffset="11">6486 8332 8912,'46'65'0,"2"-7"0,9 7 0,-7-8-1399,0 0 1399,9-1 0,2 1 0,8-1 0,0-1 0,6-5 0,1 4 0,-34-31 0,-9 3 0</inkml:trace>
  <inkml:trace contextRef="#ctx0" brushRef="#br0" timeOffset="12">7334 9067 8912,'47'19'0,"-8"0"0,5 0 0,-4-9 0,6-2 0,2-8 0,1 0 0,-3-16 0,-17 12 0,-2-13 0</inkml:trace>
  <inkml:trace contextRef="#ctx0" brushRef="#br0" timeOffset="13">7844 8992 8912,'31'-34'0,"0"-4"0,9-12 0,-11 2 0,9-9 0,-6-7 0,-1-6 0,-2 3 0,3-2 0,-5 9 0,-8-1 0,0 8 0,0-1 0,-1 16 0,1 1 0,6 1 0,1 11 0,1-7 0,-2 7 0,-4 2 0,4 11 0,2 1 0,-2 5 0,1 4 0,-8-4 0,3 6 0,5 6 0,-3 4 0,8 9 0,5 6 0,1 0 0,11 15 0,-10-2 0,10 10 0,-4-4 0,7 13 0,-7-7 0,2 9 0,-2-9 0,2 2 0,4-2 0,11 5-150,-5-5 1,14-4 149,-1-2 0,2-6 0,-2-7 0,2-3 0,-8-10 0,-2-7 0,-11-5 0,-4-4 0,-8-2 0,6-2 0,0-4 0,0-5 0,-6-7 0,-1-3 0,1-5 0,6-3 0,0-9 0,0 1 149,-6-1 1,-1-8-150,1-4 0,0-7 0,0-6-58,-9 5 0,-2 18 1,-8 15-1</inkml:trace>
  <inkml:trace contextRef="#ctx0" brushRef="#br0" timeOffset="14">10540 8181 8912,'16'-54'0,"-3"12"0,14-13 0,-8 18 0,0-1 0,0 7 0,0-1 0,0 15 0,-1-2 0,-7 13 0,6-2 0,-5 8 0,5 0 0,2 2 0,0 4 0,2 7 0,4 12 0,-2 4 0,8 9 0,1 2 0,5 4 0,1 6 0,-17-21 0,-4-4 0</inkml:trace>
  <inkml:trace contextRef="#ctx0" brushRef="#br0" timeOffset="15">11181 8313 8912,'46'46'0,"2"-6"0,9 6 0,-1-2 0,1 0 0,-3-2 0,-4-11 0,5 5 0,-7-17 0,11 2 0,4-7 0,-5-3 0,5 1 0,-4-3 0,-5-9 0,-3 0 0,3-2 0,-4-5 0,-4-3 0,-2-9 0,-4 0 0,-2 0 0,0-6 0,1-2 0,5-2 0,-4-3 0,13-5 0,-9-1 0,8-8 0,-2-4 0,5-5 0,1-1 0,1-1 0,-1-8 0,-7 15 0,-5 2 0,-5 12 0,-9 9 0,-1 10 0,-4 4 0,-4 7 0,4 12 0,-4 7 0,-2-5 0,10 15 0,9-4 0,0 6 0,6 1 0,4 3 0,2 9 0,7-1 0,6 3 0,6 4-161,-4-4 1,6 12 160,-8-8 0,2 2 0,-4-4 0,1 2 0,-7-8 0,-1-3 0,-3-8 0,-3 1 0,0-8 0,-2 1 0,-10-8 0,-9-3 0,-8-8 0,0 0 0,-1-2 0,1-4 0,0-5 0,8-10 0,5-4 0,3-6 0,12-13 0,-6 2 0,10-8 0,-1 8 0,4-17 0,1 5 0,2-5 0,3-4 0</inkml:trace>
  <inkml:trace contextRef="#ctx0" brushRef="#br0" timeOffset="16">14971 8200 8912,'37'-57'0,"9"9"0,-6-6 0,10 16 0,-12 0 0,2 5 0,-15 14 0,0 4 0,-6 15 0,-6 0 0,-1 0 0,7 2 0,6 5 0,2 3 0,-1 9 0,-5 0 0,14 0 0,-3 0 0,-3 6 0,2 0 0,1 6 0,5-6 0,1 9 0,0-3 0,-7-3 0,1-3 0,-1-4 0,7-2 0,0-1 0,-3-1 0,-3-4 0,3 3 0,-8-13 0,5 3 0,3-4 0,-5-2 0,-1 0 0,7 0 0,-13 0 0,8 0 0,3 0 0,1 8 0,-3-4 0,-1 9 0,-8-2 0,2 1 0,3 5 0,-3-7 0,-2 1 0,-11 6 0,3-13 0,-9 8 0,-1 3 0,-3 4 0,-2 6 0,-9 4 0,-1 1 0,-17 5 0,-3-5 0</inkml:trace>
  <inkml:trace contextRef="#ctx0" brushRef="#br0" timeOffset="17">1075 9651 8912,'16'-18'0,"-3"-1"0,-7 0 0,-4 0 0,-2 6 0,0 1 0,0-3 0,0 5 0,0-3 0,0 1 0,0 1 0,0 3 0,9 8 0,-1 8 0,5 5 0,4 12 0,-5 6 0,13 5 0,-12-7 0,4-2 0</inkml:trace>
  <inkml:trace contextRef="#ctx0" brushRef="#br0" timeOffset="18">1358 9878 8912,'18'31'0,"1"0"0,0-8 0,8-4 0,5-4 0,12-9 0,4-2 0,8-10 0,1-21 0,0-17 0,8-13 0,4-12 0,4 6-315,2-12 0,1 4 315,-1-5 0,1 7 0,-5 4 0,-8 7 0,-9 5 0,-24 24 0,-5 4 0,-13 12 0,-3 5 0,-18 33 0,1 0 0,-5 26 0,5-10 0,8 3 157,0-4 1,0-10-1,0-3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90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6210 4396 8912,'-2'11'0,"-4"-5"0,-7-4 0,-4-2 0,-3 0 0,7-6 0,3-3 0,1-1 0,1 5 0,3-3 0,-1-1 0,-1 7 0,7-6 0,0 8 0,0 0 0,9 0 0,2 8 0,6-4 0,-4 9 0,4-2 0,-2 4 0,8-2 0,-1 0 0,12 6 0,-6-2 0,2-4 0,11 4 0,-1-8 0,8 6 0,-1-2 0,6 2 0,5 10 0,4-3 0,-10 6 0,12-9 0,-4 7 0,4-1 0,3-1 0,-1-9 0,3-2 0,-24 0 0,0 6 0</inkml:trace>
  <inkml:trace contextRef="#ctx0" brushRef="#br0" timeOffset="1">7464 4801 8912,'38'0'0,"9"0"0,5 0 0,-22 9 0,-4 1 0</inkml:trace>
  <inkml:trace contextRef="#ctx0" brushRef="#br0" timeOffset="2">7985 4763 8912,'57'-3'0,"1"-3"0,7 2 0,-1-9 0,2 2 0,-1-2 0,-5-4 0,0 15 0,-9-4 0,0 3 0,1 3 0,-1 0 0,1 0 0,6 0 0,-1 0 0,1 0 0,9 0 0,1 0 0,1 0 0,-5 0 0,-10 0 0,-3 0 0,1 0 0,5 0 0,-7 3 0,-3 1 0,0 2 0,4-1 0,5-3 0,2-2 0,0 0 0,0 6 0,0 1 0,-1-3 0,1-2 0,0-2 0,-2-6 0,-5-1 0,5-8 0,-7 7 0,9-7 0,2 2 0,2-2 0,3-2 0,5-1 0,-5 6 0,7-6 0,-7 10 0,1-7 0,-10 4 0,-5 0 0,-1 1 0,-5-1 0,6-2 0,-6-4 0,6 4 0,1-6 0,6-5 0,2-4 0,4-2 0,-4 5 0,4-7 0,-12 8 0,-5-10 0,-9 6 0,1-2 0,-9 4 0,-4-6 0,-5 6 0,-2-4 0,1 3 0,-1 1 0,0 7 0</inkml:trace>
  <inkml:trace contextRef="#ctx0" brushRef="#br0" timeOffset="3">11919 3933 8912,'19'-27'0,"0"-3"0,1-9 0,-1 0 0,0 1 0,7-7 0,0 0 0,8-9 0,-4 3 0,0-5 0,4-2 0,-8 1 0,-2 1 0,-3 4 0,-2-10 0,1 4 0,-8-4 0,1 4 0,-6 7 0,3-3 0,-1-3 0,-5-5 0,-2 6 0,-2 0 0,-2 5 0,-4-5 0,-5-2 0,-8 0 0,-3 7 0,-3-1 0,-5 7 0,-9-6 0,3 0 0,4 1 0,-5 12 0,7 4 0,-11 8 0,-4 2 0,-2-4 0,-6 5 0,1 4 0,-1 4 0,-12 4 0,-5-2-87,-14-4 1,-6 15-1,-11-5 87,-1 5 0,46 2 0,0 0 0,-42 0 0,-3 0 0,11 0 0,13-2 0,10-4 0,7 3 0,2-3 0,-8 4 0,6 2 0,-4 0 0,2 0 0,-3 0 0,3 0 0,-6 0 0,1 0 0,5 0 0,2 0 0,-15 0 0,-9 0 0,-16 0 0,1 6 0,-2 3 0,9-1 0,9 1 0,3 0 0,3-3 0,15-4 0,4 7 0,3-1 0,-3-6 0,-7 7 0,-3-3 0,-1 1 0,-4 1 0,9-1 0,-9 1 0,3 5 0,-3 4 0,2-4 0,-2 2 0,9-2 0,-7 4 0,5-6 0,1 2 0,5 0 0,-2-7 0,11 7 0,-5 0 0,5 0 0,1 0 0,1 2 0,2-1 260,0-1-260,2 4 0,-2-6 0,-5 8 0,22 1 0,4-1 0</inkml:trace>
  <inkml:trace contextRef="#ctx0" brushRef="#br0" timeOffset="4">7174 2391 8912,'-57'15'0,"-1"4"0,6 5 0,1-5 0,8-8 0,-2 6 0,13-4 0,-5 4 0,5 2 0,2-2 0,0-2 0,0-2 0,2 2 0,1 2 0,-8 3 0,3-1 0,4 0 0,-8-2 0,4-2 0,-5-2 0,7 0 0,-4 6 0,8 1 0,3-3 0,-1-2 0,-2-2 0,5-1 0,0 8 0,8-1 0,-2 0 0,-2 0 0,-1 1 0,6-1 0,-6 2 0,6 3 0,-6 2 0,8-1 0,-7 3 0,6-6 0,-8 6 0</inkml:trace>
  <inkml:trace contextRef="#ctx0" brushRef="#br0" timeOffset="5">6037 3201 8912,'0'19'0,"-9"9"0,7 2 0,-7 2 0,7 0 0,-4 2 0,4-4 0,-5 3 0,5-1 0,2 6 0,0-6 0,0 0 0,0 3 0,0-5 0,0 2 0,0 0 0,0-2 0,0 4 0,0-8 0,0 8 0,0-6 0,0 4 0,0 5 0,9-24 0,1 4 0</inkml:trace>
  <inkml:trace contextRef="#ctx0" brushRef="#br0" timeOffset="6">6037 4011 8912,'0'27'0,"0"-5"0,0 4 0,0-3 0,0 3 0,8-5 0,-6 7 0,5-9 0,1 1 0,-1-1 0,6 2 0,-5 3 0,3 2 0,-7-1 0,13-5 0,-4-1 0,-2 0 0,2 0 0,0 1 0,6-3 0,-2-2 0,-2-2 0,-2 2 0,0 0 0,6-2 0,0 4 0,1-9 0,-1 5 0,7 4 0,-1-4 0,1-2 0,-7 2 0,3-3 0,3 3 0,-3 4 0,6-6 0,-3 2 0,1 0 0,-2 2 0,-3-7 0,1 10 0,3-6 0,-12-3 0,4 0 0</inkml:trace>
  <inkml:trace contextRef="#ctx0" brushRef="#br0" timeOffset="7">7059 4801 8912,'30'0'0,"6"0"0,-6 6 0,9 1 0,-1 1 0,1-3 0,-1 1 0,-5 1 0,-1-7 0,0 8 0,9-6 0,4 5 0,-5-5 0,5-2 0,-4 0 0,-2 0 0,6-2 0,0-5 0,-9 5 0,-8-6 0</inkml:trace>
  <inkml:trace contextRef="#ctx0" brushRef="#br0" timeOffset="8">8004 4763 8912,'47'-9'0,"-6"-2"0,6-6 0,-9 4 0,10-4 0,-8 6 0,5-8 0,-6 6 0,-5 0 0,-2-2 0,-8 7 0,4-7 0,-9 8 0,0-1 0,1 4 0,-1-3 0,-8 1 0,6 6 0,-4 0 0,4 0 0,-7 0 0,8 0 0,-14 0 0,7 2 0,-3 4 0,-1 5 0,1 8 0,-6 1 0,-2-1 0,-10 0 0</inkml:trace>
  <inkml:trace contextRef="#ctx0" brushRef="#br0" timeOffset="9">15718 7346 8912,'-13'7'0,"1"-1"0,7 0 0,-5-6 0,3 0 0,-1-2 0,-5-4 0,4-5 0,9-8 0,0 0 0,0 8 0,0 2 0</inkml:trace>
  <inkml:trace contextRef="#ctx0" brushRef="#br0" timeOffset="10">15641 7192 8912,'-13'-11'0,"0"5"0,9 4 0,-13 2 0,6 0 0,-8 0 0,0 0 0,-1 0 0,1 0 0,-2 0 0,-5 0 0,5 0 0,-5 0 0,4 0 0,3 0 0</inkml:trace>
  <inkml:trace contextRef="#ctx0" brushRef="#br0" timeOffset="11">15120 7231 8912,'-10'0'0,"-7"0"0,6 6 0,-8 0 0,8 1 0,-6 1 0,4 5 0,-4-2 0,-3 2 0,3-7 0,2 7 0,2 2 0,1-6 0,-6 8 0,6-4 0,-6-3 0,6 3 0,-3 0 0,2 6 0,-4 1 0,4-1 0,-4 0 0,-3 0 0,-1 3 0,-5 4 0,5-3 0,-5 9 0,2-8 0,-1 2 0,3 1 0,-3-1 0,3 6 0,3-6 0,0 2 0,-1-2 0,7-5 0,1 5 0,5 2 0,-6-3 0,7 3 0,-7-2 0,9-13 0,-5 4 0</inkml:trace>
  <inkml:trace contextRef="#ctx0" brushRef="#br0" timeOffset="12">14426 8040 8912,'0'20'0,"-8"-1"0,-1 7 0,-4-1 0,7-1 0,1-3 0,1-1 0,-2-1 0,-1 0 0,7 0 0,0 1 0,0-7 0,0-1 0,0 3 0,0 11 0,0-4 0,2 5 0,5-7 0,-5-1 0,4 0 0,-1 1 0,-1-1 0,2 0 0,9 0 0,-12 1 0,5-1 0,1 0 0,-7-8 0,15 6 0,-4-4 0,-2 4 0,1 2 0,1-6 0,7 0 0,-1-2 0,0 2 0,0 2 0,1-9 0,5 7 0,1-7 0,2 3 0,-2-3 0,-5-4 0,5 5 0,2 1 0,-3-1 0,8 1 0,-8-1 0,3-5 0,-2 4 0,-3-3 0,10-3 0,-10 0 0,3 0 0,2 0 0,-3 0 0,8 0 0,-8 0 0,3 0 0,-2 0 0,2 0 0,6-3 0,-2-3 0,0 4 0,0-15 0,1 4 0,-1 2 0,6-2 0,1 0 0,-1-6 0,-5 2 0,-1 4 0,-2-4 0,2 4 0,2-4 0,-8-2 0,6-1 0,-6 1 0,-1 0 0,-5 0 0,-1-1 0,0 1 0,1 0 0,-1 0 0,0-1 0,0 1 0,1-2 0,-1-5 0,0 4 0,1-5 0,-1-1 0,0 6 0,0-12 0,1 8 0,-1-6 0,0 6 0,1-6 0,-1 7 0,0 1 0,-8 3 0,-3 1 0</inkml:trace>
  <inkml:trace contextRef="#ctx0" brushRef="#br0" timeOffset="13">16200 8002 8912,'9'-28'0,"-7"6"0,7-14 0,-3 15 0,1-5 0,-1-4 0,-4 6 0,5-8 0,-5 7 0,4-8 0,-4 8 0,-2-7 0,2 2 0,5-3 0,-5-1 0,4 8 0,-6 1 0,-6 5 0,2-5 0,-9-1 0,6 0 0,-5 7 0,-1 0 0,-9-3 0,-3-3 0,3 3 0,-8-6 0,4 9 0,14 0 0,-6 0 0</inkml:trace>
  <inkml:trace contextRef="#ctx0" brushRef="#br0" timeOffset="14">15950 7192 8912,'-20'-9'0,"1"-3"0,-7 1 0,1-2 0,-10 9 0,5-5 0,-8 9 0,-1 0 0,1 0 0,1 0 0,5 0 0,-4 7 0,4-1 0,12 9 0,3-4 0</inkml:trace>
  <inkml:trace contextRef="#ctx0" brushRef="#br0" timeOffset="15">15410 7231 8912,'0'0'0</inkml:trace>
  <inkml:trace contextRef="#ctx0" brushRef="#br0" timeOffset="16">15410 7231 8912,'0'0'0</inkml:trace>
  <inkml:trace contextRef="#ctx0" brushRef="#br0" timeOffset="17">15410 7231 8912,'2'10'0,"4"-3"0,-4 3 0,7-5 0,-9 8 0,9-9 0,-5 7 0,9-5 0,-3-2 0,3 9 0,4-7 0,-4 7 0,-4-8 0,8 12 0,-6-7 0</inkml:trace>
  <inkml:trace contextRef="#ctx0" brushRef="#br0" timeOffset="18">23279 10161 8912,'0'-13'0,"2"3"0,2-1 0,2 0 0,-1-4 0,-3 5 0,-2-3 0,2 0 0,2 0 0,3 0 0,-1 9 0,-4-11 0,5 8 0,-5 1 0,9 6 0,-5 0 0,-2 4 0,9 9 0,-9 9 0,3 16 0,-3 16 0,3 4 0,-5 21 0,4 4 0,3 20-237,-6-46 0,0 2 0,4 5 0,-1 3 237,-3 3 0,0 1 0,4 1 0,-1 0 0,-3-2 0,1 1 0,2 0 0,1 1 0,-4 2 0,0 0 0,3 1 0,1-2 0,-4-5 0,0-1 0,2 3 0,-1-1 0,-1-4 0,0-1 0,-2 6 0,0 1 0,4 3 0,-1 0 0,-3 6 0,-2 1 0,0-6 0,0 0 0,-1 2 0,0 0 0,-2-1 0,1 0 0,-1-4 0,2 0 0,1-1 0,2-1 0,-1-5 0,0-1 0,0-7 0,0-1 0,0 41 0,0-10-13,0-10 1,0 1 0,0-6 12,0-7 0,0-12 0,0-21 0,0-4 0,0-15 0,0 0 0,0-9 945,0 5-945,8-9 0,-6-9 13,5-4 0,-14 3 1,-5-5-14,-6-7 0,-9-6 0,-3-10 0</inkml:trace>
  <inkml:trace contextRef="#ctx0" brushRef="#br0" timeOffset="19">23201 13343 8912,'-30'-28'0,"3"6"0,9-3 0,6 3 0,-6 3 0,16 0 0,-6 8 0,16 11 0,-3 11 0,10 10 0,6 5 0,-2 4 0,11 8 0,-6 3 0,2 4 0,1-4 0,-1 4 0,-4 4 0,12-8 0,-8 4 0,-3-5 0,1-1 0,1 0 0,-3-1 0,8-8 0,-7-4 0,3-5 0,0-1 0,-9-12 0,-2-8 0,-2-11 0,8-14 0,9-5 0</inkml:trace>
  <inkml:trace contextRef="#ctx0" brushRef="#br0" timeOffset="20">24011 13227 8912,'-19'0'0,"0"0"0,0 0 0,4 9 0,-5 3 0,5 8 0,-10 5 0,1 5 0,-2 9 0,5 6 0,-5 0 0,5 9 0,4-5 0,4 2 0,6 1 0,5-10 0,2 3 0,2-6 0,5-7 0,3-4 0,10-11 0,-1-4 0,0-7 0,1-12 0,-1-13 0,0-11 0</inkml:trace>
  <inkml:trace contextRef="#ctx0" brushRef="#br0" timeOffset="21">24397 12012 8912,'-19'0'0,"-9"0"0,7 0 0,-5 0 0,11 9 0,2 4 0,7 12 0,-5 8 0,2 3 0,5 3 0,2-1 0,8 1 0,1-1 0,8 1 0,-2-3 0,4-4 0,-4 3 0,-1-10 0,-1 7 0,2-6 0,-4 0 0,-9-15 0,0-3 0,0-8 0</inkml:trace>
  <inkml:trace contextRef="#ctx0" brushRef="#br0" timeOffset="22">24262 12205 8912,'0'-19'0,"-6"0"0,-1-1 0,3 1 0,2 0 0,2-1 0,4 3 0,9 4 0,0-12 0,17 18 0,-4-10 0,6 6 0,-2 5 0,2 6 0,-9 0 0,12 2 0,-12 7 0,-6 10 0,3 0 0,-18 24 0,4-2 0,-4 6 0,-8-2 0,0 6 0,-9 1 0,4-1 0,-6-2 0,4-1 0,-4-3 0,12-13 0,-7 0 0,7-9 0,-3 3 0,-1-4 0,7-12 0,-15-1 0,6-9 0</inkml:trace>
  <inkml:trace contextRef="#ctx0" brushRef="#br0" timeOffset="23">24744 12398 8912,'-19'0'0,"6"6"0,0 1 0,9-1 0,-5-4 0,9 5 0,3-5 0,3 4 0,5-12 0,14 2 0,1-9 0,6-2 0,-4-9 0,2-1 0,-6-3 0,1 2 0,5 5 0,-8-7 0,1 8 0,-8 1 0,-6 0 0,-9 0 0,0-1 0,-2 10 0,-5 3 0,-10 9 0,-8 11 0,-10 0 0,12 23 0,-9-3 0,8 3 0,-2 3 0,5-1 0,2 1 0,1-3 0,6-2 0,5-2 0,5-8 0,11 4 0,6-9 0,8 0 0,7-8 0,9-4 0,-1-14 0,1-4 0,-1-8 0,1-2 0,0-5 0,-1-13 0,1-10 0</inkml:trace>
  <inkml:trace contextRef="#ctx0" brushRef="#br0" timeOffset="24">25342 11935 8912,'-32'0'0,"0"0"0,8 2 0,-1 3 0,3 1 0,1 11 0,-5 2 0,13 9 0,-13 19 0,14 5 0,3 6 0,3 6 0,6-10 0,6 3 0,5-12 0,10 0 0,5-4 0,4-2 0,8-16 0,1-6 0,0-6 0,-1-7 0,1-2 0,-1-10 0,1-5 0,-9-4 0,4-9 0,-8 0 0,0-16 0,-7 1 0</inkml:trace>
  <inkml:trace contextRef="#ctx0" brushRef="#br0" timeOffset="25">25631 11974 8912,'-19'0'0,"8"0"0,3 0 0,8-9 0,0 7 0,2-7 0,4 9 0,5 0 0,2 9 0,-2 4 0,-1 4 0,1 4 0,4 5 0,2-2 0,3 8 0,-8-6 0,1 6 0,-2-9 0,4 3 0,-2-5 0,2-1 0,-4-7 0,1-1 0,1-7 0,7 1 0,-1-6 0,0-6 0,9-14 0,-4-10 0,8-8 0,-9-7 0,3 0 0,-5 2 0,-1-6 0,-1 8 0,-2-4 0,-4 4 0,-4 9 0,-9 0 0,0 17 0,-3-9 0,-3 18 0,-9 2 0,-9 2 0,3 10 0,-5 5 0,5 13 0,8-3 0,0 7 0,0 0 0,3 0 0,3 5 0,-4-8 0,9 1 0,-4-8 0,4-1 0,10-2 0,5-4 0,4-7 0,3-4 0,7-2 0,6-2 0,9-4 0,3-7 0,9-4 0,-5-5 0,1-1 0,-5-3 0,-5-8 0,7 12 0,-6-14 0,6 6 0</inkml:trace>
  <inkml:trace contextRef="#ctx0" brushRef="#br0" timeOffset="26">26731 11742 8912,'-13'0'0,"0"0"0,-2 0 0,-2 0 0,-2 0 0,-1 0 0,1 0 0,0 0 0,-1-8 0,8 6 0,-1-5 0,8 7 0,-1 7 0,4-3 0,2 9 0,0 0 0,0 6 0,0 0 0,8 0 0,-3-6 0,5 0 0,-1 2 0,6-6 0,-2-3 0,4-4 0,2-2 0,1 0 0,-1-8 0,-2-5 0,-4-4 0,4 6 0,-8-6 0,6 6 0,-5-2 0,-1 0 0,6 1 0,-13-8 0,9 10 0,-7 1 0,2 1 0,1 5 0,-7-5 0,0 8 0,0 0 0,8 0 0,3 0 0,0 0 0,4-2 0,-7-3 0,3-1 0,-7 0 0,5 6 0,-7 0 0,2 2 0,3 4 0,6-2 0,-7 9 0,7 0 0,-7 6 0,7 7 0,-6 0 0,8-1 0,-11 1 0,7 0 0,-1 0 0,-1-1 0,0 1 0,-3 0 0,-6-7 0,0 0 0,0 1 0,0-1 0,0 0 0,0-8 0,0-11 0,9-11 0,1-8 0,3 0 0,0-3 0,2-4 0,2 5 0,5-15 0,3 3 0,-3 3 0,6 0 0,-1 3 0,-5-8 0,8 12 0,-4-9 0,-5 8 0,5-2 0,-5 5 0,-2 4 0,-1 2 0,-6 2 0,6 9 0,-16-5 0,6 9 0,-8 2 0,0 5 0,0-3 0,0 9 0,2 0 0,3 0 0,1-1 0,3 1 0,-3 7 0,-4-10 0,13 7 0,-6-6 0,2 0 0,1 6 0,1-6 0,-2 8 0,-2 0 0,-1-2 0,-1-4 0,-5 4 0,6-12 0,-8 7 0,-8 1 0,-3 4 0,-8-4 0,-9-4 0,-2-9 0</inkml:trace>
  <inkml:trace contextRef="#ctx0" brushRef="#br0" timeOffset="27">27425 11569 8912,'-28'-19'0,"7"-1"0,-7 1 0,9 0 0,8 6 0,4 0 0,5 9 0,2-7 0,0 5 0,0-14 0,0-10 0</inkml:trace>
  <inkml:trace contextRef="#ctx0" brushRef="#br0" timeOffset="28">23240 8484 8912,'0'-19'0,"0"-1"0,0 1 0,0 6 0,0 0 0,0-2 0,0 7 0,0 1 0,0 16 0,2 10 0,5 11 0,3 15 0,1-13 0,-2 5 0</inkml:trace>
  <inkml:trace contextRef="#ctx0" brushRef="#br0" timeOffset="29">23375 8908 8912,'9'77'0,"-7"0"0,13-2 0,-9-4 0,9-5 0,-6-10 0,6-5 0,-2-6 0,-9-4 0,4-9 0,-8-2 0,0-2 0,9-2 0,-9-15 0,0-5 0,-9-4 0,-18-28 0,-3-6 0</inkml:trace>
  <inkml:trace contextRef="#ctx0" brushRef="#br0" timeOffset="30">23028 9255 8912,'-19'0'0,"-1"0"0,1-9 0,8 7 0,3-6 0,10 8 0,4 0 0,14 8 0,12 5 0,6 4 0,7 3 0,-2 1 0,9 5 0,-7-5 0,6 5 0,-6 2 0,6-3 0,-6 1 0,7-7 0,-7 5 0,6-5 0,-8 3 0,2-16 0,-6 1 0,-7-7 0,4-9 0,-14-19 0,6-13 0</inkml:trace>
  <inkml:trace contextRef="#ctx0" brushRef="#br0" timeOffset="31">23934 9101 8912,'0'-11'0,"-8"3"0,-3 20 0,-10 12 0,-5 12 0,-4 16 0,-9-1 0,9 13-84,-6 5 1,14-26-1,-5-9 1</inkml:trace>
  <inkml:trace contextRef="#ctx0" brushRef="#br0" timeOffset="32">23645 9679 8912,'0'50'0,"0"3"0,0-8 0,-9-9 0,-1-8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94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15834 7404 8912,'-11'-9'0,"-6"7"0,13-13 0,-9 9 0,9-3 0,-5 5 0,1-2 0,5-3 0,-3 3 0,4 3 0,2 3 0,0 13 0,0 4 0,0 5 0,2 1 0,2 5 0,3 2 0,-1-6 0,1 6 0,-1-7 0,-2 3 0,7 0 0,-9-7 0,7 0 0,-1 1 0,-6-10 0,16-1 0,-8-9 0,10 0 0,-1 0 0,0-11 0,0-8 0,-1 0 0,-6-7 0,3-2 0,-8 2 0,6 1 0,-7 5 0,7 1 0,-7 0 0,1 0 0,-5 8 0,4 4 0,-3 5 0,5 2 0,-6 9 0,3 4 0,1 4 0,0 2 0,-6 0 0,0 1 0,0-1 0,0 0 0,0-6 0,0 0 0,0-9 0,0 5 0,3-9 0,3 0 0,-4-9 0,5-4 0,-5 3 0,-2-3 0,6 0 0,1-6 0,5-1 0,-5 1 0,1 6 0,-1 0 0,1 7 0,5-7 0,4 9 0,-4-3 0,-2 7 0,2 7 0,0 4 0,6 8 0,0 2 0,1 5 0,-8-2 0,1 8 0,-6-2 0,6 2 0,-9-4 0,2-9 0,-4 7 0,-2-1 0,0 1 0,-2-15 0,-4-5 0,-13-21 0,-11-6 0</inkml:trace>
  <inkml:trace contextRef="#ctx0" brushRef="#br0" timeOffset="1">15911 7038 8912,'-11'-20'0,"-6"1"0,13 0 0,-9 0 0,9 8 0,-5-6 0,9 4 0,0-4 0,0 4 0,2 2 0,5 3 0,4 1 0,14 7 0,1 0 0,6 2 0,-6 5 0,8 3 0,-2 10 0,-4-1 0,-2 0 0,2 1 0,-3-1 0,10 0 0,-5 0 0</inkml:trace>
  <inkml:trace contextRef="#ctx0" brushRef="#br0" timeOffset="2">16933 7423 8912,'13'-6'0,"-2"-3"0,0-1 0,-1-5 0,-5 4 0,3 0 0,1 3 0,-5-5 0,7 4 0,-3-2 0,-1 5 0,-7-7 0,0 7 0,0-7 0,0 9 0,0-13 0,0 14 0,0-5 0,-9 8 0,7 0 0,-7 0 0,9 0 0,-2 0 0,-4 0 0,4 0 0,-7 0 0,9 0 0,0 0 0,-8 0 0,5 0 0,-5 0 0,8 0 0,0 0 0,0-9 0,-9 7 0,7-6 0,-6 8 0,8 0 0,0 0 0,0-9 0,0 7 0,0-7 0,0 9 0,0 0 0,-9 0 0,-2 0 0</inkml:trace>
  <inkml:trace contextRef="#ctx0" brushRef="#br0" timeOffset="3">15834 7231 8912,'13'-9'0,"0"-4"0,-9 5 0,5-1 0,-9 11 0,0 7 0,-3 10 0,-3 11 0,4 6 0,-5 5 0,5 4 0,-4-2 0,-1 8 0,3 1 0,2-3 0,2 5 0,0-9 0,0 0 0,0-13 0,0-2 0,0-2 0,9-3 0,-7-14 0,6-2 0,1-18 0,2-2 0</inkml:trace>
  <inkml:trace contextRef="#ctx0" brushRef="#br0" timeOffset="4">15738 7539 8912,'-18'-2'0,"6"-5"0,-6 5 0,16-6 0,-15 8 0,15 0 0,2 0 0,13 0 0,4-9 0,11 5 0,4-9 0,4-2 0,5 4 0,4-2 0,-4 1 0,4-8 0,-7 1 0,-5 0 0,3-9 0,-6-2 0</inkml:trace>
  <inkml:trace contextRef="#ctx0" brushRef="#br0" timeOffset="5">16200 7211 8912,'7'13'0,"-1"0"0,3-9 0,-3 3 0,-4-5 0,7 6 0,-9 3 0,0 11 0,0 3 0,0-1 0,0 8 0,0 0 0,0 7 0,0 1 0,0 5 0,0-4 0,0 6 0,0-8 0,0-3 0,0-4 0,0-4 0,0-9 0,0 1 0,0-10 0,0-1 0,2-11 0,5-5 0,-3-5 0,9-14 0,-7 2 0,7-8 0,-7 9 0,7-3 0,-2-2 0,2 2 0,4 1 0,-4 5 0,-2 3 0,1 2 0,3 2 0,3 9 0,1-5 0,0 12 0,0 3 0,1 0 0,-1 14 0,0-5 0,1 10 0,-1-3 0,0-3 0,0-2 0,1-2 0,-1-2 0,9-9 0,-7 11 0,5-8 0,2-1 0,-2-6 0,6-2 0,-7-4 0,3-5 0,-2-8 0,-5-1 0,5 1 0,-7 0 0,-6 0 0,-6-1 0,-5 1 0,-2 0 0,0-1 0,0 1 0,-9 8 0,-1-4 0,-10 9 0,1 0 0,0 6 0,-1 0 0,1 0 0,2 2 0,4 4 0,-2-2 0,9 9 0,-7-6 0,6 6 0,1-1 0,6 8 0,0-1 0,0 0 0,2-6 0,5 0 0,-5-9 0,15 5 0,-4-9 0,4 0 0,2 0 0,0 0 0,-1-2 0,-3-3 0,-3-1 0,1-9 0,0 11 0,0-9 0,-7 9 0,7-3 0,-6-1 0,6 1 0,-9 1 0,13 6 0,-4 0 0,-2 6 0,1 1 0,-5 8 0,6-3 0,0 6 0,-1 1 0,1-2 0,2-4 0,2 4 0,3-8 0,-1 3 0,0-3 0,1-9 0,-1 0 0,0 0 0,0-2 0,1-5 0,-7-3 0,-1-12 0,3-3 0,-6 3 0,2-14 0,-7 4 0,2-5 0,1-1 0,-7-3 0,0-2 0,0-2 0,0 0 0,-2 13 0,-5 0 0,5 15 0,-4-3 0,4 14 0,-7-11 0,-2 6 0</inkml:trace>
  <inkml:trace contextRef="#ctx0" brushRef="#br0" timeOffset="6">17338 7250 8912,'0'19'0,"9"9"0,-7 2 0,7 15 0,-9 0 0,2 0 0,4-7 0,-4 1 0,7 0 0,-7-1 0,4 1 0,-3-9 0,7 4 0,-3-8 0,-3 6 0,9-6 0,-7-3 0,7-10 0,-9-4 0,14-9 0,-8 0 0</inkml:trace>
  <inkml:trace contextRef="#ctx0" brushRef="#br0" timeOffset="7">17396 7578 8912,'-19'-9'0,"8"-2"0,3 1 0,8 1 0,2 9 0,4-2 0,7-5 0,13 5 0,4-6 0,8 8 0,1 0 0,-1 0 0,1 0 0,0-9 0,16-2 0,5-8 0</inkml:trace>
  <inkml:trace contextRef="#ctx0" brushRef="#br0" timeOffset="8">18264 7250 8912,'-8'-19'0,"5"-1"0,-14 10 0,15 1 0,-6 26 0,8 9 0,0 8 0,0 7 0,0 4 0,0-5 0,0 16 0,0-4 0,2-3 0,2 0 0,2-2 0,7 5 0,-6-7 0,8 8 0,-2-1 0,-5-5 0,7-9 0,-8-12 0,-1-5 0,-6-10 0,0-2 0</inkml:trace>
  <inkml:trace contextRef="#ctx0" brushRef="#br0" timeOffset="9">18148 7790 8912,'-19'-13'0,"0"0"0,6 0 0,0-6 0,9 8 0,-3-4 0,14 9 0,6 1 0,4-5 0,9 5 0,1-5 0,3 1 0,3-6 0,5 7 0,1-5 0,-1-4 0,1 4 0,-1-4 0,1-3 0,0 1 0,-1 0 0,-8-1 0,-4 1 0,-5 0 0,-10 0 0,0-1 0,-5 1 0,-4 0 0,5 6 0,-14 0 0,5 9 0,-9-5 0,5 9 0,4 9 0,-5 6 0,5 8 0,2 1 0,0 8 0,0 0 0,0 7 0,0-1 0,0-3 0,0 3 0,0-10 0,0 8 0,0-6 0,0 5 0,7-14 0,-1 5 0,3-5 0,-3-1 0,-4-10 0,7-1 0,-3-13 0,1-9 0,1 0 0,-1-13 0,-5-4 0,9 9 0,-5-5 0,-2 5 0,7 1 0,-2 1 0,3 6 0,-5 0 0,8 9 0,-11-5 0,9 9 0,0 0 0,6 0 0,0 9 0,7 2 0,0 8 0,-3 0 0,7 1 0,-2-1 0,7 0 0,-3 0 0,-2-1 0,2-6 0,4-3 0,-4-9 0,-4 0 0,2 0 0,-6-2 0,2-5 0,-1-3 0,-8-10 0,-4 1 0,-6 0 0,3 0 0,-7-3 0,3-1 0,-4-3 0,-2 9 0,-2 0 0,-4 4 0,1 2 0,-8-2 0,1 11 0,-8 2 0,1 9 0,2 12 0,4 5 0,-2-3 0,9 9 0,-1 1 0,7 5 0,0 1 0,0-9 0,2 4 0,5-8 0,10 6 0,9-7 0,10-1 0,3-11 0,3 2 0,16-9 0,-2-8 0,15-11 0,8-21 0,9-7 0</inkml:trace>
  <inkml:trace contextRef="#ctx0" brushRef="#br0" timeOffset="10">20289 7443 8912,'-28'0'0,"7"0"0,-7 0 0,0 0 0,7 0 0,-14 0 0,10 0 0,-1 10 0,7 7 0,-1 7 0,8 8 0,-1-6 0,8 8 0,-1-2 0,4 5 0,2-1 0,0-2 0,0-1 0,8-1 0,3-2 0,8-5 0,1-3 0,-10-3 0,8-2 0,-6-4 0,6-4 0,1-9 0,0 0 0,0-2 0,1-5 0,-1 5 0,0-15 0,1 4 0,-3-11 0,0-1 0,2 1 0,-10-4 0,10 3 0,-6-3 0,0 2 0,2 5 0,-9-5 0,1 4 0,-1 10 0,0-1 0,1 8 0,-7-3 0,0 25 0,0 9 0,0 4 0,0 8 0,2-3 0,4 10 0,-1-5 0,8-1 0,-1-3 0,8-4 0,-1 3 0,0-10 0,1-8 0,-1-10 0,7-5 0,-1-4 0,-1-5 0,-3-12 0,3-11 0,-3-8 0,-4-1 0,-10 1 0,1-1 0,-8 0 0,0 3 0,0 2 0,0 2 0,-8-1 0,-3 6 0,-8 7 0,0 3 0,-1 11 0,1-3 0,0 3 0,-9 4 0,-2-7 0</inkml:trace>
  <inkml:trace contextRef="#ctx0" brushRef="#br0" timeOffset="11">20887 7404 8912,'0'-19'0,"0"-1"0,-9 1 0,5 11 0,-9 8 0,9 17 0,-2 15 0,-3 6 0,3 7 0,-1 3 0,7 3 0,0 5 0,0-9 0,0 6 0,0-1 0,9-9 0,-5 4 0,9-9 0,0-1 0,6-5 0,0-6 0,-8-5 0,6-10 0,-4-5 0,4-4 0,2-4 0,1-4 0,-1-14 0,0-3 0,-2-9 0,-4-2 0,2-3 0,-8-1 0,6-1 0,-7 0 0,0 7 0,-6 0 0,7 2 0,-1-2 0,1 4 0,-7 9 0,0 8 0,0 5 0,0 12 0,-2 7 0,-3 11 0,-1 1 0,-1 10 0,7-3 0,0 4 0,0 1 0,0-3 0,0-2 0,7-8 0,-1 1 0,9-3 0,-4-5 0,8-4 0,3 2 0,3-9 0,-3 0 0,6-8 0,0-4 0,-5-5 0,9-8 0,-8 0 0,4-1 0,-9-1 0,0-5 0,1 5 0,-8-7 0,1 9 0,-6 6 0,6 0 0,-9 9 0,4-5 0,-8 9 0,0 9 0,0 4 0,0 4 0,3-4 0,3-1 0,-4-5 0,5 6 0,-3-9 0,2 2 0,-1-3 0,7-3 0,1 0 0,7 0 0,-1 0 0,0 0 0,0-9 0,3 0 0,4-3 0,-5-6 0,5 6 0,-5-6 0,-2-1 0,-1 0 0,-3 2 0,-3 4 0,-7-4 0,1 4 0,5 4 0,-9 1 0,7 8 0,-12 2 0,-3 4 0,4 5 0,-7 15 0,9-1 0,0 3 0,0-2 0,0-5 0,0 5 0,0 4 0,0-8 0,0 5 0,0 1 0,0-6 0,0-1 0,0-8 0,0 2 0,0-4 0,0 1 0,0-7 0,0-5 0,0-5 0,0-10 0,0-6 0,0 2 0,0-15 0,0 8 0,7-8 0,-1 4 0,-2 0 0,7 2 0,-7 2 0,7 0 0,-2 3 0,6 3 0,-2 8 0,-3-3 0,3 8 0,0-8 0,6 13 0,1-4 0,-1 3 0,0 12 0,0 4 0,1 4 0,-1 2 0,-6 1 0,0-1 0,-9 0 0,11 0 0,-9 1 0,1-1 0,-7 0 0,0 1 0,0-10 0,0-1 0,0-9 0,0 0 0,8-9 0,-5 5 0,5-9 0,1-2 0,-1-2 0,5-2 0,4-1 0,-6 1 0,8 2 0,1 4 0,-8-2 0,1 9 0,2 1 0,-6 3 0,8 2 0,-4 0 0,4 0 0,2 2 0,1 5 0,-10 4 0,7 1 0,-4 1 0,4-2 0,3 4 0,-1-2 0,0-9 0,1 11 0,-1-8 0,0-3 0,0-2 0,1-2 0,-1 0 0,0 0 0,9-9 0,-6 1 0,1-7 0,-8 2 0,2 0 0,-4-6 0,-4 6 0,-1 2 0,-1 1 0,-1-1 0,1 7 0,-7-5 0,-3 9 0,-1 2 0,-2 5 0,-7 3 0,6 10 0,-8-1 0,11 0 0,-7 0 0,3 1 0,-7-10 0,13 8 0,-7-6 0,1 6 0,5-8 0,-5-1 0,8-9 0,2 0 0,2-2 0,3-5 0,10-3 0,2-10 0,0-8 0,7-4 0,-2 2 0,2-2 0,-3 0 0,9-7 0,-2 7 0,2 2 0,-6 2 0,-4 5 0,3 10 0,1 7 0,0 3 0,-9 6 0,-4 3 0,2 7 0,-9 13 0,7 4 0,-7 8 0,3-8 0,-3-2 0,7 0 0,-4-7 0,17-1 0,-5-12 0</inkml:trace>
  <inkml:trace contextRef="#ctx0" brushRef="#br0" timeOffset="12">24301 7674 8912,'17'-21'0,"-4"-3"0,-7-2 0,-4 3 0,-2 1 0,0 3 0,0 0 0,0 6 0,0 0 0,-2 9 0,-4-3 0,4 16 0,-5 12 0,5 16 0,-4 3 0,-1 12 0,1-1 0,6 7 0,0 2 0,0 4 0,2-4 0,2 5 0,3-5 0,8-9 0,-3-2 0,6-4 0,1-8 0,0 1 0,0-25 0,-16 2 0,-10-21 0,-8-14 0,-4-10 0</inkml:trace>
  <inkml:trace contextRef="#ctx0" brushRef="#br0" timeOffset="13">24146 8040 8912,'-19'-8'0,"0"-3"0,0-8 0,8-1 0,-6 1 0,15 0 0,-3 0 0,10-1 0,5 1 0,20 2 0,9 2 0,10 2 0,15 7 0,7-7 0,4 9 0,-4-7 0,0 4 0,-1 5 0,7-4 0,-10 4 0,-9 2 0,-13 0 0,-11 0 0,-8 0 0,-5 0 0,-10 0 0,-11 0 0,-13 0 0,-4 2 0,-5 2 0,-3 3 0,1 5 0,-8-5 0,8 8 0,-3-4 0,5 8 0,1 0 0,-1 0 0,5 1 0,2 1 0,-4 5 0,2-5 0,4 5 0,-2-5 0,6-1 0,1-1 0,-1 0 0,3 0 0,6 1 0,0-10 0,2-1 0,4-9 0,7 0 0,13 0 0,-3-9 0,10-3 0,-10-12 0,5-2 0,0 3 0,-7-7 0,7 8 0,-9-3 0,-1 3 0,-6 3 0,6 8 0,-16 5 0,4 12 0,-2 11 0,3 9 0,-5 0 0,4-7 0,-1-6 0,-1 0 0,2 2 0,-1 2 0,5-6 0,1 6 0,8-15 0,1 6 0,-1-8 0,0 0 0</inkml:trace>
  <inkml:trace contextRef="#ctx0" brushRef="#br0" timeOffset="14">25130 7481 8912,'-2'-11'0,"-5"5"0,3 4 0,-9 2 0,0 17 0,1 7 0,-1 21 0,8-3 0,-1 10 0,4 1 0,2 3 0,8 2 0,-5-17 0,5-5 0</inkml:trace>
  <inkml:trace contextRef="#ctx0" brushRef="#br0" timeOffset="15">25169 8060 8912,'19'30'0,"0"4"0,0-8 0,-1-3 0,-6-1 0,6-5 0,-6-4 0,-3-5 0,8-16 0,-6-12 0,8-10 0</inkml:trace>
  <inkml:trace contextRef="#ctx0" brushRef="#br0" timeOffset="16">25419 7713 8912,'-10'0'0,"-10"2"0,3 2 0,-6 2 0,-3 9 0,0 3 0,0 7 0,1 10 0,8-3 0,4 4 0,-4 3 0,14-1 0,-3-1 0,4-5 0,2 2 0,0-8 0,2-5 0,4-6 0,7-6 0,13-9 0,-2-2 0,8-5 0,-2-4 0,2-8 0,4 0 0,-6-9 0,9-2 0,-1-2 0,-1 0 0,-5-2 0,2 6 0,-8 2 0,-7 5 0,-6 1 0,-9 1 0,5 8 0,-18 11 0,-3 13 0,-6 11 0,-1 1 0,6 3 0,3-4 0,1 1 0,5-1 0,2-3 0,2-1 0,0-1 0,0-8 0,0-3 0</inkml:trace>
  <inkml:trace contextRef="#ctx0" brushRef="#br0" timeOffset="17">25670 8002 8912,'19'-20'0,"1"1"0,-1 0 0,0 0 0,0-1 0,1 1 0,-7 6 0,-1 0 0,-5 1 0,4-8 0,-3 1 0,-4 0 0,-1 8 0,-3-6 0,0 15 0,0-7 0,0 11 0,0 5 0,0 6 0,2 4 0,4 2 0,-4 9 0,5 4 0,3 4 0,3 3 0,4-7 0,3 0 0,-10 0 0,8 5 0,-6-3 0,3-4 0,0-2 0,-2-5 0,-8-1 0,1-3 0,-4 0 0,-4 1 0,-4-1 0,-5-8 0,-8 4 0,-3-9 0,-1-2 0,-3-1 0,2-3 0,3-9 0,2-4 0,-1-13 0,1-4 0</inkml:trace>
  <inkml:trace contextRef="#ctx0" brushRef="#br0" timeOffset="18">26692 7693 8912,'0'20'0,"0"-10"0,0 1 0,0-5 0,0-3 0,0 14 0,0-4 0,0 4 0,0 2 0,0 0 0,7 1 0,-1-1 0,0 9 0,1-5 0,1 7 0,3-2 0,0 4 0,2-6 0,4 0 0,-15-7 0,4 0 0,-3 0 0,-12-8 0,-2-2 0</inkml:trace>
  <inkml:trace contextRef="#ctx0" brushRef="#br0" timeOffset="19">26596 7443 8912,'-17'-9'0,"4"-4"0,-4 5 0,14-10 0,-5 16 0,8-6 0,2 14 0,4 3 0,7 1 0,13 3 0,-2 0 0,6-2 0,-3-3 0,8 7 0,-5-4 0</inkml:trace>
  <inkml:trace contextRef="#ctx0" brushRef="#br0" timeOffset="20">27059 7790 8912,'0'19'0,"-7"-6"0,1 0 0,1 2 0,3-7 0,2 9 0,0-4 0,0-2 0,0 2 0,0 0 0,0 6 0,0-6 0,0 0 0,0 2 0,0-7 0,0 9 0,0-15 0,0 7 0</inkml:trace>
  <inkml:trace contextRef="#ctx0" brushRef="#br0" timeOffset="21">27059 8021 8912,'0'0'0</inkml:trace>
  <inkml:trace contextRef="#ctx0" brushRef="#br0" timeOffset="22">28177 7250 8912,'-2'-19'0,"-2"-1"0,-5 3 0,-1 4 0,5 3 0,-1 16 0,4 15 0,2 20 0,0 11 0,2 3 0,4 3 0,-1 0 0,5 0 0,1 0 0,0-1 0,2 1 0,4-6 0,-2-3 0,-2-2 0,-7-4 0,7-11 0,-9-4 0,5-9 0</inkml:trace>
  <inkml:trace contextRef="#ctx0" brushRef="#br0" timeOffset="23">27965 7751 8912,'-11'-19'0,"3"0"0,10 1 0,4 6 0,7-6 0,13 6 0,4 3 0,11-8 0,4 4 0,-5 2 0,8-2 0,-1-2 0,2-2 0,2 0 0,1 4 0,-9-6 0,2 0 0,-7-1 0,-6-5 0,-6 3 0,-13 3 0,-4 0 0,-9-1 0,0 1 0,-9 2 0,-4 4 0,-4 5 0,4 10 0,2 4 0,3 7 0,1 13 0,7-3 0,0 9 0,0 3 0,0 1 0,0 3 0,0-1 0,0 1 0,0-1 0,0-5 0,0-1 0,0 2 0,0 2 0,-6-6 0,0-4 0,-3-4 0,3-3 0,3 0 0,-14-8 0,15-5 0,-4-12 0,4-7 0,2-4 0,0-9 0,0 0 0,0-8 0,0 2 0,6 4 0,0 2 0,7-1 0,-6 1 0,6 7 0,-7 6 0,9 8 0,-4-3 0,8 8 0,2 2 0,5 4 0,-2 5 0,8 8 0,2 1 0,3-1 0,3 7 0,5-1 0,-4-5 0,4-10 0,-4-1 0,-3-3 0,7-6 0,0 0 0,-2-8 0,-11-5 0,3-11 0,-10-1 0,1-10 0,-7 3 0,-2 2 0,-4-2 0,-4 0 0,-9-7 0,0 1 0,0-1 0,-9 16 0,-4 6 0,-4 6 0,-2 4 0,-2 10 0,-5 3 0,2 15 0,-8 18 0,6 8 0,-6 11 0,9 0 0,-3 0 0,5 0 0,10 2 0,4 4 0,5-4 0,4 13 0,5-11 0,6-7 0,12 3 0,5-17 0,9 4 0,0-13 0,-1-6 0,-8-7 0,-4-6 0,-13-4 0,-13-27 0,-11-3 0</inkml:trace>
  <inkml:trace contextRef="#ctx0" brushRef="#br0" timeOffset="24">26827 8156 8912,'19'0'0,"-6"-9"0,0-3 0,-9 1 0,3-2 0,-5 7 0,-2-7 0,2 8 0,2 1 0,3 8 0,-1 7 0,-4 8 0,3 1 0,1-1 0,1 0 0,-7 1 0,0-1 0,0-6 0,0 0 0,0-7 0,0 7 0,0-9 0,0 5 0,0-18 0,0-4 0,0-12 0,2-3 0,4-4 0,-2-5 0,9 5 0,-6 2 0,6-2 0,-1 8 0,8-1 0,-1 3 0,9 3 0,-5 8 0,10 5 0,-8 6 0,7 6 0,-6 7 0,4 13 0,-2 6 0,6-4 0,-12 8 0,3-4 0,-3 5 0,-3 1 0,0-1 0,1-5 0,-1-4 0,-8 0 0,-3 2 0</inkml:trace>
  <inkml:trace contextRef="#ctx0" brushRef="#br0" timeOffset="25">25593 9737 8912,'-30'-19'0,"2"-3"0,9-1 0,-1-3 0,1 0 0,0 7 0,0 0 0,-7 0 0,0 1 0,0 6 0,-1 5 0,3 5 0,-6 4 0,0 5 0,0 5 0,6 16 0,-1 11 0,1 2 0,-2 10 0,14-8 0,-12 10 0,18-8 0,-7 0 0,6-6 0,1-3 0,6-4 0,0-6 0,0-4 0,2-12 0,4-3 0,5-5 0,8-2 0,3-9 0,1-4 0,3-4 0,8-11 0,-12-8 0,4-9 0,1-2 0,-1 2 0,-2-6 0,-11-5 0,4-8 0,-4-1 0,-5-1 0,-1 2 0,-5 6 0,-2 0 0,0 4 0,0 16 0,0 8 0,0 6 0,-9 14 0,5 12 0,-9 17 0,9 11 0,-3 15 0,5 11 0,2 8 0,2 7 0,3-5 0,1 3 0,9-7 0,-4 2 0,8-13 0,0 3 0,1-9 0,-1-2 0,0-11 0,0-6 0,1-14 0,1-3 0,5-9 0,-5-2 0,5-5 0,-5-12 0,-1-11 0</inkml:trace>
  <inkml:trace contextRef="#ctx0" brushRef="#br0" timeOffset="26">26229 9467 8912,'20'-30'0,"-3"2"0,-2 0 0,-5-4 0,-1-2 0,-5 2 0,-4 6 0,-6 5 0,-5 1 0,-8 1 0,0 0 0,-7 8 0,-2 5 0,-2 4 0,-4 2 0,-3 8 0,-1 5 0,-1 4 0,3 11 0,1 4 0,5 7 0,3 6 0,1 4 0,7 11 0,1 4 0,6 7 0,3 4 0,3 2 0,-1 0 0,1-8 0,6-5 0,8-4 0,3-4 0,0-5 0,6-4 0,0-19 0,9-6 0,-3-7 0,-1-11 0,-3 2 0,-8-12 0,-3-13 0,-8-11 0</inkml:trace>
  <inkml:trace contextRef="#ctx0" brushRef="#br0" timeOffset="27">25689 9814 8912,'-10'-8'0,"1"6"0,9-7 0,2 3 0,5-1 0,20-8 0,10 7 0,21-5 0,4-11 0,15 5 0,11-7 0,6 0 0,7-6 0,2-4 0,-7-3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0.96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1851 13536 8912,'-19'19'0,"6"0"0,0-2 0,1-2 0,1-2 0,2-6 0,9 5 0,2-7 0,5 1 0,6-4 0,10-2 0,5-2 0,2-4 0,2-7 0,7-13 0,-1-6 0,1-4 0,0-3 0,-1 0 0,1 1 0,-1-1 0,9-8 0,-12-2 0,1-7 0,-6 5 0,-4-5 0,-9 7 0,-4-9 0,-5 9 0,-8 4 0,-15 4 0,-4 2 0,-15 9 0,-5 5 0,7 12 0,-6 6 0,1 5 0,1 11 0,4 10 0,-1 13 0,10 11 0,-3 2 0,7 17 0,6 2 0,4 9 0,9 4 0,5 1 0,8-1 0,2-7 0,17 1 0,6-7 0,7 7 0,9-17 0,-3-3 0,5-23 0,2-9 0,6-15 0,0-4 0,-6-12 0,-8-18 0,-3-9 0,-2-12 0,-13 1 0,-2-5 0,-2 3 0,-2-3 0,-16 14 0,-3-2 0,-5 9 0,-2-3 0,0 16 0,0-5 0,-2 7 0,-5 6 0,3-2 0,-9 9 0,9-1 0,-5 16 0,9 4 0,0 10 0,0 3 0,0 8 0,0-2 0,0 5 0,0 1 0,0-1 0,0-5 0,0 2 0,0-8 0,0 6 0,0-6 0,0-3 0,9-1 0,-7-3 0,7-8 0,-7-3 0,4-8 0,-2-10 0,9-10 0,-6-3 0,6-16 0,-1 5 0,8-11 0,-7-2 0,-1 2 0,3 2 0,3 2 0,1 5 0,0 4 0,0-3 0,1 10 0,-1 5 0,0 7 0,1 9 0,-1 4 0,0 15 0,0 9 0,-8 6 0,6 8 0,-4 1 0,-2-3 0,2-4 0,0 5 0,6-5 0,7-4 0,-1-2 0,3-5 0,-2-2 0,-5 1 0,5-1 0,2-8 0,-2-5 0,8-12 0,-4-5 0</inkml:trace>
  <inkml:trace contextRef="#ctx0" brushRef="#br0" timeOffset="1">4494 12571 8912,'-9'-19'0,"-2"2"0,-8 2 0,0 2 0,0 9 0,-1-5 0,1 9 0,-2 2 0,-5 5 0,4 12 0,-3 15 0,3 9 0,3 15 0,2 17 0,2 11 0,2 2-126,9 2 1,-3 12 0,12 1 125,1-2 0,9 6 0,-4-17 0,8 0 0,7-11 0,-1-8 0,3-7 0,-4-14 0,2-12 0,8-8 0,-6-13 0,6-4 0,-2-6 0,0 3 0,5-8 0,-5 5 0,2-14 0,-8-5 0,8-6 0,-4-9 0,9-3 0</inkml:trace>
  <inkml:trace contextRef="#ctx0" brushRef="#br0" timeOffset="2">5439 13227 8912,'0'19'0,"0"7"0,0 2 0,0 0 0,0 2 0,0 0 0,0 2 0,0 6 0,0-1 0,0-3 0,0-2 0,-7-8 0,1 2 0,2-5 0,1-2 0,3-10 0,0-9 0,0-11 0,0-15 0,0-6 0,0-4 0,0-9 0,3 0 0,3 2 0,-2 2 0,9 3 0,-6 8 0,5 4 0,-7 5 0,12 3 0,-4 6 0,-3 3 0,3 9 0,0 2 0,6 5 0,-1 5 0,-6 14 0,6-2 0,-6 8 0,-1-9 0,2 3 0,-2 2 0,2-2 0,4-1 0,-7-5 0,10-10 0,-1-3 0,0-5 0,1-2 0,-1-9 0,-6-1 0,-3-10 0,-1 1 0,6 0 0,-13-3 0,5-3 0,-5-5 0,-2 6 0,0 5 0,0 4 0,0 4 0,0 3 0,0 8 0,8 8 0,-6 3 0,5 8 0,4 0 0,-9 1 0,4-1 0,3-6 0,-3 0 0,9 0 0,-2 6 0,-4-8 0,8 4 0,-4-9 0,4 0 0,2 1 0,0-1 0,1-1 0,-1-3 0,-6-2 0,0 0 0,-1 0 0,8 0 0,-7-7 0,-1 1 0,-7-9 0,10 11 0,-9-9 0,-2 2 0,-10-2 0,-5-2 0,-8 9 0,0-9 0,-1 2 0,1 2 0,0 0 0,0 3 0,-1-7 0,1 13 0,0-5 0,-1 5 0,10-6 0,-1 5 0,5-3 0,3 4 0,-3 2 0,12 0 0,5 0 0,8 0 0,1 0 0,-1 0 0,9 0 0,2 0 0</inkml:trace>
  <inkml:trace contextRef="#ctx0" brushRef="#br0" timeOffset="3">6557 12919 8912,'-13'2'0,"1"4"0,7-4 0,-12 7 0,15-1 0,-7 3 0,9 8 0,0 3 0,3 1 0,3 3 0,3 8 0,6-2 0,-3 5 0,3 1 0,3-8 0,-6 7 0,-1-7 0,-2 0 0,6 6 0,-11-16 0,9-1 0,-9 0 0,5-17 0,-1 7 0,3-9 0</inkml:trace>
  <inkml:trace contextRef="#ctx0" brushRef="#br0" timeOffset="4">2932 13458 8912,'8'11'0,"-6"0"0,7-7 0,-1 3 0,-5-1 0,7-6 0,-3 0 0,3 0 0,10 0 0,-3-2 0,0-2 0,2-3 0,-10-8 0,10 2 0,3-4 0,1-2 0,-6 0 0,3-1 0,-12 1 0,7 0 0,-2-1 0,-9 1 0,5 0 0,-9 0 0,-9-1 0,-4 7 0,-10 3 0,-3 1 0,-8 3 0,10 6 0,-8 0 0,6 8 0,-6 5 0,9 6 0,-3 7 0,5-2 0,1 8 0,10 0 0,3 7 0,5-1 0,2 1 0,2 6 0,5 0 0,10 0 0,8-7 0,10-1 0,-3-5 0,11-7 0,2-12 0,0-4 0,-7-9 0,5-9 0,-4-4 0,1-12 0,-14-7 0,6-5 0,-6-1 0,0-5 0,-9 2 0,-4 5 0,-5 10 0,-1-4 0,-1 4 0,1 11 0,-7-4 0,0 13 0,0-3 0,-9 9 0,7 9 0,-5 3 0,5 12 0,2 2 0,0 8 0,0-2 0,0-2 0,0 2 0,0-2 0,0 2 0,7 3 0,-1-10 0,1 1 0,-7-7 0,0-6 0,0 0 0,0-9 0,0 5 0,2-20 0,4-8 0,-4-9 0,5-11 0,1 1 0,-1-1 0,8 1 0,-2-1 0,2 1 0,-3-1 0,12 7 0,-5 0 0,7 8 0,0-1 0,2 12 0,6 6 0,-2 5 0,0 11 0,7 12 0,-1 16 0,1 5 0,-1 12 0,1-7 0,0 5 0,-1 3 0,1-3 0,8-5 0,-6 0 0,6-9 0</inkml:trace>
  <inkml:trace contextRef="#ctx0" brushRef="#br0" timeOffset="5">6596 13246 8912,'-19'0'0,"6"0"0,0 0 0,9-8 0,4-3 0,10-2 0,10 2 0,1 1 0,5-1 0,2 0 0,4-2 0,4-2 0,-4 7 0,5-3 0,-1-4 0,-4-2 0,13-11 0,-4-2 0</inkml:trace>
  <inkml:trace contextRef="#ctx0" brushRef="#br0" timeOffset="6">7232 12841 8912,'-13'0'0,"1"0"0,7 0 0,-12 9 0,15 10 0,-4 13 0,3 5 0,3 1 0,7 7 0,1 2 0,3 3 0,2 1 0,0 1 0,0-1 0,0-6 0,6 6 0,-6-10 0,0-2 0,-9-3 0,2-10 0,-12 0 0,-5-7 0,-8 0 0</inkml:trace>
  <inkml:trace contextRef="#ctx0" brushRef="#br0" timeOffset="7">6866 13343 8912,'11'0'0,"6"-9"0,-7 1 0,10-7 0,-1 2 0,0 0 0,9 0 0,4 0 0,5-2 0,18-2 0,-3-2 0,12-1 0,5 8 0,1-1 0,-10 2 0,-4-4 0,-7 2 0,-4 0 0,-14 3 0,5-8 0,-6 8 0</inkml:trace>
  <inkml:trace contextRef="#ctx0" brushRef="#br0" timeOffset="8">7637 13150 8912,'-10'19'0,"-7"0"0,4 1 0,-2 5 0,2 1 0,-4 8 0,8-6 0,-4 4 0,-2 5 0,9-5 0,-1-4 0,7-2 0,0-5 0,0-2 0,9-2 0,4-4 0,4-4 0,2-9 0,0-2 0,1-5 0,6-3 0,-1-10 0,1 1 0,-7-2 0,1-5 0,-10 4 0,5-8 0,-8 5 0,6 1 0,-7-8 0,0 8 0,-8-1 0,-4 3 0,-5 12 0,-8-8 0,0 14 0,-1-9 0,7 9 0,1-2 0,5 3 0,-6 3 0,9 0 0,-5 0 0</inkml:trace>
  <inkml:trace contextRef="#ctx0" brushRef="#br0" timeOffset="9">8602 12745 8912,'-17'-13'0,"2"0"0,2-2 0,0 7 0,-4-1 0,4 1 0,-4 5 0,4-3 0,2 4 0,-2 2 0,0 0 0,3 0 0,-5 8 0,8 5 0,1 4 0,6 3 0,-7 1 0,1 5 0,0-3 0,6 10 0,0 5 0,0 7 0,0 0 0,0-4 0,0 4 0,0 4 0,0 9 0,0-2 0,0-5 0,0 5 0,0-9 0,0 4 0,0 3 0,0-9 0,8-9 0,3-10 0,0-5 0,14-1 0,-12-10 0,13-3 0,4-5 0,2-2 0,4-15 0,3-4 0,8-22 0,-6 9 0,6-15 0</inkml:trace>
  <inkml:trace contextRef="#ctx0" brushRef="#br0" timeOffset="10">9412 12745 8912,'-20'-9'0,"10"5"0,3-9 0,5 9 0,2-13 0,9 15 0,4-5 0,10 5 0,3 2 0,-3 0 0,7 9 0,-8 1 0,4 10 0,-5-1 0,-2 0 0</inkml:trace>
  <inkml:trace contextRef="#ctx0" brushRef="#br0" timeOffset="11">9682 12919 8912,'19'27'0,"0"6"0,1 3 0,-3 2 0,-4 1 0,-3 0 0,-3-1 0,-5 1 0,2-1 0,-8 1 0,-7-1 0,-8 1 0,0 0 0,-1-1 0,-8 1 0,7-1 0,-5 1 0,-2-1 0,3 1 0,5-7 0,8 0 0,5-15 0,-6 3 0,9-14 0,-5 3 0</inkml:trace>
  <inkml:trace contextRef="#ctx0" brushRef="#br0" timeOffset="12">10993 13401 8912,'0'12'0,"0"1"0,0-8 0,0 3 0,0-8 0,2 0 0,5 0 0,-3 0 0,9 0 0,0 0 0,6 0 0</inkml:trace>
  <inkml:trace contextRef="#ctx0" brushRef="#br0" timeOffset="13">11533 13169 8912,'-13'0'0,"0"0"0,-2 0 0,7 2 0,1 5 0,3 6 0,-2 4 0,4 8 0,-5 1 0,5 0 0,2 2 0,0-7 0,6 7 0,3-9 0,2 1 0,4-1 0,2-2 0,2-4 0,0-5 0,1-8 0,-1 0 0,0 0 0,-8-8 0,6-3 0,-6-8 0,0 0 0,6-1 0,-15 1 0,9 0 0,-5-1 0,-4 10 0,7-1 0,-9 5 0,8 3 0,-6 3 0,13 5 0,-8 8 0,-3 2 0,7-7 0,-7 7 0,9-8 0,0 5 0,6-5 0,0-1 0,1-6 0,1 0 0,5 0 0,-5 0 0,5 0 0,-5 0 0,-1 0 0,-1 0 0,0 0 0,-6-6 0,0-1 0,-9 1 0,13 6 0,-14 0 0,-3 0 0,-11 0 0,-8 0 0,8 0 0,0 6 0,5 1 0,4-1 0,-7-6 0,9 0 0,2 0 0,5 0 0,-3 0 0,9 0 0,-7 0 0,7 0 0,2 0 0,2-8 0,2 6 0,1-5 0,5 5 0,1 2 0,2 0 0,-2 0 0,-5 0 0,5 0 0,-5 0 0,-1 0 0,-1-6 0,0-1 0,0 1 0,1 6 0,-1 0 0,0 0 0,1-9 0,-1 5 0,0-9 0,-6 9 0,0-3 0,-9 5 0,13-6 0,-15 5 0,13-3 0,-8 12 0,-1-1 0,-6 8 0,0-1 0,0 8 0,0-1 0,0 0 0,0 1 0,0-8 0,0 1 0,0-8 0,9 3 0,2-8 0,8 0 0</inkml:trace>
  <inkml:trace contextRef="#ctx0" brushRef="#br0" timeOffset="14">12497 13208 8912,'-19'-7'0,"0"1"0,0-9 0,-1 2 0,3-4 0,4-2 0,5-1 0,8 1 0,0 0 0,8 8 0,5 5 0,13-3 0,8 3 0,9 1 0,-2 3 0,14-6 0,-5-3 0</inkml:trace>
  <inkml:trace contextRef="#ctx0" brushRef="#br0" timeOffset="15">13211 13188 8912,'-38'0'0,"-1"0"0,0 0 0,7-6 0,0 0 0,9-3 0,-3 3 0,-4 3 0,8-5 0,-5 8 0,7 0 0,10 0 0,1 8 0,9 3 0,2 2 0,5 0 0,-5-9 0,15 5 0,-4-9 0,4 0 0,-4 0 0,0 0 0,2 0 0,-5 0 0,3 0 0,0 0 0,0 8 0,0 5 0,0 4 0,6 3 0,-2 14 0,-4 4 0,4 16 0,-4 4 0,-5 10 0,-1 16 0,1-5 0,-1 3 0,-3-10 0,-2-5 0,-2-11 0,0-5 0,0-12 0,9-20 0,-1-15 0,7-17 0,-2-12 0,0-18 0,6-9 0,1-12 0,-3-5 0,-4-8 0,4 7 0,-4-1 0,-3 7 0,3-7 0,0 11 0,6 2 0,1 0 0,-1 9 0</inkml:trace>
  <inkml:trace contextRef="#ctx0" brushRef="#br0" timeOffset="16">13462 13169 8912,'0'-11'0,"0"1"0,0 3 0,0 5 0,0-6 0,2 10 0,4 4 0,-1 5 0,8 8 0,-9 0 0,13 7 0,-4 0 0,-2 2 0,1-3 0,-1-3 0,2 4 0,4-5 0,-4-2 0,2-6 0,-2 0 0,4-9 0,-4 3 0,4-5 0,-6-11 0,6-4 0,-4-12 0,-3 1 0,3-8 0,-8 0 0,3-5 0,1 5 0,-7 4 0,9 11 0,-7 2 0,2 2 0,1 9 0,-5-2 0,4 12 0,-1 5 0,7 8 0,1 3 0,7 3 0,-1-1 0,0 8 0,0-8 0,1 1 0,-1-3 0,0-3 0,1-2 0,-1-4 0,2-4 0,3-9 0,2 0 0,-1-5 0,-5-8 0,-1 1 0,-2-23 0,-4 10 0,2-10 0,-7 3 0,3-4 0,-7-3 0,5 3 0,-9 4 0,-6 4 0,-1 8 0,-8 10 0,4 1 0,-8 26 0,2 9 0,4 8 0,5 5 0,1-1 0,1 1 0,-1 6 0,7 0 0,9-2 0,4-11 0,6 4 0,7-3 0,4-6 0,8-1 0,3-13 0,4-7 0,6-3 0,14-3 0,1-11 0,5-8-183,4-9 0,-7-19 1,10-3-1</inkml:trace>
  <inkml:trace contextRef="#ctx0" brushRef="#br0" timeOffset="17">15043 12629 8912,'-28'-10'0,"7"-8"0,-7 16 0,9-4 0,6 6 0,0 6 0,2 7 0,-1 13 0,3 12 0,9 14 0,0 12 0,0 7 0,0-3 0,0 3 0,9-2 0,3 1 0,6 5 0,1-17 0,0 0 0,0-11 0,-8-6 0,11-11 0,-5-4 0,4-5 0,-4-10 0,11-7 0,-9-17 0,1-8 0,-1-18 0</inkml:trace>
  <inkml:trace contextRef="#ctx0" brushRef="#br0" timeOffset="18">15564 12340 8912,'28'-2'0,"4"-4"0,4-7 0,3-4 0,0 4 0,-1 2 0,1 2 0,-1 14 0,1 14 0,-3 17 0,-4 16 0,5 12 0,-16 9-103,5 17 0,-13 8 0,-10-40 0,-2 0 103,-2 0 0,-2 0 0,-6 0 0,-1-1 0,-12 51 0,-4-6 0,-1-3 0,-1-3 0,-2 1 0,0-3 0,-2-4-1367,4-13 1367,8-19 0,-3-11 0,-1-8 0,1-1 0,-3 1 0</inkml:trace>
  <inkml:trace contextRef="#ctx0" brushRef="#br0" timeOffset="19">16297 11858 8912,'0'-19'0,"8"6"0,5 2 0,7 5 0,5 10 0,7 13 0,7 32 0,4 29 0,-20-30 0,-1 4 0,0 6 0,-1 2 0,0 6 0,-2 3 0,1 6 0,-1 2 0,0 5 0,-2 1 0,0 6 0,-1 2 0,-2 4 0,-3-1 0,-3-7 0,-3-1 0,-1-4 0,-1-1 0,-2-5 0,0-2-922,-1-2 0,0 0 922,0-1 0,0-1 0,-4-5 0,-1-2 0,-1-4 0,-1-2 0,-10 44 0,-2-33 0,0-10-70,-1-11 70,1-6 0,4-9 0,-4 0 0,-5 0 0</inkml:trace>
  <inkml:trace contextRef="#ctx0" brushRef="#br0" timeOffset="20">18457 12591 8912,'0'-20'0,"2"1"0,2 0 0,3 0 0,-1 6 0,-6 0 0,-8 11 0,-5 4 0,-4 15 0,-13 19 0,-9 18 0,-10 8 0,-9 9 0,-6 12 0,2 5 0,27-40 0,1 1 0,1-2 0,2 0 0,-23 45 0,13-2 0,11-17 0,22 8 0,8-16 0,17-12 0,15-14 0,20-5 0,8-13 0,6-3 0,5-12 0,4 2 0,-2-8 0,-3 0 0,-5-14 0,5-6 0,1-3 0,0 3 0,-1 1 0,-10 6 0,0 3 0,-6 1 0,-11 3 0,-5 8 0,-12 4 0,-13 5 0,-7 8 0,5-8 0,-9 6 0,7-6 0</inkml:trace>
  <inkml:trace contextRef="#ctx0" brushRef="#br0" timeOffset="21">18071 14172 8912,'-21'0'0,"-5"0"0,-4-2 0,0-3 0,4-1 0,5 0 0,2-3 0,8 7 0,2-7 0,18 9 0,10 0 0,18 0 0,12 0 0,2 0 0,24 0 0,-4 0 0,-2-2 0,1-4 0,3-5 0,9-8 0,1-1 0,-8 1 0,-8 2 0,-12 2 0,-3 2 0,-5 9 0,-17-5 0,-11 9 0,-10 9 0,-9 4 0,-9 4 0,-4 2 0,-4-2 0,-2-4 0,0-4 0,-1-1 0,1 3 0</inkml:trace>
  <inkml:trace contextRef="#ctx0" brushRef="#br0" timeOffset="22">20694 12745 8912,'-19'0'0,"2"-2"0,2-2 0,2-3 0,9 1 0,-14 6 0,16 8 0,-4 5 0,4 4 0,2 3 0,0 5 0,0 1 0,0 8 0,0-10 0,0 8 0,0-2 0,0 4 0,0-2 0,0-8 0,0 10 0,-2-8 0,-5-3 0,5-1 0,-4-3 0,1-8 0,-1-5 0,4-6 0,-5-6 0,5-13 0,2-14 0,0-9 0,2-6 0,5-1 0,6-4 0,-5 6 0,7-1 0,-6 10 0,1-1 0,-5 3 0,3 4 0,1 6 0,2 13 0,1 5 0,1 12 0,2 9 0,-4 10 0,2 20 0,2 2 0,2 9 0,0-5 0,-4 0 0,4-2 0,-4-8 0,4-1 0,2-1 0,1-5 0,-1-6 0,0-5 0,1-4 0,-1-4 0,0-4 0,0-9 0,-1-2 0,-6-5 0,3-4 0,-8-8 0,-1 0 0,-6-9 0,0-2 0</inkml:trace>
  <inkml:trace contextRef="#ctx0" brushRef="#br0" timeOffset="23">21041 12899 8912,'11'-8'0,"-2"-3"0</inkml:trace>
  <inkml:trace contextRef="#ctx0" brushRef="#br0" timeOffset="24">21061 12841 8912,'-9'-10'0,"-2"1"0</inkml:trace>
  <inkml:trace contextRef="#ctx0" brushRef="#br0" timeOffset="25">21080 12880 8912,'0'19'0,"8"1"0,5-1 0,-2 0 0,2 0 0,0 5 0,6-5 0,0 5 0,1-11 0,-1 2 0,2 0 0,3-5 0,2-1 0,-1-3 0,-5-6 0,-1 0 0,0-2 0,0-4 0,1-7 0,-1-13 0,-6 5 0,-2-5 0,-3 5 0,-4 1 0,-1 1 0,-3 0 0,0 0 0,0-1 0,-9 1 0,-2 0 0</inkml:trace>
  <inkml:trace contextRef="#ctx0" brushRef="#br0" timeOffset="26">21408 12880 8912,'0'11'0,"0"6"0,2-6 0,2 8 0,3 0 0,-3 0 0,7 1 0,-7 5 0,9 1 0,-3-7 0,5-6 0,-2 2 0,2-6 0,9-3 0,2-4 0,-3-2 0,5-2 0,-2-4 0,8-14 0,-10-3 0,6-7 0,-3 2 0,-9 2 0,-10 7 0</inkml:trace>
  <inkml:trace contextRef="#ctx0" brushRef="#br0" timeOffset="27">21793 12861 8912,'0'-20'0,"0"10"0,0-7 0,0 4 0,0 4 0,0 1 0,0 8 0,0 4 0,0 7 0,0 8 0,0 7 0,0-1 0,0-3 0,0 3 0,0 5 0,0-8 0,0 4 0,0-5 0,3-2 0,3 0 0,-4 1 0,5-1 0,-5-8 0,-2 6 0,0-15 0,6 4 0,1-12 0,-3-9 0,-2-9 0,4 1 0,1-9 0,-1 0 0,1 0 0,-1 2 0,-2 2 0,7 2 0,-2 7 0,6-1 0,-2 1 0,-9 8 0,13-6 0,-6 15 0,8-6 0</inkml:trace>
  <inkml:trace contextRef="#ctx0" brushRef="#br0" timeOffset="28">22006 12880 8912,'0'19'0,"8"1"0,-6-1 0,5 0 0,-5 0 0,-2-6 0,0 0 0,0 2 0,0-6 0,0 8 0,2-15 0,4 4 0,-1-12 0,8-7 0,-7-10 0,7-3 0,-9-8 0,13 10 0,-6-8 0,0-2 0,6 6 0,-6-2 0,8 4 0,-6 7 0,0-3 0,2 9 0,2 5 0,2 1 0,-2 16 0,-4 4 0,4 13 0,-8 4 0,6 8 0,-2 1 0,-7-7 0,7 0 0,0-8 0,6 10 0,-2-8 0,-2-3 0,-2-4 0,2-6 0,2-4 0,2-9 0,1 0 0,-7 0 0,-1 0 0,1-17 0,7-5 0</inkml:trace>
  <inkml:trace contextRef="#ctx0" brushRef="#br0" timeOffset="29">23047 12456 8912,'-2'-20'0,"-4"1"0,3 8 0,-5 3 0,8 16 0,0 5 0,0 4 0,0 11 0,2 4 0,4 5 0,-3 1 0,12 3 0,-7 2 0,3 2 0,0 0 0,1-6 0,3-1 0,-8 1 0,8-1 0,-11-8 0,9-4 0,-9-5 0,3-1 0,-5-7 0,-2-1 0,0-7 0,0-5 0,0-11 0,8 0 0,3 3 0</inkml:trace>
  <inkml:trace contextRef="#ctx0" brushRef="#br0" timeOffset="30">23182 12841 8912,'11'-19'0,"0"6"0,-5 0 0,3 1 0,3-8 0,6 10 0,-8-1 0,10 4 0,5 5 0,1-4 0,0 4 0,-7 2 0,0 8 0,1 5 0,-3 4 0,-4 3 0,-7-1 0,-4 7 0,-2-1 0,0 1 0,-15 0 0,-4-1 0,-7 8 0,0-8 0,-6-1 0,4-3 0,-6-2 0,8 1 0,-6-7 0,7-3 0,1-1 0,3-3 0,10-8 0,4-4 0,5-5 0,11-25 0,2-5 0</inkml:trace>
  <inkml:trace contextRef="#ctx0" brushRef="#br0" timeOffset="31">23761 12764 8912,'-13'20'0,"0"-1"0,9 0 0,-3 0 0,5 1 0,2-7 0,2-1 0,5 3 0,3-4 0,10 2 0,-1-9 0,0 3 0,9-5 0,-6-9 0,5-1 0,1-3 0,-6-10 0,6-1 0,-11-6 0,-4 1 0,-5-3 0,-8-3 0,0 3 0,0 3 0,-8 1 0,-12 2 0,-12 3 0,-4 4 0,-5 10 0,-4 1 0,4 6 0,-4 6 0,5 5 0,7 15 0,3 4 0,3 6 0,9-2 0,10 16 0,8-7 0,0 2 0,0 0 0,11-7 0,8-1 0,11-5 0,6-5 0,11-16 0,3-4 0,-1-5 0,-2-2 0,-8 0 0,-1 0 0,1 0 0,-3-9 0,-4-4 0,-4-12 0,-8-5 0</inkml:trace>
  <inkml:trace contextRef="#ctx0" brushRef="#br0" timeOffset="32">24262 12745 8912,'0'-11'0,"0"1"0,0 3 0,-2 5 0,-4-4 0,3 3 0,-3 12 0,12 4 0,7 4 0,4 4 0,3 5 0,-1 6 0,0-4 0,-6 9 0,0-5 0,-2 4 0,4 1 0,-2-5 0,-7 2 0,7-8 0,-9 8 0,5-13 0,-9 5 0,0-5 0,0-10 0,0-2 0,0-24 0,0-5 0,0-12 0,0 0 0,8-13 0,5-6 0,-4 4 0,8-9 0,-4 7 0,4-1 0,11-5 0,-7 10 0,5 0 0,2 2 0,-3 17 0,1 9 0,-7 11 0,-8-5 0,15 9 0,-5-7 0</inkml:trace>
  <inkml:trace contextRef="#ctx0" brushRef="#br0" timeOffset="33">26596 12764 8912,'-2'-36'0,"-5"2"0,-6 1 0,-4 12 0,-2 2 0,-7 8 0,-2 13 0,0 7 0,1 10 0,-8 0 0,14 18 0,-5-3 0,5 9 0,4 0 0,4 8 0,6 1 0,5-3 0,2 6 0,0-14 0,0 4 0,0-4 0,9-3 0,1-8 0,10-6 0,-1-9 0,9-6 0,-5-9 0,7-3 0,-2-3 0,7-5 0,-12-10 0,9-5 0,-8-4 0,2-8 0,-5 5 0,-2 1 0,-8 0 0,-5-6 0,-3-1 0,-12 1 0,-4-1 0,-13 0 0,-4 7 0,-8 4 0,-1 7 0,-8-3 0,13 16 0,-3-5 0,7 7 0,-4 3 0,21 12 0,0 4 0,11-5 0,9-1 0,12 4 0,11-1 0</inkml:trace>
  <inkml:trace contextRef="#ctx0" brushRef="#br0" timeOffset="34">27444 12494 8912,'0'-49'0,"-2"4"0,-4 13 0,-3 4 0,-4 9 0,-4 0 0,13 8 0,-9 4 0,-2 5 0,6 2 0,-6 9 0,9 4 0,-3 12 0,3 8 0,4 5 0,-5 7 0,5 6 0,2 5 0,0 2 0,0 0 0,0 0 0,0 8 0,2-6 0,5 4 0,-5 3 0,4-3 0,-3-2 0,-3-10 0,0-7 0,0-5 0,0-3 0,0-5 0,0-11 0,0-8 0,0-9 0,0 3 0,0-14 0,0-12 0,0-11 0</inkml:trace>
  <inkml:trace contextRef="#ctx0" brushRef="#br0" timeOffset="35">27116 13034 8912,'-12'-19'0,"-1"0"0,8-1 0,-3 1 0,8 6 0,0 0 0,8 9 0,7-4 0,9-1 0,15 7 0,10-9 0,9 5 0,0-5 0,-1-8 0,1 6 0,0 0 0,0 0 0,0-6 0,0 6 0,0 0 0,8-8 0,3-9 0</inkml:trace>
  <inkml:trace contextRef="#ctx0" brushRef="#br0" timeOffset="36">21639 14654 8912,'-2'11'0,"-4"-5"0,3-4 0,-7 0 0,3 5 0,5 3 0,-4 10 0,4 1 0,2 3 0,0 1 0,0 10 0,2-3 0,4 11 0,5 2 0,2-3 0,0-1 0,-1 4 0,8 0 0,-1-8 0,-6-10 0,-2-7 0,-3-1 0,-1-8 0,1-11 0,3-11 0</inkml:trace>
  <inkml:trace contextRef="#ctx0" brushRef="#br0" timeOffset="37">21601 14442 8912,'-20'19'0,"1"0"0,0 1 0,-1-10 0,1 7 0,0-4 0,8-2 0,5 2 0,4-9 0,10 5 0,3-11 0,8-5 0,0-1 0,1-5 0,-3-11 0,-4 5 0,2-5 0,-9 5 0,1 0 0,-7-1 0,0 1 0,-9 8 0,5-4 0,-9 9 0,0 0 0,-4 14 0,4 5 0,2 6 0,5 7 0,4 4 0,-5 9 0,7 1 0,7 5 0,-5-4 0,24 6 0,-5-8 0</inkml:trace>
  <inkml:trace contextRef="#ctx0" brushRef="#br0" timeOffset="38">22025 14827 8912,'19'-8'0,"-8"-3"0,-3 0 0,-8 3 0,0 16 0,0 5 0,0 13 0,0-2 0,0 6 0,0-3 0,0 8 0,0-12 0,0 9 0,0-8 0,0 2 0,0-5 0,0-2 0,0 1 0,0-1 0,0-8 0,0-3 0,0-12 0,0-7 0,0-8 0,0-13 0,0 2 0,0-9 0,7 1 0,-1-1 0,3-4 0,-3 5 0,3-5 0,4 11 0,2 4 0,-7 2 0,3 5 0,2 10 0,6 2 0,0 9 0,1 9 0,-1 4 0,0 13 0,1 6 0,-1 4 0,0 3 0,3-7 0,3 0 0,-1-4 0,8-3 0,-8 1 0,1-13 0,5-4 0,0-1 0</inkml:trace>
  <inkml:trace contextRef="#ctx0" brushRef="#br0" timeOffset="39">22623 14750 8912,'-20'0'0,"1"0"0,0 0 0,0 0 0,-1 2 0,1 5 0,0-5 0,-1 15 0,3-4 0,4 4 0,-4 2 0,15 1 0,-4-1 0,4 9 0,2-7 0,0 5 0,2-7 0,4-6 0,-2 2 0,9-9 0,0 1 0,6-7 0,1-9 0,-1-4 0,0-10 0,1-3 0,-1-6 0,0 6 0,-6-8 0,0 2 0,-9-4 0,3-3 0,-5-6 0,-2 0 0,0-2 0,0 2 0,-9-4 0,-4-9 0,-2 11 0,2 8 0,-4 3 0,4 10 0,5 9 0,-7 17 0,8 13 0,1 21 0,6 11 0,0 8 0,9 5 0,-1 7 0,5-1 0,4 7 0,-4-7 0,4 0 0,2-6 0,1-9 0,-1-4 0,7-11 0,-1-1 0,8-18 0,-8-3 0,7-7 0,-6-5 0,6-9 0,-6-4 0,0-6 0,-7-7 0,-2 5 0,-4-5 0,2-4 0,-8-2 0,-1 4 0,-6 3 0,-2-3 0,-5 2 0,3-6 0,-9 6 0,7 0 0,-7 7 0,0 8 0,2-6 0,3 17 0,8 0 0,0 11 0,0 15 0,0 6 0,8-4 0,3 8 0,8-4 0,1 3 0,-1-3 0,0-4 0,1-9 0,-1 0 0,0 0 0,7-8 0,0-5 0,-1-3 0,-5-3 0,-3-3 0,-4-3 0,4-5 0,-7-17 0,10-1 0</inkml:trace>
  <inkml:trace contextRef="#ctx0" brushRef="#br0" timeOffset="40">22931 14210 8912,'-19'20'0,"-2"-3"0,-5-4 0,2 2 0,-8-9 0,9 1 0,-5-1 0,8 0 0,1 9 0,8-13 0,3 7 0,19-11 0,8-5 0,-8-3 0,14-3 0,-12 0 0,4 0 0,-6 3 0,-2 1 0,-9 9 0,8 0 0,3 0 0</inkml:trace>
  <inkml:trace contextRef="#ctx0" brushRef="#br0" timeOffset="41">23298 14538 8912,'0'-19'0,"-2"6"0,-5 0 0,-3 0 0,-10 3 0,1 3 0,0 14 0,2 10 0,2 11 0,2 2 0,8 10 0,-3 1 0,8 4 0,0-4 0,0-3 0,8 1 0,5-3 0,4-4 0,3 5 0,5-22 0,1 4 0,6-13 0,-6 1 0,8-7 0,-2-7 0,-2-5 0,3-14 0,-10 2 0,3-8 0,-5 0 0,-1-6 0,-8 1 0,1 5 0,-8-4 0,1 3 0,-4 6 0,-2 1 0,-8 4 0,-5 3 0,2 8 0,-2 5 0,-2 4 0,7 2 0,-7 11 0,8 8 0,-6 7 0,7 6 0,-1 4 0,7-4 0,0 5 0,0 1 0,3-6 0,3 1 0,-2-10 0,9 3 0,0-5 0,6-1 0,7-10 0,0-3 0,8-5 0,-2-2 0,-2-9 0,2-4 0,-2-10 0,2-3 0,5-8 0,-5 2 0,-6 2 0,-7-2 0,0 6 0,-6-6 0,-4 8 0,-3-2 0,-4 5 0,-2 2 0,0-1 0,0 10 0,0 1 0,0 11 0,0 5 0,0 3 0,0 10 0,9-1 0,4 0 0,4 3 0,2 3 0,0-1 0,1 8 0,-1-6 0,0 6 0,-2-8 0,-4 1 0,2 3 0,-8-2 0,-3-3 0,-2-1 0,-2-3 0,0 0 0,-8 5 0,-5-5 0,-4 5 0,-3-14 0,1 1 0,0-2 0,-1-9 0,1 0 0,0 0 0</inkml:trace>
  <inkml:trace contextRef="#ctx0" brushRef="#br0" timeOffset="42">24629 14018 8912,'-20'0'0,"7"0"0,3 2 0,1 4 0,-6 13 0,11 11 0,-7 13 0,3 9 0,1 16 0,11 22 0,7 11 0,8 2-292,-3-47 1,1-1 0,13 44 291,-12-48 0,2 1 0,19 42 0,-1-11 0,-8-6 93,-4-12 0,-5-12-93,-1 5 0,-3-13 0,-4 0 0,-5-21 0,-8-7 0,0-9 0,0 3 0</inkml:trace>
  <inkml:trace contextRef="#ctx0" brushRef="#br0" timeOffset="43">24918 14538 8912,'28'0'0,"-3"2"0,14 5 0,0 3 0,16 12 0,5 4 0,0 6 0,0 4 0,-10 3 0,-5-1 0,-5 1 0,-10 8 0,-8-15 0,-12 0 0,-1-8 0,-3-5 0,-14-8 0,-5-5 0,-4-4 0,4-2 0,0 0 0,9-10 0,-3-10 0,5-1 0,2-11 0,0-2 0,9-3 0,2-1 0,8 1 0,0 5 0,0-4 0,7 8 0,0-4 0,2 4 0,-3 8 0,-3 1 0,4 2 0,-5 4 0,-10 5 0,6 8 0,-15 0 0,7 8 0,-9 5 0,0 6 0,0 7 0,0-2 0,0 8 0,0 0 0,2 6 0,4 1 0,-4-9 0,9 4 0,-5-8 0,-1 6 0,8-6 0,-1-3 0,8-10 0,-1-4 0,0-9 0,3 0 0,3 0 0,-3-9 0,4-4 0,-7-6 0,-6-7 0,2 3 0,-9-9 0,1 6 0,-7-4 0,0 2 0,-9-6 0,-2 12 0,-8-3 0,0 3 0,-1 3 0,1 6 0,0 0 0,0 9 0,-1-2 0,1 3 0,8 3 0,3 0 0,8 9 0,0 2 0</inkml:trace>
  <inkml:trace contextRef="#ctx0" brushRef="#br0" timeOffset="44">26364 14519 8912,'-8'-11'0,"6"11"0,-5 13 0,5 4 0,2 2 0,0 3 0,0 4 0,0-5 0,0 7 0,0-9 0,6 7 0,1 0 0,6-7 0,-7-6 0,9 0 0,-2 6 0,-2-8 0,2-5 0,-1-4 0,8-2 0,-1 0 0,0-17 0,-2 2 0,-4-17 0,4 0 0,-4-7 0,-2-6 0,2 0 0,-9-4 0,3 10 0,-3-1 0,2 14 0,-4 0 0,5 7 0,-5 8 0,-2 5 0,0 12 0,0 7 0,0 13 0,0 6 0,2 11 0,5 2 0,-5 0 0,8-7 0,-3 1 0,-3-3 0,9-4 0,-7-4 0,7-8 0,0-3 0,6-4 0,1-7 0,-1-4 0,7-6 0,-1-9 0,3-2 0,-2-17 0,-5 6 0,5-6 0,-4-2 0,-12-3 0,7-1 0,-6-1 0,0 1 0,-3-1 0,-8 9 0,0 4 0,0 5 0,0 2 0,-2 8 0,-4 4 0,4 5 0,-7 4 0,9 7 0,0 10 0,0 1 0,0 10 0,0-5 0,2 3 0,5 4 0,3 3 0,10-10 0,-1 1 0,0-7 0,7-2 0,0-4 0,6-4 0,-6-9 0,8 0 0,-2 0 0,-2-9 0,0-4 0,-2-4 0,-2-11 0,-7 1 0,0-8 0,0 3 0,-8 0 0,0 0 0,-5 0 0,-4 2 0,5-2 0,-5 4 0,-2 9 0,0-1 0,0 7 0,0 1 0,0 7 0,0 7 0,0 18 0,0 1 0,0 11 0,0 2 0,2 11 0,5 7 0,-5-3 0,4 3 0,-4-3 0,-2 2 0,0-4 0,0-8 0,0 0 0,-4-1 0,-7-1 0,-8-5 0,-13-4 0,2-18 0,-9-3 0,-8 1 0,-4-1 0,-5-1 0,-2-6 0,-2 0 0,-4 0 0,4 0 0,-24 0 0,5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1.01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17859 5919 8912,'0'-12'0,"0"-1"0,0 0 0,-2-4 0,-4 2 0,-7 4 0,-4 2 0,-3 3 0,-1 6 0,-3 0 0,-2 0 0,-1 2 0,3 7 0,-2 10 0,-6 9 0,6 10 0,1 10 0,8 1 0,2 9 0,2-1 0,8 10 0,-3-7 0,8 4 0,15-4 0,4-2 0,15-9 0,5-4 0,2-15 0,10-10 0,1-10 0,6-10 0,8-10 0,3-12 0,-1-14 0,-1-20 0,-18-13 0,-4-8-635,-4 0 635,-3-9 0,-16 14 0,-10-5 0,-20 12-65,-18 1 0,-17 6 65,-27 7 0,-5 12 0,-22 13 0,7 14-199,-6 5 0,6 16 199,6 10 0,22 17 0,4 16 0,24 4 0,14 1 0,10 1 0,10 2 0,0 4 0,0 5 0</inkml:trace>
  <inkml:trace contextRef="#ctx0" brushRef="#br0" timeOffset="1">27116 5977 8912,'0'-25'0,"0"-3"0,-2 0 0,-4 0 0,4 9 0,-5 6 0,3 28 0,-2 11 0,-5 34 0,-8 23 0,1 18 0,12-47 0,0 1 0,-3 5 0,0 2-142,3 2 1,0 1-1,0 6 1,1 1-1,-1 3 1,1 0 141,1 1 0,0 0-406,0 4 0,1-1 1,3-14-1,0-2 0,0 4 1,0-1-1</inkml:trace>
  <inkml:trace contextRef="#ctx0" brushRef="#br0" timeOffset="2">27039 13343 8912,'20'-9'0,"-3"-6"0,-2-6 0,-2-7 0,2-2 0,2 4 0,4-4 0,3 2 0,1 5 0,8-3 0,-6 5 0,3 3 0,-6 12 0,4 0 0,-9 12 0,0 7 0,-8 13 0,-2 4 0,-9 8 0,0 1 0,0 6 0,0 0 0,-2-2 0,-5-3 0,5-1 0,-13-1 0,9 1 0,1 0 0,-5-1 0,7 5 0,-3-2 0,4-5 0,2-10 0,0 8 0,0-8 0,2-3 0,4-10 0,5-4 0,8-9 0,16-5 0,3-7 0,24-12 0,9-21 0,8-4 0,-31 20 0,1 0 0,0-1 0,0 0-406,5-2 0,2 0 0,5-2 0,0-1 0,-2-3 0,0-1 0</inkml:trace>
  <inkml:trace contextRef="#ctx0" brushRef="#br0" timeOffset="3">17685 13246 8912,'0'-19'0,"-2"0"0,-4-1 0,4 8 0,-5-1 0,14 6 0,8-6 0,8-2 0,16-2 0,10 0 0,3 4 0,-1 7 0,-8 4 0,2 2 0,-6 4 0,-7 9 0,-13 8 0,-15 18 0,-8 2 0,-9 4 0,-13-5 0,-4 14 0,-8-7 0,-1 2 0,9-6 0,-4 4 0,8-8 0,-4-9 0,11-4 0,-5-5 0,22-10 0,-4-3 0,14-10 0,12-4 0,8-5 0,10-8 0,1-1 0,6 1 0,0 0 0,0 2 0,-7 4 0,1-2 0,-1 8 0,-1 1 0,-5 6 0,-6 2 0,-13 5 0,-5 12 0,-8 13 0,-6 7 0,-14 6 0,-12 10 0,-26 9 0,-10 9-236,-9-2 0,38-31 0,1 1 236,-4 1 0,0 0 0,2-3 0,1-1 0,-39 33 0,6-3 0,7 3 0,3 0 0,17-13 0,2-9 0,3-6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1.0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8814 11395 8912,'-19'0'0,"1"-2"0,3-2 0,3-3 0,-1 1 0,-4 4 0,4-5 0,-4 5 0,4-4 0,-4 4 0,-3-5 0,1 1 0,0 2 0,-1 1 0,1-3 0,0 0 0,-7-1 0,0 7 0,-6-6 0,7-1 0,-10 1 0,3 6 0,-4-7 0,-3 1 0,1 2 0,-7 2 0,0 2 0,-9 0 0,3 0 0,-3 0 0,3 0 0,-9 0 0,6 0 0,0 2 0,-1 4 0,8-2 0,2 9 0,-5-8 0,12 5 0,-1-3 0,0-3 0,9 7 0,0-3 0,-6 7 0,12-10 0,-8 7 0,7-1 0,-5 4 0,2-2 0,-7-2 0,3 2 0,2 4 0,0-4 0,0 4 0,0 2 0,7-6 0,-3 0 0,5 0 0,1 6 0,1 0 0,2 0 0,4 1 0,-2-1 0,9 0 0,-9 1 0,4-1 0,0 0 0,-6 9 0,13-7 0,-7 5 0,2-5 0,-6-1 0,11-1 0,-9 0 0,9 3 0,-2 1 0,3 3 0,-3 0 0,0-7 0,-1 0 0,7-8 0,0-2 0</inkml:trace>
  <inkml:trace contextRef="#ctx0" brushRef="#br0" timeOffset="1">6750 12070 8912,'0'28'0,"0"-7"0,9 7 0,-7 0 0,13 0 0,-9 4 0,-1-6 0,3-5 0,-1-1 0,8-1 0,-3 0 0,3 0 0,-2 1 0,7-1 0,-1 0 0,0 0 0,11 1 0,-4-1 0,-3-6 0,10 0 0,-1-9 0,6 2 0,1 3 0,-1-3 0,1-1 0,2-3 0,4-2 0,-5 6 0,5 1 0,-4-1 0,-2-6 0,-1 0 0,1 0 0,2 0 0,4 0 0,-5 0 0,8 0 0,-10 0 0,1 0 0,1 0 0,5 0 0,-4 0 0,13 0 0,-7-2 0,2-4 0,-6 3 0,13-5 0,-5 8 0,-4-7 0,-2 1 0,-4-3 0,-2 3 0,-1 4 0,1-5 0,-7 5 0,-2 0 0,-2-4 0,6 4 0,-4-7 0,9 9 0,-1 0 0,1 0 0,1 0 0,5 0 0,5 0 0,5 0 0,-3 0 0,4 0 0,-16 0 0,5 0 0,2-6 0,-2-1 0,0-1 0,-6 1 0,-7 5 0,-2-7 0,-2 1 0,6 6 0,-12-7 0,3 7 0,-3-4 0,-3 3 0,0-12 0,1 9 0,-1 2 0,-8-7 0,6 7 0,-4-9 0,4 7 0,2-7 0,0 2 0,-1-4 0,-6 2 0,6 0 0,-8-6 0,7-2 0,-4-5 0,4 4 0,-8-14 0,6 6 0,-2 0 0,-9-6 0,5 6 0,-9-9 0,0-2 0,0-4 0,-2 7 0,-5-1 0,-1 1 0,-5 5 0,-4 4 0,4-1 0,-4 2 0,-3-7 0,7 12 0,1-7 0,-3 2 0,-11-6 0,4 12 0,-3-3 0,-3 1 0,2-2 0,-8 5 0,2-5 0,-3 3 0,3-3 0,-4 4 0,4-3 0,-7 3 0,-6 3 0,4 0 0,-6-1 0,0 1 0,-2 8 0,-11 1 0,-4 3 0,-5 5 0,-8-4 0,8 10 0,5 2 0,4 9 0,2-2 0,9-4 0,19 8 0,13-6 0</inkml:trace>
  <inkml:trace contextRef="#ctx0" brushRef="#br0" timeOffset="2">8447 11260 8912,'-19'20'0,"0"-1"0,0 0 0,-1 9 0,10 2 0,1 0 0,9-2 0</inkml:trace>
  <inkml:trace contextRef="#ctx0" brushRef="#br0" timeOffset="3">4802 14442 8912,'13'0'0,"0"0"0,2 0 0,2 0 0,-4-2 0,0-5 0,2-6 0,-4 3 0,-1-3 0,-1-2 0,6-2 0,-11-1 0,7 3 0,-3 3 0,-1 5 0,-7-6 0,6 7 0,1-7 0,-1 9 0,-6-7 0,0 5 0,0 4 0,-4-7 0,-9 9 0,-2 0 0,-17 0 0,-5 9 0,-14 3 0,0-1 0,-14 2 0,-3-7 0,-3 7 0,-4-6 0,-2 3 0,0-1 0,8-3 0,-2-6 0,14 0 0,-3 0 0,15 0 0,2 0 0,11 0 0,10 0 0,9 0 0,9 0 0,-5 0 0,9 0 0,0 0 0,9-8 0,-7 6 0,-2-7 0,-11 0 0,-8-1 0</inkml:trace>
  <inkml:trace contextRef="#ctx0" brushRef="#br0" timeOffset="4">3780 13979 8912,'-13'-19'0,"0"-1"0,7 10 0,-7 3 0,7-1 0,-7 1 0,9 1 0,-14 8 0,6 4 0,-3 7 0,0 13 0,2 6 0,0 13 0,-6 7 0,1 3 0,6 3 0,-6-17 0,8-5 0</inkml:trace>
  <inkml:trace contextRef="#ctx0" brushRef="#br0" timeOffset="5">3549 14538 8912,'0'47'0,"8"-6"0,3-2 0,10-5 0,5-8 0,6-7 0,13-6 0,13-9 0,13 5 0,12-9 0,3-15-268,4-5 1,2-5 267,-8-1-142,-9-4 0,0-9 0,-7 1 1</inkml:trace>
  <inkml:trace contextRef="#ctx0" brushRef="#br0" timeOffset="6">906 13709 8912,'0'-13'0,"0"0"0,0-2 0,0 5 0,0-3 0,3-2 0,3 0 0,7 2 0,4-4 0,2 4 0,-6-2 0,0 2 0,2 7 0,2 4 0,-6 2 0,0 0 0,-5 0 0,-4 15 0,5 4 0,-5 15 0,-2 3 0,0 5 0,-9 3 0,5-4 0,-7 2 0,3 2 0,1 0 0,1-7 0,-1 1 0,1-7 0,6 0 0,2-8 0,4 2 0,-1-14 0,8-5 0,-1-5 0,8-2 0,5-15 0,3-6 0,0-5 0,0-2 0,6-6 0,-6 12 0,4-6 0,-6 1 0,-13 5 0,4-6 0,-6 9 0</inkml:trace>
  <inkml:trace contextRef="#ctx0" brushRef="#br0" timeOffset="7">1485 13536 8912,'-19'10'0,"-1"5"0,1-8 0,0 8 0,0-5 0,-1 10 0,7-1 0,3 0 0,1 0 0,3 3 0,6 4 0,0-5 0,0 13 0,2-8 0,4-2 0,7-5 0,13-6 0,-3 2 0,10-9 0,-10 1 0,7-7 0,-4 0 0,-3-9 0,10-4 0,-10-4 0,1-4 0,-7-5 0,-6-4 0,-3 0 0,-1-7 0,-7 5 0,0 2 0,0-2 0,-9 9 0,-6-3 0,-9 5 0,3 3 0,-5 3 0,5 3 0,-1 7 0,-3-1 0,12 4 0,-11 4 0,18 4 0,-1-1 0,7 7 0,3-7 0,3 1 0,13-4 0,11-2 0</inkml:trace>
  <inkml:trace contextRef="#ctx0" brushRef="#br0" timeOffset="8">1871 13401 8912,'10'19'0,"-1"-6"0,-9 0 0,0-1 0,0 8 0,-9-1 0,5 0 0,-9 1 0,7 1 0,-5 3 0,3 1 0,1 7 0,7-6 0,0 2 0,0-2 0,2-7 0,5 0 0,3 0 0,12-16 0,4 3 0,-3-6 0,7-6 0,-2-7 0,0-11 0,-2-2 0,-5-8 0,3 2 0,-9-4 0,-9-3 0,-4 3 0,-2 4 0,-2 2 0,-4 4 0,-7 4 0,-11-1 0,-4 8 0,-2 8 0,7 5 0,-12 2 0,10 0 0,-7 9 0,4 4 0,-2 4 0,-2 19 0,-7 5 0</inkml:trace>
  <inkml:trace contextRef="#ctx0" brushRef="#br0" timeOffset="9">1022 14615 8912,'-8'-10'0,"-5"1"0,-4 0 0,-3 5 0,1-7 0,0 3 0,-1 4 0,1 1 0,0 3 0,0 0 0,-7 3 0,0 3 0,3 7 0,-1 13 0,-2 6 0,11 6 0,-4 7 0,2 7 0,8 3 0,3 3 0,4 6 0,2 1 0,0-1 0,2-6 0,4-2 0,7-5 0,13 5 0,-5-22 0,7 0 0,0-10 0,0-9 0,4-15 0,4 0 0,-6-17 0,9-5 0</inkml:trace>
  <inkml:trace contextRef="#ctx0" brushRef="#br0" timeOffset="10">1196 14615 8912,'8'-38'0,"-6"-5"0,5 4 0,-5-4 0,-8 28 0,-3-2 0,-2 4 0,-4 3 0,5 5 0,-3-1 0,6 12 0,-3 7 0,1 4 0,-6 11 0,13 4 0,-5 11 0,5 4 0,2 3 0,0 3 0,0 3 0,7-5 0,1-1 0,3-3 0,-5 4 0,5-4 0,0 0 0,0 1 0,-7-6 0,2-9 0,5 3 0,-9-12 0,5 8 0,-7-11 0,-7-2 0,-4-8 0,-8-11 0</inkml:trace>
  <inkml:trace contextRef="#ctx0" brushRef="#br0" timeOffset="11">964 14982 8912,'11'-11'0,"6"0"0,-4 5 0,2 1 0,-2-7 0,4 5 0,-4-6 0,10 1 0,3-8 0,0 1 0,0 0 0,-1-1 0,1 8 0,-7-1 0,1-2 0,-1 6 0,0-8 0,-2 17 0,-4 0 0,-6 11 0,-5 8 0,-2 7 0,0-3 0,0 9 0,0 1 0,0-1 0,0-2 0,0-3 0,2-1 0,4-7 0,-4 1 0,16-3 0,-6-4 0,6-7 0,1-4 0,0-2 0,9-8 0,-7-5 0,5-13 0,-7 3 0,-4-10 0,-2-1 0,-8 0 0,1 2 0,-4-5 0,-2 14 0,0-9 0,-8 15 0,-5-3 0,-4 5 0,-3 5 0,1 3 0,0 5 0,-1 2 0,10 0 0,1 0 0,1 0 0,-3 0 0</inkml:trace>
  <inkml:trace contextRef="#ctx0" brushRef="#br0" timeOffset="12">1639 14712 8912,'9'-11'0,"-7"2"0,7 9 0,-9 3 0,0 3 0,0 5 0,0 8 0,0 0 0,0-6 0,2 0 0,2 2 0,2 2 0,9-4 0,-2 0 0,-2-9 0,2 3 0,0-5 0,6-2 0,0 0 0,1 0 0,-3-2 0,-2-5 0,-5-6 0,-1-4 0,4-4 0,-7-5 0,9 5 0,-13-7 0,5 8 0,-5 8 0,-2-1 0,6 6 0,1-6 0,-1 9 0,-6-4 0,0 10 0,0 4 0,2 5 0,5 8 0,-5 0 0,9-1 0,-5-6 0,-4 6 0,7-14 0,-9 9 0,2-9 0,4 2 0,-3-3 0,5-3 0,-8 0 0,0-9 0,7-2 0,-1-8 0,7 6 0,-7 0 0,9 0 0,-4-6 0,2 6 0,0 0 0,0 9 0,6-2 0,0-3 0,0 3 0,1-1 0,-1 7 0,7-6 0,2-1 0,2 3 0,2 2 0,0-4 0,0-3 0,2-2 0,-4 5 0,2-7 0,-8 0 0,2-6 0,-5 8 0,-10-6 0,-5 4 0,-4-4 0,-4 0 0,-4 4 0,-7 7 0,-4-5 0,-11 9 0,-4-5 0,2 7 0,-2 7 0,6-3 0,-6 9 0,10 0 0,3 6 0,0 2 0,6 5 0,-2-4 0,2 3 0,5-3 0,10-5 0,4-4 0,-2 2 0,11-9 0,7-2 0,-3-1 0,15-6 0,-8-3 0,2-11 0,-2-9 0,-5-6 0,5 6 0,-5-8 0,-1 2 0,-10-5 0,-3-1 0,-5-1 0,-2 7 0,0 0 0,0 9 0,-2-5 0,-5 8 0,5 10 0,-15 1 0,15 13 0,-5 9 0,5 9 0,2 16 0,9 1 0,4-1 0,4 7 0,2 0 0,0 0 0,1-6 0,-1 4 0,0-5 0,3 5 0,4-11 0,-11-4 0,4-2 0,-4-7 0,4-6 0,-8 4 0,-3-23 0,-8 4 0</inkml:trace>
  <inkml:trace contextRef="#ctx0" brushRef="#br0" timeOffset="13">2488 13805 8912,'-19'0'0,"-1"-8"0,10 6 0,10-7 0,12 13 0,14 7 0,6 8 0,5 14 0,10 3 0,4 13 0,5 7 0,-7-2 0,5 21 0,-7-3 0,2 10-204,3 6 1,-28-39 0,-1 2 203,16 46 0,-9 1 0,-11-14 0,-8 6 0,-9-9 0,-13-6 0,-10-6 0,-18-11 0</inkml:trace>
  <inkml:trace contextRef="#ctx0" brushRef="#br0" timeOffset="14">1389 16293 8912,'0'-20'0,"-3"1"0,-1 0 0,-2 0 0,-3 1 0,3 6 0,1 5 0,-7 14 0,7 3 0,-1 10 0,-5 7 0,0 8 0,-1 5 0,-1 5 0,2 3 0,-4-6 0,2 3 0,9 9 0,-11-11 0,8 8 0,-1-10 0,1-2 0,5-1 0,-4-8 0,4 0 0,2-2 0,8-17 0,5-5 0,4-4 0,3-2 0,7-8 0,8-7 0,8-9 0,-3-6 0,14-8 0,-9-1 0,6 0 0,-6 1 0,0 6 0,-8 2 0,-5 2 0,-4 2 0,-18 13 0,-3 0 0,-14 1 0,-3-8 0</inkml:trace>
  <inkml:trace contextRef="#ctx0" brushRef="#br0" timeOffset="15">1466 16331 8912,'0'-19'0,"0"0"0,0-1 0,0 8 0,0-1 0,0 8 0,0 1 0,0 15 0,0 8 0,0 22 0,2 0 0,4 16 0,5 1 0,8 0 0,1 6 0,-1 1 0,2-7 0,3-7 0,2 3 0,8-7 0,-2-2 0,4-13 0,-3-13 0,-1-13 0,-9-3 0,5-29 0,-9-6 0</inkml:trace>
  <inkml:trace contextRef="#ctx0" brushRef="#br0" timeOffset="16">1851 16370 8912,'0'19'0,"0"0"0,0 3 0,0 4 0,0-5 0,0 7 0,0-9 0,0 3 0,0 1 0,0 3 0,0 0 0,9-9 0,4-4 0,4-7 0,2-4 0,7-2 0,0 0 0,-3 0 0,-1-8 0,-3-10 0,0-9 0,1-3 0,-10 6 0,-1-12 0,-9 6 0,0 0 0,-9-7 0,-8 16 0,-11-5 0,-2 5 0,7 1 0,-12 10 0,10 3 0,-7-1 0,6 1 0,0 1 0,7 6 0,8 0 0,-6 8 0,23 3 0,-3 8 0</inkml:trace>
  <inkml:trace contextRef="#ctx0" brushRef="#br0" timeOffset="17">2469 15965 8912,'0'-19'0,"0"-1"0,0 1 0,0 8 0,-3 3 0,-3 8 0,-5 0 0,-2 11 0,3 8 0,1 11 0,-6 6 0,7 9 0,-5 0 0,4 7 0,9-7 0,0 2 0,0-7 0,0-1 0,2 2 0,5-16 0,3 1 0,10-7 0,-1 1 0,7-10 0,-1-3 0,10-14 0,-3-5 0,4-8 0,3-5 0,-3 1 0,-3-8 0,1 2 0,-8-2 0,-9 4 0,-11 9 0,5-9 0,0-2 0</inkml:trace>
  <inkml:trace contextRef="#ctx0" brushRef="#br0" timeOffset="18">2488 15984 8912,'-19'0'0,"1"2"0,6 5 0,3 4 0,9 10 0,0 7 0,0 10 0,9 10 0,-5 11 0,9 6 0,2 5 0,2 5 0,2 0 0,0-4 0,1-4 0,-1-10 0,0 3 0,1 5 0,-10-14 0,-1 5 0</inkml:trace>
  <inkml:trace contextRef="#ctx0" brushRef="#br0" timeOffset="19">1581 17855 8912,'-38'-9'0,"-1"7"0,9-15 0,5 4 0,3 4 0,5 1 0,4-1 0,5 7 0,16-4 0,5 12 0,4 13 0,2 3 0,1 6 0,-1-1 0,0-3 0,1 8 0,-3-6 0,-4 6 0,4-6 0,-4 6 0,-5-9 0,3 5 0,-7-9 0,3 1 0,-1-7 0,-6-1 0,0-7 0,0 3 0,0-16 0,0-5 0,0-13 0,-6-4 0,-1-8 0,3-1 0,0-6 0,-3 0 0,5 0 0,-7 15 0,9 4 0,0 5 0,3 4 0,3 4 0,-4 4 0,15 9 0,-4 0 0,4 3 0,3 3 0,-1 3 0,0 3 0,7 6 0,0-6 0,-1-3 0,-5-3 0,5-3 0,1-3 0,0-9 0,-7-4 0,-6-4 0,-2-2 0,-3-1 0,-1-7 0,-7 3 0,0-8 0,-3 8 0,-3-1 0,-5 3 0,-8 11 0,6 3 0,0 8 0,9 8 0,-2 5 0,3 4 0,3 3 0,0-1 0</inkml:trace>
  <inkml:trace contextRef="#ctx0" brushRef="#br0" timeOffset="20">2237 17700 8912,'-19'20'0,"-7"-1"0,0 2 0,3 5 0,1 4 0,5 2 0,2 0 0,2 3 0,9 1 0,-4-4 0,10-2 0,4-2 0,5-11 0,8-2 0,0-8 0,1-1 0,-1-6 0,0 0 0,1-9 0,-1-3 0,0-12 0,0-2 0,-8-8 0,4 10 0,-8-6 0,-3 3 0,-2 1 0,-8 0 0,-1 0 0,-8 1 0,2 5 0,-10 8 0,-3 1 0,2 2 0,3 3 0,2-1 0,-1 1 0,1 0 0,0 6 0,0 0 0,-1 8 0,1 3 0</inkml:trace>
  <inkml:trace contextRef="#ctx0" brushRef="#br0" timeOffset="21">2469 17257 8912,'0'-11'0,"0"3"0,0 12 0,0 9 0,0 0 0,2 29 0,4-3 0,-2 6 0,9-2 0,0 4 0,0 0 0,0 0 0,0-2 0,6-6 0,0-1 0,1 1 0,-1-1 0,0-8 0,-8-2 0,-2-8 0</inkml:trace>
  <inkml:trace contextRef="#ctx0" brushRef="#br0" timeOffset="22">2469 17662 8912,'8'-11'0,"-1"-6"0,12 4 0,-2-6 0,15-5 0,3-2 0,3-6 0,7 7 0,-4-10 0,6 5 0</inkml:trace>
  <inkml:trace contextRef="#ctx0" brushRef="#br0" timeOffset="23">3414 16987 8912,'-26'-19'0,"0"1"0,3 6 0,-5-3 0,2 8 0,3 3 0,1 2 0,3 2 0,0 8 0,1 3 0,3 10 0,3 5 0,7 4 0,-1 9 0,6-1 0,6 1 0,5-1 0,8 7 0,1 0 0,5 3 0,1-3 0,0-5 0,-7 5 0,0-4 0,1-3 0,-3 1 0,-4 0 0,2-3 0,-9-4 0,0 2 0,-6-6 0,0 2 0,0-15 0,-8 9 0,-5-18 0,-13 9 0,-4-4 0</inkml:trace>
  <inkml:trace contextRef="#ctx0" brushRef="#br0" timeOffset="24">3182 17623 8912,'0'-28'0,"0"15"0,7-19 0,-1 13 0,7-5 0,-7 5 0,12-2 0,-1-3 0,6-1 0,12-1 0,-12 7 0,9-1 0,-8 1 0,2 0 0,-3 6 0,3 0 0,-5 9 0,5-3 0,-11 5 0,-2 2 0,-7 0 0,7 0 0,-6 9 0,5 4 0,-7 4 0,1 2 0,-4 2 0,-2 5 0,0 2 0,0 4 0,0-2 0,0-4 0,0-5 0,0 5 0,0-5 0,0-1 0,9-1 0,2-6 0,8 0 0,0-9 0,0 2 0,1-12 0,-1-7 0,0-11 0,1-1 0,-1-7 0,0 6 0,-2-6 0,-2 4 0,-2-2 0,-9 6 0,11-3 0,-8 7 0,-1 1 0,-6 6 0,0 0 0,0 9 0,0-5 0,0 18 0,2 0 0,5 3 0,-3 3 0,9-8 0,0 8 0,6-2 0,3-5 0,3-1 0,-3-3 0,3 2 0,3-3 0,-2 3 0,0-4 0,-7-2 0,0 0 0,1 0 0,-1-6 0,0-1 0,-6-1 0,0 1 0,-9 3 0,3-9 0,1 7 0,-1-7 0,-1 9 0,0-7 0,1 4 0,-1 5 0,3-6 0,-5 8 0,9 0 0,-9 0 0,13 0 0,-6 0 0,8 0 0,-6 0 0,0 0 0,0-7 0,6 1 0,1-1 0,-1 7 0,0 0 0,0 0 0,-6-2 0,0-4 0,0 4 0,6-5 0,1 5 0,-10-6 0,7 5 0,-14-5 0,5 8 0,-8-9 0,-2 7 0,-4-4 0,3 6 0,-3 6 0,-3-2 0,3 9 0,-7-6 0,7 6 0,1 2 0,-5 2 0,8-4 0,-5-1 0,5 1 0,2 7 0,0-1 0,0-8 0,0-3 0,2-10 0,2-4 0,3-7 0,6-7 0,-7-3 0,-2-3 0,-1-8 0,3 4 0,0-9 0,1-6 0,-7 0 0,0 0 0,0 7 0,0-1 0,0 1 0,0 8 0,0 4 0,-9 4 0,7 12 0,-6 12 0,10 17 0,4 11 0,-2 15 0,9 9 0,2 8 0,2-2 0,3 13 0,-1-9 0,0 0 0,1-6 0,-1 0 0,0 0 0,3-9 0,3-4 0,-3-13 0,3-6 0,5-13 0,0-5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1.04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2314 8715 8912,'20'0'0,"-1"0"0,0-2 0,0-4 0,1 1 0,-1-8 0,-6 9 0,0-2 0,2 4 0,2 2 0,2-7 0,0 1 0,1-1 0,-1 7 0,0 0 0,1 0 0,-1-6 0,0-1 0,1 1 0,-1 4 0,0-5 0,7 5 0,0-4 0,1-3 0,-1 3 0,4-7 0,9 7 0,1-7 0,5 4 0,7-1 0,4-3 0,1 0 0,1 0 0,2 0 0,5-6 0,-5 0 0,4-1 0,-4 7 0,-2 1 0,-3 1 0,-3-2 0,1-2 0,-8 9 0,3-1 0,-3 7 0,-3-6 0,10-1 0,-9 1 0,2 6 0,-5 0 0,-1 0 0,-9 0 0,-4 0 0,4-9 0,-9 7 0,5-4 0,-13 4 0,4-7 0,-15 7 0,7-7 0,-9 9 0,-9 0 0,7 0 0,-7 0 0,9 0 0,0 0 0,0-8 0,0 3 0,0-7 0,0 7 0,0-12 0,9-2 0,2-11 0</inkml:trace>
  <inkml:trace contextRef="#ctx0" brushRef="#br0" timeOffset="1">4224 7809 8912,'-20'11'0,"10"6"0,-7-15 0,4 4 0,2-3 0,-2-3 0,7 0 0,-7 0 0,9 0 0,-5 0 0,9 0 0,9 0 0,-5 2 0,9 2 0,2 2 0,2 3 0,4-3 0,5 7 0,-5-4 0,16 8 0,-24-6 0,4 8 0</inkml:trace>
  <inkml:trace contextRef="#ctx0" brushRef="#br0" timeOffset="2">4417 8040 8912,'19'39'0,"-8"-1"0,6 1 0,-7 0 0,8-7 0,-6 0 0,-3 0 0,-9 7 0,-2 6 0,-5 0 0,-5 0 0,-14-7 0,-2-1 0,-4-5 0,-5 8 0,5-8 0,-2 7 0,2-13 0,4 6 0,9-6 0,-1-1 0,1-5 0,0-1 0</inkml:trace>
  <inkml:trace contextRef="#ctx0" brushRef="#br0" timeOffset="3">4166 8850 8912,'-9'30'0,"-1"7"0,-1-7 0,-6 0 0,6 6 0,-8-6 0</inkml:trace>
  <inkml:trace contextRef="#ctx0" brushRef="#br0" timeOffset="4">12710 10431 8912,'8'11'0,"-6"-2"0,7-9 0</inkml:trace>
  <inkml:trace contextRef="#ctx0" brushRef="#br0" timeOffset="5">12729 10412 8912,'-2'-13'0,"-5"0"0,5 9 0,-6-5 0,8 9 0,0 0 0,0 0 0</inkml:trace>
  <inkml:trace contextRef="#ctx0" brushRef="#br0" timeOffset="6">12768 10470 8912,'19'8'0,"-6"-6"0,0 7 0,2 0 0,2-7 0,4 8 0,5-3 0,0-5 0,12 4 0,-1-3 0,14-3 0,0 0 0,7 0 0,0 6 0,0 0 0,-7 1 0,1-7 0,-3 0 0,5 0 0,-3 0 0,-8 8 0,11-5 0,-5 3 0,7-4 0,-11-2 0,19 0 0,-13 0 0,3 0 0,-3 0 0,3 0 0,-9 0 0,-2 0 0,-3 0 0,-1 0 0,2 2 0,4 5 0,-5-5 0,8 6 0,-8-8 0,5 0 0,5 0 0,7 0 0,3 0 0,5 0 0,-5 0 0,13 0 0,-7 0 0,3 0 0,-7 0 0,2 0 0,-13 0 0,5-2 0,-4-4 0,1 4 0,1-5 0,-3 5 0,-8 2 0,11 2 0,-9 5 0,6-5 0,-6 4 0,0 3 0,-6-1 0,-1 3 0,1-7 0,-1 11 0,3-8 0,4-3 0,-4-2 0,21-2 0,-4 0 0,12 0 0,1 0 0,4 0 0,2 2 0,0 5 0,1-5 0,-10 7 0,-4-9 0,-1 6 0,1 0 0,-4 7 0,4-4 0,-4 2 0,7 1 0,-5 1 0,8 0 0,-5-9 0,5 3 0,-10 1 0,0-1 0,-6-3 0,-11 7 0,13-9 0,-7 4 0,0-3 0,7-3 0,-7 2 0,9 2 0,0 2 0,8 1 0,-6-7 0,3 0 0,-10 0 0,3 0 0,-13 6 0,8 1 0,3-3 0,-7-2 0,2-2 0,-4 0 0,7 0 0,3 0 0,10 0 0,-1 0 0,9 0 0,-3 0 0,5 0 0,0 0 0,-4 0 0,-4 0 0,-10 0 0,1 0 0,9-6 0,3-1 0,5-1 0,3 3 0,-1-1 0,0 0 0,2-1 0,3-1 0,1-3 0,1 7 0,-7-14 0,2 8 0,5-1 0,8-6-186,4 4 0,-4 2 186,-14-2 0,-10 1 0,7-1 0,-4 0 0,-5 0 0,-1-6 0,-5 6 0,0 0 0,4-2 0,4 6 0,-5-8 0,-6 4 0,-12-4 0,9 2 0,-9-4 0,-2-4 0,-2 1 0,-3 5 0</inkml:trace>
  <inkml:trace contextRef="#ctx0" brushRef="#br0" timeOffset="7">21543 10431 8912,'38'-19'0,"-6"-2"0,1-5 0,-1 2 0,6-8 0,-1 9 0,-5-3 0,-4-4 0,-9 6 0,0-8 0,1 6 0,-3-4 0,-4 3 0,-5-8 0,-8 14 0,0-7 0,0 0 0,-8-2 0,-3-2 0,-8 2 0,-1 2 0,-8-6 0,5 6 0,-7-4 0,2 6 0,-6-4 0,21 17 0,-4-4 0</inkml:trace>
  <inkml:trace contextRef="#ctx0" brushRef="#br0" timeOffset="8">21581 9621 8912,'-28'-19'0,"-2"0"0,-10 0 0,-5-1 0,-5 1 0,-16 0 0,-5-1 0,-6 3 0,-6 4 0,-12-2-392,-8 9 1,46 0-1,-1-1 392,3 4 0,0 0 0,-4-1 0,-2 1 0,5 3 0,-1 0 0,-3 0 0,0 0 0,-1 0 0,0 0 0,1 0 0,2 0 0,2 0 0,0 0 0,-44 0 0,5 0 0,-10 0 0,-4 0 0,50 0 0,-2 0 0,0 0 0,0 0 0,0 3 0,0 1 0,3-1 0,0 0 0,-4 1 0,-2-1-193,-3-3 0,-1 0 0,-3 0 0,0 0 193,-3-1 0,0 2 0,3 1 0,1 2 0,5-1 0,1 0 0,-2 1 0,0-1 0,1-3 0,1 0 0,-1 0 0,1 0 48,3 0 1,0 0 0,4 0 0,3 0 0,-36 0-49,6 0 0,5 0 0,-7-7 0,-4 1 0,2 0 0,-2 6 0,0-7 0,-6 1 0,8-1 0,4 7 0,7 0 0,7 0 0,-5 0 0,4 0 0,-8 0 0,1 0 0,-1 0 0,15 0 0,6 0 0,7 0 0,8-2 0,-2-4 0,4 4 268,2-5 0,1-1-268,-1 1 0,-6-1 463,0 1 1,-2 5-464,2-4 0,-6 1 120,-14-1 0,5 4-120,-4-5 0,6 5 0,7 2 0,-3 0 0,9 0 0,0 0 0,7 0 0,-1 0 0,1 0 0,-3 0 0,-4 0 0,2 0 0,-8 0 0,-3 0 0,-10 0 0,4 0 0,-5 0 0,5 0 0,3 0 0,1 0 0,4 0 0,3 0 0,6 0 0,-2 0 0,9 0 0,-1 0 0,5 0 0,-11 0 0,-2 0 0,-6 7 0,6-1 0,-9 3 0,3-3 0,-5-4 0,-2 5 0,9-5 0,4-2 0,4 6 0,3 1 0,-1-3 0,1-2 0,8-2 0,4 0 0,-4 0 0,-2 0 0,0 0 0,-7 0 0,3 0 0,-16 0 0,7 6 0,-6 1 0,-3 1 0,-10-1 0,10-5 0,-3 4 0,14 3 0,4-3 0,0 7 0,7-6 0,4 1 0,3-1 0,3-3 0,3 9 0,-2-7 0,-5 7 0,4-2 0,-1 4 0,8-2 0,-2-9 0,6 11 0,-8-9 0,-1 9 0,10-12 0,1 5 0</inkml:trace>
  <inkml:trace contextRef="#ctx0" brushRef="#br0" timeOffset="9">12285 9679 8912,'-10'20'0,"-8"-1"0,8 2 0,-7 3 0,4 2 0,-4-1 0,12-5 0,-5-1 0,1 0 0,-6 9 0,6-7 0,-3 5 0,3-5 0,9-1 0,-6 1 0,-1 5 0,1-5 0,6 5 0,0-5 0,0-1 0,0-1 0,0 0 0,0 1 0,0-1 0,0 7 0,0-1 0,2 1 0,4-7 0,-4 1 0,5-1 0,4 9 0,-1-15 0,10 4 0</inkml:trace>
  <inkml:trace contextRef="#ctx0" brushRef="#br0" timeOffset="10">12227 10470 8912,'20'30'0,"-7"-2"0,-1-9 0,1 0 0,7-6 0,-1 0 0,7-2 0,-1 4 0,-1-3 0,4-1 0,-3 2 0,10 2 0,-3-9 0,4 1 0,3-1 0,-1 1 0,1-3 0,6-2 0,0-2 0,7 0 0,-7 0 0,0 0 0,-7 0 0,1 0 0,-1 0 0,1 0 0,-9 0 0,-4 0 0,-5 0 0,-2 0 0,-6 0 0,0 0 0,-9 0 0,5 0 0,-9 0 0,2 0 0,2 2 0,3 5 0,-1 3 0,1 12 0,1 4 0,3 6 0,-7 13 0,5 4 0,-1 9 0,3 0 0</inkml:trace>
  <inkml:trace contextRef="#ctx0" brushRef="#br0" timeOffset="11">7772 16023 8912,'0'-13'0,"0"0"0,0 9 0,0-13 0,0 4 0,0 2 0,0-2 0,0 7 0,0-7 0,3 7 0,3-7 0,-4 8 0,9-5 0,-5 3 0,5 5 0,8-4 0,1 4 0,-1 2 0,2 0 0,5 0 0,4-9 0,9 7 0,1-5 0,5 5 0,-4 2 0,4 0 0,4-8 0,-2 6 0,5-5 0,1 5 0,-8 2 0,7 0 0,-7 0 0,2-6 0,-2-1 0,-4 1 0,4 6 0,2 0 0,-2 0 0,8-2 0,-3-3 0,-1-1 0,-2-1 0,-2 7 0,0 0 0,-2 0 0,-2 0 0,-11 0 0,-5 0 0,-3 0 0,-3 0 0,0 0 0,1 0 0,-1 0 0,-8 0 0,6 0 0,-13 0 0,9 0 0,-9 0 0,5 0 0,-1 0 0,-5 0 0,5 0 0,-8 0 0,0 0 0,-8 9 0,-3-7 0,-8 7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1.05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3761 8465 8912,'13'-7'0,"0"1"0,-7-9 0,5 2 0,-1-4 0,-1-3 0,0 1 0,3 0 0,-3 0 0,0-3 0,-1-1 0,-4-3 0,5-2 0,-3 2 0,1 5 0,-1-13 0,1 8 0,8 0 0,-5 7 0</inkml:trace>
  <inkml:trace contextRef="#ctx0" brushRef="#br0" timeOffset="1">3954 7982 8912,'0'-19'0,"0"8"0,0-6 0,-9 15 0,-2-6 0,-8 8 0</inkml:trace>
  <inkml:trace contextRef="#ctx0" brushRef="#br0" timeOffset="2">3780 8040 8912,'-58'47'0,"0"-6"0,1 6 0,7-8 0,5-1 0,5 1 0,1 0 0,7-3 0,0-4 0,8 2 0,-2-8 0,5 2 0,2-2 0,-1-3 0,1 9 0,2-2 0,4 2 0,2 3 0,5-10 0,4 8 0,-5-8 0,7 1 0,7-7 0,4-8 0,8-2 0</inkml:trace>
  <inkml:trace contextRef="#ctx0" brushRef="#br0" timeOffset="3">3452 8812 8912,'20'0'0,"-1"0"0</inkml:trace>
  <inkml:trace contextRef="#ctx0" brushRef="#br0" timeOffset="4">3375 9641 8912,'2'13'0,"3"-1"0,1 3 0,9 9 0,-2 2 0,-2 14 0,1-1 0,-7 21 0,10 0 0,-7 17 0,3 0 0,2 0 0,6 7 0,3-1 0,3-1 0,-3-3 0,14-10 0,-4-7 0,5-9 0,1-6 0,-6-14 0,1-1 0,-8-11 0,7-2 0,-8-1 0,2-12 0,-5 0 0,-2-6 0,-8 0 0,-2 0 0,-9 0 0,0-2 0,0-4 0,-9-5 0,-2-8 0</inkml:trace>
  <inkml:trace contextRef="#ctx0" brushRef="#br0" timeOffset="5">3472 8638 8912,'6'-13'0,"0"0"0,1 7 0,-7-7 0,0-2 0,-2 4 0,-5-1 0,-3-3 0,-1-3 0,-6 8 0,12-5 0,-5 6 0,-1 1 0,0-1 0,1 0 0,-5 5 0,2-2 0,8-1 0,-12 7 0,7 2 0,-3 5 0,0 6 0,-2 4 0,-2 11 0,-3 2 0,1 8 0,-7 9 0,1 5 0,-3 10 0,2 2 0,11 0 0,-2-4 0,6 5 0,5-5 0,6 4 0,0-13 0,8-6 0,5-13 0,13 3 0,6-10 0,5-1 0,1-11 0,-1 2 0,-5-9 0,4 9 0,-4-2 0,-4-4 0,-2-3 0,2 5 0,-3 2 0,1-3 0,-7 3 0,1 2 0,-1 2 0,-2 3 0,-4-1 0,4 0 0,-6 1 0</inkml:trace>
  <inkml:trace contextRef="#ctx0" brushRef="#br0" timeOffset="6">3587 9660 8912,'-8'41'0,"-5"4"0,-4-5 0,-3 10 0,-1-8 0,-5 3 0,5 0 0,-7-12 0,9-1 0,-1-9 0,1 3 0,8-5 0,5-1 0,-5-10 0,9 1 0,-4-4 0,4-5 0,2 8 0,0-3 0,0-5 0,2 7 0,4-9 0,-2 8 0,9 5 0,2-2 0,11 2 0,-5-1 0,5 8 0,4 5 0,2 1 0,-12 0 0,-3-7 0</inkml:trace>
  <inkml:trace contextRef="#ctx0" brushRef="#br0" timeOffset="7">3684 10470 8912,'28'28'0,"2"2"0,0 8 0,6 1 0,-4-1 0,5-8 0,1-4 0,-1-5 0,-5-1 0,4-1 0,-4 0 0,3-6 0,-3 0 0,-2-7 0,-5 7 0,-1-8 0,6 1 0,-2-4 0,6-2 0,-12 0 0,14-8 0,-6-3 0</inkml:trace>
  <inkml:trace contextRef="#ctx0" brushRef="#br0" timeOffset="8">3202 10258 8912,'8'10'0,"5"-3"0,4-5 0,2-2 0,1 0 0,-7-2 0,-3-5 0,-1-5 0,-3 1 0,-6-2 0,0 7 0,2-5 0,5 2 0,-5-6 0,9 5 0,-7-10 0,5 3 0,1 4 0,-5-4 0,5 15 0,-5-7 0,1 1 0,0 6 0,-3-13 0,3 8 0,-4-8 0,7 13 0,-7-9 0,4 5 0,-4 4 0,7-7 0,-11 9 0,-5 2 0,-5 5 0,-14 4 0,-13 16 0,-12 6 0,-11 9 0,-3 3 0,-7 11-173,1 2 1,4 0 172,3 6 0,0-2 0,6 2 0,2-4 0,11 5 0,13-16 0,2-10 0,13-12 0,0-5 0,15-3 0,-7-8 0,9-3 0,9-8 0,-7-2 345,4-4-345,-4 4 0,-2-15 0,-8 6 0,-3-8 0</inkml:trace>
  <inkml:trace contextRef="#ctx0" brushRef="#br0" timeOffset="9">2507 10451 8912,'-19'-9'0,"0"-2"0,-1-8 0,1 8 0,0 5 0,-1 4 0,1 2 0,-7 10 0,-1 12 0,-3 14 0,6 11 0,-10 20 0,8 1 0,2 1 0,3 6 0,10-13 0,5 7 0,4-3 0,10-2 0,5-14 0,13-6 0,-3-11 0,10-8 0,5-3 0,7-5 0,-2-4 0,-2-5 0,4-10 0,0-4 0,6-5 0,-6-8 0,0-3 0,-6-3 0,-9 1 0,-4-8 0,4-9 0,0-8 0</inkml:trace>
  <inkml:trace contextRef="#ctx0" brushRef="#br0" timeOffset="10">2507 12417 8912,'-13'-8'0,"0"-3"0,1-2 0,-1 2 0,2 1 0,0-1 0,1-4 0,5 4 0,-1-2 0,4 9 0,4 4 0,4 15 0,7 9 0,-2 6 0,0 8 0,-1 1 0,1-1 0,-7 9 0,11-4 0,-6 9 0,2 1 0,-7 3 0,4 2 0,-8 0 0,0 0 0,0-1 0,3-7 0,3-5 0,-4-7 0,5-6 0,-3-4 0,2-9 0,5-10 0,8-9 0,1-26 0,-1-14 0</inkml:trace>
  <inkml:trace contextRef="#ctx0" brushRef="#br0" timeOffset="11">2681 12282 8912,'0'11'0,"0"0"0,0-5 0,0 7 0,0 6 0,0 7 0,8 0 0,5 12 0,4-4 0,5 16 0,4-5 0,-3 4 0,9 7 0,3-5 0,1 5 0,-4-7 0,0 9 0,-8-9 0,2-4 0,-7-10 0,-6-3 0,-7-9 0,-12 3 0,-14-7 0,-12-6 0,-13-4 0,-4-9 0</inkml:trace>
  <inkml:trace contextRef="#ctx0" brushRef="#br0" timeOffset="12">2411 12919 8912,'-30'0'0,"2"0"0,15 0 0,0 0 0,9 0 0,-3 0 0,14 0 0,8-3 0,17-3 0,4-5 0,18-8 0,0 0 0,6-1 0,-11-5 0,7-1 0,-5 2 0,5 3 0,-15 2 0,1-1 0,-7 1 0,1 8 0,-19-4 0,5 7 0,-5-3 0,4 7 0,-10-13 0,8 6 0</inkml:trace>
  <inkml:trace contextRef="#ctx0" brushRef="#br0" timeOffset="13">3182 12649 8912,'17'19'0,"-4"0"0,4 0 0,-12 1 0,5-1 0,-1 0 0,6 1 0,-13 5 0,5 1 0,-3 8 0,0-4 0,3 0 0,8 7 0,-11-16 0,9 5 0,-7 2 0,7-3 0,0 1 0,0-9 0,0-4 0,-9-4 0,4-18 0,-8-2 0</inkml:trace>
  <inkml:trace contextRef="#ctx0" brushRef="#br0" timeOffset="14">3221 12610 8912,'0'-11'0,"0"-6"0,0 13 0,0-9 0,8 9 0,3-5 0,11 7 0,3-4 0,-3 3 0,14-14 0,-6 7 0</inkml:trace>
  <inkml:trace contextRef="#ctx0" brushRef="#br0" timeOffset="15">3626 12803 8912,'0'28'0,"0"-7"0,0 5 0,0-5 0,0-10 0,8-2 0,-3-12 0,8-3 0,-1-5 0,8-10 0,-1-5 0,0 5 0,7-16 0,0 5 0,-3 2 0,-10-2 0,2 8 0,-8-1 0,-1-5 0,-8 8 0,-5-3 0,-3 10 0,-10 2 0,1 8 0,-2 1 0,-5 8 0,5-1 0,-7 20 0,11-1 0,4 5 0,-4-3 0,14 12 0,-3-3 0,4 1 0,2-2 0,2 4 0,4-3 0,5-6 0,8-1 0,7-4 0,0-3 0,8-6 0,-2 0 0,5-9 0,1 2 0,-6-6 0,1-6 0,-8-5 0,7-8 0,-10 0 0,-3-1 0,0-8 0,-8-2 0</inkml:trace>
  <inkml:trace contextRef="#ctx0" brushRef="#br0" timeOffset="16">4108 12629 8912,'0'-19'0,"-2"8"0,-5 5 0,5-5 0,-6 9 0,8-7 0,0 9 0,0 0 0,0 9 0,0-7 0,0 7 0,0-1 0,8-6 0,-6 7 0,7-9 0,-9 0 0,0 0 0,0-9 0,0 7 0,9-6 0,-5 1 0,9 1 0,0-1 0,6 7 0,0 3 0,0 3 0,1 3 0,-1 3 0,7 6 0,-1-6 0,-5 12 0,-7 2 0,-3-1 0,3-5 0,2 1 0,-8 5 0,-1-5 0,-6 5 0,0-5 0,0-8 0,0 0 0,-9-9 0,5 5 0,-9-9 0,9-2 0,-2-5 0,3-12 0,3-13 0,0-4 0,0-3 0,0 0 0,0 1 0,0-1 0,0 1 0,9 1 0,4 5 0,2-2 0,0 8 0,-2 3 0,0 3 0,6 7 0,0 5 0,-6 8 0,0 0 0,0 8 0,6 3 0</inkml:trace>
  <inkml:trace contextRef="#ctx0" brushRef="#br0" timeOffset="17">4937 12552 8912,'-13'-11'0,"1"3"0,-3-1 0,4 5 0,-2-9 0,7 9 0,-7-5 0,-2 1 0,-2 6 0,-3-7 0,1 9 0,0 0 0,2 9 0,4 3 0,-4 6 0,8 1 0,-4 0 0,5 0 0,8 3 0,0 4 0,0-5 0,0 5 0,0-13 0,0 4 0,0-4 0,8-5 0,5-1 0,4-5 0,2-2 0,1-2 0,-1-5 0,2-1 0,5-5 0,-11-4 0,4 4 0,-4-4 0,5-3 0,-7 7 0,-1 1 0,-7 7 0,12-10 0,-4 9 0,-5-1 0,9 7 0,-6 9 0,8 2 0,1 8 0,-10 0 0,8-6 0,-6 0 0,-1 0 0,2 4 0,2-4 0,-6 4 0,8-15 0,-15 7 0,15-9 0,-6 0 0</inkml:trace>
  <inkml:trace contextRef="#ctx0" brushRef="#br0" timeOffset="18">5149 12475 8912,'-12'0'0,"-1"0"0,8-2 0,-1-5 0,4 5 0,10-6 0,5 8 0,4 0 0,3 6 0,-1 3 0,0 1 0,1 3 0,-1 0 0,0 0 0,-6 0 0,0 6 0,0 0 0,-3 1 0,-3-1 0,4-8 0,-9 6 0,6-15 0,-8 7 0,0-18 0,0-4 0,0-4 0,0-2 0,7-3 0,-1-3 0,9 3 0,-2-4 0,4 5 0,2 2 0,1-1 0,-1 1 0,0 8 0,9-6 0,2 7 0</inkml:trace>
  <inkml:trace contextRef="#ctx0" brushRef="#br0" timeOffset="19">5863 12359 8912,'-39'0'0,"7"-2"0,0-2 0,-2-2 0,6-1 0,-6 7 0,8 0 0,2 0 0,5 2 0,6 5 0,-2 3 0,9 10 0,-1 7 0,7 6 0,3-3 0,3 2 0,5 0 0,10-2 0,5-4 0,4-5 0,8-2 0,1 1 0,0-10 0,-1-3 0,-1-5 0,-5-2 0,4-9 0,-8-1 0,4-10 0,-4-8 0,-9-2 0</inkml:trace>
  <inkml:trace contextRef="#ctx0" brushRef="#br0" timeOffset="20">6094 12089 8912,'0'11'0,"-2"6"0,-4-4 0,4 4 0,-9 3 0,5-1 0,3 0 0,-3 0 0,4 7 0,2 2 0,0 2 0,0 0 0,0 2 0,8 2 0,5-8 0,4 8 0,3-12 0,-1 3 0,0-10 0,1-2 0,-1-8 0,0 3 0,0-8 0,-6-2 0,0-4 0,0-5 0,6-8 0,-2-7 0,-4 0 0,2-6 0,-6 4 0,2-2 0,-7 7 0,11-5 0,-9 9 0,3 6 0,-3 0 0,5 9 0,2-5 0,0 9 0,-7 9 0,7 3 0,0 6 0,6 3 0,0 5 0,1-5 0,-1 7 0,2-9 0,5 0 0,-4-6 0,3 0 0,-1-9 0,2 3 0,-5-5 0,5-2 0,-5 0 0,-2-2 0,1-5 0,-1-5 0,0-6 0,1-1 0,-1 0 0,-2 0 0,-4-1 0,4 1 0,-6 0 0,-1 0 0,8 8 0,-16 0 0,6 7 0,1-3 0,-7 1 0,15 6 0,-8 2 0,4 5 0,4-5 0,-4 4 0,-5 5 0,9-7 0,-4 9 0,4-7 0,3 5 0,-1-2 0,0 6 0,0-2 0,-1 4 0,-6 2 0,6 0 0,-8 7 0,10 0 0,-8 6 0,-1-4 0,-2 2 0,6 2 0,-11 6 0,9 1 0,-9-7 0,5-2 0,-1-2 0,-6 4 0,5-6 0,-5-1 0,-4-5 0,-5-1 0,-5 0 0,-6 1 0,-1-10 0,0-3 0,-7-5 0,0-2 0,-1 0 0,3 0 0,-2 0 0,1-2 0,5-5 0,1-3 0,2-3 0,4 0 0,7-2 0,3-11 0,-5-4 0,-3-8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1.07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14523 5727 8912,'10'-9'0,"-1"5"0,-9-9 0,0 6 0,0-5 0,0 7 0,0-5 0,0 3 0,0 5 0,0-7 0,0 9 0,0 0 0,8 0 0,3 0 0,2 0 0,0 0 0,0 0 0,6 7 0,0-1 0,7 1 0,0-7 0,-3 0 0,5 2 0,-2 4 0,0-4 0,-1 7 0,3-9 0,2 0 0,2 0 0,-2 0 0,-2 0 0,0 0 0,-7 0 0,14 0 0,-10 0 0,-1 0 0,4 0 0,-2 0 0,6 2 0,-7 5 0,10-5 0,-12 6 0,9-8 0,-6 0 0,6 0 0,-6 7 0,6-1 0,-2 3 0,2-3 0,3-4 0,-10 5 0,10-5 0,-3-2 0,2 6 0,-2 1 0,-6-3 0,4-2 0,-9 5 0,5-1 0,-5 0 0,-1-6 0,-1 7 0,0-1 0,3 1 0,3-7 0,-3 0 0,4 0 0,-5 6 0,-2 1 0,1-1 0,-1-6 0,0 0 0,9 0 0,-7 0 0,5 0 0,-4 0 0,5 0 0,-3 0 0,6 0 0,-2 0 0,6 0 0,-4-6 0,9-1 0,-3 1 0,-4 6 0,5 0 0,-5 0 0,4 0 0,3-9 0,-7 7 0,0-4 0,-6 3 0,6 3 0,-6-6 0,6 0 0,0-1 0,7 5 0,-1-4 0,1 3 0,-5-7 0,2 5 0,5-1 0,2-3 0,-4 3 0,-1 2 0,1-9 0,8 9 0,-6-7 0,4 4 0,-5 3 0,-3-9 0,-5-2 0,-4 7 0,-9-1 0</inkml:trace>
  <inkml:trace contextRef="#ctx0" brushRef="#br0" timeOffset="1">17570 5572 8912,'28'-8'0,"-7"-3"0,5-8 0,4-1 0,-2 8 0,6-1 0,-2-2 0,-8-2 0,10-3 0,-6 1 0,2 0 0,2 0 0,4-1 0,-3 1 0,1 0 0,-8-1 0,6-1 0,-7-5 0,8 5 0,-8-5 0,1 5 0,-9-1 0,-4-3 0,4 3 0,-4-4 0,-4-1 0,-3 1 0,5 0 0,-9 7 0,4-3 0,-4-3 0,-2 3 0,0-12 0,0 8 0,0 1 0,0 5 0</inkml:trace>
  <inkml:trace contextRef="#ctx0" brushRef="#br0" timeOffset="2">18264 4763 8912,'0'-26'0,"0"0"0,0-8 0,-6 10 0,-1-6 0,3 2 0,-5-4 0,3 7 0,-9-8 0,2 8 0,5-10 0,-10 12 0,6-7 0,-6 2 0,-1 2 0,-7 1 0,-1-3 0,-3-2 0,-11 6 0,0-10 0,-4 8 0,-2-6 0,2 6 0,-6-6 0,6 7 0,2 1 0,10 11 0,6 5 0</inkml:trace>
  <inkml:trace contextRef="#ctx0" brushRef="#br0" timeOffset="3">17531 3953 8912,'-30'-9'0,"-6"7"0,6-15 0,-9 4 0,-2-4 0,-4-2 0,5 8 0,-22-4 0,4 8 0,-11-5 0,5 5 0,-9-1 0,2 1 0,5 5 0,2-4 0,4 3 0,2 3 0,2 0 0,5 0 0,6 0 0,2 0 0,-2 0 0,-5 0 0,-5 0 0,3 0 0,-1 3 0,8 1 0,2 2 0,-4 7 0,2-6 0,0 8 0,6-3 0,1-3 0,-3 8 0,0-4 0,3 4 0,-5-6 0,30 6 0,-4-6 0</inkml:trace>
  <inkml:trace contextRef="#ctx0" brushRef="#br0" timeOffset="4">15545 4011 8912,'-28'10'0,"-2"7"0,-9-6 0,1 8 0,-1-8 0,9 6 0,4-4 0,-1-2 0,1-1 0,2-1 0,3 6 0,2-6 0,-1 3 0,1 6 0,0-6 0,-1 3 0,1 0 0,0-2 0,0 0 0,-1 6 0,1 1 0,0-1 0,-9 0 0,6 1 0,-5-1 0,-1 0 0,6 9 0,-6-11 0,9 9 0,0-9 0,0 9 0,-1-5 0,1-2 0,-7 1 0,1-1 0,1 0 0,3 1 0,1-1 0,-1 2 0,-5 5 0,5-5 0,-7 7 0,9-8 0</inkml:trace>
  <inkml:trace contextRef="#ctx0" brushRef="#br0" timeOffset="5">14503 4801 8912,'-10'19'0,"-8"9"0,8-6 0,-10 3 0,8-3 0,-1-3 0,6 0 0,-6 1 0,7-1 0,-7 0 0,9 0 0,-7 1 0,7-1 0,-3 0 0,-8 1 0,13-1 0,-6 0 0,-1 0 0,7 1 0,-9-1 0,7 0 0,-2 1 0,-1-1 0,7 0 0,0-8 0,-6 6 0,-1-4 0,3 4 0,2-6 0,2 6 0,0-4 0,0 4 0,0 2 0,0-6 0,0 0 0,0 0 0,6 6 0,1 0 0,1 0 0,-1 1 0,-5-10 0,6-1 0</inkml:trace>
  <inkml:trace contextRef="#ctx0" brushRef="#br0" timeOffset="6">14349 5630 8912,'11'19'0,"6"1"0,-13-1 0,9 0 0,-2 1 0,2-1 0,-3-6 0,-3 0 0,-3-3 0,9 3 0,-9 4 0,11-12 0,-6 5 0,1-1 0,-5 6 0,10-11 0,-7 7 0,3-3 0,2-1 0,0-1 0,0 1 0,-3 1 0,3-1 0,4-5 0,-4 4 0,4-4 0,3-2 0,-3 3 0,0 1 0,2 2 0,-4 1 0,11-7 0,-5 0 0,-1 0 0,-1 0 0,0 0 0,0 0 0,7 0 0,0 0 0,0 0 0,-7 0 0,0 0 0,-6 0 0,0 0 0,0 0 0,6 0 0,0 0 0,-6 0 0,0 0 0,0 0 0,6 0 0,-6 0 0,0 0 0,-9 0 0,5 0 0,-7 6 0,4 1 0,-4 8 0,7-5 0,-9 10 0</inkml:trace>
  <inkml:trace contextRef="#ctx0" brushRef="#br0" timeOffset="7">21678 3124 8912,'0'-20'0,"0"7"0,0 1 0,0-3 0,0-3 0,0 6 0,0-1 0,0 8 0,0-1 0,0 12 0,0 9 0,0 9 0,0-3 0,0 16 0,0-5 0,0 4 0,0 3 0,6 0 0,1-1 0,-1-6 0,-6 0 0,0-8 0,2 2 0,5-5 0,-5-10 0,6 6 0,-8-15 0,0-4 0,0-17 0,0-11 0,9-15 0,-7-5 0,4-7 0,-3-1 0,5 0 0,-4 0 0,9 0 0,-6 11 0,6 8 0,-3 3 0,5 10 0,-2 3 0,0 10 0,8 4 0,5 9 0,-2 15 0,8 5 0,0 12 0,7 0 0,-7-2 0,0 2 0,-6 0 0,6 7 0,2-1 0,-6-8 0,2 0 0,-7-6 0,3 2 0,0-9 0,-7-2 0,0-9 0,1 1 0,-1-7 0,-8-9 0,-3-2 0</inkml:trace>
  <inkml:trace contextRef="#ctx0" brushRef="#br0" timeOffset="8">22468 3104 8912,'0'-19'0,"9"0"0,4-1 0,4 1 0,11 0 0,2 0 0,8-1 0,7-5 0,0-1 0,0 0 0,3 7 0,1 0 0</inkml:trace>
  <inkml:trace contextRef="#ctx0" brushRef="#br0" timeOffset="9">23336 2757 8912,'0'-13'0,"0"1"0,0-3 0,0 4 0,0-2 0,0 9 0,0-3 0,0 14 0,0 8 0,0 8 0,0 5 0,0 4 0,0 5 0,0-5 0,0 4 0,0 1 0,0-5 0,9 4 0,-7-14 0,5 3 0,-5-3 0,-2-3 0,0-8 0,0-3 0,0-10 0,0-4 0,0-7 0,0-13 0,0-4 0,0-8 0,0-1 0,0-8 0,0 6 0,0-4 0,6 11 0,1 2 0,1 8 0,-4-1 0,3 3 0,8 11 0,-11 3 0,9 8 0,0 2 0,6 4 0,3 5 0,1 11 0,3 3 0,8 5 0,-10 7 0,8-5 0,0 2 0,7-8 0,-1-1 0,1-5 0,-1-3 0,1-4 0,-7-5 0,0-8 0,-2 0 0,2 0 0,-2-8 0,-4-5 0,-7-4 0,1-3 0,-1-5 0,-8-1 0,-1 3 0,-1-7 0,-9 8 0,0-6 0,0 9 0,-9 0 0,-4 2 0,-4 4 0,-2-4 0,0 14 0,-1-3 0,1 4 0,0 2 0,6 0 0,0 0 0,9 11 0,-3 8 0,5 0 0,2 7 0,0-3 0,0 3 0,2-4 0,5 3 0,4 3 0,8-2 0,0-7 0,0-6 0,7-2 0,0 1 0,6-3 0,-6-9 0,6 0 0,-6 0 0,6 0 0,-7 0 0,5-2 0,-10-5 0,3-3 0,-10-10 0,-2 1 0,2 0 0,-9 0 0,2-1 0,3 1 0,-3 0 0,1 0 0,-7-1 0,6 1 0,1 0 0,-1-1 0,-6 1 0,0 6 0,0 0 0,0 7 0,0-7 0,0 9 0,0-3 0,0 14 0,0 4 0,0 8 0,7 7 0,-1-1 0,7 3 0,-7-2 0,3 2 0,-5 4 0,3-6 0,8-5 0,-7-2 0,5 0 0,4 1 0,-4-1 0,-2-6 0,2 0 0,-1-9 0,8 2 0,-1-6 0,0-6 0,-6-5 0,0-8 0,-2-7 0,2 1 0,2-8 0,-9 8 0,7-7 0,-7 6 0,-1 2 0,-3 3 0,-2 2 0,0-1 0,0 8 0,0-1 0,0 8 0,0-1 0,0 12 0,2 7 0,4 13 0,-4-5 0,5 5 0,1 2 0,-1-2 0,1 2 0,-1-3 0,4-3 0,8 3 0,0-3 0,0-12 0,1-3 0,-1-5 0,0-2 0,1-11 0,-1-8 0,0 0 0,0-7 0,-1-4 0,-6-2 0,3 2 0,-8-2 0,-1 8 0,-6-1 0,0 3 0,0 3 0,0 0 0,0 6 0,0 0 0,-8 9 0,6-5 0,-16 0 0,8-1 0</inkml:trace>
  <inkml:trace contextRef="#ctx0" brushRef="#br0" timeOffset="10">25593 2160 8912,'-32'0'0,"2"-3"0,2-3 0,9 4 0,6-5 0,6 5 0,-6 2 0,9 0 0,-4 11 0,8 8 0,2 9 0,4 11 0,-2-1 0,9 1 0,-6 1 0,6 5 0,-7-2 0,7 9 0,-2-9 0,1 2 0,3-7 0,-8-6 0,8-4 0,-2-9 0,-3-1 0,3-6 0,-8 6 0,12-16 0,-9-2 0,5-13 0,2-4 0,-8-3 0,5-5 0,-5-1 0,6 0 0,-7 7 0,7 0 0,-7-1 0,3 10 0,-3 3 0,-1-1 0,8 1 0,-9 1 0,7 14 0,-5 5 0,-2 4 0,9 3 0,-9-1 0,3 0 0,1 1 0,-1-1 0,6 0 0,-7 0 0,7-6 0,-7 0 0,9 0 0,-4-2 0,8-5 0,-6-4 0,0-2 0,-6-2 0,5-4 0,1-5 0,7-8 0</inkml:trace>
  <inkml:trace contextRef="#ctx0" brushRef="#br0" timeOffset="11">25844 2121 8912,'0'13'0,"-3"-2"0,-3-3 0,4-1 0,-7-7 0,9 0 0,-8 0 0,6 0 0,-7 0 0,9 0 0,0 0 0,9 0 0,-7 0 0,15 0 0,-6 0 0</inkml:trace>
  <inkml:trace contextRef="#ctx0" brushRef="#br0" timeOffset="12">26229 2333 8912,'0'19'0,"-2"-2"0,-4-4 0,4-2 0,-5-5 0,5-1 0,2 8 0,0-1 0,0 1 0,0 0 0,0 2 0,0 2 0,2 3 0,5-1 0,-5 0 0,6 0 0,-8 1 0,0-1 0,9-8 0,-7 6 0,7-15 0,-7 7 0,4-9 0,3-9 0,4-4 0,4-6 0,-4-7 0,-3-6 0,3-13 0,0-2 0,6-5 0,-6-1 0,0 8 0,0 0 0,6 6 0,-6 7 0,0 0 0,0 9 0,6-3 0,-6 13 0,0 7 0,0 3 0,6 18 0,0 5 0,0 5 0,1 1 0,-1-2 0,0 8 0,1-9 0,-1 3 0,0-5 0,0-1 0,3-10 0,1-3 0,3-5 0,0-2 0,0 0 0,-1 0 0,7-11 0,-6-8 0,6-2 0,-6-12 0,0 8 0,-7-7 0,-2 2 0,-4-2 0,2-3 0,-9 10 0,1-8 0,-7 8 0,-7-1 0,1 7 0,-9 2 0,2 4 0,-4 4 0,-2 9 0,-1 0 0,1 0 0,0 11 0,0 8 0,1 3 0,6 10 0,-3 0 0,8 6 0,1 1 0,6 0 0,2-3 0,4-4 0,7 4 0,13-3 0,6-6 0,13-1 0,4-7 0,9-6 0,6-4 0,1-9 0,8-26 0,-5-6 0</inkml:trace>
  <inkml:trace contextRef="#ctx0" brushRef="#br0" timeOffset="13">21658 4493 8912,'13'0'0,"0"0"0,0 0 0,6 0 0,1 2 0,1 4 0,5 7 0,6 4 0,4 5 0,3 1 0,-1 7 0,1 7 0,0-3 0,-1 11 0,-8 4 0,-4 0 0,-7 1 0,-6-5 0,-4-13 0,-9-7 0,0-3 0,-3-11 0,-3-5 0,-5-4 0,-6-17 0,2-6 0,2-7 0,9-13 0,-5-6 0,9-7 0,0 3 0,0-9 0,7 7 0,-1-5 0,11 4 0,3-4 0,1 0 0,9 3 0,-2 3 0,6 14 0,-4 3 0,9 12 0,-1 6 0,1-3 0,0 10 0</inkml:trace>
  <inkml:trace contextRef="#ctx0" brushRef="#br0" timeOffset="14">22796 4531 8912,'0'37'0,"-2"-7"0,-4-11 0,4-8 0,-5-11 0,14 0 0,3-3 0,10-3 0,10-7 0,8-13 0,5 3 0,13-7 0,4 2 0,4-4 0,0 6 0,-6-6 0,0 6 0,0 1 0,-9 5 0,9 1 0,-11 2 0,-8 4 0,-1-4 0,-8 6 0,9-8 0</inkml:trace>
  <inkml:trace contextRef="#ctx0" brushRef="#br0" timeOffset="15">24648 3933 8912,'-19'0'0,"-1"0"0,1 0 0,6-2 0,0-4 0,9 2 0,-2-9 0,6 2 0,6-2 0,-2-2 0,9 9 0,2 1 0,2 3 0,3 2 0,1 2 0,3 5 0,1 6 0,1 12 0,-5-1 0,5 8 0,-4 0 0,3 7 0,-3-1 0,-3 1 0,0-1 0,1 7 0,-1 0 0,0-2 0,0-11 0,-6 3 0,0-10 0,-9 1 0,3-7 0,-5-8 0,-2 0 0,0-5 0,0-4 0,-2 5 0,-5-14 0,-3 3 0,-10-9 0,1 7 0,0-7 0,-9 0 0,4 0 0,-8 0 0,7 1 0,-8-8 0,10-5 0,-3-1 0,-2-8 0,3 1 0,1-12 0,11-6 0,5-11 0,8-2 0,2-9 0,4 2 0,11-2 0,9 3 0,10 12 0,1 15 0,6 9 0,2-3 0,-7 18 0,1 0 0,-1 10 0,-8 7 0,5 4 0,-10 4 0,-1 7 0,-3 4 0,-8 9 0,0 0 0,-9 8 0,3-2 0,-5 3 0,-4-1 0,-5-2 0,-3 0 0,-3 5 0,0-3 0,-2-2 0,-2 0 0,0 5 0,4-5 0,-4-4 0,4-9 0,2 0 0,-2 0 0,0-8 0,3 6 0,-7-15 0,14 7 0,-5-9 0,10 0 0,4 0 0,5 0 0,11 6 0,3 1 0,-1 1 0,8-1 0,-6-5 0,6 4 0,2-4 0,3-2 0,8 0 0,0 0 0,-3 0 0,-1 0 0,-2 0 0,-1 0 0,-1-2 0,-5-4 0,-4-3 0,-9-3 0,0-6 0,-6 10 0,-2-7 0,-3 2 0,-1 0 0,-7-6 0,0 0 0,0-1 0,-7 1 0,1 0 0,-7-1 0,7 1 0,-9 0 0,4 0 0,-8 8 0,-1 4 0,10 5 0,-5 7 0,8 5 0,3 10 0,-7 3 0,9-1 0,-4 1 0,4 3 0,2 0 0,0-7 0,0 0 0,8 0 0,5 1 0,-2-3 0,2-4 0,6 2 0,7-9 0,1 0 0,-1-6 0,2-8 0,4-5 0,5-6 0,-5-7 0,4-4 0,3-8 0,-9-1 0,-5 0 0,3 1 0,-2-1 0,-7 3 0,-6 4 0,-9-3 0,3 10 0,-7-3 0,-7 2 0,3 7 0,-9 0 0,0-1 0,-6 7 0,0-2 0,0 3 0,6-3 0,0 8 0,9 1 0,-5 6 0,9 2 0,0 4 0,0 7 0,2 11 0,5 1 0,3 10 0,10-5 0,-1 8 0,0 1 0,0-1 0,-6 3 0,0 4 0,0-4 0,6 4 0,-2-4 0,-4-3 0,4-1 0,-4-5 0,-4 2 0,-3-8 0,5-1 0,0-5 0</inkml:trace>
  <inkml:trace contextRef="#ctx0" brushRef="#br0" timeOffset="16">25882 3953 8912,'-2'10'0,"-4"-3"0,3-5 0,-5-2 0,8 0 0,0 0 0,2-9 0,4-3 0,7-6 0,13-1 0,-2-7 0,8 1 0,0-7 0,9 4 0,4-2 0,-5 6 0,7-10 0,-8 8 0,-3 3 0,-3 10 0,1-2 0,-8 8 0,-7 1 0,-6 6 0,-7 2 0,7 4 0,-9 5 0,3 8 0,1 7 0,-1 0 0,-1 6 0,-6-6 0,0 6 0,0-6 0,2-1 0,5-5 0,-5-1 0,4 0 0,5 0 0,0-8 0,8-2 0,-2-18 0,-4-4 0,2-10 0,-9-3 0,7-8 0,-6 2 0,1 2 0,-1-3 0,-5 3 0,4-2 0,-4 4 0,-2 9 0,9-9 0,-7 7 0,7-7 0,-9 17 0,0 3 0,6 16 0,1 5 0,8 4 0,-11 3 0,9-1 0,-7-6 0,7 0 0,0-1 0,6 6 0,0-6 0,-6 3 0,0-8 0,0-1 0,6-6 0,1 0 0,-1 0 0,0 0 0,0 0 0,1-2 0,-1-4 0,7 1 0,-1-7 0,1 5 0,-7-6 0,1 7 0,-1-7 0,0 7 0,1-7 0,-1 8 0,0-1 0,-6 4 0,0 2 0,-7-7 0,7 1 0,-6-3 0,5 3 0,-5 4 0,6-5 0,-7-1 0,7 1 0,0-8 0,4 5 0,-4-10 0,4 10 0,-6-7 0,2 14 0,-1-3 0,-7 4 0,12 2 0,-15 2 0,4 4 0,-3 5 0,3 8 0,0 1 0,1-7 0,-7-1 0,0 1 0,8 7 0,-5-8 0,3 1 0,-4-8 0,-2 3 0,0-8 0,0 0 0,9 0 0,-7-8 0,4-5 0,-1 2 0,1-2 0,-2 0 0,9-6 0,-2 6 0,2 0 0,4 3 0,-4-3 0,6 2 0,7 5 0,-5 3 0,5-3 0,2 4 0,-3 2 0,10 0 0,-3 0 0,-2 0 0,2 0 0,0 0 0,7 0 0,-1 0 0,1 0 0,-1-9 0,1-1 0,0-10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1.093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7117 7597 8912,'17'-19'0,"-4"-1"0,-7 1 0,-4 6 0,-2 0 0,-8 9 0,5-13 0,-14 15 0,15-7 0,-15 9 0,4 2 0,-4 3 0,-2 1 0,-9 9 0,-2-4 0,-9 8 0,-1 2 0,-5 5 0,2-2 0,-9 6 0,-1-2 0,6 6 0,-9-6 0,7 6 0,-1-2 0,3 0 0,17 0 0,4 1 0,5-10 0,2 3 0,8 4 0,2-17 0,9 4 0</inkml:trace>
  <inkml:trace contextRef="#ctx0" brushRef="#br0" timeOffset="1">6442 8040 8912,'0'20'0,"0"-1"0,0 0 0,8 0 0,1 1 0,6-3 0,-2-4 0,-3-3 0,3-3 0,4-3 0,-4 9 0,4-9 0,0 7 0,-4-5 0,4-1 0,-4 5 0,4-1 0,-6 6 0,4-4 0,-6 8 0,1 0 0,-5-8 0,3 13 0,-8-5 0,0 2 0,0 1 0,0 3 0,0 1 0,-8 8 0,-5-4 0,-4 0 0,-3 7 0,12-27 0</inkml:trace>
  <inkml:trace contextRef="#ctx0" brushRef="#br0" timeOffset="2">6740 8599 8912,'4'-6'0,"2"-7"0,-6-6 0,0 0 0,0-1 0,0 8 0,-2 1 0,-7 2 0,-10 5 0,-9 2 0,-15 2 0,-8 2 0,-13 4 0,-9 5 0,-21 11 0,-11 1-586,46-11 1,0 2 585,0 3 0,31-9 0</inkml:trace>
  <inkml:trace contextRef="#ctx0" brushRef="#br0" timeOffset="3">5072 8484 8912,'-8'-19'0,"6"8"0,-7-6 0,7 6 0,-5 0 0,3-4 0,-9 9 0,0-1 0,-6 7 0,0 0 0,-9 11 0,-4 8 0,-13 18 0,-9 16 0,-8 10 0,36-34 0</inkml:trace>
  <inkml:trace contextRef="#ctx0" brushRef="#br0" timeOffset="4">4474 8949 7933,'-30'55'0,"-21"40"0,12-7 0,9-11 0,15-9 0,7-21 0,8-8 0,2-3 0,4-10 0,7-9 0,13-10 0,6-5 0,13-2 0,4 0 0</inkml:trace>
  <inkml:trace contextRef="#ctx0" brushRef="#br0" timeOffset="5">1620 8522 8912,'0'-12'0,"0"-1"0,0-2 0,-2-2 0,-5-3 0,3 3 0,-7 2 0,3 2 0,-7 7 0,2-5 0,-4 3 0,-2 3 0,-1 5 0,1 7 0,-2 6 0,-3 12 0,-2 10 0,3 10 0,1 12 0,3 1 0,8 19 0,5 0 0,4-2 0,2 3 0,2-10 0,4-10 0,7 0 0,4-9 0,9-10 0,0-14 0,6-12 0,-6-6 0,8-7 0,-2-7 0,7-6 0,6-12 0,-11-7 0,4-13 0,-5 2 0,-1-9 0,-4 3 0,-9-5 0,0 3 0,-8 8 0,-3-4 0,-8 8 0,0 3 0,0 4 0,0 4 0,-8 17 0,4 3 0,-9 8 0,8 10 0,-1 10 0,2 8 0,-3 10 0,5 1 0,-4-1 0,4 1 0,2-1 0,2 1 0,4 0 0,-2-9 0,9-5 0,2-3 0,-6-12 0,14 5 0,-3-8 0,5-3 0,1-10 0,-2-5 0,8-8 0,0-7 0,7 0 0,-7-8 0,0 2 0,-9 2 0,3-2 0,-13 8 0,-7-2 0,-3 5 0,-3 2 0,-9 2 0,-6 2 0,-9 2 0,-6 8 0,-8-10 0,-1 9 0,7 0 0,0 6 0,6 0 0,-6 0 0,9 0 0,-3 0 0,13 0 0,4 8 0,9 3 0,3 0 0,3-5 0,5-4 0,8-2 0</inkml:trace>
  <inkml:trace contextRef="#ctx0" brushRef="#br0" timeOffset="6">2276 8330 8912,'-13'-20'0,"0"1"0,-2 0 0,-2-7 0,-2 2 0,-1 7 0,10-2 0,-1 15 0,4-9 0,5 9 0,-6 6 0,8 17 0,0 11 0,0 15 0,0-2 0,0 8 0,8-1 0,5 1 0,2 3 0,-2-9 0,4 4 0,-4-11 0,11 5 0,1-11 0,1-4 0,-7-2 0,7-7 0,0-6 0,2-4 0,-3-9 0,-3-9 0,3-4 0,3-13 0,-2-6 0,-2-4 0,-9-3 0,-2 1 0,-9-1 0,4 3 0,-8 2 0,0 1 0,0 10 0,0-5 0,0 9 0,0-1 0,0 1 0,-8 8 0,6 3 0,-13 10 0,8 4 0,1 7 0,6 13 0,0-2 0,0 8 0,0 2 0,0-6 0,6 6 0,1-8 0,8-1 0,-2-5 0,4-1 0,2-2 0,0-4 0,7-4 0,0-9 0,-1-3 0,-5-3 0,1-7 0,3-10 0,1-3 0,1 0 0,-7 1 0,1-3 0,-1-2 0,0 6 0,-6-6 0,-2 7 0,-3-3 0,-1 0 0,-7 7 0,0 0 0,-2-1 0,-5 1 0,3 2 0,-9 4 0,9 4 0,-13 9 0,15 0 0,-7 0 0,9 0 0,2 7 0,5-1 0,3 1 0,3-1 0,0 1 0,0-1 0,0-6 0,0 0 0,-7 6 0,7 1 0,-9-1 0,13 3 0,-12-5 0,7 9 0,-7-7 0,1 7 0,-4 0 0,5 6 0,-1 1 0,1-7 0,-7-1 0,2-1 0,4 2 0,-4 4 0,5-4 0,-5-2 0,-2 2 0,0-9 0,0 13 0,0-15 0,0 5 0,0-14 0,2-4 0,2-8 0,3 0 0,8-9 0,-11 0 0,9-4 0,0-4 0,6 3 0,0-1 0,1 2 0,-8-2 0,1 8 0,0 2 0,6 12 0,-6-3 0,0 8 0,-6 1 0,5 6 0,-5 0 0,6 0 0,-3 8 0,3 5 0,-2 4 0,-5 3 0,-1-1 0,8 0 0,-9 0 0,2 1 0,5-3 0,2-4 0,-2 2 0,1-9 0,-7 9 0,10-11 0,-9 9 0,1-8 0,-5 3 0,4-8 0,-4 0 0,7-8 0,-9-5 0,0-4 0,0-3 0,6 1 0,1 0 0,1-7 0,-1 0 0,-3-2 0,9 3 0,-7 3 0,7-3 0,-6 1 0,5-2 0,-1 11 0,2-4 0,4 13 0,-6-3 0</inkml:trace>
  <inkml:trace contextRef="#ctx0" brushRef="#br0" timeOffset="7">3664 8021 8912,'9'11'0,"-7"6"0,13-13 0,-8 9 0,8-2 0,-3 2 0,-1 4 0,2-4 0,0 4 0,6 0 0,0-4 0,-6 2 0,0-9 0,-6 1 0,5-7 0,1 0 0,7 0 0,-3-3 0,-4-3 0,-3-7 0,-3-13 0,-3 5 0,9-5 0,-9-2 0,3 3 0,1-1 0,-1 7 0,-1-1 0,-6 1 0,9 0 0,-5 2 0,9 4 0,-7 4 0,7 9 0,0 0 0,6 0 0,0 3 0,1 3 0,1 3 0,5 3 0,-3-1 0,10-5 0,-8-3 0,7 3 0,-6-4 0,6-2 0,-2-2 0,2-4 0,-2-5 0,-4-8 0,-4-7 0,3 0 0,-3-6 0,-3 6 0,-6-6 0,0 7 0,-9-8 0,2 8 0,-6-1 0,-6 7 0,2 2 0,-9 4 0,6-2 0,-5 8 0,5 1 0,-6 6 0,9 0 0,-5 0 0,3 8 0,0 5 0,-1 4 0,7 3 0,0-1 0,0 0 0,7 7 0,-1 0 0,9 2 0,-2-3 0,4-3 0,2 3 0,1 3 0,-1-2 0,0 0 0,0-7 0,-6 0 0,0 0 0,-9-6 0,3 0 0,-5-9 0,-2 14 0,0-16 0,-6 4 0,-1-12 0,-1 1 0,1-7 0,5-1 0,-7-7 0,9 1 0,0 6 0,0 0 0,0 7 0,0-7 0,0 7 0,0-7 0,0 7 0,0-7 0,0 8 0,0-12 0,0 7 0</inkml:trace>
  <inkml:trace contextRef="#ctx0" brushRef="#br0" timeOffset="8">4532 7905 8912,'0'-12'0,"0"-1"0,0-2 0,0-2 0,7 4 0,-1 0 0,1 0 0,-7 2 0,0 3 0,0 8 0,0 0 0,0 0 0</inkml:trace>
  <inkml:trace contextRef="#ctx0" brushRef="#br0" timeOffset="9">1543 10238 8912,'-19'-19'0,"-1"0"0,3 0 0,2 1 0,2 6 0,7 7 0,-5 16 0,3 10 0,3 7 0,1 11 0,0 8 0,-3 2 0,3 5 0,2-7 0,2 0 0,0-8 0,0 1 0,0 5 0,0-13 0,0 1 0,0-10 0,0-12 0,0-3 0,8-8 0,-3-17 0,8-8 0,2-10 0,-7-12 0,9 4 0,-4-8 0,2 0 0,-2-7 0,4 8 0,-4 5 0,4 5 0,2 1 0,1 9 0,-1 4 0,0 7 0,1 6 0,-1 5 0,0 8 0,0 8 0,1 5 0,5 6 0,1 5 0,-2 2 0,-3-1 0,7-5 0,4-3 0,5-4 0,-7-5 0,6-8 0,-4 0 0,5-8 0,1-5 0,1-4 0,-1-3 0,-1-5 0,-5-1 0,-4-6 0,-9 6 0,-8-6 0,-5 6 0,-6 1 0,-6 5 0,-5 3 0,-8 4 0,-7-2 0,0 9 0,-6 2 0,6 10 0,-6 5 0,7 8 0,-1 7 0,7-1 0,1 8 0,6-8 0,-3 7 0,8-4 0,3 2 0,2-6 0,2 4 0,0-9 0,0 0 0,8-2 0,5-4 0,4-4 0,3-9 0,5-2 0,1-5 0,6-6 0,-6-12 0,8 1 0,-2-8 0,3 6 0,-3-6 0,2 9 0,-8-3 0,-1 0 0,-5 7 0,-3-5 0,-4 11 0,4 5 0,-4 1 0,-5 5 0,1 2 0,-1 0 0,-5 9 0,12-5 0,-9 9 0,9-9 0,-4 5 0,8-9 0,0-7 0,1 1 0,-1-9 0,0 2 0,1-10 0,-1-3 0,-2-2 0,-4 2 0,4 5 0,-4-5 0,-5 5 0,-1 2 0,-5 6 0,-2 0 0,0 9 0,0-3 0,0 14 0,-6 5 0,-1 14 0,-6-2 0,7 8 0,-3-7 0,3 8 0,4-8 0,-5 7 0,5-8 0,2 2 0,0-5 0,0-2 0,0 1 0,0-12 0,0-8 0,7-4 0,-1-15 0,7 2 0,-7-16 0,7 1 0,-6-6 0,5-3 0,-5-4 0,6 4 0,-7-4 0,7 7 0,-7 6 0,3-3 0,-3 10 0,-3-1 0,3 7 0,5 8 0,-7 2 0,7 12 0,-3 3 0,5 7 0,-6 13 0,-1-5 0,-4 13 0,5-8 0,-5 0 0,4-7 0,-4 9 0,5-7 0,-1 5 0,3-11 0,-3-2 0,5-9 0,2 5 0,0-9 0,-1-11 0,8-8 0,-1-3 0,0-10 0,1 6 0,-1-6 0,-8 0 0,6 11 0,-7 4 0</inkml:trace>
  <inkml:trace contextRef="#ctx0" brushRef="#br0" timeOffset="10">3163 9621 8912,'0'-19'0</inkml:trace>
  <inkml:trace contextRef="#ctx0" brushRef="#br0" timeOffset="11">3221 9641 8912,'19'8'0,"3"-3"0,1 5 0,3-1 0,-3-5 0,7-2 0,0-2 0,-8 0 0,-5 0 0</inkml:trace>
  <inkml:trace contextRef="#ctx0" brushRef="#br0" timeOffset="12">3549 9621 8912,'28'-27'0,"2"5"0,0-6 0,4 0 0,-8-4 0,-1 4 0,-5 3 0,-1-5 0,-8 8 0,-5-3 0,-4 3 0,-13 5 0,-8 4 0,0 5 0,-7 8 0,-2 0 0,0 2 0,-2 4 0,7 5 0,-11 15 0,8-1 0,0 10 0,7-3 0,0 6 0,-1 7 0,3-4 0,4 4 0,3-4 0,3-3 0,5-1 0,-4-3 0,3-2 0,12-17 0,8 9 0,11-18 0,2-2 0,11-1 0,2-14 0,6-8 0,-2-11 0,-2-7 0,0-4 0,0-4 0,6-2 0,-6-4 0,-2 4 0,-11 8 0,-4 9 0,-8 4 0,-1 5 0,-8 10 0,-3 5 0,-8 12 0,0 14 0,0 12 0,-8-4 0,-3-1 0</inkml:trace>
  <inkml:trace contextRef="#ctx0" brushRef="#br0" timeOffset="13">3954 9699 8912,'-28'47'0,"6"2"0,-12 11 0,8 4 0,-8-4 0,2 4-281,-4-4 1,-12 7 280,-3 4-184,-5 12 1,24-39 0,-2 0-1,0 4 1,-1 0 0</inkml:trace>
  <inkml:trace contextRef="#ctx0" brushRef="#br0" timeOffset="14">4359 9236 8912,'-7'-20'0,"1"1"0,-3 0 0,5 0 0,-2-1 0,-3 1 0,5 0 0,-3 0 0,3-1 0,2 1 0,0 2 0,-5 4 0,3-2 0,-9 9 0,-2 1 0,0 5 0,0 9 0,2 10 0,0 0 0,-6 11 0,0-4 0,0 4 0,-1 0 0,10 7 0,3-8 0,5 1 0,2-2 0,0-2 0,0 0 0,0-3 0,9-1 0,1-3 0,10 0 0,-1 1 0,0-1 0,9-6 0,2 0 0,0 2 0,6-7 0,-12 3 0,6-7 0,-2 3 0,-2-1 0,-14 0 0,1 1 0,-8 8 0,1-2 0,-6 0 0,-6 6 0,-12-4 0,-7 11 0,-10 1 0,3-1 0,-4-2 0,-3-3 0,9-4 0,5-4 0,3-4 0,3-9 0,0 0 0,-1-26 0,1-6 0</inkml:trace>
  <inkml:trace contextRef="#ctx0" brushRef="#br0" timeOffset="15">4648 9043 8912,'-13'-11'0,"0"5"0,-2 4 0,5 2 0,-3 0 0,6 0 0,-6 0 0,9 0 0,-4 0 0,16 0 0,3 0 0,8-2 0,0-5 0,1 5 0,5-9 0,3 5 0,2-7 0,2 4 0,13-8 0,0 4 0,7-4 0,-7-2 0,8-2 0,-1-5 0,10 4 0,2-3 0,9-3 0,-2 2 0,4 3-91,11-7 0,-3 6 1,9-6 90,0 2 0,7-6 0,-20 4 0,5-9 0,-3 1 0,3-1 0,-13 9 0,-1 5 0,-10 3 0,-8 3 0,-7 6 0,-13 0 0,-13 9 0,-12-5 0,-14 9 0,5 0 0,-7 0 0,7 0 272,-4 0-272,4 0 0,-7 0 0,1 0 0,5 0 0,-5 2 0,8 5 0,-2-5 0,-5 4 0,5 5 0,-4 2 0,4-4 0,2-1 0,0-8 0</inkml:trace>
  <inkml:trace contextRef="#ctx0" brushRef="#br0" timeOffset="16">6114 7925 8912,'-11'0'0,"2"0"0,9 0 0,0-2 0,0-5 0,0 5 0,0-7 0,0 7 0,3-2 0,3-2 0,5-9 0,8 6 0,0-4 0,9-13 0,2 5 0</inkml:trace>
  <inkml:trace contextRef="#ctx0" brushRef="#br0" timeOffset="17">6075 7886 8912,'-11'0'0,"3"-2"0,8-4 0,0 3 0,8-5 0,5 6 0,7-3 0,5-1 0,7 2 0,16-7 0,9-2 0,10 2 0,10-1 0,0-3 0,0 4 0,-2 0 0,-4 3 0,-5 1 0,-16 7 0,-5 0 0,-13 2 0,-9 5 0,-8 6 0,-6 4 0,-9 11 0,0 4 0,-9 15 0,-6 8 0,-8 8 0,-7 9 0,-15 3 0,-2 9-204,-3-3 0,1-3 204,-2-8 0,-5 14 0,13-22 0,-8 9 0,10-16 0,2-3 0,3-7 0,10 6 0,1-17 0,14 3 0,4-26 0,14-5 0,6-6 0,12-6 0,5-7 0,9-13 0,0-4 0,-1-9 0</inkml:trace>
  <inkml:trace contextRef="#ctx0" brushRef="#br1" timeOffset="18">6557 9660 8912,'0'-28'0,"0"7"0,0-7 0,0 2 0,0 0 0,2 3 0,5 1 0,-3 3 0,9 0 0,-9 8 0,7 3 0,-5 8 0,-3 0 0,3 8 0,-12 5 0,-5 13 0,-8 6 0,-9 6 0,-7 7 0,-7 7 0,-10 4 0,-4 4 0,-1 4 0,-1-2-780,0 9 780,0-1 0,2 7 0,5 1 0,6 1 0,4 4-218,3 7 0,5-2 218,1 2 0,15-11 0,-2-1 0,12-10 0,-8-12 0,9-5 0,2-6 0,2-13 0,4-2 0,4-4 0,5-7 0,8 5 0,0-3 372,9-14 0,-6 18-372,3-12 0,3 7 94,-2 5 0,0-3 1,-7 6-1,0-1 1,1 6-95,-1 3 0,0 3 0,0 6 0,1 0 0,-10 15 0,-1 0 0,0 6 0,-9 15 0,0 16-224,-9-1 1,0-39 0,-1 0 223,1-3 0,-2 1 0,-2 5 0,-1 0 0,-2 1 0,-1 0 0,0 2 0,0 0 0,1-3 0,0-2 0,3-1 0,0 0 0,-8 46 0,2-7 0,1-10 0,6-1 0,-6-22 0,16 5 0,-4-27 0,4-5 0,2-10 0,2 2 0,4-11 0,7-4 0,-2-2 0,2-5 0,0-4 0,6 13 0,0-6 0,0 4 670,1 8-670,-1-2 0,-6 18 0,0-5 0,-9 13 0,5 8 0,-3 9 0,0 9 0,-1 4 0,-3 11 0,-2 10-53,0 14 0,-4-48 0,-1 2 0,0 5 0,0 1 0,-1 7 0,1 0 0,0 3 1,1 1 52,0 0 0,0 1 0,3 2 0,0 1-951,-3-2 1,1 1 950,2 6 0,0 0 0,2-7 0,0-1 0,1 1 0,0-1 0,2-3 0,-1-1 0,-1-1 0,0 0 0,-1-2 0,0 0 0,3-1 0,1 0-93,1-9 1,1-2 0,-2-6 0,0-2 92,8 28 0,9-12 0,1 2 0,9-11 0,3-7 0,-1-14 0,-2-15 122,13-5 0,-13-1 0,13-3-122,-4-4 633,-2-5 0,-1-8 0,1 0-633,-1 0 0,-1 0 160,-5 0 0,2 7 1,-8-1-161,-3-2 0,-8-2 0,-2-2 0,-8 0 0,3 0 0,-8-8 0,0-5 0,-17-30 0,-4-8 0</inkml:trace>
  <inkml:trace contextRef="#ctx0" brushRef="#br1" timeOffset="19">3799 14365 8912,'-19'0'0,"0"0"0,0 0 0,-1-3 0,1-3 0,10-5 0,12-8 0,18-2 0,22-5 0,10-6 0,25-13 0,-3-4 0,15-11 0,-45 28 0,2-1 0,3 0 0,0-2-240,2-4 0,-1 1 0,1 0 1,-1 1 239,-2 1 0,-1 1 0,39-29 0,-3 10 0,-5 3 0,-21 19 231,-13 6-231,-13 4 0,-21 20 0,-2-6 0,-9 10 0,0 4 0,0 7 0,-9-4 0,7 8 364,-5-4 0,5-3-364,2 3 0,0-17 0,0 2 0</inkml:trace>
  <inkml:trace contextRef="#ctx0" brushRef="#br1" timeOffset="20">5014 13208 8912,'-19'-17'0,"0"4"0,8-9 0,5 9 0,4-2 0,2 7 0,8-7 0,5 8 0,15-5 0,10 5 0,5 1 0,13 8 0,4 4 0,0 7 0,6 13 0,-1 6 0,5 7 0,-5 6 0,-3 4 0,-13 9 0,-10 0 0,-11-1 0,-9 3 0,-6 5-108,-5 3 0,-25 16 108,-9-1-166,-16 1 0,-8-16 1,-8-1-1</inkml:trace>
  <inkml:trace contextRef="#ctx0" brushRef="#br1" timeOffset="21">1369 13844 8912,'0'15'0,"2"2"0,5 5 0,4 1 0,-1 5 0,7 4 0,-4 11 0,4 2 0,3-2 0,-1 6 0,0 0 0,1 3 0,-1-1 0,0-2 0,-2 3 0,-2-7 0,-4-7 0,-2-5 0,6-6 0,-13-16 0,-11-11 0,-12-11 0</inkml:trace>
  <inkml:trace contextRef="#ctx0" brushRef="#br1" timeOffset="22">1157 13998 8912,'0'-19'0,"0"0"0,0-1 0,0 1 0,7 0 0,-1 0 0,9-3 0,-2-4 0,6 5 0,9-5 0,11 5 0,8 2 0,17 8 0,0 4 0,7 10 0,-7 9 0,-2 10 0,-10 19 0,-7 4 0,-13 12 0,-6 3 0,-13 5 0,-7-5 0,-4-2 0,-4 6 0,-4 0 0,-5 0 0,-8-6 0,-1-9 0,1-4 0,0-4 0,-1-2 0,1-3 0,0-4 0,0-6 0,-1-13 0,7-5 0,1-8 0,-1-8 0,-7-3 0</inkml:trace>
  <inkml:trace contextRef="#ctx0" brushRef="#br1" timeOffset="23">2102 14037 8912,'0'-19'0,"0"-1"0,-8 3 0,-5 4 0,-4 5 0,-3 8 0,1 0 0,0 8 0,-1 5 0,1 11 0,0 4 0,0 2 0,-1-7 0,7 11 0,1-8 0,7 6 0,-1-6 0,4-2 0,2-3 0,0-8 0,0 0 0,2-9 0,4 2 0,5-3 0,8-3 0,-4-3 0,5-3 0,-5-5 0,10-8 0,-3 0 0,-3-1 0,-2 1 0,-4 0 0,4-3 0,-4-3 0,-2 3 0,2-3 0,-3 3 0,3 3 0,4 0 0,-15 8 0,7-6 0,0 15 0,-1 2 0,5 12 0,4 6 0,-4 1 0,4 0 0,2 0 0,1 1 0,-1-1 0,0 0 0,1 1 0,1-8 0,5 1 0,-5-8 0,5 1 0,-11-4 0,-2-2 0,0-8 0,6-5 0,-2-11 0,-4-2 0,-5-8 0,-8 2 0,0-11 0,0-2 0,0-6 0,0 6 0,-2-7 0,-4 7 0,-7-8 0,-13 1 0,5-1 0,-5 1 0,5 5 0,1 9 0,1 8 0,0 4 0,8 13 0,3 5 0,8 10 0,0 4 0,2 13 0,4 14 0,5 9 0,8 3 0,0 11 0,1 2 0,-1-7 0,0 7 0,1-11 0,-1 3 0,0-3 0,9-2 0,-6-9 0,3-4 0,-3-6 0,-3-5 0,0-1 0,1-10 0,-1-1 0</inkml:trace>
  <inkml:trace contextRef="#ctx0" brushRef="#br1" timeOffset="24">2469 13979 8912,'-11'-9'0,"2"7"0,9-15 0,0 6 0,5-8 0,7 0 0,3 0 0,18-1 0,1 1 0,11 0 0,-4-9 0,6-4 0,0-5 0,2 7 0,7-13 0,-5 5 0,-3-3 0,-10 9 0,-1-2 0,-5 8 0,-7 3 0,-12 10 0,-4-4 0,-18 14 0,-1-3 0,-10 12 0,1 5 0,0 8 0,-1 1 0,1-1 0,2 9 0,4 4 0,-2-2 0,9 2 0,-1-6 0,7 6 0,-6-6 0,-1 6 0,1-9 0,6 3 0,0-5 0,0-1 0,9-10 0,3-3 0,6-7 0,1-7 0,2-3 0,5-10 0,-5-5 0,5-1 0,-4-2 0,-3 2 0,0 5 0,0-5 0,7-1 0,0 1 0,-3 2 0,-1 11 0,4-2 0,-1 9 0,1 0 0,-7 6 0,3 0 0,3 0 0,-3 6 0,4 0 0,-3 12 0,3 1 0,-11 0 0,4 7 0,-4 4 0,-4 0 0,-3 8 0</inkml:trace>
  <inkml:trace contextRef="#ctx0" brushRef="#br1" timeOffset="25">1986 15637 8912,'-19'0'0,"0"0"0,0-2 0,-1-4 0,10 3 0,1-3 0,9 12 0,0 9 0,0 9 0,9 0 0,3 10 0,6 7 0,9-3 0,-5 18 0,6-5 0,0 5 0,-7 2 0,9 0 0,-4 0 0,-3 6 0,9 0 0,-6-2 0,6-10 0,-10-5 0,-3-9 0,-8-8 0,-11 7 0,0-7 0</inkml:trace>
  <inkml:trace contextRef="#ctx0" brushRef="#br1" timeOffset="26">1909 15830 8912,'0'-30'0,"0"-4"0,0 8 0,9-8 0,2 10 0,8-6 0,0 2 0,0 3 0,3 5 0,4 3 0,6 4 0,-4 5 0,-1 8 0,-7 0 0,-1 2 0,0 4 0,-8 11 0,-5 9 0,-3 8 0,-3-1 0,-9 9 0,-4 3 0,-4 0 0,-2-6 0,-1 6 0,1 0 0,0-2 0,0-2 0,1-5 0,6-4 0,-3-4 0,8-9 0,-8 1 0,13-10 0,-7-1 0</inkml:trace>
  <inkml:trace contextRef="#ctx0" brushRef="#br1" timeOffset="27">2507 15656 8912,'-8'11'0,"-3"6"0,-2-6 0,0 8 0,9 3 0,-3 3 0,5-3 0,2 6 0,2-9 0,5 0 0,4 1 0,1-1 0,1 0 0,0-2 0,6-4 0,1-4 0,-1-9 0,0 0 0,1 0 0,-7-9 0,-1-4 0,-5-4 0,6-2 0,-9-9 0,2-4 0,-3 2 0,-3-2 0,0 6 0,-3-4 0,-3 2 0,-5 2 0,-8 7 0,0 0 0,-7 0 0,0-1 0,0 10 0,7 3 0,0 5 0,0 2 0,-1 2 0,1 5 0,2-3 0,4 9 0,4-9 0,9 13 0,0-6 0</inkml:trace>
  <inkml:trace contextRef="#ctx0" brushRef="#br1" timeOffset="28">2739 15522 8912,'10'0'0,"-1"0"0,-9 0 0,0 8 0,0 3 0,2 8 0,5 0 0,3 1 0,3 1 0,0 3 0,2 1 0,2 1 0,2 0 0,1-1 0,3 3 0,-1-6 0,-5-3 0,-11 5 0,3-22 0,-9 6 0,0-8 0</inkml:trace>
  <inkml:trace contextRef="#ctx0" brushRef="#br1" timeOffset="29">2604 15329 8912,'-13'17'0,"2"-2"0,3-2 0,-1-3 0,5 5 0,-3-2 0,1 0 0,14-2 0,5-5 0,-4-4 0,8-4 0,-4-4 0,4-7 0,-6-4 0,4-2 0,-9-1 0,-2 1 0,-1 0 0,-3-1 0,0 1 0,0 6 0,0 0 0,-9 9 0,-4-2 0,2 4 0,-1 2 0,5 8 0,-6 5 0,7 4 0,-7 2 0,9 1 0,-3-1 0,5 0 0,2 1 0,9 7 0,1-5 0,18 6 0,2-9 0</inkml:trace>
  <inkml:trace contextRef="#ctx0" brushRef="#br1" timeOffset="30">2989 15444 8912,'9'-10'0,"-7"1"0,9 11 0,-5 5 0,-4-5 0,13 15 0,-6-4 0,2 4 0,2 2 0,-1 1 0,-1-1 0,-2 0 0,6 0 0,-13 1 0,6-3 0,1-4 0,-7 4 0,7-15 0,-9 6 0,0-10 0,0-4 0,0-7 0,0-13 0,-7-4 0,1-8 0,-7-7 0,7 0 0,-1-7 0,7 7 0,0 3 0,0 1 0,0 9 0,0 0 0,9 10 0,4 3 0,4 8 0,2 11 0,0 2 0,1 5 0,5 6 0,1 12 0,0 5 0,-7 9 0,0-7 0,1 0 0,3-6 0,-4 6 0,5-8 0,-11 1 0,4-10 0,2-2 0,1-9 0,-1 5 0,0-18 0,0-1 0</inkml:trace>
  <inkml:trace contextRef="#ctx0" brushRef="#br1" timeOffset="31">3394 14712 8912,'0'-28'0,"-8"6"0,6-5 0,-7 16 0,11 13 0,5 17 0,3 11 0,12 17 0,4 11 0,-5 9 0,15 3 0,-3 1 0,3 2 0,-2 0-134,5-3 1,2 3 133,10-8 0,5-10 0,-7-16 0,7-13-59,-5-5 59,5-10 0,-24-5 0,0-12 0,-8-7 0,-5-4 0,-6-11 0,0-4 0,-9-11 0,2-2 0,-3-7 132,-3 7 1,0-2-133,0 2 0,-3 5 30,-3-5 1,2 4-31,-9 2 0,9 9 0,-3 5 0,-4 3 0,9 12 0,2 1 0,13 9 0,11 2 0,1 5 0,10 5 0,-3 14 0,4 6 0,3 5 0,-7 1 0,0 1 0,2-1 0,-6 9 0,2-4 0,-4 9 0,-13-3 0,0 2 0,-9-6 0,-4-4 0,-2-2 0,-5-1 0,-10-8 0,-8-4 0,-10-5 0,3-1 0,-6-8 0,-7 1 0,4-8 0,-4 1 0,-4-21 0,-1-6 0</inkml:trace>
  <inkml:trace contextRef="#ctx0" brushRef="#br1" timeOffset="32">3356 15309 8912,'-19'20'0,"-9"-10"0,15 8 0,-4-16 0,19 4 0,6-14 0,12-12 0,16-8 0,18-29 0,16-14 0,-28 29 0,0-2-157,3-2 1,2-2-1,6-4 1,1-1 0,3-2-1,2 1 157,4-3 0,0 0-441,-1-4 1,1-2 0,3 0 0,1-1 0,-4-3 0,0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6T04:54:51.1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5588 5397 8912,'7'0'0,"-2"0"0,-5 0 0,0 0 0,0-6 0,0 5 0,0-5 0,0 6 0,0 0 0,-5 0 0,-4 0 0,2 0 0,-1 0 0,4 0 0,-5 0 0,6 0 0,-8 0 0,4 0 0,-5 0 0,3 0 0,1 0 0,-1 0 0,-3 0 0,-1 0 0,1 0 0,-1 5 0,0-1 0,1 0 0,-1-4 0,0 1 0,1 4 0,-5-4 0,0 3 0,0-2 0,5-2 0,-1 0 0,1 0 0,-5 0 0,0 0 0,0 0 0,4 0 0,1 0 0,-1 0 0,-4 1 0,1 3 0,-1-2 0,4 2 0,-1-3 0,-3-1 0,2 0 0,-6 0 0,4 2 0,-3 1 0,2 1 0,-4 0 0,4-3 0,-3 4 0,-3-4 0,3 3 0,1-1 0,-1 1 0,1-2 0,-1 2 0,-2 1 0,2 0 0,1 0 0,-1-1 0,0-1 0,-4 6 0,-1-5 0,1 4 0,0-5 0,11 8 0,3-4 0</inkml:trace>
  <inkml:trace contextRef="#ctx0" brushRef="#br0" timeOffset="1">4553 5536 8912,'-12'0'0,"-1"0"0,1 4 0,-1 0 0,0 0 0,1-2 0,-1 2 0,0-3 0,1 4 0,-1-4 0,5 3 0,-1 0 0,1 1 0,1-5 0,1 1 0,6 3 0,0-2 0,0 3 0,0-5 0,0 0 0,0-5 0,0-2 0</inkml:trace>
  <inkml:trace contextRef="#ctx0" brushRef="#br0" timeOffset="2">4679 5296 8912,'0'-8'0,"0"-1"0,0 7 0,0-10 0,0 11 0,0-5 0,0 6 0,-1 0 0,-3 0 0,2 2 0,-2 2 0,-3-3 0,2 11 0,-4-4 0,-2-1 0,3 1 0,-8 1 0,-1 3 0,1 1 0,3 0 0,-4-1 0,0 1 0,-1-1 0,1 1 0,3 0 0,-3-1 0,3 1 0,2 0 0,-5 3 0,0 1 0,6-6 0,5-5 0</inkml:trace>
  <inkml:trace contextRef="#ctx0" brushRef="#br0" timeOffset="3">4377 5548 8912,'-7'13'0,"1"0"0,2-5 0,0 0 0,1 2 0,2-4 0,-1 4 0,-2-6 0,3 0 0,-5-4 0,6 0 0,0 0 0,6 0 0,-5 0 0,5 1 0,-6 4 0,0-3 0,1 5 0,3-1 0,-2 0 0,2-2 0,1-1 0,0 5 0,3-4 0,-4 5 0,2-5 0,-2 4 0,3-1 0,6 2 0,-1 1 0,1-6 0,1 6 0,3-2 0,-2-1 0,6 1 0,0 1 0,4 3 0,1 0 0,-1-4 0,-4 3 0,0-2 0,-4 2 0,4 1 0,-6-3 0,2-1 0,-3-4 0,-1 5 0,-5-5 0,0 4 0,-5-5 0,3 3 0,-6-6 0,0 0 0,-6 0 0,5 0 0,-5 0 0,6 0 0,0 0 0,0-6 0,0 5 0,0-5 0,0 6 0,0 0 0,-5 0 0,-2 0 0</inkml:trace>
  <inkml:trace contextRef="#ctx0" brushRef="#br0" timeOffset="4">4478 5939 8912,'0'-19'0,"0"2"0,0 3 0,0 1 0,-2 6 0,-2 3 0,3 3 0,-5 1 0,6 0 0,-1 0 0,-4 0 0,4 0 0,-6 0 0,3 0 0,2 0 0,-9 0 0,4 0 0,-5 0 0,-1 0 0,0 1 0,1 3 0,-1-2 0,1 2 0,-5 1 0,0 0 0,0 3 0,4-4 0,-3 5 0,-1-5 0,0 4 0,4-4 0,5 6 0,0-1 0,1-2 0,-2 1 0,-2-4 0,3 5 0,2-5 0,2 4 0,2 1 0,1 3 0,-3 1 0,2-6 0,-3 4 0,5-4 0</inkml:trace>
  <inkml:trace contextRef="#ctx0" brushRef="#br0" timeOffset="5">4175 6078 8912,'-6'20'0,"5"-2"0,-10 0 0,9-4 0,-2 3 0,-1 1 0,0-1 0,0 4 0,1-4 0,2 4 0,-2-4 0,-2 4 0,2-5 0,0 5 0,4-4 0,-4 1 0,-1-1 0,1-1 0,4 5 0,-4-6 0,0 2 0,0 1 0,4-1 0,0-2 0,-6-1 0,5-1 0,-4 0 0,4-1 0,1 1 0,0-6 0,0-2 0</inkml:trace>
  <inkml:trace contextRef="#ctx0" brushRef="#br0" timeOffset="6">4074 6595 8912,'0'13'0,"0"-1"0,0-3 0,0-1 0,0-4 0,0 5 0,0-5 0,0 4 0,0-5 0,0 8 0,0-9 0,6 9 0,-5-10 0,6 9 0,-3-6 0,-2 1 0,9-1 0,-3 0 0,4 0 0,0-4 0,1 0 0,-1 4 0,1 1 0,5-1 0,2-4 0,-1 0 0,5 0 0,-4 0 0,5 0 0,0 0 0,1 0 0,-3 0 0,0 0 0,-2 0 0,0-6 0,3 5 0,-3-3 0,-3-2 0,-5 2 0,-1 0 0,1 4 0,-1 0 0,-5-6 0,-1 5 0,-6-5 0,0 6 0,0 0 0,-6 0 0,5 0 0,-5 0 0,5 0 0,-3 0 0,2 0 0,-3 0 0,-1 6 0,-1 1 0</inkml:trace>
  <inkml:trace contextRef="#ctx0" brushRef="#br0" timeOffset="7">1564 16204 8912,'-7'1'0,"1"2"0,1 1 0,3 0 0,-3-5 0,5-3 0,0 2 0,0-5 0,0 3 0,0 3 0,0-10 0,0 9 0,0-3 0,0 3 0,0-2 0,0 3 0,0-5 0,5 6 0,-2 0 0,6 0 0,-5-1 0,4-4 0,1 4 0,3-3 0,1-2 0,-1 2 0,1-2 0,0 4 0,-1-3 0,7-4 0,-4 7 0,6-2 0,-6 1 0,2-1 0,-1 3 0,0-4 0,-2 4 0,3 1 0,-3 0 0,-1 0 0,0 1 0,-1 4 0,-1-3 0,-1 5 0,-1-1 0,-7 4 0,10-5 0,-4 4 0,-2 2 0,-2-3 0,1 4 0,0 0 0,3 1 0,-4-1 0,5 1 0,-4 1 0,2 3 0,-4-3 0,7 10 0,-6-3 0,4-2 0,-3 2 0,0 0 0,-2 5 0,1-1 0,6 0 0,-8 0 0,3 0 0,1 1 0,-5-1 0,6 0 0,-4-1 0,1-3 0,0 3 0,1-6 0,-1 4 0,-1-1 0,-2 0 0,3-1 0,0-3 0,-1-3 0,-1-2 0,3 1 0,-3 0 0,3-6 0,-5-2 0,0-5 0,0 0 0,0-5 0,0 3 0,0-3 0,0 5 0,0 0 0,-4 1 0,0 3 0,-6-2 0,3 3 0,-6 0 0,1-1 0,-5 4 0,0-4 0,-5 6 0,1-1 0,-3-2 0,-1 1 0,-1 0 0,1 5 0,4-5 0,0 1 0,6-2 0,-2 1 0,-1 2 0,1-6 0,0 6 0,4-3 0,6 0 0,2-1 0,5-6 0,0 0 0,5 0 0,-3 0 0,3 0 0,-5 0 0,0 0 0,6 0 0,-5 0 0,5 0 0,-5 0 0,4 0 0,-4 5 0,10 2 0,-4 6 0</inkml:trace>
  <inkml:trace contextRef="#ctx0" brushRef="#br0" timeOffset="8">1526 7352 8912,'2'-12'0,"0"3"0,4 0 0,1 1 0,4-1 0,5 1 0,3 4 0,8-3 0,2 0 0,6 0 0,6-3 0,0 3 0,3-1 0,0-2 0,-1 4 0,-1 2 0,-2 1 0,0 0 0,-6-1 0,-9 1 0,-5 2 0,-8 1 0,0 1 0,-4 4 0,-2-3 0,-6 7 0,0-6 0,-6 2 0,-1-10 0,-6-2 0</inkml:trace>
  <inkml:trace contextRef="#ctx0" brushRef="#br0" timeOffset="9">2119 6999 8912,'0'7'0,"0"-2"0,0-5 0,1 2 0,4 2 0,-4-3 0,9 10 0,-6-2 0,6 2 0,-2 2 0,2-1 0,-2 1 0,4 1 0,-4 3 0,2 1 0,-2 3 0,2 3 0,-6-3 0,1-3 0,-5-1 0,0 2 0,0 1 0</inkml:trace>
  <inkml:trace contextRef="#ctx0" brushRef="#br0" timeOffset="10">1614 7642 8912,'-5'19'0,"-4"-2"0,-2-3 0,4-7 0,7-1 0,7-10 0,6-1 0,1 0 0,3 0 0,-3 3 0,3-7 0,1 6 0,-1-1 0,1-1 0,-1 0 0,-3 1 0,2 4 0,-2-1 0,-1-3 0,0 2 0,-1-2 0,1-3 0,0 0 0</inkml:trace>
  <inkml:trace contextRef="#ctx0" brushRef="#br0" timeOffset="11">1867 7528 8912,'7'6'0,"4"-5"0,-3 3 0,-2-2 0,5-2 0,-2 0 0,2 0 0,-3 4 0,1 2 0,0 1 0,-3 1 0,5 5 0,-4-6 0,6-2 0</inkml:trace>
  <inkml:trace contextRef="#ctx0" brushRef="#br0" timeOffset="12">2018 7667 8912,'0'18'0,"0"2"0,0 5 0,0 0 0,0-1 0,-1-2 0,-3-1 0,-4 0 0,-4 5 0,-1-1 0,1-6 0,-7 5 0,0-4 0</inkml:trace>
  <inkml:trace contextRef="#ctx0" brushRef="#br0" timeOffset="13">1715 8272 8912,'14'0'0,"2"0"0,2 0 0,3-1 0,6-3 0,4-3 0,8-5 0,1 3 0,2 0 0,6 1 0,-25-5 0,-1 0 0</inkml:trace>
  <inkml:trace contextRef="#ctx0" brushRef="#br0" timeOffset="14">2169 8159 8912,'20'-6'0,"-2"5"0,-9-5 0,-2 5 0,-2-4 0,1 4 0,-2-3 0,-2-3 0,-2 0 0,-7-6 0</inkml:trace>
  <inkml:trace contextRef="#ctx0" brushRef="#br0" timeOffset="15">2119 8033 8912,'-8'0'0,"-1"0"0,6 0 0,9 1 0,9 3 0,4 5 0,4 2 0,-3 3 0,0 3 0,4 2 0,-6 6 0,3 3 0,-4 6 0,-9 0 0,-2 16 0,-6 1 0,-6 5 0,-1 7 0</inkml:trace>
  <inkml:trace contextRef="#ctx0" brushRef="#br0" timeOffset="16">1476 9609 8912,'17'7'0,"-1"-3"0,1-3 0,1-1 0,3-1 0,3-2 0,1-1 0,5-6 0,1 2 0,1-3 0,-3-2 0,5 0 0,-5 1 0,4-1 0,-2 2 0,-3 3 0,-7-2 0,-3 4 0,0-1 0,-4 4 0,0-2 0,-6 5 0,1 0 0,-2 0 0,-2 0 0,-5 0 0</inkml:trace>
  <inkml:trace contextRef="#ctx0" brushRef="#br0" timeOffset="17">2018 9357 8912,'7'0'0,"4"0"0,-2 0 0,2 0 0,-4 0 0,8 1 0,-2 3 0,2-1 0,-2 5 0,4 2 0,1 7 0,2 4 0,1 8 0,0 4 0,0 5 0,-6 6 0,2 7 0,-9 13-481,-5-29 1,-1 2 0,-1 4 0,-1 0-1,0-2 1,0-1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1" name="Google Shape;431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432" name="Google Shape;432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1ecf29f80c2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0" name="Google Shape;1470;g1ecf29f80c2_1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1" name="Google Shape;1471;g1ecf29f80c2_1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eee542d67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1eee542d67d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3" name="Google Shape;263;g1eee542d67d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8" name="Google Shape;188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78d6ac5ee2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dirty="0"/>
              <a:t>“(Label) Location” and “integer location”</a:t>
            </a:r>
            <a:endParaRPr dirty="0"/>
          </a:p>
        </p:txBody>
      </p:sp>
      <p:sp>
        <p:nvSpPr>
          <p:cNvPr id="213" name="Google Shape;213;g278d6ac5ee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78d6ac5ee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278d6ac5ee2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20" name="Google Shape;220;g278d6ac5ee2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78d6ac5ee2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26" name="Google Shape;226;g278d6ac5ee2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78d6ac5ee2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g278d6ac5ee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78d6ac5ee2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g278d6ac5ee2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78d6ac5ee2_0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g278d6ac5ee2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78d6ac5ee2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g278d6ac5ee2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78d6ac5ee2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g278d6ac5ee2_0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71" name="Google Shape;271;g278d6ac5ee2_0_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88" name="Google Shape;28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" name="Google Shape;3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5" name="Google Shape;32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dirty="0"/>
          </a:p>
        </p:txBody>
      </p:sp>
      <p:sp>
        <p:nvSpPr>
          <p:cNvPr id="358" name="Google Shape;358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4" name="Google Shape;394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9" name="Google Shape;42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0" name="Google Shape;430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5" name="Google Shape;46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1" name="Google Shape;47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0" name="Google Shape;48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4" name="Google Shape;49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2" name="Google Shape;50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1fcaa18c86e_1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0" name="Google Shape;510;g1fcaa18c86e_1_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11" name="Google Shape;511;g1fcaa18c86e_1_1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Google Shape;520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1" name="Google Shape;521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4" name="Google Shape;534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5" name="Google Shape;535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3" name="Google Shape;543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44" name="Google Shape;544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3" name="Google Shape;553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62" name="Google Shape;562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0" name="Google Shape;570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1" name="Google Shape;571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200- found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404- not found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Headers contains meta data such as domain, encoding, etc</a:t>
            </a:r>
            <a:endParaRPr/>
          </a:p>
        </p:txBody>
      </p:sp>
      <p:sp>
        <p:nvSpPr>
          <p:cNvPr id="210" name="Google Shape;21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51" name="Google Shape;25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\r\n</a:t>
            </a:r>
            <a:r>
              <a:rPr lang="en-US" sz="1200" b="0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 CR + LF → Used as a new line character in Windows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\n</a:t>
            </a:r>
            <a:r>
              <a:rPr lang="en-US" sz="1200" b="0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 LF (Line Feed) → Used as a new line character in Unix/Mac OS X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b="1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\r</a:t>
            </a:r>
            <a:r>
              <a:rPr lang="en-US" sz="1200" b="0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 CR (Carriage Return) → Used as a new line character in Mac OS before X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b="0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quotation marks are needed within a quote, you need to double quote “She said “”Hey”””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76" name="Google Shape;27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5" name="Google Shape;28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3" name="Google Shape;29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If quotes are needed within a string, you can use backslash before \”</a:t>
            </a:r>
            <a:endParaRPr/>
          </a:p>
        </p:txBody>
      </p:sp>
      <p:sp>
        <p:nvSpPr>
          <p:cNvPr id="301" name="Google Shape;301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16" name="Google Shape;316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3" name="Google Shape;32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30" name="Google Shape;33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40" name="Google Shape;340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8" name="Google Shape;34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0" name="Google Shape;76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27680" y="1183257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42421" y="3429000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3828" y="1110597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959" y="4117661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4" name="Rectangle 13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9" name="Rectangle 18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1215180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7" name="Rectangle 26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1" name="Oval 20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Oval 22"/>
          <p:cNvSpPr/>
          <p:nvPr/>
        </p:nvSpPr>
        <p:spPr bwMode="auto">
          <a:xfrm>
            <a:off x="1746176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4" name="Oval 23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6" name="Oval 25"/>
          <p:cNvSpPr/>
          <p:nvPr/>
        </p:nvSpPr>
        <p:spPr bwMode="auto">
          <a:xfrm>
            <a:off x="2218944" y="5788152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5" name="Oval 24"/>
          <p:cNvSpPr/>
          <p:nvPr/>
        </p:nvSpPr>
        <p:spPr>
          <a:xfrm>
            <a:off x="2540000" y="4495800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767392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9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3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1590" y="494193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51616" y="3280744"/>
            <a:ext cx="82296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2008" y="1106932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6208" y="4114800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Rectangle 17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19" name="Oval 18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0" name="Oval 19"/>
          <p:cNvSpPr/>
          <p:nvPr/>
        </p:nvSpPr>
        <p:spPr bwMode="auto">
          <a:xfrm>
            <a:off x="1766272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1" name="Oval 20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2" name="Oval 21"/>
          <p:cNvSpPr/>
          <p:nvPr/>
        </p:nvSpPr>
        <p:spPr bwMode="auto">
          <a:xfrm>
            <a:off x="2218944" y="5791200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Oval 22"/>
          <p:cNvSpPr/>
          <p:nvPr/>
        </p:nvSpPr>
        <p:spPr bwMode="auto">
          <a:xfrm>
            <a:off x="2505387" y="4479888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12130592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787488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50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792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5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4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3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47360" y="3124200"/>
            <a:ext cx="6309360" cy="6096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Oval 13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1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3" name="Oval 12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18404" y="3124200"/>
            <a:ext cx="6309360" cy="6096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74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8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235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92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9415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10454640" y="1017843"/>
            <a:ext cx="2011680" cy="512064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9853648" y="3676280"/>
            <a:ext cx="3200400" cy="48768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Oval 11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38688" y="5734050"/>
            <a:ext cx="8128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2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.cityofchicago.org/" TargetMode="External"/><Relationship Id="rId13" Type="http://schemas.openxmlformats.org/officeDocument/2006/relationships/image" Target="../media/image5.png"/><Relationship Id="rId3" Type="http://schemas.openxmlformats.org/officeDocument/2006/relationships/hyperlink" Target="https://www.data.gov/" TargetMode="External"/><Relationship Id="rId7" Type="http://schemas.openxmlformats.org/officeDocument/2006/relationships/hyperlink" Target="https://www.pewresearch.org/download-datasets/" TargetMode="External"/><Relationship Id="rId12" Type="http://schemas.openxmlformats.org/officeDocument/2006/relationships/customXml" Target="../ink/ink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wesomedata/awesome-public-datasets" TargetMode="External"/><Relationship Id="rId11" Type="http://schemas.openxmlformats.org/officeDocument/2006/relationships/hyperlink" Target="https://github.com/echen102/COVID-19-TweetIDs" TargetMode="External"/><Relationship Id="rId5" Type="http://schemas.openxmlformats.org/officeDocument/2006/relationships/hyperlink" Target="https://datasetsearch.research.google.com/" TargetMode="External"/><Relationship Id="rId10" Type="http://schemas.openxmlformats.org/officeDocument/2006/relationships/hyperlink" Target="https://research.usc.edu/coronavirus/covid19-resources/#datasets" TargetMode="External"/><Relationship Id="rId4" Type="http://schemas.openxmlformats.org/officeDocument/2006/relationships/hyperlink" Target="https://data.world/" TargetMode="External"/><Relationship Id="rId9" Type="http://schemas.openxmlformats.org/officeDocument/2006/relationships/hyperlink" Target="https://aylien.com/blog/free-coronavirus-news-dataset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customXml" Target="../ink/ink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pandas-docs/stable/reference/api/pandas.DataFrame.iloc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customXml" Target="../ink/ink8.xml"/><Relationship Id="rId4" Type="http://schemas.openxmlformats.org/officeDocument/2006/relationships/hyperlink" Target="https://pandas.pydata.org/pandas-docs/stable/user_guide/indexing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customXml" Target="../ink/ink9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ustomXml" Target="../ink/ink10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customXml" Target="../ink/ink1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customXml" Target="../ink/ink1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customXml" Target="../ink/ink1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customXml" Target="../ink/ink1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4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2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54.png"/><Relationship Id="rId4" Type="http://schemas.openxmlformats.org/officeDocument/2006/relationships/image" Target="../media/image49.png"/><Relationship Id="rId9" Type="http://schemas.openxmlformats.org/officeDocument/2006/relationships/customXml" Target="../ink/ink1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8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10" Type="http://schemas.openxmlformats.org/officeDocument/2006/relationships/image" Target="../media/image56.png"/><Relationship Id="rId4" Type="http://schemas.openxmlformats.org/officeDocument/2006/relationships/image" Target="../media/image49.png"/><Relationship Id="rId9" Type="http://schemas.openxmlformats.org/officeDocument/2006/relationships/customXml" Target="../ink/ink18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48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10" Type="http://schemas.openxmlformats.org/officeDocument/2006/relationships/image" Target="../media/image59.png"/><Relationship Id="rId4" Type="http://schemas.openxmlformats.org/officeDocument/2006/relationships/image" Target="../media/image49.png"/><Relationship Id="rId9" Type="http://schemas.openxmlformats.org/officeDocument/2006/relationships/customXml" Target="../ink/ink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customXml" Target="../ink/ink20.xml"/><Relationship Id="rId4" Type="http://schemas.openxmlformats.org/officeDocument/2006/relationships/image" Target="../media/image6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customXml" Target="../ink/ink21.xml"/><Relationship Id="rId4" Type="http://schemas.openxmlformats.org/officeDocument/2006/relationships/image" Target="../media/image7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customXml" Target="../ink/ink22.xml"/><Relationship Id="rId4" Type="http://schemas.openxmlformats.org/officeDocument/2006/relationships/image" Target="../media/image7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customXml" Target="../ink/ink23.xml"/><Relationship Id="rId4" Type="http://schemas.openxmlformats.org/officeDocument/2006/relationships/image" Target="../media/image7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customXml" Target="../ink/ink24.xml"/><Relationship Id="rId4" Type="http://schemas.openxmlformats.org/officeDocument/2006/relationships/image" Target="../media/image8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customXml" Target="../ink/ink2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png"/><Relationship Id="rId4" Type="http://schemas.openxmlformats.org/officeDocument/2006/relationships/customXml" Target="../ink/ink2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customXml" Target="../ink/ink29.xml"/><Relationship Id="rId4" Type="http://schemas.openxmlformats.org/officeDocument/2006/relationships/image" Target="../media/image9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png"/><Relationship Id="rId4" Type="http://schemas.openxmlformats.org/officeDocument/2006/relationships/customXml" Target="../ink/ink3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customXml" Target="../ink/ink31.xml"/><Relationship Id="rId4" Type="http://schemas.openxmlformats.org/officeDocument/2006/relationships/image" Target="../media/image10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://anson.ucdavis.edu/courses/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>
            <a:spLocks noGrp="1"/>
          </p:cNvSpPr>
          <p:nvPr>
            <p:ph type="ctrTitle"/>
          </p:nvPr>
        </p:nvSpPr>
        <p:spPr>
          <a:xfrm>
            <a:off x="3027680" y="1183257"/>
            <a:ext cx="8565230" cy="1894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 dirty="0"/>
              <a:t>Pandas and data wrangling</a:t>
            </a:r>
            <a:endParaRPr lang="en-US" dirty="0"/>
          </a:p>
        </p:txBody>
      </p:sp>
      <p:sp>
        <p:nvSpPr>
          <p:cNvPr id="110" name="Google Shape;110;p1"/>
          <p:cNvSpPr txBox="1">
            <a:spLocks noGrp="1"/>
          </p:cNvSpPr>
          <p:nvPr>
            <p:ph type="subTitle" idx="1"/>
          </p:nvPr>
        </p:nvSpPr>
        <p:spPr>
          <a:xfrm>
            <a:off x="3027680" y="3429000"/>
            <a:ext cx="7891272" cy="105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lang="en-US" dirty="0"/>
              <a:t>CS 418 Introduction to Data Science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dirty="0"/>
              <a:t>Prof. Sathya Ravi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dirty="0"/>
              <a:t>September 05, 2024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7"/>
          <p:cNvSpPr txBox="1">
            <a:spLocks noGrp="1"/>
          </p:cNvSpPr>
          <p:nvPr>
            <p:ph type="title"/>
          </p:nvPr>
        </p:nvSpPr>
        <p:spPr>
          <a:xfrm>
            <a:off x="1069848" y="82847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ANNOUNCEMENTS</a:t>
            </a:r>
            <a:endParaRPr dirty="0"/>
          </a:p>
        </p:txBody>
      </p:sp>
      <p:sp>
        <p:nvSpPr>
          <p:cNvPr id="435" name="Google Shape;435;p37"/>
          <p:cNvSpPr txBox="1">
            <a:spLocks noGrp="1"/>
          </p:cNvSpPr>
          <p:nvPr>
            <p:ph sz="quarter" idx="1"/>
          </p:nvPr>
        </p:nvSpPr>
        <p:spPr>
          <a:xfrm>
            <a:off x="625642" y="1491084"/>
            <a:ext cx="11114413" cy="4428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Wingdings" pitchFamily="2" charset="2"/>
              <a:buChar char="q"/>
            </a:pPr>
            <a:r>
              <a:rPr lang="en-US" sz="2400" dirty="0"/>
              <a:t>Project Proposal due next Thu, Sep 12 Individual submission that means everybody has to submit. Worth 4% of project credit</a:t>
            </a: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Wingdings" pitchFamily="2" charset="2"/>
              <a:buChar char="q"/>
            </a:pPr>
            <a:endParaRPr lang="en-US" dirty="0"/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Wingdings" pitchFamily="2" charset="2"/>
              <a:buChar char="q"/>
            </a:pPr>
            <a:r>
              <a:rPr lang="en-US" sz="2400" dirty="0"/>
              <a:t>You are encouraged to discuss with others but not necessary</a:t>
            </a: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Wingdings" pitchFamily="2" charset="2"/>
              <a:buChar char="q"/>
            </a:pPr>
            <a:endParaRPr lang="en-US" dirty="0"/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Font typeface="Wingdings" pitchFamily="2" charset="2"/>
              <a:buChar char="q"/>
            </a:pPr>
            <a:r>
              <a:rPr lang="en-US" dirty="0"/>
              <a:t>One page Word or Markdown document with 4 short paragraphs (each 3-4 lines) containing: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SzPts val="2100"/>
              <a:buFont typeface="Wingdings" pitchFamily="2" charset="2"/>
              <a:buChar char="q"/>
            </a:pPr>
            <a:r>
              <a:rPr lang="en-US" dirty="0"/>
              <a:t>Project name and motivation, other classmates (names, emails) that you have discussed the project,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SzPts val="2100"/>
              <a:buFont typeface="Wingdings" pitchFamily="2" charset="2"/>
              <a:buChar char="q"/>
            </a:pPr>
            <a:r>
              <a:rPr lang="en-US" dirty="0"/>
              <a:t>Problem or Question,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SzPts val="2100"/>
              <a:buFont typeface="Wingdings" pitchFamily="2" charset="2"/>
              <a:buChar char="q"/>
            </a:pPr>
            <a:r>
              <a:rPr lang="en-US" dirty="0"/>
              <a:t>Desired data to answer the question, possible data sources, how you plan to collect data, effort needed in data collection etc.,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SzPts val="2100"/>
              <a:buFont typeface="Wingdings" pitchFamily="2" charset="2"/>
              <a:buChar char="q"/>
            </a:pPr>
            <a:r>
              <a:rPr lang="en-US" dirty="0"/>
              <a:t>Plausible approach, scope of the project, end result, techniques etc.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SzPts val="2100"/>
              <a:buFont typeface="Wingdings" pitchFamily="2" charset="2"/>
              <a:buChar char="q"/>
            </a:pPr>
            <a:endParaRPr lang="en-US" dirty="0"/>
          </a:p>
          <a:p>
            <a:pPr>
              <a:lnSpc>
                <a:spcPct val="90000"/>
              </a:lnSpc>
              <a:spcBef>
                <a:spcPts val="0"/>
              </a:spcBef>
              <a:buSzPts val="2100"/>
              <a:buFont typeface="Wingdings" pitchFamily="2" charset="2"/>
              <a:buChar char="q"/>
            </a:pPr>
            <a:r>
              <a:rPr lang="en-US" dirty="0"/>
              <a:t>After this, you will be assigned a team with who you will finalize the team proposal (due on Tue, Oct 1). Worth 1% project credit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SzPts val="2100"/>
              <a:buFont typeface="Wingdings" pitchFamily="2" charset="2"/>
              <a:buChar char="q"/>
            </a:pPr>
            <a:endParaRPr lang="en-US" dirty="0"/>
          </a:p>
        </p:txBody>
      </p:sp>
      <p:pic>
        <p:nvPicPr>
          <p:cNvPr id="436" name="Google Shape;436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81241" y="386237"/>
            <a:ext cx="1878565" cy="110484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F14ED65-C161-794C-9706-32340EB95796}"/>
                  </a:ext>
                </a:extLst>
              </p14:cNvPr>
              <p14:cNvContentPartPr/>
              <p14:nvPr/>
            </p14:nvContentPartPr>
            <p14:xfrm>
              <a:off x="874800" y="1159200"/>
              <a:ext cx="10463400" cy="5678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F14ED65-C161-794C-9706-32340EB9579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5440" y="1149840"/>
                <a:ext cx="10482120" cy="5697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g1ecf29f80c2_1_1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55135"/>
              <a:buNone/>
            </a:pPr>
            <a:r>
              <a:rPr lang="en-US" sz="3000" dirty="0"/>
              <a:t>Look to your left ←</a:t>
            </a:r>
            <a:endParaRPr sz="3000"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55135"/>
              <a:buNone/>
            </a:pPr>
            <a:endParaRPr sz="3000"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55135"/>
              <a:buNone/>
            </a:pPr>
            <a:r>
              <a:rPr lang="en-US" sz="3000" dirty="0"/>
              <a:t>Look to your right →</a:t>
            </a:r>
            <a:endParaRPr sz="3000"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55135"/>
              <a:buNone/>
            </a:pPr>
            <a:endParaRPr sz="3000"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55135"/>
              <a:buNone/>
            </a:pPr>
            <a:r>
              <a:rPr lang="en-US" sz="3000" dirty="0"/>
              <a:t>Those could be your </a:t>
            </a:r>
            <a:r>
              <a:rPr lang="en-US" sz="3000" b="1" dirty="0"/>
              <a:t>project group members</a:t>
            </a:r>
            <a:r>
              <a:rPr lang="en-US" sz="3000" dirty="0"/>
              <a:t>!  (5 or 6 /group)</a:t>
            </a:r>
            <a:endParaRPr sz="3000"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55135"/>
              <a:buNone/>
            </a:pPr>
            <a:endParaRPr sz="3000"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55135"/>
              <a:buNone/>
            </a:pPr>
            <a:r>
              <a:rPr lang="en-US" sz="3000" dirty="0"/>
              <a:t>The type of data/questions I am interested in are…</a:t>
            </a:r>
            <a:endParaRPr sz="3000"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55135"/>
              <a:buNone/>
            </a:pPr>
            <a:r>
              <a:rPr lang="en-US" sz="3000" dirty="0"/>
              <a:t>	Political, Civil, Finance, Sports, Twitter, Yelp, Geographic,</a:t>
            </a:r>
            <a:endParaRPr sz="3000" dirty="0"/>
          </a:p>
          <a:p>
            <a:pPr marL="0" lvl="0" indent="4572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55135"/>
              <a:buNone/>
            </a:pPr>
            <a:r>
              <a:rPr lang="en-US" sz="3000" dirty="0"/>
              <a:t>ChatGPT, Census, Recommendations, …</a:t>
            </a:r>
            <a:endParaRPr sz="3000" dirty="0"/>
          </a:p>
        </p:txBody>
      </p:sp>
      <p:sp>
        <p:nvSpPr>
          <p:cNvPr id="1474" name="Google Shape;1474;g1ecf29f80c2_1_1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PROJECTS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9F7D61A-78FD-B79D-8950-D6FE28C1644C}"/>
                  </a:ext>
                </a:extLst>
              </p14:cNvPr>
              <p14:cNvContentPartPr/>
              <p14:nvPr/>
            </p14:nvContentPartPr>
            <p14:xfrm>
              <a:off x="951120" y="5928480"/>
              <a:ext cx="1992240" cy="929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9F7D61A-78FD-B79D-8950-D6FE28C164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1760" y="5919120"/>
                <a:ext cx="2010960" cy="948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eee542d67d_0_1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6257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CLASS PROJECT: DATA</a:t>
            </a:r>
            <a:endParaRPr/>
          </a:p>
        </p:txBody>
      </p:sp>
      <p:sp>
        <p:nvSpPr>
          <p:cNvPr id="266" name="Google Shape;266;g1eee542d67d_0_1"/>
          <p:cNvSpPr txBox="1">
            <a:spLocks noGrp="1"/>
          </p:cNvSpPr>
          <p:nvPr>
            <p:ph type="body" idx="1"/>
          </p:nvPr>
        </p:nvSpPr>
        <p:spPr>
          <a:xfrm>
            <a:off x="1069847" y="1969007"/>
            <a:ext cx="10829700" cy="44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▪"/>
            </a:pPr>
            <a:r>
              <a:rPr lang="en-US" sz="2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https://www.data.gov/</a:t>
            </a:r>
            <a:endParaRPr sz="24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https://data.world/</a:t>
            </a:r>
            <a:endParaRPr sz="24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https://datasetsearch.research.google.com/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18288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https://github.com/awesomedata/awesome-public-datasets</a:t>
            </a:r>
            <a:endParaRPr sz="24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https://www.pewresearch.org/download-datasets/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18288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▪"/>
            </a:pPr>
            <a:r>
              <a:rPr lang="en-US" sz="2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https://data.cityofchicago.org/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182880" lvl="0" indent="-182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COVID-19 related datasets: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1" indent="-2381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https://aylien.com/blog/free-coronavirus-news-dataset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1" indent="-2381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https://research.usc.edu/coronavirus/covid19-resources/#datasets</a:t>
            </a:r>
            <a:endParaRPr sz="24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1" indent="-23812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Char char="▪"/>
            </a:pPr>
            <a:r>
              <a:rPr lang="en-US" sz="2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https://github.com/echen102/COVID-19-TweetIDs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</a:t>
            </a:r>
            <a:endParaRPr sz="24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03878FD-37FF-C1DC-CA61-EA579E5ACDFD}"/>
                  </a:ext>
                </a:extLst>
              </p14:cNvPr>
              <p14:cNvContentPartPr/>
              <p14:nvPr/>
            </p14:nvContentPartPr>
            <p14:xfrm>
              <a:off x="3999240" y="2363760"/>
              <a:ext cx="3137760" cy="545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03878FD-37FF-C1DC-CA61-EA579E5ACDF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89880" y="2354400"/>
                <a:ext cx="3156480" cy="563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"/>
          <p:cNvSpPr txBox="1">
            <a:spLocks noGrp="1"/>
          </p:cNvSpPr>
          <p:nvPr>
            <p:ph type="title"/>
          </p:nvPr>
        </p:nvSpPr>
        <p:spPr>
          <a:xfrm>
            <a:off x="1069848" y="179832"/>
            <a:ext cx="10058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EXAMPLE QUESTIONS</a:t>
            </a:r>
            <a:endParaRPr/>
          </a:p>
        </p:txBody>
      </p:sp>
      <p:pic>
        <p:nvPicPr>
          <p:cNvPr id="272" name="Google Shape;272;p17" descr="A picture containing text, person, screensh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07126" y="1361750"/>
            <a:ext cx="3325800" cy="368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7"/>
          <p:cNvSpPr/>
          <p:nvPr/>
        </p:nvSpPr>
        <p:spPr>
          <a:xfrm>
            <a:off x="-188934" y="4709243"/>
            <a:ext cx="416315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Should Illinois increase the number of video gambling machines in the state?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7"/>
          <p:cNvSpPr/>
          <p:nvPr/>
        </p:nvSpPr>
        <p:spPr>
          <a:xfrm>
            <a:off x="3480487" y="2121408"/>
            <a:ext cx="429191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Should companies adjust salaries for employees who choose to work remotely and move to cheaper areas?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7329697" y="5161838"/>
            <a:ext cx="463164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Should elementary schools have moved to remote learning to avoid spread of COVID-19?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6757" y="2121408"/>
            <a:ext cx="3854374" cy="2382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7" descr="Graphical user interface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6919" y="3491207"/>
            <a:ext cx="3502626" cy="2882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>
            <a:spLocks noGrp="1"/>
          </p:cNvSpPr>
          <p:nvPr>
            <p:ph type="title"/>
          </p:nvPr>
        </p:nvSpPr>
        <p:spPr>
          <a:xfrm>
            <a:off x="958661" y="78954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 dirty="0"/>
              <a:t>Reminder: PANDAS DATA STRUCTURES</a:t>
            </a:r>
            <a:endParaRPr dirty="0"/>
          </a:p>
        </p:txBody>
      </p:sp>
      <p:sp>
        <p:nvSpPr>
          <p:cNvPr id="157" name="Google Shape;157;p13"/>
          <p:cNvSpPr txBox="1">
            <a:spLocks noGrp="1"/>
          </p:cNvSpPr>
          <p:nvPr>
            <p:ph type="body" idx="1"/>
          </p:nvPr>
        </p:nvSpPr>
        <p:spPr>
          <a:xfrm>
            <a:off x="958661" y="1403604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 dirty="0"/>
              <a:t>There are three fundamental data structures in pandas: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" dirty="0"/>
              <a:t>Data Frame: 2D data tabular data.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 dirty="0"/>
              <a:t>Series: 1D data (a column).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 dirty="0"/>
              <a:t>Index: A sequence of row labels.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  <p:pic>
        <p:nvPicPr>
          <p:cNvPr id="158" name="Google Shape;15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6129" y="3343698"/>
            <a:ext cx="5441732" cy="3241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9" name="Google Shape;15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1493" y="3354415"/>
            <a:ext cx="5218100" cy="2630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0" name="Google Shape;160;p13"/>
          <p:cNvSpPr txBox="1"/>
          <p:nvPr/>
        </p:nvSpPr>
        <p:spPr>
          <a:xfrm>
            <a:off x="2462999" y="2811615"/>
            <a:ext cx="2532499" cy="5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 Frame</a:t>
            </a:r>
            <a:endParaRPr sz="2400" b="1" i="0" u="none" strike="noStrike" cap="none" dirty="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645565" y="3542008"/>
            <a:ext cx="458400" cy="2952141"/>
          </a:xfrm>
          <a:prstGeom prst="rect">
            <a:avLst/>
          </a:prstGeom>
          <a:noFill/>
          <a:ln w="28575" cap="flat" cmpd="sng">
            <a:solidFill>
              <a:srgbClr val="BE07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62" name="Google Shape;162;p13"/>
          <p:cNvSpPr txBox="1"/>
          <p:nvPr/>
        </p:nvSpPr>
        <p:spPr>
          <a:xfrm>
            <a:off x="7492199" y="2845580"/>
            <a:ext cx="1578288" cy="5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Series</a:t>
            </a:r>
            <a:endParaRPr sz="2400" b="1" i="0" u="none" strike="noStrike" cap="none" dirty="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6182258" y="3362450"/>
            <a:ext cx="458400" cy="2182565"/>
          </a:xfrm>
          <a:prstGeom prst="rect">
            <a:avLst/>
          </a:prstGeom>
          <a:noFill/>
          <a:ln w="28575" cap="flat" cmpd="sng">
            <a:solidFill>
              <a:srgbClr val="BE07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164" name="Google Shape;164;p13"/>
          <p:cNvCxnSpPr/>
          <p:nvPr/>
        </p:nvCxnSpPr>
        <p:spPr>
          <a:xfrm>
            <a:off x="1178867" y="6287267"/>
            <a:ext cx="5164400" cy="224400"/>
          </a:xfrm>
          <a:prstGeom prst="straightConnector1">
            <a:avLst/>
          </a:prstGeom>
          <a:noFill/>
          <a:ln w="19050" cap="flat" cmpd="sng">
            <a:solidFill>
              <a:srgbClr val="BE071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5" name="Google Shape;165;p13"/>
          <p:cNvCxnSpPr>
            <a:cxnSpLocks/>
            <a:stCxn id="163" idx="2"/>
          </p:cNvCxnSpPr>
          <p:nvPr/>
        </p:nvCxnSpPr>
        <p:spPr>
          <a:xfrm flipH="1">
            <a:off x="6194258" y="5545015"/>
            <a:ext cx="217200" cy="949135"/>
          </a:xfrm>
          <a:prstGeom prst="straightConnector1">
            <a:avLst/>
          </a:prstGeom>
          <a:noFill/>
          <a:ln w="19050" cap="flat" cmpd="sng">
            <a:solidFill>
              <a:srgbClr val="BE071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" name="Google Shape;166;p13"/>
          <p:cNvSpPr txBox="1"/>
          <p:nvPr/>
        </p:nvSpPr>
        <p:spPr>
          <a:xfrm>
            <a:off x="6380833" y="6287267"/>
            <a:ext cx="4210400" cy="5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Index</a:t>
            </a:r>
            <a:endParaRPr sz="2400" b="1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139CACD-DBDB-EF8D-4384-AC56898748D3}"/>
                  </a:ext>
                </a:extLst>
              </p14:cNvPr>
              <p14:cNvContentPartPr/>
              <p14:nvPr/>
            </p14:nvContentPartPr>
            <p14:xfrm>
              <a:off x="7443720" y="2068560"/>
              <a:ext cx="2850120" cy="972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139CACD-DBDB-EF8D-4384-AC56898748D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34360" y="2059200"/>
                <a:ext cx="2868840" cy="990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 txBox="1">
            <a:spLocks noGrp="1"/>
          </p:cNvSpPr>
          <p:nvPr>
            <p:ph type="title"/>
          </p:nvPr>
        </p:nvSpPr>
        <p:spPr>
          <a:xfrm>
            <a:off x="753625" y="255875"/>
            <a:ext cx="10975800" cy="16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lang="en" dirty="0"/>
              <a:t>RELATIONSHIP BETWEEN </a:t>
            </a:r>
            <a:br>
              <a:rPr lang="en" dirty="0"/>
            </a:br>
            <a:r>
              <a:rPr lang="en" dirty="0"/>
              <a:t>DATA FRAMES, SERIES, AND INDICES</a:t>
            </a:r>
            <a:endParaRPr dirty="0"/>
          </a:p>
        </p:txBody>
      </p:sp>
      <p:sp>
        <p:nvSpPr>
          <p:cNvPr id="172" name="Google Shape;172;p14"/>
          <p:cNvSpPr txBox="1">
            <a:spLocks noGrp="1"/>
          </p:cNvSpPr>
          <p:nvPr>
            <p:ph type="body" idx="1"/>
          </p:nvPr>
        </p:nvSpPr>
        <p:spPr>
          <a:xfrm>
            <a:off x="944233" y="1403604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 dirty="0"/>
              <a:t>We can think of a Data Frame as a collection of Series that all share the same Index.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" dirty="0"/>
              <a:t>Candidate, Party, %, Year, and Result Series all share an index from  0 to 5.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  <p:pic>
        <p:nvPicPr>
          <p:cNvPr id="173" name="Google Shape;17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75129" y="3585765"/>
            <a:ext cx="5441732" cy="3241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4" name="Google Shape;174;p14"/>
          <p:cNvSpPr txBox="1"/>
          <p:nvPr/>
        </p:nvSpPr>
        <p:spPr>
          <a:xfrm>
            <a:off x="2375133" y="2642433"/>
            <a:ext cx="20676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Candidate Series</a:t>
            </a:r>
            <a:endParaRPr sz="2400" b="0" i="0" u="none" strike="noStrike" cap="none" dirty="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175" name="Google Shape;175;p14"/>
          <p:cNvCxnSpPr/>
          <p:nvPr/>
        </p:nvCxnSpPr>
        <p:spPr>
          <a:xfrm>
            <a:off x="5651067" y="3150367"/>
            <a:ext cx="207200" cy="33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6" name="Google Shape;176;p14"/>
          <p:cNvSpPr txBox="1"/>
          <p:nvPr/>
        </p:nvSpPr>
        <p:spPr>
          <a:xfrm>
            <a:off x="4510800" y="2642433"/>
            <a:ext cx="15720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Party Series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177" name="Google Shape;177;p14"/>
          <p:cNvCxnSpPr/>
          <p:nvPr/>
        </p:nvCxnSpPr>
        <p:spPr>
          <a:xfrm>
            <a:off x="4035200" y="3138500"/>
            <a:ext cx="299200" cy="34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8" name="Google Shape;178;p14"/>
          <p:cNvCxnSpPr/>
          <p:nvPr/>
        </p:nvCxnSpPr>
        <p:spPr>
          <a:xfrm>
            <a:off x="6614733" y="3103567"/>
            <a:ext cx="158000" cy="38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9" name="Google Shape;179;p14"/>
          <p:cNvSpPr txBox="1"/>
          <p:nvPr/>
        </p:nvSpPr>
        <p:spPr>
          <a:xfrm>
            <a:off x="5807767" y="2451932"/>
            <a:ext cx="12704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%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Series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180" name="Google Shape;180;p14"/>
          <p:cNvCxnSpPr/>
          <p:nvPr/>
        </p:nvCxnSpPr>
        <p:spPr>
          <a:xfrm flipH="1">
            <a:off x="7483900" y="3094233"/>
            <a:ext cx="160000" cy="39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1" name="Google Shape;181;p14"/>
          <p:cNvSpPr txBox="1"/>
          <p:nvPr/>
        </p:nvSpPr>
        <p:spPr>
          <a:xfrm>
            <a:off x="7373600" y="2451932"/>
            <a:ext cx="15060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Year Series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182" name="Google Shape;182;p14"/>
          <p:cNvCxnSpPr/>
          <p:nvPr/>
        </p:nvCxnSpPr>
        <p:spPr>
          <a:xfrm flipH="1">
            <a:off x="8499767" y="3094233"/>
            <a:ext cx="622400" cy="39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3" name="Google Shape;183;p14"/>
          <p:cNvSpPr txBox="1"/>
          <p:nvPr/>
        </p:nvSpPr>
        <p:spPr>
          <a:xfrm>
            <a:off x="9175033" y="2642433"/>
            <a:ext cx="18276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Result Series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3461755" y="3960397"/>
            <a:ext cx="458400" cy="2803200"/>
          </a:xfrm>
          <a:prstGeom prst="rect">
            <a:avLst/>
          </a:prstGeom>
          <a:noFill/>
          <a:ln w="28575" cap="flat" cmpd="sng">
            <a:solidFill>
              <a:srgbClr val="BE07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571A22E-3ECE-2A77-3304-44CAA077E2B0}"/>
                  </a:ext>
                </a:extLst>
              </p14:cNvPr>
              <p14:cNvContentPartPr/>
              <p14:nvPr/>
            </p14:nvContentPartPr>
            <p14:xfrm>
              <a:off x="6554880" y="3796920"/>
              <a:ext cx="4464000" cy="2304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571A22E-3ECE-2A77-3304-44CAA077E2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45520" y="3787560"/>
                <a:ext cx="4482720" cy="2323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>
            <a:spLocks noGrp="1"/>
          </p:cNvSpPr>
          <p:nvPr>
            <p:ph type="title"/>
          </p:nvPr>
        </p:nvSpPr>
        <p:spPr>
          <a:xfrm>
            <a:off x="663448" y="-10668"/>
            <a:ext cx="11122152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INDICES ARE NOT NECESSARILY ROW NUMBERS</a:t>
            </a:r>
            <a:endParaRPr/>
          </a:p>
        </p:txBody>
      </p:sp>
      <p:pic>
        <p:nvPicPr>
          <p:cNvPr id="191" name="Google Shape;19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3277" y="2732689"/>
            <a:ext cx="10541358" cy="367577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5"/>
          <p:cNvSpPr/>
          <p:nvPr/>
        </p:nvSpPr>
        <p:spPr>
          <a:xfrm>
            <a:off x="747167" y="4044461"/>
            <a:ext cx="1674800" cy="2300571"/>
          </a:xfrm>
          <a:prstGeom prst="rect">
            <a:avLst/>
          </a:prstGeom>
          <a:noFill/>
          <a:ln w="28575" cap="flat" cmpd="sng">
            <a:solidFill>
              <a:srgbClr val="BE07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93" name="Google Shape;193;p15"/>
          <p:cNvSpPr txBox="1">
            <a:spLocks noGrp="1"/>
          </p:cNvSpPr>
          <p:nvPr>
            <p:ph type="body" idx="1"/>
          </p:nvPr>
        </p:nvSpPr>
        <p:spPr>
          <a:xfrm>
            <a:off x="892048" y="1359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Indices (a.k.a. row labels) can also: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"/>
              <a:t>Be non-numeric.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/>
              <a:t>Have a name, e.g. “State”. </a:t>
            </a: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7E16076-F441-3C0E-9D0D-9D45C0812728}"/>
                  </a:ext>
                </a:extLst>
              </p14:cNvPr>
              <p14:cNvContentPartPr/>
              <p14:nvPr/>
            </p14:nvContentPartPr>
            <p14:xfrm>
              <a:off x="992880" y="138960"/>
              <a:ext cx="1451520" cy="715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7E16076-F441-3C0E-9D0D-9D45C08127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3520" y="129600"/>
                <a:ext cx="1470240" cy="734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 txBox="1">
            <a:spLocks noGrp="1"/>
          </p:cNvSpPr>
          <p:nvPr>
            <p:ph type="title"/>
          </p:nvPr>
        </p:nvSpPr>
        <p:spPr>
          <a:xfrm>
            <a:off x="1069848" y="20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 dirty="0"/>
              <a:t>INDICES</a:t>
            </a:r>
            <a:endParaRPr dirty="0"/>
          </a:p>
        </p:txBody>
      </p:sp>
      <p:sp>
        <p:nvSpPr>
          <p:cNvPr id="199" name="Google Shape;199;p16"/>
          <p:cNvSpPr txBox="1">
            <a:spLocks noGrp="1"/>
          </p:cNvSpPr>
          <p:nvPr>
            <p:ph type="body" idx="1"/>
          </p:nvPr>
        </p:nvSpPr>
        <p:spPr>
          <a:xfrm>
            <a:off x="1069848" y="13975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 dirty="0"/>
              <a:t>The row labels that constitute an index do not have to be unique.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" dirty="0"/>
              <a:t>Left: The index values are all unique and numeric, acting as a row number.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 dirty="0"/>
              <a:t>Right: The index values are named and non-unique.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  <p:pic>
        <p:nvPicPr>
          <p:cNvPr id="200" name="Google Shape;20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0863" y="2822497"/>
            <a:ext cx="4837300" cy="352596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1" name="Google Shape;20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6217" y="2997631"/>
            <a:ext cx="5441732" cy="3241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2" name="Google Shape;202;p16"/>
          <p:cNvSpPr/>
          <p:nvPr/>
        </p:nvSpPr>
        <p:spPr>
          <a:xfrm>
            <a:off x="527555" y="3364233"/>
            <a:ext cx="562800" cy="2820000"/>
          </a:xfrm>
          <a:prstGeom prst="rect">
            <a:avLst/>
          </a:prstGeom>
          <a:noFill/>
          <a:ln w="28575" cap="flat" cmpd="sng">
            <a:solidFill>
              <a:srgbClr val="BE07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6144299" y="3352269"/>
            <a:ext cx="613600" cy="2965600"/>
          </a:xfrm>
          <a:prstGeom prst="rect">
            <a:avLst/>
          </a:prstGeom>
          <a:noFill/>
          <a:ln w="28575" cap="flat" cmpd="sng">
            <a:solidFill>
              <a:srgbClr val="BE07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COLUMN NAMES MUST BE UNIQUE!</a:t>
            </a:r>
            <a:endParaRPr/>
          </a:p>
        </p:txBody>
      </p:sp>
      <p:sp>
        <p:nvSpPr>
          <p:cNvPr id="209" name="Google Shape;209;p17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Column names in Pandas are always unique!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"/>
              <a:t>Example: Can’t have two columns named “Candidate”. </a:t>
            </a: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pic>
        <p:nvPicPr>
          <p:cNvPr id="210" name="Google Shape;21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6429" y="3121498"/>
            <a:ext cx="5441732" cy="3241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C1A3C0C-E57E-A9C4-5480-9183E3ADB5CA}"/>
                  </a:ext>
                </a:extLst>
              </p14:cNvPr>
              <p14:cNvContentPartPr/>
              <p14:nvPr/>
            </p14:nvContentPartPr>
            <p14:xfrm>
              <a:off x="1187280" y="1055160"/>
              <a:ext cx="10435680" cy="4060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C1A3C0C-E57E-A9C4-5480-9183E3ADB5C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7920" y="1045800"/>
                <a:ext cx="10454400" cy="4078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78d6ac5ee2_0_3"/>
          <p:cNvSpPr txBox="1">
            <a:spLocks noGrp="1"/>
          </p:cNvSpPr>
          <p:nvPr>
            <p:ph type="ctrTitle"/>
          </p:nvPr>
        </p:nvSpPr>
        <p:spPr>
          <a:xfrm>
            <a:off x="1051560" y="1432223"/>
            <a:ext cx="9966900" cy="30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Rockwell"/>
              <a:buNone/>
            </a:pPr>
            <a:r>
              <a:rPr lang="en" sz="4800"/>
              <a:t>INDEXING WITH LOC AND ILOC</a:t>
            </a:r>
            <a:endParaRPr sz="4800"/>
          </a:p>
        </p:txBody>
      </p:sp>
      <p:sp>
        <p:nvSpPr>
          <p:cNvPr id="216" name="Google Shape;216;g278d6ac5ee2_0_3"/>
          <p:cNvSpPr txBox="1">
            <a:spLocks noGrp="1"/>
          </p:cNvSpPr>
          <p:nvPr>
            <p:ph type="subTitle" idx="1"/>
          </p:nvPr>
        </p:nvSpPr>
        <p:spPr>
          <a:xfrm>
            <a:off x="1069848" y="4389120"/>
            <a:ext cx="7891200" cy="10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70"/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78d6ac5ee2_0_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LOC AND ILOC</a:t>
            </a:r>
            <a:endParaRPr/>
          </a:p>
        </p:txBody>
      </p:sp>
      <p:sp>
        <p:nvSpPr>
          <p:cNvPr id="223" name="Google Shape;223;g278d6ac5ee2_0_8"/>
          <p:cNvSpPr txBox="1">
            <a:spLocks noGrp="1"/>
          </p:cNvSpPr>
          <p:nvPr>
            <p:ph type="body" idx="1"/>
          </p:nvPr>
        </p:nvSpPr>
        <p:spPr>
          <a:xfrm>
            <a:off x="1069850" y="2121400"/>
            <a:ext cx="11122200" cy="42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 dirty="0"/>
              <a:t>Loc and </a:t>
            </a:r>
            <a:r>
              <a:rPr lang="en" dirty="0" err="1"/>
              <a:t>iloc</a:t>
            </a:r>
            <a:r>
              <a:rPr lang="en" dirty="0"/>
              <a:t> are alternate ways to index into a </a:t>
            </a:r>
            <a:r>
              <a:rPr lang="en" dirty="0" err="1"/>
              <a:t>DataFrame</a:t>
            </a:r>
            <a:r>
              <a:rPr lang="en" dirty="0"/>
              <a:t>.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" dirty="0"/>
              <a:t>They take a bit of getting used to! I’ll go over common usages (see docs for weirder ones).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" dirty="0"/>
              <a:t>loc: </a:t>
            </a:r>
            <a:r>
              <a:rPr lang="en" u="sng" dirty="0">
                <a:solidFill>
                  <a:schemeClr val="hlink"/>
                </a:solidFill>
              </a:rPr>
              <a:t>https://</a:t>
            </a:r>
            <a:r>
              <a:rPr lang="en" u="sng" dirty="0" err="1">
                <a:solidFill>
                  <a:schemeClr val="hlink"/>
                </a:solidFill>
              </a:rPr>
              <a:t>pandas.pydata.org</a:t>
            </a:r>
            <a:r>
              <a:rPr lang="en" u="sng" dirty="0">
                <a:solidFill>
                  <a:schemeClr val="hlink"/>
                </a:solidFill>
              </a:rPr>
              <a:t>/pandas-docs/stable/reference/</a:t>
            </a:r>
            <a:r>
              <a:rPr lang="en" u="sng" dirty="0" err="1">
                <a:solidFill>
                  <a:schemeClr val="hlink"/>
                </a:solidFill>
              </a:rPr>
              <a:t>api</a:t>
            </a:r>
            <a:r>
              <a:rPr lang="en" u="sng" dirty="0">
                <a:solidFill>
                  <a:schemeClr val="hlink"/>
                </a:solidFill>
              </a:rPr>
              <a:t>/</a:t>
            </a:r>
            <a:r>
              <a:rPr lang="en" u="sng" dirty="0" err="1">
                <a:solidFill>
                  <a:schemeClr val="hlink"/>
                </a:solidFill>
              </a:rPr>
              <a:t>pandas.DataFrame.loc.html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30"/>
              <a:buChar char="▪"/>
            </a:pPr>
            <a:r>
              <a:rPr lang="en" dirty="0" err="1"/>
              <a:t>iloc</a:t>
            </a:r>
            <a:r>
              <a:rPr lang="en" dirty="0"/>
              <a:t>: 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https://pandas.pydata.org/pandas-docs/stable/reference/api/pandas.DataFrame.iloc.html</a:t>
            </a:r>
            <a:r>
              <a:rPr lang="en" dirty="0"/>
              <a:t> 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30"/>
              <a:buChar char="▪"/>
            </a:pPr>
            <a:r>
              <a:rPr lang="en" dirty="0"/>
              <a:t>More general docs on indexing and selecting: </a:t>
            </a:r>
            <a:r>
              <a:rPr lang="en" u="sng" dirty="0">
                <a:solidFill>
                  <a:schemeClr val="hlink"/>
                </a:solidFill>
                <a:hlinkClick r:id="rId4"/>
              </a:rPr>
              <a:t>https://pandas.pydata.org/pandas-docs/stable/user_guide/indexing.html</a:t>
            </a:r>
            <a:r>
              <a:rPr lang="en" dirty="0"/>
              <a:t> </a:t>
            </a:r>
            <a:endParaRPr dirty="0"/>
          </a:p>
          <a:p>
            <a:pPr marL="457200" lvl="1" indent="-85725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3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rPr lang="en" dirty="0"/>
              <a:t>Loc does two things: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" dirty="0"/>
              <a:t>Access values by labels.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 dirty="0"/>
              <a:t>Access values using a </a:t>
            </a:r>
            <a:r>
              <a:rPr lang="en" dirty="0" err="1"/>
              <a:t>boolean</a:t>
            </a:r>
            <a:r>
              <a:rPr lang="en" dirty="0"/>
              <a:t> array (a la Boolean Array Selection).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B0BBDA2-3276-ABFA-8B39-984472F8904E}"/>
                  </a:ext>
                </a:extLst>
              </p14:cNvPr>
              <p14:cNvContentPartPr/>
              <p14:nvPr/>
            </p14:nvContentPartPr>
            <p14:xfrm>
              <a:off x="4332600" y="4949280"/>
              <a:ext cx="2277000" cy="1069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B0BBDA2-3276-ABFA-8B39-984472F8904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23240" y="4939920"/>
                <a:ext cx="2295720" cy="1087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78d6ac5ee2_0_1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LOC WITH LISTS</a:t>
            </a:r>
            <a:endParaRPr/>
          </a:p>
        </p:txBody>
      </p:sp>
      <p:sp>
        <p:nvSpPr>
          <p:cNvPr id="229" name="Google Shape;229;g278d6ac5ee2_0_14"/>
          <p:cNvSpPr txBox="1">
            <a:spLocks noGrp="1"/>
          </p:cNvSpPr>
          <p:nvPr>
            <p:ph type="body" idx="1"/>
          </p:nvPr>
        </p:nvSpPr>
        <p:spPr>
          <a:xfrm>
            <a:off x="326467" y="3031143"/>
            <a:ext cx="5449200" cy="4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lang="en" sz="2400"/>
              <a:t>The most basic use of loc is to provide a list of row and column labels, which returns a DataFrame.</a:t>
            </a:r>
            <a:endParaRPr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/>
          </a:p>
        </p:txBody>
      </p:sp>
      <p:pic>
        <p:nvPicPr>
          <p:cNvPr id="230" name="Google Shape;230;g278d6ac5ee2_0_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5198" y="1966604"/>
            <a:ext cx="8537567" cy="427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Google Shape;201;p16">
            <a:extLst>
              <a:ext uri="{FF2B5EF4-FFF2-40B4-BE49-F238E27FC236}">
                <a16:creationId xmlns:a16="http://schemas.microsoft.com/office/drawing/2014/main" id="{90A6E211-D719-44BE-F251-A1EF939300E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" r="30170"/>
          <a:stretch/>
        </p:blipFill>
        <p:spPr>
          <a:xfrm>
            <a:off x="6296367" y="2842747"/>
            <a:ext cx="3799962" cy="3241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5E6A0E0-9B75-4C3B-0612-DD7F0F9C306E}"/>
                  </a:ext>
                </a:extLst>
              </p14:cNvPr>
              <p14:cNvContentPartPr/>
              <p14:nvPr/>
            </p14:nvContentPartPr>
            <p14:xfrm>
              <a:off x="1444320" y="1055160"/>
              <a:ext cx="8991360" cy="3401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5E6A0E0-9B75-4C3B-0612-DD7F0F9C306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34960" y="1045800"/>
                <a:ext cx="9010080" cy="3420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78d6ac5ee2_0_21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LOC WITH SLICES</a:t>
            </a:r>
            <a:endParaRPr/>
          </a:p>
        </p:txBody>
      </p:sp>
      <p:sp>
        <p:nvSpPr>
          <p:cNvPr id="237" name="Google Shape;237;g278d6ac5ee2_0_21"/>
          <p:cNvSpPr txBox="1">
            <a:spLocks noGrp="1"/>
          </p:cNvSpPr>
          <p:nvPr>
            <p:ph type="body" idx="1"/>
          </p:nvPr>
        </p:nvSpPr>
        <p:spPr>
          <a:xfrm>
            <a:off x="1069847" y="2681241"/>
            <a:ext cx="5592300" cy="4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lang="en" sz="2400"/>
              <a:t>Loc is also commonly used with slices. 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Char char="▪"/>
            </a:pPr>
            <a:r>
              <a:rPr lang="en" sz="2400"/>
              <a:t>Slicing works with all label types, not just numeric labels.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" sz="2400"/>
              <a:t>Slices with loc are </a:t>
            </a:r>
            <a:r>
              <a:rPr lang="en" sz="2400" b="1"/>
              <a:t>inclusive</a:t>
            </a:r>
            <a:r>
              <a:rPr lang="en" sz="2400"/>
              <a:t>, not </a:t>
            </a:r>
            <a:r>
              <a:rPr lang="en" sz="2400" b="1"/>
              <a:t>exclusive.</a:t>
            </a:r>
            <a:endParaRPr/>
          </a:p>
        </p:txBody>
      </p:sp>
      <p:pic>
        <p:nvPicPr>
          <p:cNvPr id="238" name="Google Shape;238;g278d6ac5ee2_0_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51733" y="1982402"/>
            <a:ext cx="6160768" cy="48913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Google Shape;201;p16">
            <a:extLst>
              <a:ext uri="{FF2B5EF4-FFF2-40B4-BE49-F238E27FC236}">
                <a16:creationId xmlns:a16="http://schemas.microsoft.com/office/drawing/2014/main" id="{5C5614F8-D292-6DB1-569D-4DA8A0E141A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19161"/>
          <a:stretch/>
        </p:blipFill>
        <p:spPr>
          <a:xfrm>
            <a:off x="6521197" y="2577217"/>
            <a:ext cx="4399052" cy="3241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464C52E-467F-F6F1-887E-D399D26EE258}"/>
                  </a:ext>
                </a:extLst>
              </p14:cNvPr>
              <p14:cNvContentPartPr/>
              <p14:nvPr/>
            </p14:nvContentPartPr>
            <p14:xfrm>
              <a:off x="1423440" y="631800"/>
              <a:ext cx="9887040" cy="5296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464C52E-467F-F6F1-887E-D399D26EE25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14080" y="622440"/>
                <a:ext cx="9905760" cy="531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78d6ac5ee2_0_28"/>
          <p:cNvSpPr txBox="1">
            <a:spLocks noGrp="1"/>
          </p:cNvSpPr>
          <p:nvPr>
            <p:ph type="title"/>
          </p:nvPr>
        </p:nvSpPr>
        <p:spPr>
          <a:xfrm>
            <a:off x="715288" y="484632"/>
            <a:ext cx="109665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LOC WITH SINGLE VALUES FOR COLUMN LABEL</a:t>
            </a:r>
            <a:endParaRPr/>
          </a:p>
        </p:txBody>
      </p:sp>
      <p:sp>
        <p:nvSpPr>
          <p:cNvPr id="245" name="Google Shape;245;g278d6ac5ee2_0_28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/>
              <a:t>If we provide only a single label as column argument, we get a Series.</a:t>
            </a:r>
            <a:endParaRPr b="1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pic>
        <p:nvPicPr>
          <p:cNvPr id="246" name="Google Shape;246;g278d6ac5ee2_0_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0134" y="2823216"/>
            <a:ext cx="5156900" cy="486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7" name="Google Shape;247;g278d6ac5ee2_0_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0117" y="3309700"/>
            <a:ext cx="5346700" cy="2298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27FE4E9-4F4B-FCC0-A0FA-B4A88826E5ED}"/>
                  </a:ext>
                </a:extLst>
              </p14:cNvPr>
              <p14:cNvContentPartPr/>
              <p14:nvPr/>
            </p14:nvContentPartPr>
            <p14:xfrm>
              <a:off x="4547520" y="236160"/>
              <a:ext cx="5361120" cy="3969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27FE4E9-4F4B-FCC0-A0FA-B4A88826E5E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38160" y="226800"/>
                <a:ext cx="5379840" cy="3988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78d6ac5ee2_0_35"/>
          <p:cNvSpPr txBox="1">
            <a:spLocks noGrp="1"/>
          </p:cNvSpPr>
          <p:nvPr>
            <p:ph type="title"/>
          </p:nvPr>
        </p:nvSpPr>
        <p:spPr>
          <a:xfrm>
            <a:off x="696626" y="484632"/>
            <a:ext cx="111222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LOC WITH SINGLE VALUES FOR COLUMN LABEL</a:t>
            </a:r>
            <a:endParaRPr/>
          </a:p>
        </p:txBody>
      </p:sp>
      <p:sp>
        <p:nvSpPr>
          <p:cNvPr id="253" name="Google Shape;253;g278d6ac5ee2_0_35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" sz="2400"/>
              <a:t>As before with the [] operator, if we provide a list of only one label as an argument, we get back a dataframe.</a:t>
            </a:r>
            <a:endParaRPr sz="2400" b="1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pic>
        <p:nvPicPr>
          <p:cNvPr id="254" name="Google Shape;254;g278d6ac5ee2_0_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519" y="2953844"/>
            <a:ext cx="5156900" cy="486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5" name="Google Shape;255;g278d6ac5ee2_0_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502" y="3440328"/>
            <a:ext cx="5346700" cy="2298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6" name="Google Shape;256;g278d6ac5ee2_0_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9639" y="2928712"/>
            <a:ext cx="4994724" cy="486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7" name="Google Shape;257;g278d6ac5ee2_0_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639" y="3415212"/>
            <a:ext cx="2247900" cy="3403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EA1D71D-76CC-A683-67CD-804A1F11343E}"/>
                  </a:ext>
                </a:extLst>
              </p14:cNvPr>
              <p14:cNvContentPartPr/>
              <p14:nvPr/>
            </p14:nvContentPartPr>
            <p14:xfrm>
              <a:off x="569160" y="1895040"/>
              <a:ext cx="11220480" cy="4782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EA1D71D-76CC-A683-67CD-804A1F11343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9800" y="1885680"/>
                <a:ext cx="11239200" cy="4801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78d6ac5ee2_0_4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LOC WITH SINGLE VALUES FOR ROW LABEL</a:t>
            </a:r>
            <a:endParaRPr/>
          </a:p>
        </p:txBody>
      </p:sp>
      <p:sp>
        <p:nvSpPr>
          <p:cNvPr id="263" name="Google Shape;263;g278d6ac5ee2_0_44"/>
          <p:cNvSpPr txBox="1">
            <a:spLocks noGrp="1"/>
          </p:cNvSpPr>
          <p:nvPr>
            <p:ph type="body" idx="1"/>
          </p:nvPr>
        </p:nvSpPr>
        <p:spPr>
          <a:xfrm>
            <a:off x="1069847" y="2121408"/>
            <a:ext cx="10619100" cy="4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lang="en" sz="2400"/>
              <a:t>If we provide only a single row label, we get a Series.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Char char="▪"/>
            </a:pPr>
            <a:r>
              <a:rPr lang="en" sz="2400"/>
              <a:t>Instead of the Series being one of the columns from the original data frame, it is a Series made up of the values from the requested row.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" sz="2400"/>
              <a:t>The index of this Series is the names of the columns from the data frame.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" sz="2400"/>
              <a:t>Putting the single row label in a list yields a dataframe version.</a:t>
            </a:r>
            <a:endParaRPr/>
          </a:p>
        </p:txBody>
      </p:sp>
      <p:pic>
        <p:nvPicPr>
          <p:cNvPr id="264" name="Google Shape;264;g278d6ac5ee2_0_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101" y="4220253"/>
            <a:ext cx="5152667" cy="383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65" name="Google Shape;265;g278d6ac5ee2_0_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3100" y="4613209"/>
            <a:ext cx="4114800" cy="1905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66" name="Google Shape;266;g278d6ac5ee2_0_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50055" y="4220253"/>
            <a:ext cx="5372098" cy="40774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67" name="Google Shape;267;g278d6ac5ee2_0_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50055" y="4628002"/>
            <a:ext cx="5372100" cy="1079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77A4F32-F059-5255-9515-64884705B256}"/>
                  </a:ext>
                </a:extLst>
              </p14:cNvPr>
              <p14:cNvContentPartPr/>
              <p14:nvPr/>
            </p14:nvContentPartPr>
            <p14:xfrm>
              <a:off x="145800" y="2262960"/>
              <a:ext cx="889200" cy="2651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77A4F32-F059-5255-9515-64884705B25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6440" y="2253600"/>
                <a:ext cx="907920" cy="2670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78d6ac5ee2_0_53"/>
          <p:cNvSpPr txBox="1">
            <a:spLocks noGrp="1"/>
          </p:cNvSpPr>
          <p:nvPr>
            <p:ph type="title"/>
          </p:nvPr>
        </p:nvSpPr>
        <p:spPr>
          <a:xfrm>
            <a:off x="151850" y="92750"/>
            <a:ext cx="11919300" cy="16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ILOC: INTEGER-BASED INDEXING </a:t>
            </a:r>
            <a:br>
              <a:rPr lang="en"/>
            </a:br>
            <a:r>
              <a:rPr lang="en"/>
              <a:t>FOR SELECTION BY POSITION</a:t>
            </a:r>
            <a:endParaRPr/>
          </a:p>
        </p:txBody>
      </p:sp>
      <p:sp>
        <p:nvSpPr>
          <p:cNvPr id="274" name="Google Shape;274;g278d6ac5ee2_0_53"/>
          <p:cNvSpPr txBox="1">
            <a:spLocks noGrp="1"/>
          </p:cNvSpPr>
          <p:nvPr>
            <p:ph type="body" idx="1"/>
          </p:nvPr>
        </p:nvSpPr>
        <p:spPr>
          <a:xfrm>
            <a:off x="1069848" y="1729523"/>
            <a:ext cx="10294800" cy="50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Char char="▪"/>
            </a:pPr>
            <a:r>
              <a:rPr lang="en" sz="2400" dirty="0"/>
              <a:t>In contrast to loc, </a:t>
            </a:r>
            <a:r>
              <a:rPr lang="en" sz="2400" dirty="0" err="1"/>
              <a:t>iloc</a:t>
            </a:r>
            <a:r>
              <a:rPr lang="en" sz="2400" dirty="0"/>
              <a:t> doesn’t think about labels at all. Instead, it returns the items that appear in the numerical positions specified (slices are exclusive).</a:t>
            </a:r>
            <a:endParaRPr dirty="0"/>
          </a:p>
          <a:p>
            <a:pPr marL="182880" lvl="0" indent="-63054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endParaRPr sz="2400" dirty="0"/>
          </a:p>
          <a:p>
            <a:pPr marL="182880" lvl="0" indent="-63054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endParaRPr sz="2400" dirty="0"/>
          </a:p>
          <a:p>
            <a:pPr marL="182880" lvl="0" indent="-63054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endParaRPr sz="2400" dirty="0"/>
          </a:p>
          <a:p>
            <a:pPr marL="182880" lvl="0" indent="-63054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endParaRPr sz="2400" dirty="0"/>
          </a:p>
          <a:p>
            <a:pPr marL="182880" lvl="0" indent="-63054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endParaRPr sz="2400" dirty="0"/>
          </a:p>
          <a:p>
            <a:pPr marL="182880" lvl="0" indent="-63054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" sz="2400" dirty="0"/>
              <a:t>Advantages of loc over </a:t>
            </a:r>
            <a:r>
              <a:rPr lang="en" sz="2400" dirty="0" err="1"/>
              <a:t>iloc</a:t>
            </a:r>
            <a:r>
              <a:rPr lang="en" sz="2400" dirty="0"/>
              <a:t>: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en" sz="2400" dirty="0"/>
              <a:t>Harder to make mistakes.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Char char="▪"/>
            </a:pPr>
            <a:r>
              <a:rPr lang="en" sz="2400" dirty="0"/>
              <a:t>Easier to read code.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Char char="▪"/>
            </a:pPr>
            <a:r>
              <a:rPr lang="en" sz="2400" dirty="0"/>
              <a:t>Not vulnerable to changes to the ordering of rows/cols in raw data files.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" sz="2400" dirty="0"/>
              <a:t>Nonetheless, </a:t>
            </a:r>
            <a:r>
              <a:rPr lang="en" sz="2400" dirty="0" err="1"/>
              <a:t>iloc</a:t>
            </a:r>
            <a:r>
              <a:rPr lang="en" sz="2400" dirty="0"/>
              <a:t> can be more convenient. Use </a:t>
            </a:r>
            <a:r>
              <a:rPr lang="en" sz="2400" dirty="0" err="1"/>
              <a:t>iloc</a:t>
            </a:r>
            <a:r>
              <a:rPr lang="en" sz="2400" dirty="0"/>
              <a:t> judiciously.</a:t>
            </a:r>
            <a:endParaRPr dirty="0"/>
          </a:p>
          <a:p>
            <a:pPr marL="182880" lvl="0" indent="-83025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endParaRPr dirty="0"/>
          </a:p>
        </p:txBody>
      </p:sp>
      <p:pic>
        <p:nvPicPr>
          <p:cNvPr id="275" name="Google Shape;275;g278d6ac5ee2_0_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583" y="2316365"/>
            <a:ext cx="4292600" cy="546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76" name="Google Shape;276;g278d6ac5ee2_0_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64571" y="2316381"/>
            <a:ext cx="4200801" cy="546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77" name="Google Shape;277;g278d6ac5ee2_0_5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4583" y="2881193"/>
            <a:ext cx="3872000" cy="182213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78" name="Google Shape;278;g278d6ac5ee2_0_5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64571" y="2862480"/>
            <a:ext cx="6361700" cy="175253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7FF65E4-EBF4-AF3D-0A20-39B9B8963FED}"/>
                  </a:ext>
                </a:extLst>
              </p14:cNvPr>
              <p14:cNvContentPartPr/>
              <p14:nvPr/>
            </p14:nvContentPartPr>
            <p14:xfrm>
              <a:off x="6103080" y="239040"/>
              <a:ext cx="4985280" cy="1878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7FF65E4-EBF4-AF3D-0A20-39B9B8963FE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93720" y="229680"/>
                <a:ext cx="5004000" cy="1897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"/>
          <p:cNvSpPr txBox="1"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Rockwell"/>
              <a:buNone/>
            </a:pPr>
            <a:r>
              <a:rPr lang="en" sz="4800"/>
              <a:t>INDEXING WITH THE [] OPERATOR</a:t>
            </a:r>
            <a:endParaRPr sz="4800"/>
          </a:p>
        </p:txBody>
      </p:sp>
      <p:sp>
        <p:nvSpPr>
          <p:cNvPr id="284" name="Google Shape;284;p18"/>
          <p:cNvSpPr txBox="1"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70"/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9"/>
          <p:cNvSpPr txBox="1">
            <a:spLocks noGrp="1"/>
          </p:cNvSpPr>
          <p:nvPr>
            <p:ph type="title"/>
          </p:nvPr>
        </p:nvSpPr>
        <p:spPr>
          <a:xfrm>
            <a:off x="278375" y="-150375"/>
            <a:ext cx="11913600" cy="16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 sz="4800"/>
              <a:t>INDEXING BY COLUMN NAMES USING []</a:t>
            </a:r>
            <a:endParaRPr sz="4800"/>
          </a:p>
        </p:txBody>
      </p:sp>
      <p:sp>
        <p:nvSpPr>
          <p:cNvPr id="291" name="Google Shape;291;p19"/>
          <p:cNvSpPr txBox="1">
            <a:spLocks noGrp="1"/>
          </p:cNvSpPr>
          <p:nvPr>
            <p:ph type="body" idx="1"/>
          </p:nvPr>
        </p:nvSpPr>
        <p:spPr>
          <a:xfrm>
            <a:off x="1069848" y="9403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 dirty="0"/>
              <a:t>Given a </a:t>
            </a:r>
            <a:r>
              <a:rPr lang="en" dirty="0" err="1"/>
              <a:t>dataframe</a:t>
            </a:r>
            <a:r>
              <a:rPr lang="en" dirty="0"/>
              <a:t>, it is common to extract a Series or a collection of Series. This process is also known as “Column Selection” or sometimes “indexing by column”. 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" dirty="0"/>
              <a:t>Column name argument to [] yields Series.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 dirty="0"/>
              <a:t>List argument to [] yields a Data Frame.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  <p:pic>
        <p:nvPicPr>
          <p:cNvPr id="292" name="Google Shape;29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0114" y="2867347"/>
            <a:ext cx="4549700" cy="43066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93" name="Google Shape;293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113" y="3311197"/>
            <a:ext cx="4642287" cy="223819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94" name="Google Shape;294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4200" y="2857499"/>
            <a:ext cx="6216600" cy="40564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95" name="Google Shape;295;p1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10500" y="3286446"/>
            <a:ext cx="3638600" cy="338851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96" name="Google Shape;296;p1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93190" y="5861644"/>
            <a:ext cx="4481967" cy="393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97" name="Google Shape;297;p19"/>
          <p:cNvSpPr txBox="1"/>
          <p:nvPr/>
        </p:nvSpPr>
        <p:spPr>
          <a:xfrm>
            <a:off x="685800" y="5886628"/>
            <a:ext cx="6347379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What about:                                                                                   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Rockwell"/>
              <a:buAutoNum type="alphaUcPeriod"/>
            </a:pPr>
            <a:r>
              <a:rPr lang="en" sz="1800" b="0" i="0" u="none" strike="noStrike" cap="none">
                <a:solidFill>
                  <a:srgbClr val="7030A0"/>
                </a:solidFill>
                <a:latin typeface="Rockwell"/>
                <a:ea typeface="Rockwell"/>
                <a:cs typeface="Rockwell"/>
                <a:sym typeface="Rockwell"/>
              </a:rPr>
              <a:t>DataFrame.               B. Series.                    C. Neither.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3934269-3D94-7019-5F68-9ABAC7CAFC4D}"/>
                  </a:ext>
                </a:extLst>
              </p14:cNvPr>
              <p14:cNvContentPartPr/>
              <p14:nvPr/>
            </p14:nvContentPartPr>
            <p14:xfrm>
              <a:off x="667440" y="1679760"/>
              <a:ext cx="10414080" cy="5171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3934269-3D94-7019-5F68-9ABAC7CAFC4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8080" y="1670400"/>
                <a:ext cx="10432800" cy="5189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1"/>
          <p:cNvSpPr txBox="1">
            <a:spLocks noGrp="1"/>
          </p:cNvSpPr>
          <p:nvPr>
            <p:ph type="title"/>
          </p:nvPr>
        </p:nvSpPr>
        <p:spPr>
          <a:xfrm>
            <a:off x="0" y="484625"/>
            <a:ext cx="12192000" cy="16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INDEXING BY ROW SLICES USING []</a:t>
            </a:r>
            <a:endParaRPr/>
          </a:p>
        </p:txBody>
      </p:sp>
      <p:sp>
        <p:nvSpPr>
          <p:cNvPr id="314" name="Google Shape;314;p21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We can also index by row numbers using the [] operator. 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"/>
              <a:t>Numeric slice argument to [] yields rows.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/>
              <a:t>Example: [0:3] yields rows 0 to 2.</a:t>
            </a: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pic>
        <p:nvPicPr>
          <p:cNvPr id="315" name="Google Shape;31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0780" y="3398399"/>
            <a:ext cx="2110308" cy="43066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16" name="Google Shape;316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0764" y="3829066"/>
            <a:ext cx="6642100" cy="2286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NOTE: ROW SELECTION REQUIRES SLICING!!</a:t>
            </a:r>
            <a:endParaRPr/>
          </a:p>
        </p:txBody>
      </p:sp>
      <p:sp>
        <p:nvSpPr>
          <p:cNvPr id="322" name="Google Shape;322;p22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elections[0]</a:t>
            </a:r>
            <a:r>
              <a:rPr lang="en"/>
              <a:t> will not work unless the elections data frame has a column whose name is the numeric zero.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"/>
              <a:t>Note: It is actually possible for columns to have names that are non-String types, e.g. numeric, datetime etc.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9B15A3A-8AC6-BAFC-C386-0EF18BD092AA}"/>
                  </a:ext>
                </a:extLst>
              </p14:cNvPr>
              <p14:cNvContentPartPr/>
              <p14:nvPr/>
            </p14:nvContentPartPr>
            <p14:xfrm>
              <a:off x="1881720" y="1506240"/>
              <a:ext cx="2242800" cy="784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9B15A3A-8AC6-BAFC-C386-0EF18BD092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72360" y="1496880"/>
                <a:ext cx="2261520" cy="803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3"/>
          <p:cNvSpPr txBox="1"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[] SUMMARY</a:t>
            </a:r>
            <a:endParaRPr/>
          </a:p>
        </p:txBody>
      </p:sp>
      <p:sp>
        <p:nvSpPr>
          <p:cNvPr id="328" name="Google Shape;328;p23"/>
          <p:cNvSpPr/>
          <p:nvPr/>
        </p:nvSpPr>
        <p:spPr>
          <a:xfrm>
            <a:off x="2867033" y="3464856"/>
            <a:ext cx="636000" cy="51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" sz="2667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endParaRPr sz="2667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9" name="Google Shape;329;p23"/>
          <p:cNvSpPr txBox="1"/>
          <p:nvPr/>
        </p:nvSpPr>
        <p:spPr>
          <a:xfrm>
            <a:off x="1704267" y="3455344"/>
            <a:ext cx="748400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List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330" name="Google Shape;330;p23"/>
          <p:cNvCxnSpPr>
            <a:endCxn id="328" idx="1"/>
          </p:cNvCxnSpPr>
          <p:nvPr/>
        </p:nvCxnSpPr>
        <p:spPr>
          <a:xfrm>
            <a:off x="2304233" y="3722056"/>
            <a:ext cx="56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1" name="Google Shape;331;p23"/>
          <p:cNvSpPr/>
          <p:nvPr/>
        </p:nvSpPr>
        <p:spPr>
          <a:xfrm>
            <a:off x="2867033" y="5403551"/>
            <a:ext cx="636000" cy="51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" sz="2667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endParaRPr sz="2667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2" name="Google Shape;332;p23"/>
          <p:cNvSpPr txBox="1"/>
          <p:nvPr/>
        </p:nvSpPr>
        <p:spPr>
          <a:xfrm>
            <a:off x="638987" y="5394051"/>
            <a:ext cx="1710800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Numeric Slice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333" name="Google Shape;333;p23"/>
          <p:cNvCxnSpPr>
            <a:endCxn id="331" idx="1"/>
          </p:cNvCxnSpPr>
          <p:nvPr/>
        </p:nvCxnSpPr>
        <p:spPr>
          <a:xfrm>
            <a:off x="2304233" y="5660751"/>
            <a:ext cx="56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4" name="Google Shape;334;p23"/>
          <p:cNvSpPr/>
          <p:nvPr/>
        </p:nvSpPr>
        <p:spPr>
          <a:xfrm>
            <a:off x="2867033" y="1519565"/>
            <a:ext cx="636000" cy="51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" sz="2667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endParaRPr sz="2667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1431633" y="1510065"/>
            <a:ext cx="1167600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Name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336" name="Google Shape;336;p23"/>
          <p:cNvCxnSpPr>
            <a:endCxn id="334" idx="1"/>
          </p:cNvCxnSpPr>
          <p:nvPr/>
        </p:nvCxnSpPr>
        <p:spPr>
          <a:xfrm>
            <a:off x="2304233" y="1776765"/>
            <a:ext cx="56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7" name="Google Shape;337;p23"/>
          <p:cNvCxnSpPr>
            <a:stCxn id="328" idx="3"/>
          </p:cNvCxnSpPr>
          <p:nvPr/>
        </p:nvCxnSpPr>
        <p:spPr>
          <a:xfrm>
            <a:off x="3503033" y="3722056"/>
            <a:ext cx="81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8" name="Google Shape;338;p23"/>
          <p:cNvSpPr txBox="1"/>
          <p:nvPr/>
        </p:nvSpPr>
        <p:spPr>
          <a:xfrm>
            <a:off x="4305032" y="3455356"/>
            <a:ext cx="1790967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DataFrame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39" name="Google Shape;339;p23"/>
          <p:cNvSpPr txBox="1"/>
          <p:nvPr/>
        </p:nvSpPr>
        <p:spPr>
          <a:xfrm>
            <a:off x="4305033" y="5412751"/>
            <a:ext cx="1790966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DataFrame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340" name="Google Shape;340;p23"/>
          <p:cNvCxnSpPr>
            <a:stCxn id="331" idx="3"/>
            <a:endCxn id="339" idx="1"/>
          </p:cNvCxnSpPr>
          <p:nvPr/>
        </p:nvCxnSpPr>
        <p:spPr>
          <a:xfrm>
            <a:off x="3503033" y="5660751"/>
            <a:ext cx="801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1" name="Google Shape;341;p23"/>
          <p:cNvCxnSpPr>
            <a:stCxn id="334" idx="3"/>
          </p:cNvCxnSpPr>
          <p:nvPr/>
        </p:nvCxnSpPr>
        <p:spPr>
          <a:xfrm>
            <a:off x="3503033" y="1776765"/>
            <a:ext cx="81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2" name="Google Shape;342;p23"/>
          <p:cNvSpPr txBox="1"/>
          <p:nvPr/>
        </p:nvSpPr>
        <p:spPr>
          <a:xfrm>
            <a:off x="4305033" y="1528765"/>
            <a:ext cx="1468800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Series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343" name="Google Shape;343;p23"/>
          <p:cNvGrpSpPr/>
          <p:nvPr/>
        </p:nvGrpSpPr>
        <p:grpSpPr>
          <a:xfrm>
            <a:off x="6876559" y="5180933"/>
            <a:ext cx="3445067" cy="1409067"/>
            <a:chOff x="5157419" y="3123700"/>
            <a:chExt cx="2583800" cy="1056800"/>
          </a:xfrm>
        </p:grpSpPr>
        <p:pic>
          <p:nvPicPr>
            <p:cNvPr id="344" name="Google Shape;344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57425" y="3123700"/>
              <a:ext cx="820917" cy="167532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345" name="Google Shape;345;p2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57419" y="3291232"/>
              <a:ext cx="2583800" cy="88926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346" name="Google Shape;346;p23"/>
          <p:cNvGrpSpPr/>
          <p:nvPr/>
        </p:nvGrpSpPr>
        <p:grpSpPr>
          <a:xfrm>
            <a:off x="7713967" y="2971534"/>
            <a:ext cx="2579335" cy="2018156"/>
            <a:chOff x="5785475" y="1619050"/>
            <a:chExt cx="1934501" cy="1513617"/>
          </a:xfrm>
        </p:grpSpPr>
        <p:pic>
          <p:nvPicPr>
            <p:cNvPr id="347" name="Google Shape;347;p2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85475" y="1619050"/>
              <a:ext cx="1934501" cy="175463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348" name="Google Shape;348;p2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996844" y="1804753"/>
              <a:ext cx="723125" cy="1327914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349" name="Google Shape;349;p23"/>
          <p:cNvGrpSpPr/>
          <p:nvPr/>
        </p:nvGrpSpPr>
        <p:grpSpPr>
          <a:xfrm>
            <a:off x="7454701" y="979667"/>
            <a:ext cx="2842833" cy="1615533"/>
            <a:chOff x="5516475" y="667550"/>
            <a:chExt cx="2132125" cy="1211650"/>
          </a:xfrm>
        </p:grpSpPr>
        <p:pic>
          <p:nvPicPr>
            <p:cNvPr id="350" name="Google Shape;350;p2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516475" y="667550"/>
              <a:ext cx="1801465" cy="170526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351" name="Google Shape;351;p2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516475" y="843296"/>
              <a:ext cx="2132125" cy="1035904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352" name="Google Shape;352;p23"/>
          <p:cNvSpPr txBox="1"/>
          <p:nvPr/>
        </p:nvSpPr>
        <p:spPr>
          <a:xfrm>
            <a:off x="1692833" y="2033965"/>
            <a:ext cx="2984400" cy="3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Single Column Selection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53" name="Google Shape;353;p23"/>
          <p:cNvSpPr txBox="1"/>
          <p:nvPr/>
        </p:nvSpPr>
        <p:spPr>
          <a:xfrm>
            <a:off x="1692833" y="3979256"/>
            <a:ext cx="2984400" cy="3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Multiple Column Selection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54" name="Google Shape;354;p23"/>
          <p:cNvSpPr txBox="1"/>
          <p:nvPr/>
        </p:nvSpPr>
        <p:spPr>
          <a:xfrm>
            <a:off x="1356935" y="5917950"/>
            <a:ext cx="4081000" cy="370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(Multiple) Row Selection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0" name="Google Shape;360;p24"/>
          <p:cNvGraphicFramePr/>
          <p:nvPr>
            <p:extLst>
              <p:ext uri="{D42A27DB-BD31-4B8C-83A1-F6EECF244321}">
                <p14:modId xmlns:p14="http://schemas.microsoft.com/office/powerpoint/2010/main" val="4276945787"/>
              </p:ext>
            </p:extLst>
          </p:nvPr>
        </p:nvGraphicFramePr>
        <p:xfrm>
          <a:off x="124925" y="4902204"/>
          <a:ext cx="6425668" cy="180769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212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2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384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384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1" name="Google Shape;361;p24"/>
          <p:cNvSpPr txBox="1">
            <a:spLocks noGrp="1"/>
          </p:cNvSpPr>
          <p:nvPr>
            <p:ph type="title"/>
          </p:nvPr>
        </p:nvSpPr>
        <p:spPr>
          <a:xfrm>
            <a:off x="1069848" y="-556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QUESTION 1</a:t>
            </a:r>
            <a:endParaRPr/>
          </a:p>
        </p:txBody>
      </p:sp>
      <p:sp>
        <p:nvSpPr>
          <p:cNvPr id="362" name="Google Shape;362;p24"/>
          <p:cNvSpPr txBox="1">
            <a:spLocks noGrp="1"/>
          </p:cNvSpPr>
          <p:nvPr>
            <p:ph type="body" idx="1"/>
          </p:nvPr>
        </p:nvSpPr>
        <p:spPr>
          <a:xfrm>
            <a:off x="450067" y="1626108"/>
            <a:ext cx="10678181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7492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" dirty="0"/>
              <a:t>Try to predict the output of the following: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Consolas"/>
              <a:buChar char="●"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weird[1]</a:t>
            </a:r>
            <a:endParaRPr dirty="0"/>
          </a:p>
        </p:txBody>
      </p:sp>
      <p:pic>
        <p:nvPicPr>
          <p:cNvPr id="363" name="Google Shape;36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0067" y="1592592"/>
            <a:ext cx="11188867" cy="76473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64" name="Google Shape;36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067" y="2385329"/>
            <a:ext cx="2768600" cy="1536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65" name="Google Shape;365;p24"/>
          <p:cNvSpPr/>
          <p:nvPr/>
        </p:nvSpPr>
        <p:spPr>
          <a:xfrm>
            <a:off x="8675600" y="2529848"/>
            <a:ext cx="636000" cy="5144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" sz="2667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endParaRPr sz="2667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6" name="Google Shape;366;p24"/>
          <p:cNvSpPr txBox="1"/>
          <p:nvPr/>
        </p:nvSpPr>
        <p:spPr>
          <a:xfrm>
            <a:off x="7240200" y="2520348"/>
            <a:ext cx="1167600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Name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367" name="Google Shape;367;p24"/>
          <p:cNvCxnSpPr>
            <a:endCxn id="365" idx="1"/>
          </p:cNvCxnSpPr>
          <p:nvPr/>
        </p:nvCxnSpPr>
        <p:spPr>
          <a:xfrm>
            <a:off x="8112800" y="2787048"/>
            <a:ext cx="56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8" name="Google Shape;368;p24"/>
          <p:cNvCxnSpPr>
            <a:stCxn id="365" idx="3"/>
          </p:cNvCxnSpPr>
          <p:nvPr/>
        </p:nvCxnSpPr>
        <p:spPr>
          <a:xfrm>
            <a:off x="9311600" y="2787048"/>
            <a:ext cx="81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69" name="Google Shape;369;p24"/>
          <p:cNvSpPr txBox="1"/>
          <p:nvPr/>
        </p:nvSpPr>
        <p:spPr>
          <a:xfrm>
            <a:off x="10113600" y="2539048"/>
            <a:ext cx="1468800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Series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70" name="Google Shape;370;p24"/>
          <p:cNvSpPr txBox="1"/>
          <p:nvPr/>
        </p:nvSpPr>
        <p:spPr>
          <a:xfrm>
            <a:off x="7501400" y="3044248"/>
            <a:ext cx="2984400" cy="3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Single Column Selection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71" name="Google Shape;371;p24"/>
          <p:cNvSpPr/>
          <p:nvPr/>
        </p:nvSpPr>
        <p:spPr>
          <a:xfrm>
            <a:off x="8711485" y="3941048"/>
            <a:ext cx="636000" cy="5144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" sz="2667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endParaRPr sz="2667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2" name="Google Shape;372;p24"/>
          <p:cNvSpPr txBox="1"/>
          <p:nvPr/>
        </p:nvSpPr>
        <p:spPr>
          <a:xfrm>
            <a:off x="7548718" y="3931536"/>
            <a:ext cx="748400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List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373" name="Google Shape;373;p24"/>
          <p:cNvCxnSpPr>
            <a:endCxn id="371" idx="1"/>
          </p:cNvCxnSpPr>
          <p:nvPr/>
        </p:nvCxnSpPr>
        <p:spPr>
          <a:xfrm>
            <a:off x="8148685" y="4198248"/>
            <a:ext cx="56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74" name="Google Shape;374;p24"/>
          <p:cNvCxnSpPr>
            <a:stCxn id="371" idx="3"/>
          </p:cNvCxnSpPr>
          <p:nvPr/>
        </p:nvCxnSpPr>
        <p:spPr>
          <a:xfrm>
            <a:off x="9347485" y="4198248"/>
            <a:ext cx="81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5" name="Google Shape;375;p24"/>
          <p:cNvSpPr txBox="1"/>
          <p:nvPr/>
        </p:nvSpPr>
        <p:spPr>
          <a:xfrm>
            <a:off x="10149485" y="3931548"/>
            <a:ext cx="1856000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DataFrame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76" name="Google Shape;376;p24"/>
          <p:cNvSpPr txBox="1"/>
          <p:nvPr/>
        </p:nvSpPr>
        <p:spPr>
          <a:xfrm>
            <a:off x="7537285" y="4455448"/>
            <a:ext cx="2984400" cy="3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Multiple Column Selection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77" name="Google Shape;377;p24"/>
          <p:cNvSpPr/>
          <p:nvPr/>
        </p:nvSpPr>
        <p:spPr>
          <a:xfrm>
            <a:off x="8773077" y="5361748"/>
            <a:ext cx="636000" cy="5144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" sz="2667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endParaRPr sz="2667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8" name="Google Shape;378;p24"/>
          <p:cNvSpPr txBox="1"/>
          <p:nvPr/>
        </p:nvSpPr>
        <p:spPr>
          <a:xfrm>
            <a:off x="6545031" y="5352248"/>
            <a:ext cx="1710800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Numeric Slice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379" name="Google Shape;379;p24"/>
          <p:cNvCxnSpPr>
            <a:endCxn id="377" idx="1"/>
          </p:cNvCxnSpPr>
          <p:nvPr/>
        </p:nvCxnSpPr>
        <p:spPr>
          <a:xfrm>
            <a:off x="8210277" y="5618948"/>
            <a:ext cx="56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80" name="Google Shape;380;p24"/>
          <p:cNvSpPr txBox="1"/>
          <p:nvPr/>
        </p:nvSpPr>
        <p:spPr>
          <a:xfrm>
            <a:off x="10211076" y="5370948"/>
            <a:ext cx="1855999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DataFrame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381" name="Google Shape;381;p24"/>
          <p:cNvCxnSpPr>
            <a:stCxn id="377" idx="3"/>
            <a:endCxn id="380" idx="1"/>
          </p:cNvCxnSpPr>
          <p:nvPr/>
        </p:nvCxnSpPr>
        <p:spPr>
          <a:xfrm>
            <a:off x="9409077" y="5618948"/>
            <a:ext cx="801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82" name="Google Shape;382;p24"/>
          <p:cNvSpPr txBox="1"/>
          <p:nvPr/>
        </p:nvSpPr>
        <p:spPr>
          <a:xfrm>
            <a:off x="7598877" y="5876148"/>
            <a:ext cx="2984400" cy="3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(Multiple) Row Selection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383" name="Google Shape;383;p24" descr="Icon&#10;&#10;Description automatically generated with low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1243" y="5137388"/>
            <a:ext cx="1556669" cy="568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4" descr="A picture containing logo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70765" y="4963333"/>
            <a:ext cx="1303054" cy="804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4" descr="Icon&#10;&#10;Description automatically generated with medium confidenc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0983" y="6117388"/>
            <a:ext cx="2422456" cy="533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4" descr="A picture containing diagram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021349" y="6091152"/>
            <a:ext cx="2466183" cy="55970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4"/>
          <p:cNvSpPr txBox="1"/>
          <p:nvPr/>
        </p:nvSpPr>
        <p:spPr>
          <a:xfrm>
            <a:off x="274811" y="5353616"/>
            <a:ext cx="413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4"/>
          <p:cNvSpPr txBox="1"/>
          <p:nvPr/>
        </p:nvSpPr>
        <p:spPr>
          <a:xfrm>
            <a:off x="268793" y="6340585"/>
            <a:ext cx="4174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4"/>
          <p:cNvSpPr txBox="1"/>
          <p:nvPr/>
        </p:nvSpPr>
        <p:spPr>
          <a:xfrm>
            <a:off x="3473657" y="5352930"/>
            <a:ext cx="4174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B.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4"/>
          <p:cNvSpPr txBox="1"/>
          <p:nvPr/>
        </p:nvSpPr>
        <p:spPr>
          <a:xfrm>
            <a:off x="3473657" y="6340585"/>
            <a:ext cx="4064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422CE48-345E-08A6-4E33-44E4922F9D2F}"/>
                  </a:ext>
                </a:extLst>
              </p14:cNvPr>
              <p14:cNvContentPartPr/>
              <p14:nvPr/>
            </p14:nvContentPartPr>
            <p14:xfrm>
              <a:off x="236160" y="97200"/>
              <a:ext cx="11400840" cy="6760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422CE48-345E-08A6-4E33-44E4922F9D2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6800" y="87840"/>
                <a:ext cx="11419560" cy="6779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6" name="Google Shape;396;p25"/>
          <p:cNvGraphicFramePr/>
          <p:nvPr/>
        </p:nvGraphicFramePr>
        <p:xfrm>
          <a:off x="174792" y="5049647"/>
          <a:ext cx="6375800" cy="1660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18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0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7" name="Google Shape;397;p25"/>
          <p:cNvSpPr txBox="1">
            <a:spLocks noGrp="1"/>
          </p:cNvSpPr>
          <p:nvPr>
            <p:ph type="title"/>
          </p:nvPr>
        </p:nvSpPr>
        <p:spPr>
          <a:xfrm>
            <a:off x="1069848" y="-556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QUESTION 2</a:t>
            </a:r>
            <a:endParaRPr/>
          </a:p>
        </p:txBody>
      </p:sp>
      <p:sp>
        <p:nvSpPr>
          <p:cNvPr id="398" name="Google Shape;398;p25"/>
          <p:cNvSpPr txBox="1">
            <a:spLocks noGrp="1"/>
          </p:cNvSpPr>
          <p:nvPr>
            <p:ph type="body" idx="1"/>
          </p:nvPr>
        </p:nvSpPr>
        <p:spPr>
          <a:xfrm>
            <a:off x="450067" y="1690485"/>
            <a:ext cx="10678181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7492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" dirty="0"/>
              <a:t>Try to predict the output of the following: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Consolas"/>
              <a:buChar char="●"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weird[“1”]</a:t>
            </a:r>
            <a:endParaRPr dirty="0"/>
          </a:p>
        </p:txBody>
      </p:sp>
      <p:pic>
        <p:nvPicPr>
          <p:cNvPr id="399" name="Google Shape;39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0067" y="1592592"/>
            <a:ext cx="11188867" cy="76473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00" name="Google Shape;400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067" y="2385329"/>
            <a:ext cx="2768600" cy="1536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01" name="Google Shape;401;p25"/>
          <p:cNvSpPr/>
          <p:nvPr/>
        </p:nvSpPr>
        <p:spPr>
          <a:xfrm>
            <a:off x="8675600" y="2529848"/>
            <a:ext cx="636000" cy="5144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" sz="2667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endParaRPr sz="2667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2" name="Google Shape;402;p25"/>
          <p:cNvSpPr txBox="1"/>
          <p:nvPr/>
        </p:nvSpPr>
        <p:spPr>
          <a:xfrm>
            <a:off x="7240200" y="2520348"/>
            <a:ext cx="1167600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Name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403" name="Google Shape;403;p25"/>
          <p:cNvCxnSpPr>
            <a:endCxn id="401" idx="1"/>
          </p:cNvCxnSpPr>
          <p:nvPr/>
        </p:nvCxnSpPr>
        <p:spPr>
          <a:xfrm>
            <a:off x="8112800" y="2787048"/>
            <a:ext cx="56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04" name="Google Shape;404;p25"/>
          <p:cNvCxnSpPr>
            <a:stCxn id="401" idx="3"/>
          </p:cNvCxnSpPr>
          <p:nvPr/>
        </p:nvCxnSpPr>
        <p:spPr>
          <a:xfrm>
            <a:off x="9311600" y="2787048"/>
            <a:ext cx="81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05" name="Google Shape;405;p25"/>
          <p:cNvSpPr txBox="1"/>
          <p:nvPr/>
        </p:nvSpPr>
        <p:spPr>
          <a:xfrm>
            <a:off x="10113600" y="2539048"/>
            <a:ext cx="1468800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Series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06" name="Google Shape;406;p25"/>
          <p:cNvSpPr txBox="1"/>
          <p:nvPr/>
        </p:nvSpPr>
        <p:spPr>
          <a:xfrm>
            <a:off x="7501400" y="3044248"/>
            <a:ext cx="2984400" cy="3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Single Column Selection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07" name="Google Shape;407;p25"/>
          <p:cNvSpPr/>
          <p:nvPr/>
        </p:nvSpPr>
        <p:spPr>
          <a:xfrm>
            <a:off x="8711485" y="3941048"/>
            <a:ext cx="636000" cy="5144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" sz="2667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endParaRPr sz="2667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8" name="Google Shape;408;p25"/>
          <p:cNvSpPr txBox="1"/>
          <p:nvPr/>
        </p:nvSpPr>
        <p:spPr>
          <a:xfrm>
            <a:off x="7548718" y="3931536"/>
            <a:ext cx="748400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List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409" name="Google Shape;409;p25"/>
          <p:cNvCxnSpPr>
            <a:endCxn id="407" idx="1"/>
          </p:cNvCxnSpPr>
          <p:nvPr/>
        </p:nvCxnSpPr>
        <p:spPr>
          <a:xfrm>
            <a:off x="8148685" y="4198248"/>
            <a:ext cx="56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10" name="Google Shape;410;p25"/>
          <p:cNvCxnSpPr>
            <a:stCxn id="407" idx="3"/>
          </p:cNvCxnSpPr>
          <p:nvPr/>
        </p:nvCxnSpPr>
        <p:spPr>
          <a:xfrm>
            <a:off x="9347485" y="4198248"/>
            <a:ext cx="81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11" name="Google Shape;411;p25"/>
          <p:cNvSpPr txBox="1"/>
          <p:nvPr/>
        </p:nvSpPr>
        <p:spPr>
          <a:xfrm>
            <a:off x="10149485" y="3931548"/>
            <a:ext cx="1856000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DataFrame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12" name="Google Shape;412;p25"/>
          <p:cNvSpPr txBox="1"/>
          <p:nvPr/>
        </p:nvSpPr>
        <p:spPr>
          <a:xfrm>
            <a:off x="7537285" y="4455448"/>
            <a:ext cx="2984400" cy="3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Multiple Column Selection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13" name="Google Shape;413;p25"/>
          <p:cNvSpPr/>
          <p:nvPr/>
        </p:nvSpPr>
        <p:spPr>
          <a:xfrm>
            <a:off x="8773077" y="5361748"/>
            <a:ext cx="636000" cy="5144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" sz="2667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endParaRPr sz="2667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4" name="Google Shape;414;p25"/>
          <p:cNvSpPr txBox="1"/>
          <p:nvPr/>
        </p:nvSpPr>
        <p:spPr>
          <a:xfrm>
            <a:off x="6545031" y="5352248"/>
            <a:ext cx="1710800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Numeric Slice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415" name="Google Shape;415;p25"/>
          <p:cNvCxnSpPr>
            <a:endCxn id="413" idx="1"/>
          </p:cNvCxnSpPr>
          <p:nvPr/>
        </p:nvCxnSpPr>
        <p:spPr>
          <a:xfrm>
            <a:off x="8210277" y="5618948"/>
            <a:ext cx="56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16" name="Google Shape;416;p25"/>
          <p:cNvSpPr txBox="1"/>
          <p:nvPr/>
        </p:nvSpPr>
        <p:spPr>
          <a:xfrm>
            <a:off x="10211076" y="5370948"/>
            <a:ext cx="1855999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DataFrame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417" name="Google Shape;417;p25"/>
          <p:cNvCxnSpPr>
            <a:stCxn id="413" idx="3"/>
            <a:endCxn id="416" idx="1"/>
          </p:cNvCxnSpPr>
          <p:nvPr/>
        </p:nvCxnSpPr>
        <p:spPr>
          <a:xfrm>
            <a:off x="9409077" y="5618948"/>
            <a:ext cx="801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18" name="Google Shape;418;p25"/>
          <p:cNvSpPr txBox="1"/>
          <p:nvPr/>
        </p:nvSpPr>
        <p:spPr>
          <a:xfrm>
            <a:off x="7598877" y="5876148"/>
            <a:ext cx="2984400" cy="3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(Multiple) Row Selection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419" name="Google Shape;419;p25" descr="Icon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0983" y="6117388"/>
            <a:ext cx="2422456" cy="533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5" descr="A picture containing diagram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29817" y="6091152"/>
            <a:ext cx="2466183" cy="559701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5"/>
          <p:cNvSpPr txBox="1"/>
          <p:nvPr/>
        </p:nvSpPr>
        <p:spPr>
          <a:xfrm>
            <a:off x="274811" y="5353616"/>
            <a:ext cx="413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5"/>
          <p:cNvSpPr txBox="1"/>
          <p:nvPr/>
        </p:nvSpPr>
        <p:spPr>
          <a:xfrm>
            <a:off x="268793" y="6340585"/>
            <a:ext cx="4174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5"/>
          <p:cNvSpPr txBox="1"/>
          <p:nvPr/>
        </p:nvSpPr>
        <p:spPr>
          <a:xfrm>
            <a:off x="3473657" y="5352930"/>
            <a:ext cx="4174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B.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5"/>
          <p:cNvSpPr txBox="1"/>
          <p:nvPr/>
        </p:nvSpPr>
        <p:spPr>
          <a:xfrm>
            <a:off x="3473657" y="6340585"/>
            <a:ext cx="4064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5" name="Google Shape;425;p25" descr="Icon&#10;&#10;Description automatically generated with low confidenc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25692" y="5302422"/>
            <a:ext cx="1565414" cy="550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25" descr="Icon&#10;&#10;Description automatically generated with low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96087" y="5298181"/>
            <a:ext cx="1556669" cy="56844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335D67F-E6AE-C999-8E31-CDEAFF9D8F2C}"/>
                  </a:ext>
                </a:extLst>
              </p14:cNvPr>
              <p14:cNvContentPartPr/>
              <p14:nvPr/>
            </p14:nvContentPartPr>
            <p14:xfrm>
              <a:off x="1569240" y="5042520"/>
              <a:ext cx="4889880" cy="1815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335D67F-E6AE-C999-8E31-CDEAFF9D8F2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59880" y="5033160"/>
                <a:ext cx="4908600" cy="1834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2" name="Google Shape;432;p26"/>
          <p:cNvGraphicFramePr/>
          <p:nvPr/>
        </p:nvGraphicFramePr>
        <p:xfrm>
          <a:off x="174792" y="5049647"/>
          <a:ext cx="6375800" cy="17089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18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4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33" name="Google Shape;433;p26"/>
          <p:cNvSpPr txBox="1">
            <a:spLocks noGrp="1"/>
          </p:cNvSpPr>
          <p:nvPr>
            <p:ph type="title"/>
          </p:nvPr>
        </p:nvSpPr>
        <p:spPr>
          <a:xfrm>
            <a:off x="1069848" y="-556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QUESTION 3</a:t>
            </a:r>
            <a:endParaRPr/>
          </a:p>
        </p:txBody>
      </p:sp>
      <p:sp>
        <p:nvSpPr>
          <p:cNvPr id="434" name="Google Shape;434;p26"/>
          <p:cNvSpPr txBox="1">
            <a:spLocks noGrp="1"/>
          </p:cNvSpPr>
          <p:nvPr>
            <p:ph type="body" idx="1"/>
          </p:nvPr>
        </p:nvSpPr>
        <p:spPr>
          <a:xfrm>
            <a:off x="450067" y="1679975"/>
            <a:ext cx="10678181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7492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" dirty="0"/>
              <a:t>Try to predict the output of the following: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Consolas"/>
              <a:buChar char="●"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weird[1:]</a:t>
            </a:r>
            <a:endParaRPr dirty="0"/>
          </a:p>
        </p:txBody>
      </p:sp>
      <p:pic>
        <p:nvPicPr>
          <p:cNvPr id="435" name="Google Shape;43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0067" y="1592592"/>
            <a:ext cx="11188867" cy="76473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36" name="Google Shape;436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067" y="2385329"/>
            <a:ext cx="2768600" cy="1536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37" name="Google Shape;437;p26"/>
          <p:cNvSpPr/>
          <p:nvPr/>
        </p:nvSpPr>
        <p:spPr>
          <a:xfrm>
            <a:off x="8675600" y="2529848"/>
            <a:ext cx="636000" cy="5144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" sz="2667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endParaRPr sz="2667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8" name="Google Shape;438;p26"/>
          <p:cNvSpPr txBox="1"/>
          <p:nvPr/>
        </p:nvSpPr>
        <p:spPr>
          <a:xfrm>
            <a:off x="7240200" y="2520348"/>
            <a:ext cx="1167600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Name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439" name="Google Shape;439;p26"/>
          <p:cNvCxnSpPr>
            <a:endCxn id="437" idx="1"/>
          </p:cNvCxnSpPr>
          <p:nvPr/>
        </p:nvCxnSpPr>
        <p:spPr>
          <a:xfrm>
            <a:off x="8112800" y="2787048"/>
            <a:ext cx="56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0" name="Google Shape;440;p26"/>
          <p:cNvCxnSpPr>
            <a:stCxn id="437" idx="3"/>
          </p:cNvCxnSpPr>
          <p:nvPr/>
        </p:nvCxnSpPr>
        <p:spPr>
          <a:xfrm>
            <a:off x="9311600" y="2787048"/>
            <a:ext cx="81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41" name="Google Shape;441;p26"/>
          <p:cNvSpPr txBox="1"/>
          <p:nvPr/>
        </p:nvSpPr>
        <p:spPr>
          <a:xfrm>
            <a:off x="10113600" y="2539048"/>
            <a:ext cx="1468800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Series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42" name="Google Shape;442;p26"/>
          <p:cNvSpPr txBox="1"/>
          <p:nvPr/>
        </p:nvSpPr>
        <p:spPr>
          <a:xfrm>
            <a:off x="7501400" y="3044248"/>
            <a:ext cx="2984400" cy="3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Single Column Selection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43" name="Google Shape;443;p26"/>
          <p:cNvSpPr/>
          <p:nvPr/>
        </p:nvSpPr>
        <p:spPr>
          <a:xfrm>
            <a:off x="8711485" y="3941048"/>
            <a:ext cx="636000" cy="5144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" sz="2667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endParaRPr sz="2667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4" name="Google Shape;444;p26"/>
          <p:cNvSpPr txBox="1"/>
          <p:nvPr/>
        </p:nvSpPr>
        <p:spPr>
          <a:xfrm>
            <a:off x="7548718" y="3931536"/>
            <a:ext cx="748400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List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445" name="Google Shape;445;p26"/>
          <p:cNvCxnSpPr>
            <a:endCxn id="443" idx="1"/>
          </p:cNvCxnSpPr>
          <p:nvPr/>
        </p:nvCxnSpPr>
        <p:spPr>
          <a:xfrm>
            <a:off x="8148685" y="4198248"/>
            <a:ext cx="56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6" name="Google Shape;446;p26"/>
          <p:cNvCxnSpPr>
            <a:stCxn id="443" idx="3"/>
          </p:cNvCxnSpPr>
          <p:nvPr/>
        </p:nvCxnSpPr>
        <p:spPr>
          <a:xfrm>
            <a:off x="9347485" y="4198248"/>
            <a:ext cx="81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47" name="Google Shape;447;p26"/>
          <p:cNvSpPr txBox="1"/>
          <p:nvPr/>
        </p:nvSpPr>
        <p:spPr>
          <a:xfrm>
            <a:off x="10149485" y="3931548"/>
            <a:ext cx="1856000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DataFrame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48" name="Google Shape;448;p26"/>
          <p:cNvSpPr txBox="1"/>
          <p:nvPr/>
        </p:nvSpPr>
        <p:spPr>
          <a:xfrm>
            <a:off x="7537285" y="4455448"/>
            <a:ext cx="2984400" cy="3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Multiple Column Selection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49" name="Google Shape;449;p26"/>
          <p:cNvSpPr/>
          <p:nvPr/>
        </p:nvSpPr>
        <p:spPr>
          <a:xfrm>
            <a:off x="8773077" y="5361748"/>
            <a:ext cx="636000" cy="5144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" sz="2667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endParaRPr sz="2667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0" name="Google Shape;450;p26"/>
          <p:cNvSpPr txBox="1"/>
          <p:nvPr/>
        </p:nvSpPr>
        <p:spPr>
          <a:xfrm>
            <a:off x="6545031" y="5352248"/>
            <a:ext cx="1710800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Numeric Slice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451" name="Google Shape;451;p26"/>
          <p:cNvCxnSpPr>
            <a:endCxn id="449" idx="1"/>
          </p:cNvCxnSpPr>
          <p:nvPr/>
        </p:nvCxnSpPr>
        <p:spPr>
          <a:xfrm>
            <a:off x="8210277" y="5618948"/>
            <a:ext cx="56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2" name="Google Shape;452;p26"/>
          <p:cNvSpPr txBox="1"/>
          <p:nvPr/>
        </p:nvSpPr>
        <p:spPr>
          <a:xfrm>
            <a:off x="10211076" y="5370948"/>
            <a:ext cx="1855999" cy="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DataFrame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453" name="Google Shape;453;p26"/>
          <p:cNvCxnSpPr>
            <a:stCxn id="449" idx="3"/>
            <a:endCxn id="452" idx="1"/>
          </p:cNvCxnSpPr>
          <p:nvPr/>
        </p:nvCxnSpPr>
        <p:spPr>
          <a:xfrm>
            <a:off x="9409077" y="5618948"/>
            <a:ext cx="801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4" name="Google Shape;454;p26"/>
          <p:cNvSpPr txBox="1"/>
          <p:nvPr/>
        </p:nvSpPr>
        <p:spPr>
          <a:xfrm>
            <a:off x="7598877" y="5876148"/>
            <a:ext cx="2984400" cy="3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(Multiple) Row Selection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455" name="Google Shape;455;p26" descr="Icon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0983" y="6117388"/>
            <a:ext cx="2422456" cy="533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26" descr="A picture containing diagram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84409" y="6091152"/>
            <a:ext cx="2466183" cy="559701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6"/>
          <p:cNvSpPr txBox="1"/>
          <p:nvPr/>
        </p:nvSpPr>
        <p:spPr>
          <a:xfrm>
            <a:off x="274811" y="5353616"/>
            <a:ext cx="413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6"/>
          <p:cNvSpPr txBox="1"/>
          <p:nvPr/>
        </p:nvSpPr>
        <p:spPr>
          <a:xfrm>
            <a:off x="268793" y="6340585"/>
            <a:ext cx="4174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6"/>
          <p:cNvSpPr txBox="1"/>
          <p:nvPr/>
        </p:nvSpPr>
        <p:spPr>
          <a:xfrm>
            <a:off x="3473657" y="5352930"/>
            <a:ext cx="4174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B.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6"/>
          <p:cNvSpPr txBox="1"/>
          <p:nvPr/>
        </p:nvSpPr>
        <p:spPr>
          <a:xfrm>
            <a:off x="3473657" y="6340585"/>
            <a:ext cx="4064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1" name="Google Shape;461;p26" descr="A picture containing icon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31884" y="5060696"/>
            <a:ext cx="2470679" cy="862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26" descr="A picture containing 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29059" y="5089631"/>
            <a:ext cx="1330612" cy="80016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BAE0D90-6051-26EB-9585-38C3765F86F3}"/>
                  </a:ext>
                </a:extLst>
              </p14:cNvPr>
              <p14:cNvContentPartPr/>
              <p14:nvPr/>
            </p14:nvContentPartPr>
            <p14:xfrm>
              <a:off x="479160" y="3324960"/>
              <a:ext cx="5880960" cy="3295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BAE0D90-6051-26EB-9585-38C3765F86F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9800" y="3315600"/>
                <a:ext cx="5899680" cy="3314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7"/>
          <p:cNvSpPr txBox="1"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Rockwell"/>
              <a:buNone/>
            </a:pPr>
            <a:r>
              <a:rPr lang="en" sz="4800"/>
              <a:t>BOOLEAN ARRAY SELECTION</a:t>
            </a:r>
            <a:endParaRPr sz="4800"/>
          </a:p>
        </p:txBody>
      </p:sp>
      <p:sp>
        <p:nvSpPr>
          <p:cNvPr id="468" name="Google Shape;468;p27"/>
          <p:cNvSpPr txBox="1"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70"/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/>
          <p:cNvSpPr txBox="1">
            <a:spLocks noGrp="1"/>
          </p:cNvSpPr>
          <p:nvPr>
            <p:ph type="title"/>
          </p:nvPr>
        </p:nvSpPr>
        <p:spPr>
          <a:xfrm>
            <a:off x="1069848" y="-558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BOOLEAN ARRAY INPUT</a:t>
            </a:r>
            <a:endParaRPr/>
          </a:p>
        </p:txBody>
      </p:sp>
      <p:sp>
        <p:nvSpPr>
          <p:cNvPr id="474" name="Google Shape;474;p28"/>
          <p:cNvSpPr txBox="1">
            <a:spLocks noGrp="1"/>
          </p:cNvSpPr>
          <p:nvPr>
            <p:ph type="body" idx="1"/>
          </p:nvPr>
        </p:nvSpPr>
        <p:spPr>
          <a:xfrm>
            <a:off x="8475457" y="1767153"/>
            <a:ext cx="3716543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" sz="2400"/>
              <a:t>Yet another input type supported by [] is the boolean array.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pic>
        <p:nvPicPr>
          <p:cNvPr id="475" name="Google Shape;475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985" y="1820300"/>
            <a:ext cx="7785100" cy="195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76" name="Google Shape;476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83090" y="4251706"/>
            <a:ext cx="3716543" cy="2392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7985" y="3790645"/>
            <a:ext cx="6616700" cy="2717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9"/>
          <p:cNvSpPr txBox="1">
            <a:spLocks noGrp="1"/>
          </p:cNvSpPr>
          <p:nvPr>
            <p:ph type="title"/>
          </p:nvPr>
        </p:nvSpPr>
        <p:spPr>
          <a:xfrm>
            <a:off x="1069848" y="-557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BOOLEAN ARRAY INPUT</a:t>
            </a:r>
            <a:endParaRPr/>
          </a:p>
        </p:txBody>
      </p:sp>
      <p:sp>
        <p:nvSpPr>
          <p:cNvPr id="483" name="Google Shape;483;p29"/>
          <p:cNvSpPr txBox="1">
            <a:spLocks noGrp="1"/>
          </p:cNvSpPr>
          <p:nvPr>
            <p:ph type="body" idx="1"/>
          </p:nvPr>
        </p:nvSpPr>
        <p:spPr>
          <a:xfrm>
            <a:off x="1069848" y="1337640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" sz="2400"/>
              <a:t>Useful because boolean arrays can be generated by using logical operators on Series.</a:t>
            </a:r>
            <a:endParaRPr sz="2400"/>
          </a:p>
        </p:txBody>
      </p:sp>
      <p:pic>
        <p:nvPicPr>
          <p:cNvPr id="484" name="Google Shape;48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8133" y="3978054"/>
            <a:ext cx="7721568" cy="51723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85" name="Google Shape;485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18133" y="4504643"/>
            <a:ext cx="6807200" cy="231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86" name="Google Shape;486;p29"/>
          <p:cNvSpPr/>
          <p:nvPr/>
        </p:nvSpPr>
        <p:spPr>
          <a:xfrm rot="-5400000">
            <a:off x="4888933" y="2367163"/>
            <a:ext cx="336800" cy="30080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BE07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487" name="Google Shape;487;p29"/>
          <p:cNvCxnSpPr/>
          <p:nvPr/>
        </p:nvCxnSpPr>
        <p:spPr>
          <a:xfrm rot="10800000">
            <a:off x="2620737" y="3232237"/>
            <a:ext cx="951328" cy="569983"/>
          </a:xfrm>
          <a:prstGeom prst="straightConnector1">
            <a:avLst/>
          </a:prstGeom>
          <a:noFill/>
          <a:ln w="9525" cap="flat" cmpd="sng">
            <a:solidFill>
              <a:srgbClr val="BE071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8" name="Google Shape;488;p29"/>
          <p:cNvSpPr txBox="1"/>
          <p:nvPr/>
        </p:nvSpPr>
        <p:spPr>
          <a:xfrm>
            <a:off x="172032" y="1994729"/>
            <a:ext cx="4603167" cy="10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BE0712"/>
                </a:solidFill>
                <a:latin typeface="Rockwell"/>
                <a:ea typeface="Rockwell"/>
                <a:cs typeface="Rockwell"/>
                <a:sym typeface="Rockwell"/>
              </a:rPr>
              <a:t>Length 23 Series where every entry is “Republican”, “Democrat” or “Independent.”</a:t>
            </a:r>
            <a:endParaRPr sz="2400" b="0" i="0" u="none" strike="noStrike" cap="none">
              <a:solidFill>
                <a:srgbClr val="BE0712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89" name="Google Shape;489;p29"/>
          <p:cNvSpPr/>
          <p:nvPr/>
        </p:nvSpPr>
        <p:spPr>
          <a:xfrm rot="-5400000">
            <a:off x="6403265" y="435809"/>
            <a:ext cx="336800" cy="5999200"/>
          </a:xfrm>
          <a:prstGeom prst="rightBrace">
            <a:avLst>
              <a:gd name="adj1" fmla="val 8333"/>
              <a:gd name="adj2" fmla="val 69053"/>
            </a:avLst>
          </a:prstGeom>
          <a:noFill/>
          <a:ln w="9525" cap="flat" cmpd="sng">
            <a:solidFill>
              <a:srgbClr val="BE07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90" name="Google Shape;490;p29"/>
          <p:cNvSpPr txBox="1"/>
          <p:nvPr/>
        </p:nvSpPr>
        <p:spPr>
          <a:xfrm>
            <a:off x="6096000" y="1967801"/>
            <a:ext cx="6113283" cy="10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BE0712"/>
                </a:solidFill>
                <a:latin typeface="Rockwell"/>
                <a:ea typeface="Rockwell"/>
                <a:cs typeface="Rockwell"/>
                <a:sym typeface="Rockwell"/>
              </a:rPr>
              <a:t>Length 23 Series where every entry is either “True” or “False”, where “True” occurs for every independent candidate.</a:t>
            </a:r>
            <a:endParaRPr sz="2400" b="0" i="0" u="none" strike="noStrike" cap="none">
              <a:solidFill>
                <a:srgbClr val="BE0712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491" name="Google Shape;491;p29"/>
          <p:cNvCxnSpPr>
            <a:stCxn id="489" idx="1"/>
          </p:cNvCxnSpPr>
          <p:nvPr/>
        </p:nvCxnSpPr>
        <p:spPr>
          <a:xfrm rot="10800000">
            <a:off x="7714693" y="3181509"/>
            <a:ext cx="0" cy="85500"/>
          </a:xfrm>
          <a:prstGeom prst="straightConnector1">
            <a:avLst/>
          </a:prstGeom>
          <a:noFill/>
          <a:ln w="9525" cap="flat" cmpd="sng">
            <a:solidFill>
              <a:srgbClr val="BE0712"/>
            </a:solidFill>
            <a:prstDash val="solid"/>
            <a:round/>
            <a:headEnd type="none" w="sm" len="sm"/>
            <a:tailEnd type="triangle" w="med" len="med"/>
          </a:ln>
        </p:spPr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BEFB0FD-5668-C376-AAE4-3CE3C886DCB0}"/>
                  </a:ext>
                </a:extLst>
              </p14:cNvPr>
              <p14:cNvContentPartPr/>
              <p14:nvPr/>
            </p14:nvContentPartPr>
            <p14:xfrm>
              <a:off x="9039960" y="4581360"/>
              <a:ext cx="3041280" cy="2200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BEFB0FD-5668-C376-AAE4-3CE3C886DCB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30600" y="4572000"/>
                <a:ext cx="3060000" cy="2219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0"/>
          <p:cNvSpPr txBox="1">
            <a:spLocks noGrp="1"/>
          </p:cNvSpPr>
          <p:nvPr>
            <p:ph type="title"/>
          </p:nvPr>
        </p:nvSpPr>
        <p:spPr>
          <a:xfrm>
            <a:off x="1063752" y="530725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BOOLEAN ARRAY INPUT</a:t>
            </a:r>
            <a:endParaRPr/>
          </a:p>
        </p:txBody>
      </p:sp>
      <p:sp>
        <p:nvSpPr>
          <p:cNvPr id="497" name="Google Shape;497;p30"/>
          <p:cNvSpPr txBox="1">
            <a:spLocks noGrp="1"/>
          </p:cNvSpPr>
          <p:nvPr>
            <p:ph type="body" idx="1"/>
          </p:nvPr>
        </p:nvSpPr>
        <p:spPr>
          <a:xfrm>
            <a:off x="1069848" y="2009442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" sz="2400"/>
              <a:t>Boolean Series can be combined using the &amp; operator, allowing filtering of results by multiple criteria. </a:t>
            </a:r>
            <a:endParaRPr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/>
          </a:p>
        </p:txBody>
      </p:sp>
      <p:pic>
        <p:nvPicPr>
          <p:cNvPr id="498" name="Google Shape;49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9367" y="2940833"/>
            <a:ext cx="6972300" cy="8636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99" name="Google Shape;499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49367" y="3823145"/>
            <a:ext cx="6705600" cy="28829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LOC SUPPORTS BOOLEAN ARRAYS</a:t>
            </a:r>
            <a:endParaRPr/>
          </a:p>
        </p:txBody>
      </p:sp>
      <p:sp>
        <p:nvSpPr>
          <p:cNvPr id="505" name="Google Shape;505;p38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" sz="2400"/>
              <a:t>Loc supports Boolean Arrays exactly as you’d expect.</a:t>
            </a: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pic>
        <p:nvPicPr>
          <p:cNvPr id="506" name="Google Shape;506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266" y="2977850"/>
            <a:ext cx="11258399" cy="41271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07" name="Google Shape;507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265" y="3409245"/>
            <a:ext cx="4749800" cy="2730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1fcaa18c86e_1_117"/>
          <p:cNvSpPr txBox="1">
            <a:spLocks noGrp="1"/>
          </p:cNvSpPr>
          <p:nvPr>
            <p:ph type="title"/>
          </p:nvPr>
        </p:nvSpPr>
        <p:spPr>
          <a:xfrm>
            <a:off x="151850" y="92750"/>
            <a:ext cx="11919300" cy="16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Rockwell"/>
              <a:buNone/>
            </a:pPr>
            <a:r>
              <a:rPr lang="en"/>
              <a:t>ANNOYING QUESTION CHALLENGE</a:t>
            </a:r>
            <a:endParaRPr/>
          </a:p>
        </p:txBody>
      </p:sp>
      <p:sp>
        <p:nvSpPr>
          <p:cNvPr id="514" name="Google Shape;514;g1fcaa18c86e_1_117"/>
          <p:cNvSpPr txBox="1">
            <a:spLocks noGrp="1"/>
          </p:cNvSpPr>
          <p:nvPr>
            <p:ph type="body" idx="1"/>
          </p:nvPr>
        </p:nvSpPr>
        <p:spPr>
          <a:xfrm>
            <a:off x="282300" y="1729525"/>
            <a:ext cx="11705100" cy="22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7432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2266">
                <a:latin typeface="Calibri"/>
                <a:ea typeface="Calibri"/>
                <a:cs typeface="Calibri"/>
                <a:sym typeface="Calibri"/>
              </a:rPr>
              <a:t>Which of the following pandas statements returns a DataFrame of the first 3 Candidate names only for candidates that won with more than 50% of the vote?</a:t>
            </a:r>
            <a:endParaRPr sz="2266">
              <a:latin typeface="Calibri"/>
              <a:ea typeface="Calibri"/>
              <a:cs typeface="Calibri"/>
              <a:sym typeface="Calibri"/>
            </a:endParaRPr>
          </a:p>
          <a:p>
            <a:pPr marL="274320" lvl="0" indent="-138112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75"/>
              <a:buFont typeface="Consolas"/>
              <a:buAutoNum type="arabicPeriod"/>
            </a:pPr>
            <a:r>
              <a:rPr lang="en" sz="2175">
                <a:latin typeface="Consolas"/>
                <a:ea typeface="Consolas"/>
                <a:cs typeface="Consolas"/>
                <a:sym typeface="Consolas"/>
              </a:rPr>
              <a:t>elections2.iloc[[0, 3, 5], [0, 3]]</a:t>
            </a:r>
            <a:endParaRPr sz="2175">
              <a:latin typeface="Consolas"/>
              <a:ea typeface="Consolas"/>
              <a:cs typeface="Consolas"/>
              <a:sym typeface="Consolas"/>
            </a:endParaRPr>
          </a:p>
          <a:p>
            <a:pPr marL="274320" lvl="0" indent="-1381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75"/>
              <a:buFont typeface="Consolas"/>
              <a:buAutoNum type="arabicPeriod"/>
            </a:pPr>
            <a:r>
              <a:rPr lang="en" sz="2175">
                <a:latin typeface="Consolas"/>
                <a:ea typeface="Consolas"/>
                <a:cs typeface="Consolas"/>
                <a:sym typeface="Consolas"/>
              </a:rPr>
              <a:t>elections2.loc[[0, 3, 5], "Candidate":"Year"]</a:t>
            </a:r>
            <a:endParaRPr sz="2175">
              <a:latin typeface="Consolas"/>
              <a:ea typeface="Consolas"/>
              <a:cs typeface="Consolas"/>
              <a:sym typeface="Consolas"/>
            </a:endParaRPr>
          </a:p>
          <a:p>
            <a:pPr marL="274320" lvl="0" indent="-1381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75"/>
              <a:buFont typeface="Consolas"/>
              <a:buAutoNum type="arabicPeriod"/>
            </a:pPr>
            <a:r>
              <a:rPr lang="en" sz="2175">
                <a:latin typeface="Consolas"/>
                <a:ea typeface="Consolas"/>
                <a:cs typeface="Consolas"/>
                <a:sym typeface="Consolas"/>
              </a:rPr>
              <a:t>elections2.loc[elections2["%"] &gt; 50, ["Candidate", "Year"]].head(3)</a:t>
            </a:r>
            <a:endParaRPr sz="2175">
              <a:latin typeface="Consolas"/>
              <a:ea typeface="Consolas"/>
              <a:cs typeface="Consolas"/>
              <a:sym typeface="Consolas"/>
            </a:endParaRPr>
          </a:p>
          <a:p>
            <a:pPr marL="274320" lvl="0" indent="-1381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75"/>
              <a:buFont typeface="Consolas"/>
              <a:buAutoNum type="arabicPeriod"/>
            </a:pPr>
            <a:r>
              <a:rPr lang="en" sz="2175">
                <a:latin typeface="Consolas"/>
                <a:ea typeface="Consolas"/>
                <a:cs typeface="Consolas"/>
                <a:sym typeface="Consolas"/>
              </a:rPr>
              <a:t>elections2.loc[elections2["%"] &gt; 50, ["Candidate", "Year"]].iloc[0:2, :]</a:t>
            </a:r>
            <a:endParaRPr sz="1900"/>
          </a:p>
        </p:txBody>
      </p:sp>
      <p:pic>
        <p:nvPicPr>
          <p:cNvPr id="515" name="Google Shape;515;g1fcaa18c86e_1_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0830" y="4256897"/>
            <a:ext cx="3177300" cy="2390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16" name="Google Shape;516;g1fcaa18c86e_1_1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66998" y="4079931"/>
            <a:ext cx="3898599" cy="256766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517" name="Google Shape;517;g1fcaa18c86e_1_117"/>
          <p:cNvCxnSpPr/>
          <p:nvPr/>
        </p:nvCxnSpPr>
        <p:spPr>
          <a:xfrm>
            <a:off x="5620968" y="5452250"/>
            <a:ext cx="10212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B0C5F56-4A90-FC5B-1167-0433E641E1C7}"/>
                  </a:ext>
                </a:extLst>
              </p14:cNvPr>
              <p14:cNvContentPartPr/>
              <p14:nvPr/>
            </p14:nvContentPartPr>
            <p14:xfrm>
              <a:off x="387000" y="2531160"/>
              <a:ext cx="7554960" cy="3657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B0C5F56-4A90-FC5B-1167-0433E641E1C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7640" y="2521800"/>
                <a:ext cx="7573680" cy="3676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0"/>
          <p:cNvSpPr txBox="1"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0"/>
              <a:buFont typeface="Rockwell"/>
              <a:buNone/>
            </a:pPr>
            <a:r>
              <a:rPr lang="en" sz="4400"/>
              <a:t>HANDY PROPERTIES AND UTILITY FUNCTIONS </a:t>
            </a:r>
            <a:br>
              <a:rPr lang="en" sz="4400"/>
            </a:br>
            <a:r>
              <a:rPr lang="en" sz="4400"/>
              <a:t>FOR SERIES AND DATAFRAMES</a:t>
            </a:r>
            <a:endParaRPr sz="4400"/>
          </a:p>
        </p:txBody>
      </p:sp>
      <p:sp>
        <p:nvSpPr>
          <p:cNvPr id="524" name="Google Shape;524;p40"/>
          <p:cNvSpPr txBox="1"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70"/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2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SORT_VALUES</a:t>
            </a:r>
            <a:r>
              <a:rPr lang="en"/>
              <a:t> METHOD</a:t>
            </a:r>
            <a:endParaRPr/>
          </a:p>
        </p:txBody>
      </p:sp>
      <p:sp>
        <p:nvSpPr>
          <p:cNvPr id="538" name="Google Shape;538;p42"/>
          <p:cNvSpPr txBox="1">
            <a:spLocks noGrp="1"/>
          </p:cNvSpPr>
          <p:nvPr>
            <p:ph type="body" idx="1"/>
          </p:nvPr>
        </p:nvSpPr>
        <p:spPr>
          <a:xfrm>
            <a:off x="1063752" y="18928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/>
              <a:t>One incredibly useful method for DataFrames is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sort_values</a:t>
            </a:r>
            <a:r>
              <a:rPr lang="en"/>
              <a:t>, which creates a copy of a DataFrame sorted by a specific column</a:t>
            </a:r>
            <a:endParaRPr/>
          </a:p>
        </p:txBody>
      </p:sp>
      <p:pic>
        <p:nvPicPr>
          <p:cNvPr id="539" name="Google Shape;539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1301" y="2643900"/>
            <a:ext cx="7480300" cy="533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40" name="Google Shape;540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1301" y="3192053"/>
            <a:ext cx="6718300" cy="337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577871-9C67-4781-D72A-3E7999614641}"/>
                  </a:ext>
                </a:extLst>
              </p14:cNvPr>
              <p14:cNvContentPartPr/>
              <p14:nvPr/>
            </p14:nvContentPartPr>
            <p14:xfrm>
              <a:off x="2159280" y="687240"/>
              <a:ext cx="7769520" cy="4366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577871-9C67-4781-D72A-3E799961464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49920" y="677880"/>
                <a:ext cx="7788240" cy="4385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3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SORT_VALUES</a:t>
            </a:r>
            <a:r>
              <a:rPr lang="en"/>
              <a:t> METHOD</a:t>
            </a:r>
            <a:endParaRPr/>
          </a:p>
        </p:txBody>
      </p:sp>
      <p:sp>
        <p:nvSpPr>
          <p:cNvPr id="547" name="Google Shape;547;p43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" sz="2400"/>
              <a:t>We can also use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sort_values</a:t>
            </a:r>
            <a:r>
              <a:rPr lang="en" sz="2400"/>
              <a:t> on a Series, which returns a copy with the values in order.</a:t>
            </a: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pic>
        <p:nvPicPr>
          <p:cNvPr id="548" name="Google Shape;548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900" y="2972633"/>
            <a:ext cx="7693301" cy="505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49" name="Google Shape;549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2901" y="3487389"/>
            <a:ext cx="5549900" cy="2667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50" name="Google Shape;550;p43"/>
          <p:cNvSpPr txBox="1"/>
          <p:nvPr/>
        </p:nvSpPr>
        <p:spPr>
          <a:xfrm>
            <a:off x="7632441" y="3937518"/>
            <a:ext cx="4278928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Assuming mottos is a DataFrame, what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would happen if I run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mottos[[‘Language’]].sort_values()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VALUE_COUNTS</a:t>
            </a:r>
            <a:r>
              <a:rPr lang="en"/>
              <a:t> METHOD</a:t>
            </a:r>
            <a:endParaRPr/>
          </a:p>
        </p:txBody>
      </p:sp>
      <p:sp>
        <p:nvSpPr>
          <p:cNvPr id="556" name="Google Shape;556;p44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" sz="2400"/>
              <a:t>Series also has the function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value_counts</a:t>
            </a:r>
            <a:r>
              <a:rPr lang="en" sz="2400"/>
              <a:t>, which creates a new Series showing the counts of every value.</a:t>
            </a: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pic>
        <p:nvPicPr>
          <p:cNvPr id="557" name="Google Shape;557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5601" y="2986622"/>
            <a:ext cx="4840399" cy="42366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58" name="Google Shape;558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55601" y="3429000"/>
            <a:ext cx="4660900" cy="160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A91B148-B957-FA41-8E1B-7A667F6A2105}"/>
                  </a:ext>
                </a:extLst>
              </p14:cNvPr>
              <p14:cNvContentPartPr/>
              <p14:nvPr/>
            </p14:nvContentPartPr>
            <p14:xfrm>
              <a:off x="5640840" y="2471040"/>
              <a:ext cx="4906080" cy="1214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A91B148-B957-FA41-8E1B-7A667F6A21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31480" y="2461680"/>
                <a:ext cx="4924800" cy="1233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5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UNIQUE</a:t>
            </a:r>
            <a:r>
              <a:rPr lang="en"/>
              <a:t> METHOD</a:t>
            </a:r>
            <a:endParaRPr/>
          </a:p>
        </p:txBody>
      </p:sp>
      <p:sp>
        <p:nvSpPr>
          <p:cNvPr id="565" name="Google Shape;565;p45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/>
              <a:t>Another handy method for Series  is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unique</a:t>
            </a:r>
            <a:r>
              <a:rPr lang="en"/>
              <a:t>, which returns all unique values as an array.</a:t>
            </a: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pic>
        <p:nvPicPr>
          <p:cNvPr id="566" name="Google Shape;566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5843" y="2895599"/>
            <a:ext cx="4749800" cy="533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67" name="Google Shape;567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5834" y="3429000"/>
            <a:ext cx="11548001" cy="76073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F803947-60EA-7475-5D60-6DF32884DAB7}"/>
                  </a:ext>
                </a:extLst>
              </p14:cNvPr>
              <p14:cNvContentPartPr/>
              <p14:nvPr/>
            </p14:nvContentPartPr>
            <p14:xfrm>
              <a:off x="638640" y="4251240"/>
              <a:ext cx="9394560" cy="1302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F803947-60EA-7475-5D60-6DF32884DAB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9280" y="4241880"/>
                <a:ext cx="9413280" cy="1320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Consolas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ISIN</a:t>
            </a:r>
            <a:endParaRPr/>
          </a:p>
        </p:txBody>
      </p:sp>
      <p:sp>
        <p:nvSpPr>
          <p:cNvPr id="574" name="Google Shape;574;p54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 dirty="0"/>
              <a:t>We saw how to build </a:t>
            </a:r>
            <a:r>
              <a:rPr lang="en" dirty="0" err="1"/>
              <a:t>boolean</a:t>
            </a:r>
            <a:r>
              <a:rPr lang="en" dirty="0"/>
              <a:t> arrays for filtering, e.g.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" dirty="0"/>
              <a:t>If we have a list of valid items, e.g. “Republican” or “Democratic”, we could use the | operator (| means or), but a better way is to use </a:t>
            </a:r>
            <a:r>
              <a:rPr lang="en" dirty="0" err="1">
                <a:latin typeface="Consolas"/>
                <a:ea typeface="Consolas"/>
                <a:cs typeface="Consolas"/>
                <a:sym typeface="Consolas"/>
              </a:rPr>
              <a:t>isin</a:t>
            </a:r>
            <a:r>
              <a:rPr lang="en" dirty="0"/>
              <a:t>.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" dirty="0"/>
              <a:t>Ugly: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 dirty="0"/>
              <a:t>Better: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  <p:pic>
        <p:nvPicPr>
          <p:cNvPr id="575" name="Google Shape;575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9700" y="2586500"/>
            <a:ext cx="4074800" cy="41406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76" name="Google Shape;576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29385" y="4319302"/>
            <a:ext cx="9092767" cy="47366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77" name="Google Shape;577;p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91221" y="5287793"/>
            <a:ext cx="7800899" cy="57654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Now</a:t>
            </a:r>
            <a:endParaRPr dirty="0"/>
          </a:p>
        </p:txBody>
      </p:sp>
      <p:sp>
        <p:nvSpPr>
          <p:cNvPr id="169" name="Google Shape;169;p4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533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endParaRPr sz="240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10"/>
              <a:buChar char="▪"/>
            </a:pPr>
            <a:r>
              <a:rPr lang="en-US" sz="2600"/>
              <a:t>Data acquisition</a:t>
            </a:r>
            <a:endParaRPr/>
          </a:p>
          <a:p>
            <a:pPr marL="182880" lvl="0" indent="-42544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10"/>
              <a:buNone/>
            </a:pPr>
            <a:endParaRPr sz="2600"/>
          </a:p>
          <a:p>
            <a:pPr marL="182880" lvl="0" indent="-18288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</a:rPr>
              <a:t>Data wrangling/cleaning</a:t>
            </a:r>
            <a:endParaRPr sz="2200">
              <a:solidFill>
                <a:srgbClr val="000000"/>
              </a:solidFill>
            </a:endParaRPr>
          </a:p>
          <a:p>
            <a:pPr marL="457200" lvl="1" indent="-18288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</a:rPr>
              <a:t>Structure 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</a:rPr>
              <a:t>Data types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</a:rPr>
              <a:t>Granularity</a:t>
            </a:r>
            <a:endParaRPr sz="22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6014548" y="1824796"/>
            <a:ext cx="780800" cy="7808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6441535" y="982797"/>
            <a:ext cx="3081200" cy="9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Formulate Question or Problem</a:t>
            </a:r>
            <a:endParaRPr sz="266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4"/>
          <p:cNvCxnSpPr/>
          <p:nvPr/>
        </p:nvCxnSpPr>
        <p:spPr>
          <a:xfrm>
            <a:off x="6404948" y="1247996"/>
            <a:ext cx="0" cy="576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" name="Google Shape;173;p4"/>
          <p:cNvCxnSpPr/>
          <p:nvPr/>
        </p:nvCxnSpPr>
        <p:spPr>
          <a:xfrm>
            <a:off x="9797682" y="1247996"/>
            <a:ext cx="0" cy="576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74" name="Google Shape;174;p4"/>
          <p:cNvGrpSpPr/>
          <p:nvPr/>
        </p:nvGrpSpPr>
        <p:grpSpPr>
          <a:xfrm>
            <a:off x="6795349" y="1013008"/>
            <a:ext cx="5396651" cy="1592588"/>
            <a:chOff x="3149725" y="615959"/>
            <a:chExt cx="4047488" cy="1194441"/>
          </a:xfrm>
        </p:grpSpPr>
        <p:sp>
          <p:nvSpPr>
            <p:cNvPr id="175" name="Google Shape;175;p4"/>
            <p:cNvSpPr/>
            <p:nvPr/>
          </p:nvSpPr>
          <p:spPr>
            <a:xfrm>
              <a:off x="5108675" y="1224800"/>
              <a:ext cx="585600" cy="585600"/>
            </a:xfrm>
            <a:prstGeom prst="ellipse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76" name="Google Shape;176;p4"/>
            <p:cNvSpPr txBox="1"/>
            <p:nvPr/>
          </p:nvSpPr>
          <p:spPr>
            <a:xfrm>
              <a:off x="5714013" y="615959"/>
              <a:ext cx="1483200" cy="6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67"/>
                <a:buFont typeface="Arial"/>
                <a:buNone/>
              </a:pPr>
              <a:r>
                <a:rPr lang="en-US" sz="26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Acquire and Clean Data</a:t>
              </a:r>
              <a:endPara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7" name="Google Shape;177;p4"/>
            <p:cNvCxnSpPr/>
            <p:nvPr/>
          </p:nvCxnSpPr>
          <p:spPr>
            <a:xfrm>
              <a:off x="3149725" y="1517600"/>
              <a:ext cx="19590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78" name="Google Shape;178;p4"/>
          <p:cNvGrpSpPr/>
          <p:nvPr/>
        </p:nvGrpSpPr>
        <p:grpSpPr>
          <a:xfrm>
            <a:off x="9407283" y="2605596"/>
            <a:ext cx="2881135" cy="2928869"/>
            <a:chOff x="5108675" y="1810400"/>
            <a:chExt cx="2160851" cy="2196652"/>
          </a:xfrm>
        </p:grpSpPr>
        <p:grpSp>
          <p:nvGrpSpPr>
            <p:cNvPr id="179" name="Google Shape;179;p4"/>
            <p:cNvGrpSpPr/>
            <p:nvPr/>
          </p:nvGrpSpPr>
          <p:grpSpPr>
            <a:xfrm>
              <a:off x="5108675" y="3188600"/>
              <a:ext cx="2160851" cy="818452"/>
              <a:chOff x="5108675" y="3188600"/>
              <a:chExt cx="2160851" cy="818452"/>
            </a:xfrm>
          </p:grpSpPr>
          <p:sp>
            <p:nvSpPr>
              <p:cNvPr id="180" name="Google Shape;180;p4"/>
              <p:cNvSpPr/>
              <p:nvPr/>
            </p:nvSpPr>
            <p:spPr>
              <a:xfrm>
                <a:off x="5108675" y="3188600"/>
                <a:ext cx="585600" cy="585600"/>
              </a:xfrm>
              <a:prstGeom prst="ellipse">
                <a:avLst/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181" name="Google Shape;181;p4"/>
              <p:cNvSpPr txBox="1"/>
              <p:nvPr/>
            </p:nvSpPr>
            <p:spPr>
              <a:xfrm>
                <a:off x="5694226" y="3329652"/>
                <a:ext cx="1575300" cy="67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67"/>
                  <a:buFont typeface="Arial"/>
                  <a:buNone/>
                </a:pPr>
                <a:r>
                  <a:rPr lang="en-US" sz="2667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Exploratory Data Analysis</a:t>
                </a:r>
                <a:endParaRPr sz="26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82" name="Google Shape;182;p4"/>
            <p:cNvCxnSpPr/>
            <p:nvPr/>
          </p:nvCxnSpPr>
          <p:spPr>
            <a:xfrm>
              <a:off x="5401475" y="1810400"/>
              <a:ext cx="0" cy="1378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cxnSp>
        <p:nvCxnSpPr>
          <p:cNvPr id="183" name="Google Shape;183;p4"/>
          <p:cNvCxnSpPr/>
          <p:nvPr/>
        </p:nvCxnSpPr>
        <p:spPr>
          <a:xfrm rot="10800000">
            <a:off x="6680827" y="2491141"/>
            <a:ext cx="2840800" cy="2066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4" name="Google Shape;184;p4"/>
          <p:cNvSpPr/>
          <p:nvPr/>
        </p:nvSpPr>
        <p:spPr>
          <a:xfrm>
            <a:off x="6014548" y="4443196"/>
            <a:ext cx="780800" cy="7808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6349087" y="5058094"/>
            <a:ext cx="2713600" cy="9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 Conclusions</a:t>
            </a:r>
            <a:endParaRPr sz="266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p4"/>
          <p:cNvCxnSpPr/>
          <p:nvPr/>
        </p:nvCxnSpPr>
        <p:spPr>
          <a:xfrm rot="10800000">
            <a:off x="6795282" y="4833596"/>
            <a:ext cx="26120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7" name="Google Shape;187;p4"/>
          <p:cNvCxnSpPr/>
          <p:nvPr/>
        </p:nvCxnSpPr>
        <p:spPr>
          <a:xfrm rot="10800000">
            <a:off x="6404948" y="2605596"/>
            <a:ext cx="0" cy="1837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88" name="Google Shape;188;p4"/>
          <p:cNvGrpSpPr/>
          <p:nvPr/>
        </p:nvGrpSpPr>
        <p:grpSpPr>
          <a:xfrm>
            <a:off x="6404949" y="5223996"/>
            <a:ext cx="4380633" cy="1519600"/>
            <a:chOff x="2856925" y="3774200"/>
            <a:chExt cx="3285475" cy="1139700"/>
          </a:xfrm>
        </p:grpSpPr>
        <p:sp>
          <p:nvSpPr>
            <p:cNvPr id="189" name="Google Shape;189;p4"/>
            <p:cNvSpPr txBox="1"/>
            <p:nvPr/>
          </p:nvSpPr>
          <p:spPr>
            <a:xfrm>
              <a:off x="3938000" y="4236500"/>
              <a:ext cx="2204400" cy="6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67"/>
                <a:buFont typeface="Arial"/>
                <a:buNone/>
              </a:pPr>
              <a:r>
                <a:rPr lang="en-US" sz="26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Reports, Decisions, and Solutions</a:t>
              </a:r>
              <a:endPara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0" name="Google Shape;190;p4"/>
            <p:cNvCxnSpPr/>
            <p:nvPr/>
          </p:nvCxnSpPr>
          <p:spPr>
            <a:xfrm rot="-5400000" flipH="1">
              <a:off x="2997025" y="3634100"/>
              <a:ext cx="801000" cy="1081200"/>
            </a:xfrm>
            <a:prstGeom prst="bentConnector2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191" name="Google Shape;191;p4"/>
          <p:cNvSpPr txBox="1"/>
          <p:nvPr/>
        </p:nvSpPr>
        <p:spPr>
          <a:xfrm>
            <a:off x="9726412" y="4429765"/>
            <a:ext cx="3840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9904768" y="2276440"/>
            <a:ext cx="214800" cy="3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193" name="Google Shape;193;p4"/>
          <p:cNvCxnSpPr/>
          <p:nvPr/>
        </p:nvCxnSpPr>
        <p:spPr>
          <a:xfrm rot="-5400000">
            <a:off x="9040012" y="3534265"/>
            <a:ext cx="2150100" cy="9300"/>
          </a:xfrm>
          <a:prstGeom prst="curvedConnector3">
            <a:avLst>
              <a:gd name="adj1" fmla="val 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4" name="Google Shape;194;p4"/>
          <p:cNvSpPr/>
          <p:nvPr/>
        </p:nvSpPr>
        <p:spPr>
          <a:xfrm>
            <a:off x="9283700" y="889000"/>
            <a:ext cx="2794000" cy="1889640"/>
          </a:xfrm>
          <a:prstGeom prst="rect">
            <a:avLst/>
          </a:prstGeom>
          <a:solidFill>
            <a:schemeClr val="accent1">
              <a:alpha val="20392"/>
            </a:schemeClr>
          </a:solidFill>
          <a:ln w="12700" cap="flat" cmpd="sng">
            <a:solidFill>
              <a:srgbClr val="99341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0EB8357-BF55-65E2-5C98-1441EB0DEFA3}"/>
                  </a:ext>
                </a:extLst>
              </p14:cNvPr>
              <p14:cNvContentPartPr/>
              <p14:nvPr/>
            </p14:nvContentPartPr>
            <p14:xfrm>
              <a:off x="6248880" y="2048400"/>
              <a:ext cx="3909240" cy="3199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0EB8357-BF55-65E2-5C98-1441EB0DEF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39520" y="2039040"/>
                <a:ext cx="3927960" cy="3218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DATA ACQUISITION AND CLEANING</a:t>
            </a:r>
            <a:endParaRPr/>
          </a:p>
        </p:txBody>
      </p:sp>
      <p:sp>
        <p:nvSpPr>
          <p:cNvPr id="200" name="Google Shape;200;p5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7492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What data do we have and what data do we need?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How will we collect more data?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How do we organize the data for analysis? </a:t>
            </a: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1196667" y="4948500"/>
            <a:ext cx="780800" cy="7808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2058500" y="4785700"/>
            <a:ext cx="2612000" cy="9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Acquire and Clean Data</a:t>
            </a:r>
            <a:endParaRPr sz="266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endParaRPr sz="266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5"/>
          <p:cNvCxnSpPr/>
          <p:nvPr/>
        </p:nvCxnSpPr>
        <p:spPr>
          <a:xfrm>
            <a:off x="1587067" y="4371700"/>
            <a:ext cx="0" cy="576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4" name="Google Shape;204;p5"/>
          <p:cNvCxnSpPr/>
          <p:nvPr/>
        </p:nvCxnSpPr>
        <p:spPr>
          <a:xfrm>
            <a:off x="-1415333" y="5338900"/>
            <a:ext cx="26120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5" name="Google Shape;205;p5"/>
          <p:cNvCxnSpPr/>
          <p:nvPr/>
        </p:nvCxnSpPr>
        <p:spPr>
          <a:xfrm>
            <a:off x="1587067" y="5729300"/>
            <a:ext cx="0" cy="1837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6" name="Google Shape;206;p5"/>
          <p:cNvSpPr/>
          <p:nvPr/>
        </p:nvSpPr>
        <p:spPr>
          <a:xfrm>
            <a:off x="4831571" y="4146804"/>
            <a:ext cx="7248045" cy="255454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You will typically acquire data in one of four ways: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ckwell"/>
              <a:buAutoNum type="arabicPeriod"/>
            </a:pPr>
            <a:r>
              <a:rPr lang="en-US"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Directly download a data file (or files) manually (HW2)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ckwell"/>
              <a:buAutoNum type="arabicPeriod"/>
            </a:pPr>
            <a:r>
              <a:rPr lang="en-US"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Query data from a database –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later in the course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ckwell"/>
              <a:buAutoNum type="arabicPeriod"/>
            </a:pPr>
            <a:r>
              <a:rPr lang="en-US"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Query an API (usually web-based, these days)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ckwell"/>
              <a:buAutoNum type="arabicPeriod"/>
            </a:pPr>
            <a:r>
              <a:rPr lang="en-US"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Scrape data from a webpage using HTTP requests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ckwell"/>
              <a:buNone/>
            </a:pPr>
            <a:endParaRPr sz="20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The last two are the topic of HW1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9666" y="4114757"/>
            <a:ext cx="8277225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ISSUING HTTP QUERIES</a:t>
            </a:r>
            <a:endParaRPr/>
          </a:p>
        </p:txBody>
      </p:sp>
      <p:sp>
        <p:nvSpPr>
          <p:cNvPr id="214" name="Google Shape;214;p6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One way to acquire data is through HTTP requests 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You can implement your own HTTP client but it’s unnecessary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Requests library is an HTTP library for Python, an HTTP client interface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http://docs.python-requests.org/</a:t>
            </a:r>
            <a:endParaRPr/>
          </a:p>
        </p:txBody>
      </p:sp>
      <p:sp>
        <p:nvSpPr>
          <p:cNvPr id="215" name="Google Shape;215;p6"/>
          <p:cNvSpPr txBox="1"/>
          <p:nvPr/>
        </p:nvSpPr>
        <p:spPr>
          <a:xfrm>
            <a:off x="4224669" y="4379623"/>
            <a:ext cx="4929900" cy="307800"/>
          </a:xfrm>
          <a:prstGeom prst="rect">
            <a:avLst/>
          </a:prstGeom>
          <a:solidFill>
            <a:srgbClr val="C5DD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(“https://www.yelp.com/biz/the-jibarito-stop-chicago-2”)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4BA25D9-F59B-6CA4-C07C-BCF432C6E8DC}"/>
                  </a:ext>
                </a:extLst>
              </p14:cNvPr>
              <p14:cNvContentPartPr/>
              <p14:nvPr/>
            </p14:nvContentPartPr>
            <p14:xfrm>
              <a:off x="236160" y="4012920"/>
              <a:ext cx="3298320" cy="2532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4BA25D9-F59B-6CA4-C07C-BCF432C6E8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6800" y="4003560"/>
                <a:ext cx="3317040" cy="2551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RESPONSE.HEADERS</a:t>
            </a:r>
            <a:endParaRPr/>
          </a:p>
        </p:txBody>
      </p:sp>
      <p:sp>
        <p:nvSpPr>
          <p:cNvPr id="221" name="Google Shape;221;p7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&gt;&gt;&gt; response.headers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en-US"/>
              <a:t>{'Connection': 'keep-alive', 'content-type': 'text/html; charset=UTF-8', 'set-cookie': 'pid=; Domain=.yelp.com; Max-Age=0; Path=/; expires=Wed, 31-Dec-97 23:59:59 GMT, bse=720d7ce5c8aa48ddb8ec6e540a04c86a; Domain=.yelp.com; Path=/; HttpOnly, hl=en_US; Domain=.yelp.com; Max-Age=630720000; Path=/; expires=Wed, 15-Jan-2042 15:52:09 GMT, wdi=1|BC950BD9E27FA84F|0x1.87a614983bbc3p+30|6c114782f31bd6de; Domain=.yelp.com; Path=/; Max-Age=630720000; Expires=Wed, 15 Jan 2042 15:52:09 GMT; HttpOnly; SameSite=Lax', 'x-routing-service': 'routing-main--useast1-77b688657c-sq72d; site=www', 'x-node': 'www_all, yelp-main-main--useast1-595654bc94-dv67w', 'x-zipkin-id': 'eafd558baa129697', 'x-b3-sampled': '0', 'referrer-policy': 'origin-when-cross-origin', 'strict-transport-security': 'max-age=31536000; includeSubDomains; preload', 'x-xss-protection': '1; report=https://www.yelp.com/xss_protection_report', 'x-content-type-options': 'nosniff', 'server': 'envoy', 'x-cloudmap': 'routing_useast1', 'x-mode': 'ro', 'x-proxied': '10-65-91-109-useast1aprod', 'content-encoding': 'gzip', 'x-extlb': '10-65-91-109-useast1aprod', 'cache-control': 'max-age=0, no-store, private, no-transform', 'Accept-Ranges': 'bytes', 'Date': 'Thu, 20 Jan 2022 15:52:09 GMT', 'Via': '1.1 varnish', 'X-Served-By': 'cache-chi21140-CHI', 'X-Cache': 'MISS', 'X-Cache-Hits': '0', 'X-Timer': 'S1642693926.047126,VS0,VE3375', 'Vary': 'Accept-Encoding', 'transfer-encoding': 'chunked'}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HTTP REQUEST BASICS</a:t>
            </a:r>
            <a:endParaRPr/>
          </a:p>
        </p:txBody>
      </p:sp>
      <p:sp>
        <p:nvSpPr>
          <p:cNvPr id="228" name="Google Shape;228;p8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162928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You’ve seen URLs like these: </a:t>
            </a:r>
            <a:r>
              <a:rPr lang="en-US" sz="1800"/>
              <a:t>https://www.google.com/url?sa=t&amp;rct=j&amp;q=&amp;esrc=s&amp;source=web&amp;cd=9&amp;cad=rja&amp;uact=8… 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The weird statements after the url are parameters, you would provide them using the requests library like this:</a:t>
            </a: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HTTP GET is the most common method, but there are also PUT, POST, DELETE methods that change some state on the server</a:t>
            </a:r>
            <a:endParaRPr/>
          </a:p>
        </p:txBody>
      </p:sp>
      <p:pic>
        <p:nvPicPr>
          <p:cNvPr id="229" name="Google Shape;22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550" y="3480800"/>
            <a:ext cx="11438049" cy="118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4625" y="5451324"/>
            <a:ext cx="11438049" cy="1189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REST API</a:t>
            </a:r>
            <a:endParaRPr/>
          </a:p>
        </p:txBody>
      </p:sp>
      <p:sp>
        <p:nvSpPr>
          <p:cNvPr id="237" name="Google Shape;237;p9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If you move beyond just querying web pages to web APIs, you’ll most likely encounter REST APIs (Representational State Transfer) 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REST is more of a design architecture, but a few key points: 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Uses standard HTTP interface and methods (GET, PUT, POST, DELETE) 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Stateless – the server doesn’t remember what you were doing 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Rule of thumb: if you’re sending your account key along with each API call, you’re probably using a REST API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8700" y="2782450"/>
            <a:ext cx="8982620" cy="1399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0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QUERYING A REST API</a:t>
            </a:r>
            <a:endParaRPr/>
          </a:p>
        </p:txBody>
      </p:sp>
      <p:sp>
        <p:nvSpPr>
          <p:cNvPr id="245" name="Google Shape;245;p10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You query a REST API similar to standard HTTP requests, but will almost always need to include parameters</a:t>
            </a: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Get your own access token at https://github.com/settings/tokens/new 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GitHub API uses GET/PUT/DELETE to let you query or update elements in your GitHub account automatically 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Example of REST: server doesn’t remember your last queries, for instance you always need to include your access token if using it this way</a:t>
            </a:r>
            <a:endParaRPr/>
          </a:p>
        </p:txBody>
      </p:sp>
      <p:sp>
        <p:nvSpPr>
          <p:cNvPr id="246" name="Google Shape;246;p10"/>
          <p:cNvSpPr txBox="1"/>
          <p:nvPr/>
        </p:nvSpPr>
        <p:spPr>
          <a:xfrm>
            <a:off x="4486703" y="3763925"/>
            <a:ext cx="783600" cy="369300"/>
          </a:xfrm>
          <a:prstGeom prst="rect">
            <a:avLst/>
          </a:prstGeom>
          <a:solidFill>
            <a:srgbClr val="C5DD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CAEE9"/>
                </a:solidFill>
                <a:latin typeface="Rockwell"/>
                <a:ea typeface="Rockwell"/>
                <a:cs typeface="Rockwell"/>
                <a:sym typeface="Rockwell"/>
              </a:rPr>
              <a:t>*****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2842050" y="3792679"/>
            <a:ext cx="882000" cy="338700"/>
          </a:xfrm>
          <a:prstGeom prst="rect">
            <a:avLst/>
          </a:prstGeom>
          <a:solidFill>
            <a:srgbClr val="C5DD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accent2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lang="en-US" sz="1500" b="0" i="0" u="none" strike="noStrike" cap="none">
                <a:solidFill>
                  <a:schemeClr val="accent2"/>
                </a:solidFill>
                <a:latin typeface="Rockwell"/>
                <a:ea typeface="Rockwell"/>
                <a:cs typeface="Rockwell"/>
                <a:sym typeface="Rockwell"/>
              </a:rPr>
              <a:t>&lt;user&gt;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77F96AA-0037-4C59-8B35-AE2BFA39EAF6}"/>
                  </a:ext>
                </a:extLst>
              </p14:cNvPr>
              <p14:cNvContentPartPr/>
              <p14:nvPr/>
            </p14:nvContentPartPr>
            <p14:xfrm>
              <a:off x="833040" y="2811240"/>
              <a:ext cx="7054560" cy="2957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77F96AA-0037-4C59-8B35-AE2BFA39EA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3680" y="2801880"/>
                <a:ext cx="7073280" cy="2976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2961530"/>
            <a:ext cx="10058400" cy="105670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1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AUTHENTICATION</a:t>
            </a:r>
            <a:endParaRPr/>
          </a:p>
        </p:txBody>
      </p:sp>
      <p:sp>
        <p:nvSpPr>
          <p:cNvPr id="255" name="Google Shape;255;p11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Basic authentication has traditionally been the most common approach to access control for web pages</a:t>
            </a: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Most APIs have replaced this with some form of API Keys (you’ll get familiar with API Keys in the homework)</a:t>
            </a:r>
            <a:endParaRPr/>
          </a:p>
        </p:txBody>
      </p:sp>
      <p:sp>
        <p:nvSpPr>
          <p:cNvPr id="256" name="Google Shape;256;p11"/>
          <p:cNvSpPr txBox="1"/>
          <p:nvPr/>
        </p:nvSpPr>
        <p:spPr>
          <a:xfrm>
            <a:off x="5298926" y="3577933"/>
            <a:ext cx="921043" cy="338554"/>
          </a:xfrm>
          <a:prstGeom prst="rect">
            <a:avLst/>
          </a:prstGeom>
          <a:solidFill>
            <a:srgbClr val="C5DD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accent2"/>
                </a:solidFill>
                <a:latin typeface="Rockwell"/>
                <a:ea typeface="Rockwell"/>
                <a:cs typeface="Rockwell"/>
                <a:sym typeface="Rockwell"/>
              </a:rPr>
              <a:t> &lt;user&gt;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COMMON DATA FORMATS</a:t>
            </a:r>
            <a:endParaRPr/>
          </a:p>
        </p:txBody>
      </p:sp>
      <p:sp>
        <p:nvSpPr>
          <p:cNvPr id="272" name="Google Shape;272;p13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2082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lang="en-US" sz="2400"/>
              <a:t>The three most common formats:</a:t>
            </a:r>
            <a:endParaRPr sz="2400"/>
          </a:p>
          <a:p>
            <a:pPr marL="457200" lvl="1" indent="-2082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930"/>
              <a:buChar char="▪"/>
            </a:pPr>
            <a:r>
              <a:rPr lang="en-US" sz="2200"/>
              <a:t>CSV/TSV (comma/tab separated value) files </a:t>
            </a:r>
            <a:endParaRPr sz="2200"/>
          </a:p>
          <a:p>
            <a:pPr marL="457200" lvl="1" indent="-2082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30"/>
              <a:buChar char="▪"/>
            </a:pPr>
            <a:r>
              <a:rPr lang="en-US" sz="2200"/>
              <a:t>JSON (Javascript object notation) files and strings </a:t>
            </a:r>
            <a:endParaRPr sz="2200"/>
          </a:p>
          <a:p>
            <a:pPr marL="457200" lvl="1" indent="-2082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30"/>
              <a:buChar char="▪"/>
            </a:pPr>
            <a:r>
              <a:rPr lang="en-US" sz="2200"/>
              <a:t>HTML/XML (hypertext markup language / extensible markup language) files and strings</a:t>
            </a:r>
            <a:endParaRPr sz="22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323B392-E8F4-D5BD-2A4C-DC2EF100BA42}"/>
                  </a:ext>
                </a:extLst>
              </p14:cNvPr>
              <p14:cNvContentPartPr/>
              <p14:nvPr/>
            </p14:nvContentPartPr>
            <p14:xfrm>
              <a:off x="770760" y="2853000"/>
              <a:ext cx="1874880" cy="1898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323B392-E8F4-D5BD-2A4C-DC2EF100BA4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1400" y="2843640"/>
                <a:ext cx="1893600" cy="1917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"/>
          <p:cNvSpPr txBox="1">
            <a:spLocks noGrp="1"/>
          </p:cNvSpPr>
          <p:nvPr>
            <p:ph type="title"/>
          </p:nvPr>
        </p:nvSpPr>
        <p:spPr>
          <a:xfrm>
            <a:off x="375987" y="0"/>
            <a:ext cx="1167622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COMMA AND TAB SEPARATED VALUES FILES</a:t>
            </a:r>
            <a:endParaRPr/>
          </a:p>
        </p:txBody>
      </p:sp>
      <p:sp>
        <p:nvSpPr>
          <p:cNvPr id="279" name="Google Shape;279;p14"/>
          <p:cNvSpPr txBox="1">
            <a:spLocks noGrp="1"/>
          </p:cNvSpPr>
          <p:nvPr>
            <p:ph type="body" idx="1"/>
          </p:nvPr>
        </p:nvSpPr>
        <p:spPr>
          <a:xfrm>
            <a:off x="860045" y="1325563"/>
            <a:ext cx="10515600" cy="5203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Tabular data where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records are delimited by a </a:t>
            </a:r>
            <a:r>
              <a:rPr lang="en-US" i="1"/>
              <a:t>newline</a:t>
            </a:r>
            <a:r>
              <a:rPr lang="en-US"/>
              <a:t>: “\n”, “\r\n”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Fields are delimited by ‘,’ (comma) or ‘\t’ (tab)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Very Common! 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Issues?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Commas, tabs </a:t>
            </a:r>
            <a:br>
              <a:rPr lang="en-US"/>
            </a:br>
            <a:r>
              <a:rPr lang="en-US"/>
              <a:t>in records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Quoting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…</a:t>
            </a:r>
            <a:endParaRPr/>
          </a:p>
          <a:p>
            <a:pPr marL="457200" lvl="1" indent="-8572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None/>
            </a:pPr>
            <a:endParaRPr/>
          </a:p>
        </p:txBody>
      </p:sp>
      <p:pic>
        <p:nvPicPr>
          <p:cNvPr id="280" name="Google Shape;28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56821" y="2398225"/>
            <a:ext cx="7625499" cy="3650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49520" y="3236425"/>
            <a:ext cx="8194829" cy="35549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42BC261-B46B-5E72-7964-241CF0D8CFB9}"/>
                  </a:ext>
                </a:extLst>
              </p14:cNvPr>
              <p14:cNvContentPartPr/>
              <p14:nvPr/>
            </p14:nvContentPartPr>
            <p14:xfrm>
              <a:off x="5137920" y="694080"/>
              <a:ext cx="4943880" cy="1465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42BC261-B46B-5E72-7964-241CF0D8CFB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28560" y="684720"/>
                <a:ext cx="4962600" cy="1483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EXAMPLE CSV DATA</a:t>
            </a:r>
            <a:endParaRPr/>
          </a:p>
        </p:txBody>
      </p:sp>
      <p:sp>
        <p:nvSpPr>
          <p:cNvPr id="288" name="Google Shape;288;p15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Refers to any delimited text file (not always separated by commas)</a:t>
            </a: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pic>
        <p:nvPicPr>
          <p:cNvPr id="289" name="Google Shape;28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9325" y="2686000"/>
            <a:ext cx="9187375" cy="32946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B851572-E36C-A30A-A648-0D88B6549462}"/>
                  </a:ext>
                </a:extLst>
              </p14:cNvPr>
              <p14:cNvContentPartPr/>
              <p14:nvPr/>
            </p14:nvContentPartPr>
            <p14:xfrm>
              <a:off x="416520" y="2693160"/>
              <a:ext cx="2159640" cy="3484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B851572-E36C-A30A-A648-0D88B65494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7160" y="2683800"/>
                <a:ext cx="2178360" cy="3503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>
            <a:spLocks noGrp="1"/>
          </p:cNvSpPr>
          <p:nvPr>
            <p:ph type="title"/>
          </p:nvPr>
        </p:nvSpPr>
        <p:spPr>
          <a:xfrm>
            <a:off x="295776" y="208380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JAVASCRIPT OBJECT NOTATION (JSON)</a:t>
            </a:r>
            <a:endParaRPr/>
          </a:p>
        </p:txBody>
      </p:sp>
      <p:sp>
        <p:nvSpPr>
          <p:cNvPr id="296" name="Google Shape;296;p16"/>
          <p:cNvSpPr txBox="1">
            <a:spLocks noGrp="1"/>
          </p:cNvSpPr>
          <p:nvPr>
            <p:ph type="body" idx="1"/>
          </p:nvPr>
        </p:nvSpPr>
        <p:spPr>
          <a:xfrm>
            <a:off x="695325" y="3757145"/>
            <a:ext cx="10515600" cy="283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JSON originated as a way of encapsulating JavaScript objects 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Widely used file format for nested data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Natural maps to python dictionaries (many tools for loading)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Strict formatting ”quoting” addresses some issues in CSV/TSV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Supports a number of data types (numbers, strings, lists and dictionaries)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Issues (harder to make tabular)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Each record can have different fields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Nesting means records can contain records → complicated</a:t>
            </a:r>
            <a:endParaRPr/>
          </a:p>
        </p:txBody>
      </p:sp>
      <p:pic>
        <p:nvPicPr>
          <p:cNvPr id="297" name="Google Shape;29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8225" y="1610143"/>
            <a:ext cx="7650496" cy="1918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JSON FILES / STRING</a:t>
            </a:r>
            <a:endParaRPr/>
          </a:p>
        </p:txBody>
      </p:sp>
      <p:sp>
        <p:nvSpPr>
          <p:cNvPr id="304" name="Google Shape;304;p17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A number of different data types can be represented 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Number: 1.0 (always assumed to be floating point) 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String: "string" 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Boolean: true or false 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List (Array): [item1, item2, item3,…] 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Dictionary (Object in Javascript): {"key":value} 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Lists and Dictionaries can be embedded within each other 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[{"key":[value1, [value2, value3]]}]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EXAMPLE JSON DATA</a:t>
            </a:r>
            <a:endParaRPr/>
          </a:p>
        </p:txBody>
      </p:sp>
      <p:pic>
        <p:nvPicPr>
          <p:cNvPr id="311" name="Google Shape;31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6250" y="1801226"/>
            <a:ext cx="5176612" cy="4459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2848" y="1634300"/>
            <a:ext cx="5371149" cy="50931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CD4A2AD-2FE4-811E-D059-65E2B8F1FDFD}"/>
                  </a:ext>
                </a:extLst>
              </p14:cNvPr>
              <p14:cNvContentPartPr/>
              <p14:nvPr/>
            </p14:nvContentPartPr>
            <p14:xfrm>
              <a:off x="531360" y="1892880"/>
              <a:ext cx="1485000" cy="4231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CD4A2AD-2FE4-811E-D059-65E2B8F1FD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2000" y="1883520"/>
                <a:ext cx="1503720" cy="4250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PARSING JSON IN PYTHON</a:t>
            </a:r>
            <a:endParaRPr/>
          </a:p>
        </p:txBody>
      </p:sp>
      <p:sp>
        <p:nvSpPr>
          <p:cNvPr id="319" name="Google Shape;319;p19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Built-in library to read/write Python objects from/to JSON files. </a:t>
            </a:r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Try this on the terminal!</a:t>
            </a:r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lang="en-US"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lang="en-US"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lang="en-US"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lang="en-US"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lang="en-US"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lang="en-US"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lang="en-US"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lang="en-US"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lang="en-US" dirty="0"/>
          </a:p>
          <a:p>
            <a:pPr marL="182880" indent="-182880">
              <a:lnSpc>
                <a:spcPct val="90000"/>
              </a:lnSpc>
              <a:spcBef>
                <a:spcPts val="0"/>
              </a:spcBef>
              <a:buSzPts val="1700"/>
              <a:buFont typeface="Wingdings"/>
              <a:buChar char="▪"/>
            </a:pPr>
            <a:r>
              <a:rPr lang="en-US" dirty="0"/>
              <a:t>Can also use </a:t>
            </a:r>
            <a:r>
              <a:rPr lang="en-US" dirty="0" err="1"/>
              <a:t>pandas.read_json</a:t>
            </a:r>
            <a:r>
              <a:rPr lang="en-US" dirty="0"/>
              <a:t> </a:t>
            </a:r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lang="en-US"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dirty="0"/>
          </a:p>
        </p:txBody>
      </p:sp>
      <p:pic>
        <p:nvPicPr>
          <p:cNvPr id="320" name="Google Shape;32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2825" y="2942122"/>
            <a:ext cx="9475974" cy="2500625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0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XML / HTML FILES</a:t>
            </a:r>
            <a:endParaRPr/>
          </a:p>
        </p:txBody>
      </p:sp>
      <p:sp>
        <p:nvSpPr>
          <p:cNvPr id="326" name="Google Shape;326;p20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The main format for the web (though XML seems to be losing a bit of popularity to JSON for use in APIs / file formats) 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XML files contain hierarchical content delineated by tags</a:t>
            </a: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HTML is syntactically like XML but horrible (e.g., open tags are not always closed), more fundamentally, HTML is meant to describe appearance</a:t>
            </a:r>
            <a:endParaRPr/>
          </a:p>
        </p:txBody>
      </p:sp>
      <p:pic>
        <p:nvPicPr>
          <p:cNvPr id="327" name="Google Shape;32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5150" y="3256801"/>
            <a:ext cx="5241193" cy="160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"/>
          <p:cNvSpPr txBox="1">
            <a:spLocks noGrp="1"/>
          </p:cNvSpPr>
          <p:nvPr>
            <p:ph type="title"/>
          </p:nvPr>
        </p:nvSpPr>
        <p:spPr>
          <a:xfrm>
            <a:off x="753351" y="353325"/>
            <a:ext cx="10767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lang="en-US"/>
              <a:t>XML (ANOTHER KIND OF NESTED DATA)</a:t>
            </a:r>
            <a:endParaRPr/>
          </a:p>
        </p:txBody>
      </p:sp>
      <p:sp>
        <p:nvSpPr>
          <p:cNvPr id="333" name="Google Shape;333;p21"/>
          <p:cNvSpPr txBox="1">
            <a:spLocks noGrp="1"/>
          </p:cNvSpPr>
          <p:nvPr>
            <p:ph type="body" idx="1"/>
          </p:nvPr>
        </p:nvSpPr>
        <p:spPr>
          <a:xfrm>
            <a:off x="1019950" y="1885050"/>
            <a:ext cx="8455500" cy="5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&lt;catalog&gt;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&lt;plant type='a'&gt;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&lt;common&gt;Bloodroot&lt;/common&gt;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&lt;botanical&gt;Sanguinaria canadensis&lt;/botanical&gt;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&lt;zone&gt;4&lt;/zone&gt;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&lt;light&gt;Mostly Shady&lt;/light&gt;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&lt;price&gt;2.44&lt;/price&gt;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&lt;availability&gt;03/15/2006&lt;/availability&gt;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&lt;description&gt;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		&lt;color&gt;white&lt;/color&gt;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	&lt;petals&gt;true&lt;/petals&gt;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&lt;/description&gt;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&lt;indoor&gt;true&lt;/indoor&gt;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&lt;/plant&gt;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…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&lt;/catalog&gt;</a:t>
            </a:r>
            <a:endParaRPr/>
          </a:p>
        </p:txBody>
      </p:sp>
      <p:grpSp>
        <p:nvGrpSpPr>
          <p:cNvPr id="334" name="Google Shape;334;p21"/>
          <p:cNvGrpSpPr/>
          <p:nvPr/>
        </p:nvGrpSpPr>
        <p:grpSpPr>
          <a:xfrm>
            <a:off x="4880875" y="4431415"/>
            <a:ext cx="4253526" cy="680266"/>
            <a:chOff x="4880875" y="4431415"/>
            <a:chExt cx="4253526" cy="680266"/>
          </a:xfrm>
        </p:grpSpPr>
        <p:sp>
          <p:nvSpPr>
            <p:cNvPr id="335" name="Google Shape;335;p21"/>
            <p:cNvSpPr txBox="1"/>
            <p:nvPr/>
          </p:nvSpPr>
          <p:spPr>
            <a:xfrm>
              <a:off x="5705257" y="4526906"/>
              <a:ext cx="3429144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Nested structure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1"/>
            <p:cNvSpPr/>
            <p:nvPr/>
          </p:nvSpPr>
          <p:spPr>
            <a:xfrm rot="816306">
              <a:off x="4922757" y="4492487"/>
              <a:ext cx="569843" cy="424070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PARSING XML/HTML IN PYTHON</a:t>
            </a:r>
            <a:endParaRPr/>
          </a:p>
        </p:txBody>
      </p:sp>
      <p:sp>
        <p:nvSpPr>
          <p:cNvPr id="343" name="Google Shape;343;p22"/>
          <p:cNvSpPr txBox="1">
            <a:spLocks noGrp="1"/>
          </p:cNvSpPr>
          <p:nvPr>
            <p:ph type="body" idx="1"/>
          </p:nvPr>
        </p:nvSpPr>
        <p:spPr>
          <a:xfrm>
            <a:off x="1069848" y="1629509"/>
            <a:ext cx="10058400" cy="5105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There are a number of XML/HTML parsers for Python, but a nice one for data science is the </a:t>
            </a:r>
            <a:r>
              <a:rPr lang="en-US" dirty="0" err="1"/>
              <a:t>BeautifulSoup</a:t>
            </a:r>
            <a:r>
              <a:rPr lang="en-US" dirty="0"/>
              <a:t> library (focused on getting data out of XML/HTML).</a:t>
            </a:r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endParaRPr lang="en-US" dirty="0"/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Try this!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You’ll play some with </a:t>
            </a:r>
            <a:r>
              <a:rPr lang="en-US" dirty="0" err="1"/>
              <a:t>BeautifulSoup</a:t>
            </a:r>
            <a:r>
              <a:rPr lang="en-US" dirty="0"/>
              <a:t> in HW1</a:t>
            </a:r>
            <a:endParaRPr dirty="0"/>
          </a:p>
        </p:txBody>
      </p:sp>
      <p:pic>
        <p:nvPicPr>
          <p:cNvPr id="344" name="Google Shape;344;p22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1305437" y="2955299"/>
            <a:ext cx="9787604" cy="2946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3"/>
          <p:cNvSpPr txBox="1">
            <a:spLocks noGrp="1"/>
          </p:cNvSpPr>
          <p:nvPr>
            <p:ph type="body" idx="1"/>
          </p:nvPr>
        </p:nvSpPr>
        <p:spPr>
          <a:xfrm>
            <a:off x="773078" y="2328883"/>
            <a:ext cx="10515600" cy="4593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2000">
                <a:latin typeface="Courier"/>
                <a:ea typeface="Courier"/>
                <a:cs typeface="Courier"/>
                <a:sym typeface="Courier"/>
              </a:rPr>
              <a:t>169.237.46.168 - - [26/Jan/2014:10:47:58 -0800] "GET /stat141/Winter04 HTTP/1.1" 301 328 "http://anson.ucdavis.edu/courses/"  "Mozilla/4.0 (compatible; MSIE 6.0; Windows NT 5.0; .NET CLR 1.1.4322)”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US" sz="2000">
                <a:latin typeface="Courier"/>
                <a:ea typeface="Courier"/>
                <a:cs typeface="Courier"/>
                <a:sym typeface="Courier"/>
              </a:rPr>
              <a:t>169.237.6.168 - - [8/Jan/2014:10:47:58 -0800] "GET /stat141/Winter04/ HTTP/1.1" 200 2585 "</a:t>
            </a:r>
            <a:r>
              <a:rPr lang="en-US" sz="2000" u="sng">
                <a:solidFill>
                  <a:schemeClr val="hlink"/>
                </a:solidFill>
                <a:latin typeface="Courier"/>
                <a:ea typeface="Courier"/>
                <a:cs typeface="Courier"/>
                <a:sym typeface="Courier"/>
                <a:hlinkClick r:id="rId3"/>
              </a:rPr>
              <a:t>http://anson.ucdavis.edu/courses/</a:t>
            </a:r>
            <a:r>
              <a:rPr lang="en-US" sz="2000">
                <a:latin typeface="Courier"/>
                <a:ea typeface="Courier"/>
                <a:cs typeface="Courier"/>
                <a:sym typeface="Courier"/>
              </a:rPr>
              <a:t>" "Mozilla/4.0 (compatible; MSIE 6.0; Windows NT 5.0; .NET CLR 1.1.4322)"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</a:pPr>
            <a:endParaRPr/>
          </a:p>
        </p:txBody>
      </p:sp>
      <p:sp>
        <p:nvSpPr>
          <p:cNvPr id="351" name="Google Shape;351;p23"/>
          <p:cNvSpPr txBox="1">
            <a:spLocks noGrp="1"/>
          </p:cNvSpPr>
          <p:nvPr>
            <p:ph type="title"/>
          </p:nvPr>
        </p:nvSpPr>
        <p:spPr>
          <a:xfrm>
            <a:off x="773077" y="549056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LOG DATA</a:t>
            </a:r>
            <a:endParaRPr/>
          </a:p>
        </p:txBody>
      </p:sp>
      <p:sp>
        <p:nvSpPr>
          <p:cNvPr id="352" name="Google Shape;352;p23"/>
          <p:cNvSpPr/>
          <p:nvPr/>
        </p:nvSpPr>
        <p:spPr>
          <a:xfrm>
            <a:off x="773077" y="2282845"/>
            <a:ext cx="10580723" cy="1375229"/>
          </a:xfrm>
          <a:prstGeom prst="rect">
            <a:avLst/>
          </a:prstGeom>
          <a:gradFill>
            <a:gsLst>
              <a:gs pos="0">
                <a:srgbClr val="EF3A00">
                  <a:alpha val="37254"/>
                </a:srgbClr>
              </a:gs>
              <a:gs pos="100000">
                <a:srgbClr val="FF8E80">
                  <a:alpha val="37254"/>
                </a:srgbClr>
              </a:gs>
            </a:gsLst>
            <a:lin ang="16200000" scaled="0"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53" name="Google Shape;353;p23"/>
          <p:cNvSpPr/>
          <p:nvPr/>
        </p:nvSpPr>
        <p:spPr>
          <a:xfrm>
            <a:off x="773077" y="4066300"/>
            <a:ext cx="10580723" cy="1454440"/>
          </a:xfrm>
          <a:prstGeom prst="rect">
            <a:avLst/>
          </a:prstGeom>
          <a:solidFill>
            <a:srgbClr val="008000">
              <a:alpha val="37254"/>
            </a:srgb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54" name="Google Shape;354;p23"/>
          <p:cNvSpPr txBox="1"/>
          <p:nvPr/>
        </p:nvSpPr>
        <p:spPr>
          <a:xfrm>
            <a:off x="7663736" y="804538"/>
            <a:ext cx="4281714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Is this a csv file? tsv?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JSON/XML?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4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"/>
              <a:t>ACKNOWLEDGMENTS</a:t>
            </a:r>
            <a:endParaRPr/>
          </a:p>
        </p:txBody>
      </p:sp>
      <p:sp>
        <p:nvSpPr>
          <p:cNvPr id="763" name="Google Shape;763;p46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" dirty="0"/>
              <a:t>These slides use materials by the Berkeley DS 100 team, Zico Kolter, Elene </a:t>
            </a:r>
            <a:r>
              <a:rPr lang="en" dirty="0" err="1"/>
              <a:t>Zheleva</a:t>
            </a:r>
            <a:r>
              <a:rPr lang="en" dirty="0"/>
              <a:t>, and Brian </a:t>
            </a:r>
            <a:r>
              <a:rPr lang="en" dirty="0" err="1"/>
              <a:t>Ziebart</a:t>
            </a:r>
            <a:r>
              <a:rPr lang="en" dirty="0"/>
              <a:t>  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3156</TotalTime>
  <Words>3292</Words>
  <Application>Microsoft Macintosh PowerPoint</Application>
  <PresentationFormat>Widescreen</PresentationFormat>
  <Paragraphs>459</Paragraphs>
  <Slides>58</Slides>
  <Notes>58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7" baseType="lpstr">
      <vt:lpstr>Arial</vt:lpstr>
      <vt:lpstr>Calibri</vt:lpstr>
      <vt:lpstr>Consolas</vt:lpstr>
      <vt:lpstr>Courier</vt:lpstr>
      <vt:lpstr>Gill Sans MT</vt:lpstr>
      <vt:lpstr>Rockwell</vt:lpstr>
      <vt:lpstr>Wingdings</vt:lpstr>
      <vt:lpstr>Wingdings 2</vt:lpstr>
      <vt:lpstr>Oriel</vt:lpstr>
      <vt:lpstr>Pandas and data wrangling</vt:lpstr>
      <vt:lpstr>ANNOUNCEMENTS</vt:lpstr>
      <vt:lpstr>PROJECTS</vt:lpstr>
      <vt:lpstr>CLASS PROJECT: DATA</vt:lpstr>
      <vt:lpstr>EXAMPLE QUESTIONS</vt:lpstr>
      <vt:lpstr>Reminder: PANDAS DATA STRUCTURES</vt:lpstr>
      <vt:lpstr>RELATIONSHIP BETWEEN  DATA FRAMES, SERIES, AND INDICES</vt:lpstr>
      <vt:lpstr>INDICES ARE NOT NECESSARILY ROW NUMBERS</vt:lpstr>
      <vt:lpstr>INDICES</vt:lpstr>
      <vt:lpstr>COLUMN NAMES MUST BE UNIQUE!</vt:lpstr>
      <vt:lpstr>INDEXING WITH LOC AND ILOC</vt:lpstr>
      <vt:lpstr>LOC AND ILOC</vt:lpstr>
      <vt:lpstr>LOC WITH LISTS</vt:lpstr>
      <vt:lpstr>LOC WITH SLICES</vt:lpstr>
      <vt:lpstr>LOC WITH SINGLE VALUES FOR COLUMN LABEL</vt:lpstr>
      <vt:lpstr>LOC WITH SINGLE VALUES FOR COLUMN LABEL</vt:lpstr>
      <vt:lpstr>LOC WITH SINGLE VALUES FOR ROW LABEL</vt:lpstr>
      <vt:lpstr>ILOC: INTEGER-BASED INDEXING  FOR SELECTION BY POSITION</vt:lpstr>
      <vt:lpstr>INDEXING WITH THE [] OPERATOR</vt:lpstr>
      <vt:lpstr>INDEXING BY COLUMN NAMES USING []</vt:lpstr>
      <vt:lpstr>INDEXING BY ROW SLICES USING []</vt:lpstr>
      <vt:lpstr>NOTE: ROW SELECTION REQUIRES SLICING!!</vt:lpstr>
      <vt:lpstr>[] SUMMARY</vt:lpstr>
      <vt:lpstr>QUESTION 1</vt:lpstr>
      <vt:lpstr>QUESTION 2</vt:lpstr>
      <vt:lpstr>QUESTION 3</vt:lpstr>
      <vt:lpstr>BOOLEAN ARRAY SELECTION</vt:lpstr>
      <vt:lpstr>BOOLEAN ARRAY INPUT</vt:lpstr>
      <vt:lpstr>BOOLEAN ARRAY INPUT</vt:lpstr>
      <vt:lpstr>BOOLEAN ARRAY INPUT</vt:lpstr>
      <vt:lpstr>LOC SUPPORTS BOOLEAN ARRAYS</vt:lpstr>
      <vt:lpstr>ANNOYING QUESTION CHALLENGE</vt:lpstr>
      <vt:lpstr>HANDY PROPERTIES AND UTILITY FUNCTIONS  FOR SERIES AND DATAFRAMES</vt:lpstr>
      <vt:lpstr>THE SORT_VALUES METHOD</vt:lpstr>
      <vt:lpstr>THE SORT_VALUES METHOD</vt:lpstr>
      <vt:lpstr>THE VALUE_COUNTS METHOD</vt:lpstr>
      <vt:lpstr>THE UNIQUE METHOD</vt:lpstr>
      <vt:lpstr>ISIN</vt:lpstr>
      <vt:lpstr>Now</vt:lpstr>
      <vt:lpstr>DATA ACQUISITION AND CLEANING</vt:lpstr>
      <vt:lpstr>ISSUING HTTP QUERIES</vt:lpstr>
      <vt:lpstr>RESPONSE.HEADERS</vt:lpstr>
      <vt:lpstr>HTTP REQUEST BASICS</vt:lpstr>
      <vt:lpstr>REST API</vt:lpstr>
      <vt:lpstr>QUERYING A REST API</vt:lpstr>
      <vt:lpstr>AUTHENTICATION</vt:lpstr>
      <vt:lpstr>COMMON DATA FORMATS</vt:lpstr>
      <vt:lpstr>COMMA AND TAB SEPARATED VALUES FILES</vt:lpstr>
      <vt:lpstr>EXAMPLE CSV DATA</vt:lpstr>
      <vt:lpstr>JAVASCRIPT OBJECT NOTATION (JSON)</vt:lpstr>
      <vt:lpstr>JSON FILES / STRING</vt:lpstr>
      <vt:lpstr>EXAMPLE JSON DATA</vt:lpstr>
      <vt:lpstr>PARSING JSON IN PYTHON</vt:lpstr>
      <vt:lpstr>XML / HTML FILES</vt:lpstr>
      <vt:lpstr>XML (ANOTHER KIND OF NESTED DATA)</vt:lpstr>
      <vt:lpstr>PARSING XML/HTML IN PYTHON</vt:lpstr>
      <vt:lpstr>LOG DATA</vt:lpstr>
      <vt:lpstr>ACKNOWLEDGMENTS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DATA SCIENCE</dc:title>
  <dc:subject/>
  <dc:creator>sathya@uic.edu</dc:creator>
  <cp:keywords/>
  <dc:description/>
  <cp:lastModifiedBy>Ravi, Sathya</cp:lastModifiedBy>
  <cp:revision>127</cp:revision>
  <dcterms:created xsi:type="dcterms:W3CDTF">2017-08-21T17:08:06Z</dcterms:created>
  <dcterms:modified xsi:type="dcterms:W3CDTF">2024-09-06T04:59:31Z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Sathya Ravi</vt:lpwstr>
  </property>
</Properties>
</file>