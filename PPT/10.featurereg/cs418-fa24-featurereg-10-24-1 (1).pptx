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notesSlides/notesSlide6.xml" ContentType="application/vnd.openxmlformats-officedocument.presentationml.notesSlide+xml"/>
  <Override PartName="/ppt/ink/ink10.xml" ContentType="application/inkml+xml"/>
  <Override PartName="/ppt/notesSlides/notesSlide7.xml" ContentType="application/vnd.openxmlformats-officedocument.presentationml.notesSlide+xml"/>
  <Override PartName="/ppt/ink/ink11.xml" ContentType="application/inkml+xml"/>
  <Override PartName="/ppt/notesSlides/notesSlide8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9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0" r:id="rId1"/>
  </p:sldMasterIdLst>
  <p:notesMasterIdLst>
    <p:notesMasterId r:id="rId20"/>
  </p:notesMasterIdLst>
  <p:sldIdLst>
    <p:sldId id="256" r:id="rId2"/>
    <p:sldId id="490" r:id="rId3"/>
    <p:sldId id="493" r:id="rId4"/>
    <p:sldId id="484" r:id="rId5"/>
    <p:sldId id="486" r:id="rId6"/>
    <p:sldId id="489" r:id="rId7"/>
    <p:sldId id="488" r:id="rId8"/>
    <p:sldId id="503" r:id="rId9"/>
    <p:sldId id="504" r:id="rId10"/>
    <p:sldId id="487" r:id="rId11"/>
    <p:sldId id="497" r:id="rId12"/>
    <p:sldId id="500" r:id="rId13"/>
    <p:sldId id="505" r:id="rId14"/>
    <p:sldId id="498" r:id="rId15"/>
    <p:sldId id="501" r:id="rId16"/>
    <p:sldId id="507" r:id="rId17"/>
    <p:sldId id="499" r:id="rId18"/>
    <p:sldId id="502" r:id="rId19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D0099A61-60B1-E343-B0A1-10E31D92ED86}">
          <p14:sldIdLst>
            <p14:sldId id="256"/>
            <p14:sldId id="490"/>
            <p14:sldId id="493"/>
            <p14:sldId id="484"/>
            <p14:sldId id="486"/>
            <p14:sldId id="489"/>
            <p14:sldId id="488"/>
            <p14:sldId id="503"/>
            <p14:sldId id="504"/>
            <p14:sldId id="487"/>
            <p14:sldId id="497"/>
            <p14:sldId id="500"/>
            <p14:sldId id="505"/>
            <p14:sldId id="498"/>
            <p14:sldId id="501"/>
            <p14:sldId id="507"/>
            <p14:sldId id="499"/>
            <p14:sldId id="502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6" roundtripDataSignature="AMtx7mgjr6sOdHEeufIgXygRCCpSkdg5S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E43D9A-B9CC-D204-4563-8196A434CD32}" name="Ravi, Sathya" initials="" userId="S::sathya@uic.edu::617e2e82-06a6-4137-a700-b460764285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8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9F83C-5B16-4E0F-93E5-201A7CBD518D}">
  <a:tblStyle styleId="{CA29F83C-5B16-4E0F-93E5-201A7CBD518D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7E8E7"/>
          </a:solidFill>
        </a:fill>
      </a:tcStyle>
    </a:wholeTbl>
    <a:band1H>
      <a:tcTxStyle b="off" i="off"/>
      <a:tcStyle>
        <a:tcBdr/>
        <a:fill>
          <a:solidFill>
            <a:srgbClr val="EFCE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FCE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78"/>
    <p:restoredTop sz="75696"/>
  </p:normalViewPr>
  <p:slideViewPr>
    <p:cSldViewPr snapToGrid="0">
      <p:cViewPr varScale="1">
        <p:scale>
          <a:sx n="93" d="100"/>
          <a:sy n="93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138" Type="http://schemas.openxmlformats.org/officeDocument/2006/relationships/viewProps" Target="viewProps.xml"/><Relationship Id="rId14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13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4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3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13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1:46:03.539"/>
    </inkml:context>
    <inkml:brush xml:id="br0">
      <inkml:brushProperty name="height" value="0.053" units="cm"/>
      <inkml:brushProperty name="color" value="#FF0000"/>
    </inkml:brush>
  </inkml:definitions>
  <inkml:trace contextRef="#ctx0" brushRef="#br0">11650 11777 8912,'12'0'0,"-1"0"0,-7 0 0,4-2 0,-8-3 0,0 1 0,0-8 0,0 9 0,-2-11 0,-4 8 0,2-1 0,-7 1 0,7 6 0,-2 0 0,4 10 0,2 13 0,0 7 0,0 8 0,-5 14 0,-1 11 0,0 4 0,6 2 0,0 1 0,0 1 0,0-2 0,0-8 0,0-15 0,0-12 0,0-7 0,0-10 0,0-23 0,0-7 0,0-27 0,0-6 0,0-6 0,0-5 0,0-4 0,0 0 0,0-6 0,0 0 0,0-7 0,0 1 0,0 8 0,0 4 0,0 4 0,0 7 0,0 6 0,8 23 0,3 6 0,4 5 0,3 12 0,-1 10 0,0 10 0,2 9 0,4 7 0,-2 4 0,6 6 0,-2-2 0,-2 0 0,-4 3 0,2-3 0,2-6 0,0-3 0,-6-5 0,0-3 0,0-6 0,1-6 0,-1-6 0,0-5 0,0-4 0,0-2 0,-1-13 0,-5-5 0,5-10 0,-5-1 0,-3-3 0,-3-5 0,-3-3 0,-2-2 0,-2-6 0,-3 3 0,-5 1 0,-7-2 0,5 6 0,3 11 0,1 6 0,-5 4 0,11 9 0,-6 10 0,10 14 0,2 9 0,2 11 0,7 8 0,2 10 0,8-1 0,-2 1 0,-1-8 0,2 5 0,3-5 0,2 0 0,-6-4 0,4-9 0,-2-4 0,0-2 0,0-4 0,-6-10 0,0-3 0,0-8 0,1 0 0,-1-10 0,-2-7 0,-1-10 0,-3-5 0,-5-3 0,5 1 0,-7 0 0,2-1 0,-4 1 0,-2 1 0,0 5 0,0-3 0,0 8 0,0 8 0,0 7 0,0 16 0,0 5 0,0 10 0,0 10 0,0 5 0,0 0 0,0 6 0,5-8 0,3 3 0,2-9 0,-5 1 0,7-6 0,1-3 0,3-2 0,-7 1 0,4-18 0,-7 9 0,8-8 0,-5 0 0,1-8 0,-3-6 0,1-15 0,2-1 0</inkml:trace>
  <inkml:trace contextRef="#ctx0" brushRef="#br0" timeOffset="1">12597 11485 8912,'-17'29'0,"-1"-1"0,1 3 0,0 1 0,0-5 0,1 6 0,5-7 0,5 1 0,4-4 0,4-4 0,4-4 0,5-3 0,5-5 0,1-7 0,0 0 0,0 0 0,1 0 0,-7-7 0,-1-5 0,-3-3 0,-1-4 0,-6-2 0,0-2 0,0 0 0,-2 8 0,-4 3 0,-5 7 0,3 3 0,-7 2 0,3 0 0,5 15 0,-1 4 0</inkml:trace>
  <inkml:trace contextRef="#ctx0" brushRef="#br0" timeOffset="2">13130 11863 8912,'-28'0'0,"-1"-2"0,0-1 0,2-3 0,-13 0 0,0 6 0,0 8 0,-2 1 0,9 10 0,3 2 0,3 4 0,2 2 0,2 2 0,14-1 0,3 1 0,4 1 0,2 3 0,8-4 0,3-1 0,4-9 0,3-1 0,-1-3 0,0-9 0,0-3 0,0-1 0,1-4 0,1-3 0,4-7 0,-4-11 0,11-9 0,-7-8 0,0-8 0,-5 2 0,-1-4 0,0-3 0,0-4 0,-7 1 0,-3-5 0,-1 0 0,0 0 0,0 5 0,-12-7 0,-2 12 0,-1 7 0,5 13 0,-6 6 0,5 8 0,3 8 0,-8 5 0,6 15 0,-2 12 0,3 8 0,1 17 0,2 5 0,0 6 0,0-3 0,5 11 0,3-2 0,2 7 0,1-9 0,6 4 0,1-15 0,-1-1 0,6-7 0,0-6 0,0-7 0,1-8 0,-4-12 0,6-3 0,-5-12 0,2-7 0,0-1 0,0-22 0,0 1 0,-2-5 0,-2-10 0,-3 4 0,-3-7 0,-1-1 0,-9-5 0,3-2 0,-4-2 0,-2-4 0,0-2 0,0 4 0,0 2 0,0 1 0,-8 3 0,5 7 0,-9 5 0,6 10 0,-5 12 0,7 10 0,-4 3 0,1 3 0,5 14 0,-4 14 0,4 10 0,2 11 0,0 6 0,0 9 0,0 2 0,0 2 0,0 2 0,0 6 0,0-2 0,0-4 0,8 4 0,-4-8 0,5 4 0,-1-5 0,5-1 0,-1-6 0,3-9 0,2-9 0,0-8 0,1-16 0,-1-3 0,0-4 0,0-10 0,2-3 0,4-12 0,4-6 0,7-11 0,-5-4 0,0-7 0,1-1 0,-5-5 0,0-1 0,-4 3 0,-4 2 0,-3 9 0,-8-2 0,-1 11 0,-1-1 0,-10 15 0,-5 6 0,-4 5 0,-3 24 0,1 3 0,0 17 0,2 2 0,3 6 0,-3 4 0,5 6 0,1-1 0,1 1 0,8-8 0,0-4 0,0-4 0,0-9 0,8 0 0,3-8 0,6-2 0,6-7 0,6-6 0,-2-12 0,2-4 0,-1-10 0,5-3 0,-3-6 0,-1 3 0,-8-1 0,4-6 0,-8 1 0,0 7 0,-1 4 0,-3 4 0,-2 2 0,1 8 0,5 1 0,0 21 0,1 4 0,-1 12 0,0 0 0,2 3 0,4 3 0,-2-1 0,8 0 0,1 1 0,3-3 0,1-3 0,1-8 0,-1-8 0,-7-5 0,3-2 0,-7-1 0,-2-1 0,-9-2 0,-12-9 0,-10-3 0</inkml:trace>
  <inkml:trace contextRef="#ctx0" brushRef="#br0" timeOffset="3">13492 11898 8912,'-33'0'0,"4"2"0,6 1 0,4 3 0,10 0 0,3-6 0,12 0 0,13-2 0,17-4 0,14-5 0,3-5 0,11-1 0,-1 0 0,6 0-442,-8 0 0,13-16 0,-3-3 0</inkml:trace>
  <inkml:trace contextRef="#ctx0" brushRef="#br0" timeOffset="4">14765 11537 8912,'-8'9'0,"6"6"0,-3-3 0,3 3 0,2 2 0,0 8 0,0 4 0,0 1 0,0-1 0,0 4 0,0-7 0,0 7 0,-2-5 0,-4-5 0,4-4 0,-3-1 0,3-9 0,2-1 0,0-23 0,0-10 0,0-10 0,2-7 0,3-2 0,-3-1 0,13-1 0,-5 0 0,0-2 0,5 6 0,-6 0 0,9 8 0,-1-1 0,8 9 0,-6 3 0,4 11 0,-4 6 0,0 6 0,2 6 0,2 7 0,-2 9 0,-2 4 0,-2 3 0,1 0 0,-1 1 0,0 3 0,-6-1 0,1-3 0,-8 1 0,2-7 0,-3 0 0,3-6 0,-4 1 0,4-1 0,-4-8 0,-2-3 0,0-12 0,0-3 0,0-8 0,0-8 0,0-4 0,0-3 0,7-3 0,3 1 0,1-1 0,1 1 0,-1 0 0,6 1 0,1 5 0,-3 3 0,-4 7 0,5 3 0,-5 4 0,5 5 0,1 12 0,0 7 0,-2 8 0,-3 8 0,3 3 0,-11-3 0,5 0 0,-1 1 0,5-5 0,-9 2 0,8-4 0,-3-4 0,5 2 0,-3-8 0,3-7 0,1-4 0,2-2 0</inkml:trace>
  <inkml:trace contextRef="#ctx0" brushRef="#br0" timeOffset="5">16778 11502 8912,'-1'10'0,"-5"-5"0,4-3 0,-8-7 0,5-1 0,1 0 0,-6 8 0,1 6 0,-1 9 0,4 4 0,-3 13 0,1 8 0,2 8 0,-1 7 0,5 10 0,-2 6 0,6-4 0,4-4 0,7-18 0,2 9 0,10-20 0,2-9 0,4-14 0,1-11 0,3-10 0,-1-9 0,8-8 0,-6-22 0,3-5 0,-9-1 0,3-1 0,-14-5 0,4 0 0,-6 1 0,-6 7 0,-3 11 0,-8-1 0,0 5 0,0 9 0,-2 5 0,-4 10 0,-3 4 0,-1 10 0,3 4 0,-1 6 0,6 9 0,-4 3 0,4 3 0,2 4 0,0 1 0,2 3 0,4-1 0,6 0 0,-5 1 0,8-7 0,-3-1 0,3-2 0,-5-2 0,5 2 0,-5 1 0,-1 1 0,-3-4 0,-12-6 0,-5-3 0,-5-5 0,-1-1 0,0-2 0,0-6 0,-2-2 0,-4-4 0,-4-11 0,-7-10 0</inkml:trace>
  <inkml:trace contextRef="#ctx0" brushRef="#br0" timeOffset="6">16778 10918 8912,'-49'0'0,"3"0"0,6 2 0,3 3 0,13 5 0,6 7 0,3-6 0,9 1 0,2-2 0,10 3 0,6-2 0,3 3 0,16-7 0,3-1 0,2-4 0,8-10 0,-7-1 0,3-8 0,-6-6 0,-5 0 0,-4-2 0,-10 4 0,-4-2 0,-5 2 0,-6 2 0,-6 2 0,-11 1 0,-11 5 0,-11-2 0,-3 7 0,-2 2 0,0 10 0,-2 7 0,8 8 0,8 8 0,5 11 0,17 6 0,8 9 0,10 2 0,20 8 0,8-3-575,20 6 1,3-7 0,8-1 0</inkml:trace>
  <inkml:trace contextRef="#ctx0" brushRef="#br0" timeOffset="7">17880 11588 8912,'-8'17'0,"-3"-1"0,-5-5 0,-8 4 0,-5-3 0,-4 3 0,7 4 0,3 4 0,-2 4 0,2 7 0,6 1 0,5-1 0,8 0 0,-1 1 0,3-1 0,4-7 0,5-4 0,9-4 0,5-2 0,9-7 0,-9-5 0,8-10 0,1-7 0,3-3 0,-1-10 0,-3-3 0,2-5 0,-8-1 0,-6-3 0,-8-1 0,-1-2 0,-2-8 0,-14 14 0,-5-2 0,-8 5 0,2 10 0,-14-2 0,4 12 0,-1 5 0,1 4 0,-1 2 0,9 2 0,5 4 0,7 11 0,13 2 0,7 4 0,8-12 0,16 5 0,-1-7 0</inkml:trace>
  <inkml:trace contextRef="#ctx0" brushRef="#br0" timeOffset="8">18413 11623 8912,'-9'7'0,"3"5"0,4 3 0,2 4 0,0 2 0,0 2 0,0 8 0,-2-7 0,-2 7 0,-1-2 0,1 1 0,2-3 0,2 0 0,0-2 0,0-3 0,-8-4 0,6-11 0,-3-9 0,3-13 0,2-10 0,7-17 0,7-6 0,7-7 0,-2 2 0,11-12 0,-5 9 0,2 7 0,2-3 0,5 18 0,1-1 0,-7 5 0,1 12 0,-8 7 0,2 19 0,-4 9 0,-7 17 0,-3 18 0,-1 9 0,-4 6 0,-1 2 0,3-1 0,6-5 0,11 0 0,3-15 0,16-2 0,4-23 0,4-8 0,2-15 0</inkml:trace>
  <inkml:trace contextRef="#ctx0" brushRef="#br0" timeOffset="9">20582 11519 8912,'-18'0'0,"1"0"0,0 0 0,0 0 0,0 0 0,-1 0 0,7 2 0,-1 6 0,1 9 0,1 10 0,-3 11 0,5 6 0,1 4 0,-1 7 0,4 4 0,4-3 0,4 1 0,4-5 0,1-6 0,3-4 0,5-14 0,2-1 0,4-2 0,-2-10 0,8-9 0,-8-12 0,4-3 0</inkml:trace>
  <inkml:trace contextRef="#ctx0" brushRef="#br0" timeOffset="10">20943 11605 8912,'-10'12'0,"-5"-1"0,-6 3 0,-10 9 0,3 5 0,1 7 0,0 7 0,2 7 0,6 5 0,6-5 0,5 3 0,16-16 0,7 3 0,12-9 0,2-5 0,20-15 0,-3-7 0,4-6 0,2-7 0,-3-15 0,-3-4 0,-9-3 0,-9-2 0,-9-8 0,0-2 0,-5 0 0,-12-4 0,-2 8 0,-12 2 0,-9 1 0,-6 3 0,-9 7 0,-2 4 0,-2 4 0,-6 10 0,6 3 0,5 4 0,7 2 0,7 0 0,-2 8 0,11 3 0,6 4 0,12 3 0,11-1 0,12 0 0,11-7 0,6-5 0,11 5 0,5-1 0</inkml:trace>
  <inkml:trace contextRef="#ctx0" brushRef="#br0" timeOffset="11">21580 11347 8912,'9'-49'0,"-1"3"0,0 6 0,-7 19 0,7 6 0,-16 15 0,5 17 0,-11 11 0,-3 16 0,-4 12 0,-2 7 0,4 11 0,-2 8 0,-2 8 0,8-2 0,1 6-97,9-8 1,-1 0-1,6-2 97,0-4 0,0-11 0,2-12 0,3-7 0,7-10 0,-4 0 0,-1-29 0,1-11 0,1-19 0</inkml:trace>
  <inkml:trace contextRef="#ctx0" brushRef="#br0" timeOffset="12">22062 11468 8912,'0'-14'0,"0"-3"0,1 4 0,3-10 0,2 4 0,0 2 0,1-1 0,5 3 0,3 4 0,2 5 0,1 12 0,-1 11 0,0 12 0,0 9 0,0 2 0,-7 10 0,-4-1 0,-4 9 0,-2 3 0,0-6 0,-4 10 0,-6-6 0,-7 2 0,-12-5 0,1 1 0,-5-3 0,-1-10 0,-1-6 0,1-8 0,-1-5 0,9-15 0,3-5 0,4-3 0,9-11 0,4-8 0,6-10 0,8-13 0,9-6 0,10-4 0,-2-1 0,5-1 0,-5 0 0,2 1 0,-6 7 0,6 10 0,-8 11 0,-2 4 0,4 9 0,-9 4 0,3 12 0,2 5 0,-2 12 0,-3 6 0,3 3 0,-5 3 0,7-1 0,2-1 0,4-5 0,6-5 0,5-4 0,6-3 0,6-5 0,4-5 0,2-4 0,-1-17 0,1-5 0</inkml:trace>
  <inkml:trace contextRef="#ctx0" brushRef="#br0" timeOffset="13">22939 11433 8912,'-17'12'0,"-2"-3"0,-4-1 0,4 5 0,-16-1 0,3 9 0,-6 2 0,-8 7 0,6-1 0,5 4 0,10 1 0,4 0 0,6 1 0,9-9 0,2 3 0,14-10 0,7-3 0,12-11 0,0 1 0,9-8 0,2-7 0,-4-11 0,-5-4 0,1 3 0,-7-12 0,4 6 0,-6 1 0,-4-7 0,-2 4 0,-5 3 0,-1-3 0,-7 8 0,9-4 0,-7 8 0,0 7 0,-12 18 0,-2 15 0,1 10 0,-3 7 0,1 5 0,5 3 0,-2-2 0,4 4 0,2-4 0,0 3 0,0-5 0,2-4 0,4-3 0,-2-9 0,7 1 0,-7-16 0,4 10 0,-8-13 0</inkml:trace>
  <inkml:trace contextRef="#ctx0" brushRef="#br0" timeOffset="14">23610 11433 8912,'18'-17'0,"-1"0"0,-2 0 0,-2-2 0,-3-2 0,-2-2 0,-5 2 0,-1 0 0,-2 0 0,0-2 0,-2 0 0,-1 6 0,-5 0 0,-2-1 0,-1 9 0,-6 1 0,0 2 0,-3 5 0,-3 8 0,2 10 0,-7 22 0,-5 6 0,-5 13 0,2 12 0,-5 5 0,5 15 0,7-8 0,16-34 0,0 1 0,1 1 0,1 0 0,2-2 0,2 1 0,0 43-134,13-8 0,11-19 134,11-8 0,11-11 0,1-23 0,8-10 0,-2-19 0,5 1 0,7-12 0,3-4 0</inkml:trace>
  <inkml:trace contextRef="#ctx0" brushRef="#br0" timeOffset="15">24213 11571 8912,'-18'6'0,"1"-1"0,0-1 0,0-2 0,-8 6 0,-2 3 0,-2 5 0,1 1 0,-1 8 0,-3 1 0,1 11 0,4 1 0,2 4 0,4 2 0,10-6 0,-3 4 0,9-8 0,-1-7 0,6-4 0,6-4 0,1-4 0,3-3 0,7-6 0,6-12 0,2-6 0,-2-10 0,-4-5 0,6-13 0,-8 0 0,0-8 0,1 2 0,-3-4 0,-2 1 0,-1 3 0,-3 4 0,5 7 0,-3 3 0,2 3 0,-5 4 0,2 16 0,-5 3 0,5 8 0,7 9 0,-5 11 0,-1 18 0,1-2 0,5 8 0,2-8 0,4 2 0,-4-4 0,12-3 0,-8-5 0,7-3 0,-1-8 0,-2-7 0,1-4 0,1-6 0,-2-6 0,-1-4 0,-3-7 0,-9-2 0,1-4 0,-3-4 0,-3 1 0,-5-5 0,0 6 0,-8-1 0,-6 5 0,-7-2 0,-8 4 0,6 9 0,-4 4 0,4 4 0,-6 2 0,8 2 0,0 4 0,0 11 0,5 12 0,5 3 0,1 3 0,4-1 0,2 0 0,2 3 0,4 1 0,5 2 0,4 0 0,10-11 0,4 0 0,5-8 0,6 1 0,-1-4 0,5-7 0,-2-5 0,-4-4 0,-2-10 0,-1-1 0</inkml:trace>
  <inkml:trace contextRef="#ctx0" brushRef="#br0" timeOffset="16">25159 11468 8912,'0'9'0,"-2"1"0,-4-4 0,3-3 0,-9 9 0,8-6 0,-1 7 0,3 4 0,2 6 0,0 4 0,7 2 0,5 7 0,5 2 0,6 2 0,-4 8 0,14-6 0,-5 4 0,5-6 0,-6-9 0,-5-5 0,-2-3 0,-3-8 0,-8 3 0,-1-9 0</inkml:trace>
  <inkml:trace contextRef="#ctx0" brushRef="#br0" timeOffset="17">25383 11554 8912,'-35'27'0,"1"-5"0,0-1 0,-1 2 0,1 6 0,-1 11 0,1 6 0,-1 11 0,3-3 0,3 3 0,12-3 0,11-5 0,4-1 0,2-2 0,16-16 0,-3 1 0,16-20 0,1-5 0,3-12 0,1-3 0</inkml:trace>
  <inkml:trace contextRef="#ctx0" brushRef="#br0" timeOffset="18">25985 11090 8912,'0'-8'0,"-2"10"0,-4 13 0,-3 20 0,-8 16 0,-1 12 0,1 10 0,0 7 0,0 12 0,2 1-197,8-44 0,2 0 0,1 0 0,0-1 197,4 38 0,0-6 0,0-17 0,0-9 191,0-12-191,0-10 0,-7-22 0,-3-2 0</inkml:trace>
  <inkml:trace contextRef="#ctx0" brushRef="#br0" timeOffset="19">25675 11691 8912,'-17'-5'0,"0"-1"0,7-7 0,3 3 0,9-7 0,3 0 0,13 5 0,10 1 0,7-1 0,5 3 0,4-5 0,7 9 0,1-9 0,15-3 0,4-10 0</inkml:trace>
  <inkml:trace contextRef="#ctx0" brushRef="#br0" timeOffset="20">27413 11090 8912,'-7'-16'0,"-5"5"0,-3-3 0,0 13 0,1 8 0,5 16 0,1 13 0,2 8 0,6 10 0,0 3 0,0 4 0,0 8 0,0 6 0,0-1 0,6 1 0,2-9 0,1-3 0,-5 2 0,2-7 0,-2-5 0,1-5 0,-3-6 0,4-8 0,-12-7 0,-5-4 0,-12-11 0,-4-5 0</inkml:trace>
  <inkml:trace contextRef="#ctx0" brushRef="#br0" timeOffset="21">27069 11640 8912,'-19'9'0,"-2"-5"0,-2-8 0,8-5 0,9-8 0,8-1 0,9 1 0,9-8 0,22 6 0,4-4 0,3 4 0,11-2 0,3 4 0,2-4 0,0 10 0,-2-5 0,0 1 0,6 4 0,0-12 0,-1 3 0</inkml:trace>
  <inkml:trace contextRef="#ctx0" brushRef="#br0" timeOffset="22">27981 11330 8912,'10'2'0,"-4"4"0,-4-4 0,-2 13 0,0-5 0,0 7 0,-2 0 0,-2 0 0,-2 0 0,-2 6 0,3 0 0,1 8 0,-8-2 0,9 1 0,-3-1 0,4 1 0,2-7 0,0 2 0,0-2 0,0-4 0,0 0 0,0-7 0,8-9 0,1 3 0,8-13 0,1-11 0,1-1 0,4-9 0,-4-7 0,4-5 0,2-2 0,-3 2 0,3 4 0,-2-4 0,-4 3 0,4 3 0,-5 7 0,-7 4 0,4 4 0,-11 10 0,8 3 0,-9 6 0,3 6 0,-4 11 0,0 11 0,2 7 0,2 5 0,1-4 0,-1 4 0,-4-3 0,13-3 0,-3-2 0,3-3 0,2 4 0,2-20 0,2 4 0,2-2 0,8-7 0,-10 0 0,8-10 0,1-4 0,3-3 0,1-9 0,0-1 0,1-4 0,-1 4 0,1-4 0,-3-2 0,-3 3 0,-4-7 0,-8 6 0,4-8 0,-4 3 0,2-3 0,-13 3 0,0 1 0,-6 4 0,-8 6 0,-5-1 0,-8 11 0,-6 14 0,-7 11 0,-1 6 0,1 11 0,-1 5 0,1 0 0,-1 8 0,1-2 0,7-4 0,4-2 0,12 2 0,5-2 0,6 0 0,6-6 0,11-9 0,12-7 0,11-9 0,6-9 0,5-2 0,7-4 0,1-5 0,6-10 0,-4-4 0,-1-2 0,-5-1 0,-9-7-213,-4 1 0,-8-8 1,1-2-1</inkml:trace>
  <inkml:trace contextRef="#ctx0" brushRef="#br0" timeOffset="23">29169 10643 8912,'0'-18'0,"0"1"0,2 2 0,3 3 0,-1 5 0,8 7 0,5 4 0,6 9 0,0 18 0,2 16 0,-6 20 0,4 27-327,-17-41 1,-1 3 0,2 4-1,0 2 327,-4 1 0,-1 0 0,1 0 0,0 0 0,-3-2 0,0-2 0,0-2 0,0-1 51,0-1 1,0-1 0,0-3 0,-2-1-1,-6 42 1,-7-16-52,-6-14 0,-17-13 0,2-14 0</inkml:trace>
  <inkml:trace contextRef="#ctx0" brushRef="#br0" timeOffset="24">27259 11399 8912,'-18'-8'0,"9"7"0,1 8 0,8 16 0,0 8 0,0 18 0,2 7 0,2 20 0,4 10 0,1 10 0,-3-3 0,5-1 0,-1-6 0,1-8 0,-5-9 0,-4-10 0,-2-13 0,0-8 0,0-7 0,0-14 0,-6-17 0,0-11 0,-5-14 0,5-10 0,-15-7 0,2-9 0</inkml:trace>
  <inkml:trace contextRef="#ctx0" brushRef="#br0" timeOffset="25">26846 11399 8912,'-18'0'0,"1"0"0,0 0 0,7 0 0,7-2 0,16-2 0,17-3 0,18-3 0,19-9 0,14-2-229,10-8 0,-36 12 0,1-2 0,7-3 0,2-2 229,4-1 0,2 1 0,2 0 0,1 2 0,0 0 0,-1 2 0,-6 1 0,-2 1 0,-6 3 0,-5 2 0,19-1 274,-16 3-274,-11 7 0,-27-4 0,-4 8 0,-16 0 0,-5 0 0,-6 0 0,-3 0 0,-2 0 0,0 2 0,-1 2 435,1 2 1,6 5-436,-1-5 0,8 7 0,-9-3 0,7 7 0,-1 0 0,1 1 0,4-9 0,-21 14 0,4-4 0</inkml:trace>
  <inkml:trace contextRef="#ctx0" brushRef="#br0" timeOffset="26">10119 11794 8912,'-12'0'0,"1"0"0,-3 0 0,7 0 0,1 0 0,12 0 0,7 0 0,10 0 0,11 0 0,10 0 0,14 0 0,5 0 0,4 0 0,9-7 0,-3-3 0,7-5 0,-1 2 0,-7 1 0,-7 6 0,-19-3 0,-6 1 0,-3-5 0,-11 11 0,-8-6 0,-13 8 0,-10 0 0,-7 0 0,-3 8 0,-2-6 0,0 6 0,-1-8 0</inkml:trace>
  <inkml:trace contextRef="#ctx0" brushRef="#br0" timeOffset="27">10394 14683 8912,'-11'0'0,"-1"0"0,-1 0 0,3 0 0,1-2 0,-1-2 0,0-2 0,5 1 0,-7 5 0,8 0 0,-3-8 0,9 6 0,3-4 0,13 5 0,3-1 0,9-4 0,7-6 0,5 3 0,9-3 0,7 1 0,-1-6 0,2 0 0,-1-1 0,-5 9 0,5-6 0,-13 3 0,-2 3 0,-9-3 0,-7 8 0,-4-1 0,-12-5 0,-3 8 0,-10-6 0,-4 8 0,-5 0 0,-5 0 0,-9 6 0,-5 2 0,-8 1 0,-6-3 0,-8 6 0,-5-7 0,-1 7 0,1-3 0,5 3 0,-3 3 0,1-5 0,5-1 0,1 6 0,4-11 0,4 8 0,5-3 0,5 5 0,1-3 0,16-7 0,-10 11 0,13-5 0,2-1 0,8-3 0,0-4 0,16-2 0,-5 0 0,5 0 0,6 0 0,1-2 0,-2-4 0,6-3 0,-6-8 0,8-1 0,2-1 0,1-4 0,1 4 0,-5-4 0,5 4 0,-5 2 0,-1 2 0,2 3 0,-2-3 0,1 4 0,3 3 0,-8 2 0,0 4 0,-6 2 0,0 0 0,0 0 0,1 0 0,-7 6 0,1 2 0,1 1 0,2 3 0,2-1 0,1 1 0,7-9 0,1 5 0</inkml:trace>
  <inkml:trace contextRef="#ctx0" brushRef="#br0" timeOffset="28">11926 14322 8912,'-8'25'0,"-5"1"0,-7 1 0,-2-2 0,-1 0 0,0 4 0,0 3 0,2 8 0,9 0 0,-1 8 0,7-2 0,4 5 0,6 7 0,6-10 0,9 1 0,2-5 0,2-6 0,9-9 0,1-8 0,5-8 0,0-7 0,6-6 0,2-6 0,-2-11 0,2-11 0,0-7 0,-2-5 0,-2-4 0,-8-8 0,-5-1 0,0-4 0,-16 1 0,-2-7 0,-7 8 0,-4-2 0,-9 9 0,-10 4 0,-14 4 0,-13 7 0,-9 8 0,1 14 0,-13 3 0,4 8 0,4 8 0,2 3 0,11 10 0,5 2 0,7 8 0,5-2 0,12 3 0,11 2 0,12-7 0,6-4 0,11-11 0,11 3 0,10-6 0</inkml:trace>
  <inkml:trace contextRef="#ctx0" brushRef="#br0" timeOffset="29">12889 14098 8912,'0'-17'0,"0"0"0,0 0 0,0 7 0,0 31 0,0 21 0,0 14 0,0 7 0,0 6 0,0 5 0,0 1 0,0 7 0,0-2 0,0 4 0,8-4 0,3-3 0,5-7 0,1-7 0,0-17 0,0-11 0,1-14 0,-1-8 0,0-5 0,0-24 0,0-3 0</inkml:trace>
  <inkml:trace contextRef="#ctx0" brushRef="#br0" timeOffset="30">13406 13823 8912,'-8'-17'0,"4"8"0,-7 3 0,7 19 0,-2 10 0,4 15 0,2 8 0,0 11 0,0 7 0,2 2 0,4 3 0,3 0 0,14-2 0,0-2 0,-2-2 0,-2-8 0,4 4 0,0-9 0,-2-4 0,-9 4 0,1-16 0,-7 2 0,-2-5 0,-10-3 0,-5-6 0,-12-5 0,-12-4 0,-9 4 0</inkml:trace>
  <inkml:trace contextRef="#ctx0" brushRef="#br0" timeOffset="31">12958 14580 8912,'-17'7'0,"0"-3"0,0 8 0,7-8 0,2 3 0,16-7 0,9 0 0,12 0 0,11-7 0,6-5 0,6-5 0,3-4 0,2-2 0,-1 2 0,-10 2 0,3-6 0,-5-2 0</inkml:trace>
  <inkml:trace contextRef="#ctx0" brushRef="#br0" timeOffset="32">15058 14081 8912,'0'-28'0,"0"1"0,0 2 0,0 4 0,0 2 0,0 13 0,0 12 0,0 15 0,0 17 0,0 8 0,0 5 0,0 7 0,0-5 0,0 7 0,0-3 0,0 0 0,2 0 0,1-5 0,3 2 0,-2 3 0,-2-4 0,-2 10 0,0-9 0,0-4 0,0-1 0,-8-7 0,-1 0 0</inkml:trace>
  <inkml:trace contextRef="#ctx0" brushRef="#br0" timeOffset="33">14799 14631 8912,'0'18'0,"0"-1"0,0-8 0,0-1 0,2-10 0,6-4 0,9-5 0,18-4 0,16-3 0,9-6 0,10-5 0,5-4-670,-4 7 0,13-7 0,-6 6 0</inkml:trace>
  <inkml:trace contextRef="#ctx0" brushRef="#br0" timeOffset="34">15625 14459 8912,'-44'27'0,"4"-4"0,6-2 0,5 2 0,6 6 0,4 11 0,4-4 0,3 4 0,7-3 0,3-3 0,9-2 0,5-3 0,9-4 0,2-8 0,0-7 0,-6-5 0,6-3 0,0-2 0,-4-2 0,-2-3 0,-9-5 0,9-7 0,-9-8 0,1-2 0,-1 1 0,-2-7 0,-6 6 0,0-7 0,0 0 0,-2 5 0,-2 2 0,-2 2 0,2 4 0,-5 2 0,7 2 0,-4 0 0,-3 0 0,-1-1 0</inkml:trace>
  <inkml:trace contextRef="#ctx0" brushRef="#br0" timeOffset="35">16038 14563 8912,'-28'2'0,"-1"3"0,6-3 0,-6 4 0,7-2 0,-7 1 0,-2 7 0,5 3 0,-1 2 0,2 2 0,4 4 0,2-4 0,9 12 0,4-8 0,5 6 0,1-6 0,1-1 0,3-4 0,2-1 0,7-8 0,-3-1 0,7-8 0,0 0 0,1-9 0,1-7 0,4-5 0,-4-15 0,6 0 0,-2-4 0,-1-3 0,1-4 0,-5 3 0,-1-8 0,0 1 0,0-1 0,-1 0 0,-5 1 0,2 5 0,-7 0 0,6 14 0,-7-3 0,1 12 0,-6 6 0,-2 17 0,-4 12 0,5 16 0,-7 9 0,0 5 0,6 4 0,-11 11 0,7 0 0,-5 0 0,5-5 0,0-2 0,6-4 0,0-6 0,8-4 0,3-2 0,7-1 0,5-5 0,3-10 0,3-11 0,0-7 0,7-7 0,8-3 0</inkml:trace>
  <inkml:trace contextRef="#ctx0" brushRef="#br0" timeOffset="36">16486 14356 8912,'-29'2'0,"1"4"0,-1-2 0,-6 7 0,7 1 0,1 5 0,2 0 0,-4 6 0,7 2 0,0 2 0,11 1 0,5 7 0,4-3 0,2-3 0,0 3 0,0-3 0,6-4 0,2-2 0,1-4 0,-5-10 0,11 5 0,-3-9 0,3 1 0,2-6 0,1 0 0,-1 0 0,-6 0 0,1 0 0,1 0 0,2-6 0,3-1 0,1-1 0,4 0 0,-4-5 0,11 5 0,-7-3 0,8-4 0,-2 3 0,-3-3 0,3-2 0,-8 5 0,2 1 0,-6-1 0,-5-5 0,3 0 0,-5 0 0</inkml:trace>
  <inkml:trace contextRef="#ctx0" brushRef="#br0" timeOffset="37">16710 14442 8912,'0'-9'0,"-8"1"0,6 8 0,-7 2 0,5 4 0,-2 5 0,0 4 0,6 3 0,0 6 0,2 1 0,4 6 0,5-2 0,-3-8 0,9 9 0,0-7 0,1 0 0,5-6 0,1-5 0,-1-1 0,0-7 0,-4 0 0,2-8 0,2-8 0,-2-3 0,6-10 0,-8 4 0,4-7 0,-4-1 0,-1-5 0,-7 5 0,1 0 0,-9 8 0,3-2 0,2 10 0,-3 2 0,1 7 0,-6-4 0,8 8 0,-6 2 0,4 4 0,3 3 0,1 7 0,5-3 0,-4-2 0,5-5 0,-7 6 0,3-1 0,-1-1 0,1 5 0,5-11 0,0 7 0,-5-5 0,-1 5 0,1-1 0,3 3 0,-4-1 0,5-1 0,-13 6 0,7 2 0,-2 4 0,-3 4 0,-5 8 0,0-1 0,0 2 0,0 4 0,-7-1 0,-5 6 0,-3-1 0,-2 4 0,0-4 0,-1-2 0,1-2 0,0-5 0,2-9 0,3-3 0,-1-9 0,7-3 0,0-7 0,1 2 0,-1-12 0,0-11 0,6-12 0,0-11 0,0-6 0,2-4 0,4-1 0,5-1 0,4-5 0,3 0 0,-1-16 0,0 2 0</inkml:trace>
  <inkml:trace contextRef="#ctx0" brushRef="#br0" timeOffset="38">18379 14838 8912,'17'-8'0,"0"-2"0,0 1 0,-7 1 0,5 8 0,-13 0 0,6 0 0</inkml:trace>
  <inkml:trace contextRef="#ctx0" brushRef="#br0" timeOffset="39">18534 14717 8912,'2'-26'0,"3"3"0,-3 2 0,4 0 0,-4-2 0,-2-6 0,0 6 0,-6 0 0,-1 8 0,-3 3 0,-1 5 0,-7 7 0,1 2 0,0 5 0,0 11 0,-1 12 0,1 14 0,0 2 0,0 13 0,0-7 0,5 5 0,1 0 0,5-1 0,-4-9 0,3-1 0,1-13 0,6 1 0,0-11 0,0 0 0,8-11 0,1-5 0,8-11 0,1-7 0,1-8 0,2-18 0,4-1 0,1-2 0,-5-8 0,2-1 0,-9-9 0,-3 3 0,-7-6 0,6 9 0,-7 1 0,3 9 0,0 5 0,-8 11 0,-4 3 0,4 13 0,-3 10 0,3 12 0,2 9 0,0 5 0,0 11 0,0 3 0,2-4 0,3 4 0,5-5 0,7-7 0,0-5 0,8-4 0,2-9 0,7-4 0,1-5 0,-1-1 0,6-15 0,-1-8 0,-7-7 0,3-5 0,-7 1 0,-9-2 0,-3-3 0,-7-1 0,-3 0 0,-6 4 0,0-4 0,-2 3 0,-4-3 0,2 6 0,-7 5 0,1-1 0,-3 7 0,2 2 0,7 9 0,-4 7 0,8 12 0,0 10 0,0 16 0,0 13 0,0 5 0,0 7 0,8 3 0,-4 13 0,7 1 0,1-1 0,5-5 0,6-2 0,2-2 0,1-2 0,3-17 0,5-6 0,-1-13 0,-4-8 0,3-10 0,-7-3 0,4-12 0,-6-5 0,-4-12 0,-2-6 0,-6-3 0,1-3 0,-1 1 0,1-6 0,-3-2 0,-1-2 0,-2-2 0,-4-4 0,1 3 0,3 1 0,0 10 0,-6 1 0,0 10 0,0 6 0,0 10 0,0 1 0,0 21 0,0 6 0,0 6 0,-6 4 0,0 5 0,1 1 0,5-1 0,0-7 0,0 3 0,2-5 0,3 2 0,-1-6 0,8 2 0,-7-4 0,7-2 0,1 0 0,3 1 0,1-1 0,0-6 0,0 1 0,0 1 0,-7-5 0,5-1 0,-3-7 0,-3 0 0,3 0 0,-8 0 0,3-1 0,-7-5 0,0 4 0,-2-12 0,-1 7 0,-3-3 0,0 6 0,6-5 0,0 3 0,-8-3 0,6-3 0,-3 1 0,3 7 0,2-6 0,0 5 0,0 3 0,0-8 0,0 4 0,-8 5 0,6-7 0,-7 8 0,3 0 0,-4 8 0,-7 1 0</inkml:trace>
  <inkml:trace contextRef="#ctx0" brushRef="#br0" timeOffset="40">19497 14752 8912,'-1'-10'0,"-3"3"0,-2-1 0,0 4 0,6-7 0,-6 5 0,-1-4 0,-3 3 0,6-7 0,-11 12 0,6-5 0,-9 9 0,3 3 0,2 7 0,1 3 0,1 8 0,-6 0 0,7 8 0,-3-7 0,7 5 0,0 2 0,6-8 0,0-2 0,0 3 0,0-1 0,10 0 0,7-6 0,0 1 0,8-1 0,0-2 0,4-3 0,-5 3 0,9-11 0,-6 7 0,-1 2 0,7-5 0,-14 7 0,4-3 0,-12-3 0,-5 3 0,-4 1 0,-10 3 0,-3 1 0,-12 0 0,-6 0 0,-3 0 0,-3 1 0,1-1 0,0 0 0,5-6 0,0-1 0,1-2 0,1-5 0,2-1 0,13-6 0,1-7 0,0-8 0,-7-15 0</inkml:trace>
  <inkml:trace contextRef="#ctx0" brushRef="#br0" timeOffset="41">19996 14666 8912,'-17'9'0,"-6"1"0,0-6 0,2 3 0,2 3 0,2 1 0,2 8 0,3 2 0,7 2 0,3 6 0,2-6 0,7 8 0,5-12 0,9 4 0,4-4 0,1-4 0,5-4 0,1-3 0,3-8 0,-1-2 0,1-4 0,-1-5 0,1-12 0,-3 2 0,-3-8 0,-4 1 0,-8-7 0,-8 9 0,-1-7 0,-12 4 0,-7-3 0,-1 5 0,-26 2 0,2 8 0,-6 0 0,-4 7 0,-4 5 0,2 10 0,2 7 0,6 11 0,-6 5 0,8 13 0,-4 3 0</inkml:trace>
  <inkml:trace contextRef="#ctx0" brushRef="#br0" timeOffset="42">10394 17021 8912,'4'10'0,"-4"-5"0,4-3 0,-20-9 0,14 3 0,-1-6 0,6 3 0,9-1 0,11 2 0,-2 4 0,10-5 0,5-1 0,8-3 0,6 3 0,7-7 0,0 5 0,-1 1 0,5-7 0,-9 9 0,-1-7 0,-9 5 0,-5 1 0,-11 1 0,-3 1 0,-11 4 0,-7-6 0,-10 8 0,-12 0 0,-10 6 0,-10 2 0,-3 1 0,-6-3 0,-11 5 0,-6 3 0,-4 1 0,6-5 0,-4 5 0,6-6 0,-3 1 0,7 5 0,-2-5 0,11 5 0,5-3 0,13 3 0,3-11 0,8 7 0,7-7 0,4 4 0,14-8 0,7 0 0,6 0 0,10-6 0,-2 0 0,3-7 0,8 3 0,1-7 0,6 0 0,-1 0 0,4 7 0,2-13 0,-1 4 0</inkml:trace>
  <inkml:trace contextRef="#ctx0" brushRef="#br0" timeOffset="43">25314 4247 8912,'-2'-17'0,"-2"-1"0,-3 1 0,-1 0 0,0 0 0,4 0 0,6 1 0,10 5 0,1 7 0,16 15 0,1 14 0,3 12 0,1 10 0,3 16 0,3 12 0,-4 7 0,4 6 0,-21-43 0,-1 2 0,-1 0 0,0 1 0,0 0 0,1 0 0,-1-1 0,0-1 0,15 23 0,-3-12 0,-6-17 0,-4-15 0,-2-9 0,1-16 0,-3-4 0,-2-6 0,-3-9 0,-2-8 0,-5-9 0,-1 2 0,-2-6 0,0 11 0,0-2 0,0 8 0,-2 2 0,-3 10 0,-5 3 0,-5 20 0,1 11 0,3 15 0,-1 25 0,-5 19 0,8-28 0,1 3-118,-1 6 0,1 4 1,1 11-1,2 4 1,0 8-1,1 2 1,0 4-1,0 1 118,2-31 0,1 0 0,0 0 0,0 29 0,0-1-929,1-1 1,0-2 928,0-4 0,0-2 0,0-7 0,0-1 0,0-6 0,0-1 0,1-9 0,-2-4 0,-1 39-563,-3-16 563,-12-15 0,-10 8 0,-10-16 0,-3-2 0,-4-1 0,-9-10 0,-5-6 0,-5-7 0,-2-14 0,2-12 0,6-5 0,3-5 0,10-5 0,-3-17 0,8-5 0,7-6 0,-3-10 0,16 4 0,-4-8 0,4 1 0,2 7 0,7 2 231,5 8 1,10-5 0,9 1-232,7 0 0,6 5 0,7-7 0,0 4 0,1 2 0</inkml:trace>
  <inkml:trace contextRef="#ctx0" brushRef="#br0" timeOffset="44">26553 5674 8912,'-8'17'0,"-3"-2"0,-4-3 0,5-7 0,4-10 0,16-7 0,13-11 0,21-11 0,26-12 0,-28 21 0,1 0 0,3-1 0,1 1 0,5-1 0,0 0 0,-3 0 0,-1 1 0,-1 0 0,0 0 0,-3 2 0,0 0 0,34-17 0,-22 13 0,-16 10 0,-19 8 0,-14 9 0,-8 1 0,-5 5 0,-2-2 0,-3 7 0,-5 1 0,13-1 0,-9 1 0,1-8 0,-7 3 0,1-7 0</inkml:trace>
  <inkml:trace contextRef="#ctx0" brushRef="#br0" timeOffset="45">28584 4333 8912,'-18'-23'0,"1"0"0,2 2 0,2 4 0,1 5 0,-1 5 0,-3-1 0,-1 8 0,0 2 0,0 15 0,0 15 0,-8 20 0,-2 17 0,0 9 0,4 6 0,4 10 0,4 1 0,8-46 0,2 0 0,2 0 0,1-1 0,0 40 0,4-2 0,3-11 0,7-11 0,11-12 0,5-12 0,3-7 0,0-10 0,-3-12 0,3-7 0,-1-8 0,-1-7 0,2-9 0,-8-14 0,0 0 0,0-8 0,-1-4 0,3-4 0,-4-1 0,2-1 0,0 0 0,-11 3 0,-1 1 0,3 2 0,-7 2 0,-1 0 0,-4 10 0,-2 9 0,0 14 0,0 3 0,-6 25 0,0 12 0,-7 3 0,9 16 0,-7-8 0,7 2 0,-2-4 0,4 2 0,2-1 0,0-11 0,2-3 0,4-8 0,3-1 0,9-5 0,1-5 0,4-4 0,-4-10 0,11-3 0,-7-12 0,0 0 0,-7-10 0,-5-3 0,-3-2 0,-8 3 0,0 7 0,-2-1 0,-4 0 0,-5 3 0,-5 1 0,-7 15 0,0 5 0,1 3 0,4 2 0,7 5 0,1 3 0,3 2 0,1 1 0,6 6 0</inkml:trace>
  <inkml:trace contextRef="#ctx0" brushRef="#br0" timeOffset="46">29410 4745 8912,'-27'0'0,"-6"0"0,5 0 0,-5 0 0,-1 0 0,-1 10 0,1 7 0,-4 2 0,3 10 0,-1 5 0,13 6 0,2-1 0,2-3 0,9 2 0,5-4 0,5 3 0,5-14 0,5-6 0,7-6 0,0-7 0,0 2 0,8-4 0,4-2 0,-4-16 0,7-3 0,-5-15 0,0 0 0,-2-8 0,-8-4 0,0-4 0,0-2 0,1-7 0,-3-2 0,-4-8 0,-3-5 0,-8-3 0,0-1 0,0 2 0,0 1 0,0 10 0,-2 21 0,-4 10 0,4 7 0,-11 20 0,7 8 0,2 17 0,3 16 0,1 16 0,0 9 0,0 10 0,0 7 0,1-5 0,5 3 0,-2 3 0,8-3 0,1-3 0,2-8 0,2-12 0,6-1 0,2-12 0,0-5 0,0-8 0,-2-14 0,0-5 0,2-12 0,0-7 0,1-8 0,1-8 0,-6-5 0,2-6 0,-4-4 0,-4-6 0,-3 2 0,-6 2 0,-4 1 0,-2-1 0,0 0 0,-8 8 0,-4-1 0,-3 9 0,-4 7 0,-2 11 0,-2 7 0,2 3 0,2 19 0,2 12 0,-1 11 0,1 19 0,0 4 0,8 8 0,3-2 0,4-8 0,2-6 0,0-3 0,17-8 0,12-4 0,11-4 0,13-17 0,5-7 0,5-9 0,-4-10-130,8-10 1,-6-10 0,8-8 0</inkml:trace>
  <inkml:trace contextRef="#ctx0" brushRef="#br0" timeOffset="47">30855 4367 8912,'-34'17'0,"-3"-1"0,-3-5 0,4 6 0,-4-2 0,3 8 0,3 4 0,2 4 0,3 9 0,-4 4 0,16 7 0,0-1 0,9-4 0,8-6 0,6-4 0,11-1 0,10-16 0,7-8 0,1-7 0,5-4 0,0 0 0,0-10 0,-5-7 0,-1-8 0,-1-9 0,-3 0 0,-1-1 0,-6-5 0,2-2 0,-6-2 0,0 6 0,-13-2 0,-1 2 0,-5 1 0,0 3 0,-7-2 0,-5 13 0,-5 8 0,-6 9 0,2 4 0,-8 2 0,3 9 0,-3 9 0,12-1 0,3 13 0,9-5 0,1 2 0,10-6 0,3 4 0</inkml:trace>
  <inkml:trace contextRef="#ctx0" brushRef="#br0" timeOffset="48">31320 4505 8912,'-8'-18'0,"6"9"0,-5 1 0,7 10 0,0 4 0,0 3 0,0 9 0,0-1 0,0 0 0,0 2 0,0 4 0,0-4 0,0 6 0,0-8 0,0 0 0,0 1 0,0-1 0,0-8 0,0-5 0,0-15 0,1-12 0,5-8 0,10-9 0,6 0 0,9-8 0,-10 12 0,6-4 0,-2 3 0,3 5 0,-5 3 0,-2 6 0,0 12 0,2 5 0,-4 4 0,6 6 0,0 8 0,-4 1 0,8 16 0,0-6 0,3 5 0,-1 3 0,-3 1 0,1 3 0,-2-3 0,-4-1 0,-4-3 0,-10 1 0,-1-2 0,-8-2 0</inkml:trace>
  <inkml:trace contextRef="#ctx0" brushRef="#br0" timeOffset="49">28429 6533 8912,'-17'-7'0,"-1"3"0,1-6 0,0 3 0,2 5 0,3 13 0,4 10 0,8 19 0,0 8 0,0 8 0,10 12 0,5 13 0,6 3 0,10 0 0,-2-4 0,-5 2 0,-1-7 0,-3-7 0,-5-5 0,-4 2 0,-3-13 0,-8-6 0,-15-16 0,-4-5 0</inkml:trace>
  <inkml:trace contextRef="#ctx0" brushRef="#br0" timeOffset="50">28119 6585 8912,'-17'-8'0,"7"-1"0,4-8 0,12-1 0,19-5 0,17-1 0,12-3 0,7 6 0,8-2 0,5 4 0,1 4 0,-3 3 0,-10 4 0,-11 8 0,-9 8 0,-13 4 0,0 12 0,-12 11 0,-6 9 0,-18 13 0,-9 6 0,-5 4 0,-9 9 0,3-3 0,-5 5-181,3-1 1,-2-3 180,8-5 0,0-4 0,6-6 0,2-11 0,3-10 0,5-7 0,1-16 0,0-4 0,1-3 0</inkml:trace>
  <inkml:trace contextRef="#ctx0" brushRef="#br0" timeOffset="51">29048 6826 8912,'-7'9'0,"3"7"0,-8-5 0,1 4 0,-6 2 0,5 10 0,1 8 0,7 1 0,-2 10 0,4-2 0,2 2 0,2 1 0,4-7 0,3 6 0,9-6 0,-1 0 0,-6-11 0,1 0 0,-6-10 0,5-2 0,-7-7 0,3-10 0</inkml:trace>
  <inkml:trace contextRef="#ctx0" brushRef="#br0" timeOffset="52">29255 6361 8912,'-19'12'0,"-4"-1"0,-2 1 0,-6 5 0,3 0 0,1 2 0,-2 4 0,6-2 0,12 8 0,3-8 0,8 4 0,4-4 0,7-4 0,7 2 0,10-13 0,3 0 0,-8-6 0,0 0 0,-6 0 0,0 0 0,-7-2 0,-5-4 0,-5-4 0,-5-7 0,-13 0 0,-3 0 0,-7 0 0,-3-1 0,6 1 0,-5 8 0,7 3 0,0 2 0,6 0 0,-1-1 0,1-1 0,0 6 0</inkml:trace>
  <inkml:trace contextRef="#ctx0" brushRef="#br0" timeOffset="53">29513 6757 8912,'-19'11'0,"-2"-1"0,-2-2 0,-6 5 0,4-2 0,-2 7 0,-1 3 0,1 2 0,-5 7 0,14-3 0,-1 7 0,6 1 0,9-1 0,-2 0 0,6-7 0,6-4 0,4-4 0,7-2 0,8-7 0,-6-2 0,6-10 0,-1-4 0,-4-6 0,2-10 0,-2-5 0,-3-8 0,0 1 0,0 0 0,-1-7 0,-3 1 0,-4 2 0,-1 2 0,6 1 0,-11 9 0,7 3 0,-2 4 0,-3 2 0,-5 9 0,0 8 0,6 15 0,0 14 0,5 3 0,-5 3 0,7 5 0,-1 0 0,5 0 0,6-6 0,-4-5 0,4 0 0,2-14 0,-2 2 0,0-11 0,-6 2 0,0-8 0,0 0 0</inkml:trace>
  <inkml:trace contextRef="#ctx0" brushRef="#br0" timeOffset="54">29943 6533 8912,'-29'16'0,"3"-5"0,1-5 0,4-4 0,2-2 0,7 6 0,5 1 0,5 3 0,5-6 0,15 11 0,-1-4 0,6-1 0,0 1 0,5-7 0,-5 2 0,2 1 0,-2-1 0,-9 6 0,3-7 0,-10 9 0,5-3 0,-8 5 0,1 1 0,-3 0 0,-2-6 0,0 1 0,0-1 0,0 6 0,0 1 0,0-1 0,0 0 0,0-5 0,0-1 0,0-5 0,0 5 0,0 3 0,0 1 0,8 2 0,3 0 0,5 0 0,-7 1 0,7-1 0,-5 2 0,4 4 0,1 2 0,-5 3 0,3 5 0,-9-5 0,3 5 0,-2 1 0,-4 3 0,3 3 0,-10-4 0,-7 4 0,-3 4 0,-8-8 0,0 4 0,-2-3 0,4-5 0,-2-3 0,0-4 0,0-10 0,0-3 0,0-7 0,6-10 0,6-7 0,-1-11 0,8-11 0,-11-10 0,5-8 0</inkml:trace>
  <inkml:trace contextRef="#ctx0" brushRef="#br0" timeOffset="55">30287 6516 8912,'0'17'0,"0"-7"0,8-10 0,1-10 0,9-7 0,5 8 0,0 3 0,-2 4 0,3 2 0,-1 0 0,6 0 0,-6 0 0,-2 13 0,-9 5 0,3 3 0,-13 3 0,3 5 0,-3-2 0,-4 1 0,-3 3 0,-7 2 0,-11 1 0,4-5 0,-4-1 0,4-1 0,2 2 0,0-5 0,0-6 0,7-1 0,4 0 0,4-7 0,12-3 0,7-7 0,10 0 0,5 0 0,3 0 0,-1 0 0,1 0 0,-3 0 0,-3 0 0,-2 8 0,-4 3 0,-4 5 0,4 3 0,-12 2 0,-5 2 0,-4 0 0,-2 1 0,-2 3 0,-4 0 0,-5 5 0,-12-3 0,-4-2 0,-8 1 0,3-1 0,3 2 0,-1 1 0,7-7 0,0 0 0,6-7 0,-1-5 0,1-5 0,0-4 0,7-10 0,3-9 0,7-10 0</inkml:trace>
  <inkml:trace contextRef="#ctx0" brushRef="#br0" timeOffset="56">31371 6293 8912,'0'-27'0,"-2"4"0,-3 4 0,-5 2 0,-9 7 0,-4 4 0,0 6 0,-9 8 0,-5 9 0,-1 8 0,-2 23 0,0 5 0,2 7 0,9-5 0,6 4 0,11-7 0,7-1 0,3 1 0,4-8 0,3-4 0,5-11 0,7-6 0,0-12 0,3-5 0,3-4 0,-4-10 0,11-3 0,-5-14 0,0-10 0,2-7 0,-1-2 0,-4-5 0,0 3 0,3-4 0,-2-1 0,6 1 0,-6 4 0,0 4 0,-6 10 0,-2 3 0,-3 6 0,3 4 0,-11 9 0,7 5 0,1 5 0,5 5 0,0 7 0,8 3 0,4 2 0,5 0 0,8-1 0,10-5 0,9-5 0,14-4 0,11-6 0,-38 0 0,1-1-162,2-2 0,0-4 0,-3-6 0,-1-2 0,0 1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1:46:03.892"/>
    </inkml:context>
    <inkml:brush xml:id="br0">
      <inkml:brushProperty name="height" value="0.053" units="cm"/>
      <inkml:brushProperty name="color" value="#FF0000"/>
    </inkml:brush>
  </inkml:definitions>
  <inkml:trace contextRef="#ctx0" brushRef="#br0">20065 3662 8912,'12'0'0,"-1"0"0,-7-2 0,2-4 0,-6 5 0,-4-7 0,-4 2 0,-1 0 0,5-1 0,-2 1 0,4 2 0,2-7 0,0-3 0,0 5 0,0-3 0,0 1 0,0-6 0,0 0 0,0-1 0,8-1 0,3-4 0,12 2 0,8-9 0,7-5 0,8-3 0,11-17 0,12 7 0,-29 18 0,1-1-341,0 1 0,2 1 341,0 0 0,0 0 0,39-20 0,2 3 0,4 6 0,-40 24 0,0 3 0,45-10 0,1 2 0,0-2 0,1 4 0,-9-4 0,6 10 0,-6 1 0,2 3 0,-40 3 0,2 0 0,2 2 0,1 1 0,39-3 0,-1 0 0,-6-7 0,1 3 0,5-3 0,-41 6 0,0-1 0,4-2 0,1 1 0,-2-2 0,-1 1 0,-2 1 0,-1 0 0,41-6 0,-6 4 0,2-5 0,-21 13 0,4-7 0,-2 2 0,-8 1 0,-1 3 0,-8-2 0,-10 2 0,0 2 0,-27 8 0,4 0 0,-11 7 0,2-11 682,-8 13-682,0-13 0,0 6 0,0-8 0,0 8 0,0 1 0,0 8 0,-2-5 0,-4-1 0,-3 1 0,-9 5 0</inkml:trace>
  <inkml:trace contextRef="#ctx0" brushRef="#br0" timeOffset="1">23610 2235 8912,'-17'25'0,"0"-8"0,0-9 0,7-6 0,1-2 0,3 0 0,6 0 0,0 0 0,9 0 0,7 7 0,9 9 0,5 8 0,8 3 0,1 9 0,6 10 0,-4 0 0,3 4 0,-2 3 0,-4 1 0,-2 7 0,-17-8 0,-7 5 0,-8-5 0,-14-1 0,-7-1 0,-18-7 0,-16-4 0,-8 4 0,-10 0 0</inkml:trace>
  <inkml:trace contextRef="#ctx0" brushRef="#br0" timeOffset="2">25039 3043 8912,'-10'-17'0,"-3"6"0,5-1 0,0-1 0,1-3 0,1 9 0,6 7 0,0 9 0,2 16 0,2 10 0,3 8 0,3 7 0,-4 4 0,5 1 0,3 2 0,1-1 0,-4-3 0,1-3 0,1-4 0,2 0 0,3-12 0,-1 2 0,0-15 0,0-5 0,0-9 0,1-5 0,-1-10 0,0-3 0,-2-12 0,-3-6 0,3-11 0,-13 2 0,4-6 0,-4 2 0,-2-6 0,-2 12 0,-2-4 0,-2 4 0,-1 11 0,3 6 0,-2 5 0,0 11 0,6-1 0,0 15 0,2 3 0,4 14 0,5 3 0,7 1 0,5 3 0,3-9 0,9-1 0,-1-8 0,1-1 0,1-5 0,2-5 0,2-4 0,-1-2 0,-3-8 0,-4-3 0,-3-12 0,0 2 0,-12-8 0,-4 2 0,-13-3 0,0 1 0,0 2 0,0-1 0,-5-3 0,-1 8 0,-7 6 0,1 8 0,-3 1 0,5 2 0,3 14 0,7 5 0,0 8 0,0-2 0,0 14 0,0-5 0,0 5 0,0 1 0,0 1 0,0-1 0,0 0 0,1-5 0,3-2 0,2-2 0,-2-4 0,5-2 0,-7-2 0,6-7 0,-6-5 0,2-10 0,1-7 0,1-11 0,-4-4 0,2-9 0,4-2 0,1-2 0,-3-6 0,3 4 0,-1-2 0,5 6 0,-9-4 0,8 7 0,-1 9 0,6 3 0,1 5 0,-1 7 0,0 3 0,0 8 0,0 8 0,1 5 0,-1 8 0,0 8 0,0 9 0,1 2 0,-1-1 0,0-3 0,6-2 0,0-1 0,-2-5 0,-2 5 0,-4-14 0,-1 4 0,-3-4 0,1-2 0,-3-7 0,-1-3 0</inkml:trace>
  <inkml:trace contextRef="#ctx0" brushRef="#br0" timeOffset="3">26312 2820 8912,'0'-18'0,"0"1"0,0 0 0,8 0 0,-6 5 0,3 1 0,5 15 0,-8 5 0,5 22 0,1 7 0,-4 6 0,6 10 0,-1 3 0,1 6 0,-7-4 0,13 2 0,-5-3 0,5-5 0,1 4 0,-2-5 0,-2-6 0,-1-6 0,-8-11 0,3-5 0,-7-6 0</inkml:trace>
  <inkml:trace contextRef="#ctx0" brushRef="#br0" timeOffset="4">26519 2974 8912,'-2'18'0,"-6"-1"0,-7 0 0,-6 0 0,-10 0 0,6 6 0,-3 0 0,-3 6 0,8-6 0,-6 5 0,8-3 0,6 2 0,5-4 0,10 4 0,0-1 0,0 1 0,10-6 0,7 2 0,0-11 0,16-5 0,-4-7 0,3 0 0,3 0 0,-1-2 0,0-3 0,1-7 0,-1-3 0,-5 3 0,-2 1 0,-3-2 0,-8-3 0,-10-1 0,3-8 0,1-1 0</inkml:trace>
  <inkml:trace contextRef="#ctx0" brushRef="#br0" timeOffset="5">26691 3146 8912,'9'12'0,"-1"-3"0,0-1 0,-7-2 0,7 1 0,-8 5 0,0 3 0,0 2 0,2 2 0,4 4 0,-4 4 0,5 2 0,-7-1 0,0 3 0,8 1 0,-6 1 0,4-3 0,-5-1 0,-1-8 0,2 4 0,2-8 0,2 0 0,-2 1 0,-2-9 0,-2-9 0,0-11 0,0-12 0,0-6 0,0-3 0,0-5 0,0-3 0,2-4 0,3 0 0,-3 2 0,6 10 0,0 3 0,-7-3 0,13 13 0,-8-4 0,-3 4 0,7 9 0,0 4 0,7 12 0,0 5 0,-2 12 0,-3 6 0,3 4 0,-4-1 0,5-3 0,-5 1 0,1-7 0,-1 4 0,4-6 0,-1-4 0,-3-2 0,1-3 0,-1-12 0,1 0 0,1 0 0,-5 0 0,5-8 0,-7-3 0,5-12 0,-3-4 0,2 0 0,-7-5 0,3 3 0,-4 2 0,-2 1 0,0 1 0,0 4 0,0 2 0,0 2 0,0 7 0,0 4 0,0 12 0,0 5 0,0 12 0,0-2 0,0 8 0,6-8 0,1 4 0,3 0 0,1-6 0,7 6 0,-1-8 0,0-8 0,0-3 0,1-12 0,-1-5 0,-8-4 0,7-3 0,-7-1 0,1-4 0,-3 4 0,-7-5 0,0 1 0,0 0 0,-7 0 0,-3 13 0,-7 3 0,0-1 0,0 6 0,-1-6 0,1 8 0,0 8 0,2 3 0,3 5 0,6 1 0,4 0 0,2-7 0,0 5 0,0-5 0,0 7 0</inkml:trace>
  <inkml:trace contextRef="#ctx0" brushRef="#br0" timeOffset="6">27482 3129 8912,'10'0'0,"5"0"0,-13 0 0,6 0 0,-8 2 0,0 4 0,0 3 0,0 9 0,0-1 0,0 0 0,0 0 0,0 0 0,0 1 0,0-1 0,2-2 0,1-2 0,3-1 0,8-8 0,-5 3 0,8-7 0,1 0 0,-1-2 0,0-1 0,-2-7 0,-3-5 0,3 1 0,-5-9 0,-1 4 0,-1 2 0,-3 0 0,1 0 0,-2 0 0,0 5 0,0 1 0,1-3 0,1 7 0,-6-1 0,0 8 0,8 0 0,1 0 0,3 0 0,-1 0 0,3 0 0,-7 0 0,9 0 0,-5 0 0,3-2 0,-1-2 0,-4-3 0,-1-3 0,-2 6 0,0-11 0,-1 3 0,1-3 0,-6 4 0,0-1 0,0 8 0,-8-3 0,6 7 0,-13 7 0,6 3 0</inkml:trace>
  <inkml:trace contextRef="#ctx0" brushRef="#br0" timeOffset="7">27999 3009 8912,'9'7'0,"-1"-5"0,-8 14 0,7-14 0,-5 7 0,6-3 0,0 5 0,-7-3 0,9 7 0,-4-3 0,-4 3 0,3 2 0,-3-5 0,-2-1 0,8-7 0,-6 11 0,6-5 0,-8-3 0,0-7 0,0-7 0,0-10 0,0-6 0,0 0 0,5-6 0,3 4 0,2-2 0,-5 5 0,5-5 0,-3 2 0,7 2 0,-3 6 0,-1 5 0,1 3 0,3 1 0,1 2 0,0 8 0,-1 4 0,-3 6 0,1 5 0,5 6 0,0 3 0,0 1 0,0 6 0,-5-9 0,-1 5 0,3-6 0,1-4 0,2-2 0</inkml:trace>
  <inkml:trace contextRef="#ctx0" brushRef="#br0" timeOffset="8">28893 2665 8912,'10'0'0,"-2"0"0,-8 0 0,0 2 0,0 4 0,0 5 0,1 12 0,3 6 0,2 3 0,2 16 0,-4 5 0,1 8 0,-1 10 0,-2-2 0,-2 13-116,0-7 0,0-3 116,0-9 0,-8 0 0,-5-9 0,-8-5 0,2-16 0,-14-1 0,7-14 0</inkml:trace>
  <inkml:trace contextRef="#ctx0" brushRef="#br0" timeOffset="9">28825 2734 8912,'17'-17'0,"0"-1"0,0 1 0,0 0 0,1 0 0,-1 0 0,8 1 0,3 3 0,5 3 0,1 3 0,6 1 0,1 6 0,-3 0 0,-8 8 0,-3 3 0,-4 6 0,-8 6 0,-5 4 0,-10 9 0,0 4 0,-10-1 0,-7 6 0,-6-6 0,-7 1 0,1-4 0,0-2 0,-5-1 0,-1-4 0,1-7 0,0-2 0,-1-3 0</inkml:trace>
  <inkml:trace contextRef="#ctx0" brushRef="#br0" timeOffset="10">29427 2734 8912,'-17'0'0,"-1"-8"0,1 6 0,0-4 0,0 5 0,0 1 0,-6 7 0,0 5 0,2 3 0,2 2 0,1 0 0,7 6 0,-1 0 0,9 2 0,-3-2 0,4-4 0,4 6 0,4-8 0,3 0 0,8-7 0,1-4 0,-1-5 0,0-1 0,0 0 0,0 0 0,-7-7 0,5 3 0,-3-8 0,-5 9 0,9-7 0,-5 4 0,4 4 0,-3-5 0,-1 7 0,1 0 0,5 0 0,0 0 0,0 0 0,1 0 0,-9 0 0,1 0 0,-4 0 0,-5 0 0,7 0 0</inkml:trace>
  <inkml:trace contextRef="#ctx0" brushRef="#br0" timeOffset="11">29547 2734 8912,'12'-12'0,"-1"1"0,-5 5 0,5-5 0,-7 7 0,6-4 0,-6 10 0,3 4 0,3 5 0,-6 5 0,5 3 0,-5 2 0,2 2 0,5 5 0,-5-3 0,-2 2 0,-2 3 0,5-5 0,-5 6 0,4-8 0,-4-2 0,-2-2 0,0-2 0,0-4 0,0-7 0,2-15 0,4-20 0,-3 2 0,9-2 0,-1 1 0,7-8 0,-1-5 0,0 11 0,0-5 0,2 7 0,2-1 0,2 6 0,8-4 0,-4 1 0</inkml:trace>
  <inkml:trace contextRef="#ctx0" brushRef="#br0" timeOffset="12">30064 2648 8912,'-23'0'0,"0"0"0,2 0 0,-6 0 0,6 5 0,-8 3 0,-1 2 0,5-5 0,2 7 0,4 1 0,1 3 0,9 1 0,1 0 0,8 0 0,0 0 0,0 6 0,0 0 0,2 0 0,4-6 0,3 0 0,9 1 0,-7-7 0,1 1 0,-1-9 0,6 5 0,0-8 0,1-8 0,-1-3 0,0-4 0,-5-3 0,-1 1 0,-1 0 0,1 0 0,4 0 0,-3-1 0,3 1 0,2 0 0,1 2 0,-1 3 0,-6-1 0,1 5 0,1-1 0,2 5 0,3-2 0,-7 4 0,1 2 0,-1 0 0,6 0 0,-7 2 0,-4 4 0,3-4 0,-7 6 0,6-8 0</inkml:trace>
  <inkml:trace contextRef="#ctx0" brushRef="#br0" timeOffset="13">30270 2579 8912,'10'0'0,"-1"0"0,-5-2 0,2-4 0,-1 4 0,-5-3 0,0 10 0,0 5 0,0 9 0,0 2 0,0 2 0,-5 2 0,-1-2 0,0-2 0,6 7 0,0-7 0,0 10 0,0-8 0,0 0 0,0-6 0,0 0 0,0 0 0,0-7 0,0-2 0,0-24 0,0-7 0,0-1 0,0-5 0,0 0 0,0-5 0,2 0 0,2-1 0,2 3 0,-2 3 0,5-3 0,-5 12 0,7-3 0,-5 4 0,6 2 0,-7 8 0,7 3 0,-1 4 0,7 4 0,-1 6 0,0 7 0,0 6 0,0 0 0,-7 6 0,5-1 0,-5 7 0,-1-5 0,-1-3 0,0 0 0,-6-6 0,3 4 0,-3-4 0,-2-2 0,0-5 0,0-1 0,8-7 0,-4-4 0,5-11 0,-1-5 0,5-3 0,-1-2 0,3-3 0,2-3 0,0 6 0,1-2 0,-1 4 0,0 2 0,0-1 0,0 3 0,1 4 0,-7 3 0,1 8 0,-1-6 0,6 1 0,1 1 0,-1 2 0,0 2 0,2 0 0,4 0 0,-10 0 0,5 0 0,-3 0 0,-2-2 0,-1-4 0,1 2 0,-7-7 0,7-1 0,-11 1 0,4-1 0,-4 1 0,-2-6 0,-8 7 0,-1 10 0,-3 4 0,1 8 0,7-1 0,-4 6 0,1 0 0,5 8 0,-6-6 0,8 4 0,0-4 0,0-1 0,0-1 0,2 0 0,4 0 0,3 0 0,8-1 0,1-5 0,-1-3 0,0-8 0,0 0 0,8-16 0,2-3 0</inkml:trace>
  <inkml:trace contextRef="#ctx0" brushRef="#br0" timeOffset="14">31354 1977 8912,'-17'-2'0,"0"-3"0,7 3 0,-3-2 0,7 15 0,-5 3 0,3 14 0,0 3 0,1 1 0,1 8 0,6 1 0,0 12 0,0-1 0,0 1 0,0 6 0,0-1 0,6-3 0,-1-9 0,9 2 0,-5-10 0,1-6 0,5-7 0,-3-13 0,-5-5 0,9-7 0,-5-2 0,4-3 0,5-7 0,2-3 0,-2-10 0,3-4 0,-4-3 0,-2-2 0,0-1 0,0 7 0,-1-1 0,-3 0 0,-3 2 0,-3 5 0,-1 2 0,-6 3 0,0 8 0,0 1 0,0 12 0,0 7 0,0 3 0,0 14 0,0 5 0,0 3 0,0-3 0,0-3 0,0-3 0,8 5 0,-5-12 0,9 1 0,1-8 0,4-5 0,4-8 0,2 0 0,-2 0 0,6-8 0,-8-4 0,6-9 0,-2-1 0,0 0 0,-2 3 0,-7 4 0,-3 4 0,0-5 0,7 14 0,-9-13 0,-1 13 0,-8 2 0,0 12 0,0 3 0,-2 0 0,-4-3 0,-3 3 0,-9-5 0</inkml:trace>
  <inkml:trace contextRef="#ctx0" brushRef="#br0" timeOffset="15">31062 2493 8912,'0'10'0,"7"-3"0,5-7 0,5-2 0,6-3 0,11-11 0,12-7 0,6-7 0,5 3 0,6-2 0,4 3 0,2 1 0,-8-4 0,-3 6 0,-5-15 0,-1 2 0</inkml:trace>
  <inkml:trace contextRef="#ctx0" brushRef="#br0" timeOffset="16">31957 2269 8912,'15'-1'0,"-4"-5"0,-5-6 0,-6 5 0,-6 1 0,2-2 0,-7 3 0,-6-1 0,-6 8 0,2 4 0,0 5 0,-2 4 0,4 2 0,-6 1 0,8-1 0,-1 6 0,1 0 0,2 2 0,3-3 0,-1-2 0,7 3 0,1 1 0,6-1 0,5-2 0,6-2 0,3-1 0,2-1 0,0 0 0,3-2 0,1-1 0,2-3 0,-2 2 0,-2 3 0,-2-1 0,0-4 0,-2 5 0,-3-5 0,-4-1 0,-8 1 0,0 3 0,0-7 0,-10 9 0,-7-5 0,-8 4 0,-10 2 0,-7 1 0,-2-1 0,-7 0 0</inkml:trace>
  <inkml:trace contextRef="#ctx0" brushRef="#br0" timeOffset="17">29651 3456 8912,'11'-2'0,"-1"-4"0,-3-5 0,-1 3 0,-6 2 0,0 12 0,0 6 0,0 5 0,0 6 0,0 5 0,0 12 0,2-1 0,2 6 0,1 1 0,-1-2 0,0 8 0,0-2 0,2 3 0,-3-3 0,-1-1 0,-2-9 0,0-1 0,0-3 0,-7-9 0,-3-2 0,-7-8 0</inkml:trace>
  <inkml:trace contextRef="#ctx0" brushRef="#br0" timeOffset="18">29599 3817 8912,'15'-27'0,"-3"4"0,-5 4 0,-7 2 0,8 7 0,-6-5 0,13 13 0,-3-4 0,3 5 0,10 1 0,2-2 0,9-2 0,2-4 0,2-1 0,8 5 0,-4-12 0,8 7 0</inkml:trace>
  <inkml:trace contextRef="#ctx0" brushRef="#br0" timeOffset="19">30132 3645 8912,'-17'25'0,"0"-6"0,0 4 0,0-4 0,-1-2 0,3 0 0,4 0 0,-3 1 0,8-1 0,-5 0 0,5 0 0,1 0 0,5-7 0,7-2 0,5-8 0,3-2 0,2-4 0,6-4 0,0-7 0,-2 0 0,-4-2 0,-5-4 0,3 4 0,-13-6 0,4 8 0,-4 0 0,-2 0 0,0-1 0,0 1 0,-2 2 0,-4 3 0,2-1 0,-7 7 0,-3 2 0,-1 3 0,-2 1 0</inkml:trace>
  <inkml:trace contextRef="#ctx0" brushRef="#br0" timeOffset="20">31010 3421 8912,'6'-34'0,"0"0"0,-5-1 0,-4 1 0,-7 5 0,-7 2 0,0 5 0,-1 6 0,1 1 0,0 9 0,0 2 0,0 3 0,-1 2 0,1 5 0,0 6 0,5 12 0,3 9 0,1 9 0,4 8 0,-5-3 0,7 13 0,-4-9 0,4 1 0,2 1 0,0 5 0,6-5 0,0 4 0,0-11 0,1 4 0,5-4 0,-3 2 0,3-3 0,-7-3 0,7-7 0,-8-8 0,11-3 0,-5-6 0</inkml:trace>
  <inkml:trace contextRef="#ctx0" brushRef="#br0" timeOffset="21">30683 3817 8912,'-2'-17'0,"-4"-1"0,5-4 0,-3-1 0,8 2 0,-1 7 0,11 3 0,5-3 0,0-1 0,10-2 0,-1 5 0,7 1 0,5 5 0,0-5 0,-2-3 0,-1 5 0,-5-1 0,-1 3 0,-3 3 0,-1 4 0,2 6 0,3-4 0,-18 13 0,3-4 0,-11 5 0,-1 1 0,-3 0 0,-2 0 0,0 0 0,-2 1 0,-3-1 0,-5 0 0,1 0 0,1 0 0,6-5 0,-2-1 0,-2 3 0,1 1 0,3 0 0,-4-3 0,4-5 0,-13-7 0,5 0 0</inkml:trace>
  <inkml:trace contextRef="#ctx0" brushRef="#br0" timeOffset="22">31440 3611 8912,'0'17'0,"-2"-6"0,-3 1 0,3-9 0,-6 5 0,8-8 0,0 8 0,-8 1 0,6 9 0,-3-1 0,3 0 0,2 2 0,0 4 0,0-4 0,0 4 0,0-4 0,0-2 0,0-5 0,0-1 0,0 3 0,0-7 0,0-7 0,0-11 0,6-6 0,-1-6 0,9 2 0,-3-8 0,4 0 0,3-5 0,-3 7 0,-4 4 0,5 0 0,-5 6 0,4-4 0,3 12 0,-1-1 0,0-3 0,0 7 0,1 0 0,-1 6 0,6 2 0,0 4 0,0-4 0,-4 11 0,2-7 0,2-2 0,2-2 0,-3-2 0,-2 0 0,4 0 0,-6 0 0,-1 0 0,-8-8 0,-3 4 0,-12-7 0,-3 7 0,-8-2 0,-2 4 0,-4 2 0,3 2 0,-2 4 0,2 5 0,3 5 0,2 1 0,3 0 0,-3 0 0,11 0 0,-5 1 0,1-1 0,2 0 0,6 0 0,0-5 0,0-1 0,2-5 0,4 3 0,5-1 0,5-4 0,1-2 0,0-4 0,0-6 0,1-9 0,-1 0 0,6-16 0,0 3 0,-2-9 0,-4 1 0,-6-8 0,5 1 0,-14-13 0,5-1 0,1-2 0,-6 7 0,4 3 0,-4 15 0,-2 13 0,-2 5 0,-4 9 0,-6 11 0,-3 13 0,-2 10 0,-2 23 0,-2 5 0,-2 6 0,2-1 0,9 5 0,-3-8 0,11 4 0,-5-7 0,1 0 0,2-3 0,6-3 0,2-6 0,4-11 0,3 3 0,9-5 0</inkml:trace>
  <inkml:trace contextRef="#ctx0" brushRef="#br0" timeOffset="23">20564 3576 8912,'12'-6'0,"-1"1"0,1-1 0,-3-2 0,-1 6 0,-8-13 0,0 11 0,0-7 0,0 7 0,-2-4 0,-4 8 0,4-7 0,-11 3 0,5-6 0,-1 3 0,5-1 0,-2 2 0,-3 4 0,7-5 0,-6 7 0,6 0 0,-3 0 0,3 7 0,-6-3 0,8 8 0,0 1 0,0 2 0,-6 5 0,0 1 0,3 1 0,1-1 0,-4 6 0,0 2 0,2 3 0,3 10 0,-5 2 0,0 8 0,2-1 0,2 9 0,2 1 0,0 8 0,-2-1 0,-3 1 0,3-6 0,-4-2 0,4-1 0,-6-3 0,5-2 0,-7-1 0,2-5 0,3-8 0,-1-1 0,-2-10 0,1-3 0,-1-2 0,0-2 0,3-6 0,3 0 0,-4 0 0,-2 0 0,3 1 0,1-1 0,2-8 0,2 7 0,0-7 0,0 1 0,0-3 0,0-7 0,0 0 0,8 0 0,-5 0 0,9 0 0,-6 0 0,5 0 0,0 2 0,7 2 0,-1 2 0,0 0 0,6-1 0,0 1 0,0 0 0,-6-6 0,6 6 0,0-1 0,8 1 0,-3-6 0,3 6 0,-2-1 0,3 1 0,-3-6 0,9 0 0,2 0 0,-2 0 0,6 0 0,0 0 0,8 0 0,0-2 0,-1-3 0,-7 1 0,-4-8 0,-3 8 0,-3-3 0,1-1 0,-9 6 0,-3-3 0,-4-5 0,-1 8 0,-1-4 0,0-1 0,0 1 0,0-5 0,1 5 0,-1-6 0,0 7 0,0-7 0,0 4 0,1-1 0,-1 5 0,-8-11 0,7 13 0,-14-6 0,5 8 0,-7-7 0,2-1 0,2-5 0,2 1 0,5 1 0,-3-8 0,1-2 0,5-2 0,-7-8 0,9 4 0,-5-7 0,-1-6 0,1 0 0,-5-8 0,6 2 0,1-4 0,-5-1 0,5 5 0,-7 2 0,-3 0 0,1 2 0,2 0 0,-4 2 0,6 6 0,-8-1 0,0 7 0,0-1 0,-2 0 0,-4-5 0,4 5 0,-4 2 0,4 3 0,2-7 0,0 6 0,0-3 0,0 5 0,0 4 0,-5 7 0,-1 1 0,0-1 0,-1 3 0,5 1 0,-6 8 0,8 0 0,0 0 0,-8 0 0,6 0 0,-7 0 0,5-2 0,-2-4 0,1 4 0,3-5 0,-4 7 0,2-6 0,-7 0 0,7-1 0,-2 1 0,-4 4 0,-1-4 0,1 2 0,-1 1 0,-2-3 0,-3 0 0,-1 6 0,0 0 0,0 0 0,-1-7 0,1 5 0,-2-4 0,-4 4 0,4 2 0,-8 0 0,4 0 0,2 0 0,-7 0 0,-1 0 0,-5 0 0,-1 0 0,-1 0 0,-2 0 0,-3 0 0,3 0 0,2 0 0,-4 0 0,0 0 0,1 0 0,11 0 0,-3 0 0,6 0 0,-2 0 0,6 0 0,-5 0 0,5 0 0,-2 0 0,0 0 0,0 2 0,0 2 0,2 1 0,2-1 0,1 6 0,3-6 0,4 7 0,-5-7 0,14 4 0,-5-8 0,7 0 0,0 7 0,2-5 0,3 4 0,-3-4 0,6-2 0,-8 0 0,0 0 0,0 7 0,8 3 0,1 7 0</inkml:trace>
  <inkml:trace contextRef="#ctx0" brushRef="#br0" timeOffset="24">21373 5089 8912,'10'-2'0,"-3"-3"0,-1-7 0,0-3 0,-2-2 0,-2 5 0,-2 1 0,0-3 0,0 5 0,0-3 0,0 10 0,0 2 0,5 12 0,3 15 0,2 7 0,1 14 0,8 3 0,2 10 0,2 6 0,8 2 0,1 4-68,8-5 1,8-3-1,0-15 68,7-4 0,7-4 0,6-8 0,-6-7 0,3-2 0,-6-8 0,2-2 0,6-1 0,6-3 0,-1-7 0,9 2-99,-1-4 0,6-10 0,-2-3 99,-4-5 0,-3-1 0,-16-2 0,-4-2 0,-3-2 0,-10 0 0,-4 6 0,-4 0 0,-7 5 0,0 1 0,-14 7 197,2-2-197,-11-3 0,2 7 0,-8-6 0,-2 8 303,-4 0-303,4 0 0,-5 0 0,7 0 0,0 0 0,7-7 0,-5-3 0,6-7 0,-8 0 0</inkml:trace>
  <inkml:trace contextRef="#ctx0" brushRef="#br0" timeOffset="25">23128 5295 8912,'-32'0'0,"3"0"0,-1-5 0,7-1 0,0-7 0,13 11 0,-5-6 0,21 8 0,-1 0 0,18-6 0,12 1 0,3-1 0,12 8 0,3 4 0,3 3 0,1 10 0,0 4 0,-1 6 0,-10 3 0,-6 3 0,-6 1 0,-5 4 0,4 4 0,-22 9 0,0 5 0,-11 3 0,-11 8 0,-8-1 0,-17 1 0,-5 0 0,3-6 0,-8-2 0,0-2 0,2-3 0,-5-3-113,5-9 1,-16-2-1,-1-7 1</inkml:trace>
  <inkml:trace contextRef="#ctx0" brushRef="#br0" timeOffset="26">24935 5192 8912,'6'-11'0,"0"-1"0,0 1 0,-12-1 0,0 1 0,-5 5 0,5-5 0,-2 1 0,4-3 0,-1 1 0,-1 9 0,6-7 0,0 4 0,0 8 0,0 2 0,0 11 0,0 22 0,2-1 0,4 16 0,-3 7 0,7 6 0,0 5 0,-1 7 0,4 1 0,-5-5 0,6 1 0,-9-11 0,1-5 0,-6-13 0,6-4 0,-1-13 0,1-11 0,-13-24 0,-3-12 0</inkml:trace>
  <inkml:trace contextRef="#ctx0" brushRef="#br0" timeOffset="27">24780 5089 8912,'10'-2'0,"-4"-3"0,1 1 0,-1-8 0,15 1 0,-9-6 0,13-1 0,-1 1 0,5 0 0,0 0 0,5 0 0,-3-1 0,9 1 0,-6 2 0,-3 3 0,-2 7 0,-8 3 0,2 4 0,-12 3 0,-11 13 0,-10 8 0</inkml:trace>
  <inkml:trace contextRef="#ctx0" brushRef="#br0" timeOffset="28">24901 5828 8912,'-8'10'0,"6"-10"0,-3-11 0,5-7 0,5-5 0,7-3 0,9-9 0,4 1 0,2 0 0,-6 5 0,2 0 0,3 8 0,1-2 0,0 4 0,-2 10 0,-8-7 0,0 14 0,0-5 0</inkml:trace>
  <inkml:trace contextRef="#ctx0" brushRef="#br0" timeOffset="29">25348 5760 8912,'16'17'0,"-5"0"0,-1-2 0,-5-3 0,-3-5 0,6-8 0,-6-3 0,4-2 0,3-7 0,8-3 0,1-7 0,5-1 0,0 1 0,5 2 0,-5-8 0,6 2 0,-4-3 0,0 1 0,-1-2 0,-6 5 0,-7-3 0,-7 8 0,2-2 0,-6 4 0,-6 2 0,-9 2 0,-8 3 0,-8 4 0,2 8 0,-1 0 0,-1 4 0,3 6 0,-3 7 0,-2 12 0,-1-1 0,7 7 0,4 5 0,6-2 0,4 8 0,1 2 0,8 1 0,4 1 0,14-2 0,9-4 0,11-2 0,2-10 0,10-9 0,4-6 0,2-5 0,3-7 0,-9-10 0,2-9 0,-2-14 0,-4-1 0,-8-21 0,1 6 0</inkml:trace>
  <inkml:trace contextRef="#ctx0" brushRef="#br0" timeOffset="30">26002 5502 8912,'-17'0'0,"0"0"0,0 7 0,-1 5 0,-4 9 0,-1 4 0,2 2 0,1-6 0,3 9 0,0-5 0,0 2 0,7-6 0,5 2 0,3-4 0,2-2 0,0 0 0,0-5 0,0-1 0,7-7 0,5 2 0,3-12 0,4-6 0,4-3 0,-4-10 0,8 4 0,-6-7 0,2-1 0,-2 2 0,-2 0 0,-2 5 0,1 4 0,-3-1 0,-4 6 0,5 1 0,-7 3 0,1 1 0,-1 10 0,-5 6 0,2 7 0,-2 6 0,-2 10 0,-2-3 0,0-1 0,0 2 0,1-3 0,5 3 0,-2-4 0,8-8 0,-7 0 0,7 0 0,-7-1 0,7-3 0,1-1 0,3-9 0,-1 1 0,-2-8 0,-1-7 0,-1-12 0,6-4 0</inkml:trace>
  <inkml:trace contextRef="#ctx0" brushRef="#br0" timeOffset="31">26364 5055 8912,'9'0'0,"1"0"0,-4 0 0,-5 0 0,7 2 0,-8 3 0,6 5 0,0 11 0,-3 6 0,-1 7 0,-2 20 0,0-7 0,0 16 0,0-1 0,0 1 0,0 2 0,0-6 0,0 2 0,0-13 0,0 7 0,0-15 0,0-2 0,0-1 0,-7-11 0,-3-1 0</inkml:trace>
  <inkml:trace contextRef="#ctx0" brushRef="#br0" timeOffset="32">26243 5639 8912,'10'0'0,"-3"0"0,-7 0 0,0-2 0,0-3 0,8-5 0,4-7 0,5-2 0,6-2 0,5-4 0,5-2 0,7 1 0,0-3 0,6-4 0,-6 5 0,0 3 0,-5 2 0,-1 4 0,-7 2 0,-2 7 0,-8 4 0,-7 6 0,-5 8 0,-3 9 0,-2 8 0,0 9 0,-5 1 0,-1-1 0,0 1 0,6-1 0,-6 0 0,1 1 0,-1-1 0,6 1 0,0-3 0,0-3 0,0-6 0,0-4 0,0-2 0,0 0 0,8-9 0,3-8 0,-1-8 0,1-9 0,0-8 0,7-4 0,-1-3 0,0-2 0,0-3 0,1-1 0,-1-2 0,-6 0 0,1 5 0,-1 1 0,-1 0 0,5-1 0,-11 9 0,7 3 0,-7 9 0,2 3 0,-2 7 0,1-2 0,-3 6 0,4 6 0,-2 9 0,0 8 0,1-2 0,7 4 0,-4-2 0,1-2 0,-3 4 0,5-2 0,1 0 0,5-6 0,-5-6 0,-1 1 0,0-7 0,7 7 0,-1-8 0,0 3 0,0-9 0,0-3 0,6-5 0,0-7 0,-2 0 0,-1 2 0,-3 3 0,0-3 0,0 3 0,0 5 0,1-1 0,-1 8 0,-8 8 0,-1 1 0,-8 8 0,0 1 0,6-7 0,-1 1 0,-1 1 0,0-5 0,2-3 0,-2-3 0,7-2 0,-5 0 0,5 0 0,-7-7 0,2-5 0,2-9 0,-3-2 0,-1 0 0,-2-2 0,-2 1 0,0-5 0,0-2 0,0 8 0,0 0 0,-8 8 0,-3 4 0,-4 5 0,-3 19 0,1 3 0,0 18 0,2-1 0,1 10 0,5 1 0,1 0 0,2-5 0,6 1 0,2-4 0,4-2 0,7-7 0,16-4 0,4-12 0,16-5 0,5-4 0,17-10 0,-8-9 0,9-11 0,-7-5 0,2-9 0,-6-2 0</inkml:trace>
  <inkml:trace contextRef="#ctx0" brushRef="#br0" timeOffset="33">29083 4986 8912,'-19'-2'0,"-4"-2"0,-4-3 0,-2-1 0,0 0 0,-1 5 0,-3 1 0,-1 2 0,0 0 0,-1 0 0,8 9 0,4 8 0,4 10 0,2 6 0,2 9 0,3 5 0,7 9 0,3 7 0,4 4 0,3 1 0,3 1 0,5-2 0,-1-4 0,1-6 0,2-5 0,3-6 0,-3 2 0,-4-8 0,3-2 0,-8-9 0,-1-5 0,-5-6 0,0-1 0</inkml:trace>
  <inkml:trace contextRef="#ctx0" brushRef="#br0" timeOffset="34">28652 5588 8912,'-9'-17'0,"1"-1"0,8 7 0,0-1 0,2 1 0,4-6 0,5 0 0,5-1 0,9 1 0,3 0 0,5 0 0,3-6 0,2 0 0,2 2 0,8 2 0,-2 2 0,-2 1 0,2 5 0,-15-2 0,-3 7 0,-7 0 0,-5 8 0,-5 4 0,-3 3 0,-8 10 0,-2 4 0,-4 6 0,-2 5 0,-5 5 0,3 1 0,3-2 0,-7-9 0,13 3 0,-5-3 0,4 1 0,2-1 0,0-4 0,0-8 0,2-2 0,4-3 0,3 1 0,8-7 0,2-2 0,2-10 0,2-6 0,0-11 0,-5-5 0,4-1 0,1-5 0,0 3 0,-5-9 0,-1 4 0,-2 1 0,-3 1 0,3 7 0,-13-3 0,5 7 0,1 2 0,-6 9 0,6 5 0,-8 20 0,0 4 0,0 2 0,0 8 0,2-6 0,1 6 0,3-2 0,7-2 0,-3-8 0,5-2 0,-3-1 0,7-7 0,-4 5 0,4-2 0,4-3 0,4-10 0,-4-1 0,-4-7 0,-2 1 0,1-3 0,-1-2 0,-2 5 0,-3 1 0,1 5 0,-7-6 0,7 9 0,-11-5 0,6 10 0,-8 4 0,0 3 0,0 8 0,0 1 0,0-1 0,0 0 0,-2-6 0,-4 1 0,4-1 0,-6-1 0,10-4 0,4-12 0,-4-4 0,13-7 0,-3 0 0,3 0 0,2 0 0,0-2 0,1-3 0,-1 0 0,4 4 0,-2 7 0,-4-1 0,1 3 0,-1 1 0,2 8 0,-2 2 0,-3 4 0,3 3 0,-5 9 0,-1-1 0,7 0 0,-13 6 0,9 0 0,1-2 0,-3 4 0,1-2 0,3-2 0,1-8 0,2-1 0,-7-9 0,13 13 0,-4-7 0</inkml:trace>
  <inkml:trace contextRef="#ctx0" brushRef="#br0" timeOffset="35">30459 5175 8912,'-17'10'0,"0"-3"0,0-1 0,-2 0 0,-4-2 0,4 5 0,-8-5 0,4 7 0,4 1 0,-6 7 0,4 4 0,2 6 0,3 3 0,3 2 0,3 8 0,5 4 0,3 2 0,2-2 0,2-4 0,3-10 0,7-3 0,3-4 0,8-4 0,2-4 0,2-7 0,3-6 0,3-4 0,1-2 0,1-4 0,-1-4 0,1-7 0,-1 0 0</inkml:trace>
  <inkml:trace contextRef="#ctx0" brushRef="#br0" timeOffset="36">30855 5278 8912,'-2'-17'0,"-3"0"0,3-2 0,-6-2 0,2-2 0,0 2 0,3 2 0,1 2 0,2-1 0,0 1 0,0 10 0,0 8 0,0 15 0,0 16 0,0 16 0,0 7 0,0 8 0,0 4 0,0 2 0,0 0 0,0 0 0,0-3 0,0-3 0,0-5 0,0-5 0,0-1 0,2-1 0,1-3 0,3-8 0,8-7 0,-12-24 0,5-1 0</inkml:trace>
  <inkml:trace contextRef="#ctx0" brushRef="#br0" timeOffset="37">30631 5657 8912,'-9'-8'0,"1"-2"0,8-1 0,0-1 0,0 1 0,2-6 0,4 0 0,9 1 0,10 3 0,2 1 0,3-1 0,3-2 0,1 5 0,1-5 0,-3 5 0,-3 1 0,3 1 0,-5 2 0,8 1 0,-9-1 0,-3 6 0,-4 2 0,-1 4 0,-1 5 0,-6 12 0,-1 4 0,-1 1 0,1 1 0,-6 0 0,3 5 0,-7 1 0,0-1 0,0 0 0,0-5 0,0 0 0,0-8 0,0 2 0,0 3 0,-7-8 0,-5-1 0,-3-8 0,-2-9 0</inkml:trace>
  <inkml:trace contextRef="#ctx0" brushRef="#br0" timeOffset="38">30976 5381 8912,'0'-24'0,"0"3"0,0-6 0,0 2 0,0 2 0,2 6 0,3 2 0,7 3 0,11 5 0,-2 7 0,7 1 0,3 5 0,1 4 0,5 7 0,3 0 0,-2 2 0,8 4 0,-8-4 0,3 4 0,-5-4 0,-2-9 0,-7 5 0,-6-3 0,-8 3 0,-5-4 0,-8 1 0,-2 1 0,-4 2 0,-3 3 0,-8-1 0,-1 0 0,-4 2 0,-1 2 0,2 2 0,1 6 0,3-6 0,8 0 0,-5-6 0,9 0 0,1 0 0,2 0 0,4-1 0,3-5 0,7-3 0,9-8 0,4 0 0,2 0 0,1-8 0,1-1 0,-2-11 0,-2-3 0,5 4 0,-13-5 0,1 4 0,-11-2 0,-5 2 0,-2-4 0,-2 8 0,-4 5 0,-5-3 0,-10 9 0,-4 1 0,-2 2 0,4-4 0,-5 1 0,7-1 0,-2 6 0,11 0 0,-3 0 0,3 0 0,5 0 0,-1 7 0,18-5 0,7 4 0,2-4 0,10-2 0,1 0 0,-3 0 0,2 0 0,-6 0 0,4 0 0,-3 2 0,-1 2 0,2 1 0,-11 9 0,3-3 0,-4 12 0,-3-4 0,-5 4 0,3-2 0,-2 2 0,0-4 0,-6 4 0,0-4 0,0-1 0,0-1 0,-2-8 0,-4-3 0,2-4 0,-7-2 0,7-2 0,-2-4 0,-3-3 0,7-14 0,-4 0 0,4-8 0,2 3 0,0-5 0,2-1 0,4-1 0,3 1 0,6 5 0,-1 3 0,-3 1 0,3 8 0,7 7 0,2 2 0,-2 5 0,5 8 0,-6 12 0,3 14 0,-4 7 0,-2 6 0,0 8 0,-2-1 0,-3 1 0,3-8 0,-11 6 0,7-5 0,3 3 0,7-4 0,2-10 0,7-7 0,-3-10 0</inkml:trace>
  <inkml:trace contextRef="#ctx0" brushRef="#br0" timeOffset="39">11220 8218 8912,'10'10'0,"-1"-2"0,-3-8 0,-2 0 0,7 0 0,-7-8 0,4-2 0,-3-1 0,1-1 0,0 7 0,-6-7 0,0 6 0,0-5 0,0 7 0,0-3 0,0 7 0,0 0 0,0-8 0,0 6 0,0-6 0,8 8 0,1 0 0,8 0 0,1 0 0,6 0 0,-3 0 0,8 0 0,2 0 0,9 0 0,-4 0 0,6-2 0,0-3 0,-5 3 0,5-4 0,-2 2 0,0-1 0,8 3 0,-10-8 0,6 6 0,-2-1 0,6-9 0,-4 10 0,7-5 0,1 1 0,-6 0 0,0 5 0,2-3 0,1 2 0,-5-5 0,4 7 0,-8-4 0,-1 4 0,-3 2 0,-2 0 0,1 0 0,-7 0 0,1 0 0,2 0 0,1 0 0,3 0 0,5 0 0,2 0 0,2 0 0,2 0 0,5 0 0,1 0 0,0 0 0,-7 0 0,1 0 0,-5 0 0,3 0 0,-2 0 0,-2 0 0,-6 0 0,1-2 0,-1-4 0,8 4 0,2-3 0,2 3 0,0 2 0,2 0 0,9 0 0,-4 0 0,5 0 0,-5 0 0,-1 0 0,0-2 0,-1-4 0,1 4 0,-8-11 0,-4 5 0,-4-1 0,1 5 0,-1-2 0,2 2 0,1-1 0,-7 3 0,10-6 0,-8 8 0,7 0 0,-1 0 0,2 0 0,-2 0 0,-2 0 0,8 0 0,0 0 0,0 0 0,0 0 0,-8-8 0,12 6 0,-4-3 0,3 3 0,3 2 0,0 0 0,-6 0 0,-1 0 0,1 2 0,6 3 0,-6-1 0,-2 8 0,0 1 0,0 2 0,2-5 0,3 5 0,-1-5 0,-2-1 0,-2 5 0,4-9 0,-2-1 0,-2 4 0,2-2 0,-6-3 0,2-1 0,-2-2 0,0 2 0,-5 4 0,-1-4 0,0 4 0,-1-4 0,-4-2 0,3 0 0,-3 0 0,3 0 0,3 0 0,-1 0 0,0 0 0,9 0 0,2 0 0,-2 0 0,-1 0 0,-6 0 0,4 0 0,-4 0 0,5 0 0,-5 0 0,-2 0 0,1 0 0,-1 0 0,2 0 0,5 0 0,-5 0 0,6 0 0,-8 0 0,1 0 0,7 7 0,0-5 0,6 4 0,-2-4 0,1-2 0,3 0 0,4 0 0,3 0 0,-3 0 0,1-2 0,-3-2 0,-1-2 0,-3-7 0,17 5 0,-6-5 0,3 1 0,-1 3 0,2-3 0,4-3 0,-4 4 0,-4 3 0,0-5 0,-9 5 0,-4-1 0,4 5 0,-4-2 0,-2-2 0,2 3 0,1 1 0,3 2 0,2-6 0,-1 6 0,1-3 0,0 1 0,-1 0 0,1-2 0,7 0 0,-5 6 0,3 0 0,-7 0 0,-1 0 0,5 0 0,9 0 0,0 0 0,10 0-1007,1 0 1007,9 8 0,-11-4 0,9 5 0,1-1 0,-4-2 0,2-6 0,3 0-222,1 0 1,6 0 221,-4 0 0,-4 0 0,-13 0 0,0 0 0,-1 0 0,9 0 0,-4 0 0,7 0 0,2 0 0,8 0 0,2 0 0,-42-1 0,1 0 0,41-5 0,-40 5 0,-1 0 0,31-6 0,16 5 0,-48 0 0,1 0 0,3-1 0,-1 0 0,-4 0 0,0 0 0,48 3-31,-7 0 0,-2-1 0,4-3 0,4-2 31,-1 2 0,-1 2 0,-8 2 0,-6 0-187,0 0 1,1 0 186,5 0 0,0 0 0,0 0 0,8 0 0,-10-5 0,4-1 0,-4 2 0,-2 2 0,-7 2 234,5 0 0,12 0 1,1 0-235,-3 0 0,0-2 0,-15-4 0,5 5 0,-5-5 0,11 4 0,-6 2 0,10-6 0,-4 0 0,-2 1 0,4 5 0,-6 0 0,-9 2 0,1 1 0,-1 3 0,2 0 0,5 2 0,4-7 0,2 5 0,-6-2 113,1 2 0,-9-4 0,5 3 1,-3-3-114,1-2 0,7 0 0,-9 0 0,7 0 0,2 0 0,-7 0 34,-6 0 0,0 0 0,-6 0 0,7 0-34,11 0 0,-7 0 0,12 0 0,-5 2 20,-1 4 1,-2 3-21,-3 9 0,-6-1 0,0 0 0,5 0 0,-5 0 0,13-1 0,4-5 0,-7 4 0,-1-5 0,-11 1 85,-10 1 1,3-8-86,-3 1 0,2-3 0,-1-2 0,3 0 0,8 0 0,-4 0 0,4 0 0,-12 0 0,6 0 0,-9-5 0,-9-1 0,-1-6 0,-5 7 0,1-1 0,-2-2 0,-9 6 0,3-11 0,-3 5 0,3-1 0,-5 5 198,-4-2 1,-4 4-199,-2 2 0,3-5 23,3-1 0,-10 0-23,4 6 0,-4 0 0,5 0 0,-1 0 0,0 0 0,0 0 0,1 0 0,-9 0 0,6 6 0,-3 0 0,-4-1 0,-1-5 0,-7 0 0,0 0 0,0 8 0,0 4 0,-4 20 0,-7 14 0,-31 34 0,5-32 0,-5 2 0,-10 10 0,-1 0 0</inkml:trace>
  <inkml:trace contextRef="#ctx0" brushRef="#br0" timeOffset="40">11134 6619 8912,'8'-9'0,"-6"-6"0,3 3 0,-3-3 0,-2-2 0,0-1 0,0 1 0,0 0 0,0-2 0,-2 0 0,-2 0 0,-1 3 0,1 1 0,0 2 0,-2 1 0,4 5 0,-5 7 0,7 2 0,0 3 0,-2 7 0,-4 3 0,4 10 0,-5 2 0,5 9 0,-4 4 0,4 4 0,-6 8 0,3 1 0,-1 4 0,0-3 0,0 13 0,1-6 0,1 0 0,2 4 0,2-8 0,0 6 0,0-4 0,0 1 0,0-1 0,0-2 0,0-5 0,0-8 0,0 5 0,0-3 0,0 2 0,0-2 0,0-6 0,0-9 0,0-3 0,0-7 0,0 2 0,0-4 0,0-2 0,0-5 0,0-1 0,0-7 0,0 4 0,0-8 0,2 0 0,4 2 0,5 3 0,-3-3 0,7 8 0,-2-4 0,7 3 0,2 1 0,3 3 0,-2-7 0,4 7 0,7-3 0,1 7 0,-1 0 0,6-5 0,1-1 0,6 1 0,-3 3 0,8-2 0,0-1 0,-1-8 0,1 1 0,0-3 0,-1-2 0,1 0 0,-1 0 0,1 0 0,0 0 0,-1 0 0,3 0 0,-1 0 0,-1 0 0,7-6 0,-13 1 0,8-1 0,-8 6 0,3 0 0,-5-6 0,-4 1 0,2-1 0,-1 6 0,6 0 0,-1 0 0,-2-6 0,2 0 0,2-5 0,7 3 0,3-1 0,5 3 0,-6-6 0,6 3 0,-5-3 0,7-9 0,0 4 0,7-4 0,9-4 0,3 4 0,2-7 0,-2 7-227,-4-2 1,3-2 226,-9 2 0,-7 0 0,-8 12 0,-5 1 0,3 2 0,4-5 0,3 11 0,-3-4-53,-2 5 1,6-5 52,-2 0 0,-4-5 0,-1 5 0,-5-6 0,-1 5 0,1-1 0,5 0 0,-5-5 0,12 9 0,-7-7 0,1 7 0,-4-4 0,3 1 0,-3 3 0,-9-8 0,2 9 0,-8-5 0,0 2 0,2 1 0,-5-9 0,10 10 149,-6-7 1,6 5-1,-1-5-149,4-3 0,0 5 27,-4-3 1,1 7-1,-6-7 1,-1 1-28,2 1 0,-14-5 0,13 13 0,-13-4 0,5-1 0,1 1 0,-1-6 0,-5 7 0,-5 1 0,-4-4 0,-1 2 0,-1 3 0,0 1 0,0-4 0,0 0 0,1-7 0,-3 9 0,-2-7 0,-1-3 0,-1-1 0,7-4 0,-1-4 0,0-6 0,0-3 0,0-3 0,1 1 0,-1-8 0,-2-4 0,-3-4 0,3-1 0,-13-8 0,4-4 0,-5-4 0,-6-4 0,-1-3-135,-15 10 1,8-10 134,-16 11 0,6 2 0,-6-2 0,-1-2 0,3 4 0,-2-2 0,6 7 0,-4 1 0,1 5 0,-1 4 0,6 8 0,-10 2 0,8 7 0,-7 8 0,-1-2 0,-7 6 0,-8 6 0,-4 5 0,-9 4 0,-12 2 0,-13 2 0,-6 4 0,0 1-206,10 5 1,-2 3 205,7-4 0,-5 3 0,5-3 0,7 3 0,5-7 0,-2 1 0,-2 0 0,-8 5 0,0-2 0,1-1 0,5 1 0,-7 1 0,-5-1 0,-12 1 0,41-6 0,0 1 0,1 1 0,-1-1 0,-6 2 0,-1 0 0,5 0 0,-1 1 0,2 1 0,-1 1 0,-2-3 0,0 1 0,3 0 0,0-1 0,0-4 0,-1-1 0,4 0 0,1 0 0,-43 2 0,12-6 0,-1 0 0,13 0 0,5 0 0,1 0 0,-6 0 0,-7 0 0,-9 2 0,-4 3 0,-2-3 0,2 14 0,-4-5 0,44-1 0,-1 1 0,-4 1 0,-1 1 0,-1 1 0,1-1 0,0-3 0,1 1 0,3 0 0,2 1 0,-30 7 0,15-2 0,9-2 0,8-3 129,12 3 0,7-13-129,4 4 0,2 1 0,-8-1 0,3 2 0,-5-5 0,2 3 0,1 6 0,-7-5 0,3 1 422,3 0-422,-4-3 0,7 1 0,-7 2 0,5 1 0,-5-3 0,4 5 0,3-7 0,-3 2 0,2-2 0,-2 1 0,5-3 0,6 4 0,1-4 0,6-2 0,-1 0 0,8 0 0,-3 0 0,7 0 0,0 8 0,5 1 0,1 8 0,8 8 0,-5-6 0,8 6 0</inkml:trace>
  <inkml:trace contextRef="#ctx0" brushRef="#br0" timeOffset="41">18121 6310 8912,'9'-12'0,"-3"1"0,-4-2 0,-2-3 0,0-1 0,0 0 0,0 0 0,0 0 0,0-1 0,0 1 0,-8 0 0,6 7 0,-5 7 0,5 14 0,-2 12 0,-2 8 0,1 11 0,5 3 0,0 13 0,-6 5 0,0 11 0,0-1 0,6 9 0,0 6 0,-2 5 0,1-41 0,-1 0 0,-1-2 0,0 1 0,1-2 0,0-1 0,-6 44-717,3-12 717,-1-3 0,0-10 0,0-4 0,1-10 0,5-7 0,0-14 0,0 3 0,0-3 0,0 1 0,0-7 0,-2-1 0,-4 0 0,4-6 0,-4 4 0,4-4 0,2-2 0,0-7 358,0 5 1,2-11-359,4 8 0,-4-9 0,13 5 0,-3-8 0,-1 0 0,5 0 0,3 0 0,2 0 0,4-2 0,3-2 0,5-1 0,7-3 0,2 4 0,2-2 0,4 3 0,1-7 0,11 8 0,5-4 0,7 4 0,14 1 0,-37-2 0,0 0 0,1 1 0,-1 0 0,0-4 0,0 1 0,4 2 0,-1 2 0,44-7 0,-6 2 0,-6 1-104,-4-1 1,10 6 0,-2-2 103,-4-4 0,-9 4 0,-1-3-255,5 3 1,7-4 254,-38 4 0,1-2 0,2-2 0,-1-1 0,2 2 0,0 0 0,-1 1 0,1-1 0,0-3 0,1 0 0,2 2 0,-1 1 0,-5 0 0,0 0 0,-1-1 0,1 1 0,1 2 0,0 0 0,-1-1 0,1-1 0,2 1 0,1 0 0,1 2 0,-1 0 0,33-7 0,6 7 0,-23-4 0,0 4 0,0 2 0,5 0 0,1 0 0,5-2-56,-5-3 1,5 1 0,-4-6 55,3 2 0,-10-3 0,3 3 0,1 1 0,-2-1 0,-1 2 0,3 1 0,-4-1 0,-8 2 0,0 0 0,-3-1 0,-1 3 0,0-6 0,1 8 0,-1 0 0,-5 0 0,-1 0 0,1 0 0,5 0 0,-1 0 72,-7 0 0,3-6 1,-6 1-1,4-1-72,1-2 0,-7 6 0,-2-5 0,-7 5 257,-1-4 1,1 4-258,-1-4 60,-7 4 0,0 2 1,-6 0-61,2 0 0,5-2 0,-5-3 0,8 3 0,-4-4 0,-1 4 0,7 2 0,-5 0 0,3 0 0,-2 0 0,1 0 0,-5 0 0,2 0 0,-6 0 0,10-2 0,-8-2 0,-2-1 0,-2-1 0,-2 6 0,0 0 0,-7 0 0,-3-2 0,-7-4 0,6 3 0,0-9 0,0 1 0,-6-8 0,0-2 0,0-2 0,5-14 0,1 3 0,-2-4 0,-2-4 0,-2-2 0,0-8 0,0-7 0,0-4 0,0-4 0,5 4 0,1 0 0,0 0 0,-6-6 0,0 8 0,0 4 0,0 3 0,-8 5 0,-5 1 0,-6 4 0,-4 2 0,0 9 0,0 3 0,0 5 0,2-2 0,-4 6 0,2-2 0,-7 4 0,9 4 0,-8 1 0,-4 5 0,-5-1 0,-8 1 0,-13 5 0,-10-2-313,-15 4 1,-14 2 312,44 0 0,-1 0 0,3 1 0,-1 0 0,-1 2 0,-1 0 0,3-2 0,-1 0 0,1 2 0,1 0 0,-1-1 0,1-1 0,0 1 0,0 0 0,-44 4 0,7 0 0,6 1 0,-1-5 0,-8 4 0,39-5 0,0 0 0,-1 2 0,-1 0 0,-3-1 0,-1 1 0,1 1 0,0 0 0,-5-2 0,-1 0 0,-2 1 0,-1 0 0,-5 0 0,0-1 0,-4-1 0,1-2 0,3 1 0,2 0 0,11 0 0,2 0 0,2 0 0,1-2 0,2 0 0,2-1 0,-45-7 0,16-1 0,3-1 0,-1 1-40,1-6 1,5 1 0,3 3 39,-4 1 0,-2 7 0,3-5 0,-7 3 0,-9 3 0,-8 2 0,-3 4-185,48 0 0,0 1 0,0 2 0,-1 0 185,-4 3 0,-1 1 0,-5 0 0,-1-1 0,-2 1 0,-2 0 0,3-1 0,0 1 0,2 0 0,2-1 0,-38 3 0,6 1 0,8 1 0,7 3 0,12-1 0,6-2-109,3-1 109,3-9 0,-1 13 0,2-7 0,4 1 0,-3 5 0,10-5 0,-6 7 140,-3 0 1,-2 0-1,-4 0 1,-1 3-141,-2 2 0,-1-2 0,9 3 114,3-12-114,11 4 262,18-13 1,11 6 0,12-6-263,6 3 64,11 5 0,1 5-64,5-3 0,4-12 0,-7-10 0</inkml:trace>
  <inkml:trace contextRef="#ctx0" brushRef="#br0" timeOffset="42">15419 7651 8912,'-8'10'0,"-3"-5"0,-3-1 0,3 2 0,3 3 0,8 9 0,0-1 0,2 8 0,6 3 0,9 7 0,10 5 0,7 6 0,5 13 0,3 10 0,2 9 0,3 6 0,-19-38 0,0 0 0,0 0 0,1-1 0,3 2 0,-1-2 0,-1-3 0,0 0-142,0-1 1,1-2 0,18 32 141,3-8 0,-17-13 0,-1 1 0,-13-11 0,-4 1 0,-2-5 0,-9-2 0,0-5 0,-6 0 0,0-3 0,-2 5 0,-4-3 0,-5 1 0,-4-2 0,-18-10 0,-3-9 0</inkml:trace>
  <inkml:trace contextRef="#ctx0" brushRef="#br0" timeOffset="43">15694 9216 8912,'18'17'0,"-9"-8"0,-1-1 0,-8-8 0,7 0 0,3 0 0,9 0 0,4 0 0,-2 0 0,8 0 0,1 0 0,3 0 0,1 0 0,1 0 0,5 0 0,0 0 0,0 0 0,-5 0 0,-7 0 0,1 0 0,-8-8 0,4-9 0,-8-10 0</inkml:trace>
  <inkml:trace contextRef="#ctx0" brushRef="#br0" timeOffset="44">16262 8751 8912,'33'0'0,"-5"0"0,-5-2 0,-11-3 0,-5 3 0,-7 2 0,0 11 0,0 12 0,-1 8 0,-5 15 0,-4 1 0,-7 16 0,0 2 0,5-4 0,3 1 0,1-1 0,4 0 0,2-6 0,2 3 0,2-15 0,4-8 0,-4-8 0,13-18 0,-5-1 0</inkml:trace>
  <inkml:trace contextRef="#ctx0" brushRef="#br0" timeOffset="45">18654 7840 8912,'23'0'0,"0"-2"0,-2-4 0,-11 5 0,-10-3 0,-10 8 0,-13 7 0,-6 12 0,-3 6 0,-2 11 0,-3 7 0,-3 9 0,-6 9 0,-4 7 0,-1 9 0,25-36 0,0 1 0,-2-2 0,-1 0 0,0 2 0,1 0 0,-2-3 0,0 0 0,3-3 0,-1 0 0,-28 33 0,7-8 0,5-6 0,17-15 0,4-6 0,4-7 0,9 1 0,-3-13 0,7 4 0,0-4 0,6-9 0,0-3 0,0-9 0,0-3 0,0-12 0,0-10 0</inkml:trace>
  <inkml:trace contextRef="#ctx0" brushRef="#br0" timeOffset="46">17759 8683 8912,'12'-6'0,"-3"-2"0,-1-1 0,-2-3 0,-6 5 0,-2 7 0,-4 9 0,-3 16 0,-9 9 0,-7 8 0,6 12 0,-4 3 0,4 6 0,10 4 0,-5 2 0,9 0 0,1-8 0,10-4 0,3-7 0,10-8 0,4-8 0,6-13 0,11-4 0,8-11 0,7-10 0,6-5 0,14-16 0,0-2 0,-3 0-1306,-9-5 1306,-11 5 0,-10-2 0,-11 1 0,-8-3 0,-8-1 0</inkml:trace>
  <inkml:trace contextRef="#ctx0" brushRef="#br0" timeOffset="47">16589 9697 8912,'10'0'0,"-3"2"0,-9 4 0,-3 5 0,1 4 0,-6 4 0,3 4 0,3 6 0,-4 3 0,2 5 0,3 3 0,1-4 0,2 6 0,0-2 0,0 2 0,0 2 0,0-7 0,0-3 0,0-2 0,0-9 0,-8-7 0,-1-9 0</inkml:trace>
  <inkml:trace contextRef="#ctx0" brushRef="#br0" timeOffset="48">16279 9938 8912,'2'-14'0,"2"-1"0,2-4 0,0-2 0,-6 4 0,0-1 0,0-4 0,0-1 0,7-6 0,7 4 0,7-2 0,5-1 0,9-7 0,9 1 0,7 0 0,11-1 0,5 8 0,-6 10 0,-4 12 0,-13 10 0,-9 7 0,-9 16 0,-8 7 0,-9 11 0,-1-2 0</inkml:trace>
  <inkml:trace contextRef="#ctx0" brushRef="#br0" timeOffset="49">16503 10385 8912,'-2'26'0,"-4"-3"0,5-4 0,-7-9 0,8-10 0,9-11 0,9-12 0,8-8 0,7-7 0,1 2 0,7-12 0,-1 8 0,0 0 0,-6 5 0,1 1 0,-1 1 0,-1 3 0,-5 3 0,-5 2 0,-11 2 0,1 12 0,-7-1 0,0 8 0,-6-3 0,-2 7 0,-2 2 0,-2 3 0,2 7 0,2-4 0,2 7 0,0-4 0,0 5 0,0 1 0,0 0 0,0 0 0,0 0 0,0-7 0,0 5 0,0-3 0,0 3 0,0 2 0,0-5 0,0-1 0,0-7 0,0 11 0,0-15 0,0 0 0,0-9 0,0-7 0,0-1 0,8-8 0,-4-1 0,7-9 0,-5 7 0,5-1 0,1 2 0,5-3 0,0 1 0,1 8 0,-7 2 0,1 7 0,1-1 0,2 5 0,2 3 0,3 5 0,2 5 0,-2 5 0,4 1 0,-6 1 0,5-3 0,0 3 0,5 1 0,-5-7 0,8 0 0,-4-6 0</inkml:trace>
  <inkml:trace contextRef="#ctx0" brushRef="#br0" timeOffset="50">17450 9834 8912,'-18'0'0,"-5"-5"0,0-1 0,-1 0 0,1 6 0,4 0 0,-4 0 0,4 2 0,1 4 0,1 2 0,0 7 0,0 2 0,7-4 0,4 12 0,4-2 0,2 0 0,0 8 0,8-12 0,4 4 0,3-10 0,2-1 0,0-3 0,2 3 0,4-7 0,-4-3 0,4-2 0,-3-2 0,-3-3 0,0-5 0,0-15 0,0-4 0,1 3 0,-3-3 0,-4-1 0,3-3 0,-9-1 0,1-3 0,-4-1 0,2-4 0,2-2 0,-1 6 0,-5 4 0,0 11 0,-1 4 0,-5 1 0,4 9 0,-6 16 0,8 14 0,0 20 0,0 4 0,0-3 0,0 8 0,2-6 0,2 2 0,2 0 0,5-8 0,-3 2 0,1-4 0,-5-1 0,11-8 0,-5-5 0,0-2 0,5-11 0,-13-1 0,13-10 0,-3-4 0,1-5 0,0-12 0,-1-6 0,-3-3 0,5-3 0,-5 1 0,-1-1 0,-2 1 0,-1 0 0,1-1 0,0 9 0,-6 3 0,2 4 0,4 1 0,-5 7 0,5-1 0,-4 10 0,-2 2 0,6 8 0,0 9 0,-1 1 0,-5-1 0,6 6 0,0 0 0,-2-2 0,3-2 0,-1-2 0,0 0 0,1 0 0,-5-7 0,8 5 0,-4-3 0,-4 3 0,5-6 0,-7-1 0,0-8 0</inkml:trace>
  <inkml:trace contextRef="#ctx0" brushRef="#br0" timeOffset="51">17777 9491 8912,'0'-18'0,"0"7"0,0-1 0,0 9 0,0-7 0,0 4 0,7 4 0,3-5 0,7 7 0,0 0 0</inkml:trace>
  <inkml:trace contextRef="#ctx0" brushRef="#br0" timeOffset="52">18413 9628 8912,'-23'0'0,"0"0"0,2 0 0,0 0 0,0-2 0,-2-3 0,0 3 0,6-4 0,-6 4 0,0 4 0,2 4 0,2 3 0,2 10 0,2 4 0,3 6 0,-1 3 0,7 3 0,0-1 0,6 0 0,0 1 0,8-1 0,3-1 0,3-5 0,-3-5 0,10-9 0,-2-5 0,6-1 0,4-2 0,5-6 0,1 0 0,-1-16 0,8-3 0,2-15 0</inkml:trace>
  <inkml:trace contextRef="#ctx0" brushRef="#br0" timeOffset="53">18637 9680 8912,'-34'0'0,"1"0"0,4 0 0,-1 0 0,7 2 0,2 3 0,2 3 0,1 3 0,3 5 0,4-5 0,3 5 0,8 1 0,0 0 0,2 0 0,4 0 0,3-5 0,8-1 0,-7 1 0,11-3 0,-4-3 0,4 2 0,-3-3 0,-1-1 0,0-4 0,0-6 0,-2 3 0,-1-9 0,-3-1 0,-7-3 0,10-1 0,-9 0 0,3 0 0,-4 0 0,3 0 0,3-1 0,-6 9 0,3-1 0,-7 4 0,8 5 0,-6-7 0,8 8 0,-5 0 0,-1 2 0,6 4 0,-3 5 0,5-1 0,-5 1 0,3 2 0,1 3 0,7-7 0,-1-3 0,-6 2 0,1-3 0,-1-1 0,6-8 0,1-1 0,-1-14 0,0-1 0,0-4 0,1-13 0,-1-9 0,0-3 0,-2-5 0,-3-3 0,3 3 0,-13-5 0,4 8 0,-4 1 0,-4 6 0,-2 8 0,-4 7 0,-1 4 0,-3 2 0,1 8 0,-1 4 0,8 3 0,-3 10 0,7 4 0,0 5 0,-2 12 0,-2 6 0,-2 3 0,1 10 0,5 4 0,0 4 0,0 1 0,0 1 0,7-1 0,-5 3 0,4 1 0,-4 3 0,5 7 0,1-18 0,5 3 0,-1-6 0,-1 0 0,7-10 0,-1-7 0,0-14 0,0-7 0,2-8 0,4-9 0,-2-8 0,8-16 0,-8-1 0,2-4 0,-4 2 0,-2-6 0,-1 0 0,-5 2 0,-5 0 0,3-6 0,-7 10 0,4-4 0,-4 5 0,-10-1 0,4 21 0,-7 0 0,5 2 0,-5 9 0,-3 4 0,1 8 0,2 11 0,-5 0 0,12 21 0,-5-1 0,1 5 0,2-4 0,6 10 0,0-8 0,0-2 0,2-2 0,4-1 0,7-3 0,9-3 0,-3-5 0,13-12 0,-3-3 0,3-1 0,3-2 0,5-8 0,0-4 0,-2-5 0,-3-5 0,-7-1 0,-5 0 0,-4 0 0,-9 0 0,3 0 0,-9-3 0,-6-3 0,-5-3 0,-11-9 0</inkml:trace>
  <inkml:trace contextRef="#ctx0" brushRef="#br0" timeOffset="54">19274 9405 8912,'-2'-10'0,"-2"2"0,-2 1 0,1-3 0,-3 1 0,6-1 0,-4 4 0,4 3 0,4-7 0,4 2 0,5 5 0,5 1 0,3 2 0,2 0 0,2 0 0,7 7 0,-1 5 0,2 5 0,-3 6 0,5-4 0,-8 13 0,3-3 0,-7 6 0,-7 5 0,-7-2 0,-7 8 0,-1 0 0,-5 5 0,-6-7 0,-11-4 0,-3 2 0,-9-2 0,-1-3 0,-2-9 0,-3-11 0,-6-7 0,3-10 0</inkml:trace>
  <inkml:trace contextRef="#ctx0" brushRef="#br0" timeOffset="55">18861 9508 8912,'13'-12'0,"6"1"0,6-2 0,4-3 0,7-3 0,2-2 0,2-2 0,6-5 0,-5 5 0,-3 2 0,6-6 0,0 0 0</inkml:trace>
  <inkml:trace contextRef="#ctx0" brushRef="#br0" timeOffset="56">19962 9164 8912,'10'0'0,"5"-8"0,-13 6 0,7-5 0,-3 7 0,-2 0 0,7 0 0,-1 7 0,3 7 0,-1 7 0,-1 0 0,5 7 0,-3 1 0,-2-2 0,-7 5 0,6-5 0,-6 7 0,1 1 0,1-8 0,-6-4 0,0-4 0,0-2 0,0 0 0,0-15 0,0-12 0,0-18 0,0-5 0,0-1 0,0-6 0,2-2 0,4-2 0,-4-2 0,11 2 0,-5 2 0,1 0 0,-5 6 0,11-6 0,-5 7 0</inkml:trace>
  <inkml:trace contextRef="#ctx0" brushRef="#br0" timeOffset="57">20909 8751 8912,'0'-17'0,"-6"6"0,-2-1 0,-1 1 0,-3-1 0,1 3 0,-1 1 0,1 2 0,-7 6 0,1 2 0,0 4 0,6 7 0,1 14 0,2 11 0,5 10 0,1 2 0,2 13 0,0 0 0,0-2 0,2 10 0,3-6 0,7-2 0,3-2 0,2 4 0,-1-12 0,-5 5 0,2-7 0,-5-5 0,0-8 0,-1-7 0,-3-8 0,-17-4 0,-6-2 0</inkml:trace>
  <inkml:trace contextRef="#ctx0" brushRef="#br0" timeOffset="58">20633 9353 8912,'0'-11'0,"0"-1"0,0 6 0,0-5 0,0-1 0,0-5 0,2 0 0,4 0 0,5 0 0,12 0 0,6-1 0,5 1 0,5 0 0,3 0 0,2 0 0,2 7 0,-2-5 0,-4 3 0,-4 5 0,-2 1 0,-13-2 0,-3 3 0,-3 1 0,-7 2 0,-1 2 0,-7 2 0,0 3 0,0 7 0,0 3 0,0 2 0,0 1 0,0-1 0,0 0 0,8 0 0,1 0 0,9 1 0,-1-9 0,-6 1 0,1-5 0,-1-3 0,7 4 0,-1-4 0,0-4 0,0-4 0,0-3 0,1-8 0,-1-3 0,0-3 0,0 4 0,0-5 0,1 6 0,-7-1 0,1-4 0,-7 10 0,5-4 0,-3 1 0,-1 9 0,-6-1 0,0 10 0,0 4 0,0 3 0,0 9 0,0-1 0,0 8 0,0-6 0,0 4 0,0-4 0,0-8 0,2-1 0,4-3 0,-4 7 0,5-12 0,-5 5 0,4-7 0,-4 0 0,8-7 0,-5-7 0,7-7 0,-5 2 0,9-11 0,-5 7 0,4-2 0,3 4 0,-1-2 0,0 0 0,0 6 0,1 0 0,-1 1 0,0 5 0,0 5 0,0-1 0,1 1 0,-1 0 0,-2 14 0,-2 3 0,-3 4 0,0 3 0,-1-1 0,-5 0 0,9 0 0,-7 0 0,-2 1 0,-2-1 0,4 0 0,-1 0 0,3-5 0,-2-1 0,3-7 0,8 4 0</inkml:trace>
  <inkml:trace contextRef="#ctx0" brushRef="#br0" timeOffset="59">22096 8820 8912,'-17'-6'0,"0"1"0,-1-7 0,3 5 0,4-3 0,-5 6 0,12-2 0,-7 12 0,-2 6 0,5 3 0,-5 10 0,7 5 0,2 8 0,2 1 0,2 5 0,0-2 0,0-4 0,8-2 0,1 2 0,8-1 0,1-5 0,-1-1 0,6-6 0,2-6 0,1-6 0,-5-9 0,4 2 0,-7-12 0,6-11 0,3-10 0</inkml:trace>
  <inkml:trace contextRef="#ctx0" brushRef="#br0" timeOffset="60">22268 8597 8912,'10'0'0,"-3"0"0,-7 7 0,0 3 0,-2 9 0,-3 4 0,1 4 0,-6 9 0,1 6 0,-1 9 0,6 1 0,-3 13 0,7-8 0,0-5 0,0-6 0,0-6 0,0 6 0,2-16 0,3-1 0,5-16 0,7-7 0,0-4 0,0-10 0,1-5 0,-1-8 0,0-8 0,0-3 0,0-3 0,1 1 0,-1 7 0,0 0 0,0 5 0,1 2 0,-9-4 0,-1 22 0,-8 7 0,0 9 0,0 3 0,0 6 0,0 0 0,0 6 0,0-7 0,0 3 0,0-4 0,0 2 0,0-2 0,2-7 0,3-3 0,5-7 0,1 4 0,1-8 0,-1-16 0,7-3 0</inkml:trace>
  <inkml:trace contextRef="#ctx0" brushRef="#br0" timeOffset="61">22612 8631 8912,'-17'0'0,"7"0"0,-5 0 0,13 0 0,-5 8 0,7 1 0,0 14 0,-2 0 0,-4-2 0,-4 6 0,-7 0 0</inkml:trace>
  <inkml:trace contextRef="#ctx0" brushRef="#br0" timeOffset="62">22079 9301 8912,'-17'16'0,"-1"-5"0,7-3 0,-1-8 0,9-2 0,-3-4 0,12-3 0,11-10 0,11-4 0,11-4 0,1-7 0,13 1 0,-1 4 0,5-1 0,1 7 0,3-8 0,8 5 0,0-1 0,-3 4 0,-2 4 0,-13 2 0,-11 5 0,-11 1 0,-4 7 0,-16-4 0,-3 8 0,-12 0 0,-5 0 0,1 8 0,-1 3 0,-1 12 0,-5-4 0,2 6 0,4 0 0,-3-6 0,6 6 0,1-2 0,-1 0 0,2 0 0,1-6 0,-1 0 0,2 0 0,2 1 0,2-7 0,0 0 0,8-7 0,1 4 0,9-8 0,-1-6 0,0 0 0,0-9 0,0 0 0,1-6 0,-1-4 0,0 2 0,0 4 0,1-4 0,-1 4 0,-6 2 0,1 0 0,-7-1 0,7 1 0,-8 8 0,5 1 0,-3 8 0,-4 10 0,6 5 0,-1 6 0,1 9 0,3-1 0,5 4 0,-7-5 0,8 1 0,-1-2 0,-5 1 0,6 5 0,-1-7 0,5 1 0,2-2 0,-6-8 0</inkml:trace>
  <inkml:trace contextRef="#ctx0" brushRef="#br0" timeOffset="63">26519 6568 8912,'9'-2'0,"-3"-4"0,-4 4 0,-2-7 0,0 3 0,-6 2 0,-2-5 0,-1 1 0,5 0 0,-4 4 0,1-1 0,3-1 0,-8 8 0,-1 4 0,-2 3 0,-2 18 0,-1 7 0,-1 12 0,-4 10 0,2 14 0,-7 16 0,1 2-192,12-39 0,1 0 1,-13 40 191,4 3 0,10-12 0,-2-7 0,5-10 0,6-12 0,2-5 0,2-6 0,0-11 0,0 0 0,0-8 0,0-4 0,0-6 0,0 1 0,2-8 0,4 1 287,-4-3 1,13-2-288,-3 0 0,-3 0 0,3 0 0,-1 0 0,8-2 0,2-1 0,2-3 0,0-6 0,-6 7 0,6-1 0,0 6 0,8 0 0,-4 0 0,7 0 0,1 0 0,-1 0 0,8 0 0,6 2 0,7 4 0,6 1 0,8 5-253,8 3 1,3-11 252,12 7 0,-4-1 0,2 1 0,-8-5 0,2 2 0,-4-3 0,3-1 0,-3-2 0,-4-2 0,-9 0 0,-4 0 0,-5 0 0,3-8 0,-15-1 0,0-8 0,-6 0 0,-2-1 0,2 1 0,8-6 0,-2 0 0,2 2 0,-2 10 0,-4-4 0,-8 3 0,1 3 0,-3-1 0,-3 2 0,-6 5 0,2 1 505,-3 2-505,9 0 0,-12 0 0,6-2 0,0-4 0,-6 4 0,8-6 0,-4 8 0,-4 0 0,4 0 0,-4 0 0,-2-5 0,0-1 0,1 0 0,-1-1 0,0 5 0,-6-14 0,1 5 0,-8 3 0,11-7 0,-7 11 0,3-7 0,4 5 0,-3-5 0,1 5 0,1-4 0,-5 1 0,-1-1 0,0 4 0,-3-5 0,-3 7 0,12-11 0,-9 1 0,-1-7 0,4 0 0,-2-7 0,7-1 0,-11-11 0,4 0 0,1-8 0,-1 2 0,-2-3 0,-2-1 0,-2 2 0,0 4 0,0 2 0,-8-4 0,-3 6 0,-1-4 0,-5 10 0,2-4 0,-14 9 0,6-3 0,-6-1 0,1 3 0,1 1 0,-6 8 0,8-4 0,-5 6 0,1-4 0,1 4 0,-1-4 0,0 10 0,-1 1 0,-3 1 0,-9-5 0,-4 5 0,-6 3 0,-5 1 0,-6 5 0,-12-4 0,5 6 0,-5 4 0,4 2 0,10 5 0,4-5 0,1 7 0,1-3 0,-2 1 0,1 1 0,-5-3 0,-2 3 0,-6-3-719,-6-3 719,5-4 0,-1 11 0,8-5 0,-2 1 0,-4 3 0,-4 3 0,-1-1-94,1-3 0,4-1 94,6 1 0,10 4 0,7-3 0,15-5 0,2-1 0,16 4 0,-2-8 352,13 5 0,-4-7-352,12 0 0,-2 6 0,5 2 0,1 1 101,-1 4 1,3 3-102,5 1 0,0 8 0,0 2 0,1-1 0,-1 7 0,0-6 0,0 7 0</inkml:trace>
  <inkml:trace contextRef="#ctx0" brushRef="#br0" timeOffset="64">27396 7513 8912,'10'0'0,"-3"0"0,-5 0 0,4 0 0,-4 0 0,6 10 0,-8 7 0,2 10 0,3 13 0,-3 4 0,4 11 0,-2 6 0,1 8 0,-3 10 0,4-5 0,-4 8-772,-2-2 772,0-11 0,6 4 0,0-16 0,-1-5 0,-5-10 0,0-6 0,2-7 0,2-16 0,2-1 0,-1-9 0,-5 5 0,0-8 0,-1 0 0,-5 0 0,-11-15 0,-10-4 0</inkml:trace>
  <inkml:trace contextRef="#ctx0" brushRef="#br0" timeOffset="65">27190 8339 8912,'-18'0'0,"7"0"0,0 0 0,7 0 0,-4 7 0,8 5 0,8 3 0,1 8 0,8 0 0,1 6 0,1-5 0,4 3 0,5 2 0,5-2 0,1 5 0,3-7 0,1 4 0,2-7 0,0-10 0,0 1 0,1-7 0,-3-2 0,6-18 0,0-5 0</inkml:trace>
  <inkml:trace contextRef="#ctx0" brushRef="#br0" timeOffset="66">27912 8287 8912,'-11'-6'0,"0"1"0,-1 1 0,-5 10 0,-8 3 0,-2 18 0,-7 7 0,-3 3 0,-3 8 0,4 1 0,-4 6 0,11-6 0,6-2 0,6-2 0,6-4 0,1 6 0,6 0 0,-2 0 0,-7-10 0,-4-2 0,-10-5 0</inkml:trace>
  <inkml:trace contextRef="#ctx0" brushRef="#br0" timeOffset="67">26691 9078 8912,'-18'-2'0,"1"-4"0,6 4 0,-1-3 0,-1 3 0,-2 2 0,-3 13 0,1 8 0,0 8 0,0 7 0,0 18 0,7-3 0,4 14 0,4-2 0,4 2 0,4 2 0,4 0 0,9-6 0,4-9 0,3-8 0,9-14 0,-1-7 0,6-2 0,2-15 0,1-4 0,-1-6 0,-2-6 0,-6-15 0,1-5 0,-1-8 0,-7 1 0,-4-10 0,-12 7 0,4-8 0,-3 2 0,-4 4 0,-3 4 0,-3 7 0,-2 1 0,0 7 0,-2 2 0,-3 9 0,-7 6 0,-3 4 0,-2 4 0,-1 4 0,3 4 0,2 9 0,1 4 0,7 3 0,-5 9 0,2-1 0,4 1 0,3-3 0,1-3 0,0 3 0,5-11 0,3 4 0,2-6 0,1 0 0,6-13 0,0 0 0,6-8 0,0-4 0,-2-5 0,4-12 0,-2-6 0,0-3 0,-6-3 0,-1 1 0,-5-1 0,-3 7 0,-8-1 0,0 2 0,0-1 0,-8 3 0,-3 10 0,-5 3 0,-1 4 0,0 8 0,0 0 0,7 8 0,2-4 0,10 7 0,4 1 0,6-3 0,3-1 0,2-8 0,2 0 0,4 0 0,-4 0 0,8 0 0,-6 0 0,2 0 0,0 0 0,0-2 0,0-4 0,0 5 0,-6-5 0,-6 2 0,1-2 0,-8 4 0,3-3 0,-7 10 0,0 5 0,0 7 0,0 0 0,0 0 0,0 1 0,0-1 0,0 0 0,2 0 0,4-1 0,6-5 0,-5 4 0,8-7 0,-3 3 0,3-5 0,2-4 0,1-2 0,3-8 0,-4-3 0,4-4 0,-10-3 0,5 1 0,-5-2 0,1-4 0,-3 4 0,3-4 0,1 4 0,-7 2 0,7 7 0,-11-5 0,6 11 0,-6-5 0,3 1 0,-1 2 0,8 6 0,-7 0 0,7 0 0,-6 6 0,5 0 0,-7-1 0,6-5 0,-5 2 0,7 4 0,3-4 0,-4 6 0,1-8 0,-1 7 0,1-5 0,-1 4 0,-7 4 0,6-7 0,-5 9 0,-3-1 0,4 6 0,-4-7 0,-2 5 0,0-13 0,0 6 0,0-10 0,0-4 0,2-3 0,2-9 0,3 1 0,1 0 0,0 0 0,5 0 0,-9 1 0,7 5 0,-5-4 0,6 3 0,-1 5 0,6 1 0,-5-2 0,-1 2 0,1 1 0,3 7 0,-4 3 0,5-3 0,-5 4 0,-1-2 0,1 2 0,-5-5 0,6 5 0,-1-4 0,6-2 0,0 0 0,-5-8 0,-1-3 0,3-4 0,1-10 0,0 4 0,-1-8 0,-3-1 0,-1-5 0,1-5 0,3-4 0,-9-7 0,1 1 0,-6 2 0,0 4 0,0 2 0,0 2 0,0 13 0,0 10 0,0 19 0,0 15 0,-2 16 0,-4 13 0,5 3 0,-7 5 0,8 1 0,0 2 0,0-1 0,0-8 0,0-4 0,0-2 0,2 3 0,4-4 0,3-1 0,8-14 0,0-3 0,1-4 0,-1-3 0,0-5 0,0-5 0,-7-12 0,-2-11 0,-8-10 0</inkml:trace>
  <inkml:trace contextRef="#ctx0" brushRef="#br0" timeOffset="68">28205 9130 8912,'-17'0'0,"0"-8"0,1 4 0,5-7 0,-3 5 0,9-6 0,9 3 0,13-3 0,8-3 0,11 4 0,4-3 0,6 3 0,4-4 0,1 3 0,1 4 0,-2-7 0,-3 4 0,-1-5 0,0-1 0,6 0 0</inkml:trace>
  <inkml:trace contextRef="#ctx0" brushRef="#br0" timeOffset="69">29375 8493 8912,'-28'-1'0,"1"-3"0,0-2 0,0 2 0,-1 2 0,-5 2 0,4 0 0,-1 0 0,5 0 0,0 2 0,0 6 0,4 9 0,2 2 0,2 10 0,7-1 0,-3 12 0,7 3 0,2 0 0,8 5 0,2 10 0,7-3 0,-1 8 0,1-13 0,-1 1 0,3-11 0,-6 8 0,7-8 0,-5-2 0,3-3 0,-7-7 0,1-5 0,0-4 0,-3-7 0,-5-1 0,-15-7 0,-4 4 0</inkml:trace>
  <inkml:trace contextRef="#ctx0" brushRef="#br0" timeOffset="70">28859 9147 8912,'-8'-17'0,"-3"-1"0,1 7 0,-1-1 0,7 1 0,-2-6 0,4 0 0,4-1 0,4 1 0,11 0 0,12 0 0,11 0 0,8-1 0,7 1 0,1 0 0,7 0 0,-2 0 0,2-1 0,-4-3 0,-7 4 0,0-11 0,-16 22 0,-7-9 0,-8 5 0,-12 6 0,-3 10 0,-4-4 0,-10 11 0,-3-7 0,1 5 0,-1-5 0,-1 8 0,-5-3 0,6 4 0,1 2 0,0 1 0,1-1 0,5 0 0,-4 0 0,8 0 0,0 1 0,0-1 0,0 0 0,0-6 0,0 1 0,2-3 0,4 3 0,4 1 0,7-7 0,0-2 0,0-2 0,0-2 0,6-8 0,2-3 0,2-5 0,-6-3 0,2-4 0,-2 4 0,2-4 0,-10-1 0,5 1 0,-7 5 0,1 7 0,-5-1 0,1-5 0,-6 8 0,5 3 0,-7 12 0,0 3 0,0 8 0,0 1 0,0-5 0,0 4 0,0-3 0,0 9 0,6-10 0,0-2 0,2-5 0,-3 6 0,-1-9 0,8 3 0,-7-4 0,7-2 0,-7 0 0,7 0 0,1 0 0,3 0 0,-7-8 0,6-1 0,-3-8 0,-2 5 0,1 1 0,2-3 0,-5 5 0,-2-3 0,3 8 0,-7-3 0,6 7 0,-2 7 0,-1 5 0,1-2 0,-6 1 0,0 0 0,0 7 0,0-1 0,0 0 0,0-7 0,0 5 0,0-13 0,2 0 0,4-8 0,3-7 0,9 1 0,-1-3 0,0-2 0,0-1 0,0 3 0,1 4 0,-1-3 0,0 9 0,0-1 0,0 6 0,-5 2 0,-1 3 0,1-3 0,3 14 0,-3-5 0,1 10 0,-5 2 0,1-2 0,-3-2 0,5-2 0,-7-5 0,2-1 0,3-7 0,1 4 0</inkml:trace>
  <inkml:trace contextRef="#ctx0" brushRef="#br0" timeOffset="71">30494 8734 8912,'-12'0'0,"1"0"0,-1 2 0,-5 2 0,0 2 0,0-1 0,0 1 0,-1 2 0,1 1 0,0 5 0,0 9 0,5-2 0,1 7 0,5 3 0,-5 9 0,7-4 0,-2 6 0,10-7 0,2-1 0,7-5 0,0-3 0,6-3 0,4-7 0,8-7 0,-4-9 0,7 0 0,-1-2 0,-5-4 0,5-11 0,-6-9 0,7-9 0</inkml:trace>
  <inkml:trace contextRef="#ctx0" brushRef="#br0" timeOffset="72">30786 8321 8912,'-17'6'0,"0"0"0,0 2 0,-1-3 0,9 5 0,-6 7 0,5 2 0,1 4 0,1 6 0,0 3 0,6 10 0,-3 4 0,3-2 0,2 2 0,2-2 0,3 2 0,-3 3 0,12-14 0,-7 1 0,3-5 0,1-10 0,6 3 0,1-6 0,-7-9 0,1-3 0,1-4 0,2-4 0,3-4 0,-3 0 0,-2-9 0,-1-4 0,1 0 0,-5 0 0,5 2 0,-7-1 0,-2 1 0,-2 0 0,-1 2 0,5 3 0,-4 3 0,4 3 0,-4 12 0,-2-10 0,0 15 0,0 3 0,0 1 0,6 2 0,-1 0 0,7 1 0,-5-1 0,3 0 0,1-7 0,1-3 0,-1-9 0,3-3 0,1-13 0,2-8 0</inkml:trace>
  <inkml:trace contextRef="#ctx0" brushRef="#br0" timeOffset="73">31027 8064 8912,'-17'44'0,"0"-6"0,0-8 0,-1 3 0,1-5 0,8 3 0,3-2 0,4-5 0,2-6 0,0-1 0,0 0 0,0 0 0,0-7 0,8-3 0,3-7 0,4 0 0,3 0 0,-1-7 0,0-5 0,0-11 0,0 4 0,-1-6 0,-5 1 0,5 5 0,-15-8 0,5 6 0,-4-2 0,-2 0 0,-2 11 0,-4 3 0,-5 1 0,1 3 0,-1 5 0,-2 0 0,-10 15 0,-4 4 0</inkml:trace>
  <inkml:trace contextRef="#ctx0" brushRef="#br0" timeOffset="74">30477 8958 8912,'-18'15'0,"1"-4"0,0-5 0,2-6 0,3-6 0,-3-3 0,13-8 0,0-2 0,12-4 0,13-6 0,11-4 0,10-1 0,8 0 0,11-1 0,-2 1-381,8 0 1,7-8 0,3-2 0</inkml:trace>
  <inkml:trace contextRef="#ctx0" brushRef="#br0" timeOffset="75">31475 8528 8912,'-35'9'0,"3"1"0,3-4 0,2-3 0,4 9 0,4-8 0,-6 17 0,8-4 0,0 2 0,5 2 0,3 2 0,1 4 0,4-1 0,3-1 0,1-2 0,0 0 0,7-2 0,5-9 0,9 1 0,2-7 0,-2-2 0,5-4 0,3-6 0,4-6 0,1-3 0,-7-10 0,3 4 0,-7-6 0,-2 3 0,-2 1 0,-9 0 0,-4 0 0,1-2 0,-1 2 0,-2 4 0,-10-4 0,-5 4 0,-5 2 0,-6 7 0,-3 5 0,-2 3 0,-2 2 0,-5 2 0,1 1 0,3 5 0,1 2 0,8 1 0,-2 4 0,4-3 0,2 3 0,7-5 0,4-1 0,12-3 0,6-4 0,11-2 0,5 0 0,5 0 0,1-2 0,1-4 0,-1-5 0,0 3 0,1-5 0,-3 5 0,-3-2 0,-4 7 0,-2-5 0,0 8 0,-6 0 0,-6 0 0,-1 8 0,2 3 0,-7 4 0,-3 3 0,-2 1 0,0 2 0,0 2 0,0 0 0,0-6 0,0 0 0,-7 0 0,5 0 0,-14-7 0,14-2 0,-5-12 0,7-6 0,0-7 0,0-6 0,0 0 0,0-4 0,0-7 0,2-2 0,3-4 0,-3 3 0,14-5 0,-7 10 0,1 3 0,5 4 0,-7 8 0,5 2 0,-1 3 0,-1 5 0,6 7 0,0 2 0,-1 5 0,-5 10 0,6 3 0,-1 8 0,5 3 0,2 1 0,-6 3 0,2-1 0,4 0 0,4 1 0,1-8 0,1-5 0,7-2 0,8-3 0</inkml:trace>
  <inkml:trace contextRef="#ctx0" brushRef="#br0" timeOffset="76">27172 14219 8912,'6'-17'0,"0"-1"0,2 1 0,-3 0 0,-1 2 0,6 1 0,-1 3 0,1-3 0,-4 5 0,5-1 0,2 3 0,3 3 0,1 2 0,0 2 0,0 2 0,1 6 0,-1 9 0,6 0 0,0 8 0,-2 0 0,4 1 0,-1 7 0,1-3 0,0-1 0,6 0 0,-6-1 0,5-1 0,-1-2 0,-6-2 0,4-6 0,-3-2 0,-3-3 0,-1 1 0,-3-7 0,0 0 0,0-6 0,0-8 0,1 4 0,-3-7 0,-4-3 0,-3-1 0,-8-2 0,0 0 0,0 7 0,0 2 0,-6 18 0,1 7 0,-7 10 0,4 15 0,1 10 0,-1 9 0,2 13 0,1 12 0,2-37 0,0 2-209,1 1 1,0 2 0,1 5 0,0 1 208,1 3 0,0 0 0,0 1 0,0 0 0,0-6 0,0-1 0,0-4 0,0-1 0,0 26 0,0-9-163,0-10 163,0-21 0,-7-5 0,-3-16 0,0 0 0,-5 0 0,6-1 0,-9-3 0,1-2 0,0-7 0,0 2 0,-6 2 204,0-3 1,-2 1 0,4-6 0,-2 0-205,2 0 88,2 0 1,2 0-89,-1 0 0,7 0 0,0 0 0,5-2 0,-6-4 0,7-3 0,-7-8 0,1-8 0,-14-2 0,-2-7 0</inkml:trace>
  <inkml:trace contextRef="#ctx0" brushRef="#br0" timeOffset="77">28687 14408 8912,'9'17'0,"-3"0"0,-4-7 0,-4-3 0,-4-5 0,-5 4 0,-6 2 0,-6 3 0,-4 4 0,-7-1 0,-1 5 0,1 4 0,-6 6 0,-1-7 0,1 3 0,4-4 0,0 2 0,1-2 0,5-4 0,12-5 0,1 3 0,6-13 0,1 2 0,3-8 0,3-7 0,-6-20 0,1-5 0</inkml:trace>
  <inkml:trace contextRef="#ctx0" brushRef="#br0" timeOffset="78">28446 14202 8912,'-27'7'0,"-3"-5"0,7 4 0,-2 3 0,4 3 0,-4 3 0,-2 2 0,4 8 0,-6 4 0,3 3 0,-3 3 0,4 5 0,8 0 0,0 8 0,0-2 0,7 3 0,2 1 0,8-4 0,2-6 0,4-6 0,5-5 0,12-4 0,6-8 0,4-8 0,3-3 0,4-4 0,6-2 0,8-6 0,-3 1 0,8-9 0,-13 3 0,8-12 0,-10-4 0</inkml:trace>
  <inkml:trace contextRef="#ctx0" brushRef="#br0" timeOffset="79">28738 13651 8912,'0'18'0,"0"-1"0,0 0 0,0 0 0,0 0 0,2 2 0,2 2 0,2 2 0,7 8 0,-3-2 0,1 3 0,1 2 0,-6 1 0,3 1 0,1 2 0,-1 2 0,-5-1 0,2-11 0,-4 3 0,-2-6 0,0 0 0,0-1 0,-6-6 0,0-7 0,-7-7 0,1 2 0,-11-12 0,-3-4 0</inkml:trace>
  <inkml:trace contextRef="#ctx0" brushRef="#br0" timeOffset="80">28635 13703 8912,'-9'0'0,"1"0"0,16-8 0,3-3 0,4-4 0,10-8 0,4 0 0,9-2 0,2 2 0,1 4 0,-7-4 0,0 11 0,1 7 0,-8-5 0,-3 10 0,-8 0 0,-5 10 0,-3 13 0,-10 7 0,-4 7 0,-5 3 0,-5 7 0,-1-1 0,-8 4 0,6-4 0,-4 0 0,4-1 0,2 3 0,0-8 0,7 0 0,-5-28 0,5 11 0,-7-14 0</inkml:trace>
  <inkml:trace contextRef="#ctx0" brushRef="#br0" timeOffset="81">29100 13737 8912,'17'-7'0,"0"3"0,0-8 0,1 1 0,-1-6 0,0 0 0,-7 7 0,5 2 0,-4 8 0,-1 0 0,0 2 0,-1 4 0,1 5 0,-5 7 0,7 5 0,-8-4 0,9 7 0,-7-3 0,0-4 0,-6 6 0,0 0 0,0-6 0,0 6 0,0-8 0,0 0 0,-2-1 0,-4-5 0,4-7 0,-4-15 0,10-1 0,2-11 0,7-2 0,-1 2 0,3-5 0,2 5 0,-1-6 0,-5 6 0,4 0 0,-3 6 0,3 0 0,0 5 0,-3 1 0,3 7 0,-3-2 0,3 5 0,-6 8 0,-3 5 0,2 3 0,-2 2 0,-3 0 0,1 1 0,2-1 0,-4 0 0,6 0 0,-8 2 0,1 2 0,5 2 0,-4 0 0,6-13 0,-8-3 0</inkml:trace>
  <inkml:trace contextRef="#ctx0" brushRef="#br0" timeOffset="82">29565 13307 8912,'-18'25'0,"1"-7"0,0-1 0,0-6 0,7-3 0,2-1 0,10-7 0,4 0 0,6 0 0,3 0 0,2 0 0,-2-1 0,-3-5 0,1 2 0,-7-7 0,0-1 0,1-5 0,-5 0 0,4 1 0,-12 5 0,4 3 0,-13 8 0,6 0 0</inkml:trace>
  <inkml:trace contextRef="#ctx0" brushRef="#br0" timeOffset="83">29891 13479 8912,'-7'-17'0,"3"2"0,-7 3 0,7 5 0,-12 9 0,5 3 0,3 7 0,3 11 0,1 6 0,-2 3 0,4 8 0,-4 0 0,10 0 0,2-5 0,7-7 0,-1 1 0,9-8 0,2 2 0,0-4 0,-4-4 0,4-3 0,-2-5 0,7-7 0,-7-1 0,4-5 0,-2-6 0,0-5 0,-2-6 0,4-3 0,-2-9 0,-4 1 0,-5-1 0,1 9 0,-13-5 0,4 6 0,-5 0 0,-1 1 0,-1 8 0,-5 11 0,-4 10 0,-7 7 0,7 3 0,-5 8 0,4 2 0,-5 2 0,7 1 0,1 1 0,8-2 0,0-3 0,0 5 0,0-6 0,0-2 0,0-2 0,8-2 0,1-1 0,11-5 0,2-5 0,-1-4 0,8-2 0,-8 0 0,10-8 0,-8-3 0,7-7 0,-3-3 0,0-2 0,-4 1 0,-4-3 0,-2 6 0,0-14 0,-1 6 0,-5 1 0,3-5 0,-9 8 0,-1 0 0,-2-2 0,-2 14 0,0-12 0,0 19 0,2-5 0,4 3 0,5 8 0,-1 0 0,1 9 0,3 3 0,1 1 0,2 10 0,0-6 0,-1 6 0,-3-2 0,-2 1 0,3 3 0,-7-6 0,7 10 0,-8-8 0,-1 1 0,-5-1 0,0 6 0,-7-4 0,-5-2 0,-11 2 0,-5-2 0,1 5 0,-2-5 0,2 0 0,-1-8 0,5-3 0,4-6 0,1-12 0,1-4 0</inkml:trace>
  <inkml:trace contextRef="#ctx0" brushRef="#br0" timeOffset="84">30976 12843 8912,'0'10'0,"0"5"0,-6-5 0,0 7 0,-2 10 0,5 7 0,-3 12 0,2 9 0,0 10 0,0 14 0,-1 8 0,1 7 0,4-4 0,4 0 0,3-8 0,3-8 0,-6 5 0,9-15 0,-7 3 0,-2-6 0,-2 4 0,-4-3 0,-4 4 0,-6-3 0,-10-3 0,-5-9 0</inkml:trace>
  <inkml:trace contextRef="#ctx0" brushRef="#br0" timeOffset="85">29100 14735 8912,'-17'0'0,"-1"-2"0,1-2 0,0-2 0,2 4 0,3 6 0,5 6 0,7 9 0,0 4 0,2 5 0,3 5 0,3 1 0,5 2 0,-1 3 0,1 1 0,1-6 0,-1-5 0,-4-1 0,-1-1 0,4-2 0,-7-8 0,1 0 0,-6 1 0,0-9 0,-8-1 0,-1-10 0,-8-4 0,-1 2 0,1-7 0,0-3 0,0-7 0,0-1 0,5-9 0,3 2 0,1-3 0,-5-3 0,11 1 0,-4 0 0,4-1 0,2 9 0,0 3 0,0 3 0,0 3 0,8 0 0,1 0 0,8 7 0,1 5 0,5 3 0,0 4 0,-2 3 0,-2 7 0,-2 5 0,0 4 0,0 2 0,0 8 0,1-12 0,-3 4 0,-4-4 0,-1-2 0,-6 0 0,2 0 0,1-1 0,-1-5 0,-4 4 0,6-13 0,-8-2 0,5-11 0,3-10 0,1-2 0,3-8 0,3 3 0,-1-3 0,-3 2 0,1-3 0,3 11 0,-2-4 0,-1 6 0,-7 0 0,7 13 0,-1 8 0,-1 9 0,-2 12 0,-1 6 0,-5 3 0,8 1 0,-6-2 0,3-5 0,3-1 0,1 4 0,6-8 0,1-6 0,-1 2 0,0-15 0,2 4 0,4-4 0,-4-2 0,6-8 0,-8-3 0,-1-5 0,-5-1 0,2-6 0,-7-2 0,-2-1 0,4 3 0,-3-6 0,1 2 0,-6-1 0,-2-3 0,-3 10 0,-5 4 0,0 4 0,-5 9 0,6-4 0,-9 16 0,1 5 0,2 6 0,1 6 0,3 2 0,-1 1 0,3-1 0,3-2 0,4 0 0,2-6 0,0 4 0,0-4 0,0-2 0,0-7 0,2-3 0,4-7 0,-2 0 0,7 0 0,1-1 0,5-5 0,0-6 0,0-3 0,1-8 0,-1 0 0,-2-5 0,-3 5 0,1 0 0,-5 7 0,1 5 0,-5-4 0,4 5 0,-1 1 0,-5 1 0,8 8 0,-6 2 0,1 4 0,1 3 0,0 14 0,1 0 0,1 0 0,0 2 0,-1-6 0,-1 4 0,-4-4 0,6-2 0,-1 0 0,3 0 0</inkml:trace>
  <inkml:trace contextRef="#ctx0" brushRef="#br0" timeOffset="86">29943 14820 8912,'17'0'0,"1"0"0,-1 8 0,0 4 0,0 3 0,0 2 0,1 0 0,-1 0 0,-2 1 0,-2-1 0,-3 0 0,-2 0 0,5-7 0,-11 5 0,4-3 0,3-5 0,-7 8 0,6-15 0,-10 2 0,-2-7 0,-2-7 0,3-7 0,1-6 0,2-9 0,0-1 0,0 1 0,0 0 0,5-6 0,3-1 0,2 3 0,-7 2 0,13 9 0,-5 4 0,3 4 0,-3 2 0,2 6 0,-7-1 0,7 1 0,-3-7 0</inkml:trace>
  <inkml:trace contextRef="#ctx0" brushRef="#br0" timeOffset="87">30304 14408 8912,'0'-10'0,"0"3"0,0 7 0,0 2 0,0 3 0,6 12 0,0 12 0,0 4 0,-4 3 0,3 4 0,-3 4 0,4 8 0,2-1 0,-1 1 0,3-1 0,-6-7 0,9-2 0,-7-9 0,-2-5 0,-1-5 0,3-11 0,-4-5 0,11-22 0,-7-8 0,8-9 0,-3-8 0,-1 1 0,1-6 0,2-3 0,-3 6 0,2 2 0,1 3 0,-4 5 0,3 3 0,-8 4 0,1 8 0,-3 0 0,-2 7 0,-2 5 0,-5 10 0,-8 9 0,-6 7 0,-1 8 0,3 3 0,-6 2 0,6 1 0,-4-1 0,4 1 0,10-1 0,-5-2 0,9-1 0,1-2 0,2-8 0,2 2 0,0-4 0,0-2 0,8-8 0,3-1 0,12-8 0,4 0 0,7 0 0,1-2 0,1-4 0,4-5 0,-4-12 0,14 2 0,-4-8 0,2-1 0,-2-3 0,-6 1 0,-11 1 0,-7 3 0,-2 7 0,-11-4 0,-3 8 0,-4-1 0,-4 7 0,-4 1 0,-5 3 0,-5 3 0,-8 2 0,4 10 0,-3 3 0,-1 4 0,1 3 0,2-1 0,1 2 0,3 4 0,6-4 0,1 6 0,3-2 0,3 0 0,2 7 0,2-11 0,2 4 0,4-4 0,3-2 0,14-7 0,0-4 0,8-4 0,-1-2 0,6-2 0,5-4 0,-3-5 0,6-12 0,-6-6 0,6-9 0,-2-2 0,-2-8 0,-5 12 0,-3-6 0,-3 0 0,1 3 0,-7-5 0,-3 2 0,-7 4 0,-5-6 0,-8 6 0,0-8 0,0 2 0,0-2 0,0 12 0,-2 11 0,-4 4 0,2 4 0,-7 3 0,7 12 0,-10 12 0,7 11 0,-3 5 0,-1 5 0,-1 9 0,3 2 0,1 0 0,0 5 0,5-3 0,-3 2 0,2-2 0,2-4 0,4-6 0,4 2 0,5 2 0,5-1 0,1-11 0,6 3 0,0-8 0,7 5 0,-1-5 0,-4 6 0,-2-6 0,-4-2 0,6-10 0,1-3 0</inkml:trace>
  <inkml:trace contextRef="#ctx0" brushRef="#br0" timeOffset="88">31182 14563 8912,'-8'15'0,"-3"-4"0,3-3 0,8-16 0,12-1 0,11-10 0,5-4 0,18-6 0,6-9 0,3-2 0,5 2 0,-5 1 0,4 5 0,-5 3 0,-6 4 0,-16 16 0,-3 3 0,-12 4 0,-9 10 0,-16 1 0,-1 9 0</inkml:trace>
  <inkml:trace contextRef="#ctx0" brushRef="#br0" timeOffset="89">30373 14683 8912,'0'9'0,"0"1"0,-2-4 0,-3 5 0,3 6 0,-4 6 0,2 8 0,-2 7 0,5 0 0,-5 8 0,4 2 0,2 2 0,0-1 0,2-1 0,2-6 0,1-6 0,3 3 0,-4-13 0,3 1 0,3-4 0,-6-4 0,5-4 0,-5-1 0,2-3 0,0-7 0,-6 4 0,0-8 0</inkml:trace>
  <inkml:trace contextRef="#ctx0" brushRef="#br0" timeOffset="90">31784 13909 8912,'2'-19'0,"2"-2"0,2-2 0,-2 0 0,-2 0 0,-2 0 0,0 2 0,0 2 0,5 0 0,1-2 0,-2-2 0,-2 0 0,-2 6 0,0 0 0,0 7 0,0 5 0,0 10 0,0 7 0,-2 20 0,-4 16 0,-5 21 0,-5 21 0,11-40 0,1 3 0,-4 10 0,1 2 0,1 0 0,0 2-303,-2 0 1,1 1 0,1 4 0,0 1 302,0 2 0,1-1 0,3 3 0,0-1 0,-2-4 0,0-2 0,4-7 0,0-2 0,0 36 0,0-24 0,0-20 0,8-16 0,0-13 0,5-8 0,-1-5 0,-1 5 0,-1-22 0,-3-11 0,-7-20 0</inkml:trace>
  <inkml:trace contextRef="#ctx0" brushRef="#br0" timeOffset="91">32163 13789 8912,'15'-8'0,"-1"-3"0,-5-6 0,-1-6 0,3 4 0,-5-4 0,-2 4 0,-2 1 0,-2 9 0,-8 24 0,-3 21 0,-5 16 0,-1 11 0,0 12 0,0 5-95,7 11 0,-3-1 0,7 6 95,2-3 0,3-41 0,0 0 0,3 43 0,4-7 0,6-10 0,9-17 0,1-9 0,1-8 0,-5-19 0,-1-8 0,0-9 0,0-8 0,0-6 0,-5-6 0,-1-11 0,1 2 0,5-7 0,-2-7 0,-1-7 0,-3 0 0,3 0 0,-5-4 0,3 6 0,-9-7 0,13 10 0,-7-3 142,1 4 1,-2 9-143,-8 4 0,7 12 0,-5 3 0,6 23 0,-8 8 0,0 8 0,0 3 0,0 8 0,6-5 0,1 3 0,3-4 0,-5-4 0,7-3 0,-3 4 0,3-5 0,3-3 0,-3-2 0,-3-6 0,3-5 0,-8 3 0,3-13 0,-7 5 0</inkml:trace>
  <inkml:trace contextRef="#ctx0" brushRef="#br0" timeOffset="92">32559 13875 8912,'-17'0'0,"-1"0"0,1 2 0,0 4 0,0 11 0,0 11 0,-1 11 0,1 1 0,8 7 0,3-1 0,4 4 0,2-8 0,2-6 0,4-5 0,3-10 0,8 2 0,1-12 0,-1-5 0,6-4 0,0-2 0,-2-2 0,-2-4 0,-10-3 0,5-14 0,-9 0 0,7-8 0,-6 3 0,-2-5 0,-3 4 0,-1 1 0,-1 1 0,-5-2 0,-4 5 0,-7 6 0,0 1 0,0 0 0,-3 7 0,-2 5 0,1 12 0,-6 9 0,2 5 0,-6 9 0,5-3 0</inkml:trace>
  <inkml:trace contextRef="#ctx0" brushRef="#br0" timeOffset="93">31888 14786 8912,'32'-9'0,"-1"-7"0,-3-7 0,3-3 0,3-11 0,7-9 0,3 4 0,7 0 0,1 4 0,-1 4 0,1-4 0,0 9 0,-8 4 0,-4 2 0,-11 6 0,-7 6 0,-2-5 0,-3 7 0</inkml:trace>
  <inkml:trace contextRef="#ctx0" brushRef="#br0" timeOffset="94">32851 14356 8912,'8'10'0,"-6"5"0,7-7 0,-3 3 0,-4 4 0,6-11 0,-6 6 0,3-2 0,-3 5 0,6-4 0,-8 9 0,0-1 0,0 0 0,0 0 0,0 2 0,0 4 0,0-4 0,0 4 0,0-4 0,0-1 0,0-1 0,-6-6 0,1 1 0,-1-9 0,6 5 0,0-17 0,0-9 0,0-8 0,0-7 0,2-3 0,3-4 0,-1 2 0,8-8 0,-8 7 0,1-1 0,3 6 0,-2 5 0,7-3 0,-11 13 0,6-4 0,-1 4 0,-5 7 0,6 3 0,-1 1 0,1 10 0,4 9 0,-5 7 0,-7 5 0,0-2 0,0 7 0,6-7 0,0 2 0,-1 2 0,-5-2 0,0 0 0,6-6 0,0 0 0,7-7 0,-9-3 0,8-7 0,-3-13 0,3-4 0,3-6 0,-6 2 0,1-2 0,5 0 0,-7 4 0,3-4 0,3 10 0,-7-5 0,3 3 0,2 8 0,-1-1 0,0 8 0,-5 2 0,6 4 0,-7 1 0,7 5 0,-1 3 0,7-13 0,-1 4 0,0-4 0,2-2 0,2 0 0,2 0 0,0-8 0,-6-4 0,6-3 0,0-2 0,-2-2 0,-9-4 0,1 4 0,-7-4 0,-1 4 0,-5 2 0,0-1 0,-7 9 0,-5 3 0,-3 4 0,-4 2 0,-4 0 0,4 10 0,-4 7 0,0 2 0,6 10 0,-2-3 0,13 3 0,0 2 0,6-8 0,0 0 0,0-6 0,15 0 0,10-2 0,12-3 0,9-7 0,11-5 0,6-5 0,6-7 0,4-11 0,1-5 0,-7-13 0,-60 36 0</inkml:trace>
  <inkml:trace contextRef="#ctx0" brushRef="#br0" timeOffset="95">30442 16179 8912,'12'-2'0,"-1"-2"0,1-4 0,-3-1 0,1 3 0,-5-5 0,-3 5 0,4-6 0,-4 9 0,-2-13 0,0 13 0,-2-7 0,-4 2 0,4 3 0,-5 5 0,7-2 0,0-4 0,0 4 0,0-6 0,0 8 0,0 0 0,-8 8 0,6 2 0,-4 9 0,5 6 0,-1 11 0,-4 13 0,2 20 0,-7 17 0,8-34 0,0 3-340,-3 10 1,0 2-1,2 6 1,-1 3 339,-1 12 0,0 2 0,-1-3 0,1 0 0,3 2 0,0-1 0,-1-4 0,1-2 0,-1-1 0,2-1 0,1-6 0,0-1 0,-2-3 0,0-2 0,2-11 0,0-2 0,1 35 0,0-15-568,0-11 568,0-8 0,0 3 0,0-9 0,0-4 0,-2-6 0,-3-12 0,3-1 0,-4-4 0,4-11 1270,2 3-1270,0-15 328,0 0 0,0-8-328,0-3 0,-2-7 0,-4-4 0,5-5 0,-5-8 0,4-14 0,2-9 0,0-8 0,0-9 0,0-5-58,0-12 0,6-3 0,-3 42 0,1-1 1,1-4-1,0-1 58,2-6 0,-1-2 0,-1-1 0,0-1-318,0-5 0,1-1 1,0 0-1,0 1 318,2-4 0,1 1 0,0 2 0,-1 1 0,1-1 0,-1 1 0,-2 10 0,0 2 0,0 1 0,-1 2 0,-2 4 0,0 3 0,3 3 0,0 0 0,-1-46 0,5 9 0,-3 5 0,-3 15 0,-2 16 0,-2 10 0,-2 13 0,-3 10 151,3 7 1,-8 10-152,4 0 657,4 8 1,-7 9-658,3 12 0,-3 13 0,-9 9 0,1 18 0,0 17 0,-2 10-253,7-43 0,1 3 1,1 2-1,1 2 253,-3 3 0,1 0 0,1 2 0,1 0 0,0 1 0,0 0 0,3 3 0,1 1 0,-1 7 0,1 1 0,0 5 0,0 0 0,-2 0 0,1 0 0,0-2 0,2-1 0,0-3 0,0-1 0,1-7 0,1-3 0,1-5 0,2-1 0,-1-5 0,0-1 0,0 37 0,0-1-141,0-15 1,0-1 140,0-5 0,0-8 0,0-4 0,0-19 0,0-9 0,0-16 0,0-7 0,0-12 490,0 5 0,0-9-490,0 4 0,0-3 156,0-8 0,0-16-156,0-7 0,0-23 0,0-12 0,0-14 0,0-9 0,0 47 0,0-1 0,-1-2 0,2-1 0,1 0 0,1-1-204,0-1 1,0 0-1,1-2 1,0-1 203,-1 3 0,-1 0 0,0-2 0,0-1 0,4 0 0,0 0 0,-3-2 0,0 0 0,2 1 0,1 1 0,-4 2 0,0 2 0,0 6 0,2 2 0,3-43 0,-1 10 0,5-1 0,-3 10 0,0 5 0,-1 8 0,1 5 0,-2 2 0,-4 10 0,3 8 0,-3 15 0,-2 13 0,0 12 135,0 4 1,-2 26 0,-3 17-1,-9 26 1,5-30 0,-1 3-136,-1 6 0,-1 2 0,0 11 0,1 2 0,2 6 0,1 2 0,2 0 0,1 0-386,-2 2 1,2 1-1,3-1 1,0 0 385,-1 3 0,1 0 0,0 1 0,2 0 0,0-4 0,0 0 0,0-4 0,0-3-16,-1-12 1,2-2 0,1-3 0,1-2-1,3 39 1,0-12 15,1-14 0,-5-18 0,4-18 0,-4-7 0,-2-17 0,0-5 0,0-10 0,0-5 763,0-7 0,0-10-763,0-7 0,0-18 0,0-18 0,0-15 0,0-10 0,0 45 0,0-1 0,0-1 0,0 1 0,1-4 0,0-1-240,2-1 1,0-1 0,-2-6-1,2-2 240,2-5 0,1-1 0,-3-2 0,0-1-348,2-8 0,1 0 0,0 0 1,0 0 347,2-4 0,1 2 0,0 5 0,-1 3 0,0 5 0,-1 3 0,0 9 0,0 3 0,4-29 0,-7 35 0,4 26 0,-16 32 0,-3 16 0,-5 23 0,-1 11 0,-2 26 0,7-36 0,1 3 0,1 4 0,1 3 0,-3 6 0,1 2 0,1 2 0,1 1-53,0 3 0,1 0 0,0 5 0,0 1 53,3 0 0,-1 0 0,-1-3 0,0-1 0,4 2 0,1-1 0,-1-3 0,0-2 0,2-3 0,2 0 0,3-2 0,0 0 0,-3-5 0,1 0 0,3-2 0,0-1 0,0-5 0,0-1 0,4 38 0,5-12 451,1-13 1,4 1-1,2-13-451,2-7 0,-8-6 0,2-7 0,1-8 0,5-9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1:46:03.988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  <inkml:brush xml:id="br2">
      <inkml:brushProperty name="width" value="0.05292" units="cm"/>
      <inkml:brushProperty name="height" value="0.05292" units="cm"/>
      <inkml:brushProperty name="color" value="#FF8000"/>
    </inkml:brush>
  </inkml:definitions>
  <inkml:trace contextRef="#ctx0" brushRef="#br0">13767 3903 8912,'9'-8'0,"-1"4"0,-8-7 0,0 5 0,0-5 0,0 5 0,0-5 0,-2 7 0,-4-2 0,5 2 0,-5-2 0,4 6 0,2 0 0,0 10 0,0 5 0,-8 10 0,-3 4 0,1 11 0,-1 6 0,-3 3 0,-7 5 0,-2 3 0,-1 4 0,3 8 0,-2 2 0,2 3 0,1-3 0,3 5 0,0-9 0,0-4 0,7 4 0,-3-15 0,7-3 0,2-12 0,2-3 0,2-15 0,0 4 0,0-4 0,0-2 0,6 1 0,2-1 0,-1 0 0,1 0 0,4-5 0,-5-3 0,3-1 0,-5 3 0,5-3 0,-2 1 0,5-5 0,-11 4 0,6-8 0,-8 0 0,0 0 0,7 0 0,5 0 0,3 0 0,2 2 0,0 2 0,1 1 0,7 1 0,1-4 0,9 2 0,-1 2 0,8-1 0,-4-3 0,6 2 0,0 2 0,2 0 0,8 1 0,-3-5 0,16 6 0,-4-8 0,6 0 0,6 0 0,5 0 0,4 0 0,-5 0 0,-5 0-142,-3 0 1,0 0 141,3 0 0,3 0 0,3 0 0,-3 0 0,-7 0 0,1 0 0,-2 0 0,4 0 0,-14 0 0,-2 0 0,-5 0 0,1 0 0,5 0 0,14-8 0,-3 4-132,12-7 0,3 7 1,-4-4 131,4 1 0,6 3 0,-4-8 0,-37 10 0,0-1 0,42-9 0,-41 9 0,0 0 0,1-2 0,1-1 0,-1 3 0,-1 0 0,46-6 0,-8-1 0,-6 1 0,-9 5 0,13-6 0,-4 6 0,2-1 0,-3-1 0,-18 6 0,-6 0 0,-3 0 0,-3 0 0,-7 0 0,-2-2 136,0-4 0,2 4-136,8-3 0,1 3 0,3 2 0,1 0 0,-1 0 0,-3 0 0,-1 0 135,-1 0 0,-7 0 1,-3 0-136,-5 0 0,4 0 0,0 0 0,0 0 0,1 0 0,-1 0 0,6 0 0,-6 0 0,6 0 0,-6 0 0,0 0 0,0 0 0,0 0 0,0 0 0,1 0 0,1 0 0,0 0 0,0 0 0,0 0 0,-2 0 0,2 0 0,6 0 0,-2 0 0,0 6 0,5-1 0,1 1 0,-1-6 0,1 0 0,0 6 0,-1-1 0,-7 1 0,-4-6 0,-3 6 0,-3 0 0,-1-1 0,-5 3 0,5-6 0,-4 4 0,5-3 0,4 1 0,4 2 0,2-2 0,2 3 0,6-1 0,-1 0 0,1-6 0,0 6 0,-1-1 0,-1 3 0,-4-2 0,2-4 0,-8 3 0,-6 3 0,-5-2 0,0 5 0,5-5 0,0 0 0,1 1 0,-1-5 0,3 6 0,3 0 0,-4-7 0,14 9 0,-4-6 0,3 2 0,-3-1 0,0-5 0,-6 0 0,6 0 0,-7 2 0,1 4 0,-10-4 0,-1 4 0,0-5 0,5 1 0,0 2 0,1 2 0,-1 0 0,1-6 0,-1 2 0,1 3 0,-1-3 0,-5 6 0,-3-8 0,1 0 0,0 0 0,4 0 0,-7 0 0,3 0 0,-6 0 0,2 0 0,6-2 0,-6-4 0,0 2 0,-6-7 0,6-1 0,0-5 0,2-8 0,-2-3 0,-4 1 0,4-2 0,-4-1 0,4-5 0,0-5 0,0-4 0,-8-9 0,-4-4 0,5 3 0,-14-20 0,3-1 0,-3-7 0,-2-4 0,0 0 0,0 2 0,0 2 0,-2 3 0,-3 3 0,3 2 0,-14 7 0,7 2 0,-3 2 0,1-2 0,1 11 0,-1 3 0,-4 11 0,3-1 0,-3 5 0,-2 4 0,-1 3 0,1 4 0,0 8 0,0 0 0,-6 0 0,-2-1 0,-2 1 0,-5 2 0,-7 3 0,-12-3 0,-26 13 0,-16-3 0,41 3 0,-2 2 0,-4 0 0,-2 0-241,-3 0 0,0 0 0,-3 0 0,0 0 241,3 0 0,0 0 0,-8 0 0,0 0 0,12 0 0,1 0 0,-2 0 0,0 0 0,6 0 0,1 0 0,-45 0 0,1 0-127,-1 0 1,7 0 0,39 0 0,0 0 126,2 0 0,-1 0 0,-2 0 0,-1 0 0,0 0 0,-1 0 0,-6 0 0,0 0-225,1-1 1,-1 2 0,-5 1-1,-2 1 225,0 0 0,-1 0 0,0 0 0,0 0 0,-2-3 0,0 0 0,4 0 0,1 0 0,-1 0 0,0 0 0,1 0 0,2 0 0,6 0 0,1 0 0,2 0 0,1 2-294,2 1 1,-1-1 293,-6-1 0,-1 0 0,3 3 0,0 0 0,-6-3 0,-1-2 0,3 1 0,0 0 0,1 0 0,0 0 0,-1 1 0,-1 0 0,-1 1 0,0 0 0,-4 1 0,0 1 0,-2 1 0,-1 0 0,-2 2 0,0-1 0,4-2 0,0 0 0,-1 3 0,1 1 0,4-2 0,2 0 0,-3-2 0,1-1 0,10 1 0,1 0 0,2 0 0,1 0 0,-46-2 0,14 5 177,8-7 0,-9 6 0,9 0 0,-12-1-177,38-1 0,-2 0 0,-1 1 0,-1 2 0,-5 3 0,-1 2 0,-3 1 0,0 1 0,-2 3 0,0 1 0,-8-1 0,-2 2 0,-4 1 0,-2 2-197,-5 3 1,1 1 0,4-3 0,1 0 196,0 3 0,2 0 0,3-2 0,2 0 0,0-2 0,1 0 0,6-2 0,3 0 197,5-1 0,3-2 0,-27 4-197,23-4 0,3-5 210,8-1 0,2 3 0,-2-7-210,-1 3 0,6-6 25,7 1 1,1 3-26,11-2 0,4 5 0,9-3 1465,1 1-1465,2-5 294,-1 11-294,5-5 0,-6-1 0,8 7 0,0-5 0,2 5 0,4 1 0,-4 0 0,5 0 0</inkml:trace>
  <inkml:trace contextRef="#ctx0" brushRef="#br0" timeOffset="1">22165 3662 8912,'2'12'0,"3"-3"0,9-3 0,7-8 0,8 0 0,13-11 0,9-6 0,10-1 0,16-10 0,7-6 0,-38 14 0,0-2 0,2-3 0,-1-2 0,1-1 0,0-3 0,2-3 0,-1-2 0,0-1 0,0 0 0,1 0 0,-1-1 0,-1-1 0,0 0 0,-2 5 0,0 1 0,-4 4 0,-2 1 0,27-18 0,-19 20 0,-14 11 0,-13 7 0,-9 10 0,-16 8 0,2 3 0,-17 14 0,-4 9 0,-4 1 0,-7 5 0,-1-4 0,1-1 0,-1-1 0,-7-7 0,-2-2 0,-7-8 0</inkml:trace>
  <inkml:trace contextRef="#ctx0" brushRef="#br0" timeOffset="2">22457 3026 8912,'0'-17'0,"0"0"0,0-1 0,0 11 0,0 7 0,0 13 0,0 14 0,-7 2 0,3 28 0,-8 0 0,1 10 0,-6 8 0,-6 3 0,0 8 0,0 0 0,0 2 0,0 3-104,0-3 1,13-2 0,5-13 103,3-8 0,2-14 0,0-11 0,7-11 0,3-6 0,7-12 0,8-3 0,4-8 0,13-9 0,9-9 0,11-8 0,5-22 0,9-6 0,-36 20 0,0-2 0,1 0 0,-1-1 0,-3 0 0,0 0 0,4-2 0,-1-1 0,-6 1 0,0-2 0,3-3 0,-1 0 0</inkml:trace>
  <inkml:trace contextRef="#ctx0" brushRef="#br0" timeOffset="3">24213 2545 8912,'0'-12'0,"0"1"0,0-3 0,0 7 0,0 14 0,0 16 0,2 10 0,3 7 0,-1 4 0,6 9 0,-1 3 0,-1 3 0,-1 2 0,7 0 0,-3 2 0,-3 2 0,0-6 0,-1 2 0,-5-5 0,6-5 0,-8-9 0</inkml:trace>
  <inkml:trace contextRef="#ctx0" brushRef="#br0" timeOffset="4">23782 3026 8912,'-17'0'0,"-2"0"0,-2 0 0,-2 0 0,8-8 0,7-1 0,8-8 0,2-2 0,8-4 0,13-6 0,11-5 0,18-7 0,7 5 0,2-6 0,8 10 0,-2 3 0,-4 8 0,-6 8 0,-3 5 0,-10 10 0,-4 4 0,-4 3 0,-1 8 0</inkml:trace>
  <inkml:trace contextRef="#ctx0" brushRef="#br0" timeOffset="5">24471 2957 8912,'11'0'0,"1"0"0,-7 0 0,7 0 0,-1 0 0,7 0 0,-1 2 0,0 4 0,2 3 0,2 9 0,2-1 0,-2 0 0,-9 0 0,3 6 0,-4 0 0,-3 0 0,7-6 0,-13-7 0,6-6 0,-8-16 0,-6-7 0,0-15 0,3-1 0,1 1 0,9-1 0,-3 1 0,8 0 0,-1 1 0,6 5 0,0-3 0,1 8 0,1 0 0,4 6 0,-4 5 0,4 3 0,-4 1 0,-2 3 0,0 5 0,1 1 0,-1 5 0,0-4 0,-7 13 0,-5-3 0,-1-5 0,0 1 0,2 0 0,-1 1 0,-5 3 0,0-1 0,2-1 0,4 1 0,-4 5 0,4-5 0,-4 4 0,-2 2 0,5-5 0,1-1 0,-2 3 0,5-7 0,-5 7 0,6-7 0,-2 3 0,5-6 0,-5 2 0,3-12 0,2-4 0,-5-7 0,2 0 0,-7-8 0,11 6 0,-8-6 0,-3 0 0,7-2 0,-8 1 0,4 3 0,-5 4 0,1 3 0,2 3 0,2 2 0,2 7 0,-5 0 0,5 8 0,2 7 0,-7 12 0,13-2 0,-5 8 0,5-6 0,1 5 0,0-7 0,0 2 0,6-4 0,0-1 0,2-7 0,-2 1 0,4-9 0,7 3 0,-5-12 0,-1-7 0,1-6 0,-2-4 0,0-8 0,-4 3 0,-10-5 0,4-1 0,-11 5 0,0 3 0,-4 1 0,-2 2 0,-8 13 0,-4 4 0,-3 5 0,-2 8 0,0 5 0,0 5 0,1 6 0,5 5 0,5 5 0,4 1 0,2 1 0,0-7 0,2-1 0,4-2 0,3 5 0,16-12 0,4-1 0,9-8 0,2-9 0,6-3 0,-6-9 0,8-7 0,-4-15 0</inkml:trace>
  <inkml:trace contextRef="#ctx0" brushRef="#br0" timeOffset="6">27155 2235 8912,'-11'-17'0,"-1"0"0,-1 0 0,-2-1 0,-3 1 0,1 0 0,0 0 0,0 1 0,0 3 0,-1 2 0,-1 7 0,-2-2 0,-2 4 0,2 2 0,2 4 0,2 6 0,0 11 0,0 9 0,7 5 0,4 16 0,4 8 0,4 2 0,4 6 0,5 4 0,5 2 0,1-5 0,2-1 0,4-4 0,-4 2 0,4-7 0,-4-3 0,-4-3 0,-3-7 0,-4-3 0,-8-15 0,-8-2 0,-2-8 0</inkml:trace>
  <inkml:trace contextRef="#ctx0" brushRef="#br0" timeOffset="7">26570 2940 8912,'17'0'0,"-7"-8"0,-2-3 0,-1-4 0,3-8 0,7 0 0,8-8 0,2 3 0,9-11 0,4-1 0,-4 0 0,14 6 0,-6 1 0,2 5 0,0 5 0,-10 0 0,-1 6 0,-10 7 0,-6-1 0,-8 9 0,-1-2 0,-3 8 0,-1 5 0,-6 8 0,0 1 0,0 6 0,0 5 0,2 4 0,4 1 0,-2 0 0,7 1 0,-5-1 0,3-1 0,-1-5 0,5 3 0,-1-8 0,3-2 0,2-2 0,1-10 0,-1-5 0,0-8 0,0-5 0,6-10 0,0-4 0,-2-6 0,-2-9 0,-2-2 0,1-2 0,-1 2 0,-6 3 0,-1-3 0,-1 6 0,1 5 0,-6 4 0,5 10 0,-3 4 0,-4 3 0,8 8 0,-7 2 0,3 4 0,8 9 0,-3 8 0,-1 0 0,1-6 0,1 0 0,5 0 0,0 1 0,0-1 0,0 0 0,1-6 0,-1-1 0,0-2 0,-6-3 0,1-5 0,1 0 0,3 0 0,-7 0 0,5-2 0,-9-3 0,7 1 0,-7-8 0,1 7 0,-6-7 0,0 6 0,0-5 0,0 7 0,0-11 0,0 3 0,0-3 0,0-2 0,2-2 0,4-4 0,-4 4 0,7-12 0,-5 8 0,2 2 0,5 8 0,-3 2 0,2-3 0,1 6 0,6 3 0,0 3 0,1 2 0,-1 0 0,0 7 0,0 3 0,1 7 0,-3 0 0,-4 1 0,5-1 0,-5 0 0,4-2 0,3-3 0,-1 1 0,0-7 0,0 5 0,0-5 0,-7 0 0,5-14 0,-5-1 0</inkml:trace>
  <inkml:trace contextRef="#ctx0" brushRef="#br0" timeOffset="8">28377 2166 8912,'-17'0'0,"0"0"0,5 0 0,1 0 0,-1 6 0,-5 2 0,0 1 0,0 10 0,5 4 0,3 10 0,1 3 0,2 8 0,6-2 0,2 0 0,4 0 0,3 6 0,14-14 0,2 1 0,2-11 0,2-4 0,7-11 0,4-3 0,-4-4 0,5-2 0,-11-16 0,-1-6 0,2-9 0,1-19 0,2-3 0</inkml:trace>
  <inkml:trace contextRef="#ctx0" brushRef="#br0" timeOffset="9">28704 1840 8912,'-11'0'0,"-1"0"0,8 7 0,-5-5 0,5 6 0,-2 0 0,-7 1 0,11 14 0,-4 2 0,4 2 0,2 9 0,0 2 0,0 6 0,0-2 0,0-2 0,0-5 0,8-1 0,3-2 0,5-3 0,-5-4 0,1-8 0,-1-7 0,6-5 0,0-3 0,1-2 0,-1 0 0,0-7 0,0-5 0,1-11 0,-1-5 0,0 3 0,-2-6 0,-1 8 0,-3 2 0,-1 2 0,1 2 0,3 5 0,-7 3 0,3 1 0,-5 3 0,7 5 0,-1 7 0,-1 3 0,-4 7 0,1 6 0,-1 2 0,-2 1 0,-2-5 0,-2 10 0,0-8 0,6 0 0,-1-6 0,-1 0 0,-2-3 0,-2-9 0,0-14 0,0-18 0</inkml:trace>
  <inkml:trace contextRef="#ctx0" brushRef="#br0" timeOffset="10">28945 1805 8912,'-8'-17'0,"6"0"0,-3 0 0,3 7 0,2 3 0,0 7 0,-2 0 0,-4 0 0,4 15 0,-5 4 0</inkml:trace>
  <inkml:trace contextRef="#ctx0" brushRef="#br0" timeOffset="11">28584 2252 8912,'-35'27'0,"3"-4"0,3-12 0,12-3 0,11-8 0,12 0 0,5-8 0,12-3 0,10-4 0,7-3 0,6 1 0,-4 0 0,2 0 0,0 0 0,2 0 0,-6-1 0,4 1 0,0 0 0</inkml:trace>
  <inkml:trace contextRef="#ctx0" brushRef="#br0" timeOffset="12">29169 2098 8912,'-18'17'0,"1"0"0,0 0 0,0 0 0,0-1 0,-1-5 0,1 4 0,0-3 0,7 3 0,-3 2 0,7 0 0,1-7 0,12 3 0,5-7 0,3 0 0,2-8 0,0-4 0,1-5 0,-1 3 0,0-7 0,0 3 0,-7-3 0,-3-2 0,1 0 0,-6 0 0,4-1 0,-4 1 0,-2 6 0,-2 1 0,-4 2 0,4-5 0,-6 4 0,1-1 0,5 2 0,-6 6 0,8-3 0,0 3 0,8-6 0,9 1 0,10-3 0</inkml:trace>
  <inkml:trace contextRef="#ctx0" brushRef="#br0" timeOffset="13">29410 2149 8912,'0'17'0,"5"1"0,1-1 0,0-6 0,-6 1 0,7-9 0,-5 5 0,8-2 0,-4 0 0,-4 7 0,11-9 0,-7 7 0,1-1 0,-1 1 0,-4 5 0,6-15 0,-8 7 0,-8-16 0,6-1 0,-6-8 0,3-2 0,-1-2 0,2-2 0,2 2 0,2-6 0,0 8 0,0-4 0,0 4 0,0 2 0,2-1 0,4 1 0,3 2 0,9 2 0,-1 3 0,0 2 0,8 3 0,-4 7 0,6 1 0,-2 3 0,5 7 0,-3-5 0,7 4 0,1 1 0,-1-7 0,1-1 0,-1-5 0,0 0 0,9 0 0,1 0 0</inkml:trace>
  <inkml:trace contextRef="#ctx0" brushRef="#br0" timeOffset="14">30150 1221 8912,'-18'0'0,"1"0"0,0 0 0,0 0 0,7 2 0,4 3 0,5 9 0,1 14 0,1 16 0,5 16 0,-2 22 0,2-29 0,-1 3 0,-2 3 0,0 2-1124,3 7 0,0 1 1124,-4 4 0,0 0 0,2-2 0,-1 1 0,-2 0 0,-2-1 0,1-4 0,0-2 0,0-6 0,0-1 0,0-4 0,0-1 0,1-3 0,0-1-89,5 43 89,-4-20 0,11-13 0,-7-18 0,3-15 0,3-9 0,7-7 0</inkml:trace>
  <inkml:trace contextRef="#ctx0" brushRef="#br0" timeOffset="15">24230 4625 8912,'-10'-8'0,"5"-1"0,10-7 0,9 5 0,7 5 0,0 12 0,7 7 0,3 8 0,0 0 0,-1 8 0,-3 2 0,-2 1 0,2 1 0,-6-3 0,-4-3 0,-2-2 0,-3-2 0,-12-6 0,-2-8 0,-4-5 0,-6-8 0,-3-13 0,0-13 0,1-9 0,3-6 0,7 3 0,-9-6 0,7 8 0,0 0 0,6 5 0,2 1 0,6 1 0,9 5 0,2 5 0,10 11 0,0-3 0,7 13 0,4-4 0,-2 4 0,8 2 0,-8 8 0,3 4 0,1-3 0,-4 3 0,-6 1 0,-5 2 0,-12 2 0,-3 1 0,-6-1 0,-4-8 0,-2 1 0,0-4 0,0-4 0,-2 5 0,-4-7 0,4 0 0,-6 0 0,8-2 0,0-3 0,2-7 0,2-9 0,2-2 0,0 2 0,1 2 0,-5 2 0,4 0 0,-4-1 0,-4 1 0,-4 2 0,-5 4 0,-5-5 0,-1 14 0,0-2 0,0 8 0,0 6 0,-6 15 0,0 3 0,2 5 0,7 1 0,5 3 0,1 3 0,2-4 0,6 4 0,0-4 0,0-1 0,8-3 0,3-3 0,10 0 0,4-12 0,2-8 0,0-5 0,2-4 0,3-9 0,-3-9 0,-3-8 0,3-15 0,-8-2 0,4-5 0,-8 0 0,0-2 0,-1 3 0,-5-3 0,-3 8 0,-8-6 0,0 8 0,0 2 0,0 2 0,-2 9 0,-4 4 0,4 9 0,-3 3 0,1 9 0,-2 2 0,4 8 0,-6 17 0,8 3 0,0 5 0,6 9 0,2 2 0,-1 2 0,1-1 0,6 9 0,-5-6 0,6 1 0,-3-5 0,3 4 0,-5-12 0,7 4 0,0-11 0,0-6 0,-1-4 0,-5-2 0,-3-7 0,-8-3 0,-8-14 0,-1-3 0</inkml:trace>
  <inkml:trace contextRef="#ctx0" brushRef="#br0" timeOffset="16">25073 4522 8912,'0'11'0,"0"1"0,0-8 0,0 3 0,0-7 0,2-2 0,4-3 0,5-5 0,12-5 0,6 1 0,3 3 0,3-2 0,-9-3 0,7-9 0,-6-1 0</inkml:trace>
  <inkml:trace contextRef="#ctx0" brushRef="#br0" timeOffset="17">25589 4453 8912,'-11'0'0,"1"-2"0,1-2 0,-1-3 0,-3-3 0,-3 4 0,-1-3 0,0 1 0,0 2 0,0 6 0,-1 0 0,1 0 0,0 8 0,-2 5 0,-2 8 0,-2 8 0,6 6 0,5 3 0,1 2 0,1-2 0,3 2 0,7-4 0,0-3 0,0-10 0,1 0 0,5-6 0,6-6 0,3-3 0,4-10 0,2-5 0,2-11 0,8-6 0,-12-13 0,6-1 0,-1-2 0,-6-2 0,1 4 0,-6-2 0,-3 1 0,1 11 0,3 3 0,-9 8 0,-1-1 0,-2 1 0,-2 8 0,2 11 0,4 15 0,-2 2 0,7 10 0,-5-1 0,5 7 0,1-3 0,-3-3 0,7 3 0,-7-13 0,8 4 0,-1-9 0,-5-3 0,4-7 0,-3 2 0,3-4 0,2-2 0,-1-14 0,-3-5 0,-1-6 0,-9-5 0,3-9 0,-4-1 0,-2-2 0,0 2 0,0 0 0,0-8 0,0 1 0,0-7 0,-6 10 0,-1-7 0,-3-1 0,-1 8 0,1 4 0,4 11 0,-3 6 0,-3 12 0,5 11 0,-1 11 0,8 12 0,0 6 0,0 11 0,2-2 0,4 8 0,-3 0 0,7 4 0,-2-5 0,5 5 0,-1-4 0,-3-4 0,1-2 0,-1-4 0,1-1 0,-6 7 0,5-14 0,-3 1 0,-4-8 0,4-4 0,-5 1 0,-1-9 0,-1-9 0,-3-11 0,-2-5 0,-7-8 0,3-5 0,0-2 0,3 1 0,-1 1 0,6 8 0,-11-4 0,7 8 0,-5 0 0,5 0 0,-6-1 0,7 1 0,1 0 0,2 8 0,2-7 0,0 5 0,2-5 0,4 1 0,5 4 0,12 3 0,-2 2 0,6 1 0,-2 1 0,5-6 0,-9 8 0,6-3 0,-2 3 0,6 2 0,-12 2 0,4 1 0,-4 3 0,-2 9 0,0 1 0,-2 5 0,-3 0 0,3 6 0,-11-8 0,6 5 0,-3 1 0,-1-6 0,-4 12 0,2-8 0,1-2 0,1-2 0,-6-9 0,-7-3 0,-3-7 0,-7 0 0</inkml:trace>
  <inkml:trace contextRef="#ctx0" brushRef="#br0" timeOffset="18">26020 4126 8912,'-18'-5'0,"3"-3"0,4-2 0,-5 7 0,7-13 0,-1 7 0,18-1 0,15 4 0,7 5 0,5 1 0,7 0 0,-6 0 0,14 0 0,-6 0 0</inkml:trace>
  <inkml:trace contextRef="#ctx0" brushRef="#br0" timeOffset="19">26467 4315 8912,'-23'43'0,"0"-9"0,0 0 0,6-15 0,7-1 0,3-11 0,9-7 0,3-2 0,7-3 0,3-5 0,2-9 0,1 0 0,-1 2 0,-6-4 0,1 9 0,-8-3 0,3-2 0,-7-1 0,0 7 0,0 0 0,0-3 0,-2 5 0,-4-3 0,-5-1 0,3 5 0,1-7 0,7 5 0,0 1 0,7-7 0,3 7 0</inkml:trace>
  <inkml:trace contextRef="#ctx0" brushRef="#br0" timeOffset="20">26570 4247 8912,'17'11'0,"1"1"0,-9-9 0,-1 7 0,-8-4 0,0-4 0,0 13 0,0-6 0,0 9 0,0-1 0,0 0 0,0-7 0,0 5 0,0-4 0,0-1 0,0 1 0,0-7 0,0 4 0,0-8 0,0-8 0,0-5 0,2-6 0,3-4 0,-3-8 0,6 10 0,-6-6 0,4 3 0,-3-5 0,7 6 0,0 2 0,-1 2 0,-5 2 0,9 5 0,-5 3 0,2 1 0,1 2 0,6 6 0,2 0 0,4 0 0,4 8 0,4-6 0,3 4 0,-9 1 0,9-1 0,-3 0 0,1-6 0,-3 0 0,2-6 0,-8-2 0,-2-1 0,-2-5 0,-10-1 0,-1-2 0,-8-2 0,0-4 0,0 4 0,0-6 0,0 8 0,0 0 0,-8 5 0,-3 1 0,3 5 0,3-6 0,-5 9 0,8-5 0,-6 10 0,8 4 0,0 7 0,0 8 0,0-2 0,2 8 0,4-6 0,6 2 0,3 7 0,2-9 0,0 8 0,0-8 0,1 2 0,-1 2 0,0 0 0,0 1 0,1-5 0,-7 4 0,-1-8 0,-3 1 0,-1-1 0,-6 0 0,0 0 0,0 0 0,0 1 0,-10-3 0,-7-4 0,-2 3 0,-10-9 0,6 1 0,-5-6 0,7-7 0,-4-3 0</inkml:trace>
  <inkml:trace contextRef="#ctx0" brushRef="#br0" timeOffset="21">27431 3645 8912,'0'17'0,"0"-7"0,0-1 0,0-3 0,-8-4 0,6 6 0,-6-8 0,8 1 0,0 5 0,0 6 0,2 5 0,2 6 0,2 5 0,7 5 0,-3 1 0,7 1 0,0 5 0,0 0 0,-1 0 0,-3-6 0,-1 1 0,-9-8 0,5-3 0,-8-6 0,0-7 0,0 0 0,0-7 0,-2 2 0,-2-14 0,-1-9 0,1-10 0,2 3 0,2-9 0,0 4 0,6-3 0,-1-2 0,7 7 0,-5 4 0,3 4 0,2 2 0,5 1 0,0 5 0,-6 3 0,1 12 0,1 6 0,3 7 0,1 11 0,2-1 0,2 8 0,2-1 0,0 0 0,-6 1 0,0-1 0,0 1 0,1-9 0,-1-7 0,0-9 0,0-2 0,0-3 0,1-7 0,-1-3 0,-2-11 0,-1-8 0,-3-3 0,2-4 0,-5-1 0,2-3 0,-5 1 0,-3 0 0,4-1 0,2 8 0,-3 5 0,3 4 0,-2 7 0,-4 3 0,5 10 0,-7 4 0,6 5 0,0 10 0,-2 2 0,3 8 0,-1-4 0,0 1 0,1 1 0,-5-8 0,12 4 0,-7-8 0,3 0 0,-6 0 0,11 1 0,-3-1 0,-3-8 0,3-3 0,-7-4 0,7-2 0,-7-6 0,7 0 0,-6-7 0,5 2 0,-7-7 0,2-3 0,-4-1 0,-2-9 0,0 4 0</inkml:trace>
  <inkml:trace contextRef="#ctx0" brushRef="#br0" timeOffset="22">28016 3576 8912,'-19'10'0,"-2"-5"0,-2-3 0,5-2 0,7 0 0,-2 0 0,5 0 0,0 0 0,22 0 0,5 0 0,6 0 0,5 0 0,3 0 0,-5 0 0,1 0 0,0-7 0,5-3 0</inkml:trace>
  <inkml:trace contextRef="#ctx0" brushRef="#br0" timeOffset="23">28394 3628 8912,'-2'32'0,"-1"-3"0,-3-6 0,-6-4 0,7-2 0,1 0 0,2 0 0,2 8 0,0 4 0,0 5 0,0 6 0,8-1 0,3 7 0,4 1 0,4 3 0,4 2 0,-4-7 0,4 1 0,-3-8 0,-3 3 0,0-5 0,-6-7 0,1-1 0,-8-7 0,5-6 0,-3-15 0,-4-15 0,6-12 0</inkml:trace>
  <inkml:trace contextRef="#ctx0" brushRef="#br0" timeOffset="24">28325 3628 8912,'2'9'0,"4"-3"0,-2-6 0,7-6 0,1 4 0,7-13 0,2 4 0,2-5 0,8 1 0,-3 4 0,5-5 0,1 14 0,1-3 0,-3 3 0,-3 2 0,-4 4 0,-8 7 0,-8 2 0,-3 16 0,-4 0 0,-2 5 0,-2 1 0,-4 1 0,-5 4 0,-4 2 0,-3 4 0,1-4 0,0-15 0,0 5 0,0-5 0</inkml:trace>
  <inkml:trace contextRef="#ctx0" brushRef="#br0" timeOffset="25">29341 3198 8912,'-27'0'0,"2"-2"0,8-2 0,0-2 0,0 1 0,-1-1 0,1 0 0,2 2 0,3 10 0,7 6 0,3 11 0,4 5 0,3 7 0,9 5 0,7 6 0,-2 1 0,4 1 0,-2-4 0,2-2 0,-10-2 0,4-5 0,-3-3 0,-5-3 0,-1-4 0,-8-8 0,0 0 0,0-8 0,0-9 0,-2-15 0,-2-8 0,-1 0 0,1 0 0,2 0 0,2-5 0,0 5 0,7-8 0,-3 12 0,8-4 0,1 4 0,2 8 0,5-1 0,1 1 0,2 1 0,5 3 0,-5 7 0,6 0 0,-6 0 0,0 7 0,-2 3 0,-2 9 0,-4 4 0,-9-4 0,2 13 0,-10-5 0,-4 0 0,-6 3 0,-11-7 0,4 0 0,-5 0 0,6 0 0,-1-2 0,-4-9 0,-4-5 0,-7-7 0</inkml:trace>
  <inkml:trace contextRef="#ctx0" brushRef="#br0" timeOffset="26">29633 3542 8912,'0'9'0,"0"-1"0,8-8 0,2-6 0,7 1 0,8-9 0,3 3 0,-1-5 0,2-3 0,1-2 0,3-2 0,-6-7 0,-3 11 0,-6-6 0,-1 0 0,-8 6 0,-1-6 0,-10 8 0,-4 0 0,-11 7 0,-4-3 0,-6 7 0,3 2 0,-7 10 0,6 4 0,-4 7 0,5 8 0,6 3 0,3 7 0,4 3 0,5 2 0,4 8 0,4-12 0,4 4 0,5-4 0,4-1 0,10-3 0,6-5 0,7-10 0,-2 0 0,14-15 0,-4 2 0,2-10 0,0-11 0,-3-10 0,-4-11 0,5-2 0,-8-8 0,2 6 0,-11-5 0,-6 1 0,-4 0 0,-2-6 0,-2 1 0,-3-1 0,-7 1 0,-3-1 0,-2 0 0,-2-1 0,-3-4 0,3 11 0,-4 0 0,-2 15 0,3 8 0,-9 12 0,12 13 0,-3 15 0,3 10 0,2 13 0,0-2 0,0 8 0,0 2 0,5 1 0,1 5 0,0-1 0,2-1 0,-7 3 0,13-18 0,-7 3 0,3-4 0,2-2 0,7-7 0,4-4 0,-2-11 0,7-7 0,1-3 0,5-2 0,1 0 0,-1-7 0,-9-3 0,-8-7 0,1-8 0,-9-2 0</inkml:trace>
  <inkml:trace contextRef="#ctx0" brushRef="#br0" timeOffset="27">30339 3250 8912,'-12'-6'0,"1"0"0,7 0 0,-4-1 0,10-5 0,4-3 0,11-2 0,12 0 0,11-1 0,6-1 0,10-2 0,3-2 0,2 2 0,-6-13 0,5-2 0</inkml:trace>
  <inkml:trace contextRef="#ctx0" brushRef="#br0" timeOffset="28">30924 2888 8912,'-8'10'0,"-3"-4"0,3-2 0,2 1 0,-3-3 0,5 8 0,-5-5 0,1 7 0,2-3 0,6 3 0,0 1 0,0 8 0,0 4 0,0 2 0,0-6 0,6 9 0,2-7 0,1-2 0,1-1 0,1-3 0,-1 0 0,-5 0 0,-3-7 0,14-3 0,-5-7 0,4 0 0,3-7 0,-3-5 0,-2-11 0,-1-5 0,-1-5 0,6-3 0,1-2 0,-1-2 0,-8-8 0,5 6 0,-7-6 0,3 2 0,-6 8 0,3 2 0,-7 7 0,0 8 0,0 4 0,0 11 0,0 14 0,0 9 0,0 8 0,0 7 0,0-1 0,0-3 0,6-1 0,0 2 0,5 1 0,-3-7 0,2-2 0,1-2 0,6-9 0,1-4 0,-1-4 0,0-2 0,6-8 0,0-3 0,2-7 0,-2-5 0,-4-1 0,4-5 0,-10-4 0,-1 5 0,-1-3 0,1 1 0,-1 1 0,-7 8 0,2-2 0,-5 4 0,-1 9 0,0 3 0,0 9 0,0 3 0,0 5 0,0 7 0,0 0 0,8 1 0,4-1 0,3-2 0,2-4 0,0 3 0,2-8 0,4-3 0,-2-1 0,8-4 0,2-3 0,1-7 0,1-5 0,-5-6 0,5 4 0,-6-12 0,5 7 0,-3-3 0,-4 6 0,-16-10 0,-3 8 0,-4-7 0,-2 3 0,0 0 0,-8 2 0,-7 8 0,-8 2 0,2 3 0,0 7 0,-2 3 0,4 2 0,-8 7 0,6 7 0,-2 7 0,0 0 0,6 8 0,0 1 0,1 3 0,5 1 0,-2 0 0,7 1 0,2-3 0,2-1 0,2-3 0,8-7 0,1 4 0,10-9 0,4-5 0,-2-3 0,8-8 0,6-2 0,5-4 0,7-11 0,-3-4 0,6-8 0,-4-1 0,4-3 0,-4-1 0,0-1 0,-6 1 0,0 0 0,-23 1 0,0 3 0,-9 1 0,-6 0 0,-2 8 0,-2 4 0,-4 2 0,-3 7 0,-9 2 0,1 4 0,0 2 0,0 8 0,2 4 0,3 3 0,-3 2 0,3 0 0,5 0 0,1 1 0,4-1 0,2 0 0,0 6 0,0 0 0,0 0 0,6-12 0,-1 1 0,11-7 0,1 7 0,2-8 0,10 1 0,1-3 0,-3-5 0,4-7 0,1-7 0,1-2 0,5-6 0,-9 2 0,-5-8 0,1 10 0,-7-7 0,-3 1 0,-2-2 0,-1 6 0,-8-3 0,3 7 0,-7-4 0,0 3 0,0 11 0,0-1 0,-2 7 0,-3-3 0,3 10 0,-6 11 0,2 6 0,1 0 0,-1 6 0,6-6 0,0 5 0,0 1 0,0 0 0,0 4 0,0-7 0,0 1 0,0-8 0,0 1 0,0-1 0,0-8 0,0-1 0,0-29 0,0-8 0,0-5 0,7-10 0,3 6 0,7-6 0,0 2 0,1 4 0,-7 1 0,1 5 0,1 3 0,2 4 0,2 8 0,1 8 0,-1 3 0,0 4 0,0 2 0,0 15 0,6-1 0,0 14 0,6 1 0,-6 5 0,8 1 0,-3-1 0,5 0 0,1 1 0,1-8 0,-1-3 0</inkml:trace>
  <inkml:trace contextRef="#ctx0" brushRef="#br0" timeOffset="29">29324 4608 8912,'-23'9'0,"0"-3"0,2-4 0,3-4 0,7-4 0,5-5 0,4-4 0,2-3 0,10 1 0,7 0 0,10 0 0,13-6 0,6 0 0,4 6 0,1 7 0,-1 3 0,-2 3 0,-2 2 0,-10 11 0,-2 9 0,-1 8 0,-10 14 0,-8-1 0,-9 6 0,-8 3 0,-9 2 0,-3 2 0,-15-1 0,1 1 0,-10-8 0,3-4 0,-3-10 0,11-3 0,0-2 0,8-10 0,10-11 0,1-8 0,2-13 0,-1-17 0,-3-10 0</inkml:trace>
  <inkml:trace contextRef="#ctx0" brushRef="#br0" timeOffset="30">29823 4298 8912,'0'12'0,"0"-1"0,-8-5 0,-3 5 0,-5 3 0,-7 1 0,0 2 0,0 10 0,6 7 0,2 10 0,3 14 0,-1-3 0,7 8 0,1-8 0,5 3 0,9-7 0,8-5 0,8-8 0,12-13 0,3-9 0,6-7 0,3-11 0,3-9 0,5-12 0,1-6 0,-1-11 0,-5-6 0,-1-3 0,1-3 0</inkml:trace>
  <inkml:trace contextRef="#ctx0" brushRef="#br0" timeOffset="31">30666 4230 8912,'-48'0'0,"-2"0"0,3 0 0,-3 5 0,10 1 0,0 7 0,5-1 0,3 11 0,3 5 0,10 5 0,7 1 0,8 1 0,-3-3 0,7-1 0,0-5 0,2-1 0,3-4 0,5-2 0,2-3 0,-1-5 0,2-5 0,-3-4 0,1-2 0,3 0 0,1 0 0,-3-8 0,-1-3 0,2-7 0,3-4 0,3 1 0,0-8 0,2 0 0,0 2 0,-11-5 0,7 3 0,-4 5 0,2-3 0,-1 6 0,-3-2 0,-5 2 0,4 7 0,-1 3 0,1-2 0,-6 5 0,3 0 0,-7 8 0,0 2 0,2 4 0,4 5 0,-2-1 0,7 0 0,3-3 0,1-1 0,2-6 0,-5 0 0,-1 0 0,2 0 0,3 0 0,-7 8 0,7-7 0,-5 5 0,-3-4 0,1 4 0,-3 0 0,-4-1 0,6-3 0,-8 4 0,0-4 0,0 5 0,0-7 0,0-1 0,0-5 0,0 2 0,0-7 0,0-1 0,5-5 0,1 0 0,0 1 0,1 5 0,3-4 0,7 5 0,0-1 0,1 1 0,-1 2 0,0 1 0,0 1 0,0 4 0,6-7 0,2 3 0,2-6 0,-6 5 0,6-7 0,-6 7 0,2-3 0,5-1 0,-5-6 0,-2-1 0,-7 3 0,-3 4 0,-7-5 0,2 5 0,-6 1 0,-6-1 0,-3 7 0,-9-2 0,1 4 0,0 2 0,0 0 0,-6 0 0,0 2 0,2 4 0,2 4 0,1 7 0,7 0 0,0 0 0,7 0 0,-4 1 0,2-1 0,1 0 0,-1 0 0,6 0 0,7-7 0,5-2 0,11-8 0,4 0 0,-1 0 0,7-14 0,-4-3 0,3-2 0,-3-8 0,-1-2 0,-5-3 0,6-2 0,-10-7 0,-2 1 0,-1-7 0,-11 1 0,1-4 0,-6 0 0,0 5 0,0 4 0,-6 7 0,1 5 0,-9 5 0,11 14 0,-9 4 0,8 20 0,-3-1 0,7 16 0,1 1 0,3 5 0,2 5 0,7-4 0,-1 4 0,-3 2 0,3-2 0,-1-1 0,7-11 0,1 3 0,2-8 0,4-2 0,1-2 0,3-10 0,5-1 0,1-8 0,-1-10 0,1-7 0,-1-15 0,1-12 0</inkml:trace>
  <inkml:trace contextRef="#ctx0" brushRef="#br0" timeOffset="32">31870 3456 8912,'-5'11'0,"-3"-1"0,-1-3 0,3 5 0,-6-6 0,7 5 0,-7-5 0,8 7 0,-3-3 0,7 7 0,7-7 0,5-5 0,5-3 0,4-2 0,4-2 0,2-3 0,-4 1 0,5-8 0,1 1 0,5-6 0,-7-1 0,4 7 0,-8-1 0,-2-1 0,0 4 0,2-3 0,-4 8 0,4-1 0,-12 3 0,4 4 0,-3 5 0,3 10 0,1 10 0,-5 13 0,2 6 0,-7 11 0,8 12 0,-5 11 0,3 4 0,-1 2 0,-7-5 0,2-1 0,-4-8 0,-2 3 0,0-14 0,0-9 0,-8-5 0,-4-12 0,3 1 0,-3-13 0,1-8 0,-6-9 0,-2-6 0,-4-6 0,2-5 0,-8-12 0,8-4 0,-4-15 0,8-4 0,0-3 0,5-5 0,1-3 0,7 3 0,0-3 0,8 4 0,7 1 0,7-5 0,4-1 0,5 1 0,13 11 0,2 2 0,2 2 0,2-6 0,6 5 0</inkml:trace>
  <inkml:trace contextRef="#ctx0" brushRef="#br0" timeOffset="33">2272 12981 8912,'7'25'0,"-3"-6"0,7 4 0,3-4 0,3-4 0,4-2 0,2-1 0,2-8 0,-2 1 0,4-3 0,1-2 0,1 0 0,0 0 0,3 0 0,-3 0 0,1 0 0,-7-2 0,-2-1 0,-1-3 0,-3-6 0,0 7 0,0 1 0,-5-6 0,-1-1 0,1-4 0,5-3 0</inkml:trace>
  <inkml:trace contextRef="#ctx0" brushRef="#br0" timeOffset="34">1945 13290 8912,'9'0'0,"-1"0"0,-8 0 0,0-2 0,0-3 0,2 3 0,3-4 0,-1-2 0,8 3 0,-7-3 0,7 2 0,-6 4 0,3-5 0,1 1 0,-1 0 0,3-7 0,5 3 0,0 1 0,0-7 0,3 7 0,1-8 0,2 0 0,1-1 0,-3 3 0,4 2 0,2 1 0,2 1 0,5-6 0,3-1 0,3 1 0,-2 6 0,8-1 0,5-5 0,7-6 0,7 0 0,-4 0 0,10-2 0,3-1 0,3-3 0,5-5 0,0-1 0,6 1-93,-42 17 1,2 0 0,4-3 0,1-1 0,0 1 0,-1 0 92,0 1 0,-1 0 0,0 1 0,-2 0 0,31-17 0,2 1 0,6 0 0,-2-1 0,-36 21 0,0 0 0,42-15 0,-3 0 0,-8-5 0,-7 0 0,-7 1 0,-9 4 0,-9 5 0,-22 12 0,-4 1 0,-11 7 0,-5-4 0,-7 8 0,-2 0 0,-3 0 0,3 0 553,-6 0-553,8 0 0,0 0 0,-8 0 0,4 8 0,-7 3 0,-8 5 0,0 1 0,-14 0 0,7 0 0</inkml:trace>
  <inkml:trace contextRef="#ctx0" brushRef="#br0" timeOffset="35">4664 11709 8912,'-8'9'0,"-2"-1"0,-7-8 0,2 7 0,3 5 0,7 3 0,5 2 0,5 0 0,7 1 0,11 1 0,7 2 0,9 2 0,3 5 0,5-3 0,-1 2 0,0-4 0,8 7 0,1 5 0,3 3 0,-9 6 0,-9 2 0,-3 0 0,-10 21 0,-6-3 0,-8 7 0,-9 6 0,-8 1 0,-13 2 0,-8 0-169,-4 1 0,-3-16 169,3-2 0,-3-8 0,-1-5 0,4-4 0,-11-4 0,4-8 0</inkml:trace>
  <inkml:trace contextRef="#ctx0" brushRef="#br0" timeOffset="36">1480 12001 8912,'0'-12'0,"0"1"0,0-2 0,0-3 0,0-1 0,-2 6 0,-2-1 0,-2-1 0,-1 3 0,3-1 0,-4-3 0,-1-1 0,3 4 0,-4-1 0,1-1 0,1-3 0,1-1 0,-7 0 0,7 0 0,-7 2 0,3 1 0,-3 3 0,-1 7 0,-8-4 0,0 8 0,-2 10 0,2 7 0,-3 10 0,-9 13 0,1 4 0,-1 7 0,9 1 0,3 0 0,4-1 0,1 1 0,9-6 0,3-1 0,12-8 0,7-1 0,8-5 0,8-3 0,3-1 0,3-2 0,7-10 0,4-1 0,3-3 0,-5-7 0,0 9 0,-5-7 0,1-2 0,0-2 0,-8-2 0,-3 0 0,-12 7 0,-9 3 0,-10 7 0,-4 0 0,-11 8 0,-10 2 0,1 0 0,-13 5 0,3-3 0,-4 3 0,-2 3 0,2-9 0,5-3 0,1-6 0,-1-5 0,9-4 0,3-8 0,11-2 0,6-4 0,5-19 0,8-11 0,3-16 0</inkml:trace>
  <inkml:trace contextRef="#ctx0" brushRef="#br0" timeOffset="37">1859 12087 8912,'-20'9'0,"-3"-3"0,-1-4 0,-7 0 0,2 4 0,1-4 0,-7 3 0,8-1 0,5 0 0,2 4 0,3 1 0,0 3 0,7 5 0,5 0 0,3 2 0,4 2 0,3 2 0,5 8 0,3-12 0,5 4 0,-5-4 0,10-4 0,-4-4 0,-2-3 0,2-8 0,2 0 0,2 0 0,-7 0 0,-1-8 0,-4-1 0,5-1 0,-7-13 0,-1 12 0,-6-12 0,4 4 0,-5-6 0,7 6 0,-8-4 0,0 4 0,0 2 0,0 0 0,2 1 0,4 5 0,-2-3 0,7 9 0,-7-1 0,11 8 0,-3 4 0,3 5 0,2 4 0,0 3 0,8-3 0,4-4 0,-2 5 0,1-5 0,-1-3 0,2-3 0,3-3 0,-5-2 0,8 0 0</inkml:trace>
  <inkml:trace contextRef="#ctx0" brushRef="#br0" timeOffset="38">2151 11966 8912,'-17'0'0,"5"0"0,1 0 0,7 0 0,-4 0 0,10 8 0,4 4 0,4 5 0,5 4 0,-2 2 0,-1-2 0,-1 5 0,5-5 0,-3 6 0,-2-2 0,-1-2 0,1-6 0,-3 0 0,0 1 0,-6-1 0,11-6 0,-7 1 0,0-9 0,-6 3 0,0-12 0,-2-5 0,-4-4 0,4-10 0,-13-2 0,5-7 0,1-1 0,-7 1 0,14 0 0,-5-1 0,-1 1 0,6 7 0,-5-3 0,7 7 0,0 2 0,0 9 0,1-1 0,5 7 0,4 0 0,7 8 0,0 4 0,0 9 0,1 8 0,1 8 0,4-3 0,-4-1 0,2 2 0,-6-1 0,-3-1 0,-3 4 0,4-8 0,-3-2 0,-2-2 0,-3-10 0,3 7 0,-4-16 0,5-2 0,-1-14 0,-4-10 0,-2 1 0,-2-10 0,0 3 0,0-6 0,0-2 0,0 5 0,0-1 0,0-4 0,-6 11 0,0 1 0,1 6 0,5 5 0,0 10 0,0 7 0,5 13 0,1 10 0,7 2 0,-1-4 0,3 2 0,2-2 0,8-2 0,-6-4 0,4-3 0,-3 1 0,-3-7 0,0-2 0,-8-3 0,7-1 0,-5 0 0,5-3 0,1-7 0,0-7 0,0-4 0,0-4 0,1-4 0,-7 3 0,1-3 0,-9 0 0,3-3 0,-4 1 0,-2 3 0,0 7 0,0-2 0,0 4 0,-6 7 0,1 1 0,-3 7 0,2-2 0,4 4 0,-5 10 0,7 3 0,0 5 0,7 1 0,1 8 0,5 3 0,-1 5 0,-1 1 0,6 0 0,-5 1 0,-1-1 0,1 8 0,5-5 0,0 3 0,-5-6 0,-1-5 0,-1 3 0,1-3 0,-1-4 0,-6-2 0,1-4 0,-1-2 0,-2 0 0,-2-7 0,0-3 0</inkml:trace>
  <inkml:trace contextRef="#ctx0" brushRef="#br0" timeOffset="39">2719 11588 8912,'0'17'0,"-2"-1"0,-4-5 0,4-3 0,-3-8 0,10 0 0,7-2 0,11-4 0,-4 4 0,6-4 0,0 3 0,3-3 0,-1 4 0,2-4 0,-6 4 0,5 2 0,-7 0 0,2 2 0,-3 4 0,-11 5 0,-3 10 0,-4 2 0,-2 8 0,0-2 0,-8 1 0,-3-1 0,-5 1 0,-1-7 0,0 0 0,0-6 0,5-1 0,1-5 0,-3-5 0,-1-12 0,-2-3 0</inkml:trace>
  <inkml:trace contextRef="#ctx0" brushRef="#br0" timeOffset="40">3012 11193 8912,'0'-19'0,"0"-2"0,0-2 0,0 2 0,-6 7 0,0 3 0,0 7 0,6-2 0,0 12 0,0 5 0,2 14 0,2 10 0,2 9 0,7 5 0,-1 1 0,3-4 0,2 4 0,0-14 0,1 6 0,-1 0 0,8-6 0,-6-1 0,4-13 0,-4-2 0,4-5 0,0-4 0,-2-5 0,-2-4 0,-10-2 0,7-13 0,-5-7 0,4-4 0,-5-5 0,-2 0 0,-8 1 0,0-3 0,0 4 0,0-1 0,-8 7 0,4-4 0,-7 8 0,-1 1 0,-5 5 0,0 3 0,0 8 0,5 10 0,3 7 0,1 10 0,2 5 0,6 3 0,8 5 0,3 0 0,5-2 0,9-4 0,5-5 0,8-6 0,8-4 0,12-9 0,3-6 0,0-8 0,-2-21 0,-7-11 0</inkml:trace>
  <inkml:trace contextRef="#ctx0" brushRef="#br0" timeOffset="41">3751 11176 8912,'10'-25'0,"0"4"0,-7-6 0,3 2 0,-2 4 0,-2 2 0,-2 2 0,-6 5 0,-1 3 0,-3 1 0,4 2 0,-5 6 0,-3 0 0,5 2 0,-1 4 0,1 6 0,1 3 0,0 2 0,-3 2 0,5 4 0,-5-2 0,5 6 0,2-2 0,2 3 0,2-5 0,0 2 0,0-2 0,0-4 0,0 4 0,2 2 0,4-2 0,5-2 0,5 6 0,1-8 0,2 4 0,4-4 0,-2-2 0,6 0 0,-2 0 0,-2 0 0,-6 1 0,0-7 0,0 1 0,0-9 0,-7 13 0,-4-5 0,-12-1 0,-6-1 0,-5 1 0,-6-1 0,4 3 0,-8-3 0,4-3 0,-3-4 0,-9-2 0</inkml:trace>
  <inkml:trace contextRef="#ctx0" brushRef="#br0" timeOffset="42">2960 10419 8912,'-12'-6'0,"3"-1"0,-1-1 0,1 0 0,5 5 0,-2 8 0,4 7 0,4 9 0,4 2 0,-2 13 0,7-2 0,1 5 0,5-5 0,0 0 0,0-1 0,1-3 0,-1-1 0,0-10 0,0-2 0,-5-1 0,-1-11 0,1 1 0,5-8 0,0-4 0,-6-5 0,-1-12 0,-2-6 0,-5-3 0,7-2 0,-8-7 0,4 1 0,-4 2 0,-8 4 0,0 5 0,2 6 0,-3 4 0,1 2 0,0 7 0,6 18 0,0 15 0,8 7 0,3 5 0,10-1 0,4 1 0,2-1 0,9-7 0,1-2 0,5-8 0,-2-2 0,0-4 0,-6-3 0,-5-8 0,-10-13 0,-2-4 0,-1-12 0,-11 0 0,-1-3 0,-9-3 0,-7-5 0,-11-2 0,-6 0 0,-3 0 0,-2 2 0,-3 6 0,-3-1 0,4 1 0,1 13 0,12 6 0,4 5 0,2 4 0,7 6 0,12 2 0,16 4 0,6-4 0,11 6 0</inkml:trace>
  <inkml:trace contextRef="#ctx0" brushRef="#br0" timeOffset="43">3665 9680 8912,'0'-17'0,"0"-1"0,0 1 0,0 0 0,0 7 0,-5 45 0,-1 22 0,-7 25 0,1 4 0,4 8-251,6-43 0,-1 1 0,-1 2 0,0 1 251,1-1 0,0 1 0,0 3 0,1 0 0,1 0 0,2-1 0,-1-2 0,0 1 0,-1-1 0,2-1 0,4 41-31,1-9 0,6-13 31,-7-10 0,7-16 0,-6-3 0,-3-11 0,7-8 0,-2-16 0,3-3 0,-3-4 0</inkml:trace>
  <inkml:trace contextRef="#ctx0" brushRef="#br0" timeOffset="44">3906 10178 8912,'10'18'0,"-1"-9"0,-3-3 0,-4-2 0,4 1 0,-6 7 0,-6 11 0,4 3 0,-5 9 0,1-1 0,0 1 0,0 5 0,4 0 0,-3-2 0,3-2 0,-6-7 0,8-2 0,0-2 0,0-2 0,0-6 0,0-8 0,0-1 0,0-27 0,0-6 0,0-4 0,0-3 0,0-8 0,2 3 0,2-5 0,2 0 0,7 6 0,-11-6 0,4 8 0,1 1 0,-1 5 0,2 3 0,-3 8 0,-1 7 0,8 4 0,1 4 0,-3 12 0,1 7 0,1 6 0,5 6 0,0 3 0,0-3 0,0-2 0,1 1 0,-1-7 0,0 2 0,0-4 0,0-3 0,1-5 0,-1-3 0,0-8 0,-7-8 0,-5-3 0,3-5 0,-2-1 0,0-6 0,-6 0 0,0 0 0,0 6 0,0 0 0,0 0 0,0-1 0,0 9 0,0 1 0,0 24 0,7-5 0,-3 12 0,7-12 0,-7-3 0,6-8 0,-4 0 0,-4 0 0,11-2 0,-7-4 0,-1-3 0,-5-8 0,0 5 0,0 1 0,0-1 0,0-5 0,0 0 0,-7 0 0,-1 5 0,-3 1 0,-5 7 0,14-11 0,-13 5 0,6-7 0</inkml:trace>
  <inkml:trace contextRef="#ctx0" brushRef="#br0" timeOffset="45">4423 10024 8912,'-10'2'0,"2"1"0,1 3 0,5 2 0,-6-3 0,1 7 0,5 3 0,-4 2 0,4 2 0,2 4 0,0-2 0,0 8 0,0-8 0,2 2 0,2-2 0,1 2 0,7-10 0,-6 5 0,7-13 0,-9 3 0,7-8 0,-5 0 0,6 0 0,-7-2 0,7-4 0,-6-9 0,3-8 0,-1 2 0,-1 2 0,-1 2 0,-4 0 0,8 1 0,-5 5 0,-3 3 0,6 8 0,-2 8 0,-1 3 0,1 10 0,-6 4 0,0 2 0,0 3 0,-6 3 0,1 1 0,-3-5 0,2 0 0,2-3 0,-7 3 0,5-4 0,-5-8 0,-8 0 0,-8 0 0</inkml:trace>
  <inkml:trace contextRef="#ctx0" brushRef="#br0" timeOffset="46">4130 10196 8912,'-9'-18'0,"-7"1"0,7 0 0,-1 0 0,-5 0 0,13-3 0,-4-2 0,4 2 0,2-2 0,4 0 0,8 0 0,7 2 0,15-2 0,8-5 0,2 0 0</inkml:trace>
  <inkml:trace contextRef="#ctx0" brushRef="#br0" timeOffset="47">3906 9903 8912,'-17'0'0,"0"0"0,2-2 0,-1-1 0,3-5 0,-2 0 0,1 1 0,1-7 0,-4 3 0,-1-5 0,3-1 0,2 0 0,3 0 0,3 0 0,-7-8 0,5-4 0,-3-3 0,1-3 0,5-1 0,-5-4 0,-1-6 0,2-4 0,-5-1 0,4-1 0,1-5 0,-1-2 0,-1-2 0,3-4 0,-5 0 0,9 2 0,-1-2 0,6 7 0,0-7 0,0 2 0,2 4 0,3 4 0,7 5 0,3 4 0,4 0 0,4-5 0,2 1 0,4 4 0,3 4 0,-3 8 0,3 1 0,3 5 0,-6-3 0,-1 8 0,3 4 0,1 6 0,5-2 0,3 3 0,-2 3 0,8-3 0,-8 8 0,2-2 0,2 5 0,-1 1 0,-1 7 0,-6 5 0,6 11 0,0 5 0,-3 7 0,-3 5 0,-9 4 0,9 7 0,-5-5 0,2 0 0,-3 4 0,3 1 0,2 1 0,1 1 0,-2-11 0,-1 0 0,-2 0 0,-8 6 0,4-12 0,-8 5 0,-2-5 0,-3-2 0,-5 1 0,-5-1 0,2-2 0,2-3 0,-1-4 0,-5-8 0,0 0 0,0 1 0,0-1 0,0-8 0,0-1 0,0-8 0,0 0 0,-7 0 0,3-8 0,-7-3 0,7 3 0,-10-7 0,9 3 0,-7 3 0,6-3 0,-7 7 0,2-7 0,-5-7 0,-1-8 0</inkml:trace>
  <inkml:trace contextRef="#ctx0" brushRef="#br0" timeOffset="48">4474 9336 8912,'2'-10'0,"4"5"0,3 3 0,9 2 0,1 0 0,2 2 0,4 3 0,1 7 0,3-3 0,7 3 0,5 1 0,-5 2 0,4 1 0,-4-3 0,-3-3 0,-4-3 0,-5 7 0,-6-12 0,-1 3 0,-8-3 0,-1-4 0,-8-3 0,0-7 0,0-3 0,0-2 0,-8-16 0,-1-3 0</inkml:trace>
  <inkml:trace contextRef="#ctx0" brushRef="#br0" timeOffset="49">4922 8717 8912,'0'27'0,"0"-4"0,0-4 0,0-2 0,0 0 0,0 0 0,0 8 0,0 4 0,0-4 0,5 9 0,3-2 0,2 7 0,-1 7 0,5-6 0,-3-2 0,-1 4 0,1-2 0,4 2 0,-3-2 0,3-5 0,2-1 0,1-7 0,-1-10 0,0 0 0</inkml:trace>
  <inkml:trace contextRef="#ctx0" brushRef="#br0" timeOffset="50">5868 8683 8912,'17'0'0,"1"0"0,-9-2 0,-3-4 0,-6 4 0,-4-6 0,-2 1 0,-1 5 0,3-6 0,-4 2 0,-1 1 0,-1-3 0,-3 4 0,1-2 0,-1 3 0,-2 1 0,-8-4 0,-2 0 0,-4 2 0,-7 3 0,-12 6 0,-9 1 0,-8 13 0,1-2 0,-2 2-120,-3 8 1,-4-6 119,4 8 0,12-2 0,17 3 0,3-1 0,3-8 0,7 9 0,4-7 0,6 0 0,6 2 0,3-6 0,6 4 0,-4-4 0,4-2 0,-5 1 0,7-1 0,0 0 0,0 0 0,0 0 0,0 2 79,0 4 1,0-2 0,0 6-80,0-2 0,0 6 0,0-3 0,0 5 0,0 1 0,0 8 0,0 4 0,-2-2 0,-2 4 0,-2 5 0,-5 1 0,3 9 0,0 0 0,1-2 0,1-2 0,0-7 0,1-3 0,1-3 0,2 11 0,2-18 0,0 7 0,2-6 0,3 0 0,-3 4 0,4 7 0,-4 1 0,-2-1 0,0 1 0,0 0 0,0-1 0,0 1 0,0-6 0,0-1 0,2-8 0,4-3 0,-4 1 0,3-7 0,3-3 0,-2-2 0,1-10 0,-1-1 0,-4-7 0,6 7 0,-1 1 0,-5-3 0,4 1 0,-2-5 0,2 6 0,-5-9 0,7 5 0,-6-2 0,4-1 0,-4 1 0,13-6 0,-5 0 0,7 0 0,0 0 0,0 0 0,0 0 0,1 0 0,1 0 0,4 0 0,-2 0 0,7 0 0,1 0 0,-2 0 0,5 0 0,-3 0 0,3 0 0,3 0 0,-1-6 0,1 1 0,-1 1 0,1-6 0,1 7 0,4-9 0,-4 3 0,5-5 0,-5 3 0,-2-3 0,1 5 0,-1-3 0,1 3 0,-1-5 0,0 3 0,1-1 0,-3 1 0,-3 0 0,-4 1 0,-8-1 0,0 3 0,0 2 0,1 0 0,-1-7 0,-8 11 0,1-6 0,-4 8 0,-2-5 0,7-1 0,-7 0 0,5 1 0,-3-1 0,-4-8 0,11 11 0,-7-9 0,2 6 0,-2-5 0,-5 7 0,9-9 0,-4 7 0,-4-7 0,5 3 0,-7-7 0,0 0 0,0 0 0,0-3 0,0-2 0,8-5 0,-6-8 0,4-3 0,-4-8 0,-2-1 0,0-16 0,0-4 0,0-6 0,0-13 0,-8-7-175,3 44 1,-2 0-1,-6-39 175,2 8 0,-5 9 0,5 1 0,-5 5 0,-1 17 0,6-2 0,-1 18 0,-1 3 0,5-3 0,-7 7 0,5-4 0,-1 6 0,0 4 0,5-4 0,-6-2 0,-1-1 0,5-3 0,-1-5 262,3-1 0,4 1-262,-4-1 0,2 3 0,-1 3 0,3-3 0,-6 13 0,8-6 0,0 17 0,0 8 0,0 8 0,0 1 0,0-1 0,0-8 0,0 0 0,-6 2 0,1 4 0,-9-4 0,3 5 0,-12-7 0,-6 8 0,-11 3 0,-6 5 0,-13-1 0,-10-4 0,0 5 0,-7-1 0,9 6 0,4-6 0,11 1 0,16-9 0,11 3 0,10 1 0,22-1 0,3-3 0</inkml:trace>
  <inkml:trace contextRef="#ctx0" brushRef="#br1" timeOffset="51">18843 6998 8912,'-9'2'0,"3"3"0,4 7 0,2-3 0,0 3 0,2 1 0,2 2 0,4 3 0,1-1 0,3 8 0,5 3 0,0 5 0,0 1 0,2 2 0,2 3 0,4 3 0,2 2 0,2 7 0,5 8 0,1 1 0,-1-1 0,0-2 0,-3-3 0,3 3 0,-9-9 0,10 1 0,-1-5 0,2-5 0,5-3 0,6-2 0,-8-7 0,7-4 0,1-4 0,11-2 0,1 0 0,4 1 0,2-7 0,-8 0 0,3-5 0,-3 4 0,6-3 0,4-1 0,2-6 0,0 0 0,0 0 0,-8 0 0,2 0 0,-10-2 0,-3-4 0,-10 5 0,-3-9 0,-9 6 0,3-2 0,-6-7 0,5 9 0,-7-7 0,6 5 0,-4-5 0,2-1 0,1 1 0,-1-1 0,6 8 0,-12-9 0,7 5 0,3-1 0,-6 3 0,-2-5 0,-4 7 0,-2-2 0,0-3 0,0 7 0,1-4 0,-7 4 0,1 2 0,-9 0 0,5 0 0,-8 0 0,0 0 0,-6-2 0,1-4 0,-1-3 0,6-8 0,-8-8 0,-1-2 0</inkml:trace>
  <inkml:trace contextRef="#ctx0" brushRef="#br1" timeOffset="52">21149 7462 8912,'-26'0'0,"-7"0"0,14 0 0,-4 0 0,4 0 0,2 0 0,0 0 0,7 0 0,10 0 0,11 2 0,12 3 0,4 3 0,8 4 0,1 5 0,2-2 0,2 6 0,8 2 0,-12 0 0,5 0 0,-5 7 0,-2-1 0,-5 4 0,-2 1 0,-2 0 0,-10 6 0,-7 4 0,-3 4 0,1 6 0,-8 1 0,-15 6 0,-12 6 0,-3 6-95,-10 9 1,5-12 0,-3 3 94,4-8 0,2 2 0,-1-21 0,1 0 0,-1-8 0,1-8 0,-1-7 0,1-7 0</inkml:trace>
  <inkml:trace contextRef="#ctx0" brushRef="#br1" timeOffset="53">22285 7187 8912,'10'-12'0,"-3"1"0,-1-3 0,0-1 0,-2-2 0,-10 0 0,4 5 0,-4 1 0,4 17 0,2 5 0,0 14 0,0 7 0,0 3 0,0 14 0,2-3 0,2 13 0,4 1 0,1 3 0,1 4 0,3 1 0,-1 1 0,-8-8 0,11 0 0,-6-7 0,1-3 0,3-3 0,-7-15 0,-2-5 0,-2-5 0,-2-11 0,-15-5 0,-5-22 0,-14-4 0</inkml:trace>
  <inkml:trace contextRef="#ctx0" brushRef="#br1" timeOffset="54">22130 7634 8912,'0'-17'0,"0"5"0,-2 3 0,-3 1 0,3-5 0,-6 11 0,8-8 0,0 4 0,8 4 0,3-3 0,14-5 0,10-1 0,9-5 0,7-7 0,7 1 0,3-9 0,8 2 0,-3-3 0,-2-3 0,-13 9 0,-9-14 0,-7 3 0</inkml:trace>
  <inkml:trace contextRef="#ctx0" brushRef="#br1" timeOffset="55">22733 7066 8912,'-2'-9'0,"-4"3"0,4 4 0,-11 0 0,7-3 0,-2 3 0,3-4 0,3 14 0,-4 9 0,4 9 0,2 15 0,2 8 0,4 10 0,5 10 0,-3 4 0,7 3-151,-3 5 0,-3-5 151,3-2 0,-1-11 0,4-7 0,-3-8 0,1-12 0,-7-7 0,7-16 0,-9 2 0,6-17 0,-3-5 0,-3-11 0,-2-6 0,-2-11 0,0-1 0,0-4 0,0 2 0,0-6 0,0 2 0,6 9 0,0 8 0,-3 2 302,-1 1-302,6 6 0,2 9 0,7 7 0,0 9 0,2 6 0,4 6 0,-4 10 0,12-12 0,-6 4 0,1-6 0,5-5 0,-4 1 0,1-7 0,-5 0 0,6-6 0,-8-6 0,2-2 0,-4-1 0,-4-5 0,-3-7 0,-6-2 0,-4 2 0,-2 2 0,-8-4 0,-4 0 0,-3 6 0,-2 6 0,0 7 0,0-2 0,-1 4 0,1 6 0,0 7 0,0 9 0,1 20 0,5 2 0,5 2 0,4-4 0,2 6 0,0-8 0,14 10 0,5-10 0,6-6 0,11-1 0,10-12 0,4-4 0,-1-9 0,-3 0 0,2-12 0,-8-7 0,-2-8 0,-1-6 0,-3-8 0</inkml:trace>
  <inkml:trace contextRef="#ctx0" brushRef="#br1" timeOffset="56">23903 6791 8912,'0'-9'0,"-2"3"0,-4 12 0,2 3 0,-7 10 0,-2 4 0,3 6 0,0 13 0,3 10 0,3 9 0,2 6 0,2 1 0,2 1 0,4-2 0,5-4 0,10 2 0,4-10 0,2-5 0,-4-6 0,4-12 0,-3-3 0,-1-4 0,-5-10 0,-1-3 0,-6-5 0,1-7 0,-9-7 0,3-5 0,-2-5 0,2-6 0,-4 2 0,3-8 0,3 7 0,-2-5 0,-2 2 0,-2 2 0,3 12 0,1-1 0,0 8 0,1-3 0,1 9 0,5 3 0,-1 7 0,-3 3 0,3 2 0,3 0 0,-3 1 0,3-1 0,2 0 0,0-7 0,-5 3 0,-1-7 0,1-1 0,5-5 0,0-2 0,0-3 0,-7-12 0,-2-10 0</inkml:trace>
  <inkml:trace contextRef="#ctx0" brushRef="#br1" timeOffset="57">24281 6946 8912,'-24'34'0,"-5"1"0,4-7 0,2 1 0,6-2 0,5 2 0,7-7 0,3-2 0,2-9 0,0 0 0,0-7 0,7 4 0,5-8 0,3-2 0,2-2 0,1-2 0,-9-7 0,5 2 0,-9-12 0,1 4 0,-6-4 0,0 4 0,0 1 0,0 1 0,0 8 0,-2-5 0,-4 9 0,-3-1 0,-3 8 0,1 3 0,7 5 0,-2 7 0,4 0 0,2 1 0,0-1 0,0 8 0,0 1 0,0 9 0</inkml:trace>
  <inkml:trace contextRef="#ctx0" brushRef="#br1" timeOffset="58">24419 7341 8912,'8'10'0,"1"5"0,1-13 0,-2 6 0,-8-8 0,0 2 0,0 3 0,0-1 0,0 8 0,0 1 0,0 2 0,0-3 0,0-1 0,0-5 0,0 6 0,5-7 0,1 7 0,0-1 0,-6-1 0,0-5 0,0-10 0,0-11 0,2-8 0,3-3 0,-3 0 0,6-3 0,0 1 0,-6 6 0,3-6 0,3 8 0,0-2 0,1 4 0,-5 2 0,11 8 0,-3 3 0,3-2 0,2 2 0,0 3 0,3 10 0,2 10 0,-2 1 0,12 8 0,-3-5 0,3 2 0,3 0 0,-3-7 0,-3-5 0,3 2 0,-5-7 0,0-2 0,4-2 0,-9-2 0,1-2 0,-5-4 0,-1-5 0,0-5 0,-7-8 0,3 5 0,-7-4 0,-1-2 0,-5 2 0,0 0 0,0 6 0,-7 1 0,-5 5 0,3-2 0,-3 7 0,-1 2 0,-2 2 0,3 10 0,1 3 0,-1 12 0,-5 6 0,7 3 0,5 3 0,3-1 0,2 0 0,0 1 0,0-1 0,0-1 0,2-5 0,3-5 0,7-4 0,9-3 0,4-5 0,2-5 0,-6-4 0,11-4 0,-3-4 0,-2-11 0,1-12 0,-7-11 0,4-4 0</inkml:trace>
  <inkml:trace contextRef="#ctx0" brushRef="#br1" timeOffset="59">26415 6619 8912,'-9'-17'0,"-5"6"0,9-1 0,1-1 0,2 7 0,2 8 0,0 13 0,0 12 0,2 15 0,4 10 0,-3 5 0,7 8 0,-2-2 0,-1-6 0,-1 4 0,5-1 0,-3 1 0,-2-10 0,3 5 0,-5-14 0,6 2 0,-3-10 0,-3-9 0,-10-6 0,-3-2 0</inkml:trace>
  <inkml:trace contextRef="#ctx0" brushRef="#br1" timeOffset="60">26226 7084 8912,'-11'0'0,"-1"0"0,6 0 0,-5 0 0,7 0 0,-4 0 0,8 0 0,10 0 0,9-2 0,12-6 0,7-9 0,10 0 0,-2-6 0,-2-4 0,1-2 0,-6-3 0,3-3 0,-8 1 0</inkml:trace>
  <inkml:trace contextRef="#ctx0" brushRef="#br1" timeOffset="61">26691 6637 8912,'0'28'0,"0"-1"0,0-2 0,-6 0 0,0-2 0,-1 3 0,1 9 0,4-1 0,-12 2 0,9 4 0,-1-1 0,6 5 0,0-2 0,0-2 0,0-6 0,2 1 0,4-1 0,-3-7 0,9-4 0,-6-6 0,5-6 0,-7-3 0,6-8 0,-5 0 0,-1-2 0,6-4 0,-1-5 0,1-4 0,-4-10 0,5-4 0,-7 4 0,11-5 0,-5 7 0,-1 2 0,7 7 0,-5 3 0,4-1 0,3 3 0,-1 3 0,6 4 0,2 2 0,1 0 0,-3 0 0,6 0 0,-6 2 0,6 4 0,-1-2 0,7 7 0,-3-5 0,-3 5 0,1-7 0,-7 2 0,2-4 0,-2-2 0,-4 0 0,2-2 0,-7-4 0,1-3 0,-13-5 0,4-3 0,-4 7 0,-2-12 0,-6 6 0,-2-5 0,-1 8 0,-3-2 0,-5 7 0,2-5 0,3 1 0,-3 8 0,3-1 0,-3 5 0,-2 5 0,0 5 0,1 9 0,3 2 0,2 2 0,-1 0 0,3 0 0,3 0 0,4 0 0,0-6 0,-4 0 0,4 0 0,-5 0 0,14-1 0,5-5 0,-3-5 0,3-12 0,-1-3 0,1-9 0,-1 1 0,-1 0 0,1 0 0,5 7 0,-13-3 0,9 7 0,-1 0 0,7 6 0,-1 0 0,-2 2 0,-2 4 0,-1 5 0,1 5 0,10 1 0,-4 0 0,4 0 0,-4 1 0,1-1 0,2 0 0,-2-2 0,3-3 0,-12-5 0,4-1 0,-3 0 0,3-8 0,0-8 0,-1-9 0,-3-4 0,-7-3 0,2-9 0,-2-7 0,-1-6 0,3-5 0,-2-4 0,-2-16 0,-2 8 0,0-15 0,0 15 0,0 2 0,-6 15 0,0 10 0,3 7 0,1 14 0,2 13 0,0 16 0,0 7 0,0 25 0,0 5 0,0 7 0,0 9 0,5-4 0,1 6 0,-2-4 0,4 2 0,-3-8 0,9-2 0,-3-9 0,5-6 0,1-3 0,0-11 0,2-1 0,4-7 0,-4-9 0,4-3 0,-4-12 0,-2-3 0</inkml:trace>
  <inkml:trace contextRef="#ctx0" brushRef="#br1" timeOffset="62">27654 6946 8912,'-28'0'0,"-1"0"0,8 0 0,-2 0 0,4 0 0,9-8 0,3 6 0,18-7 0,12 3 0,12 2 0,16-7 0,3-1 0,3-5 0,2-2 0,4-4 0,2 2 0,-7-7 0,-1-1 0,-5-5 0</inkml:trace>
  <inkml:trace contextRef="#ctx0" brushRef="#br1" timeOffset="63">28773 6344 8912,'-19'-17'0,"-4"0"0,4 2 0,-4 3 0,4 6 0,1-3 0,1 7 0,0-4 0,0 6 0,0 6 0,7 3 0,-3 11 0,7 3 0,0 3 0,6 11 0,0 3 0,0 4 0,0 7 0,0 1 0,0-6 0,0-1 0,0 3 0,8 2 0,-4 5 0,7-3 0,-5 1 0,3-13 0,-1-1 0,-2-11 0,-6 3 0,0-8 0,0 0 0,0-6 0,0 0 0,0-7 0,0-3 0</inkml:trace>
  <inkml:trace contextRef="#ctx0" brushRef="#br1" timeOffset="64">28412 6980 8912,'0'-17'0,"-2"2"0,-4 3 0,4-3 0,-4 4 0,12-5 0,5-1 0,7 0 0,3 0 0,2 0 0,7-1 0,-3 1 0,7 0 0,7 2 0,-1 3 0,6-3 0,-6 4 0,6 3 0,-6 2 0,8-1 0,-3 1 0,-2 2 0,-3 10 0,-6 5 0,-5 5 0,-6 1 0,-12 0 0,3 2 0,-9 4 0,1-4 0,-6 4 0,-2-4 0,-4-2 0,3 0 0,-9 1 0,8-1 0,-11 0 0,13 0 0,-13-7 0,13-3 0,-6-14 0,8 5 0,-7-21 0,-3 4 0</inkml:trace>
  <inkml:trace contextRef="#ctx0" brushRef="#br1" timeOffset="65">29031 6499 8912,'17'0'0,"-5"0"0,-1 0 0,-5 0 0,5 0 0,1 0 0,5 0 0,-7-8 0,5 6 0,-6-5 0</inkml:trace>
  <inkml:trace contextRef="#ctx0" brushRef="#br1" timeOffset="66">29410 6310 8912,'-10'-12'0,"2"3"0,1 1 0,5 2 0,-6 6 0,1 0 0,5 18 0,-4 10 0,4 7 0,2 11 0,0 5 0,0 6 0,0 7 0,0-7 0,6 6 0,-1-6 0,9 0 0,-3-7 0,5-4 0,1-6 0,0-13 0,0-10 0,0-5 0,1-9 0,-1 3 0,0-8 0,0-13 0,0-8 0,3-10 0,3-1 0,-4 0 0,4-6 0,-6-2 0,-6 1 0,5-1 0,-5 2 0,-1 12 0,1-1 0,-5 8 0,5 4 0,-7 7 0,6 4 0,-6 12 0,1 6 0,9 5 0,-3 6 0,4 5 0,-3 5 0,-1 1 0,1 1 0,5-1 0,0 0 0,-1 1 0,-5-1 0,-3-7 0,-3 4 0,1-9 0,0 1 0,-6-5 0,-8-3 0,-3-4 0,-5 3 0,-1-9 0,-8 7 0,-3-6 0,-5-3 0,-1-1 0,-8-9 0,-2-3 0</inkml:trace>
  <inkml:trace contextRef="#ctx0" brushRef="#br1" timeOffset="67">29272 6774 8912,'-17'17'0,"0"0"0,7-7 0,2-2 0,24-10 0,7-4 0,17-5 0,11-12 0,11-10 0,12-7 0,5-6 0,8 4 0,-42 21 0,0 0 0,1 0 0,0 0 0,0-3 0,0 0 0,40-20 0</inkml:trace>
  <inkml:trace contextRef="#ctx0" brushRef="#br1" timeOffset="68">24316 8786 8912,'6'26'0,"-1"9"0,1 11 0,0 9 0,1 8 0,3 4 0,1 4 0,7 1 0,-1 3 0,0-5 0,0-7 0,1-9 0,-1-6 0,-8-16 0,-1 1 0,0-7 0,-8-5 0,-2-9 0,-14-6 0,-8-12 0,-11-4 0</inkml:trace>
  <inkml:trace contextRef="#ctx0" brushRef="#br1" timeOffset="69">24161 9233 8912,'-2'9'0,"-4"-3"0,3-2 0,-9 2 0,8-5 0,6 5 0,15-12 0,10-5 0,8-10 0,5-2 0,2-8 0,6 1 0,-3-8 0,9 1 0,0-7 0,3 4 0,-4 2 0,-1-8 0,-10 6 0,-7-2 0,-11 6 0,-12 0 0,-6 13 0,-6 2 0,-6 2 0,-4 1 0,-7 9 0,0 3 0,0 4 0,-1 2 0,1 0 0,0 0 0,2 2 0,3 4 0,5 3 0,7 9 0,0 6 0,0 5 0,7 9 0,7 4 0,7 2 0,-2 2 0,4 6 0,-4-1 0,-2 1 0,-7-1 0,5-7 0,-4-4 0,3 1 0,-3-7 0,5-4 0,-7-12 0,6-11 0,-3-7 0,-4-9 0,-7-14 0,3-6 0,2-3 0,0-3 0,-4 3 0,3 3 0,-1 2 0,8 5 0,-1 2 0,6-2 0,-5 4 0,-1 7 0,1-3 0,5 9 0,6-1 0,0 6 0,0 0 0,-6 0 0,0 0 0,8 0 0,0 0 0,6-2 0,-3-4 0,-5 3 0,4-9 0,0-3 0,-1-6 0,-4 2 0,0-12 0,-10 6 0,-6-1 0,-4 5 0,-4-4 0,-4 8 0,-6 7 0,-10 4 0,-3 6 0,-4 6 0,-2 4 0,8 7 0,0 9 0,6 7 0,0 5 0,8 8 0,3-4 0,4 0 0,2 0 0,0-2 0,9-11 0,9-1 0,6-7 0,11 2 0,9-11 0,8-6 0,7-6 0,10-6 0,-2-7-422,-4-16 1,-4-7 0,-7-16-1</inkml:trace>
  <inkml:trace contextRef="#ctx0" brushRef="#br1" timeOffset="70">25916 8562 8912,'29'2'0,"0"4"0,-1 3 0,7 9 0,-1-1 0,1 0 0,-3 0 0,-1 0 0,-5 1 0,-1-1 0,-4 0 0,-7 0 0,-3 0 0,-7-7 0,11 5 0,-13-13 0,4 6 0,-12-10 0,-5-4 0,3-3 0,-1-16 0,5-2 0,-2 0 0,0-5 0,6 11 0,2-6 0,4 2 0,3-4 0,9 7 0,1 1 0,4 1 0,3 3 0,3 8 0,0 3 0,0 2 0,5-2 0,-2 4 0,-1-1 0,-2 6 0,-8 7 0,6 5 0,-5-3 0,-4 3 0,-1-3 0,-2-3 0,-7 1 0,1-3 0,-5 7 0,4-12 0,-6 5 0,4-7 0,-3-7 0,9-5 0,-6-3 0,5-4 0,2-4 0,3-4 0,1-5 0,0 3 0,-5-2 0,-1 8 0,-7-5 0,2 5 0,-6 0 0,-6 6 0,0 7 0,-9 4 0,-4 5 0,-4 4 0,2 7 0,-2 9 0,2 6 0,2 3 0,-4 7 0,0-1 0,6 1 0,5-1 0,8 0 0,-1-1 0,3-4 0,9 3 0,5-15 0,13 0 0,9-9 0,8-6 0,17-4 0,4-6 0,4-9 0,-5-8 0,3-11 0,-6-2 0,-2-4 0,-3-2 0,-6 6 0,-14-2 0,-7 3 0,-4 3 0,-12 1 0,-5 5 0,-4 9 0,-2 7 0,-8 8 0,-3-1 0,-10 3 0,-2 2 0,-2 7 0,4 7 0,-2 7 0,0 6 0,0 5 0,0-1 0,2-3 0,2 1 0,4 5 0,1 1 0,3-3 0,-3-3 0,7-2 0,1-5 0,4-2 0,2 2 0,2-4 0,4-7 0,3-3 0,8-8 0,1 0 0,-1 0 0,0-14 0,0-3 0,2-11 0,2-3 0,2-7 0,0-6 0,-7-10 0,-3-3 0,-2-6 0,-7 4 0,4-14 0,-8 4 0,0-9 0,0 4 0,-6 7 0,-1 11 0,-3 9 0,6 12 0,-11 12 0,3 12 0,5 18 0,-1 16 0,8 23 0,0 12 0,0 6 0,0 7 0,0 4 0,2 3 0,4 8 0,1-2 0,7-4 0,-1-7 0,6-8 0,0-14 0,10-11 0,6-7 0,5-10 0,7-8 0,-3-38 0,8-5 0</inkml:trace>
  <inkml:trace contextRef="#ctx0" brushRef="#br1" timeOffset="71">28239 7857 8912,'-11'0'0,"-1"0"0,-1 0 0,0 4 0,1 8 0,7 10 0,10 24 0,7 12 0,5 8 0,6 9 0,6 5 0,1-3 0,1-3 0,-3-3 0,-7-16 0,2-3 0,-5-14 0,-7-2 0,-5-7 0,-4-4 0,-12-10 0,-7-9 0,-8-4 0,-9-2 0</inkml:trace>
  <inkml:trace contextRef="#ctx0" brushRef="#br1" timeOffset="72">28119 7892 8912,'25'0'0,"-12"0"0,4 0 0,-3 0 0,3-2 0,0-2 0,0-2 0,1-5 0,-1 5 0,0 2 0,0 2 0,8 2 0,-6 0 0,4 0 0,-6 8 0,-5 3 0,1 5 0,-7 1 0,-2 0 0,-2 8 0,-4 2 0,-4 7 0,-5 0 0,-7 1 0,-5-1 0,2 1 0,-5-1 0,1 0 0,-4 1 0,6-1 0,-7-7 0,10-2 0,-4-8 0</inkml:trace>
  <inkml:trace contextRef="#ctx0" brushRef="#br1" timeOffset="73">28721 7960 8912,'-25'0'0,"6"0"0,-6 0 0,14 0 0,-1 2 0,-1 4 0,5 11 0,1 10 0,7 9 0,0 4 0,0 4 0,0 8 0,2-2 0,3-5 0,5-3 0,9-9 0,4-4 0,-4-5 0,4-6 0,-9-9 0,-3-3 0,2-4 0,-5-10 0,7-7 0,-5-10 0,-1-2 0,-3-3 0,2-3 0,-2-3 0,-3-4 0,-1 11 0,-4-11 0,-1 11 0,-3-3 0,-8 5 0,5-3 0,-6 7 0,3 2 0,-3 7 0,3 5 0,-3 1 0,6-5 0,1 11 0,8-6 0,0 8 0</inkml:trace>
  <inkml:trace contextRef="#ctx0" brushRef="#br1" timeOffset="74">29100 7995 8912,'0'17'0,"0"-6"0,0 1 0,0-1 0,0 7 0,0-7 0,0 1 0,0 1 0,6-4 0,-1 3 0,3-3 0,-2 3 0,-4 3 0,7-5 0,-3 7 0,-4 0 0,4 0 0,-5 1 0,-8-1 0,-3 0 0</inkml:trace>
  <inkml:trace contextRef="#ctx0" brushRef="#br1" timeOffset="75">28911 7892 8912,'0'-23'0,"0"0"0,0 0 0,0 6 0,0-1 0,0 1 0,0 6 0,1 1 0,5 3 0,4 1 0,9 6 0,2 2 0,2 4 0,7 3 0,-3 8 0,0 0 0,13 1 0,-4-1 0</inkml:trace>
  <inkml:trace contextRef="#ctx0" brushRef="#br1" timeOffset="76">29358 7995 8912,'-8'32'0,"-3"-3"0,3-4 0,1-16 0,7 7 0,0-5 0,0-1 0,0 1 0,0-5 0,0 5 0,0 1 0,0-1 0,0 1 0,0-1 0,1 4 0,5-3 0,-4-4 0,6-8 0,-8 0 0,0-2 0,0-4 0,0-6 0,0-11 0,0 1 0,0-11 0,0-3 0,0-2 0,2 3 0,3 1 0,7-1 0,-3 3 0,1 3 0,0 6 0,-1 4 0,3 10 0,5-5 0,0 9 0,0 1 0,0 10 0,-5 9 0,-1 10 0,3 1 0,1 3 0,0 5 0,-3 1 0,3-7 0,-5 1 0,1 0 0,1-2 0,1-5 0,-5-10 0,7-4 0,2-16 0,10-2 0</inkml:trace>
  <inkml:trace contextRef="#ctx0" brushRef="#br1" timeOffset="77">29754 7445 8912,'9'-8'0,"-1"6"0,0-13 0,-6 13 0,5-6 0,-7 12 0,0 8 0,0 7 0,0 15 0,0 8 0,0 4 0,2 4 0,4 1 0,-2 1 0,7-1 0,3 1 0,1-8 0,2-2 0,0-10 0,0-3 0,1-4 0,5-10 0,0-3 0,-2-7 0,3-5 0,-1-5 0,6-7 0,-6-11 0,6 2 0,-6-7 0,-2-3 0,-2-2 0,-2-1 0,-2 0 0,-3-1 0,1 7 0,-7-1 0,5 8 0,-5-2 0,-2 4 0,-2 2 0,0 7 0,3 4 0,-3 18 0,6 7 0,-2 6 0,0 5 0,7 5 0,-2 5 0,5 2 0,1 4 0,-8-4 0,7-2 0,-7 0 0,1-2 0,-2 6 0,-3-13 0,1 3 0,0-9 0,-6 2 0,0-2 0,-8-2 0,-3-6 0,-7 0 0,-5-2 0,-5-3 0,-5-7 0,-9-3 0,6-2 0,-6 0 0</inkml:trace>
  <inkml:trace contextRef="#ctx0" brushRef="#br1" timeOffset="78">29582 7874 8912,'-25'10'0,"6"3"0,-4-7 0,13 0 0,10-6 0,17-8 0,20-5 0,12-8 0,11-6 0,18-15 0,6-2 0,-39 22 0,0 0 0,2-3 0,0 1 0,-3 1 0,0 2 0,0-2 0,0 2 0,40-19-1852,-10 3 1852,-5 3 0,-9-1 0,-9 1 0</inkml:trace>
  <inkml:trace contextRef="#ctx0" brushRef="#br1" timeOffset="79">30993 6860 8912,'-2'-17'0,"-4"0"0,4 22 0,-5 24 0,5 38 0,-2 19 0,1-37 0,0 3 0,-3 8 0,-1 2 0,2 1 0,0 0 0,0 4 0,-1 0 0,0 2 0,0 0 0,2-5 0,-1 0 0,-2-4 0,0-2 0,2-5 0,1-3 0,-4 38 0,2-11 0,6-12 0,0-6 0,0-6 0,2-14 0,4-22 0,5-10 0,5-5 0,1-9 0,0-3 0</inkml:trace>
  <inkml:trace contextRef="#ctx0" brushRef="#br1" timeOffset="80">31337 7445 8912,'-34'0'0,"-1"0"0,1 0 0,-3 0 0,1 0 0,2 0 0,-3 7 0,14 5 0,2 3 0,2 10 0,2 4 0,7 5 0,5 4 0,3 2 0,2 8 0,2-12 0,3 4 0,7-3 0,3-11 0,2-3 0,1-9 0,-1-3 0,0-7 0,0 4 0,2-10 0,4-4 0,-4-9 0,4-10 0,-3-4 0,-3-7 0,8 2 0,-8-16 0,2 4 0,-6-4 0,-1-1 0,3-7 0,-2 1 0,-1 2 0,-8-6 0,3 0 0,-7-8 0,0 15 0,0 8 0,0 10 0,-2 9 0,-3 10 0,3 11 0,-4 18 0,4 9 0,2 19 0,-6 6 0,1 9 0,1 3 0,2 7 0,2-4 0,0 6 0,0-4 0,0 3 0,2-6 0,4-3 0,5-5 0,12-12 0,-2 0 0,8-12 0,1-5 0,3-11 0,1-6 0,1-12 0,-1-6 0,1-3 0,-9-10 0,-3-3 0,-4-5 0,-7 4 0,-3 1 0,-1-3 0,-2-1 0,-6-3 0,0 1 0,0 0 0,-6-1 0,0 1 0,-5 7 0,3 4 0,-1 4 0,5 2 0,-11 7 0,5 6 0,-7 16 0,0-1 0,5 28 0,1-5 0,-1 6 0,-3-2 0,3 2 0,-1-5 0,7-8 0,2-3 0,2-1 0,2-5 0,0-1 0,2-2 0,4-4 0,4-3 0,7-8 0,0 0 0,0-8 0,1-3 0,-1-4 0,-2-2 0,-2 1 0,-1 5 0,-8-4 0,11 5 0,-4-7 0,-3 7 0,7-5 0,-5 13 0,1-6 0,1 8 0,-8 2 0,3 4 0,1 5 0,-6 5 0,6-5 0,-6 1 0,3 1 0,-3 2 0,8-3 0,-5-1 0,5-1 0,7 1 0,0-3 0,1-10 0,-1-4 0,0 1 0,0-13 0,1-3 0,-1-13 0</inkml:trace>
  <inkml:trace contextRef="#ctx0" brushRef="#br1" timeOffset="81">32008 7015 8912,'-6'-23'0,"-1"0"0,-3 2 0,6 8 0,-1 1 0,3 8 0,2-3 0,0 22 0,0 8 0,0 15 0,0 6 0,0 8 0,0-1 0,2 6 0,1 1 0,5-3 0,2-1 0,-7 5 0,7-6 0,-6 3 0,2-8 0,-1 1 0,-5-12 0,0 3 0,-2-12 0,-3-5 0,-5-11 0,-7-7 0,0-10 0,0-5 0,-1-7 0,1 0 0,6-6 0,-1-2 0,1-2 0,1-3 0,-5-3 0,13 5 0,-4 1 0,4 2 0,2-6 0,0 12 0,0-4 0,0 4 0,2 8 0,4-1 0,3 1 0,11 1 0,3 5 0,5 3 0,5 0 0,1-4 0,1 4 0,-1-6 0,2 3 0,4-1 0,-3 0 0,5 1 0,-10-3 0,-3-2 0,4 7 0,-14-11 0,4 8 0,-12 1 0,-3-3 0,-10 6 0,-4-4 0,4 5 0,-7 6 0,5 3 0,-2 1 0,0 3 0,6-1 0,0 1 0,0-1 0,0 6 0,0 1 0,0-1 0,6-6 0,0 1 0,-2 1 0,5-3 0,3 1 0,3-7 0,-4 4 0,1-8 0,-1-16 0,7-3 0</inkml:trace>
  <inkml:trace contextRef="#ctx0" brushRef="#br1" timeOffset="82">32559 7204 8912,'-10'0'0,"3"0"0,7 0 0,0 8 0,0 3 0,2 6 0,3 6 0,3 4 0,3 7 0,-1 6 0,-4 1 0,1 4 0,5-3 0,-5 0 0,1 0 0,-6-1 0,6-7 0,-8 0 0,0 1 0,0-7 0,0 1 0,0-8 0,-8-4 0,-9-9 0,-10-8 0</inkml:trace>
  <inkml:trace contextRef="#ctx0" brushRef="#br1" timeOffset="83">32507 7204 8912,'17'-8'0,"1"6"0,-1-3 0,0-3 0,0 2 0,0 1 0,1 5 0,-7 0 0,1 0 0,1 0 0,-3 1 0,1 5 0,-5 4 0,5 7 0,-7-8 0,4 7 0,-8-5 0,0 6 0,0 4 0,-2 2 0,-4-2 0,-5-2 0,3-1 0,-7-3 0,5-2 0,1-1 0,-7-8 0,7 3 0</inkml:trace>
  <inkml:trace contextRef="#ctx0" brushRef="#br1" timeOffset="84">32886 7118 8912,'0'-10'0,"0"3"0,0 7 0,0 2 0,0 3 0,0 5 0,0 7 0,2 0 0,3 1 0,-1-1 0,8 0 0,-7-6 0,7 1 0,-6-3 0,5 3 0,1-4 0,5-8 0,0 0 0,-5 0 0,-1 0 0,2 0 0,-5-8 0,0-2 0,-8-7 0,0 0 0,-8 0 0,6 5 0,-4 1 0,4 7 0,-5-4 0,5 1 0,-6 5 0,16-6 0,3 8 0,5 8 0,-5-4 0,1 5 0,1-1 0,2 5 0,1-3 0,-5 7 0,2-6 0,-7 1 0,6-6 0,-7 5 0,1-5 0,-6 5 0,0-7 0,0 11 0,0-13 0,-8 6 0,-1-8 0</inkml:trace>
  <inkml:trace contextRef="#ctx0" brushRef="#br1" timeOffset="85">32972 6946 8912,'-6'-17'0,"0"0"0,3-1 0,1 7 0,2 0 0,2 1 0,3-1 0,5-3 0,7 8 0,2-1 0,4 1 0,-4 4 0,14-6 0,-7 8 0,1 0 0,4 8 0,-8 4 0,0 3 0,2 2 0,-6 0 0,4 0 0,-4 3 0,-2 2 0,-6-1 0,1 8 0,-8-8 0,1 2 0,-3-4 0,-4-2 0,-3 1 0,3-9 0,-8-1 0,6-6 0,-1 3 0,-1-3 0,6 8 0,0-4 0,0-4 0,0 13 0,0-13 0,0 7 0,0-3 0,0-4 0,0 6 0,-2-8 0,-4 0 0,4-8 0,-3-4 0,3-5 0,2-6 0,0-5 0,0-12 0,6-4 0,-1-8 0,1 0 0,2-5 0,1 0 0,1 1 0,3 5 0,-7 5 0,7 4 0,-11 15 0,6 4 0,-1 4 0,-5 10 0,6 1 0,-8 16 0,0 3 0,2 4 0,4 3 0,-4-1 0,5 2 0,1 2 0,3 2 0,-1 7 0,1-1 0,-7-4 0,12 7 0,-7-5 0,1 0 0,3 0 0,-7-4 0,5-4 0,-5 4 0,7-6 0,-1-6 0,-3 3 0,3-9 0,1-1 0,-3-2 0,1-2 0,-1-2 0,1-4 0,3-3 0,-9-8 0,7-1 0,-6 1 0,7 0 0,-11 0 0,4 0 0,-4-1 0,-1 7 0,5 0 0,-4 7 0,6-12 0,-6 15 0,3-5 0,-3 12 0,6 7 0,-2 6 0,-1 4 0,7 8 0,-6-3 0,1 5 0,-1 1 0,-4 6 0,4 0 0,-4 0 0,-2-5 0,0-1 0,0-1 0,0-3 0,0-1 0,-6-14 0,0 2 0,-7-11 0,9 2 0,-8-8 0,-1 0 0,-2-8 0,-2-1 0</inkml:trace>
  <inkml:trace contextRef="#ctx0" brushRef="#br1" timeOffset="86">33368 6843 8912,'-18'0'0,"9"-8"0,11 4 0,15-7 0,10-2 0,13-10 0,12-2 0,11-4 0,-2-3 0,2 3 0,-6 2 0,6-1 0,-9 9 0,-28 10 0</inkml:trace>
  <inkml:trace contextRef="#ctx0" brushRef="#br1" timeOffset="87">18998 12482 8912,'-9'-7'0,"3"-5"0,4 4 0,2 1 0,0 5 0,0-4 0,8 4 0,3-3 0,5 3 0,1-4 0,0 0 0,0 0 0,0 1 0,1-1 0,1-7 0,4 1 0,-2 3 0,7-3 0,5-1 0,5-3 0,-2-1 0,16-2 0,-2-2 0,5-2 0,10-5 0,0 3 0,6 0 0,4 0 0,-1 2 0,-7 2 0,-2 2 0,-2 4 0,-4 3 0,8-1 0,4 3 0,0 3 0,7-7 0,3 11 0,10-9-80,-42 5 0,0 1 1,3 1-1,1 0 1,4 0-1,1-1 80,4 0 0,2-2 0,2-2 0,0-1-126,0 0 0,0-1 0,3-2 0,0 0 1,-5 1-1,0 1 126,-3-2 0,0 1 0,-2 2 0,-1 1 0,-2-1 0,0-1 0,-3 2 0,-2 1 0,42-8 0,-20 7 0,-8-3 0,-17 5 0,-2-1 0,0-1 0,5-3 0,-1 3 0,-4 3 0,-4-7 0,-10 10 0,-3-5 0,-6 1 0,-4 3 441,-9-3-441,-3 6 792,-7-6-792,0 8 0,0 0 0,-7 0 0,5 0 0,-6 0 0,8 0 0,-2 0 0,-3 0 0,-5-7 0,-7-3 0</inkml:trace>
  <inkml:trace contextRef="#ctx0" brushRef="#br1" timeOffset="88">22647 11072 8912,'-18'0'0,"1"-2"0,0-3 0,7 3 0,3-4 0,9 12 0,3 7 0,7 8 0,5 6 0,6 7 0,-4 6 0,4 4 0,-2 4 0,2 6 0,-2 3 0,6-2 0,-2 3 0,-2-1 0,-6 2 0,0 4 0,0 4 0,-5 11-183,-1 8 1,-15 8-1,3-42 1,1-1 0</inkml:trace>
  <inkml:trace contextRef="#ctx0" brushRef="#br1" timeOffset="89">23696 11313 8912,'6'-11'0,"0"-1"0,-2-1 0,-2-2 0,-2-3 0,0 1 0,0 0 0,-2 0 0,-4 0 0,4 5 0,-4 1 0,-3-1 0,7 6 0,-4 12 0,4 17 0,2 13 0,8 16 0,1 11 0,9 12 0,-1 10 0,-9-36 0,1 0 0,0 2 0,1 1 0,2 2 0,-1 1 0,-1-3 0,-1 1-89,3 2 1,-1-1 0,-1-2 0,-1-1 0,7 45 88,-5-10 0,4-16 0,-13-14 0,4-16 0,-4-12 0,-2-14 0,-8-16 0,-1-6 0</inkml:trace>
  <inkml:trace contextRef="#ctx0" brushRef="#br1" timeOffset="90">23610 11365 8912,'10'-2'0,"-4"-4"0,-3 2 0,3-7 0,-4 7 0,8-6 0,-5 7 0,7-3 0,11-8 0,5 5 0,5-1 0,3-3 0,4 7 0,4 1 0,8 5 0,-8 0 0,-4 0 0,-11 15 0,-6 8 0,-10 9 0,-1 8 0,-10-1 0,-2 6 0,-18 1 0,-14 6 0,-8 1 0,-4 3 0,-4 1 0,6-7 0,2-4 0,11-12 0,-2 0 0,8-17 0,1-3 0,4-14 0</inkml:trace>
  <inkml:trace contextRef="#ctx0" brushRef="#br1" timeOffset="91">24402 11416 8912,'-19'40'0,"-4"0"0,-6-1 0,-1-3 0,-1 0 0,2 4 0,10-1 0,2 6 0,2-12 0,9 1 0,2-5 0,10 0 0,5-6 0,5-4 0,3-4 0,4-4 0,-2-3 0,7-8 0,-5-15 0,6-8 0,0-10 0,5-7 0,-7 2 0,-4-8 0,-4 2 0,-4-2 0,-3 6 0,-5 4 0,-9 4 0,-3 3 0,-7 4 0,-11 8 0,-3 7 0,-9 5 0,-1 5 0,-4 5 0,3 5 0,-3 7 0,6 0 0,5 0 0,10 1 0,9-1 0,3 0 0,1-7 0,14-3 0,1-7 0</inkml:trace>
  <inkml:trace contextRef="#ctx0" brushRef="#br1" timeOffset="92">24815 10866 8912,'-29'0'0,"1"0"0,-3 0 0,6 8 0,2 3 0,4 4 0,2 3 0,0-1 0,7 8 0,4 3 0,4 7 0,2 3 0,0 2 0,8 8 0,7-10 0,8 6 0,0-2 0,2-4 0,-4-7 0,8-3 0,-2-7 0,1 2 0,-1-5 0,-4-7 0,-4-1 0,4-5 0,-4-3 0,-2 4 0,-5-6 0,-1-6 0,-7-3 0,4-9 0,-2 1 0,-1 0 0,1-6 0,-6 0 0,0-2 0,0 2 0,0 4 0,0-5 0,0 6 0,0 9 0,0 1 0,0 10 0,0 6 0,0 9 0,0 10 0,0 5 0,0 2 0,0 1 0,0-1 0,8-7 0,1 4 0,8-9 0,3 1 0,2-5 0,0-9 0,6-3 0,3-4 0,-1-4 0,1-6 0,-2-9 0,-8-2 0,2-10 0,-4 6 0,-2-5 0,-7 5 0,-5-6 0,3 8 0,-2-2 0,-3 4 0,-1 2 0,-4 2 0,-3 3 0,-5 5 0,-1 22 0,-1 8 0,6 9 0,-5 8 0,5 6 0,-3 10 0,-1 3 0,1 2 0,3 2 0,-6 6 0,9-1 0,-3-1 0,4-4 0,2-3 0,2-15 0,4 1 0,-3-13 0,9-1 0,-1-5 0,-1-6 0,5-10 0,-5-18 0,7-12 0</inkml:trace>
  <inkml:trace contextRef="#ctx0" brushRef="#br1" timeOffset="93">25761 11296 8912,'-7'9'0,"-5"-1"0,-3 0 0,3-4 0,1 7 0,0-5 0,-7 5 0,7 1 0,-1 5 0,1 2 0,1 4 0,1 4 0,3 7 0,4 0 0,-4 1 0,5-1 0,1 8 0,0-5 0,0 3 0,0-4 0,0-2 0,0-1 0,0-5 0,0-5 0,0-4 0,0-1 0,0-9 0,5-5 0,1-15 0,-2-12 0,-2-16 0,3 1 0,3-8 0,2-1 0,-5-3 0,5-2 0,0 1 0,-1-1 0,-5 8 0,5 2 0,-3 8 0,-2 1 0,7 5 0,-5 5 0,6 11 0,-7 5 0,7 11 0,1 7 0,-3 2 0,1 16 0,-7-6 0,4 4 0,-1-2 0,3-3 0,1-4 0,1-1 0,-1-2 0,7-3 0,-1-7 0,2-3 0,4-2 0,-4 0 0,12-7 0,-8-5 0,0-3 0,-6-2 0,0-6 0,0 0 0,-7-2 0,-5 2 0,-3 4 0,-2-4 0,0 4 0,0 2 0,-5 5 0,-1 1 0,-8 7 0,7-2 0,-7 14 0,3 9 0,7 0 0,-9 16 0,7-5 0,2 5 0,2 1 0,2-1 0,0-5 0,2 3 0,4-8 0,4-2 0,9-10 0,4-5 0,-4-4 0,11-2 0,-7 0 0,0-13 0,-4-6 0,0-4 0,-1-2 0,1-6 0,-14 3 0,1 1 0,-6-2 0,-7 8 0,-5-2 0,-5 4 0,-6 2 0,-4 5 0,-7 1 0,5 7 0,2-2 0,2 5 0,3 6 0,6 3 0,3 0 0,1-1 0,9 7 0,-5-11 0,8 9 0,15-8 0,4 3 0</inkml:trace>
  <inkml:trace contextRef="#ctx0" brushRef="#br1" timeOffset="94">26329 11279 8912,'10'-8'0,"3"4"0,-7-7 0,0 7 0,-6-11 0,0 13 0,0-6 0,0 10 0,0 4 0,0 5 0,0 5 0,0 1 0,0 2 0,0 4 0,0-4 0,0 11 0,0-7 0,0 6 0,0-6 0,5 0 0,1-6 0,0 0 0,-6 0 0,0-5 0,0-1 0,0 3 0,0-7 0,0-7 0,0-9 0,0-10 0,0-4 0,0-6 0,0-11 0,0 2 0,0-8 0,2 0 0,4 2 0,-3-4 0,9 8 0,-8 0 0,1 6 0,5 7 0,0 2 0,7 25 0,0 12 0,-6 11 0,-1 13 0,0 2 0,-3 2 0,1-2 0,5-1 0,-9-3 0,6-1 0,-3-5 0,7 5 0,-12-14 0,5 2 0,1-8 0,-6 2 0,7-13 0,-3 4 0,2-6 0,3-6 0,3-5 0,-7-10 0,3-2 0,1-8 0,6 3 0,1 3 0,-3-8 0,-4 5 0,5 3 0,-7 2 0,3 6 0,-3 3 0,-1 3 0,5 7 0,-9-3 0,8 7 0,-9 7 0,11 3 0,-8 7 0,5-6 0,-5 1 0,5-6 0,-3 3 0,1-1 0,3-2 0,5-6 0,0 0 0,1-6 0,-1 0 0,0-7 0,0 1 0,0-9 0,1-2 0,3-5 0,-4 5 0,4-6 0,-10 6 0,5 2 0,-1 2 0,-4 2 0,-3 7 0,-2 5 0,0 10 0,-1 7 0,-5 11 0,0 3 0,0 9 0,0 1 0,0 2 0,0 2 0,0-1 0,0-3 0,0-2 0,6-1 0,0-3 0,-2-1 0,-3-8 0,7 4 0,-6-8 0,13-7 0,-5-3 0</inkml:trace>
  <inkml:trace contextRef="#ctx0" brushRef="#br1" timeOffset="95">27069 10814 8912,'-17'0'0,"0"-5"0,0-1 0,-1-5 0,1 5 0,6-6 0,-1 7 0,10-9 0,2 3 0,8 3 0,19 1 0,5 7 0,10 0 0,8 0 0,-4 1 0,6 5 0,7 4 0,-6 7 0</inkml:trace>
  <inkml:trace contextRef="#ctx0" brushRef="#br1" timeOffset="96">27758 11124 8912,'-35'0'0,"6"-6"0,1 1 0,-3 1 0,-1-6 0,-1 8 0,5-4 0,-3 3 0,8-3 0,0 4 0,6-4 0,7 6 0,5 6 0,3 5 0,2 5 0,2 1 0,3 0 0,-1-2 0,8-3 0,-9 3 0,13-13 0,-5 4 0,-1-4 0,1-2 0,3 0 0,-5-2 0,3-4 0,1-7 0,2-8 0,3 2 0,-1-14 0,0 6 0,0 1 0,0 1 0,-5 4 0,-1 4 0,-5-4 0,5 9 0,1 4 0,5 3 0,-2 5 0,-1 5 0,-3 9 0,3 7 0,1 6 0,0 1 0,-3 1 0,3-6 0,-3 6 0,3-8 0,2 1 0,0-2 0,-7-11 0,5 4 0,-3-7 0,3-2 0,-4-6 0,-1-7 0,-2-9 0,5-10 0,-2-1 0,-3-5 0,-2-5 0,-4-1 0,-2-7 0,0 1 0,0-12 0,0 5 0,0-4 0,0 3 0,0 3 0,-2 1 0,-2 6 0,-4 10 0,-1 9 0,-3 13 0,1 8 0,-1 16 0,-1 11 0,3 15 0,-1 8 0,7 4 0,-5 7 0,3 0 0,4 6 0,-4-5 0,4-3 0,10-3 0,3-5 0,7-1 0,5 2 0,3-6 0,16-8 0,4-11 0,4-11 0,9 3 0,2-5 0</inkml:trace>
  <inkml:trace contextRef="#ctx0" brushRef="#br1" timeOffset="97">29341 10144 8912,'-35'0'0,"1"0"0,0 0 0,-1 0 0,3 6 0,3-1 0,4 11 0,10-1 0,3 10 0,7 7 0,3 1 0,2 13 0,0 7 0,7 6 0,5 6 0,3-2 0,-3-2 0,-3 2 0,-1-5 0,3-5 0,-5-1 0,0-1 0,-6-1 0,0-4 0,0 4 0,-10-14 0,-7 4 0,-10-4 0,-5-1 0,-3-9 0,-7-1 0,-2-7 0</inkml:trace>
  <inkml:trace contextRef="#ctx0" brushRef="#br1" timeOffset="98">28773 11107 8912,'9'-23'0,"-3"0"0,2-2 0,-2 2 0,1 4 0,-3-6 0,2 0 0,7 6 0,-3-6 0,7 8 0,0 0 0,8 0 0,2 2 0,9 1 0,4 3 0,-3 5 0,5-4 0,-2 3 0,0 3 0,0 2 0,-5 2 0,-1 0 0,-5 0 0,-1 0 0,-7 8 0,2 3 0,-11 6 0,-6 6 0,-5 4 0,-1 7 0,0 1 0,-1 1 0,-3 2 0,-4 2 0,-2-1 0,7 5 0,-13-8 0,5 4 0,1-9 0,-1-3 0,5-5 0,-5 6 0,7-16 0,-11 2 0,5-15 0</inkml:trace>
  <inkml:trace contextRef="#ctx0" brushRef="#br1" timeOffset="99">29392 10729 8912,'-17'-25'0,"6"4"0,-1-8 0,7 14 0,-5-2 0,2 1 0,3 9 0,5-1 0,0 8 0,3 0 0,7 0 0,9 0 0,6 0 0,-2-2 0,6-4 0,-1 4 0,7-5 0</inkml:trace>
  <inkml:trace contextRef="#ctx0" brushRef="#br1" timeOffset="100">29926 10230 8912,'-12'0'0,"1"0"0,7 8 0,-11-5 0,3 11 0,-3 5 0,-2 6 0,0 19 0,1 7 0,5 10 0,-4 14 0,3 5 0,-1 2 0,1-2 0,5-3 0,7-10 0,0-4 0,2-4 0,3-7 0,-3-10 0,4-8 0,3 0 0,1-16 0,7-1 0,0-10 0,1-12 0,-1-7 0,-8-11 0,7-3 0,-7-9 0</inkml:trace>
  <inkml:trace contextRef="#ctx0" brushRef="#br1" timeOffset="101">29737 10832 8912,'-8'21'0,"-4"-4"0,-3-8 0,6-5 0,-7-4 0,16 0 0,0 0 0,14-4 0,14-5 0,18-8 0,4-12 0,21 8 0,-8-8 0,8 6 0,-8-5 0,2 7 0,-2-2-70,-4 4 0,-7 2 1,-1-1-1</inkml:trace>
  <inkml:trace contextRef="#ctx0" brushRef="#br1" timeOffset="102">24591 12981 8912,'-17'-17'0,"0"-1"0,0 1 0,-1 0 0,9 17 0,3 12 0,4 16 0,2 16 0,8 12 0,3 16 0,5 5 0,1 1 0,6 6 0,0 4 0,0-6 0,1-4 0,-4 2 0,3-5 0,-4-4 0,-2-6 0,-8-8 0,-3-11 0,-12-4 0,-3-8 0</inkml:trace>
  <inkml:trace contextRef="#ctx0" brushRef="#br1" timeOffset="103">24316 13686 8912,'-17'0'0,"-1"0"0,9 0 0,1-8 0,24-3 0,6-12 0,17-12 0,9-11 0,7-5 0,8-6 0,4 3 0,2-3 0,3-2-177,-3 1 1,-11 3 176,-18 9 0,-8 4 0,-9 8 0,0-1 0,-23 10 0,0 8 0,-9 10 0,-1 5 0,-1 2 0,-3 0 0,7 3 0,1 9 0,-2 1 0,2 16 0,1 13 176,5 10 1,0 9-177,0-4 0,7 12 0,5-6 0,-3 13 0,3-7 0,-6-2 0,5-4 0,-1-13 0,3 1 0,-1-5 0,1-8 0,-4-7 0,3-20 0,-8-3 0,11-8 0,-13-14 0,4-5 0,-2-5 0,1-7 0,-3-7 0,4-2 0,2 0 0,-3 5 0,3 7 0,-2-1 0,1 8 0,7 0 0,-3 7 0,1 7 0,5 7 0,2 0 0,4 0 0,-2 7 0,8 5 0,1 3 0,10 2 0,6 1 0,-2-1 0,2 0 0,-6-7 0,6-5 0,-8-3 0,3-2 0,-11 0 0,-1 0 0,-14-7 0,2-5 0,-9-5 0,3-6 0,-7 4 0,0-6 0,-8 2 0,-7 0 0,-6 0 0,-6 6 0,2 0 0,-8 0 0,6 7 0,-6 4 0,8-1 0,-2 1 0,4 2 0,2 10 0,0 5 0,0 5 0,5 8 0,3 3 0,1 0 0,2 5 0,6-11 0,0 8 0,8-8 0,3 2 0,5-4 0,3-4 0,2-3 0,2-6 0,2-4 0,-2-2 0,-2-2 0,7-4 0,-7-6 0,2-10 0,-4-5 0,-1-8 0,-1 1 0,-2 2 0,-3 3 0,3-4 0,-13 14 0,3-4 0,5 12 0,-8 3 0,8 8 0,-5 0 0,-3 8 0,4 3 0,-2 3 0,0-1 0,3-1 0,3-1 0,3-1 0,-5 5 0,7-13 0,-3 4 0,3-5 0,2-1 0,-5-1 0,-1-5 0,0-6 0,7-11 0,-1 2 0,0-7 0,0-7 0,-1-7 0,-3-2 0,-2-5 0,3-7 0,-7 3 0,1-6 0,-8 7 0,0 0 0,0 1 0,0 7 0,0 10 0,0 18 0,0 16 0,0 17 0,0 20 0,0 12 0,0 13 0,0 12 0,0 6 0,0 2 0,2-1-302,4-7 302,-4-11 0,19 2 0,-4-8 0,10-1 0,-4-10 0,2-6 0,-3-12 0,-2-3 0,3-9 0,-4-5 0,-6-9 0,4-8 0,4 1 0</inkml:trace>
  <inkml:trace contextRef="#ctx0" brushRef="#br1" timeOffset="104">25951 13411 8912,'-19'15'0,"-2"-4"0,-2-5 0,0-4 0,13-2 0,18-8 0,20-11 0,26-17 0,13-14 0,-29 21 0,2-1 0,5-3 0,0-1 0,1 2 0,0 1 0,-1 1 0,0 1-155,35-23 1,-5 8 154,-12 4 0,-4 4 0,-7 2 0</inkml:trace>
  <inkml:trace contextRef="#ctx0" brushRef="#br1" timeOffset="105">27930 12843 8912,'-18'-17'0,"-1"0"0,-4 0 0,-5 1 0,-5 5 0,-1 3 0,-1 1 0,-7 5 0,-4-2 0,-3 8 0,-3 7 0,6 12 0,4 8 0,4 7 0,7 6 0,5 0 0,10 5 0,3-12 0,9 3 0,4-4 0,4-1 0,11-3 0,0-5 0,8-8 0,4-6 0,2-9 0,5 2 0,-5-4 0,-2-4 0,-2-4 0,-2-5 0,1-5 0,-5-1 0,6-6 0,-7 0 0,-1 0 0,0 6 0,0-6 0,-2 0 0,-3 2 0,3 10 0,-5-4 0,7 13 0,0-4 0,0 19 0,1 10 0,-1 15 0,-6 14 0,1 11 0,-1 6 0,-1 5 0,-3-3 0,-7 4 0,0-5 0,0-1 0,-7-8 0,-5-4 0,-3-3 0,-10-10 0,-2 4 0,-7-10 0,0-8 0,1-11 0,4-11 0,-3-6 0,11-12 0,-6-7 0,2-11 0,6-11 0,6-6 0,-3-5 0,15-7 0,-5-1 0,12-5 0,5 6 0,4 0 0,3 5 0,4 2 0,3 3 0,2 1 0,2 15 0,5-9 0,1 11 0,5-1 0,0 1 0,-6 4 0,-7 10 0,-2 4 0,4 1 0,-6 4 0,0-1 0,-6-5 0,0 5 0,0-1 0,0 6 0,-1-8 0,-5 5 0,4 3 0,-3-4 0,3 4 0,2 4 0,1 4 0,-1-4 0,0 19 0,0-4 0,0 12 0,1-1 0,-7 5 0,-1 1 0,-3 1 0,-3-1 0,-2 0 0,-2 1 0,0-9 0,0-3 0,0-4 0,0-1 0,-8-9 0,-9-1 0,-10-8 0</inkml:trace>
  <inkml:trace contextRef="#ctx0" brushRef="#br1" timeOffset="106">28085 12637 8912,'-16'-12'0,"5"1"0,-5 7 0,15-3 0,-5 7 0,12 1 0,5 5 0,12-2 0,6 7 0,3 1 0,3 5 0,-1 0 0,0 1 0,1 6 0,-1 3 0</inkml:trace>
  <inkml:trace contextRef="#ctx0" brushRef="#br1" timeOffset="107">28549 12964 8912,'0'26'0,"-7"-1"0,-1-8 0,-4 1 0,5 5 0,7-1 0,0-2 0,0-3 0,0-4 0,0 10 0,6-2 0,1 0 0,1 2 0,-1-2 0,5-2 0,-6-2 0,7 0 0,-1-1 0,3-5 0,-6-3 0,5-10 0,-9-4 0,7-5 0,-6-12 0,5-4 0,-5-7 0,-2-1 0,5-7 0,-7 0 0,4-4 0,2-3 0,-3 3 0,3 4 0,-4 4 0,2 7 0,-1-1 0,-3 18 0,4-3 0,-2 15 0,7 8 0,-7 11 0,2 17 0,1-5 0,1 0 0,2 1 0,-5 3 0,7-1 0,1-3 0,1-4 0,-3-8 0,4-2 0,-3-3 0,3 1 0,2-7 0,1-2 0,-1-10 0,-8-4 0,7-7 0,-7-2 0,1-4 0,-3-4 0,-7-1 0,0-1 0,0 0 0,0-5 0,0 7 0,0 4 0,-2 4 0,-3 2 0,1 8 0,-6 5 0,3 8 0,-1 13 0,2 11 0,4 5 0,-3 3 0,3 4 0,2 2 0,0 6 0,0-4 0,0-2 0,0-2 0,2-7 0,3-5 0,3 3 0,7-10 0,3-6 0,-3-5 0,14-12 0,1-4 0,3-11 0,1-12 0,6-9 0,0-2 0,-5-8 0,-8 4 0,-3 0 0,-1 2 0,-11 2 0,-3 0 0,-1 2 0,-2 9 0,-6 4 0,0 8 0,-2 8 0,-4 3 0,4 13 0,-4 11 0,5 1 0,1 9 0,0-1 0,0 2 0,1 3 0,3-3 0,2 3 0,6-3 0,-5-2 0,1-2 0,-1-4 0,-1 5 0,0-7 0,0 4 0,-1-3 0,-5-3 0,-7 0 0,-5 0 0,-3 0 0,-4 0 0,-2-1 0,-2-5 0,-6 3 0,6-9 0,-5 7 0,5-6 0,2-3 0,-6-8 0,0-5 0</inkml:trace>
  <inkml:trace contextRef="#ctx0" brushRef="#br1" timeOffset="108">30425 12551 8912,'-6'-19'0,"-1"-2"0,-3-2 0,-3 2 0,-1 2 0,1 4 0,3 1 0,3 3 0,-7 7 0,12 12 0,-5 11 0,7 15 0,0 0 0,5 7 0,1-1 0,2 5 0,-4-4 0,1-3 0,3-2 0,-2-1 0,-2-9 0,7-3 0,2-4 0,-5-9 0,9 3 0,0-7 0,3-8 0,8-9 0,1-12 0,3-6 0,-3-3 0,4-5 0,-5-3 0,-1-4 0,2-7 0,-8 1 0,2 4 0,-10 0 0,-1 12 0,-9-2 0,3 13 0,-4 9 0,-2 14 0,0 8 0,-6 17 0,1 3 0,1 5 0,2-1 0,2-1 0,0-4 0,0-3 0,0-1 0,6-5 0,-1-1 0,9-8 0,-3-3 0,5-4 0,3-4 0,2-4 0,4-5 0,1-4 0,-5-10 0,12-4 0,-6-9 0,-1-2 0,5-2 0,-8 2 0,2 1 0,-2-6 0,-4 6 0,4-1 0,-12 12 0,5 3 0,-15 8 0,7 7 0,-2 10 0,0 11 0,-1 7 0,-3 5 0,2 5 0,2 5 0,7 7 0,-1 0 0,-3 6 0,3-6 0,1-2 0,-5-2 0,-1 1 0,-7 1 0,0 2 0,-7 0 0,-10-7 0,-14-3 0,-7-1 0,1 0 0,-18 3 0,3-3 0,-3 3 0,-4-13 0,-3 6 0</inkml:trace>
  <inkml:trace contextRef="#ctx0" brushRef="#br1" timeOffset="109">24058 15869 8912,'7'-25'0,"-5"-1"0,4-11 0,-4-3 0,-2-6 0,0-3 0,0 3 0,0 2 0,-2 2 0,-4 4 0,-1 7 0,-5 3 0,-3 8 0,3 3 0,-3 8 0,-2 18 0,0 8 0,-1 16 0,1 15 0,2 7 0,3 8 0,-1 10 0,7 1 0,3-1 0,1-10 0,2-6 0,0-3 0,0-3 0,0 1 0,2-16 0,3-7 0,11-16 0,7-9 0,-2-8 0,5-13 0,3-12 0,4-11 0,-7-4 0,-1-7 0,-4-3 0,-4-3 0,4 3 0,-9-3 0,-4 4 0,-3 1 0,3 4 0,-2 8 0,1 2 0,-1 15 0,4 8 0,7 17 0,0 15 0,0 10 0,0 13 0,1 5 0,1 3 0,4-2 0,-2-4 0,7-8 0,-1-7 0,6-4 0,1-4 0,-3-9 0,9-3 0,-10-8 0,-1-5 0,-8-11 0,4-10 0,-8-8 0</inkml:trace>
  <inkml:trace contextRef="#ctx0" brushRef="#br1" timeOffset="110">25004 14992 8912,'0'27'0,"0"-4"0,0-2 0,0 2 0,-7 4 0,5 9 0,-4 4 0,4 4 0,2 8 0,0 5 0,0 0 0,2 1 0,4-7 0,1 1 0,5-1 0,1-1 0,-7-4 0,5-10 0,-5-7 0,6-14 0,-7 2 0,3-11 0,-2 0 0,-2-12 0,7-5 0,-7-14 0,3-8 0,-1-5 0,0 0 0,7-6 0,-3 8 0,7-6 0,0 0 0,0 13 0,1-9 0,-1 15 0,6 0 0,0 6 0,7 1 0,-3 5 0,0 5 0,4 6 0,-7 8 0,-1 7 0,-4 6 0,2 17 0,-19-9 0,4 11 0,-12 4 0,-5 0 0,-4 0 0,-10 6 0,-2-14 0,-7 4 0,1-6 0,4-5 0,6-6 0,4-4 0,8-9 0,-1-5 0,9-16 0,-3-10 0,6-10 0,6-11 0,3-5 0,8-5 0</inkml:trace>
  <inkml:trace contextRef="#ctx0" brushRef="#br1" timeOffset="111">25520 15405 8912,'0'17'0,"0"0"0,0 1 0,0-1 0,0 0 0,-1 0 0,-3 0 0,-2 1 0,0-1 0,6-6 0,0 1 0,0-7 0,0 7 0,8-8 0,3 1 0,5-3 0,9-2 0,-4-13 0,5-6 0,-1-6 0,4 2 0,-6-6 0,0-1 0,2-3 0,-14-1 0,10 0 0,-15-1 0,0 7 0,-6-1 0,0 8 0,0-2 0,-8 6 0,-4 5 0,-9 5 0,-2 7 0,2 0 0,-3 15 0,-1 8 0,0 9 0,0 9 0,2 2 0,12 9 0,-1 0 0,8 1 0,-1 4 0,5-3 0,5 3 0,11-11 0,8-8 0,3-7 0,4-10 0,1-8 0,10-5 0,-5-18 0,3-7 0,-2-10 0,2-13 0,-3-4 0,3-7 0,2-7 0,-2 1 0,-6-8 0,-5 2 0,-8 4 0,2 2 0,-6 3 0,-5 1 0,-7-5 0,-3 5 0,-4-8 0,-3 3 0,-7-5 0,-11-4 0,4-1 0,-4-1 0,6 17 0,6 12 0,3 19 0,8 14 0,0 24 0,0 11 0,0 16 0,0 14 0,0 10 0,0 11 0,0 5 0,6 0 0,1-2-730,3-2 730,1 1 0,7 3 0,-1-4 0,2-11 0,4-12 0,-4-11 0,4-6 0,2-13 0,-2-10 0,0-10 0,0-5 0,0-2 0,-1-7 0,-2-10 0,3-12 0,-2-4 0,5-3 0,-1-4 0,6-4 0,-12-8 0,2 1 0,-6-3 365,-3-3 0,-8 4-365,1-5 0,3-3 0,-2-2 0,-6 2 0,-6-2 0,-7 2 0,1-2 0,-3 5 0,-2 13 0,-1 4 0,1 13 0,6 9 0,-1 7 0,8 10 0,-1 2 0,3 2 0,2 10 0,0-1 0,0 6 0,0 8 0,0 4 0,5 5 0,1 6 0,6 10 0,-7 7 0,9 6 0,-3-5 0,-1 7 0,1-2 0,1 4 0,5 1 0,0 1 0,0-8 0,1-3 0,-1-5 0,0-3 0,0-4 0,0-6 0,1-14 0,-1-8 0,-8-1 0,7-15 0,-14 3 0,3-10 0,-18-12 0,-6-10 0</inkml:trace>
  <inkml:trace contextRef="#ctx0" brushRef="#br1" timeOffset="112">26106 15233 8912,'-35'0'0,"8"0"0,4 0 0,4 0 0,10 0 0,13-8 0,19-3 0,13-12 0,21-6 0,4-3 0,8-1 0,0 5-164,8-5 0,-12 7 164,3-9 0,-3 1 0,4-1 0</inkml:trace>
  <inkml:trace contextRef="#ctx0" brushRef="#br1" timeOffset="113">27104 15096 8912,'-35'17'0,"7"0"0,1-2 0,2-3 0,10-5 0,7 1 0,8-6 0,10 4 0,7-12 0,2-6 0,10-10 0,-3 1 0,5-8 0,-4 0 0,-2 2 0,-4 1 0,-10 3 0,2 4 0,-7-4 0,0-2 0,-6 2 0,-8 8 0,-9 7 0,-12 8 0,-5 4 0,-6 7 0,2 8 0,-6 16 0,2-1 0,1 8 0,15 2 0,5 6 0,7-4 0,7 1 0,8-5 0,7 1 0,9-1 0,16-10 0,5-9 0,8-12 0,-2-3 0,2-8 0,0-2 0,-12-4 0,4-3 0,-11-16 0,8-2 0</inkml:trace>
  <inkml:trace contextRef="#ctx0" brushRef="#br1" timeOffset="114">27396 15044 8912,'-9'0'0,"1"0"0,10 0 0,4 0 0,5 0 0,6 8 0,6 3 0,-4 4 0,14 4 0,-4 4 0,-5-3 0,-1 4 0,-3-1 0,-3 2 0,0 2 0,0-6 0,-5-2 0,-1-8 0,-7-7 0,4 4 0,-8-10 0,0-6 0,0-9 0,0-8 0,0-9 0,1-8 0,5-4 0,6-4 0,3-1 0,4 5 0,4 2 0,4 2 0,0 4 0,5 1 0,-5 3 0</inkml:trace>
  <inkml:trace contextRef="#ctx0" brushRef="#br1" timeOffset="115">28825 14511 8912,'-16'-2'0,"5"-4"0,-5 4 0,15-5 0,-7 7 0,8 4 0,0 5 0,0 10 0,0 8 0,0 9 0,6-1 0,-1 5 0,1-4 0,0 4 0,0 0 0,-3-1 0,-1-3 0,0-9 0,2-4 0,2-4 0,0-2 0,-6-8 0,0-3 0,0-14 0,0-9 0,0-8 0,0-15 0,0-4 0,0-5 0,7 1 0,1-11 0,3 7 0,5 8 0,-5 4 0,4 4 0,3 3 0,-1 5 0,0 5 0,0 11 0,0 7 0,1 3 0,-1 9 0,0 10 0,0 12 0,0 4 0,-7 1 0,5-2 0,-3-3 0,-5 2 0,-1-8 0,2 5 0,-2-5 0,-1 0 0,-5-6 0,0-7 0,0-4 0,0-12 0,8-4 0,-4-9 0,7-4 0,-5-3 0,5-9 0,1 1 0,3 1 0,-3 5 0,3-5 0,-4 5 0,5-3 0,1 2 0,-7 4 0,5 10 0,-4 4 0,-3-5 0,0 16 0,-8 0 0,7 0 0,-3 16 0,8-5 0,-7 3 0,5-1 0,-1-4 0,1-1 0,1 5 0,1-11 0,-1 4 0,3-4 0,1-4 0,2-4 0,0-3 0,1-8 0,-9-1 0,-1 1 0,-8 8 0,0-7 0,0 15 0,2 1 0,2 11 0,1 4 0,-1 2 0,0 6 0,0 0 0,2-2 0,7 6 0,-3-8 0,7 4 0,0-4 0,0-2 0,0 1 0,1-3 0,-1-4 0,0-5 0,0-12 0,0-7 0,1-8 0,-3-4 0,-4-4 0,-3-3 0,-8 3 0,0-3 0,-2-3 0,-4 1 0,-3 7 0,-8 3 0,-1 8 0,1 5 0,0 5 0,-6-2 0,0 3 0,6 5 0,5 5 0,1 9 0,-6-5 0</inkml:trace>
  <inkml:trace contextRef="#ctx0" brushRef="#br1" timeOffset="116">30218 14270 8912,'-34'6'0,"0"0"0,-1 1 0,3-3 0,3 2 0,-4 9 0,5 2 0,3 1 0,6 14 0,9-3 0,3 5 0,3 4 0,2 2 0,2 1 0,2-9 0,2-1 0,1-3 0,9-7 0,-5 4 0,9-8 0,-7-7 0,0-4 0,1-6 0,7-6 0,4-6 0,-4-11 0,4-5 0,-4-7 0,-2-5 0,1 4 0,-1-14 0,-2 5 0,-3-5 0,3-2 0,-7-1 0,3-5 0,2-1 0,-7-4 0,2-2 0,-4 10 0,1 5 0,1 2 0,-6 14 0,0 13 0,0 21 0,-6 29 0,1 17 0,-3 7 0,2-1 0,4 5 0,-3 0 0,3-1 0,2-11 0,2 3 0,1-8 0,3-1 0,9-5 0,3-5 0,-1-12 0,15-10 0,-3-7 0,5-1 0,7-5 0,3-6 0,7-11 0,1-9 0,-1-8 0,-5 0 0,0 5 0,-15-5 0,-3 0 0,-8 6 0,-9 5 0,-5-2 0,-4-1 0,-4-2 0,-4-1 0,-9 10 0,-8 8 0,-6 2 0,4 9 0,-1 2 0,5 10 0,-6 6 0,4 10 0,4 5 0,-4 8 0,6 5 0,3 0 0,3-2 0,7 0 0,-2 0 0,6 3 0,6-3 0,11-10 0,12 3 0,11-10 0,6-6 0,3 2 0,9-15 0,-1 2 0,-1-8 0,-3-13 0,-1-4 0,-2-7 0,-5-3 0,-3-3 0,-7-5 0,-3-1 0,-3 2 0,-4-6 0,-8 0 0,0-7 0,-5-3 0,-1-3 0,-7-4 0,2-8 0,-4-2 0,-2-3 0,0 1 0,-2-5 0,-2 1 0,-2 5 0,-7 18 0,3 14 0,1 13 0,1 16 0,1 9 0,-5 19 0,-3 12 0,-2 40 0,-1 11 0,1 12-84,9-41 0,-1 1 0,-2-1 0,-1 1 0,0 0 0,1-1 84,0 1 0,1-1 0,1 2 0,1-1 0,1 1 0,0-1 0,1 0 0,1 0 0,3-2 0,0-1 0,-4 37 0,4-8 0,2-3 0,0-5 0,8-9 0,-6-1 0,11-11 0,-7-3 0,-2-6 0,-2-3 0</inkml:trace>
  <inkml:trace contextRef="#ctx0" brushRef="#br1" timeOffset="117">9878 5175 8912,'0'-9'0,"0"-7"0,0 7 0,-2-7 0,-2 3 0,-2 2 0,2-3 0,3-1 0,1-2 0,0 0 0,1 1 0,5 5 0,-4-4 0,6 5 0,-1 0 0,-5 3 0,8 7 0,-4 0 0,-4 0 0,5 0 0,-1 2 0,0 3 0,-1-1 0,-5 8 0,0 1 0,0 2 0,6 3 0,0-1 0,0 0 0,-6 0 0,0 6 0,2 2 0,1 2 0,3 3 0,2 3 0,-3 1 0,-3 8 0,4 4 0,2 6 0,-2 5 0,1-2 0,-3 8 0,2 2 0,-2 2 0,3 4 0,-1 3 0,0-3 0,-6 3 0,0-9 0,0-2 0,0 1 0,0 4 0,0-5 0,0-2 0,0 1 0,0-1 0,0 2 0,0 6 0,0-1-108,0 1 0,2 0 108,3 0 0,-1-1 0,6 1 0,-3 0 0,-3 0 0,4 0 0,-2-1 0,1 1 0,-1 0 0,-4 0 0,4-1 0,1 1 0,-1 0 0,0 0 0,1-1 0,-5 1 0,4 0 0,-4 6 0,-2-1 0,2 8 0,4-2 0,-5-3 0,5-3 0,-4-3 0,-2-2 0,0 0 0,0-1 0,6 1 0,0 0 0,-1 5 0,-5 1 0,0 1 0,0-3 0,2-1 0,4-5 0,-4 2 0,4-6 0,-4 6 0,-2 5 0,0-3 0,0 4 0,0-10 0,0-4 0,0 0 0,0 0 0,0-6 0,0 3 0,1-5 0,5-1 0,-4 3 0,4 4 0,-4 6 0,-2 0 0,2-2 0,3 0 0,-3 6 0,4 0 0,-4-6 0,-2 6 0,0-10 0,0 4 0,0 0 0,0 6 0,0-2 0,0-4 0,0-4 0,0-8 0,0 7 0,0-1 0,0 6 0,0-6 0,-6 3 0,0-3 0,-1 10 0,1 7 0,2 1 0,-5-4 0,-1 3 0,1 6 0,-1 2 0,-1-1 0,-3 1-189,8-8 1,-5 8 188,5-1 0,-5 1 0,3 0 0,0-4 0,1-1 0,-5 5 0,7-2 0,-9 10 0,3 2 0,1-1 0,-1-5 0,5 2 0,-5 4 0,5-4 0,-6 3 0,8-8 0,-1-3 0,3 0 0,2-2 0,-6 4 0,0-7 0,1-1 0,5-5 0,0 0 0,0 2 0,0 1 0,0 3 0,0-1 0,0-5 0,0 0 0,0 0 0,5-1 0,1 1 0,0-8 0,-6-3 0,0-5 104,0-1 0,0 5-104,0 0 0,0 1 0,0-7 0,0 1 0,0-1 0,6 1 0,-1-1 0,1 1 0,2 0 0,-4-6 0,7-1 0,-7 1 96,2 6 0,1-6 1,-1-2-1,-2-2-96,-2-4 0,3-4 0,1-5 0,0 1 0,-6-7 0,0 2 0,0-2 0,0-4 0,2 4 0,2-2 0,1 2 0,1 2 0,-6 4 0,6 9 0,0-4 0,1 4 0,-1-3 0,-4 1 0,4 4 0,1-5 0,-1-1 0,0-2 0,-4-9 0,3-2 0,-3-2 0,6-9 0,-8-4 0,0-12 0,0 4 0,0-13 0,0 13 0,0-6 0,0 8 0,0-2 0,0-3 0,0 3 0,0-6 0,0 8 0,0 0 0,0-8 0,0-3 0,8-6 0,3-6 0,4-19 0,3-12 0</inkml:trace>
  <inkml:trace contextRef="#ctx0" brushRef="#br2" timeOffset="118">9929 5210 8912,'-2'-29'0,"-1"0"0,-3 1 0,2-1 0,2 0 0,4 1 0,4 1 0,3-4 0,9 8 0,-1 0 0,0-1 0,-2 10 0,-1-3 0,-3 4 0,3 3 0,-7 2 0,1 8 0,-8 2 0,0 4 0,0-4 0,0 13 0,0-5 0,0 7 0,0 0 0,0 0 0,-2 6 0,-4 0 0,4 8 0,-3-2 0,3 3 0,2 2 0,0 3 0,0 3 0,2-2 0,1 6 0,3 2 0,-2 3 0,-2-5 0,-2 14 0,6-11 0,-1 5 0,1-2 0,-6-10 0,0 0 0,0 2 0,0-6 0,0 4 0,0-3 0,0-3 0,0 0 0,0 1 0,0-3 0,0-1 0,0-2 0,0 1 0,0-1 0,0 5 0,0-9 0,0 9 0,0-3 0,0 3 0,2 3 0,4 3 0,-4-4 0,3 4 0,3-2 0,-2 2 0,-1-3 0,-5 3 0,6-4 0,0-1 0,0-1 0,-6 0 0,0 3 0,0 3 0,2-10 0,3 5 0,-3-7 0,4 1 0,2 3 0,-3-3 0,3 4 0,-2 1 0,-4 0 0,3 1 0,3-1 0,-2 1 0,0 5 0,-6 0 0,5 0 0,1-6 0,0 3 0,-6-1 0,2 0 0,3-3 0,-3-3 0,4 5 0,-4-1 0,-2 0 0,0 1 0,0-1 0,6-1 0,-1-5 0,1 7 0,-6-1 0,0-5 0,0 5 0,0-3 0,0 3 0,0 6 0,0 0 0,0 0 0,0-5 0,0 5 0,0 2 0,0 0 0,0 0 0,2-2 0,4-6 0,-4 1 0,3-1 0,-3 1 0,-2-1 0,0-1 0,0-5 0,2 5 0,4-5 0,-4 3 0,4-2 0,-4 3 0,-2-3 0,0-3 0,0 3 0,0-2 0,0 1 0,0 3 0,0-6 0,0 0 0,0 0 0,0 5 0,0-1 0,1-3 0,5 3 0,-4 0 0,4 5 0,-4 1 0,-2-1 0,0 8 0,0 4 0,-6 3 0,0 3 0,-5 0 0,5-1 0,-7 3 0,1 3 0,3-2 0,-3 8 0,1 1 0,1-3 0,-5-2 0,3-8 0,3 1 0,-3 0 0,9-3 0,-3-3 0,4-2 0,2-4 0,0-2 0,0 8 0,0 0 0,0 6 0,0-6 0,0-1 0,0-5 0,0 6 0,0-6 0,0 4 0,0-4 0,0-7 0,0 1 0,0-5 0,0 3 0,0 3 0,0-3 0,0-3 0,0 2 0,0-9 0,0 13 0,0-6 0,0 7 0,0-8 0,0 5 0,0 1 0,0 6 0,0 1 0,0 1 0,0-4 0,0 4 0,0 2 0,0 0 0,0 2 0,0 3 0,0-3 0,0-2 0,0 2 0,0 4 0,0 1 0,0 5 0,0-11 0,0-1 0,0 2 0,6-8 0,-1 2 0,1-3 0,-6-3 0,0 1 0,0-1 0,0-2 0,0-3 0,0 4 0,0-5 0,0 5 0,0 1 0,0 0 0,0 1 0,0 5 0,0 0 0,0 8 0,0-2 0,0 3 0,0 3 0,0 0 0,0-1 0,0 3 0,0 3 0,0-11 0,0 0 0,0-8 0,0-4 0,0 1 0,0-1 0,2 0 0,4 1 0,-4-1 0,3 0 0,-1 1 0,2-1 0,-4 3 0,4 3 0,-3-4 0,3 4 0,-4 2 0,4-2 0,-4 0 0,-2-5 0,0-1 0,0 1 0,0-1 0,0 0 0,0 1 0,0-1 0,0 0 0,0 1 0,0 1 0,0 4 0,0-9 0,0 3 0,0-1 0,0-1 0,0-3 0,0-1 0,0-1 0,0 2 0,0 3 0,0-3 0,0 0 0,0 3 0,0 4 0,0 1 0,0-1 0,0-2 0,0 3 0,0 3 0,0-4 0,0 4 0,0-3 0,0-3 0,0 0 0,0 1 0,0-1 0,0 0 0,0-5 0,0 0 0,0-1 0,0 7 0,0-3 0,0-1 0,0-2 0,0 1 0,-6-1 0,0 5 0,1-9 0,5 9 0,-2 3 0,-4 3 0,4 2 0,-4-4 0,4 4 0,2 2 0,0-6 0,0 2 0,0-3 0,0-3 0,0 0 0,0 1 0,0-7 0,0 1 0,0-2 0,0 1 0,-2 5 0,-3-4 0,3 3 0,-4 2 0,4 1 0,2-1 0,-6 6 0,1 0 0,-1 6 0,6-6 0,0 8 0,-2-4 0,-2 0 0,-2-4 0,1-4 0,5-1 0,0-1 0,0 1 0,0-7 0,0 1 0,0-6 0,0 6 0,0-1 0,0-1 0,0-2 0,0-8 0,0 0 0,0 0 0,0 6 0,0 0 0,0 0 0,0-6 0,0 0 0,0 1 0,0-1 0,0 0 0,0 0 0,0 0 0,-8 1 0,6-7 0,-4 1 0,4-9 0,2 5 0,0-8 0,0 0 0,-7 0 0,5 8 0,-6-6 0,8 5 0,0-5 0,0 4 0,0-4 0,0 3 0,0-14 0,0-14 0,-7-19 0,-3-19 0</inkml:trace>
  <inkml:trace contextRef="#ctx0" brushRef="#br2" timeOffset="119">17105 4797 8912,'-11'0'0,"-1"0"0,7 0 0,-7 0 0,8 0 0,-3 0 0,7 2 0,0 4 0,0-3 0,0 9 0,0-6 0,0 5 0,0 2 0,0 3 0,0 1 0,0 0 0,0 0 0,0 6 0,0 2 0,0 2 0,0 3 0,0 3 0,0 1 0,-2 2 0,-4 5 0,4-3 0,-4 8 0,5-2 0,-1 3 0,-2-3 0,-2-2 0,0 6 0,6-2 0,0-2 0,0 2 0,-5-8 0,-1 4 0,2-2 0,2 0 0,2 6 0,0-6 0,0 0 0,0-5 0,0 7 0,0 4 0,0-3 0,0 3 0,0-6 0,0 4 0,0 0 0,0 0 0,0 0 0,0 2 0,0-2 0,0-4 0,-2 4 0,-2 8 0,-1-3 0,1-3 0,2 4 0,2-4 0,0 3 0,0 3 0,-6-2 0,0-5 0,1 5 0,5-4 0,-6 4 0,0 1 0,1 1 0,-3-1 0,6 1 0,-4-1 0,-1 9 0,1 3 0,-6-2 0,5 0 0,-1-2 0,0-3 0,-3 3 0,5-2 0,1 6 0,5-5 0,-6 5 0,0-6 0,-2 12 0,3-6 0,3 0 0,-4-14 0,4-1 0,2-2 0,-6 4 0,1 1 0,-1-1 0,6-10 0,0 2 0,0 4 0,-6 4 0,0-6 0,3 1 0,1 1 0,2 0 0,0 6 0,-6 5 0,0 0 0,0 1 0,6-5 0,-1 2 0,-5 3 0,4 5 0,-4-6 0,2 2 0,1-3 0,-3 3 0,2 2 0,-4 8 0,3 5 0,-7 3-153,6-3 1,-5-3 152,5 3 0,-5-5 0,3-8 0,0-7 0,1-6 0,-1-3 0,2 7 0,4-2 0,-3-4 0,3-4 0,2-8 0,0 6 0,0 2 0,-2 2 0,-4 4 0,4 1 0,-4 3 0,-1 7 0,1 4 0,-2 10 0,3 1 0,1-5 0,-8-6 0,7-7 0,-5 1 0,1-4 152,-1-1 1,6-6-153,-2 0 0,-1-6 0,1 6 0,0-2 0,4 3 0,-1-1 0,-3 2 0,-6 2 0,7 1 0,-3 7 0,2-1 0,2 6 0,-7-6 0,7 1 0,-2-7 0,3 1 0,-1-1 0,-2-1 0,2-4 0,2 3 0,2-3 0,0 2 0,0-2 0,-2 4 0,-3-5 0,3 1 0,-4 4 0,2 3 0,-2 1 0,3-1 0,-9-1 0,6 0 0,-5-1 0,7 1 0,-2-1 0,3-7 0,-1-4 0,-2-1 0,2 1 0,0-10 0,-1 5 0,3-5 0,-4 5 0,4 1 0,2 4 0,0-4 0,0 4 0,0 4 0,0 2 0,0 6 0,0 1 0,0 1 0,0-5 0,-6-8 0,1-1 0,-1-4 0,6-2 0,0-1 0,0-5 0,0-1 0,0-6 0,0 4 0,0 2 0,0 1 0,0 7 0,0-1 0,0 1 0,0 1 0,0 4 0,0 2 0,0 4 0,0-4 0,0 0 0,0-6 0,0 4 0,0-5 0,0-7 0,0 3 0,0-8 0,0 2 0,0-4 0,0 2 0,0-2 0,0 4 0,0-3 0,0 9 0,0-2 0,0 3 0,0 3 0,0 1 0,0 4 0,0-2 0,0 8 0,0-8 0,0 2 0,0-5 0,0-7 0,0 3 0,0-8 0,0-2 0,0-2 0,0-2 0,0 0 0,0 1 0,0-1 0,0 0 0,0 2 0,0 4 0,0-2 0,0 8 0,0-6 0,0 5 0,0-7 0,0 2 0,0-4 0,0-2 0,0 1 0,0-1 0,0-8 0,0-1 0,0-6 0,0 4 0,0-2 0,0 7 0,0-5 0,0 5 0,0 1 0,0 5 0,0 0 0,0 0 0,0 0 0,0 1 0,0-1 0,0 0 0,0 0 0,0-5 0,0-1 0,0-5 0,0 5 0,0 1 0,0 5 0,0 0 0,0 0 0,0 1 0,0-1 0,0 0 0,0 0 0,0 0 0,0 0 0,0 1 0,0-1 0,0 0 0,0 0 0,6-5 0,-1-1 0,1-5 0,-6 5 0,0-7 0,0 11 0,0-5 0,0 7 0,0 0 0,0 1 0,8-1 0,-6 0 0,3 0 0,-3 0 0,-2 1 0,2-7 0,4 1 0,-4-7 0,4 7 0,-5-8 0,-1 3 0,0-7 0,0 0 0,0-7 0,0 5 0,0-6 0,0 8 0,0 0 0,0-8 0,0 6 0,0-5 0,0 7 0,0 0 0,2-8 0,4-3 0,4-5 0,7-16 0,0-4 0</inkml:trace>
  <inkml:trace contextRef="#ctx0" brushRef="#br2" timeOffset="120">10910 13307 8912,'0'-17'0,"0"0"0,0 0 0,0 0 0,0 0 0,0 7 0,2 2 0,2 10 0,2 4 0,-2 5 0,-8 10 0,-2 2 0,-13 10 0,2 1 0,-14 10 0,-1 13 0,-10 8 0,-8 8 0,0 5 0,19-35 0,-1 0 0,1 2 0,-1 0-163,-3 4 0,1 0 0,4-6 0,1 1 163,2 2 0,2 0 0,-19 32 0,14-15 0,5-7 0,8-8 0,11-14 0,0-11 0,19-12 0,10-5 0,10-4 0,7-2 0,12-2 0,11-4 0,6-5 0,5-12 0,5-4 0,5-5 0,-4 1 0,-5 3 0,-12 5 0,-6-6 0,-11 8 0,-6-2 0,-11 12 0,-6 5 0,-10 4 652,-1 2-652,-9 0 0,-3 0 0,-11 0 0,-12 8 0,-4 1 0</inkml:trace>
  <inkml:trace contextRef="#ctx0" brushRef="#br2" timeOffset="121">10824 13978 8912,'-17'-8'0,"0"-1"0,2-3 0,3 1 0,4 7 0,8-4 0,2 8 0,4 0 0,6 0 0,10 0 0,9 0 0,7 0 0,6 0 0,8 0 0,7-5 0,4-1 0,8-5 0,9 5 0,10-8-260,-36 9 0,1-1 0,5-2 0,1-1 260,4-3 0,2 1 0,1 1 0,1 1 0,3-2 0,0-1 0,2-1 0,1 1 0,4 1 0,2-1 0,4-3 0,1-1 0,3 3 0,1 0 0,2-2 0,0 1 0,3-1 0,1 1 0,-3 3 0,0 0 0,-29 1 0,1 0 0,1 1 0,-1 1 0,1 2 0,0-1-265,0-1 1,2 0 0,-2 1 0,0 0-1,-1 1 1,-1 0 264,26-3 0,-2 1 0,3-1 0,0 0 0,4 1 0,-1-1 0,-3 1 0,-2 1 0,-3 0 0,0 1 0,-4 0 0,-2 2-205,0 0 1,-3 0-1,-7-1 1,-2-1 204,-4 3 0,-2 0 0,-2-3 0,-1 1-77,-7 2 1,-1 0-1,-2 0 1,-1 0 76,33 3 0,-14-2 366,-16-3 1,-9 3-367,-13-4 1504,-12 4-1504,-9 2 0,-10-2 526,-4-4 0,-3 3-526,-9-9 0,1 1 230,0-7 1,0 3-231,0 4 0,-4-5 0,3 5 0,-3 1 0,10-1 0,-2 5 0,-1-5 0,3-4 0,-3-7 0,-9-12 0,-3-10 0</inkml:trace>
  <inkml:trace contextRef="#ctx0" brushRef="#br2" timeOffset="122">15625 12895 8912,'-7'-10'0,"5"-5"0,-4 13 0,12-4 0,5 4 0,12 2 0,4 0 0,8 0 0,1 10 0,4 7 0,-2 2 0,6 10 0,-2 2 0,-3 1 0,-9 4 0,-1 4 0,-10 4 0,-2 8 0,-7 1 0,-10 5 0,-18-3 0,-10 8 0,-20-7-304,-15 1 1,-14-4 303,35-27 0,-2 0 0,0 0 0,-1 0 0,-6-1 0,-2-1 0,-1 0 0,-3-2 0,-7 0 0,-4-2 0,-1-3 0,-1 0 0</inkml:trace>
  <inkml:trace contextRef="#ctx0" brushRef="#br2" timeOffset="123">11306 11863 8912,'-8'-15'0,"-3"4"0,-2 7 0,1 8 0,-1 13 0,7 13 0,2 8 0,2 8 0,2 4 0,0 3 0,0 3 0,0 1 0,2 2 0,4-3 0,3-1 0,1-5 0,7 0 0,-1-12 0,5-4 0,0-3 0,0-12 0,2-2 0,-4-2 0,6-9 0,-2-4 0,-1-6 0,3-7 0,-2-12 0,-4-4 0,4-7 0,0-1 0,-6 1 0,5-1 0,-11 1 0,-1 2 0,-1 1 0,-1 4 0,-4 2 0,-3 3 0,-1 4 0,0 9 0,0 3 0,0 12 0,0 5 0,0 12 0,6 2 0,2 6 0,0-3 0,-1 3 0,7-6 0,-3-2 0,2 1 0,-1-1 0,3-2 0,-3-9 0,1-5 0,-1 1 0,3-6 0,-4 4 0,-1-10 0,1-2 0,-7-13 0,2 0 0,-4-6 0,-2-4 0,0-5 0</inkml:trace>
  <inkml:trace contextRef="#ctx0" brushRef="#br2" timeOffset="124">11599 11966 8912,'-27'0'0,"4"0"0,4 0 0,2 0 0,-1 0 0,9 0 0,3 0 0,12 0 0,3-7 0,7-3 0,-5-7 0,-1 6 0,-5-1 0,-3 8 0,8-3 0,-4 7 0,-3 2 0,9 3 0,-8 5 0,11 15 0,-5 1 0</inkml:trace>
  <inkml:trace contextRef="#ctx0" brushRef="#br2" timeOffset="125">12012 12156 8912,'0'11'0,"0"0"0,0 1 0,0 5 0,0 2 0,0 4 0,0-2 0,0 8 0,0-6 0,2 3 0,1-1 0,3-4 0,0 4 0,-6-2 0,6-6 0,-1-5 0,1-7 0,-6 7 0,0-8 0,0 2 0,0-12 0,0-6 0,0-5 0,0-6 0,0-5 0,0-5 0,0 1 0,0 3 0,6-4 0,0 5 0,1 3 0,-1 2 0,-2 10 0,7 1 0,-5 3 0,5-3 0,3 6 0,1 5 0,10 1 0,4 0 0,3 7 0,3 5 0,-1-3 0,0 3 0,1-1 0,-1 6 0,1-1 0,-1-5 0,-5 2 0,-1-7 0,-1 0 0,2-6 0,-2-6 0,-4 0 0,-4-9 0,4-2 0,-4 0 0,-2-6 0,-6-2 0,1 2 0,-8-6 0,2 5 0,-6-1 0,-6 0 0,-4 0 0,-7 2 0,-2 6 0,-4 0 0,-4 2 0,-7 9 0,5-6 0,0 7 0,3 1 0,-3 9 0,-2 13 0,8 10 0,0 5 0,6 1 0,2 2 0,3 5 0,5-3 0,7 8 0,0-8 0,0 2 0,9-4 0,9-1 0,6-10 0,11-8 0,1-2 0,4-9 0,-3-2 0,5-10 0,-2-8 0,0-7 0,4 2 0,-10-4 0,5-1 0,-13-1 0,1-2 0,-4-4 0,-4-1 0,-1-2 0</inkml:trace>
  <inkml:trace contextRef="#ctx0" brushRef="#br2" timeOffset="126">13251 11760 8912,'-6'-17'0,"-2"0"0,1 0 0,-3 1 0,1 5 0,5-4 0,-2 3 0,2 2 0,-2-1 0,4 9 0,-3 2 0,3 10 0,2 13 0,0 5 0,0 5 0,0 1 0,0 0 0,0 1 0,0-1 0,2 1 0,3-1 0,-3-7 0,4-4 0,4 2 0,-1-3 0,3-2 0,-1-7 0,1-5 0,5-8 0,0 0 0,0 0 0,-1-8 0,-5-4 0,2-9 0,-7-1 0,8-9 0,-3 2 0,-3-3 0,-3-3 0,-3 9 0,-2 3 0,2-2 0,2 2 0,2 2 0,0 10 0,-5 7 0,5 15 0,4 3 0,7 14 0,0-5 0,0 6 0,3-2 0,2 1 0,-1-3 0,8-8 0,-6-5 0,6-1 0,-2-7 0,1 2 0,3-6 0,-8-6 0,0-11 0,-8-12 0,-2-3 0,-1-3 0,-8-5 0,1 0 0,-3-2 0,-4 4 0,-3-2 0,-7 1 0,-3 5 0,-2 5 0,0-1 0,-1 7 0,7 2 0,-1 9 0,9 3 0,-3 3 0,4 4 0,10-5 0,3 7 0,12 0 0,4 0 0</inkml:trace>
  <inkml:trace contextRef="#ctx0" brushRef="#br2" timeOffset="127">14197 11433 8912,'-9'-7'0,"1"5"0,8-4 0,0 12 0,0 3 0,0 9 0,0 1 0,0 2 0,0 4 0,0 1 0,0-5 0,0 2 0,0 2 0,0-2 0,0 0 0,-8 2 0,-1 2 0</inkml:trace>
  <inkml:trace contextRef="#ctx0" brushRef="#br2" timeOffset="128">14042 11227 8912,'-9'-27'0,"-5"3"0,9 6 0,-1 1 0,8 8 0,4 3 0,3 4 0,8 2 0,0 0 0,1 0 0</inkml:trace>
  <inkml:trace contextRef="#ctx0" brushRef="#br2" timeOffset="129">14472 11055 8912,'-24'17'0,"5"-7"0,-4-4 0,3 3 0,3 3 0,0 11 0,2 5 0,3 7 0,7 5 0,3 0 0,2 11 0,2-9 0,3 10 0,7-12 0,11 0 0,3-3 0,9-3 0,-1-7 0,1-4 0,-7-6 0,1-6 0,-6-3 0,6-8 0,-8-8 0,2-3 0,-4-12 0,-4-6 0,0-5 0,3-6 0,-11-4 0,10-8 0,-5 1 0,-1-1 0,5-7 0,-5-4 0,-3-4 0,-2-2 0,-5 0 0,-1 1 0,0-1 0,0 0 0,0 14 0,0 3 0,0 20 0,-1 7 0,-5 19 0,4 8 0,-6 9 0,3 14 0,-1 12 0,-2 14 0,2 12 0,4-2 0,-3 4 0,3 2 0,2 0 0,6 6 0,-1-10 0,9-4 0,-3-2 0,6-5 0,6-6 0,-2-4 0,8-8 0,-2-9 0,1-8 0,5-7 0,-14-10 0,6 0 0</inkml:trace>
  <inkml:trace contextRef="#ctx0" brushRef="#br2" timeOffset="130">15574 11038 8912,'9'-34'0,"-1"1"0,-8 4 0,0-1 0,-2 7 0,-4 2 0,-5 10 0,-12 5 0,-4 6 0,-7 6 0,5 5 0,0 12 0,1 6 0,-5 11 0,5 6 0,5 3 0,4 3 0,1-1 0,3 1 0,4-2 0,5-5 0,4-4 0,2-5 0,0-2 0,2-9 0,4-8 0,-3-1 0,9-11 0,5-7 0,6-9 0,6-12 0,-6-6 0,7-5 0,-1-6 0,-2-4 0,1-8 0,-7-1 0,2-4 0,-4 1 0,-3-5 0,-3 0 0,-1 0 0,-9 5 0,3-1 0,-4 5 0,-2 7 0,0 4 0,0 13 0,-8 11 0,6 9 0,-11 21 0,7 5 0,-1 16 0,1 0 0,4 10 0,-4-2 0,4 0 0,2 0 0,2 0 0,4-2 0,-2-3 0,7 1 0,5-6 0,5-3 0,0-8 0,7 2 0,-5-11 0,6-7 0,0-3 0,5-2 0,-1-9 0,-5-9 0,3-6 0,-8-11 0,-2 7 0,-10-1 0,-1 6 0,-4-6 0,-4 8 0,3-2 0,-9 4 0,-1 2 0,-9 2 0,3 3 0,-4 7 0,-3 3 0,-1 2 0,-4 0 0,10 5 0,-4 5 0,3 3 0,5 6 0,-5 4 0,9 0 0,-1 2 0,6 4 0,2 3 0,4-3 0,3-4 0,8-2 0,8-4 0,4-2 0,-2-2 0,1-3 0,1-7 0,5-10 0,-5-5 0,-4-7 0,-4-2 0,-6-4 0,-9-4 0,0-5 0,-6 1 0,-6 2 0,-5 3 0,-10-3 0,-4 6 0,-2 4 0,-9 4 0,-10 3 0,2 5 0,-4 7 0,-6 0 0,-5 7 0,-10 3 0</inkml:trace>
  <inkml:trace contextRef="#ctx0" brushRef="#br2" timeOffset="131">13113 12895 8912,'-17'0'0,"0"0"0,-1 0 0,1 0 0,0 0 0,5 2 0,3 3 0,1 7 0,4 3 0,3 4 0,1 4 0,0 6 0,0 3 0,5-3 0,5 0 0,3 1 0,6 3 0,2-7 0,-3-4 0,1-7 0,4-4 0,-4-7 0,4 2 0,-4-4 0,-2-6 0,0-6 0,0-7 0,1-12 0,-1 1 0,0-5 0,0-1 0,-7 0 0,-4-1 0,1 3 0,-1 3 0,-2 6 0,-2 4 0,-2 8 0,0-1 0,0 8 0,0-3 0,0 9 0,0 3 0,0 7 0,0 3 0,0 2 0,0 6 0,0 0 0,7 0 0,5-6 0,-3-2 0,1-1 0,0-5 0,-1-1 0,3-2 0,5-6 0,0 0 0,0 0 0,0 0 0,1-6 0,-1-2 0,0 1 0,0-1 0,0-5 0,1-4 0,-1-10 0</inkml:trace>
  <inkml:trace contextRef="#ctx0" brushRef="#br2" timeOffset="132">13887 12912 8912,'-17'-2'0,"0"-4"0,0 4 0,1-5 0,5-1 0,-2 4 0,7-7 0,0 5 0,6-5 0,0-3 0,6 5 0,2-3 0,1 1 0,4 1 0,-5-5 0,-2 4 0,-4-5 0,-2-1 0,0 6 0,0-1 0,-8 8 0,-3-1 0,-5 5 0,-1 5 0,0 9 0,0 7 0,0 0 0,-1 7 0,1 1 0,0 5 0,7 1 0,5-1 0,3 1 0,2-1 0,2-2 0,3-3 0,9-6 0,7-4 0,7-4 0,13-3 0,-3-4 0,8-8 0,-6-10 0,6-7 0,-6-2 0,6-10 0,-8 0 0,2-5 0,-3-6 0,-3 0 0,-2-2 0,-3 2 0,-4 1 0,-10-6 0,-3-1 0,-7 2 0,-3-2 0,-2 12 0,-2-3 0,-3 14 0,-5 2 0,-7 10 0,0 5 0,5 12 0,1 7 0,-3 8 0,-1 8 0,4 5 0,-1 6 0,6 2 0,-5 4 0,7 4 0,-2-4 0,5-4 0,1-2 0,1-4 0,5-1 0,6-7 0,11 1 0,-2-10 0,7-2 0,3-7 0,9-10 0,-2-8 0,8-3 0,-8-12 0,3-6 0,-5-5 0,-2-6 0,-5-6 0,-2-10 0,-2-3 0,-4-2 0,2-2 0,-6-6 0,4-7-187,-10-4 1,-3 3 186,-2 3 0,-4 3 0,-2 2 0,-6 14 0,0 3 0,-7 22 0,1 7 0,3 11 0,-3 12 0,1 17 0,-5 10 0,3 13 0,2 10 0,-1 0 0,-5 13 0,5 5 0,1 7 0,7 5 0,-2-3 0,5-1 0,1 0 0,0 3 0,0-10 0,7-1 0,5-14 0,3-6 0,2-5 0,2-4 0,4-11 0,-4-10 373,4-13-373,-4-3 0,-1-17 0,-1-4 0</inkml:trace>
  <inkml:trace contextRef="#ctx0" brushRef="#br2" timeOffset="133">9947 8597 8912,'0'11'0,"0"0"0,0 3 0,0 1 0,2-5 0,3-5 0,-1-3 0,8-2 0,-7-5 0,7-3 0,-1-2 0,-1-3 0,-1-2 0,-5-2 0,4-1 0,1 1 0,-3 0 0,6 0 0,-9 0 0,3-1 0,-4 1 0,6 0 0,-6 0 0,5 0 0,-7-1 0,0 7 0,0 0 0,0 7 0,0-4 0,0 8 0,-5 2 0,-3 4 0,-2 5 0,5 4 0,-7 3 0,6 5 0,-5-1 0,-1 9 0,-5-2 0,0 3 0,0 3 0,-2 7 0,-4 3 0,4-1 0,-4 2 0,-2 0 0,2 8 0,2-1 0,2-1 0,3 1 0,5-13 0,-4 6 0,3-6 0,3 6 0,-3-6 0,1 0 0,1 2 0,-5-3 0,3 6 0,-3 1 0,-2 6 0,0 1 0,-1 3 0,-1 3 0,-4 2 0,4 0 0,-4 2 0,2-2 0,-2-3 0,2-5 0,-7 4 0,5 3 0,-6-3 0,6 0 0,-6-5 0,1 7 0,-7 4 0,1 4 0,-1 2 0,7-6 0,-1 0 0,6-6 0,-6 6 0,3 0 0,-3 6 0,2-6 0,6 0 0,-2 2 0,2 2 0,4 0 0,6-4 0,-5 2 0,5-8 0,1 4 0,-1 2 0,-1-5 0,-5 10 0,0 3-205,0 4 1,-6 7 204,0-2 0,-10 2 0,1 0 0,-8-2 0,-4 3 0,3 3 0,18-41 0,1 1 0,-17 40-299,-1 0 0,4 0 299,1-6 0,1 1 0,0 5 0,7-10 0,4 10 0,4-10 0,2 5 0,-1 1 0,1 2 0,0 0 0,0-4 0,5-2 0,1-3 0,-1 11 0,4-38 0,-1 1 0,-10 43 0,-2-4 0,-2-8 0,2-3 0,2 5 0,2-2 0,-6-4-150,0-1 1,0-4 149,6-3 0,-1-1 0,3-4 0,2-7 0,1-9 0,6-5 0,-5-7 0,5-7 0,-3-1 372,1-2-372,2-2 602,6-14-602,0-1 332,0-8-332,0 0 0,0-9 0,0-9 0,0-16 0,0-19 0,0-14 0,0-25 0,0 39 0,0 1 0</inkml:trace>
  <inkml:trace contextRef="#ctx0" brushRef="#br2" timeOffset="134">9964 8493 8912,'-10'-7'0,"-3"-3"0,7-7 0,0 6 0,6-1 0,0 8 0,0-3 0,2 7 0,4 0 0,-2 0 0,7 0 0,1-2 0,5-2 0,0-2 0,0-5 0,1 5 0,-7-2 0,1 3 0,-1 1 0,6-8 0,2 7 0,2-7 0,4-1 0,2-3 0,-4-1 0,6 0 0,-1-2 0,7-4 0,-1 2 0,1-8 0,1 6 0,2-5 0,4-3 0,2-1 0,2-1 0,6 5 0,-4 1 0,3 4 0,-9 4 0,10-4 0,-12 4 0,0 2 0,-2-2 0,3-4 0,-5 4 0,4-6 0,-2 2 0,2 0 0,1-8 0,10 3 0,-3 1 0,9-2 0,-3 6 0,-2-5 0,7 5 0,4-6 0,-4 8 0,-1-4 0,-5 2 0,-1 0 0,1-1 0,5 1 0,-3 2 0,8-8 0,4 6-322,13-6 1,5 1 321,-34 11 0,1-1 0,-3 1 0,-1 0 0,4 0 0,0 0 0,0-1 0,1-1 0,-1 0 0,1 0 0,5-2 0,2 0 0,5-1 0,0 0 0,-3 0 0,-1 0 0,0 0 0,-2-2 0,-3 0 0,-1 1-231,2 2 0,1 1 0,0-1 0,1 0 231,4 1 0,0 0 0,-6 2 0,0 0 0,1-2 0,-1 0 0,-6 2 0,0 1-143,-3 3 1,1 0 0,0-3 0,1 1 142,5 2 0,-1 0 0,-2-1 0,0-1 0,0 1 0,1 0 0,-4 0 0,-1 1 0,-1-1 0,0-1 0,45-10 0,-6-3 0,6 2 0,-1-1 0,1-3 0,-6 8 0,-5 0 0,-1 6 0,-15-2 0,-2-4 0,-2 4 0,-3-2 0,-3 5 0,-1 5 0,-5 0 271,-3-7 1,-4 3-272,-7 4 0,1-5 230,4 5 0,-2-4 0,6-3 1,-2 1-231,-3 0 0,-3 0 336,-2 0 0,-1 5-336,-4 1 0,3-1 0,-3-5 0,11 2 0,6 3 0,5-3 0,7 4 0,-5-5 0,5-1 0,-1 2 0,-5 3 0,-10-1 0,-15 5 0,-3-1 0,-8 5 0,-9-4 0,-7 8 0,0 0 0,-7 0 0,5 0 0,-6 0 0,8 0 0,0 0 0,0 8 0,0 2 0,0 7 0,0 0 0</inkml:trace>
  <inkml:trace contextRef="#ctx0" brushRef="#br2" timeOffset="135">16572 5278 8912,'-29'0'0,"3"-2"0,1-1 0,4-3 0,9 0 0,4 8 0,10 2 0,4 2 0,-2 7 0,7-4 0,3 3 0,1-1 0,2 3 0,1 9 0,1-4 0,2 4 0,4-2 0,1 2 0,3-2 0,5 7 0,1 1 0,-1 5 0,1 1 0,-1 1 0,1 2 0,-1 2 0,0 8 0,1-2 0,-1 11 0,1 6 0,-1 6 0,0 6 0,1-5 0,1 7 0,4-3 0,6 1 0,-2-3-191,2-9 1,0-2 190,6-3 0,-1-3 0,1 8 0,-8-2 0,-4 2 0,-4 2 0,1-5 0,1 1 0,2 4 0,0 2 0,-5 1 0,5 3 0,0 3 0,6 7 0,-26-37 0,0 2 0,0-1 0,0 1 0,1-1 0,0 0 0,16 41 0,3-6 0,4 4-284,2-4 1,3-3 283,3-3 0,-1 3 0,3-3 0,3-1 0,6-2 0,-7-8 0,1 0 0,-7-6 0,7 6 0,-3 0 0,-2 6 0,-3 2 0,-3 3 0,2-3 0,-8 5 0,-2-1 0,-1-1 0,-9 3 0,1-3 0,-8 4 0,2 8 0,-4 2 0,-2 4 0,2-12 0,2 0 0,4-7 0,2-4 0,2-2-100,5-4 0,1-2 100,-1-4 0,0-3 0,1 3 0,-3-4 0,-3-1 0,4-6 0,-5 0 0,-3-8 0,-2 2 0,2 2 88,-2-2 0,6-5 0,-7-7 0,1 3-88,2 1 0,-6 6 288,4-3 0,-4 3-288,-1-9 0,-1 3 55,0 3 0,0-7 0,-1-1 0,-3-2-55,-2-4 0,-5-4 0,6-6 0,-1 5 0,1-9 0,-1 5 0,-7-3 0,2-3 0,-4-4 0,-2 6 0,0-8 0,0 0 0,-16 0 0,5 0 0,-22-8 0,7-2 0</inkml:trace>
  <inkml:trace contextRef="#ctx0" brushRef="#br2" timeOffset="136">8845 17485 8912,'-7'-17'0,"5"6"0,-6 1 0,2 1 0,1-1 0,-1 6 0,8-3 0,3 7 0,7 0 0,3 0 0,2-2 0,1-4 0,-1 2 0,2-7 0,4-3 0,-4-1 0,4-2 0,-4 0 0,-2-1 0,1-4 0,-1-1 0,-6-8 0,-1 2 0,-1-3 0,1-2 0,-6-1 0,1 1 0,-3 1 0,-2 5 0,-7-3 0,-5 8 0,3 0 0,-3 6 0,1 8 0,-6 3 0,-1 12 0,7 13 0,-1 15 0,7 4 0,-7 14 0,8-4 0,-1 7 0,3-3 0,2-1 0,2-11 0,3 6 0,-1-2 0,8-4 0,-1 0 0,6-5 0,-1-9 0,-5-3 0,4-4 0,-3-1 0,3-3 0,2-4 0,1-3 0,-1-8 0,-8 0 0,14-15 0,-4-4 0</inkml:trace>
  <inkml:trace contextRef="#ctx0" brushRef="#br2" timeOffset="137">9413 17348 8912,'-9'0'0,"-7"0"0,14 0 0,-5 0 0,7 8 0,2 5 0,3 8 0,-3-2 0,4 4 0,2-2 0,-1 0 0,3 4 0,3 2 0,-5-6 0,7 11 0,-5-5 0</inkml:trace>
  <inkml:trace contextRef="#ctx0" brushRef="#br2" timeOffset="138">10497 17176 8912,'-15'-17'0,"2"1"0,3 3 0,2 2 0,3 14 0,5 3 0,0 9 0,0 6 0,2 4 0,3 2 0,5 2 0,7 5 0,2-1 0,4-5 0,-2 3 0,8-8 0,0 2 0,5-3 0,2-8 0,4 1 0,6-5 0,4-6 0,9-4 0,3-6 0,-1-8 0,-4-7 0,-3-5 0,-3-9 0,3-1 0,3-4 0,-3 4 0,1-5 0,-5 7 0,-4 5 0,-8-1 0,2 7 0,-5 8 0,-7 9 0,-3 6 0,-8 8 0,0 9 0,1 9 0,5 7 0,0 1 0,1 1 0,-1-1 0,4 2 0,8 5 0,-1-11 0,0 4 0,8-11 0,6-2 0,8-5 0,7-5 0,-2-9 0,2-2 0,-6-8 0,7-9 0,-7-2 0,6-4 0,-9-4 0,-3-7 0,-1 5 0,-10 3 0,-2 1 0,-1 4 0,-9 4 0,1 5 0,-8 5 0,2 7 0,4 0 0,1 0 0,3 1 0,-2 5 0,3 4 0,-1 7 0,5 0 0,4 0 0,8 0 0,-2 1 0,11-1 0,6 0 0,12-5-252,5-1 1,10-7 251,2 2 0,0-6 0,-6-6 0,0-6 0,0-3 0,-6-2 0,0 0 0,-5-1 0,5 1 0,-7 2 0,-2 2 0,-10 3 0,-9 2 0,-18 3 0,0 5 0,-5 0 0,0 0 0,-10 5 0,-8 1 0,3 8 0,7-5 0,4 3 0,1-1 0,11-1 0,9 1 0,13 2 0,10-7 0,7 0-6,10-6 1,6 0 5,0 0 0,-43-3 0,-1-2 0,44-6 0,-40 6 0,-1 0 0,45-6 0,-6-3 0,-6-1 0,-19-2 0,-2 0 0,-9 5 0,-8 1 0,-10 5 0,-9-3 0,-3 1 0,-6-4 0,-7 7 0,-7-1 0,4 4 0,-10-4 0,-4-5 514,4 3-514,-6-7 0,8 13 0,0-6 0,-2 8 0,-3 0 0,3 0 0,-6 0 0</inkml:trace>
  <inkml:trace contextRef="#ctx0" brushRef="#br2" timeOffset="139">14266 17829 8912,'0'-9'0,"0"1"0,2 8 0,4 0 0,3 0 0,8 0 0,3 0 0,1 0 0,2 0 0,-1 0 0,-2-2 0,1-4 0,2-5 0,5-4 0,-5-2 0,8-3 0,-3-3 0,-3 2 0,-2-7 0,-4-1 0,-1-5 0,-3-6 0,-4-2 0,-5 0 0,-4 0 0,-2 3 0,0 11 0,-6 3 0,1 8 0,-9-1 0,5 9 0,-9 3 0,7 14 0,-1 9 0,-1 10 0,-2 5 0,5 10 0,4 4 0,-1 4 0,1 1 0,0 1 0,6 0 0,0-7 0,0-1 0,0 0 0,0 0 0,8-6 0,3 3 0,5-13 0,1-5 0,-4 2 0,5-2 0,-5-8 0,10-9 0,-4-4 0,-2-10 0,0-1 0</inkml:trace>
  <inkml:trace contextRef="#ctx0" brushRef="#br2" timeOffset="140">14782 17829 8912,'0'-17'0,"0"0"0,0 0 0,2 1 0,4 5 0,-2-4 0,7 3 0,3-1 0,9 1 0,-4-1 0,4 7 0,-2 2 0,2 3 0,-4 1 0,4 0 0,-12 1 0,-5 5 0,-4 11 0,-2 12 0,-2 4 0,-4 1 0,-5 2 0,-12 4 0,4-3 0,-4 3 0,4-4 0,1-2 0,3-1 0,4-4 0,-3-5 0,8-6 0,1 6 0,5-4 0,13-3 0,4-12 0,18-3 0,-1-2 0,12-7 0,0-7 0,6-5 0,5-4 0,-4 0 0,14-9 0,-5-4 0</inkml:trace>
  <inkml:trace contextRef="#ctx0" brushRef="#br2" timeOffset="141">16641 17176 8912,'-17'-17'0,"-1"1"0,3 7 0,4 9 0,3 8 0,8 11 0,2 4 0,4 5 0,3-1 0,8 2 0,1-1 0,-1-1 0,6 4 0,0-8 0,7 5 0,-3-5 0,2-2 0,-1-2 0,1-9 0,6-4 0,-1 1 0,0-1 0,1-4 0,-1-6 0,2-7 0,5-12 0,-3 3 0,8-2 0,-6-3 0,4 0 0,0 0 0,0 0 0,0 2 0,2 6 0,-4 6 0,-8-1 0,1 8 0,-1-1 0,-7 3 0,-2 4 0,-2 3 0,0 7 0,0 11 0,-6 5 0,2-1 0,4 2 0,-2-6 0,8 5 0,-1-7 0,7 2 0,7-5 0,4-7 0,3-3 0,3-8 0,-6-8 0,0-3 0,1-7 0,3-5 0,-6-1 0,-4-5 0,2-4 0,-1 5 0,-3-9 0,-10 3 0,3-4 0,-8 9 0,6 4 0,-6 2 0,-6 10 0,-6 2 0,-7 7 0,4-4 0,-8 16 0,0 3 0,0 5 0,0-5 0,0 0 0,0 1 0,0 5 0,0 0 0,0 1 0,0-1 0,0-8 0,-8 7 0,-1-7 0</inkml:trace>
  <inkml:trace contextRef="#ctx0" brushRef="#br2" timeOffset="142">17019 18259 8912,'-9'-9'0,"1"1"0,10 2 0,4 0 0,5-1 0,10 3 0,4-4 0,2-1 0,7-5 0,8-7 0,0-3 0,1-3 0,4 0 0,-3-3 0,2-1 0,0-5 0,-15 7 0,-3-7 0,-8-1 0,-9-1 0,-3 4 0,-8 5 0,-10 2 0,-7-1 0,0 5 0,-6 11 0,4 7 0,1 3 0,1 4 0,0 3 0,0 7 0,0 11 0,-1 5 0,1 13 0,6-3 0,-1 8 0,8-2 0,-1 1 0,3 5 0,2-6 0,0 0 0,0-4 0,7-4 0,5-1 0,11-1 0,5 1 0,1-11 0,6-6 0,-5-3 0,10-9 0,-3-3 0,-3-8 0,8-20 0,2-11 0</inkml:trace>
  <inkml:trace contextRef="#ctx0" brushRef="#br2" timeOffset="143">17897 18001 8912,'0'-25'0,"2"6"0,4-4 0,-3 6 0,9 6 0,-6-5 0,5 5 0,3-4 0,1 5 0,2 2 0,0 8 0,0 0 0,1 0 0,-3 2 0,-4 4 0,-5 6 0,-4 3 0,-2 2 0,-2 6 0,-4 0 0,-1 0 0,-5-6 0,-1 0 0,7 0 0,-1 1 0,3-1 0,-2 0 0,0 0 0,6 0 0,8-1 0,3-5 0,7 2 0,5-7 0,5-2 0,5-2 0,-5 4 0,1-1 0,-2 3 0,2-2 0,-5-2 0,-6 7 0,-3 1 0,-4 7 0,-5 4 0,-19-2 0,-10 7 0,-10-5 0,-7 6 0,-4-6 0,-7 5 0,-1-7 0,0 2 0,3-4 0,3-1 0,-12-9 0,12-1 0,-13-8 0</inkml:trace>
  <inkml:trace contextRef="#ctx0" brushRef="#br2" timeOffset="144">8122 16952 8912,'-9'0'0,"-1"0"0,5 0 0,5 2 0,0 4 0,7-4 0,12 4 0,4-4 0,6-2 0,4 0 0,3 0 0,4 0 0,6 0 0,4-6 0,3-2 0,5-1 0,5-5 0,-2-1 0,2-2 0,-2 5 0,2 1 0,-5-1 0,-5 3 0,4-4 0,1 7 0,1-6 0,-2 7 0,-3-1 0,3 6 0,-5 0 0,-6 0 0,2 2 0,-8 4 0,0-3 0,-6 9 0,-5-6 0,0 5 0,-2-5 0,1 3 0,-3-1 0,0-4 0,-6 3 0,4-1 0,4 8 0,-8-13 0,6 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1:46:04.133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9207 4711 8912,'9'-12'0,"-3"1"0,-4 7 0,-2-11 0,0 3 0,0-3 0,0-2 0,0 5 0,0 1 0,-8 7 0,4 0 0,-7 16 0,5 3 0,-5 20 0,-1-5 0,-5 22 0,0-3 0,0 9 0,-1 3 0,1-4 0,0 4 0,0-2 0,0 6 0,-1-2 0,3 10-322,4 2 322,-5-1 0,12-7 0,-5-4 0,1-6 0,-5 4 0,11-15 0,-4 0 0,4-8 0,2-11 0,0-4 0,0-4 0,2-9 0,4-5 0,4-3 0,7-2 0,0 0 0,0 0 0,0-2 161,1-3 0,6 1-161,5-8 0,4 9 0,3-5 0,4 0 0,-2 6 0,6-3 0,-2 3 0,14-6 0,-16 6 0,12-4 0,-10 4 0,4 2 0,-6 0 0,6 0 0,-8 0 0,2 0 0,2-7 0,-2-5 0,-2-3 0,-3 4 0,-6-1 0,-5-1 0,1-2 0,-6-3 0,4-5 0,-11 0 0,1 1 0,-7 4 0,0-5 0,-6-1 0,0-3 0,0-2 0,0-5 0,-2-1 0,-4 1 0,-4-8 0,-7-4 0,0-4 0,0-1 0,0-8 0,-1 5 0,1-3 0,-4-2 0,4 1 0,-4 1 0,9 5 0,-3 1 0,-2-1 0,5-5 0,3 2 0,1 5 0,1 6 0,1 10 0,4-1 0,-13 8 0,5 5 0,-1 4 0,-1 7 0,-5 3 0,-8 6 0,-2-3 0,-1 3 0,-7-4 0,1 12 0,-8 5 0,-8 12 0,-11 6 0,3 3 0,-10 3 0,10-1 0,1-5 0,11-3 0,6-1 0,13-2 0,10-6 0,7-7 0,12-2 0,6-8 0,9 0 0,8 0 0,9-16 0,1-3 0</inkml:trace>
  <inkml:trace contextRef="#ctx0" brushRef="#br0" timeOffset="1">9757 4453 8912,'2'-19'0,"6"-4"0,7-6 0,10-3 0,8-3 0,5-1 0,13-4 0,1-6 0,2 2 0,1-2 0,0 1 0,-5 1 0,-8 11 0,-13 16 0,-6 9 0,-12 8 0,-5 6 0,-4 6 0,-4 5 0,-4 6 0,-3 3 0,-1 1 0,-5-2 0,13-8 0,-4 0 0,-3 1 0,-1-1 0</inkml:trace>
  <inkml:trace contextRef="#ctx0" brushRef="#br0" timeOffset="2">10256 3765 8912,'0'-9'0,"2"1"0,4 8 0,4 0 0,3 0 0,2 2 0,4 4 0,1 5 0,1 12 0,0 6 0,2 3 0,-1 10 0,-4 2 0,-1 10 0,0 3 0,-7-2 0,-5 5 0,-3-7 0,-4 1 0,-3-14 0,3 0 0,-21-6 0,4 1 0</inkml:trace>
  <inkml:trace contextRef="#ctx0" brushRef="#br0" timeOffset="3">11168 3782 8912,'10'-1'0,"-6"-3"0,-8-4 0,-7-1 0,-5 5 0,-1-2 0,0 4 0,-6 2 0,0 0 0,2 0 0,2 0 0,7 6 0,1 3 0,-1 5 0,3 7 0,3 4 0,4 3 0,2 14 0,0 4 0,0 4 0,0 1 0,8 7 0,3-1 0,5-2 0,-7-1 0,4-8 0,-5-2 0,2-2 0,-1-4 0,3-8 0,-7-3 0,-3-2 0,6-2 0,-6-13 0,-2 5 0,-10-6 0</inkml:trace>
  <inkml:trace contextRef="#ctx0" brushRef="#br0" timeOffset="4">10876 4350 8912,'-17'0'0,"1"-8"0,5-3 0,3 3 0,8-7 0,0 3 0,2 3 0,6-3 0,7-1 0,8 0 0,4 1 0,2-3 0,3 7 0,-3-3 0,3-3 0,-3 9 0,-2-7 0,1 6 0,1-7 0,5 4 0</inkml:trace>
  <inkml:trace contextRef="#ctx0" brushRef="#br0" timeOffset="5">11254 4144 8912,'18'17'0,"-9"-8"0,-1-1 0,-8-8 0,0 0 0,8-8 0,1-1 0,8-8 0,6-1 0,0 1 0,2-6 0,-4-2 0,2-1 0,0 5 0,-8-4 0,-3 8 0,-7-1 0,-3 1 0,-4 2 0,-3 3 0,-5 5 0,-9 7 0,-2 2 0,-2 3 0,-8 13 0,7 3 0,-5 7 0,4 1 0,8 5 0,0 1 0,1-1 0,5 1 0,3-1 0,8 0 0,0 1 0,8-3 0,5-3 0,10-6 0,10-6 0,5-6 0,10-3 0,-10-8 0,6 0 0,-2 0 0,-2-8 0,-5-3 0,-1-10 0,0-2 0,-7 0 0,-4-2 0,-11-3 0,-3 3 0,-5 0 0,2 2 0,-2-2 0,-2-2 0,-2 6 0,-8-3 0,-4 6 0,-3 1 0,4 8 0,-1 3 0,8 4 0,-5 8 0,5 1 0,-2 3 0,0 1 0,6 7 0,0-1 0,0 0 0,0 0 0,0 0 0,8-7 0,-6-2 0,13-8 0,-11 0 0,8 0 0,-7 0 0,7 0 0,-1 0 0,1-6 0,-1 0 0,-1-2 0,3 5 0,-1-3 0,-1 0 0,6 6 0,1 0 0,-1 0 0,0 0 0,0 0 0,0 0 0,6 6 0,0 0 0,0 7 0,-7-2 0,-3 3 0,-2-3 0,1 5 0,5-15 0,0 15 0,0-7 0</inkml:trace>
  <inkml:trace contextRef="#ctx0" brushRef="#br0" timeOffset="6">12132 3697 8912,'0'9'0,"0"-1"0,-6-1 0,1 5 0,-1 3 0,6 2 0,0 2 0,0 2 0,0 2 0,6 8 0,1-1 0,3 9 0,1-3 0,5 4 0,-3-4 0,-2-1 0,1-1 0,3-1 0,-3-5 0,-5 5 0,1-14 0,2 6 0</inkml:trace>
  <inkml:trace contextRef="#ctx0" brushRef="#br0" timeOffset="7">12046 4178 8912,'0'-17'0,"2"0"0,4-1 0,-4 7 0,5-1 0,1-1 0,-6-2 0,15-1 0,0 5 0,2-4 0,10 3 0,4-3 0,5-2 0,-2 2 0,4 3 0,-5-3 0,-7 3 0,3 5 0,-8 1 0,0 4 0,-6 2 0,-2 8 0,-3 3 0,-5-1 0,-7 1 0,0 1 0,0 5 0,0 0 0,0 0 0,0 0 0,0 1 0,0-1 0,0 0 0,0-7 0,0 5 0,0-13 0,0 5 0,0-9 0,0-3 0,2-5 0,4-7 0,-2-6 0,6-2 0,-1 0 0,1 1 0,-5 1 0,5 5 0,-2 1 0,-3 0 0,1 0 0,0 0 0,7 7 0,-11 2 0,13 8 0,-11 6 0,8 0 0,-3 7 0,3-1 0,3 3 0,-4 2 0,3-5 0,-3-1 0,5-7 0,-5 2 0,10 1 0,2-1 0,0 0 0,-6-6 0,0 0 0,1 0 0,-1-2 0,0-2 0,0-4 0,1-1 0,-1-4 0,0 5 0,-6-9 0,1-1 0,-3 1 0,3-6 0,-4 4 0,-8 0 0,0-4 0,0 4 0,0-6 0,0 8 0,-8 8 0,-2 1 0,-13 16 0,0 7 0,2 10 0,2 11 0,2 6 0,6-2 0,-1 6 0,8-8 0,-3 4 0,7-7 0,0-1 0,3-2 0,9-3 0,-1-4 0,22-16 0,-4-3 0,9-4 0,2-2 0,8-15 0,-4-4 0,7-16 0</inkml:trace>
  <inkml:trace contextRef="#ctx0" brushRef="#br0" timeOffset="8">13061 4195 8912,'18'-6'0,"1"-1"0,2-1 0,2-1 0,-2-1 0,0-1 0,0-7 0,2 1 0,0-2 0,2-4 0,-6-2 0,2-5 0,-6 3 0,-4 2 0,-5-5 0,4 3 0,-3 0 0,-1 2 0,-8 10 0,-4 4 0,-3-3 0,-8 8 0,1 8 0,3 10 0,2 5 0,-3 6 0,-1 4 0,3 9 0,1 4 0,7-4 0,-2 4 0,4-3 0,2-3 0,8-1 0,4-5 0,3 3 0,4-10 0,4-4 0,6-4 0,5-9 0,4 0 0,2-8 0,8-13 0,-4-2 0,8-21 0,-1 4 0</inkml:trace>
  <inkml:trace contextRef="#ctx0" brushRef="#br0" timeOffset="9">13905 3972 8912,'-6'-19'0,"-2"-3"0,1 0 0,-1 1 0,2 1 0,-1 3 0,5 0 0,-4 0 0,4 9 0,4 8 0,4 10 0,3 7 0,8 6 0,1 6 0,-1 3 0,0 2 0,4 1 0,-2-3 0,-4-3 0,1-6 0,-3 2 0,1-4 0,-3-4 0,0-4 0,-1 1 0,-2-7 0,-3-1 0,3-14 0,2-9 0,-7-8 0,3-9 0,-4-6 0,-2 0 0,0 2 0,0 1 0,0 3 0,0-1 0,0 1 0,0 7 0,0 4 0,0 4 0,0 2 0,0 0 0</inkml:trace>
  <inkml:trace contextRef="#ctx0" brushRef="#br0" timeOffset="10">14352 3920 8912,'10'10'0,"5"-3"0,-13 1 0,5-6 0,-5 5 0,4-7 0,-4 0 0,11-7 0,-7-5 0,8-3 0,-5-2 0,8 0 0,0-1 0,-7-6 0,3 5 0,-5-4 0,0 3 0,-1 3 0,-1 0 0,-6 0 0,-2 0 0,-4 0 0,5 7 0,-17 2 0,1 8 0,0 8 0,-6 3 0,4 5 0,0 9 0,0 1 0,0 3 0,3 0 0,10-1 0,1 7 0,3-1 0,2 0 0,9-7 0,9-4 0,6-4 0,11-2 0,5-7 0,0-4 0,8-4 0,-4-2 0</inkml:trace>
  <inkml:trace contextRef="#ctx0" brushRef="#br0" timeOffset="11">14817 3748 8912,'-8'-9'0,"6"-7"0,-13 14 0,3-3 0,-3 3 0,-2 6 0,2 5 0,3 8 0,-1 14 0,7 3 0,-7 1 0,11 14 0,-4-5 0,4 0 0,8 4 0,1-6 0,3-2 0,3-4 0,8-5 0,4-14 0,0-2 0,0-3 0,6-4 0,-3-8 0,5-10 0,1-7 0,1-10 0,-1-5 0,0-10 0,-1-1 0,-4-2 0,3-13 0,-5 5 0</inkml:trace>
  <inkml:trace contextRef="#ctx0" brushRef="#br0" timeOffset="12">15178 3645 8912,'-11'-6'0,"-1"0"0,8 1 0,-3 7 0,7 3 0,0 7 0,0 3 0,0 4 0,0 4 0,2 6 0,1 5 0,3 6 0,7 4 0,-5 0 0,6-2 0,-3 0 0,-7-5 0,3 3 0,-1-6 0,0-5 0,0-4 0,-6-8 0,-2 0 0,-4 0 0,4-7 0,-21-3 0,4-7 0</inkml:trace>
  <inkml:trace contextRef="#ctx0" brushRef="#br0" timeOffset="13">15144 3972 8912,'17'-8'0,"0"-3"0,0-3 0,0 3 0,1-5 0,-1 5 0,0 1 0,0-1 0,1 7 0,-1-2 0,0-1 0,0 1 0,-5 0 0,-1 6 0,-5 8 0,5 3 0,-7 5 0,6 3 0,-5 4 0,-3-4 0,4 4 0,-4-4 0,-2-2 0,0 0 0,0 0 0,6 1 0,-1-1 0,9 0 0,-5-7 0,9-5 0,-1-3 0,0-2 0,0-7 0,-1-5 0,-5-3 0,2-4 0,-5-2 0,2-2 0,-7 0 0,3 6 0,-4-1 0,-2 1 0,-8 2 0,-3 3 0,-4-1 0,-3 7 0,1 1 0,0 5 0,0 0 0,0 0 0,-1 0 0,9 0 0,1 0 0,8 7 0,0 3 0</inkml:trace>
  <inkml:trace contextRef="#ctx0" brushRef="#br0" timeOffset="14">15643 3817 8912,'11'2'0,"1"4"0,-9-5 0,13 9 0,-5-4 0,5-4 0,8 13 0,-5-11 0,6 5 0,0-1 0,2 5 0,2-5 0,-1 3 0,-7 5 0,2-5 0,-4 4 0,-3 3 0,-5-1 0,-5 0 0,-4 0 0,-4-2 0,-4-3 0,-3-6 0,-9-14 0,1-9 0,8-8 0,1-15 0,10-2 0,4-2 0,3-6 0,8-1 0,8-9 0,4 13 0,3-1 0,3-7 0,7-7 0,2-6 0</inkml:trace>
  <inkml:trace contextRef="#ctx0" brushRef="#br0" timeOffset="15">14197 6843 8912,'10'-2'0,"-3"-2"0,-1-4 0,0-1 0,0 3 0,-6-5 0,0 7 0,0-11 0,0 13 0,-8-6 0,6 8 0,-6 0 0,1 0 0,3 0 0,-8 0 0,1 0 0,-1 0 0,1 0 0,7 0 0,-11 6 0,3 0 0,3 5 0,-3-5 0,9-1 0,-13 3 0,5 4 0,-5 3 0,7-6 0,-6 7 0,3-5 0,5-3 0,-7 7 0,8-3 0,1-3 0,5 3 0,-6-1 0,0 6 0,-1-1 0,3-3 0,-2-2 0,2 3 0,2-7 0,2 9 0,0-7 0,0 8 0,0 1 0,0-1 0,0 0 0,0 0 0,0-7 0,2 11 0,4-4 0,-4 4 0,4-4 0,-5 0 0,-1 1 0,0-1 0,8 0 0,-6 0 0,4 0 0,-4 0 0,-2 1 0,0-1 0,7 0 0,-5-5 0,4-1 0,-4-5 0,-2 5 0,0-7 0,8 11 0,-7-5 0,9 1 0,-4 1 0,-4-8 0,5 3 0,-5-1 0,4 0 0,5-3 0,-3-1 0,2 0 0,-5 4 0,-3-4 0,14 6 0,-5-8 0,-1 0 0,1 0 0,-7 0 0,11 0 0,-3 0 0,-5 0 0,7-2 0,-9-4 0,9 4 0,-10-6 0,7 8 0,-7-7 0,11 5 0,-5-13 0,-1 11 0,-1-6 0,0 3 0,1-7 0,6 3 0,-3-5 0,3 7 0,-11-6 0,8 3 0,-7 3 0,7-3 0,-6 1 0,5-7 0,-5 1 0,5 0 0,-7 0 0,4 2 0,-1 3 0,-5-3 0,6 5 0,-8-7 0,0 0 0,6 5 0,-1 1 0,-1-2 0,-2-3 0,0 1 0,2 2 0,2 1 0,-1 1 0,-5-6 0,0-1 0,0 1 0,6 0 0,0 0 0,-1 5 0,-5 1 0,0-1 0,0-5 0,0 0 0,0 0 0,-1 0 0,-3-1 0,-2 1 0,-5 0 0,5 0 0,-6-2 0,7-4 0,-9 4 0,5-8 0,-7 6 0,5-2 0,-4 0 0,3 6 0,-3 7 0,3-3 0,1 5 0,-3 1 0,-1-1 0,-2 2 0,0 6 0,0 2 0,-1 4 0,9-4 0,-6 13 0,13-5 0,-10-1 0,12-3 0,-4-4 0,20-10 0,-7-1 0</inkml:trace>
  <inkml:trace contextRef="#ctx0" brushRef="#br0" timeOffset="16">17880 6998 8912,'11'-10'0,"-1"2"0,-3 1 0,-1-3 0,-6-1 0,0-1 0,-2 8 0,-2-3 0,-1-1 0,-1 6 0,4-5 0,-2 5 0,-1-4 0,-1 4 0,4-6 0,-4 8 0,4 0 0,-7 0 0,3 0 0,-4 0 0,-1 0 0,-1 2 0,-1 4 0,4-2 0,-3 7 0,2-5 0,-1 6 0,-4-7 0,3 7 0,3-1 0,-3 6 0,1 1 0,-6-1 0,-1 0 0,1 2 0,0 2 0,0 4 0,-1 2 0,1 1 0,6 1 0,-1 0 0,3-6 0,-3 5 0,-1-7 0,5 4 0,-1 0 0,5-6 0,-4 6 0,8-8 0,0 0 0,0 0 0,0 1 0,2-1 0,4 0 0,-2 0 0,5 0 0,-1 1 0,5-1 0,-9-2 0,8-3 0,-7 3 0,7-4 0,-3-1 0,5-1 0,-3-1 0,-7 5 0,11-9 0,-3 8 0,3-8 0,-3 3 0,-3-5 0,-1 4 0,5-4 0,-1 3 0,3-3 0,0-4 0,-3-3 0,3 3 0,-5-8 0,7 6 0,0-1 0,-7-9 0,5 10 0,-4-7 0,5 0 0,1-5 0,-2 3 0,-3 1 0,3 3 0,-4-4 0,5 1 0,-5 3 0,1-3 0,-7-1 0,7 7 0,-6-7 0,5 1 0,-5-1 0,5 1 0,-5-3 0,5 4 0,-5-5 0,4-1 0,-3 0 0,-1 0 0,0-1 0,0 1 0,1 0 0,-3 0 0,2 0 0,-2 0 0,-2-1 0,-2 1 0,5 6 0,1-1 0,-2-1 0,-2-2 0,-2-3 0,0 1 0,0 6 0,0-1 0,0-1 0,0-2 0,0-3 0,-2 1 0,-4 0 0,4 0 0,-4 0 0,3-1 0,-3 1 0,4 0 0,-11 0 0,7 0 0,-8 7 0,11 1 0,-9 3 0,1 4 0,-1-11 0,1 7 0,1-2 0,-1 2 0,-5 5 0,5-5 0,1-2 0,-1 2 0,-1 1 0,-5 5 0,0 0 0,7-8 0,-5 6 0,4-4 0,-5 4 0,1 4 0,4 4 0,-5-4 0,14 13 0,-5-5 0,7-1 0,0-1 0</inkml:trace>
  <inkml:trace contextRef="#ctx0" brushRef="#br0" timeOffset="17">17828 6860 8912,'0'-17'0,"0"0"0,0-1 0,0 7 0,0 0 0,0-1 0,0-5 0,0 5 0,2 1 0,4-2 0,-2-3 0,7-3 0,4-2 0,6-2 0,6-5 0,10 1 0,3-4 0,6-5 0,11-10 0,4 8 0,10-8 0,2-2 0,1 1 0,-1 1 0,1 6 0,-5 11 0,-4 4 0,-19 14 0,0 1 0,2 2 0,1 5 0,-5 1 0,-3 2 0,-5 0 0,-2 0 0,-5 0 0,-2 0 0,-2 0 0,-10 0 0,-7 0 0,-8 0 0,0 0 0,0 7 0,-8-5 0,6 6 0,-6-8 0,8 0 0,0 0 0</inkml:trace>
  <inkml:trace contextRef="#ctx0" brushRef="#br0" timeOffset="18">19033 5914 8912,'-10'-1'0,"4"-5"0,5 4 0,8-11 0,5 7 0,11 0 0,3 6 0,3 0 0,0 0 0,-1 15 0,7-1 0,-3 16 0,-3 7 0,-4 5 0,-10 11 0,-3 4 0,-7 6 0,-3-3 0,-17 7 0,-8-4 0,-7 2 0,-5-1 0,1 0 0,-8-17 0,-2 3 0</inkml:trace>
  <inkml:trace contextRef="#ctx0" brushRef="#br0" timeOffset="19">20203 5932 8912,'17'0'0,"-2"-2"0,-3-4 0,-6-5 0,1 1 0,-1-1 0,0-1 0,-8-5 0,-4 0 0,-3-1 0,-3 3 0,1 2 0,-3 3 0,-1 3 0,-2 1 0,-2 6 0,-4 0 0,4 0 0,-14 2 0,4 4 0,-3 5 0,-3 6 0,1 6 0,0 6 0,-1 3 0,8 3 0,5-1 0,2 0 0,11-5 0,3 0 0,4 1 0,12-5 0,7-2 0,10-10 0,13-1 0,-4-8 0,14 9 0,-4-7 0,2 1 0,-2-1 0,-6 6 0,-4-3 0,-2 3 0,-3 1 0,-8 2 0,0 2 0,-21 3 0,2 1 0,-8 2 0,-13 7 0,-12-1 0,-11 3 0,-6 3 0,-4-1 0,-1 0 0,1-5 0,4 0 0,4-8 0,15 2 0,4-12 0,4-5 0,2-4 0,7-12 0,5-7 0,3-8 0,9-17 0,3-2 0</inkml:trace>
  <inkml:trace contextRef="#ctx0" brushRef="#br0" timeOffset="20">20685 6000 8912,'0'-17'0,"0"0"0,0 0 0,-8 0 0,4 1 0,-7 5 0,-1 3 0,-5 8 0,-2 0 0,-2 0 0,-2 0 0,-2 8 0,2 3 0,4 7 0,-4 4 0,4-1 0,4 8 0,3 2 0,7 1 0,3 3 0,2-7 0,0 1 0,0-8 0,0 2 0,2-4 0,3-2 0,5-7 0,7-5 0,2-3 0,2-2 0,2 0 0,8-7 0,-12-9 0,4-8 0,-4-3 0,-2 4 0,0-6 0,1-1 0,-1-3 0,-2 5 0,-3-1 0,3 8 0,-13-4 0,4 8 0,-5 0 0,-1 7 0,0 2 0,6 24 0,0 7 0,2 1 0,-3 5 0,5-2 0,7 3 0,0-1 0,2-8 0,4 2 0,-2-4 0,8-4 0,2-3 0,1-6 0,3-4 0,-1-2 0,-7 0 0,-2-2 0,-8-4 0,0-6 0,-2-3 0,-3-2 0,-5 0 0,-7 0 0,0-6 0,0 0 0,0-8 0,0 18 0,-1-4 0,-5 1 0,4 1 0,-11 4 0,7-1 0,0 8 0,6 4 0,0 12 0,0 11 0,0 5 0,0 5 0,0 1 0,0 1 0,8-1 0,-6 0 0,3 1 0,-3-1 0,-2-1 0,0-5 0,2 5 0,2-7 0,2 1 0,-2-4 0,-3-11 0,-1 3 0,0-13 0,2 5 0,2-10 0,2-9 0,0-1 0,-4-16 0,1-1 0,3-3 0,8-9 0,-7 4 0,7-6 0,-3 2 0,-5 4 0,5 9 0,-5-2 0,5 9 0,1-1 0,-3 11 0,-1 3 0,0 1 0,-6 2 0,11 14 0,-5 3 0,1 5 0,-3 3 0,5 4 0,-5 1 0,4 7 0,-1-4 0,1-2 0,-6-2 0,5-6 0,-3 0 0,-2-2 0,5-1 0,1-5 0,0-1 0,-7-3 0,13-5 0,-5 0 0,-1-7 0,1-7 0,3-7 0,-5 0 0,3-7 0,1-3 0,-3-1 0,1-3 0,-5 9 0,3 1 0,-1 0 0,-2 6 0,1 2 0,-5 9 0,14 8 0,-15 8 0,5 3 0,2 4 0,-2 3 0,7 5 0,-2-1 0,-1 1 0,1-5 0,3-1 0,1-6 0,2 1 0,-1-7 0,-5 7 0,4-8 0,-3 1 0,3-5 0,2-3 0,1-5 0,-1-2 0,0-7 0,0-6 0,-7-7 0,5 9 0,-3-8 0,3-2 0,-6 7 0,1-1 0,-6 8 0,2-1 0,-1 1 0,-5 8 0,0 5 0,0 15 0,0 12 0,0 8 0,0 11 0,0-2 0,0 10 0,0 3 0,0-5 0,6 2 0,0-5 0,-1 5 0,1 0 0,0-4 0,2-1 0,-5-8 0,3-5 0,0-3 0,-6 0 0,0-7 0,0-2 0,0-3 0,0-8 0,0-1 0,0-23 0,0-4 0</inkml:trace>
  <inkml:trace contextRef="#ctx0" brushRef="#br0" timeOffset="21">21924 5863 8912,'-10'0'0,"3"0"0,14 6 0,5-1 0,3 1 0,2 2 0,0 1 0,3 3 0,1-1 0,2 3 0,0 1 0,-6 8 0,0 0 0,-6 5 0,-1-3 0,-2 2 0,-5 3 0,-3 3 0,-5 1 0,1-5 0,-8 0 0,1-3 0,-6 3 0,0-6 0,-1-4 0,1-2 0,0-7 0,0-3 0</inkml:trace>
  <inkml:trace contextRef="#ctx0" brushRef="#br0" timeOffset="22">22302 5725 8912,'-11'2'0,"-1"4"0,9-2 0,-5 5 0,0-1 0,6 7 0,-3 2 0,3 10 0,2 6 0,0 1 0,0 6 0,0 0 0,2 6 0,3-6 0,7-2 0,3-1 0,4-5 0,4-3 0,-4-4 0,4-8 0,2-8 0,0-3 0,2-4 0,-6-2 0,4-9 0,-8-9 0,-2-8 0,-3-7 0,1-1 0,-7-1 0,0-5 0,-6 0 0,-2 4 0,-2 3 0,-2 5 0,-15 7 0,10-2 0,-12 11 0,4 7 0,-6 10 0,0 9 0,-4 14 0,-1 9 0,7 14 0,2 1 0,9 1 0,6 5 0,4-5 0,6 1 0,8-9 0,7-8 0,19-3 0,8-9 0,0-14 0,11-5 0,3-4 0,-3-2 0,2-15 0,-1-8 0,-13-8 0,5-11 0,-15-2 0</inkml:trace>
  <inkml:trace contextRef="#ctx0" brushRef="#br0" timeOffset="23">23610 5949 8912,'0'17'0,"0"2"0,-2 2 0,-1 4 0,-3 2 0,2 3 0,2 5 0,2 3 0,0 2 0,0-2 0,0-2 0,0-1 0,0-1 0,0-7 0,0-2 0,0-8 0,0 0 0,0-7 0,0-3 0,-6-14 0,1-7 0,1-5 0,2-6 0,2-3 0,0-8 0,0 1 0,0-5 0,0-4 0,0 6 0,0-8 0,0 8 0,0 0 0,0 7 0,0-1 0,2 12 0,4-2 0,3 10 0,8 6 0,1 12 0,-1 7 0,0 8 0,0 12 0,0 7 0,2 2 0,4-2 0,-3-3 0,2 5 0,-2 0 0,-3-12 0,0 5 0,0-11 0,0 3 0,1-2 0,-1-10 0,-8-7 0,-1-8 0</inkml:trace>
  <inkml:trace contextRef="#ctx0" brushRef="#br0" timeOffset="24">24041 6000 8912,'-18'8'0,"9"-4"0,3 7 0,4-5 0,2 6 0,0-9 0,0 15 0,2-3 0,4 6 0,5 0 0,-1-2 0,1-2 0,3 0 0,7-1 0,2-3 0,-2-2 0,-2-5 0,-2 6 0,0-9 0,0 3 0,1-4 0,-1-2 0,0 0 0,-2-2 0,-3-4 0,3-11 0,-11-2 0,7-4 0,-7-3 0,2-3 0,-2 4 0,0 0 0,1 0 0,1 12 0,-6-4 0,0 3 0,0 5 0,0 3 0,0 12 0,0 9 0,0 8 0,0 2 0,0-2 0,8-4 0,3 4 0,4-4 0,3-2 0,-1 0 0,6-7 0,2-2 0,1-1 0,-3-5 0,6 4 0,-8-12 0,12-3 0,-7-9 0</inkml:trace>
  <inkml:trace contextRef="#ctx0" brushRef="#br0" timeOffset="25">24677 5932 8912,'-2'11'0,"-3"1"0,3-9 0,-6 7 0,8-4 0,0-3 0,0 9 0,0-1 0,0 7 0,0-1 0,0 0 0,0 2 0,0 4 0,0-4 0,0 4 0,0 2 0,0-2 0,2 5 0,2-5 0,2-2 0,-1-7 0,-5-3 0,0 1 0,0-3 0,0-1 0,6-21 0,0-5 0,5-5 0,-5 0 0,5-3 0,-3-9 0,2 1 0,-7 0 0,11 7 0,-7 2 0,3 0 0,-4 6 0,5-4 0,-7 12 0,6-3 0,-5 9 0,5-1 0,7 6 0,-7 7 0,-5 5 0,-1 1 0,2-1 0,-4 3 0,4-3 0,-4 3 0,-2 2 0,7-7 0,3-3 0,1-7 0,1 0 0,-7-2 0,7-3 0,-6-3 0,3-5 0,1 1 0,-1-1 0,-3-1 0,6 3 0,-7-3 0,7 9 0,-7-7 0,7 7 0,-8-1 0,11 6 0,-7 2 0,3 3 0,3-1 0,-9 8 0,9-1 0,-3 6 0,-1-1 0,1-3 0,3-1 0,1-3 0,2 3 0,0-5 0,0-7 0,1 0 0,-1-7 0,0-3 0</inkml:trace>
  <inkml:trace contextRef="#ctx0" brushRef="#br0" timeOffset="26">25297 5485 8912,'0'11'0,"0"1"0,0-5 0,0 10 0,0-1 0,0 12 0,0 3 0,2 7 0,1 2 0,3-2 0,6 4 0,-7-1 0,3 1 0,-2-2 0,-4-6 0,3 0 0,-3-1 0,-2-10 0,0 0 0,0-6 0,2-7 0,4-5 0,-2-10 0,7-7 0,1-5 0,7-4 0,2-2 0,2 2 0,7 2 0,-1 2 0,-2-1 0,2 1 0,-6 8 0,5 3 0,-7 4 0,2 2 0,-4 0 0,-3 2 0,-5 4 0,-3 3 0,-8 8 0,0 1 0,0-1 0,-10 0 0,-7 0 0,-2 6 0,-10-2 0,1-4 0,1-3 0,0-3 0,4 6 0,4-7 0,-4-4 0,4-4 0,2-2 0,-1 0 0</inkml:trace>
  <inkml:trace contextRef="#ctx0" brushRef="#br0" timeOffset="27">25796 5794 8912,'0'-9'0,"7"-1"0,5 4 0,9 2 0,2-7 0,7 0 0,-3-7 0,2 1 0,0 0 0,-3 0 0,3 0 0,-4-1 0,-16 1 0,-3 0 0,-6 7 0,-6 5 0,-5 3 0,-6 4 0,-6 3 0,-2 5 0,-4 7 0,-1 6 0,7 0 0,0 6 0,6-6 0,1 1 0,5-1 0,3-4 0,8 4 0,0-4 0,0-1 0,2-1 0,4 0 0,5-7 0,12-5 0,4-3 0,7-2 0,1-2 0,-1-3 0,8-13 0,2-8 0</inkml:trace>
  <inkml:trace contextRef="#ctx0" brushRef="#br0" timeOffset="28">26329 5433 8912,'-7'-10'0,"5"-5"0,-6 6 0,8-1 0,8 2 0,3 8 0,10 8 0,2 4 0,2 3 0,-2 2 0,-4 8 0,4 4 0,-4-3 0,-4 3 0,-1 0 0,-3-3 0,-7 7 0,2-5 0,-6 3 0,-6-2 0,-3-4 0,-9-8 0,1 0 0,0 0 0,5-7 0,1-5 0,1-5 0,-1-5 0,-2-7 0,7-11 0,2-5 0,10-13 0,-1-2 0,13-9 0,-3-7 0,14-4 0,-6 2 0,5-1 0,3 3 0,1 4 0,-3 3 0,0 6 0,-10 12 0,-2 11 0,-7-4 0,-10 1 0</inkml:trace>
  <inkml:trace contextRef="#ctx0" brushRef="#br0" timeOffset="29">14679 8923 8912,'17'0'0,"-5"0"0,-1 0 0,-7-2 0,2-3 0,-4 1 0,-2-8 0,-2 3 0,-2-5 0,-4 5 0,1-1 0,-1 1 0,-4 3 0,7-5 0,-9 5 0,3-6 0,-4-1 0,-3 5 0,1 1 0,0 7 0,0 0 0,0 0 0,-1 2 0,1 3 0,0 5 0,-6 13 0,0 0 0,0 7 0,6-1 0,-2 0 0,-4 5 0,4-3 0,-4 9 0,6 2 0,3 0 0,5 0 0,1 0 0,2 6 0,6-5 0,0 1 0,0 6 0,8-8 0,3 4 0,10-2 0,2-4 0,8-4 0,-4 3 0,-1-9 0,7-5 0,-6-10 0,1-3 0,1-7 0,-8-3 0,10-2 0,-8 0 0,1-7 0,-1-5 0,-3-3 0,4-2 0,1 0 0,-6-8 0,6-2 0,-8-9 0,-1-3 0,-5-1 0,3-2 0,-9 2 0,7-2 0,-6-4 0,-1-3 0,-5 3 0,0 2 0,0-2 0,-2 6 0,-3-2 0,-7 6 0,3-3 0,-3 11 0,-1-5 0,-3 5 0,-1-1 0,0 8 0,0-2 0,0 4 0,-1 2 0,-1 7 0,-4 4 0,4 5 0,-6 1 0,2 0 0,-1 3 0,-3 9 0,4-1 0,-6 12 0,8-4 0,-4 4 0,8 0 0,0 0 0,2-6 0,3 0 0,4-5 0,8-1 0,2 3 0,4 1 0,-4-5 0,21 5 0,-4-6 0</inkml:trace>
  <inkml:trace contextRef="#ctx0" brushRef="#br0" timeOffset="30">18362 8872 8912,'-2'-10'0,"-2"2"0,-4 3 0,-1-1 0,3 0 0,-5 6 0,-1 0 0,-5 0 0,0 0 0,-1 0 0,1 0 0,0 6 0,0 2 0,0 1 0,-1 5 0,-5 8 0,-1 7 0,-3 4 0,4 3 0,-4 4 0,2 6 0,4 4 0,4 1 0,6 1 0,-3 5 0,8 0 0,8 1 0,4-14 0,11-4 0,-1-4 0,12-5 0,3-9 0,1-10 0,3-8 0,-1-4 0,1-2 0,1-4 0,4-5 0,-4-12 0,6-4 0,-7-9 0,-1-4 0,1-4 0,-7-2 0,1 0 0,-14 8 0,1-4 0,-5 0 0,-1-4 0,-8 4 0,-2 2 0,-10-2 0,-13 2 0,-4-2 0,-7 1 0,-6 11 0,-2-3 0,-2 7 0,-2 10 0,0 3 0,0 7 0,10 1 0,-1 6 0,9 5 0,5 6 0,7 3 0,-1 2 0,17 6 0,0 0 0,10-2 0,13-10 0,0 3 0,11-8 0,-3-1 0,11-5 0</inkml:trace>
  <inkml:trace contextRef="#ctx0" brushRef="#br0" timeOffset="31">18551 8975 8912,'-6'11'0,"-1"-1"0,-1-1 0,0 1 0,1-6 0,1 1 0,2-3 0,-7-2 0,7-2 0,-2-3 0,4 1 0,4-8 0,4-1 0,5-2 0,6-8 0,6 0 0,-2-6 0,8 6 0,2-7 0,9 1 0,-2-3 0,8-3 0,2-1 0,9-2 0,6-2 0,4 1 0,2 1 0,0-2 0,0 10-179,0-5 0,5 7 179,1-1 0,1-2 0,-3 8 0,1 2 0,1 2 0,-8 2 0,-4 0 0,-6 0 0,-11 7 0,-4 3 0,-7 7 0,-3 0 0,-3 0 0,-10 0 0,-8 0 0,-7 1 0,2 5 0,-4-4 0,-2 13 358,0-13-358,0 6 0,0 0 0,0-7 0,-2 7 0,-4-8 0,4 0 0,-21-8 0,4-1 0</inkml:trace>
  <inkml:trace contextRef="#ctx0" brushRef="#br0" timeOffset="32">20220 7806 8912,'-17'5'0,"0"1"0,0-2 0,-1-2 0,9-2 0,1 0 0,31 8 0,0 1 0,23 8 0,2 0 0,1 8 0,-5 2 0,-3 6 0,-5-5 0,-2 7 0,-1-3 0,-4 6 0,-7 8 0,-10-6 0,-6 6 0,-12-6 0,-6 8 0,-10-2 0,2-4 0,-3-2 0,-1-10 0,1-1 0,0-8 0,5 4 0,1-8 0</inkml:trace>
  <inkml:trace contextRef="#ctx0" brushRef="#br0" timeOffset="33">21356 7565 8912,'0'-17'0,"0"-2"0,0-2 0,0-2 0,0 2 0,-2 0 0,-4 0 0,-5-2 0,-4 2 0,-3 2 0,1 1 0,0 1 0,0 0 0,0 8 0,-1 3 0,1 4 0,0 2 0,0 4 0,1 7 0,5 12 0,3 15 0,8 10 0,0 9 0,0 12 0,0 0 0,8 9 0,1-5 0,5 3 0,3 3 0,-4-9 0,10-1 0,-3-2 0,-3-10 0,0 1 0,0-7 0,0-7 0,-1-6 0,-3-7 0,-2-8 0,-7-12 0,-4-3 0,-9-8 0</inkml:trace>
  <inkml:trace contextRef="#ctx0" brushRef="#br0" timeOffset="34">20977 7909 8912,'18'0'0,"-1"0"0,0 0 0,-6 0 0,1 0 0,1-6 0,10 0 0,-2-5 0,8 5 0,0-1 0,3 3 0,1-4 0,1-1 0,-5 5 0,7-2 0,-5 4 0,-3 2 0,1-6 0,0 1 0,-8-1 0,2 6 0,-10 0 0,-1 0 0,-1 0 0,6 0 0,0 0 0,1 0 0,-1-2 0,0-4 0,0-3 0,1-9 0,-3 1 0,-4 0 0,3 0 0,-9 0 0,1 0 0,-6-1 0,-8 3 0,-3 4 0,-6 5 0,-6 4 0,4 2 0,-8 0 0,4 0 0,4 8 0,-4 3 0,4 10 0,2 4 0,-1 2 0,1 1 0,6 1 0,-1 0 0,8-3 0,-1 3 0,5 2 0,7-7 0,11 3 0,6-8 0,13 0 0,5-7 0,9-5 0,1-1 0,13-8 0,-8-3 0,-1-7 0,-10-11 0,2 4 0,-10-6 0,-6 0 0,-5 6 0,-15-6 0,-1 8 0,-7 0 0,2 0 0,-6 0 0,-6 1 0,-6 5 0,-3-2 0,-2 7 0,0 0 0,-1 6 0,3 2 0,4 4 0,-3-2 0,9 7 0,-7 0 0,6 7 0,1-1 0,5-6 0,0 1 0,0-1 0,0 6 0,2-7 0,3-4 0,-1-4 0,8-2 0,-1 0 0,6 0 0,0 0 0,-5-6 0,-1 0 0,1-1 0,5 1 0,0 4 0,2-4 0,1 2 0,-3-1 0,4 3 0,-10-4 0,5 4 0,1 2 0,0 0 0,0 0 0,0 0 0,1 0 0,-1 0 0,0 0 0,0 0 0,0 0 0,1 0 0</inkml:trace>
  <inkml:trace contextRef="#ctx0" brushRef="#br0" timeOffset="35">22337 7238 8912,'-2'-9'0,"-4"3"0,4 6 0,-3 6 0,3 5 0,2 12 0,0 12 0,0 8 0,2 5 0,3 2 0,7 3 0,3 3 0,2-5 0,0 1 0,1-6 0,-1 0 0,0-8 0,0 2 0,-7-9 0,-4-3 0,-6-9 0,-6-2 0,-11 1 0,-10-9 0</inkml:trace>
  <inkml:trace contextRef="#ctx0" brushRef="#br0" timeOffset="36">22251 7823 8912,'0'-17'0,"0"-1"0,0 1 0,2 0 0,3 0 0,7 0 0,11 0 0,4-3 0,7-2 0,6 0 0,0-6 0,8 7 0,-2-2 0,-4 4 0,-4 2 0,-5-1 0,-4 1 0,-14 8 0,2 3 0,-11 4 0,1 2 0,-7 8 0,0 3 0,0-1 0,0 1 0,0 1 0,0 5 0,0 0 0,0 0 0,0 0 0,0-7 0,8 5 0,2-13 0,1 6 0,1-8 0,-1 0 0,6-6 0,-1-4 0,-5-5 0,4 2 0,-7-14 0,5 6 0,-1-2 0,-3-6 0,3 5 0,-4-1 0,-1 0 0,-5 10 0,8-1 0,-5 5 0,-3 3 0,8 1 0,-4 7 0,3 0 0,3 2 0,-1 3 0,-5 3 0,5 3 0,3 5 0,9-5 0,-4-3 0,6-1 0,-1-1 0,5 0 0,4-2 0,-7-2 0,7-2 0,-4 0 0,-3-2 0,3-4 0,0 2 0,5-7 0,-7-1 0,-2-5 0,0 0 0,-4 0 0,7-1 0,-7 1 0,0 0 0,-5 0 0,-5 0 0,-7 0 0,9-1 0,-7 1 0,0 6 0,-6-1 0,-8 8 0,-1-3 0,-9 7 0,1 2 0,0 3 0,0 7 0,0 5 0,-1 6 0,3-4 0,4 4 0,3 2 0,8-2 0,0-2 0,0 4 0,0-2 0,2-1 0,4-4 0,5-1 0,4-8 0,8 5 0,2-9 0,2-1 0,-6-2 0,6-2 0,-4 0 0,-2-2 0,7-3 0,-5-5 0,4-9 0,-2-4 0,6 4 0,-5-21 0,9 3 0</inkml:trace>
  <inkml:trace contextRef="#ctx0" brushRef="#br0" timeOffset="37">24522 7135 8912,'-17'-7'0,"0"-5"0,7 4 0,3 1 0,1 9 0,0 3 0,2 7 0,3 3 0,1 8 0,0 0 0,0 8 0,0-3 0,0-1 0,0 2 0,0-3 0,0 5 0,0-2 0,0-8 0,0 9 0,0-7 0,0 0 0,0-6 0,0-7 0,0-12 0,0-15 0,0-8 0,0-10 0,5-1 0,3-2 0,1-2 0,-5 0 0,10 0 0,-7-1 0,3 3 0,-6 10 0,9 3 0,-7 8 0,5-1 0,-5 1 0,7 8 0,-1 5 0,3 8 0,2 5 0,1 10 0,-1 4 0,0 4 0,0 7 0,0 1 0,1-1 0,1-5 0,4-1 0,-6-7 0,0 2 0,0-4 0,-5-1 0,3-7 0,2-1 0,1-3 0,-1-1 0,0-8 0,0-4 0,0-3 0,1-8 0,-7-2 0,1-4 0,-3 2 0,4-6 0,-3 0 0,-2 0 0,-1 6 0,-1-2 0,-4-1 0,4 1 0,-4 0 0,-2 11 0,0 1 0,0 7 0,0-2 0,0 12 0,0 4 0,0 7 0,0 0 0,0 0 0,7 0 0,-5 1 0,6-1 0,-1 0 0,-3-2 0,6-1 0,-2-3 0,5-5 0,-2 5 0,-1-7 0,1 2 0,1-4 0,5-2 0,0-2 0,0-4 0,1-3 0,-1-9 0,0 7 0,0-1 0,-1 1 0,-5-6 0,2 0 0,-7-1 0,2 3 0,-2 4 0,-4 3 0,5 8 0,-7 8 0,0 1 0,2 8 0,4 1 0,3-1 0,3 0 0,-1-2 0,3-3 0,1 3 0,8-7 0,0 3 0,2-3 0,-2-8 0,-4 0 0,6 0 0,0 0 0,-6-6 0,2-2 0,-8-1 0,0-3 0,-7-5 0,2-2 0,-2-4 0,-5 4 0,5-4 0,-6 4 0,-6 2 0,5 0 0,-13 5 0,8 1 0,-1 7 0,1-2 0,4 4 0,-5 4 0,7 4 0,7 5 0,5 12 0,-3-4 0,1 4 0,-3-4 0,1 0 0,-2 4 0,-4-4 0,3 4 0,-3-3 0,-2-3 0,0 0 0,0-8 0,2-1 0,4-8 0,-4 0 0,6-2 0,-8-4 0,0-5 0,0-4 0,5-2 0,1-3 0,-2-3 0,3 4 0,-1-4 0,-2 4 0,-2 2 0,6 0 0,-5 2 0,9 3 0,-1-3 0,1 13 0,-1-4 0,1 4 0,5 2 0,-6 8 0,1 3 0,-1 5 0,7 1 0,-9 0 0,-3 0 0,3 1 0,-1-1 0,4 0 0,-7 0 0,-1-7 0,2-5 0,-4 5 0,7-8 0,-5 2 0,2-8 0,2-6 0,-5-7 0,3 0 0,6-2 0,-7-4 0,9 2 0,-5-6 0,1 2 0,-2 2 0,-1 6 0,5 0 0,-5 7 0,3 3 0,-4 7 0,-3 0 0,9 2 0,-1 3 0,-1 7 0,5 1 0,-3-1 0,3 3 0,2-4 0,0 3 0,1-3 0,1-1 0,4-4 0,-2-4 0,5 3 0,-1-3 0,4-4 0,-6-3 0,8-5 0,-12-7 0,4-2 0,-4-4 0,-4 2 0,-2-8 0,-3-1 0,-2-3 0,-3-1 0,-7-1 0,-3 1 0,-7-1 0,5-7 0,-9 8 0,5 0 0,1 1 0,-1 10 0,5 6 0,-5 6 0,7 7 0,-4 6 0,8 15 0,0 10 0,0 7 0,0 6 0,0 6 0,0 4 0,8-6 0,-6 5 0,3-3 0,-3-4 0,-2-2 0,6-3 0,0-3 0,-2 0 0,-2 1 0,-2-9 0,0-3 0,7-11 0,-5-4 0,8-10 0,-7-4 0,3-6 0,8-3 0,-3-2 0,2-2 0,1-2 0,-3-2 0,1 0 0,5 6 0,0 0 0,0-1 0,1 3 0,-1 4 0,0 3 0,0 8 0,0 0 0,1 0 0,-1 0 0,0 2 0,0 4 0,0 5 0,-7 4 0,-4 3 0,-4-1 0,-2 0 0,0 0 0,-8 0 0,-3 1 0,-7-1 0,-5 0 0,-1-6 0,-7 1 0,2 1 0,-1 3 0,5-7 0,2-3 0,4-4 0,2-2 0,-1 0 0</inkml:trace>
  <inkml:trace contextRef="#ctx0" brushRef="#br0" timeOffset="38">27035 6929 8912,'-6'11'0,"0"1"0,-7-8 0,11 3 0,-6-7 0,8 0 0,2 0 0,4 0 0,9-2 0,10-3 0,0-5 0,0 0 0,0-5 0,-2 4 0,-6-5 0,0-1 0,0 0 0,-5 0 0,1 0 0,-1-1 0,-7 1 0,-3 8 0,-4-7 0,-3 5 0,-7-4 0,-11 5 0,2 3 0,-7 7 0,-3 7 0,-9 5 0,9 5 0,-3 6 0,5 3 0,0 9 0,5-1 0,6 1 0,3 5 0,4 0 0,7-2 0,8-2 0,7-1 0,10-3 0,2-3 0,15-4 0,-9-10 0,11-4 0,2-3 0,-2-8 0,0 0 0,3-8 0,1-1 0</inkml:trace>
  <inkml:trace contextRef="#ctx0" brushRef="#br0" timeOffset="39">27396 6568 8912,'0'-12'0,"0"1"0,2 7 0,4-2 0,3 12 0,16 5 0,4 12 0,5 6 0,5 5 0,1 7 0,8 3 0,-12 7 0,2-1 0,-7-2 0,-8-3 0,-6-6 0,-6 1 0,-3-12 0,-8-5 0,0-11 0,-2-5 0,-4-9 0,-3-5 0,-1-10 0,5-10 0,-5-13 0,8-4 0,-4-8 0,12-7 0,6-4 0,3-4 0,2-2 0,8 1 0,4-1 0,5 6 0,4 2 0,2 1 0,-1 5 0,-3 9 0,-2 6 0,1-4 0,-1 0 0</inkml:trace>
  <inkml:trace contextRef="#ctx0" brushRef="#br0" timeOffset="40">12941 6826 8912,'11'-6'0,"1"-2"0,-1-1 0,1-5 0,-1 1 0,1 0 0,-3 1 0,-1 1 0,-6-6 0,4-1 0,-4 1 0,5 0 0,-9 2 0,-2 1 0,-1 3 0,-9 7 0,5-4 0,-10 8 0,-2 2 0,-2 4 0,-8 4 0,10 12 0,-6 3 0,0 2 0,3 2 0,-1-3 0,2 7 0,0-6 0,-2 9 0,-2 4 0,6 2 0,-2 4 0,4 2 0,2-8 0,0 0 0,0 0 0,1 0 0,5-2 0,3-9 0,8-6 0,0-4 0,0-2 0,0 0 0,8-7 0,1-2 0,9-8 0,-1 0 0,0 0 0,0 0 0,0 0 0,1 0 0,-1 0 0,0 0 0,0 0 0,0 0 0,-5 5 0,-1 1 0,-5 2 0,6-3 0,-9 5 0,3 7 0,-4 0 0,-2 8 0,-2 6 0,-4 5 0,-5 6 0,-4 2 0,-3 2 0,1 6 0,0 1 0,0 4 0,0-9 0,1 2 0,3-4 0,1-2 0,9-6 0,-5 2 0,8-11 0,0-7 0,2-4 0,4-7 0,-4 4 0,13-13 0,-4 4 0,-3-4 0,7 6 0,-3 3 0,-5-3 0,9 9 0,-5-2 0,3 10 0,-1 7 0,-2 10 0,-7 6 0,10 17 0,-9 4 0,3 19 0,-4 5 0,-1-41 0,1 0 0,1 2 0,0 1 0,1-2 0,1 0 0,1-1 0,2 0 0,0-3 0,1-1 0,13 40 0,3-12 0,-6-16 0,4-18 0,-8-8 0,1 0 0,-1 1 0,-6-8 0,-1-3 0,-1-1 0,-1 0 0,0-2 0,3-2 0,-5-1 0,2-7 0,-3 0 0,-3-7 0,6 12 0,-8-15 0,0 7 0,7-8 0,-1-2 0,9-2 0,5-1 0,8-3 0,1 4 0,2-3 0,-3-3 0,-3-1 0,0-7 0,-6-7 0,6-1 0</inkml:trace>
  <inkml:trace contextRef="#ctx0" brushRef="#br0" timeOffset="41">12597 7049 8912,'9'-2'0,"-3"-3"0,-4 1 0,-2-8 0,0 1 0,0-1 0,0 1 0,0-2 0,0 5 0,0-7 0,-2 3 0,-4-3 0,-3-2 0,-10 5 0,-4 1 0,-6-3 0,-19 5 0,-9-3 0,-31 7 0,38-1 0,-3 0 0,-11 4 0,-2 0 0,-6-1 0,-2 1 0,-3 0 0,-2 2-938,-4-1 0,-1 2 938,-1 2 0,0 1 0,0 3 0,2 2 0,1 1 0,3 3 0,9-2 0,2 0-132,10-2 1,2 0 0,5-1-1,2 1 132,-43 8 0,10 4 0,13-4 0,6 4 0,25-11 0,6-1 0,5 5 0,10-9 0,7 1 1759,2-6-1759,8 0 214,8 0 0,-6 2 1,2 4-215,-8 5 0,-6 5 0,-7 1 0,0 0 0</inkml:trace>
  <inkml:trace contextRef="#ctx0" brushRef="#br0" timeOffset="42">10480 6740 8912,'15'-25'0,"-3"-2"0,-6-2 0,-5 1 0,-1 7 0,-1-2 0,-7 11 0,-9 7 0,-8 18 0,-13 16 0,-8 22 0,0 9 0,-12 8 0,-1 3 0,2 2 0,1 1 0,5 6 0,7-5 0,9-5 0,11-5 0,12 2 0,4-19 0,8 4 0,2-14 0,4-4 0,11-7 0,12-12 0,3-3 0,18 3 0,-4-7 0,13 5 0,1-2 0,-7-7 0,6 12 0,-7-5 0,-8-3 0,-2-1 0</inkml:trace>
  <inkml:trace contextRef="#ctx0" brushRef="#br0" timeOffset="43">6539 7084 8912,'-9'11'0,"1"-1"0,2-1 0,1 1 0,-1-6 0,6 11 0,0-13 0,-2 11 0,-4-7 0,4 0 0,-7-6 0,5-2 0,-2-4 0,-7 4 0,3-6 0,-7 8 0,7-7 0,-5 3 0,4-8 0,-5 9 0,5-5 0,-1 8 0,7 0 0,-7 0 0,8-8 0,-11 6 0,13-5 0,-5 7 0,8 0 0,5 0 0,6 0 0,5-2 0,6-4 0,6 2 0,11-7 0,-2-1 0,8-5 0,2-6 0,9 0 0,-3-5 0,3 5 0,-4-8 0,-1 3 0,0 1 0,-1-2 0,-7 10 0,-4 2 0,-11 2 0,-6 9 0,-11 4 0,-9 11 0,-8 11 0,-13 4 0,-14 5 0,-12 5 0</inkml:trace>
  <inkml:trace contextRef="#ctx0" brushRef="#br0" timeOffset="44">6419 7548 8912,'-23'0'0,"0"0"0,2 0 0,2 0 0,11-2 0,8-4 0,15 2 0,14-7 0,13-8 0,10-10 0,1-5 0,10-6 0,-5 1 0,5-6-610,2-3 610,2 6 0,-6-4 0,-4 12 0,-11-3 0,-6 14 0,-5 0 0,-6 8 0,-7 4 0,-10 3 0,-4 8 0,-18 0 0,-7 0 0,-16 0 0,-11 0 0</inkml:trace>
  <inkml:trace contextRef="#ctx0" brushRef="#br0" timeOffset="45">6522 6619 8912,'-8'18'0,"5"-9"0,-9-3 0,8 3 0,-3 1 0,7 11 0,2 8 0,3 11 0,7 7 0,3 13 0,10 8 0,2 11 0,-1-1 0,7-1 0,-12-11 0,6-1 0,0-4 0,-1-1 0,-5-11 0,2-9 0,-4-3 0,-1-10 0,-1-3 0,0-8 0,0-5 0,-7-3 0,5-10 0,-3-4 0,-5-7 0,-1-16 0,4-15 0,-1-17 0</inkml:trace>
  <inkml:trace contextRef="#ctx0" brushRef="#br0" timeOffset="46">6832 6602 8912,'-10'10'0,"-3"-1"0,7-3 0,2 5 0,2 12 0,10 12 0,4 11 0,3 11 0,4 8 0,2 7 0,4 7 0,2-1 0,1-1 0,1-14 0,-2-2 0,-2-2 0,5-2 0,-5-7 0,6-4 0,-3-6 0,-7-11 0,6 1 0,-6-9 0,2-6 0,0-1 0,-6-14 0,0-4 0,1-13 0</inkml:trace>
  <inkml:trace contextRef="#ctx0" brushRef="#br0" timeOffset="47">7727 6929 8912,'-10'2'0,"2"2"0,1 1 0,3 1 0,-7-6 0,5 0 0,-6 0 0,7-6 0,-5-1 0,0-1 0,1 0 0,3-3 0,-5 5 0,5-5 0,-6 3 0,-1-1 0,4 3 0,-3-6 0,6 7 0,-5-7 0,-1 6 0,-5-3 0,0 1 0,7 2 0,-5-1 0,4-3 0,-5 1 0,1-7 0,2 7 0,3-3 0,2 1 0,-5 7 0,11-11 0,-4 3 0,5 5 0,1-1 0,7 8 0,5 0 0,5 0 0,6 2 0,5 4 0,5 11 0,1 4 0,1 8 0,-1 1 0,-7 3 0,4 1 0,-8 0 0,-2 1 0,-2 7 0,-10-6 0,-3 4 0,-4-3 0,-2-3 0,-2-7 0,-4-4 0,-5-4 0,1-10 0,-1-3 0,-3-4 0,-1-2 0,4-13 0,-1-5 0,3-12 0,-3-5 0,-1-7 0,7-9 0,2-1 0,2 1 0,4-3 0,4-1 0,5-3 0,-3 9 0,7 9 0,-3 11 0,3 6 0,2 12 0,0 3 0,1 8 0,-1 0 0,0 8 0,0 1 0</inkml:trace>
  <inkml:trace contextRef="#ctx0" brushRef="#br0" timeOffset="48">7950 6929 8912,'0'9'0,"-2"-1"0,-3-8 0,3 0 0,-6 0 0,8-2 0,2-4 0,4-5 0,-4-4 0,13-4 0,-2-4 0,8-6 0,-9 4 0,11-5 0,-12 5 0,5-2 0,1 6 0,-6-10 0,-1 8 0,-2 2 0,-5 2 0,-1 2 0,-9 0 0,-3 7 0,-7 7 0,0 6 0,-1 7 0,7 9 0,1 4 0,3 6 0,-7 3 0,12 4 0,-3 3 0,3 1 0,4-2 0,3-9 0,5 1 0,7-7 0,0 0 0,3-8 0,3-1 0,5-3 0,5-7 0,1 2 0,1-14 0,-1-9 0,0 0 0,-1-16 0,-3 3 0,-1-9 0,0 3 0,5-6 0</inkml:trace>
  <inkml:trace contextRef="#ctx0" brushRef="#br0" timeOffset="49">8484 6637 8912,'0'-12'0,"0"1"0,0-1 0,0-5 0,0 7 0,-6-5 0,0 4 0,-7 3 0,9 0 0,-7 8 0,7 2 0,-2 4 0,4 7 0,2 8 0,0-1 0,0 6 0,0-3 0,8-4 0,3 4 0,-1-4 0,-1-1 0,-1-1 0,6 0 0,-5-6 0,8-1 0,1-2 0,-7-3 0,0-5 0,1 0 0,5 0 0,0-7 0,1-5 0,-1-5 0,0-6 0,-7 4 0,3-6 0,-7 8 0,5 0 0,-5 0 0,0-1 0,-6 1 0,0 0 0,0 7 0,0 3 0,5 14 0,1 5 0,6 3 0,-5 0 0,3-3 0,-6 3 0,11-7 0,-6 5 0,1-1 0,5-9 0,-5 5 0,7-8 0,0-2 0,-1-4 0,-5-5 0,-3 3 0,-8-7 0,0 4 0,0-5 0,0 7 0,-8-6 0,-5 5 0,-8 0 0,1-3 0,-2 7 0,2-5 0,3 5 0,0 0 0,0 6 0,7 0 0,-5-7 0,5-3 0</inkml:trace>
  <inkml:trace contextRef="#ctx0" brushRef="#br0" timeOffset="50">9138 6499 8912,'9'-2'0,"-3"-4"0,-4-5 0,-2-4 0,0 3 0,0 1 0,0 7 0,8-4 0,1 10 0,8 4 0,-5 3 0,-1 9 0,-1 1 0,3 2 0,-1 2 0,-1 7 0,1-11 0,-3 4 0,-1-4 0,0-1 0,-5-1 0,3 0 0,0-8 0,-6-1 0,0-8 0,0 0 0,0-8 0,0-5 0,0-8 0,0 0 0,2-6 0,4 3 0,3 1 0,8 0 0,1-2 0,-1 0 0,0 0 0,6 0 0,0 2 0,7 4 0,-3-6 0</inkml:trace>
  <inkml:trace contextRef="#ctx0" brushRef="#br0" timeOffset="51">9688 6258 8912,'10'0'0,"-2"0"0,-10 0 0,-4 0 0,4 0 0,-13 0 0,3 0 0,-3 0 0,-2 8 0,0 3 0,-1 5 0,1 1 0,0 0 0,6 0 0,-1 0 0,8 6 0,-1 0 0,3 0 0,2-6 0,0 1 0,0-1 0,0 0 0,7-7 0,3-3 0,7-7 0,-6-2 0,1-3 0,-1-13 0,7-8 0,-1-1 0,0-6 0,-2 7 0,-1-11 0,-5-1 0,-1-2 0,-2-8 0,-6 2 0,0-7 0,0 1 0,-2-1 0,-2 15 0,-2 5 0,-7 6 0,9 12 0,-7 4 0,7 3 0,-10 25 0,9 12 0,1 13 0,2 8 0,2 1 0,2 1 0,4-1 0,1 3 0,7-1 0,-3-1 0,2-8 0,3-6 0,1-9 0,0-1 0,0-9 0,1-1 0,4-9 0,1-9 0,-2 0 0,6-7 0,-8-3 0,6-9 0,0-4 0,-6 2 0,4-8 0,-4-1 0,-2-3 0,-7 7 0,3-5 0,-5 6 0,2-2 0,-7 6 0,11-3 0,-8 6 0,-3 1 0,-1 0 0,6 7 0,-4 3 0,5 9 0,-1 3 0,5 5 0,-5 9 0,5 2 0,-1 2 0,-8 0 0,9-4 0,-5 2 0,1 2 0,-5 2 0,2-4 0,-6 2 0,-6-2 0,-3 5 0,-9-6 0,1 3 0,0-4 0,0-2 0,-6 2 0,0 0 0,2-2 0,-4 2 0,2-13 0,0 0 0,-2-6 0,-2 0 0</inkml:trace>
  <inkml:trace contextRef="#ctx0" brushRef="#br0" timeOffset="52">10256 5777 8912,'10'11'0,"-4"1"0,-4-6 0,-2 5 0,5 0 0,1 7 0,-2-1 0,-2 8 0,-2 5 0,0 8 0,0 10 0,0 15 0,0 2 0,0 14 0,0-3-168,0-2 1,0 1 167,0-1 0,0 1 0,0-8 0,2-2 0,3-2 0,-3-8 0,6 4 0</inkml:trace>
  <inkml:trace contextRef="#ctx0" brushRef="#br0" timeOffset="53">7176 8184 8912,'-15'-12'0,"-1"3"0,1-1 0,-4 3 0,0-1 0,0 2 0,2-1 0,-3 5 0,-1-4 0,-2 4 0,1 2 0,4 0 0,1 2 0,0 4 0,5 0 0,3 9 0,-1 6 0,1 4 0,5 3 0,-2 9 0,4 1 0,2 2 0,0 6 0,4-6 0,8-2 0,1 4 0,16-4 0,1-5 0,3-1 0,1-9 0,1-2 0,-1-7 0,0-3 0,-7 1 0,4-3 0,-8-3 0,-2-2 0,-8-1 0,-1 3 0,-16 8 0,-6-5 0,-18 8 0,-7 6 0,-5 0 0,-4 6 0,-8-6 0,-7 7 0,-4-1 0,6-10 0,5-2 0,0-11 0,8 2 0</inkml:trace>
  <inkml:trace contextRef="#ctx0" brushRef="#br0" timeOffset="54">7383 8373 8912,'0'-11'0,"0"-1"0,0 8 0,-2-3 0,-4 7 0,2-6 0,-7 0 0,-1 2 0,-3 10 0,3 6 0,-1 3 0,7 2 0,0 6 0,6 0 0,0 0 0,0-6 0,0 0 0,0 0 0,2 1 0,4-1 0,-2-6 0,7-1 0,3-3 0,1-1 0,2-6 0,1-2 0,-1-3 0,-6-5 0,1-7 0,-3-2 0,3-2 0,-7-2 0,5 0 0,-6 6 0,7-1 0,-7 1 0,2 0 0,-4 0 0,-2 7 0,7 3 0,-3 7 0,8 0 0,-7 5 0,7 1 0,-6 2 0,5-2 0,1-5 0,5 5 0,6-4 0,0-2 0,7 0 0,-3-2 0,2-4 0,-1-5 0,-5-4 0,6-3 0,-14-4 0,3-1 0,-13-2 0,1 2 0,-4 4 0,-2-4 0,0 4 0,-2 3 0,-4 5 0,4 3 0,-5 8 0,7 8 0,0 3 0,5 5 0,1 1 0,8 6 0,-3 0 0,-1 2 0,1-2 0,-1-4 0,3 4 0,-3-4 0,-3-2 0,1 0 0,-2 0 0,-4-5 0,3-1 0,-3-5 0,-2 5 0,8-7 0,-6 4 0,5-16 0,-7-1 0,0-10 0,0-4 0,0-6 0,0-4 0,0-1 0,0 0 0,0-1 0,0 1 0,0 0 0,0-1 0,0 8 0,0 4 0,2 4 0,4 2 0,-2 8 0,7 3 0,3 4 0,1 2 0,2 4 0,0 7 0,1 1 0,-1 11 0,0-4 0,0-2 0,-1 0 0,-5 0 0,4-1 0,-3-5 0,-3 2 0,3-7 0,-1 0 0,7-6 0,-9 0 0,1-2 0,-5-4 0,-3-3 0,4-8 0,-2-1 0,0 1 0,1 0 0,1-8 0,-6 6 0,0-4 0,0 4 0,0 2 0,0 0 0,0 7 0,0-5 0,0 13 0,8-6 0,-4 8 0,7 0 0,1 2 0,5 4 0,-6-4 0,1 4 0,-1-5 0,6-1 0,1 0 0,-1 0 0,0-5 0,-2-3 0,-3-1 0,3-3 0,-7-5 0,3 0 0,-1 5 0,-4 1 0,-5 5 0,5-5 0,-4 7 0,-2-4 0,0 8 0,6 8 0,1 3 0,3 4 0,2 10 0,-1 2 0,0 9 0,3 4 0,1-3 0,2 5 0,1 0 0,-1 4 0,0-4 0,0 2 0,0-4 0,-1-4 0,-5 4 0,3-5 0,-9-5 0,-1-1 0,-2-8 0,-2 4 0,0-16 0,0-1 0</inkml:trace>
  <inkml:trace contextRef="#ctx0" brushRef="#br0" timeOffset="55">8536 7840 8912,'17'0'0,"0"0"0,0 0 0,2 0 0,4 0 0,-2 0 0,6 2 0,-2 4 0,-2 5 0,2 4 0,-14 3 0,12 1 0,-11 4 0,-5 2 0,-1 5 0,-4-1 0,-2 1 0,0-3 0,0 2 0,-8-8 0,-3 2 0,3-12 0,-15-3 0,4-8 0</inkml:trace>
  <inkml:trace contextRef="#ctx0" brushRef="#br0" timeOffset="56">8811 7324 8912,'9'12'0,"-3"-1"0,-4-7 0,-2 4 0,0-1 0,0 5 0,0-1 0,0 5 0,0 3 0,0 2 0,0 3 0,8 3 0,1 13 0,8 0 0,1 2 0,-1-1 0,0-5 0,0 4 0,1-4 0,-1-9 0,6-2 0,0-8 0,0-7 0,-6-3 0,0-7 0,0 0 0,-5-7 0,-3-5 0,-1-5 0,-4-6 0,-2 4 0,-2-12 0,0 7 0,0-3 0,-8-2 0,-2 2 0,-7 4 0,0 4 0,7 2 0,-5 0 0,6 7 0,-1 7 0,4 12 0,4 8 0,2 12 0,0-2 0,0 7 0,0 1 0,8-1 0,3 0 0,5-1 0,1-5 0,0 5 0,6-16 0,2 2 0,2-5 0,-6-11 0,11 5 0,-3-8 0,-4-8 0,-2-3 0,2-6 0,-2-6 0,0 4 0,-6-4 0,-6-2 0,-1 0 0,-3-2 0,-1 4 0,-4-3 0,2 1 0,2 4 0,-1 9 0,-5-3 0,0 13 0,0-5 0,2 8 0,4 5 0,4-2 0,7 7 0,-2 1 0,-2 7 0,-1 4 0,-6-4 0,5 4 0,-7-4 0,2 0 0,-4 4 0,-12 0 0,-7 11 0,-16-3 0,-14 9 0,-9-4 0,-20 6 0,32-20 0,0 0 0</inkml:trace>
  <inkml:trace contextRef="#ctx0" brushRef="#br0" timeOffset="57">13423 9731 8912,'-17'0'0,"5"0"0,1 0 0,-3 0 0,-1 0 0,5 2 0,5 4 0,5-2 0,5 7 0,7 3 0,5-5 0,4 3 0,2 1 0,8 2 0,-3 2 0,5 1 0,1-1 0,6-4 0,1 4 0,6-3 0,-1 9 0,4-4 0,2-2 0,-1 8 0,10-6 0,8 4 0,10-4 0,7-4-1161,5-3 1161,5-5 0,-42-7 0,1-2 0,0 0 0,-1-1 0,-3-2 0,-1-2 0,42-16-23,-4-5 1,-8-5-1,3-1 1,1-1 22,0 1 0,6 0 0,-20-1-169,5 1 0,-4 0 169,-2-1 0,-8 8 0,-2 6 0,0 8 0,-5-2 0,13 13 0,-6-4 0,0 4 0,-2 2 0,-5 0 0,1 0 0,7 0 0,5 0 0,-8 0 0,10 0 0,-2 0 0,0 0 0,-1 0 0,-1 0 0,-1 0 0,-17 0 0,11 6 553,-12 0 0,3-1-553,3-5 0,0 0 49,-1 0 0,-5 0-49,0 0 0,2 0 0,7 0 96,3 0 0,-1-7 1,-5-5-1,-1-3-96,1-2 0,7 0 0,-13-1 0,0 1 0,-8 6 0,-3-1 0,1 8 0,4-1 0,6 3 0,4-6 0,1 6 0,1-2 0,0 8 0,3 6 0,-1 5 0,-5-2 0,1-1 0,0-1 0,3 1 0,5-3 0,5-1 0,0-2 0,6-6 0,-4 0 0,9 0 0,12-8 0,-13-1 0,7-11 0,-7-2 0,-10 2 0,-2-2 0,-2 2 0,-3 3 0,-10 0 0,-4 0 0,-8 0 0,-9 5 0,-8 1 0,-7 7 0,-18-4 0,4 8 0,-7 0 0,-1 0 0,-7 0 0,-4 0 0,-3 0 0,-9 0 0</inkml:trace>
  <inkml:trace contextRef="#ctx0" brushRef="#br0" timeOffset="58">19050 9525 8912,'-11'0'0,"1"2"0,2 4 0,3-4 0,6 13 0,3-4 0,2 5 0,7 1 0,-1 0 0,5 2 0,6 4 0,-2-2 0,8 8 0,-1-3 0,7 5 0,1-4 0,4-2 0,6 3 0,10-5 0,3-4 0,2-5 0,2 1 0,6-13 0,0 4 0,2-5 0,1-2 0,3-5 0,13-6 0,-2-11 0,-37 11 0,1-2-625,2-3 0,0-1 625,-1 1 0,1 0 0,4-1 0,1 0 0,-4-2 0,1-1 0,0-1 0,1-1 0,2 1 0,0 0-204,-2-1 0,-1 0 0,5 3 0,-1 0 204,-1-3 0,1 0 0,2 3 0,-2 2 0,-8 0 0,-2 1 0,38-6 0,-12 4 0,-5 8 0,2-1 0,2 1 0,1 1 0,1 3 0,-14 1 0,-4 0 0,-11 0 0,-7 6 0,-9 0 0,-5 0 0,-15 0 1137,-3 0-1137,-7 0 929,0 0-929,-7-7 0,5-3 0,-4-7 0,4 8 0,0-5 0,-4 8 0,4-7 0,-3 2 0,3-12 0,2-4 0</inkml:trace>
  <inkml:trace contextRef="#ctx0" brushRef="#br0" timeOffset="59">22199 8769 8912,'12'-6'0,"-1"0"0,-5-2 0,5 3 0,-5 3 0,6-4 0,-1 4 0,6 2 0,6 15 0,2 10 0,2 12 0,3 8 0,3 5 0,1 7 0,1 1 0,-7 7 0,1-2 0,-16-2 0,-1 2 0,-12-10 0,-12-1 0,-14-1 0,-28-7 0,-13 10 0,-5 3-432,-11-11 1,13 4-1,-7-16 1</inkml:trace>
  <inkml:trace contextRef="#ctx0" brushRef="#br0" timeOffset="60">23025 8923 8912,'-17'0'0,"0"0"0,0 0 0,-1 0 0,1 0 0,2-2 0,3-3 0,7 3 0,10-4 0,7 2 0,3-2 0,10 3 0,6-7 0,7 0 0,8 1 0,-4-3 0,8 1 0,-5 0 0,5-3 0,0 1 0,-4-1 0,-6 5 0,-4 1 0,-1-3 0,-1 3 0,0-1 0,-7 5 0,-10-4 0,-9 8 0,-23 0 0,-4 0 0</inkml:trace>
  <inkml:trace contextRef="#ctx0" brushRef="#br0" timeOffset="61">23008 9198 8912,'11'0'0,"1"0"0,1-2 0,10-3 0,6-13 0,11-10 0,12-7 0,11-5 0,4-2 0,0-4 0,-4 6 0,-6 6 0,-11 5 0,-6 6 0,-11 10 0,-6 2 0,-12 9 0,-5 2 0,-4 0 0,-15 15 0,-7-4 0,-4 5 0,-5-7 0,-6-1 0,1-8 0</inkml:trace>
  <inkml:trace contextRef="#ctx0" brushRef="#br0" timeOffset="62">23128 8579 8912,'-1'-17'0,"-5"0"0,4 6 0,-4-1 0,4 12 0,2 6 0,0 5 0,0 18 0,2 1 0,4 11 0,3 3 0,9 7 0,-1 8 0,0-3 0,0 7 0,0 2 0,-5-4 0,-1 2 0,-1-8 0,1 3 0,5-11 0,-5-1 0,-3-15 0,-2-3 0,3-7 0,1-11 0,7-10 0,0-11 0,-7-12 0,-5-6 0,5-19 0,0-5 0</inkml:trace>
  <inkml:trace contextRef="#ctx0" brushRef="#br0" timeOffset="63">23318 8321 8912,'-8'-17'0,"6"0"0,-13 0 0,3 0 0,5 7 0,-1 12 0,8 17 0,0 14 0,0 11 0,0 13 0,8 4 0,1 15 0,9 5 0,-1 3 0,0 2-304,0 0 0,2 5 304,4 1 0,-4-2 0,4-12 0,-4-11-120,-1-13 120,-9-11 0,6-14 0,-3 0 0,-4-14 0,-3 2 0,-3-11 0,-2-2 0,0-16 0,8-7 0,1-15 0</inkml:trace>
  <inkml:trace contextRef="#ctx0" brushRef="#br0" timeOffset="64">24367 8493 8912,'12'0'0,"-2"-1"0,-3-5 0,-3-6 0,-2-3 0,-2-2 0,0 0 0,0-1 0,0 1 0,0 0 0,-2-2 0,-4-2 0,-5-2 0,-5 0 0,5 8 0,0 3 0,-3 7 0,-1 3 0,-2 2 0,-1 4 0,1 5 0,0 12 0,0 10 0,0 7 0,-1 13 0,3 14 0,4 4-141,3 4 1,2-3 140,1 5 0,-1-2 0,6 7 0,6-10 0,1-1-6,3-10 0,-5-5 6,7-2 0,-8-9 0,1-2 0,3-13 0,-2-5 0,0-11 0,-14-12 0,-2-10 0</inkml:trace>
  <inkml:trace contextRef="#ctx0" brushRef="#br0" timeOffset="65">23989 8992 8912,'-15'-11'0,"3"-1"0,-3 1 0,13-7 0,-6 7 0,12 0 0,8-3 0,7 6 0,17-7 0,4 4 0,-2-5 0,8-1 0,0 0 0,6 0 0,-1 0 0,1-8 0,0-2 0</inkml:trace>
  <inkml:trace contextRef="#ctx0" brushRef="#br0" timeOffset="66">24505 8923 8912,'0'27'0,"0"-4"0,0-4 0,0-8 0,0 1 0,0-8 0,-2 3 0,-3-7 0,3 0 0,-6 0 0,16-7 0,3-5 0,4-3 0,10-8 0,4-2 0,3-1 0,3-3 0,-3-4 0,-3 3 0,-6 1 0,-4 8 0,-2-2 0,-7 4 0,-4 2 0,-5 0 0,-4 1 0,-7 5 0,-7 5 0,-12-3 0,-3 9 0,-8 0 0,-3 7 0,5 11 0,-2-1 0,0 8 0,6 3 0,7 5 0,2 1 0,10 2 0,3 4 0,4-3 0,8 3 0,18-4 0,12-5 0,18-6 0,13-8 0,14-11 0,3-1-259,8-10 1,-2-7 258,-3-11 0,-7-4 0,-11-7 0,-11 0 0,-12-1 0,-5 7 0,-7-1 0,-3 8 0,-10-2 0,-3 4 0,-4 2 0,-16 1 0,-4 3 0,-5 3 0,-6 3 0,4 1 0,-4 6 0,2 0 172,-2 0 0,4 2 1,-4 4-173,4 5 0,2 5 0,5 1 0,1 0 0,5 2 0,-5 4 0,7-4 0,-2 4 0,4-4 0,2-9 0,0 5 0,0-4 0,2-3 0,4-2 0,5-4 0,-3-2 0,7 0 0,-3 0 0,-3-8 0,3-3 0,-3-5 0,5-1 0,-3 0 0,-7 0 0,6 5 0,-7 1 0,3-3 0,8 1 0,-3 2 0,4-5 0,-3 14 0,-3-1 0,-1 6 0,5 7 0,-3 7 0,7 0 0,-5 2 0,-1 4 0,2-4 0,8 4 0,2-4 0,8-1 0,-10-3 0,6-2 0,-2-3 0,-4-3 0,5-8 0,1-9 0</inkml:trace>
  <inkml:trace contextRef="#ctx0" brushRef="#br0" timeOffset="67">25520 8425 8912,'-17'-18'0,"6"9"0,-1 3 0,1 4 0,1 2 0,-3 8 0,7 3 0,0 18 0,6 7 0,0 6 0,0 4 0,0 8 0,2 1 0,2 2 0,2-1 0,7-1 0,-1 2 0,3-11 0,2 0 0,0-8 0,1-3 0,-7-7 0,1 1 0,-9-16 0,-3 10 0,-9-13 0</inkml:trace>
  <inkml:trace contextRef="#ctx0" brushRef="#br0" timeOffset="68">25280 8889 8912,'0'-17'0,"0"-1"0,1 1 0,5 0 0,11 8 0,10-7 0,9 5 0,5-4 0,3-3 0,7 1 0,1 0 0,0 0 0,-1 7 0,-7-5 0,-6 5 0,-7 1 0,-6-6 0,-8 13 0,-7-6 0,-3 10 0,-7 4 0,-2-3 0,-2 11 0,-3 3 0,-1 4 0,1 0 0,1 6 0,6-6 0,0 7 0,0-7 0,0 2 0,0-4 0,0-1 0,0-1 0,0 0 0,2-5 0,3-1 0,-1-7 0,8 2 0,-7-5 0,7-1 0,1 0 0,-5-7 0,7-3 0,-3-9 0,3-4 0,2 4 0,0-11 0,1 5 0,-1-2 0,-6 0 0,1-1 0,-3-3 0,3 8 0,-4 4 0,-1 6 0,-5-3 0,6 14 0,-8-1 0,0 14 0,7 1 0,-5 12 0,6-5 0,0 4 0,1-4 0,3 6 0,-1-7 0,2-1 0,1 0 0,-1-2 0,-1-1 0,1-3 0,-5-7 0,7 9 0,-3-7 0,3-2 0,2-2 0,0-2 0,0 0 0,3-2 0,3-4 0,-10-4 0,4-7 0,4 0 0,6 0 0</inkml:trace>
  <inkml:trace contextRef="#ctx0" brushRef="#br0" timeOffset="69">26364 8683 8912,'-18'9'0,"1"-3"0,0-4 0,8-4 0,3-4 0,-2 2 0,2-7 0,3-3 0,8 7 0,7 1 0,5 4 0,6 2 0,-4 0 0,12 6 0,-8 2 0,-2 1 0,5 3 0,-6 5 0,2 0 0,-2 0 0,-3 0 0,0 1 0,0-1 0,-7 0 0,-1-2 0,-3-3 0,-4-5 0,4-9 0,-12-3 0,4-7 0,-4-11 0,4 4 0,2-11 0,0 5 0,0-2 0,0 6 0,2-10 0,4 7 0,6-3 0,10 6 0,-2-6 0,4 6 0,1-2 0,2 0 0,7 6 0</inkml:trace>
  <inkml:trace contextRef="#ctx0" brushRef="#br0" timeOffset="70">26983 8545 8912,'-11'11'0,"-1"1"0,7-6 0,-7 5 0,1-7 0,1 4 0,2-8 0,8 0 0,2 0 0,6-2 0,7-4 0,6-6 0,2-3 0,0-2 0,0 0 0,-2 0 0,-2 7 0,-2-5 0,1 3 0,-1-3 0,-6-2 0,-1 0 0,-2-1 0,-3 1 0,-5 0 0,-2 2 0,-3 3 0,-5 3 0,-7 3 0,-6 4 0,0-4 0,-8 4 0,7 4 0,-7 6 0,2 9 0,8 0 0,-7 14 0,8-6 0,5 2 0,4 1 0,-1 7 0,6-1 0,5 0 0,1-7 0,7 4 0,5-8 0,11-2 0,5-10 0,5 2 0,1-7 0,1-2 0,1-8 0,2-5 0,2-5 0,-1-5 0,-3-9 0,-2 1 0,1-8 0,-8 7 0,-5-1 0,-2-3 0,-5-5 0,-4 5 0,3 1 0,-9-1 0,-1 3 0,-2 6 0,-2 4 0,-2 4 0,-3 3 0,3 5 0,-6 7 0,8 7 0,2 5 0,4 5 0,5 6 0,4-4 0,1 12 0,-3-7 0,-1 3 0,-1-6 0,-1 10 0,-5-8 0,-3 2 0,-2-4 0,-4 3 0,-7 3 0,-12 4 0,-8-6 0,-5 7 0,-4-3 0,2-3 0,-8 3 0,0-8 0,-6 4 0,1-8 0</inkml:trace>
  <inkml:trace contextRef="#ctx0" brushRef="#br0" timeOffset="71">27758 8012 8912,'-6'-17'0,"-2"0"0,1-1 0,-3 3 0,0 4 0,5 18 0,-5 22 0,1 19 0,-1 21 0,4 15 0,-3 9 0,5-43 0,0 1 0,2 2 0,0-1 0,-1-1 0,-1 0 0,0 2 0,2 1 0,0-3 0,0 1 0,1 0 0,0-1 0,1 39 0,0 2 0,6-18 0,2-15 0,1-5 0,3-10 0,5-21 0,0-12 0,-7-15 0,-3-5 0</inkml:trace>
  <inkml:trace contextRef="#ctx0" brushRef="#br0" timeOffset="72">28274 8476 8912,'-25'-17'0,"-4"0"0,-3 0 0,-3 1 0,1 5 0,0 5 0,-1 4 0,3 4 0,1 6 0,2 9 0,6 8 0,-5 9 0,7 1 0,-2 5 0,11 0 0,-1 0 0,7-6 0,2 1 0,2-1 0,4-3 0,6-6 0,9-8 0,0-12 0,14 3 0,-6-10 0,2-4 0,1-11 0,1-9 0,-2-7 0,-2 4 0,-2-3 0,-6-1 0,0-7 0,0 2 0,-7 2 0,3 1 0,-7 1 0,-2 0 0,-2 7 0,-2 2 0,0 8 0,0 0 0,0 9 0,0 8 0,0 10 0,0 13 0,0 5 0,2 7 0,3 5 0,5-4 0,9 4 0,4-11 0,-2 1 0,8-7 0,1-2 0,5-4 0,5-5 0,-4-4 0,14-10 0,-8-4 0,-4-6 0,2-10 0,-13-5 0,7-8 0</inkml:trace>
  <inkml:trace contextRef="#ctx0" brushRef="#br0" timeOffset="73">28635 8081 8912,'-6'11'0,"1"1"0,-9-8 0,12 11 0,-5-6 0,7 9 0,-2 1 0,-4 4 0,4 11 0,-5 4 0,7 8 0,0 0 0,0 5 0,0 1 0,0 3 0,0-3 0,0 3 0,2-18 0,1 3 0,3-4 0,0-1 0,-14-1 0,-1 0 0</inkml:trace>
  <inkml:trace contextRef="#ctx0" brushRef="#br0" timeOffset="74">28446 8597 8912,'0'-18'0,"0"1"0,0 0 0,0 6 0,0-1 0,2 1 0,4-7 0,-1 7 0,11 1 0,3 3 0,9-7 0,-1 11 0,8-9 0,5 6 0,2-3 0,2-1 0,2 1 0,-2-5 0,-2-1 0,0-2 0,2 0 0</inkml:trace>
  <inkml:trace contextRef="#ctx0" brushRef="#br0" timeOffset="75">29100 8029 8912,'-10'0'0,"-3"15"0,7 8 0,-5 10 0,5 7 0,-2 6 0,3 11 0,3 2 0,-4 6 0,4-4 0,2-1 0,8-3 0,3-5 0,4-14 0,3-4 0,-9-11 0,7 2 0,-7-8 0</inkml:trace>
  <inkml:trace contextRef="#ctx0" brushRef="#br0" timeOffset="76">29117 8356 8912,'29'-6'0,"-2"-2"0,-3-1 0,-1 3 0,-5-5 0,-1 1 0,-2-3 0,-3 1 0,3 9 0,-4-3 0,5 4 0,1 2 0,0 0 0,0 0 0,0 0 0,1 0 0,-1 0 0,0 8 0,0 1 0,0 1 0,-7 5 0,-2-2 0,-1 8 0,-5-2 0,6 6 0,-8-8 0,0 1 0,0-1 0,-6 0 0,0 0 0,-5 0 0,3-1 0,-1-5 0,5-3 0,-4-10 0,8-4 0,0-5 0,0-12 0,6 2 0,2-6 0,1 2 0,3-5 0,5 9 0,-2-6 0,-1 2 0,-3 4 0,1 2 0,5 2 0,0 7 0,0 4 0,0 5 0,1 8 0,-3 5 0,-2 9 0,-1 2 0,-8 7 0,9-5 0,-5 6 0,-1-5 0,1-1 0,3 4 0,-5-6 0,-2-2 0,-2-2 0,4-2 0,-1 0 0,1 0 0,-6-7 0,8-18 0,1-11 0</inkml:trace>
  <inkml:trace contextRef="#ctx0" brushRef="#br0" timeOffset="77">29737 7823 8912,'-35'15'0,"1"-3"0,-1 3 0,3-6 0,3 1 0,12 5 0,2-5 0,13 1 0,-2-1 0,8-2 0,5-3 0,8-5 0,8-2 0,4-3 0,4-7 0,-7-3 0,5-2 0,-8-1 0,-2 1 0,-2 0 0,-8 2 0,-1 1 0,-2 3 0,-3-1 0,-6-3 0,-5 4 0,-4 3 0,-9 8 0,-2 0 0,-2 0 0,0 8 0,0 7 0,2 8 0,6-2 0,0-2 0,9-2 0,0 0 0,6 1 0,0-1 0,0 0 0</inkml:trace>
  <inkml:trace contextRef="#ctx0" brushRef="#br0" timeOffset="78">30115 7823 8912,'-9'0'0,"-1"0"0,4 0 0,4 8 0,-5 3 0,-1 4 0,6 2 0,-5 8 0,7 6 0,0 7 0,0 0 0,0 8 0,0 2 0,0 0 0,0-3 0,0 3 0,0-8 0,0-1 0,0-11 0,0-5 0,0-4 0,0-2 0,0-7 0,0-2 0,1-27 0,5-6 0,6-4 0,-5-2 0,9-1 0,-5 1 0,4 3 0,3 7 0,-1-2 0,0 4 0,0 2 0,0 7 0,3-3 0,2 7 0,-2 0 0,3 6 0,-4 2 0,-4 4 0,-4 5 0,-3 5 0,-2 1 0,0 0 0,-3 0 0,-8 8 0,-5-4 0,-7 8 0,0 1 0,-8-5 0,6 0 0,-4-8 0,4 0 0,1-1 0,1-5 0,0-5 0,7-4 0,3-4 0,7-4 0,0-11 0,0-10 0</inkml:trace>
  <inkml:trace contextRef="#ctx0" brushRef="#br0" timeOffset="79">30545 8046 8912,'10'0'0,"-2"0"0,-8 0 0,-2 2 0,-4 4 0,4 4 0,-6 7 0,8 0 0,0 0 0,0 2 0,0 2 0,0 2 0,0 0 0,0 0 0,0 0 0,0-2 0,6-2 0,0-2 0,5-5 0,-5-1 0,7-5 0,-1 5 0,-3-7 0,3 2 0,-1-10 0,7-5 0,-1-7 0,0-9 0,8-5 0,-6-4 0,4-1 0,-4 1 0,-2-1 0,-1 7 0,-3 3 0,-2 6 0,-7-2 0,4 17 0,-8-8 0,6 11 0,-1 1 0,-1 11 0,-2 8 0,-2 4 0,0 8 0,-6-5 0,1 9 0,1-1 0,2-7 0,2 3 0,2-7 0,4-2 0,-4-2 0,11-1 0,-5-3 0,1-4 0,3-3 0,-1-8 0,1-2 0,1-4 0,2-11 0,2-10 0</inkml:trace>
  <inkml:trace contextRef="#ctx0" brushRef="#br0" timeOffset="80">31096 7565 8912,'0'-10'0,"0"-5"0,0 4 0,0-5 0,-2 5 0,-4-1 0,5 9 0,-7-3 0,6 14 0,-4 9 0,4 10 0,-3 13 0,3 7 0,2 9 0,0 5 0,0 2 0,0 0 0,2-8 0,3 3 0,5 1 0,7-2 0,0-1 0,0-11 0,6-4 0,0-13 0,2-5 0,-2-11 0,-2 1 0,8-9 0,1-6 0,-3-8 0,0-13 0,0-5 0,0-5 0,-6-1 0,3 0 0,-6-1 0,-3 1 0,-4-1 0,-1 1 0,-6 2 0,2 3 0,-1-4 0,-10 20 0,-1-4 0,-8 11 0,3 0 0,-4 8 0,-3 8 0,1 7 0,0 12 0,0 3 0,0 8 0,-1-2 0,7 5 0,1-3 0,3-2 0,3-2 0,2-1 0,2-3 0,2-3 0,4-6 0,3-6 0,8-6 0,6-3 0,0-8 0,8 0 0,-4-10 0,7-7 0,0-2 0,1-10 0,-3-1 0,-1-3 0,-2-1 0,-8 0 0,4 1 0,-8 3 0,0 1 0,0 0 0,-5-3 0,-3 1 0,-1 3 0,-2 6 0,-6 3 0,0 8 0,2 9 0,3 2 0,-3 4 0,4 13 0,3-4 0,3 10 0,-2 2 0,1-2 0,-5 8 0,5-3 0,-7 5 0,4-5 0,-8 1 0,0-2 0,0 3 0,0-3 0,-2 0 0,-4 0 0,-4-6 0,-7 3 0,0-6 0,0-1 0,-8 0 0,-2-7 0,-9-5 0,-4-3 0,-4-9 0,-8-3 0</inkml:trace>
  <inkml:trace contextRef="#ctx0" brushRef="#br0" timeOffset="81">30717 8046 8912,'-43'18'0,"2"-9"0,13-3 0,10-4 0,13-4 0,12-2 0,11-2 0,22-15 0,25 0 0,-20 2 0,3-2 0,8-1 0,1-2-209,9-4 0,2-1 1,9 1-1,3 1 1,5-5-1,2 1 209,3-1 0,2-1 0,-30 9 0,0-2 0,1 1 0,0-1 0,0 0 0,0 0 0</inkml:trace>
  <inkml:trace contextRef="#ctx0" brushRef="#br0" timeOffset="82">10618 13153 8912,'0'11'0,"0"1"0,0-1 0,0 6 0,0-5 0,0-1 0,0 3 0,0-5 0,0 3 0,0-7 0,0 7 0,-2-8 0,-2 3 0,-2 1 0,1-6 0,5 7 0,0-3 0,0-4 0,0 6 0,0-8 0,0 0 0,0-8 0,-8 6 0,6-13 0,-4 1 0,4-7 0,2 0 0,0-7 0,0-3 0,2-3 0,4-4 0,5-2 0,5-8 0,3 11 0,4-3 0,-2 6 0,6 5 0,-3 6 0,7 12 0,-2 5 0,3 4 0,3 2 0,-7 10 0,1 7 0,0 0 0,3 14 0,-1-6 0,-3 1 0,-6-5 0,2 10 0,-6-8 0,-1-2 0,0-2 0,0-2 0,-7 0 0,-4 1 0,3-1 0,-7 0 0,4 0 0,-4-7 0,-2-3 0,-8-9 0,-3-3 0,-5-13 0,-1-8 0</inkml:trace>
  <inkml:trace contextRef="#ctx0" brushRef="#br0" timeOffset="83">10979 12895 8912,'0'-17'0,"-2"-1"0,-2 1 0,-1 0 0,1 0 0,0 2 0,0 1 0,-2 3 0,-1 7 0,1-2 0,4 6 0,-4 6 0,5 11 0,1 12 0,0 5 0,0 6 0,0-3 0,0 10 0,1-5 0,5 2 0,-4 2 0,8 4 0,-7-4 0,3-6 0,8-4 0,-13-2 0,7 1 0,0-1 0,-6-1 0,3-5 0,-3-5 0,-2-4 0,0-9 0,8 5 0,2-5 0</inkml:trace>
  <inkml:trace contextRef="#ctx0" brushRef="#br0" timeOffset="84">10635 14081 8912,'0'-11'0,"0"-1"0,0-1 0,0-2 0,0-3 0,0 1 0,0 0 0,0 6 0,0-1 0,0 16 0,0 4 0,0 11 0,0 9 0,6 12 0,1 8 0,3 8 0,-4-3 0,3 4 0,-1-3 0,3-1 0,-5 3 0,-2 1 0,5-7 0,-5-2 0,6-10 0,-1-4 0,-1-5 0,0-4 0,-3-2 0,3-14 0,4-3 0,-5-12 0,1-3 0,-8-24 0,0-3 0</inkml:trace>
  <inkml:trace contextRef="#ctx0" brushRef="#br0" timeOffset="85">10876 14081 8912,'-12'-11'0,"1"1"0,-2 3 0,3 1 0,-1 6 0,7 0 0,-4 2 0,8 3 0,0 7 0,0 11 0,0 5 0,0 5 0,0 1 0,8 8 0,-4-3 0,7 5 0,2-2 0,3-2 0,1 0 0,0-2 0,0-6 0,-7 3 0,5-10 0,-3 3 0,3-5 0,-6-4 0,-1-1 0,-6-3 0,4-4 0,-4-3 0,5-16 0,-7-1 0</inkml:trace>
  <inkml:trace contextRef="#ctx0" brushRef="#br0" timeOffset="86">10618 14081 8912,'-17'0'0,"-1"0"0,1 0 0,8-7 0,1-3 0,10-7 0,4 0 0,5-2 0,12-4 0,11 2 0,12-8 0,4 8 0,2-6 0,-1 6 0,1-2 0,-2 0 0,-5 8 0,-4 4 0,-5 5 0,-2 4 0,-7 2 0,-6 4 0,-7 7 0,-7 8 0,-7 16 0,-2 1 0,-3 4 0,-5 2 0,-7 6 0,-2-4 0,-4-2 0,4 6 0,-8-12 0,4 4 0,2-4 0,-6-3 0,2-5 0,4-3 0,10-8 0,-5 8 0,7-13 0,-1 3 0,3-17 0,7-4 0,7 3 0,5-9 0,3-1 0,10 5 0,-6-5 0,6 7 0,0 2 0,2-5 0,1 7 0,1-4 0,2 4 0,3 2 0,6 0 0,-2 0 0,6 0 0,-2 0 0,-1 0 0,-7 0 0,0 0 0,1 0 0,-3 0 0,-3 0 0,-4 0 0,-8 8 0,0-6 0,-7 7 0,-4-3 0,-6-2 0,-6 7 0,-11-7 0,-3 4 0,-12-1 0,5 3 0</inkml:trace>
  <inkml:trace contextRef="#ctx0" brushRef="#br0" timeOffset="87">10841 13909 8912,'-11'10'0,"0"-4"0,7-5 0,-4 1 0,8 4 0,0-2 0,2 7 0,4 3 0,-2 3 0,7 6 0,0 4 0,1 3 0,-1 5 0,1-5 0,3 14 0,-1-6 0,-5 2 0,-1-1 0,5-3 0,-3-2 0</inkml:trace>
  <inkml:trace contextRef="#ctx0" brushRef="#br0" timeOffset="88">8398 14941 8912,'0'-17'0,"0"-2"0,0-2 0,0-2 0,0 0 0,0 0 0,0 0 0,-6 0 0,-2 6 0,-1 0 0,-3-1 0,-5 3 0,0 4 0,0 5 0,0 4 0,-3 6 0,-2 7 0,0 12 0,-6 25 0,-1 15 0,2 13 0,-5 16 0,21-42 0,3 1 0,-3 4 0,1 1-32,2 0 1,2 1 0,2-3-1,1 1 1,2 1 0,2 0-1,-1 0 1,2-1 31,-1 0 0,3-3 0,14 30 0,8-9 0,9-29 0,-1-10 0,8-7 0,-5-19 0,3-8 0,-4-4 0,-2-13 0,1-4 0</inkml:trace>
  <inkml:trace contextRef="#ctx0" brushRef="#br0" timeOffset="89">8690 15405 8912,'-24'25'0,"-3"2"0,0-1 0,-4 13 0,8-5 0,1 10 0,6-4 0,5-2 0,3-1 0,10-9 0,4 1 0,5-10 0,10-2 0,2-9 0,8-6 0,-1-2 0,7-4 0,3-8 0,0 1 0,-11-22 0,-1 3 0,3-8 0,-6 1 0,-2-5 0,-12 8 0,3 5 0,-9 1 0,-1 7 0,-8-2 0,-5 4 0,-7 1 0,3 9 0,-10 3 0,2 4 0,-2 2 0,10 2 0,-4 4 0,11-4 0,-9 13 0,5-5 0</inkml:trace>
  <inkml:trace contextRef="#ctx0" brushRef="#br0" timeOffset="90">9172 15336 8912,'0'-9'0,"6"9"0,0 11 0,7 4 0,-9 8 0,5 2 0,-1 2 0,4-6 0,-5 4 0,3-2 0,3 0 0,-5 0 0,1-6 0,-5 0 0,2 0 0,5-5 0,-5-1 0,2-7 0,-2 2 0,-3-12 0,9-6 0,-3-5 0,3-6 0,3-3 0,-5-7 0,1 3 0,1 1 0,-1 0 0,6-3 0,1 1 0,-1 3 0,0 7 0,0-12 0,8 14 0,2-6 0</inkml:trace>
  <inkml:trace contextRef="#ctx0" brushRef="#br0" timeOffset="91">9826 15199 8912,'12'7'0,"-1"5"0,-7-5 0,4 1 0,-8-6 0,0 4 0,0-4 0,0 13 0,0-4 0,1 5 0,3 3 0,4 2 0,0 4 0,-1 1 0,7 3 0,-11 11 0,7 0 0,-2-2 0,-3-1 0,-5-3 0,0 1 0,0-1 0,0 0 0,-7-1 0,-5-5 0,-3-5 0,-4-4 0,-4-3 0,-4-5 0,0-5 0,-5-12 0,5-11 0,-7-10 0</inkml:trace>
  <inkml:trace contextRef="#ctx0" brushRef="#br0" timeOffset="92">9602 15147 8912,'0'-17'0,"0"0"0,6 0 0,0-1 0,2 9 0,-3 3 0,5 4 0,7 2 0,0 0 0,0 0 0,6 0 0,0 0 0,8 0 0,-2 2 0,11 4 0,-4-4 0,4 3 0,-3-1 0,-5 0 0,-3 2 0,3 0 0,-14 1 0,1 3 0,-6-1 0,-9 7 0,9-13 0,-7 9 0,-2 1 0,-2 3 0,-2-5 0,0 0 0,0 1 0,0 5 0,0 0 0,0 1 0,0-1 0,0 0 0,0 0 0,0 0 0,0 0 0,0 1 0,5-1 0,1 0 0,8 0 0,-5-7 0,8-4 0,1-5 0,-1-2 0,-2-5 0,-3-6 0,3-11 0,-8 2 0,5-5 0,-6 1 0,1-4 0,-1 4 0,-2 0 0,-2 1 0,-2 1 0,0 6 0,0-1 0,0 1 0,0 8 0,0 3 0,0 12 0,0 11 0,0 2 0,2 6 0,2-2 0,3 0 0,3-2 0,-6-2 0,9 4 0,-7 0 0,7-6 0,-1-6 0,3-7 0,2 2 0,0-4 0,0-2 0,1 0 0,-1 0 0,2-8 0,2-5 0,2-6 0,-2-4 0,-8-2 0,-1 2 0,-8 4 0,1-4 0,3 4 0,-2 2 0,0-1 0,-6 1 0,0 8 0,-2 1 0,-4 8 0,4 2 0,-4 4 0,4 5 0,2 4 0,0 3 0,8-1 0,3 2 0,5 4 0,1-4 0,0 6 0,0-8 0,-1 0 0,-5 0 0,4 0 0,-5 1 0,0-1 0,3 0 0,-7 0 0,-2 0 0,-10 1 0,-4-7 0,-7 1 0,0 1 0,-8 2 0,6-3 0,-4-3 0,4-1 0,2-2 0,-1-6 0,1 0 0,8-8 0,1-2 0,8-7 0</inkml:trace>
  <inkml:trace contextRef="#ctx0" brushRef="#br0" timeOffset="93">10962 15027 8912,'-10'-10'0,"-5"-5"0,4 4 0,3 3 0,0-2 0,8 5 0,0 3 0,0 9 0,2 7 0,2 12 0,4 1 0,1 0 0,3 2 0,3-1 0,-4 1 0,5 0 0,-5 5 0,5-2 0,-1-1 0,-4-2 0,5-1 0,-14-1 0,13 6 0,-6-7 0</inkml:trace>
  <inkml:trace contextRef="#ctx0" brushRef="#br0" timeOffset="94">10859 15336 8912,'-12'-2'0,"1"-3"0,-1-5 0,-5-7 0,7 0 0,5 0 0,3-1 0,9 7 0,5-1 0,11-5 0,6-6 0,9 0 0,4 6 0,2 0 0,4 0 0,9-8 0,2 6 0,4-4 0,-5 4 0,3 2 0,-8-1 0,7 1 0</inkml:trace>
  <inkml:trace contextRef="#ctx0" brushRef="#br0" timeOffset="95">11581 14975 8912,'-24'0'0,"3"0"0,-8 0 0,6 0 0,-4 2 0,2 4 0,2 2 0,6 3 0,0 4 0,7-5 0,5 7 0,3 0 0,2 0 0,0 1 0,2 3 0,1-2 0,5-4 0,2 0 0,1 1 0,6-7 0,1-1 0,-1-1 0,-8-5 0,7 6 0,-5-8 0,4-8 0,3 4 0,-3-7 0,-4-2 0,5-3 0,-9-1 0,7 0 0,-3 0 0,-7 0 0,11 5 0,-3 1 0,-3 5 0,3-6 0,-1 7 0,6-7 0,1 8 0,-1-3 0,0 1 0,0 0 0,1 1 0,-9 5 0,14 0 0,-4 0 0</inkml:trace>
  <inkml:trace contextRef="#ctx0" brushRef="#br0" timeOffset="96">12115 14769 8912,'-10'8'0,"-5"-7"0,4 5 0,-5-4 0,5 6 0,1 3 0,3 4 0,-5 3 0,4 1 0,-1 4 0,5 3 0,-4 7 0,8-3 0,0-1 0,0 2 0,0-5 0,0 3 0,0-8 0,0 2 0,0-10 0,0-1 0,2-8 0,4 1 0,-4-10 0,6-12 0,-8-10 0,0 0 0,0-13 0,5 11 0,1-11 0,0-2 0,-6 2 0,2 2 0,2 7 0,1 3 0,1 7 0,0-10 0,1 10 0,3 6 0,-4 5 0,5 10 0,3 0 0,1 4 0,2 7 0,2 1 0,2 13 0,2 0 0,0-6 0,0 11 0,0-7 0,-2-2 0,6-2 0,-8-3 0,4-5 0,-4 2 0,-2-7 0,-5 0 0,-1-6 0,3 0 0,-5-2 0,1-4 0,-3-5 0,-3-5 0,4-1 0,-2 0 0,-1-8 0,-5 4 0,0-7 0,0 5 0,0-4 0,0 2 0,0 2 0,-2 0 0,-3 0 0,3 6 0,-4 6 0,4 9 0,2 2 0,0 7 0,0 12 0,0 4 0,0-4 0,6 8 0,1-6 0,3 2 0,-4 0 0,5-8 0,1-1 0,-3-3 0,7-7 0,-7 4 0,8-8 0,1 0 0,-1 0 0,0-8 0,0-3 0,-7-5 0,3-7 0,-5-1 0,1-3 0,-5 6 0,4-10 0,-8 8 0,0 2 0,0 2 0,0 2 0,0 0 0,0 0 0,0 7 0,0 2 0,6 22 0,-1 3 0,9 4 0,-3-4 0,4 0 0,3 1 0,-1-3 0,0-2 0,0-1 0,0-9 0,1 3 0,-1-4 0,0-2 0,8 0 0,-6 0 0,4 0 0,-10-6 0,-1 1 0,-6-14 0,3 1 0,-1-1 0,-2 0 0,-6 2 0,0 0 0,0 0 0,0-1 0,0 1 0,-8 8 0,4-5 0,-7 9 0,7-1 0,-4 6 0,8 0 0,0 2 0,0 3 0,0 5 0,2 9 0,2 2 0,2 2 0,1 0 0,-3-6 0,2 0 0,-2 1 0,-2-1 0,-2 0 0,0 0 0,0-7 0,0 5 0,0-13 0,0 4 0,0-12 0,0-4 0,0-7 0,0 0 0,0-2 0,0-4 0,0-6 0,5-1 0,1 1 0,0-2 0,-6 9 0,2-3 0,3 2 0,-1 4 0,8-4 0,-7 11 0,7 7 0,1 3 0,-3 9 0,1 5 0,-7 3 0,10 2 0,-9 0 0,7-5 0,-7-1 0,3-1 0,-4 3 0,2-1 0,-1-8 0,-3 5 0,4-3 0,-4-4 0,8 5 0,-7-9 0,5-1 0,2-3 0,-7-7 0,5 3 0,-2-1 0,0-1 0,-1 8 0,1-5 0,2 5 0,1-2 0,-3 0 0,4 8 0,-3 4 0,7-4 0,-11 11 0,9-7 0,-6 7 0,5-3 0,2 0 0,-5 5 0,7-13 0,-3 3 0,-5-10 0,9-5 0,-7-7 0</inkml:trace>
  <inkml:trace contextRef="#ctx0" brushRef="#br0" timeOffset="97">13354 13961 8912,'0'-12'0,"0"1"0,0 5 0,0-5 0,0 7 0,0-4 0,0 16 0,0 7 0,0 8 0,2 8 0,4-3 0,-3 3 0,7-1 0,0-1 0,-1 2 0,-3-1 0,5-1 0,-5 1 0,6-7 0,-9 0 0,3-5 0,-4-1 0,4-6 0,-1 1 0,1-9 0,-6 5 0,0-8 0,0-2 0,0-4 0,8-1 0,3-7 0,5 3 0,1 7 0,0-2 0,0 5 0,2 1 0,4 0 0,-4 0 0,6 0 0,-9 1 0,-5 5 0,4 4 0,-13 1 0,4 1 0,-4 1 0,-4 2 0,-6 2 0,-7 1 0,-6-1 0,-10 0 0,7-2 0,-5-3 0,-2 1 0,8-7 0,2-2 0,10-2 0,-12-2 0,4 0 0</inkml:trace>
  <inkml:trace contextRef="#ctx0" brushRef="#br0" timeOffset="98">13733 14167 8912,'-10'0'0,"2"0"0,8-2 0,0-3 0,0 3 0,2-12 0,4 8 0,4-7 0,7 5 0,0-5 0,0 2 0,0-1 0,-1-5 0,-5 0 0,-3 7 0,-8-5 0,0 4 0,0 3 0,-2 0 0,-4 8 0,-5 0 0,3 0 0,-7 8 0,5 3 0,1 5 0,-7 1 0,12 6 0,-7 0 0,7 5 0,-2-5 0,6-2 0,4 0 0,2 2 0,7-11 0,3 11 0,9-14 0,1 1 0,-5-3 0,12-7 0,-6-7 0,7-3 0</inkml:trace>
  <inkml:trace contextRef="#ctx0" brushRef="#br0" timeOffset="99">14042 13892 8912,'0'10'0,"2"-3"0,4-7 0,-4 0 0,7 2 0,-3 4 0,-2-4 0,7 4 0,1 3 0,5 1 0,0 1 0,-1 1 0,-3 1 0,-2 2 0,-1-3 0,2-1 0,3 1 0,-4 5 0,-3-8 0,0-1 0,-8-16 0,0-3 0,0-12 0,0-6 0,0-3 0,1-3 0,3 1 0,2 0 0,7 3 0,-1-3 0,3 11 0,2-17 0,1 11 0,-1-3 0,0-3 0</inkml:trace>
  <inkml:trace contextRef="#ctx0" brushRef="#br0" timeOffset="100">14163 13101 8912,'11'6'0,"1"0"0,5 9 0,6 2 0,9 10 0,1 15 0,5 9 0,8 18 0,-6 15 0,-20-39 0,-2 0 0,-2 4 0,-3 1-250,-1-1 0,-1 0 1,6 46 249,-10-46 0,-2 0 0,-1 1 0,-3 1 0,-3 1 0,-3-1 0,-12 45 0,-10-6 0,-13-12 0,-4-2 0</inkml:trace>
  <inkml:trace contextRef="#ctx0" brushRef="#br0" timeOffset="101">5644 17692 8912,'-17'0'0,"0"0"0,0 0 0,0 0 0,1 2 0,5 3 0,5 7 0,2 5 0,-1 6 0,3-2 0,-4 10 0,4 5 0,2-2 0,0 8 0,0 0 0,2 0 0,2 6 0,1-4 0,-1-2 0,-2 6 0,-2-2 0,0-4 0,0-2 0,6-4 0,2-3 0,-1-3 0,1-1 0,5-16 0,-3 8 0,9-15 0,4-2 0,-2-4 0,8-6 0,-1-5 0,7-12 0,-1 3 0,1-10 0,-1 7 0,-2-6 0,-3 8 0,-6 6 0,-10 0 0,-1 9 0,-8 0 0,-4 6 0,-10 0 0</inkml:trace>
  <inkml:trace contextRef="#ctx0" brushRef="#br0" timeOffset="102">5576 18190 8912,'-8'-24'0,"0"4"0,-3-3 0,3 4 0,8 2 0,8 0 0,1 6 0,11 1 0,2 2 0,5-5 0,13 5 0,1-5 0,-3 1 0,-2 9 0,0-11 0,1 9 0,-3 1 0,-3 0 0,-14-2 0,-7-3 0,-3-9 0</inkml:trace>
  <inkml:trace contextRef="#ctx0" brushRef="#br0" timeOffset="103">5662 17846 8912,'-18'0'0,"1"0"0,8-7 0,-5 3 0,9-7 0,5-7 0,9-6 0,6-3 0,6-2 0,20 2 0,1 4 0,0 2 0,0-1 0,6 2 0,-4-4 0</inkml:trace>
  <inkml:trace contextRef="#ctx0" brushRef="#br0" timeOffset="104">6488 17709 8912,'-18'0'0,"-4"-6"0,-1 0 0,-6-5 0,6 5 0,0 2 0,-2 3 0,0 1 0,-3 0 0,-9 7 0,9 5 0,-9 9 0,9 2 0,3 7 0,2-1 0,6 3 0,5 3 0,6-1 0,4 0 0,2-7 0,2 6 0,4-5 0,4-3 0,9-2 0,4-4 0,-2-7 0,7-1 0,9 1 0,-1-3 0,4-1 0,-3-1 0,3-3 0,0 6 0,-4-1 0,-5 1 0,-6-6 0,-8 11 0,0-4 0,0 5 0,-7 1 0,-10 2 0,-14 2 0,-7 2 0,-5 8 0,-16-5 0,-4 9 0,-4-1 0,-2-1 0,1-5 0,1-5 0,4-4 0,4-2 0,10-7 0,3-4 0,6-4 0,6-10 0,5-4 0,-3-26 0,5-8 0</inkml:trace>
  <inkml:trace contextRef="#ctx0" brushRef="#br0" timeOffset="105">6643 17623 8912,'-2'-10'0,"-4"5"0,4-5 0,-6 8 0,8-4 0,0 12 0,0 6 0,2 11 0,2 5 0,2 5 0,5 3 0,-3 4 0,1 4 0,5 0 0,-6 6 0,5-1 0,-7 11 0,-3 1 0,-1-6 0,-2 12 0,0-6 0,0 0 0,-13-2 0,-4-7 0,-4-8 0,4-2 0</inkml:trace>
  <inkml:trace contextRef="#ctx0" brushRef="#br0" timeOffset="106">6522 18122 8912,'10'-8'0,"5"-2"0,-13-7 0,6 0 0,-1 0 0,3 3 0,7-3 0,0 12 0,2-18 0,4 11 0,6-3 0,3 0 0,3 1 0,-1 5 0,1 1 0,7-5 0,-12 11 0,5-4 0,-3 4 0,-7-6 0,0 7 0,-8-5 0,-7 12 0,-5 5 0,-3 4 0,-2 4 0,0 2 0,0 4 0,0 2 0,0 4 0,0 1 0,0 2 0,-2 1 0,-3-1 0,3 1 0,-6-7 0,8 1 0,0-2 0,-2 1 0,-4-5 0,5-11 0,-7-5 0,0-7 0,-1 0 0</inkml:trace>
  <inkml:trace contextRef="#ctx0" brushRef="#br0" timeOffset="107">6970 17623 8912,'-18'0'0,"1"0"0,0 0 0,7 0 0,-5 0 0,4 0 0,3 2 0,2 4 0,4 5 0,2-3 0,6 1 0,2-5 0,1 2 0,3 0 0,5-6 0,-6 5 0,1 1 0,-8 0 0,11-6 0,-5 0 0,-1-2 0,-3-4 0,-4 2 0,-2-7 0,-8 7 0,-3-2 0,-5 4 0,-9 2 0,-1 0 0</inkml:trace>
  <inkml:trace contextRef="#ctx0" brushRef="#br0" timeOffset="108">7348 18036 8912,'-8'-18'0,"7"1"0,-7 6 0,8-1 0,0 8 0,0-1 0,0 12 0,2 9 0,4 5 0,-3 7 0,7-3 0,-2 2 0,-1 2 0,-1 5 0,-4 0 0,6 1 0,-8-1 0,1-5 0,3-2 0,2-3 0,0-1 0,-6-6 0,0 1 0,0-9 0,0-3 0,0-12 0,0-11 0,0-12 0,0-9 0,0-2 0,0-6 0,0 6 0,0 0 0,0 6 0,5-1 0,1 1 0,0 1 0,2 5 0,-7 3 0,15 10 0,-5 3 0,-3 4 0,7 10 0,-3 4 0,-3 4 0,3 7 0,-7 8 0,5 1 0,-2 1 0,3 6 0,-5-5 0,0-3 0,-6 6 0,0-8 0,0 0 0,0-6 0,0 0 0,0-6 0,0 1 0,0-8 0,2 1 0,3-10 0,-3-5 0,4-7 0,2-8 0,-3-4 0,9-1 0,-3-1 0,4 3 0,3-1 0,-1 2 0,0 4 0,0 4 0,6 4 0,0 3 0,-2 7 0,-2 3 0,-1 4 0,-1 3 0,6 7 0,0 11 0,0 2 0,-6 3 0,6 5 0,2-5 0,-1 3 0,1-2 0,6-4 0,-4-8 0,7 0 0</inkml:trace>
  <inkml:trace contextRef="#ctx0" brushRef="#br0" timeOffset="109">8260 17950 8912,'-17'0'0,"0"0"0,0 5 0,-3 3 0,-3 2 0,4 1 0,-4 6 0,10 0 0,2 1 0,-1 6 0,1-4 0,1 4 0,2 1 0,3-6 0,5 4 0,0-4 0,0-1 0,0-1 0,0-8 0,2 1 0,3-4 0,-1-6 0,8 0 0,-1-8 0,4-15 0,-3 0 0,3 0 0,-3 6 0,3-2 0,2-2 0,0-2 0,1 2 0,-1 4 0,0 5 0,0-3 0,0 7 0,1-3 0,-1 3 0,-2 12 0,-2 6 0,-1 7 0,-8 11 0,9-7 0,-7 8 0,-2 2 0,5 9 0,-7-4 0,4 4 0,-4-3 0,5-11 0,-5-1 0,4-8 0,4-7 0,-1-3 0</inkml:trace>
  <inkml:trace contextRef="#ctx0" brushRef="#br0" timeOffset="110">8673 17554 8912,'-2'-40'0,"-2"2"0,-1 5 0,-1 14 0,6 12 0,0 9 0,0 3 0,0 7 0,0 13 0,2 11 0,4 14 0,-4 9 0,3 10 0,-3-1 0,-2 1-112,0 0 0,0 5 112,0 1 0,0-1 0,0-5 0,0-8 0,0-3 0,2-1 0,4-7 0,5-12 0,5-6 0,1-15 0,0-3 0,8-14 0,2 0 0,1-4 0,1-7 0,2-12 0,1-8 0,3-3 0,-1-1 0,-2-5 0,-1-2 0,-2-2 0,-8 6 0,2-2 0,-6 5 224,-6 7-224,-3 3 0,-8 14 0,0-1 0,-8 8 0,-3-1 0,-10 3 0,-2 4 0,2 3 0,2 3 0,2 3 0,-1 5 0,1-5 0,6 4 0,1 3 0,2-1 0,5 0 0,1 0 0,4 0 0,5-1 0,10-5 0,10 4 0,13-3 0,4-5 0,8-1 0,7-4 0,2-4 0,10-4 0,4-5 0,-12-4 0,10-8 0,-18 0 0,-5 2 0,-1-4 0,-10 0 0,-7 0 0,-7 1 0,-13-1 0,-7 2 0,-3 4 0,-6-8 0,-7 4 0,-3 6 0,-14 0 0,-1 1 0,-5 11 0,1-1 0,5 6 0,5 0 0,3 0 0,3 8 0,0 3 0,2 6 0,3 4 0,7 2 0,3-2 0,2-2 0,0-2 0,0 8 0,7-6 0,5 4 0,3-4 0,2-7 0,0-1 0,1-7 0,1 4 0,2-10 0,2-4 0,7-3 0,-5-11 0,4-2 0,1-5 0,-5-8 0,0-1 0,0-4 0,-4-6 0,-4-5 0,-5-7 0,1-5 0,-7-11 0,0-5 0,-10 1 0,-6 4 0,-7 3 0,-12 2 0,8 8 0,-5 7 0,1 12 0,2 10 0,13 22 0,-3 10 0,7 16 0,2 9 0,2 9 0,2 19 0,0 1 0,0 15 0,2-2 0,4-4 0,4 3 0,7-4 0,0-1 0,0 4 0,0-8 0,2 0 0,4-5 0,-3-8 0,4 0 0,-6-6 0,-1 2 0,-8-6 0,-3-5 0,-14-10 0,-9-2 0,-10-9 0,-13-14 0,-4-3 0</inkml:trace>
  <inkml:trace contextRef="#ctx0" brushRef="#br0" timeOffset="111">8622 17846 8912,'-52'0'0,"16"-7"0,9 5 0,15-4 0,9 4 0,3 2 0,19 0 0,15 0 0,10-2 0,13-3 0,12-5 0,12-7 0,3-6 0,4-2-284,3-2 1,-40 13 0,2 0 283,4-3 0,0-1 0,3-2 0,-1-2 0,1 0 0,0 0 0</inkml:trace>
  <inkml:trace contextRef="#ctx0" brushRef="#br0" timeOffset="112">11237 17846 8912,'0'-17'0,"0"0"0,-5-2 0,-3-2 0,0-2 0,-1 2 0,-1 2 0,6 6 0,-1 7 0,3 15 0,2 22 0,0 9 0,0 12 0,5 1 0,3 10 0,0 0 0,-1-2 0,5 10 0,-6-6 0,-1 0 0,3 2 0,-6 0 0,5-4 0,-7-2 0,-1-2 0,-3-5 0,-2-7 0,-13-7 0,2-11 0,-4-12 0,-4-9 0,-2-8 0</inkml:trace>
  <inkml:trace contextRef="#ctx0" brushRef="#br0" timeOffset="113">11065 17984 8912,'0'-25'0,"0"-3"0,6-3 0,0 2 0,7 1 0,-1 10 0,5-3 0,6 10 0,3 3 0,9 3 0,5 3 0,0 2 0,8 7 0,-12 3 0,4 7 0,-3 6 0,-3 0 0,-9 8 0,-8-3 0,-9 5 0,-6-5 0,-4 1 0,-4 2 0,-5 1 0,-12 2 0,-4-1 0,-7-1 0,-1 3 0,1-5 0,-1 7 0,1-9 0,1-1 0,5 2 0,-5-5 0,6-14 0,-7-2 0</inkml:trace>
  <inkml:trace contextRef="#ctx0" brushRef="#br0" timeOffset="114">11547 18053 8912,'17'-33'0,"0"5"0,1 5 0,-1 11 0,0 7 0,0 3 0,0 2 0,-1 2 0,-5 3 0,5 5 0,-9 13 0,5 0 0,1 7 0,-7-1 0,-2 3 0,-2-1 0,-2 0 0,0 1 0,0-1 0,0-1 0,-2-3 0,-4-4 0,4-4 0,-6-4 0,1-3 0,-3-5 0,1-7 0,-5-13 0,8-6 0,3-6 0,1-4 0,4-7 0,1-2 0,3-2 0,8 0 0,-5 13 0,8 4 0,1 4 0,-1 2 0,0-1 0,8 9 0,-12-1 0,4 5 0,4 3 0,6-6 0</inkml:trace>
  <inkml:trace contextRef="#ctx0" brushRef="#br0" timeOffset="115">12080 18104 8912,'0'18'0,"0"-9"0,0 6 0,2-13 0,4 4 0,-2-4 0,9-2 0,6 0 0,-1-2 0,5-4 0,1-1 0,1-7 0,2 3 0,-6-1 0,4-5 0,-8 0 0,0 0 0,-7 5 0,-4 1 0,-4-1 0,-2 1 0,0-1 0,-10 3 0,-5-3 0,-6 7 0,-10 3 0,4 2 0,-7 0 0,0 0 0,-1 9 0,3 7 0,3 7 0,6 3 0,4 3 0,4 5 0,3 1 0,4 1 0,12 2 0,8 2 0,7 1 0,23-9 0,4-3 0,11-5 0,4-8 0,1-5 0,4-3-151,-12-16 1,13-17-1,-6-11 1</inkml:trace>
  <inkml:trace contextRef="#ctx0" brushRef="#br0" timeOffset="116">12803 18001 8912,'-27'17'0,"-7"-5"0,2-1 0,-7 3 0,-1 1 0,6 2 0,7 0 0,2 6 0,8 0 0,7 8 0,5-3 0,3 5 0,2 1 0,7-1 0,5-5 0,3-3 0,4-8 0,2-1 0,2-5 0,-2-5 0,4-4 0,-2-2 0,6-10 0,-6-7 0,5-2 0,-5-10 0,8 1 0,-10-12 0,6-1 0,-2 3 0,-2 0 0,-6-2 0,0-4 0,0-2 0,0 0 0,-7 0 0,-4-5 0,-4-1 0,-2 1 0,-2-1 0,-4 1 0,-4 7 0,-7 5 0,0 9 0,0 13 0,0 13 0,-1 15 0,3 10 0,4 19 0,1 4 0,4 8 0,4 0 0,-5 5 0,7 0 0,2 0 0,3-5 0,5-8 0,7-2 0,0 0 0,1-10 0,-1 5 0,2-5 0,4-7 0,-4-10 0,4-3 0,2-8 0,-2 1 0,0-5 0,-6-5 0,0-5 0,0-7 0,0-2 0,1-4 0,-3 2 0,-4-8 0,3 8 0,-8-2 0,7-3 0,-11 6 0,4-2 0,-5 2 0,-1 3 0,0 0 0,0 0 0,0 7 0,0 12 0,0 15 0,0 1 0,0 5 0,0 3 0,0 3 0,8-4 0,-4 7 0,7-5 0,3 0 0,1 5 0,-3-13 0,-1 6 0,2 0 0,3-8 0,1 2 0,0-7 0,0-5 0,1-1 0,-1-6 0,0-15 0,0-4 0</inkml:trace>
  <inkml:trace contextRef="#ctx0" brushRef="#br0" timeOffset="117">13371 17520 8912,'-17'9'0,"0"-1"0,0-6 0,-1 2 0,1 1 0,8 1 0,-1 0 0,4 0 0,4 7 0,-3-2 0,5 3 0,5-1 0,7-1 0,3-1 0,4 4 0,4-3 0,-4-4 0,4-8 0,-4 0 0,-1 0 0,-1 0 0,-8-2 0,-3-4 0,-4-4 0,-2-1 0,-2 1 0,-4 3 0,-3-5 0,-8 7 0,-3-1 0,-1 6 0,-2 0 0,2 0 0,2 7 0,2 3 0</inkml:trace>
  <inkml:trace contextRef="#ctx0" brushRef="#br0" timeOffset="118">13973 18018 8912,'-24'-17'0,"4"0"0,-2 0 0,-3 2 0,2 3 0,-6 4 0,6 8 0,2 0 0,2 0 0,2 8 0,0 4 0,1 9 0,5 1 0,3 9 0,8-2 0,0 9 0,0 2 0,0 0 0,0-5 0,8-1 0,3 0 0,6-1 0,6-5 0,-4-3 0,8-8 0,-4 1 0,4-9 0,5-3 0,-3-4 0,4-4 0,-5-4 0,5-19 0,1-11 0</inkml:trace>
  <inkml:trace contextRef="#ctx0" brushRef="#br0" timeOffset="119">14146 17692 8912,'0'-40'0,"0"0"0,-6 1 0,0 11 0,0 3 0,6 15 0,0 3 0,0 22 0,0 10 0,0 11 0,0 10 0,0 4 0,0 1 0,0 1 0,0-1 0,0 1 0,0-1 0,6-5 0,0 0 0,1-8 0,-3 1 0,4-7 0,1-3 0,-5-8 0,12 2 0,-5-12 0,-3-3 0,7-8 0,-4-2 0,5-4 0,1-5 0,0-12 0,0 4 0,1-6 0,-1 2 0,0 0 0,0 0 0,0 6 0,1 0 0,-7 5 0,1 1 0,-9 7 0,5-4 0,-8 10 0,2 2 0,4 2 0,-4 7 0,5-3 0,-7 7 0,0 0 0,6 0 0,0 0 0,5 1 0,-3-1 0,1 0 0,3-2 0,5-3 0,0 1 0,1-7 0,-1 0 0,8-22 0,1-3 0</inkml:trace>
  <inkml:trace contextRef="#ctx0" brushRef="#br0" timeOffset="120">14645 17485 8912,'-27'10'0,"2"3"0,8-7 0,0 6 0,-1-7 0,3 9 0,4-3 0,3 10 0,8 2 0,0 0 0,0-6 0,8 0 0,1 1 0,3-1 0,-1 0 0,1-8 0,3 1 0,-4-4 0,5-4 0,-5 3 0,-3-5 0,-3-5 0,-3-5 0,-9 1 0,-5 3 0,-3 4 0,-10-6 0,-2-1 0</inkml:trace>
  <inkml:trace contextRef="#ctx0" brushRef="#br0" timeOffset="121">13939 18139 8912,'-27'0'0,"-3"0"0,7 0 0,7-2 0,11-4 0,5-3 0,5-9 0,13 1 0,10 0 0,7 0 0,5 0 0,6-1 0,11 1 0,4 2 0,8 3 0,-6 3 0,0 3-263,0 4 0,6-13 1,0 5-1</inkml:trace>
  <inkml:trace contextRef="#ctx0" brushRef="#br0" timeOffset="122">14903 18001 8912,'-29'17'0,"0"1"0,6-7 0,-5 1 0,7-7 0,-2 7 0,4-8 0,1 1 0,9 5 0,1-1 0,8 1 0,8 3 0,3-7 0,5 0 0,1-6 0,0 0 0,6-6 0,0-2 0,-2-1 0,-2-3 0,-2-5 0,1 0 0,-1 0 0,-2 0 0,-4-1 0,-3 1 0,-8 0 0,0 0 0,0 0 0,-8-1 0,7 9 0,-15-6 0,7 5 0</inkml:trace>
  <inkml:trace contextRef="#ctx0" brushRef="#br0" timeOffset="123">15178 17950 8912,'-10'-10'0,"3"2"0,7 8 0,-8 0 0,6 8 0,-3 4 0,1 5 0,0 4 0,-2 2 0,-5 7 0,5-1 0,-6-2 0,7 1 0,-7-1 0,7 2 0,-3-4 0,2-8 0,4 0 0,-5-8 0,7-10 0,0-17 0,7-3 0,5-13 0,3 3 0,2-11 0,0 2 0,1 0 0,-1-4 0,0 10 0,0-2 0,0 13 0,1-2 0,-1 2 0,-6 11 0,1 1 0,-1 7 0,7 12 0,-1 1 0,0 8 0,0 1 0,0 7 0,1-6 0,-1 4 0,6-4 0,2-4 0,1-4 0,-3 3 0,6-9 0,-6 1 0,4-6 0,-2 0 0,-4 0 0,-2-7 0,-2 3 0,0-8 0,-5 1 0,-3-6 0,-1-1 0,-2 1 0,-6 0 0,0 0 0,0 0 0,0-1 0,0 1 0,0 6 0,0-1 0,0 9 0,0-5 0,0 10 0,0 4 0,0 3 0,0 8 0,5 8 0,3 4 0,0 5 0,-1 6 0,5-2 0,-7 8 0,1-6 0,-6 6 0,-2-6 0,-4 6 0,-3-2 0,-8 2 0,-8 2 0,-4-8 0,-3-2 0,-3-9 0,1 1 0,-1-7 0,-7-7 0,-2-9 0</inkml:trace>
  <inkml:trace contextRef="#ctx0" brushRef="#br0" timeOffset="124">17346 17812 8912,'-17'0'0,"2"2"0,3 4 0,7 5 0,3 4 0,2 8 0,2 2 0,3 2 0,5-4 0,7 4 0,2-3 0,2-1 0,2 2 0,8-13 0,-2-1 0,3-7 0,2-4 0,3 0 0,1-2 0,0-6 0,-5-9 0,-1-2 0,-9-10 0,0 1 0,-2-1 0,-4 1 0,-5-1 0,-3 2 0,-7 2 0,4 8 0,-4 0 0,-2 7 0,-2 7 0,-4 14 0,4 8 0,-3 15 0,3 9 0,2 4 0,0 9 0,0 7 0,0 4 0,0 1 0,0 1 0,0 0 0,0-8 0,0-4 0,0-3 0,0-10 0,0-4 0,-8-11 0,-3-7 0,-5-2 0,-3-5 0,-4-4 0,2-1 0,-7-6 0,-3 1 0,-2-1 0,-9-2 0,6-8 0,-4-1 0,4-3 0,-6-1 0,5-14 0,-5-2 0</inkml:trace>
  <inkml:trace contextRef="#ctx0" brushRef="#br0" timeOffset="125">17312 17434 8912,'-12'15'0,"1"-3"0,7-5 0,-3-7 0,7 0 0,0 0 0,0-7 0,1 3 0,5-8 0,6-1 0,3-4 0,2-4 0,0-2 0,2-10 0,6-1 0,8-10 0,5-6 0,10-9 0,-2-4 0,3-2 0,3 2 0,-8 6 0,-6 13 0,-7 9 0,-14 9 0,-11 9 0,-4 9 0,-2 8 0,0 8 0,0 9 0,-2 2 0,-2 2 0,-2 4 0,2 1 0,3 3 0,1 5 0,0 1 0,0-1 0,0 1 0,0-1 0,1 0 0,5 1 0,-4-1 0,8 1 0,-6-1 0,1 0 0,7-5 0,-5 0 0,3 1 0,-4-3 0,3 0 0,-1-2 0,3-3 0,-5-4 0,7-1 0,-9-2 0,8-3 0,-7 3 0,7-4 0,-6 5 0,5 1 0,-7 2 0,2 2 0,-4 2 0,-10-8 0,-2-7 0</inkml:trace>
  <inkml:trace contextRef="#ctx0" brushRef="#br0" timeOffset="126">19033 18070 8912,'-17'0'0,"-1"0"0,1 0 0,0 0 0,-2 0 0,-2 0 0,-2 0 0,2-2 0,2-2 0,1-1 0,7-1 0,0 4 0,-3-4 0,7 4 0,-1-5 0,21 7 0,4 0 0,18-6 0,3-2 0,10-1 0,0-9 0,11-4 0,0-1 0,4-2 0,-3 6 0,-7-6 0,-7 8 0,2-1 0,-6 3 0,-2 4 0,-11-5 0,-10 15 0,-10-3 0,-3 8 0,-8 9 0,-7 8 0,-14-2 0,-4 14 0,-7-5 0,-16 5 0,-4 1 0</inkml:trace>
  <inkml:trace contextRef="#ctx0" brushRef="#br0" timeOffset="127">18912 18500 8912,'-17'0'0,"8"0"0,1-2 0,8-4 0,15-5 0,8-12 0,15 2 0,8-8 0,4 2 0,2-3 0,-1 3 0,1 2 0,0 2 0,-1 2 0,-1 2 0,-4 4 0,-4 9 0,-8 0 0,-7 5 0,-4 1 0,-6 7 0,-5 5 0,-5 9 0,-9 2 0,-3-2 0,-13-2 0,-8-2 0</inkml:trace>
  <inkml:trace contextRef="#ctx0" brushRef="#br0" timeOffset="128">20306 17245 8912,'-17'0'0,"0"-2"0,0-2 0,1-4 0,3 1 0,1-1 0,7-3 0,-5 3 0,3-2 0,1 7 0,8-5 0,3 8 0,7 0 0,3 0 0,2 8 0,1-5 0,1 9 0,4 1 0,-2 3 0,7 3 0,3 2 0,1 2 0,11 7 0,-5-3 0,8 7 0,1 10 0,11 8 0,5 3 0,-26-21 0,1 1 0,0-3 0,0 1 0,3 4 0,0 0 0,-1-1 0,-1-1 0,-1-1 0,0-1 0,35 30-169,-2 4 1,-18-27 168,-7 0 0,-10-9 0,-7-3 0,-6-3 0,-10-8 0,-1 1 0,-8-9 0,3-1 0,-7-8 0,0 0 0,-6-2 168,1-4 1,-9-3-169,3-9 0,-4 5 0,-3-4 0,1 3 0,-8-18 0,-1 5 0</inkml:trace>
  <inkml:trace contextRef="#ctx0" brushRef="#br0" timeOffset="129">21287 16987 8912,'-11'-6'0,"-1"0"0,8-1 0,-1 1 0,1 4 0,0-6 0,-2 1 0,1 5 0,5-4 0,-2 10 0,-2 6 0,-2 5 0,-5 0 0,3 14 0,-2 1 0,-3 12 0,-8 10 0,-2 9 0,-15 10 0,-2 11 0,15-34 0,0 1 0,-3 6 0,-1 1-168,-5 6 0,-1 2 1,-4 4-1,-1 0 0,-2 3 1,0-1 167,2-2 0,0 0 0,1 1 0,1-1 0,4-10 0,1-1 0,1 1 0,1-1 0,3-6 0,1-1 0,3-6 0,0-2 0,-16 25 0,11-27 0,6-4 0,12-9 0,-3-2 0,9-8 0,-1 0 0,6-7 0,0-3 0,0-9 503,0-3 0,0 1-503,0-8 0,0 9 0,2-11 0,2 7 0,1-3 0,1-2 0,-6 1 0,0 0 0,6 5 0,0-6 0,-1 1 0,-5-6 0</inkml:trace>
  <inkml:trace contextRef="#ctx0" brushRef="#br0" timeOffset="130">22216 17520 8912,'10'-2'0,"-4"-4"0,-4-3 0,-4-3 0,-4 1 0,-4 7 0,-7-2 0,0 4 0,6 12 0,-1 5 0,-1 8 0,-3 4 0,-3 3 0,-2 10 0,-2 8 0,2 8 0,2-3 0,0 16 0,0-2 0,0 5 0,3 1 0,11-4 0,-1-6 0,4-6 0,2-3 0,10-12 0,7-8 0,2-7 0,10-12 0,1-4 0,5-5 0,5-4 0,-2-4 0,8-4 0,-2-5 0,2-12 0,4 4 0,-7-12 0,9 8 0,-2-1 0,-4 3 0,-6-2 0,-10-2 0,-1 2 0,0 4 0,-2-12 0,-3 8 0,1 2 0,-11-4 0,3 1 0,-2-3 0,-5-2 0,1-5 0,-7-1 0,2-1 0,-4-4 0,-2-4 0,-6-4 0,0-3 0,-7 3 0,1-9 0,-9 3 0,-2 5 0,0 5 0,-1 9 0,-3 3 0,-8 9 0,-1 6 0,-4 5 0,2 8 0,-8 1 0,-2 6 0,4 3 0,-2 11 0,4-3 0,2 9 0,0 3 0,21-5 0,-4 6 0,4 0 0,3-2 0,5-1 0,1 5 0,4-6 0,5 0 0,-7-6 0,8 0 0,0 1 0,0-9 0,0 6 0,0-5 0</inkml:trace>
  <inkml:trace contextRef="#ctx0" brushRef="#br0" timeOffset="131">21975 18087 8912,'-17'0'0,"0"0"0,8 0 0,-3 0 0,12 0 0,11 0 0,20 0 0,7 0 0,8-7 0,12-5 0,5-3 0,7-2 0,9-2 0,11-4 0,-40 9 0,-1-1 0,35-18 0,-35 19 0,-2 0 0,22-13 0,-8 2 0,-15 0 0,-12 2 0,-7 12 0,-19-4 0,-8 15 0,-8 0 0,-9 0 0,5 0 0,1 0 0,7 0 0,-11 0 0,13 0 0,-14 2 0,5 3 0,1 3 0,-1 3 0,-1 5 0,-5-7 0</inkml:trace>
  <inkml:trace contextRef="#ctx0" brushRef="#br0" timeOffset="132">24385 15422 8912,'0'-19'0,"2"-2"0,1-2 0,3 2 0,-2 2 0,-2 2 0,-2 0 0,-2 0 0,-4 1 0,-5 5 0,-5-3 0,-1 7 0,0-1 0,0-1 0,0-1 0,-1 6 0,1-2 0,-2 5 0,-4 1 0,4 0 0,-4 0 0,4 7 0,2 5 0,0 3 0,-1 17 0,1 9 0,0 6 0,0 13 0,7 8 0,4 13 0,5 3 0,1 2 0,7-6 0,5 0 0,16-9 0,7-3 0,9-10 0,-4-18 0,6-10 0,-6-18 0,2-4 0,-4-12 0,2-8 0,6-7 0,-4-17 0,2-2 0,4-2 0,2-8 0,-6 6 0,-4-4 0,-11-2 0,-6 8 0,-12-8 0,-5 4 0,-4 0 0,-10-13 0,-9 11 0,-14-11 0,-7 3 0,-6-3 0,-8 0 0,1 0 0,-1 13 0,2 3 0,3 7 0,5 5 0,5 6 0,7 12 0,12 3 0,1 8 0,8 2 0,3 4 0,4 5 0,2 12 0,0 6 0,0-4 0,2 5 0,2-7 0,1-2 0,9 6 0,-5 0 0</inkml:trace>
  <inkml:trace contextRef="#ctx0" brushRef="#br0" timeOffset="133">23954 15835 8912,'-17'0'0,"0"0"0,0 0 0,7 0 0,6-8 0,16-3 0,11 1 0,23-3 0,11-6 0,10-6 0,8-9 0,1-1-1003,4 1 1003,-3-1 0,-8 9 0,0 3 0,-10 4 0,-8 1 0,-7 9 0,-24 1 0,-13 8 0,-16 0 0,-9 0 0,1 8 0,6-1 0,1 7 1003,3-3-1003,-7 1 0,5 5 0,-9 0 0</inkml:trace>
  <inkml:trace contextRef="#ctx0" brushRef="#br0" timeOffset="134">25865 15147 8912,'2'-11'0,"1"-1"0,3-1 0,-2-2 0,-2-3 0,-4 3 0,-4 2 0,-5 3 0,-5 3 0,-3-5 0,-2 6 0,-2 3 0,-5 1 0,3 4 0,-2 5 0,-4 10 0,-1 8 0,-2 11 0,-1 7 0,1 8 0,-1 8 0,3 12 0,1 2 0,6 3 0,6 2 0,0-5 0,13 1 0,2-3 0,12-12 0,9-7 0,8-16 0,10-13 0,1-11 0,6-7 0,10-3 0,-6-4 0,5-3 0,-3-11 0,2-9 0,-4-1 0,-4 5 0,-10-4 0,-3 6 0,-6-4 0,-4 4 0,-10-6 0,-1 0 0,-8-2 0</inkml:trace>
  <inkml:trace contextRef="#ctx0" brushRef="#br0" timeOffset="135">25331 15749 8912,'-17'0'0,"0"0"0,0 0 0,11-2 0,12-4 0,11-3 0,21-8 0,6-3 0,10-1 0,3-3 0,2-3 0,4 4 0,-5-6 0,7 8 0,-12-9 0,3 7 0,-9 2 0,-5 2 0,-7 1 0,-1 1 0,1 0 0,-1 0 0</inkml:trace>
  <inkml:trace contextRef="#ctx0" brushRef="#br0" timeOffset="136">26364 15061 8912,'-6'-17'0,"0"0"0,0 7 0,6-5 0,0 21 0,0-1 0,-5 22 0,-1 8 0,0 10 0,6 3 0,0 8 0,-5 3 0,-1 6 0,2-4 0,2-2 0,10 6 0,-4-11 0,7 1 0,2-7 0,3-6 0,1-10 0,0-3 0,0-6 0,1-12 0,-1-3 0,0-8 0</inkml:trace>
  <inkml:trace contextRef="#ctx0" brushRef="#br0" timeOffset="137">26570 15044 8912,'0'-17'0,"0"0"0,0-1 0,0 9 0,-2 9 0,-3 11 0,1 14 0,-8 10 0,8 7 0,-1 9 0,3 3 0,2 1 0,0 2 0,0 6 0,0-5 0,9-1 0,9-5 0,-1-3 0,6-1 0,-4-2 0,-4-8 0,-3 2 0,-5-11 0,-7-6 0,-7 4 0,-3-1 0</inkml:trace>
  <inkml:trace contextRef="#ctx0" brushRef="#br0" timeOffset="138">26226 15113 8912,'2'-16'0,"4"5"0,5-6 0,12 0 0,12-1 0,16-8 0,12 3 0,12-4 0,5-7 0,4 1 0,2 5 0,-15 8 0,-10 11 0,-11 1 0,-8 2 0,-23 14 0,-7 4 0,-9 3 0,-16 10 0,-8 3 0,-8 5 0,-7 1 0,-10 1 0,0-1 0,2 2 0,-2 4 0,8-3 0,-4 5 0,8-8 0,-1 1 0,8-1 0,3 0 0,8-1 0,5-5 0,3-3 0,8-2 0,4 0 0,7-2 0,1-2 0,15-2 0,-4 1 0,5-1 0,5-8 0,3 7 0,2-5 0,3 4 0,1-5 0,-4-2 0,4-3 0,2 1 0,9 0 0,-5-8 0,4-4 0,-2-5 0,-1-5 0,-5-1 0,-5 0 0,-9 0 0,-13 5 0,-9 3 0,-2-1 0,-1 1 0,1 5 0,-13-11 0,-3 13 0,-2-8 0,1 4 0,0-3 0,-7-8 0</inkml:trace>
  <inkml:trace contextRef="#ctx0" brushRef="#br0" timeOffset="139">27809 14408 8912,'-11'-6'0,"-1"0"0,7 1 0,-7 3 0,-1-4 0,-3-4 0,-1 1 0,0-1 0,0 7 0,0-3 0,-1 2 0,-5-4 0,0 3 0,1 1 0,-3 2 0,4-4 0,-8 0 0,8 1 0,-12 12 0,5 5 0,-5 3 0,-1 10 0,1 4 0,5 3 0,5 2 0,4 1 0,1-1 0,9 3 0,3 3 0,6-10 0,6 5 0,7-5 0,8-3 0,6-10 0,7-9 0,3-8 0,3 0 0,2-8 0,4-3 0,2-7 0,-8-5 0,0-1 0,-6-5 0,-1-9 0,-4 3 0,-7-5 0,-10 0 0,-4-4 0,-3-9 0,1-5 0,-2-3 0,-10-7 0,-5-1 0,-5-6 0,-1 1 0,0 1 0,0 10 0,1 8 0,3 15 0,4 11 0,1 8 0,2 11 0,6 10 0,0 12 0,0 18 0,0 11 0,0 22 0,0 11 0,0 8-888,0 4 888,0 0 0,6 0 0,2-2 0,1-4 0,4-1-191,10-5 0,-2-1 191,8 7 0,-6-13 0,4 0 0,0-6 0,-1-6 0,-1-5 0,2-2 0,-4 0 0,0-3 0</inkml:trace>
  <inkml:trace contextRef="#ctx0" brushRef="#br0" timeOffset="140">24023 14855 8912,'0'-19'0,"0"-4"0,0-4 0,0-2 0,0 3 0,-2 1 0,-1 4 0,-3 2 0,-8 2 0,3-1 0,-4 1 0,-3 2 0,1 2 0,-2 3 0,-2 0 0,-2 1 0,-6 5 0,5-2 0,-3 4 0,-4 2 0,-1 0 0,-3 2 0,1 4 0,0 6 0,-7 9 0,1 1 0,-8 9 0,6-4 0,-5 9 0,1 4 0,-2 6 0,-4 9 0,-5 3 0,11 7 0,2 0-279,11 7 0,11 10 279,15-34 0,2 2 0,0 4 0,2 3-689,2 5 0,2 2 689,2 3 0,2-1 0,2-3 0,3-1 0,4 3 0,1 1 0,1-1 0,2 0-84,2 2 1,1-2 0,-4-5-1,2-1 1,1-8 0,2-1 83,20 38 0,-4-20-61,8-16 0,-2-2 61,2-10 0,-2-6 0,-6-7 0,6-2 0,6-4 0,-2-2 0,28-10 0,4-3 0,14-4 0,-40-9 0,1-1 0,-1 2 0,1-2 0,5-6 0,1-4 0,2-2 0,2-2 0,2-4 0</inkml:trace>
  <inkml:trace contextRef="#ctx0" brushRef="#br0" timeOffset="141">28979 13050 8912,'-17'0'0,"0"0"0,2-2 0,3-4 0,5-4 0,10-7 0,9 0 0,9 0 0,19 0 0,8 1 0,7 5 0,6-4 0,6 13 0,-2-4 0,-3 4 0,-3 2 0,-4 2 0,-7 4 0,-2 5 0,-10 10 0,-1 2 0,-3 10 0,-9 1 0,0 0 0,-6 24 0,1-1 0,-1 8 0,0 8 0,0 7 0,0 2 0,3 13 0,-10-47 0,1 0 0,0 0 0,1-1 0,10 45-574,-13-43 1,0 0 573,0-1 0,-1 1 0,1 47 0,-3-5 0,-6-11-145,-6-5 0,-13-10 145,-15-2 0,-10-8 0,-13 3 0,-5-5 0,-6-3 0,-1-4 0,0 7 0,0-7 0,-2-4 0,-3-4 0,3-3 0,-13-1 0,4 0 0,3-7 0,2-4 0,5-10 0,3-3 0,4-2 0,2-3 0,7-5 0,2 0 0,5 0 0</inkml:trace>
  <inkml:trace contextRef="#ctx0" brushRef="#br0" timeOffset="142">24385 17279 8912,'25'-2'0,"-6"-4"0,-8-5 0,-1-4 0,-3-2 0,3 1 0,-1 5 0,-5-4 0,2 3 0,-4-3 0,-2-2 0,0-1 0,0 1 0,-2 2 0,-4 3 0,2-1 0,-7 7 0,-2 3 0,-3 1 0,-1 9 0,-2 10 0,-6 16 0,-7 11 0,-7 13 0,-3 18 0,4 13 0,18-39 0,0 3-51,-4 2 0,0 3 0,5 3 0,2 2 0,-3 0 1,0 0-1,2 1 0,1 0 51,2-1 0,2 0 0,3-4 0,2-1 0,5-5 0,1-1 0,0 37 0,2-21 0,13-29 0,6-13 0,6-8 0,4-4 0,5 3 0,1-5 0,-1-5 0,-7-4 0,-2 5 0,-8 3 0</inkml:trace>
  <inkml:trace contextRef="#ctx0" brushRef="#br0" timeOffset="143">24780 17503 8912,'-11'-2'0,"1"-4"0,1-4 0,1-1 0,1 0 0,3-3 0,2 5 0,2-3 0,0 6 0,0-5 0,0 9 0,0 2 0,0 8 0,2 11 0,2 4 0,1 5 0,1 5 0,-4 1 0,2 1 0,2-1 0,-3 0 0,-1-1 0,-2-3 0,0-1 0,0 0 0,0-1 0,0-1 0,0-2 0,-7-2 0,-1-6 0,-5-2 0,3-1 0,2-3 0,-5-9 0,2-2 0,3 0 0,-5-23 0,7 0 0,2-7 0,2-12 0,2-2 0,0-8 0,0 1 0,0-1 0,2 8 0,2 4 0,2 4 0,5 9 0,-3 4 0,1 6 0,5 5 0,1 5 0,4 16 0,4 8 0,-2 8 0,8 10 0,-3-1 0,5 0 0,-2 1 0,-1-1 0,5-7 0,-3-4 0,-1-4 0,-2-2 0,2-2 0,-5-3 0,1-6 0,-6-4 0,6-4 0,-8-4 0,-5-6 0,-1-11 0,-7-1 0,2-7 0,-4 2 0,-2 1 0,0-7 0,0 1 0,-2 0 0,-4-1 0,-1 1 0,-5-1 0,-3 9 0,3 3 0,3 6 0,-3 5 0,1 4 0,1 12 0,5 6 0,3 11 0,2 9 0,0 3 0,0 11 0,0-2 0,0 6 0,5-10 0,3 6 0,2-2 0,-5 4 0,7-6 0,1-2 0,2-2 0,3-1 0,-7-3 0,1-3 0,1-6 0,2-4 0,3-2 0</inkml:trace>
  <inkml:trace contextRef="#ctx0" brushRef="#br0" timeOffset="144">25847 17520 8912,'10'-12'0,"-4"1"0,-4-2 0,-2-3 0,-8 1 0,-3 2 0,-5 3 0,-3 2 0,-4 5 0,2-5 0,-6 2 0,2 4 0,4 6 0,2 6 0,2 9 0,0 6 0,0 7 0,0 6 0,1 4 0,3-3 0,1 1 0,9 0 0,-5-6 0,8 1 0,0-1 0,2-7 0,4-6 0,3-6 0,1-4 0,5-7 0,-5 2 0,7-12 0,0-5 0,0-5 0,0-6 0,1-3 0,-1-2 0,-8 6 0,5-12 0,-9 5 0,3-5 0,-2-1 0,-4 5 0,3 3 0,-3 1 0,-2 0 0,2 6 0,4 2 0,-4-4 0,6 21 0,-8 0 0,0 7 0,0 10 0,5 6 0,1 2 0,-2 2 0,4-4 0,-3 6 0,9-8 0,-11 9 0,9-7 0,-1 0 0,7-6 0,-1 0 0,0 1 0,0-9 0,0-3 0,1-4 0,-1-2 0</inkml:trace>
  <inkml:trace contextRef="#ctx0" brushRef="#br0" timeOffset="145">26123 17313 8912,'0'18'0,"0"-1"0,2 6 0,3 0 0,-3 7 0,4-1 0,4 3 0,-3 9 0,5 1 0,-7 0 0,-1 0 0,2-4 0,-4 6 0,6-14 0,-8 5 0,-8-5 0,-2 5 0</inkml:trace>
  <inkml:trace contextRef="#ctx0" brushRef="#br0" timeOffset="146">25985 17623 8912,'27'0'0,"0"-8"0,-4-3 0,1-4 0,7-3 0,0 1 0,5 0 0,-2 0 0,7 0 0,1-6 0,-2 0 0,0 0 0,-8 6 0,-3 1 0,-6 5 0,-4-4 0,-2 13 0,-7-6 0,-2 10 0,-8 4 0,0 5 0,0 4 0,-2 3 0,-2 1 0,-2 4 0,0-4 0,6 6 0,0-8 0,0 0 0,0 0 0,0 0 0,0 1 0,0-7 0,0 1 0,2-7 0,4 7 0,-2-8 0,7 1 0,-7-10 0,10 1 0,-9-8 0,7 1 0,-7-6 0,9-1 0,-3 1 0,-1 0 0,1 0 0,-1 0 0,1-1 0,5 3 0,-5 4 0,-1-3 0,1 9 0,3 1 0,-5-4 0,3 2 0,1 4 0,2 6 0,-5-2 0,3 15 0,-7 1 0,5-1 0,-5 6 0,6-2 0,-5 0 0,3 2 0,-6 0 0,3 0 0,-7-1 0,0-1 0,0-1 0,-7 4 0,-3 3 0</inkml:trace>
  <inkml:trace contextRef="#ctx0" brushRef="#br0" timeOffset="147">26691 17193 8912,'0'-17'0,"0"0"0,0 0 0,0-1 0,0 9 0,0-6 0,2 13 0,3-4 0,7 4 0,3 2 0,2 0 0,0 0 0,8 8 0,2 1 0,8 8 0</inkml:trace>
  <inkml:trace contextRef="#ctx0" brushRef="#br0" timeOffset="148">27086 17296 8912,'-9'0'0,"1"0"0,22 6 0,3 0 0,4 7 0,2-3 0,0 7 0,2 0 0,-4 0 0,2 0 0,0 3 0,1 2 0,-4-2 0,4 10 0,-6-7 0,-3 0 0,-4-6 0,5 0 0,-7 1 0,8-1 0</inkml:trace>
  <inkml:trace contextRef="#ctx0" brushRef="#br0" timeOffset="149">27534 17210 8912,'0'-9'0,"-6"-6"0,0 3 0,-7 4 0,2 5 0,-5 6 0,-9 15 0,4 10 0,-7 12 0,-3 4 0,-9 8 0,9 7 0,-3 4 0,1 4 0,1 2 0,-1 0 0,5-3 0,5-3 0,4-3 0,1-9 0</inkml:trace>
  <inkml:trace contextRef="#ctx0" brushRef="#br0" timeOffset="150">27912 17090 8912,'0'-27'0,"0"4"0,0 2 0,2 2 0,4 2 0,-2 21 0,7 26 0,3 18 0,1 13 0,2 12 0,-1 3 0,-3 1 0,-2-1 0,7 2 0,5-7 0,-2-4 0,-2-17 0,-4-6 0,-2-12 0,-1-11 0,1-8 0,-3-7 0,1-12 0,-5-11 0,6-15 0,1-10 0,2-10 0,2-11 0,1 0 0,-9-4 0,5 4 0,-7 2 0,3 2 0,-6 2 0,3 7 0,-1 4 0,0 6 0,-1 6 0,-5 5 0,0 12 0,0 17 0,0 9 0</inkml:trace>
  <inkml:trace contextRef="#ctx0" brushRef="#br0" timeOffset="151">28670 17348 8912,'-2'15'0,"-4"-3"0,4-5 0,-6-7 0,8 0 0,6-2 0,4-3 0,3-9 0,6-5 0,0-4 0,0-2 0,-1 2 0,-1 4 0,0-5 0,0 4 0,1-2 0,-9 2 0,-3-3 0,-4 4 0,-2 2 0,-2 8 0,-4 3 0,-3-2 0,-9 3 0,1 6 0,0 11 0,-2 3 0,0 4 0,1 4 0,-3 4 0,14 9 0,-5 4 0,5-3 0,7 3 0,2 2 0,3-2 0,7-2 0,5-3 0,6-9 0,6-9 0,3 1 0,3-9 0</inkml:trace>
  <inkml:trace contextRef="#ctx0" brushRef="#br0" timeOffset="152">29169 17124 8912,'-16'18'0,"5"-1"0,-8 2 0,5 2 0,1 2 0,0 7 0,-3-3 0,5 7 0,5 1 0,4-1 0,2-5 0,0 0 0,8-8 0,5 3 0,8 1 0,-2-13 0,14 3 0,-4-15 0,3 0 0,3-8 0,-1-3 0,0-12 0,1 2 0,-1-8 0,1-7 0,-1-8 0,0-8 0</inkml:trace>
  <inkml:trace contextRef="#ctx0" brushRef="#br0" timeOffset="153">29599 16729 8912,'9'17'0,"5"0"0,-8 1 0,-3-1 0,-1 0 0,-2 8 0,0 3 0,0 11 0,0 1 0,0 6 0,0-6 0,0 7 0,0-1 0,0-4 0,0-2 0,0 1 0,0-5 0,0-4 0,0-1 0,0 3 0,0-7 0,0-4 0,0-4 0,0-2 0,-7-7 0,-5-4 0,3-6 0,-3-6 0,-7-4 0,-8-7 0</inkml:trace>
  <inkml:trace contextRef="#ctx0" brushRef="#br0" timeOffset="154">29496 17159 8912,'11'-12'0,"-1"1"0,-3-3 0,7 7 0,-10-3 0,7 5 0,1 3 0,5-4 0,0 4 0,0 0 0,0-2 0,1-1 0,6-1 0,-4 6 0,2 0 0,0-2 0,0-4 0,-2 4 0,1-5 0,-8-1 0,2 6 0,-5-6 0,-1 16 0,-3 4 0,-4 5 0,-2 6 0,0-4 0,0 7 0,0-3 0,0-2 0,0 8 0,2-8 0,4 2 0,1-4 0,5-2 0,3-7 0,-3-4 0,3-5 0,-4-10 0,1-8 0,-3-2 0,3-10 0,1 0 0,-7-5 0,5 1 0,-5 5 0,0-3 0,-6 8 0,0-7 0,-2 11 0,-4-4 0,-1 9 0,-7 5 0,3 1 0,7 2 0,-11-1 0,5-3 0</inkml:trace>
  <inkml:trace contextRef="#ctx0" brushRef="#br0" timeOffset="155">30064 16918 8912,'9'-8'0,"6"7"0,-5-7 0,9 8 0,4 0 0,-4 2 0,4 4 0,-4 5 0,-2 4 0,1 2 0,-7 1 0,-1 1 0,-1 2 0,-1 2 0,0-2 0,-3-10 0,-5 4 0,0-3 0,0-4 0,0-1 0,-2-7 0,-1-4 0,-3-7 0,0-2 0,6-16 0,0 0 0,2-5 0,4-1 0,-4-7 0,13 8 0,-4 0 0,5 1 0,1 10 0,-8 0 0,-1 6 0</inkml:trace>
  <inkml:trace contextRef="#ctx0" brushRef="#br0" timeOffset="156">29065 18208 8912,'8'-18'0,"-6"1"0,4 0 0,-2 2 0,-1 1 0,3 3 0,0 7 0,-6 4 0,0 15 0,0 10 0,0 10 0,0 10 0,0 1 0,-6 6 0,0 3 0,1 3 0,-3-3 0,6 6 0,-6-7 0,8 3 0,0-9 0,0-3 0,0 3 0,-1-11 0,-5-3 0,4-19 0,-13 8 0,5-13 0</inkml:trace>
  <inkml:trace contextRef="#ctx0" brushRef="#br0" timeOffset="157">28979 18139 8912,'18'0'0,"-5"-2"0,2-2 0,4-2 0,10-7 0,-2 3 0,7-5 0,1 4 0,-1-5 0,6 9 0,-1-5 0,-7 7 0,-5 3 0,-10 2 0,-2 2 0,-3 3 0,-5 12 0,-8 4 0,-5 8 0,-4 2 0,-7 7 0,0 2 0,0 2 0,-1-2 0,1-4 0,0 5 0,0-5 0,0-2 0,-1 1 0</inkml:trace>
  <inkml:trace contextRef="#ctx0" brushRef="#br0" timeOffset="158">29444 18190 8912,'8'-26'0,"-4"1"0,7 8 0,-5 7 0,5 4 0,1 4 0,5 2 0,0 8 0,0 3 0,1 7 0,-1 5 0,0 3 0,-2 3 0,-3 0 0,1-3 0,-7 3 0,-2-6 0,3 2 0,-1-2 0,0 0 0,-6-6 0,0-10 0,-2-5 0,-4-5 0,4-18 0,-4-2 0,5-2 0,1-4 0,0 1 0,1-5 0,5 4 0,-2 5 0,7 6 0,3 1 0,1 0 0,2 0 0,-5 7 0,-1 4 0,1 5 0,5 1 0,8 0 0,2 0 0</inkml:trace>
  <inkml:trace contextRef="#ctx0" brushRef="#br0" timeOffset="159">30012 18156 8912,'0'10'0,"-8"5"0,-1-13 0,-1 13 0,-3-11 0,5 7 0,-1 3 0,5-5 0,-2 3 0,4-1 0,-4 6 0,1 2 0,1 4 0,2-4 0,4 6 0,4-8 0,-3-5 0,9-1 0,-1-7 0,7 0 0,-1-8 0,0-5 0,0-16 0,0-2 0,1 0 0,-9-5 0,4 7 0,-5-6 0,2 3 0,-6 7 0,1-2 0,-3-2 0,-2 2 0,0 6 0,0 5 0,0 1 0,0-6 0,0 0 0</inkml:trace>
  <inkml:trace contextRef="#ctx0" brushRef="#br0" timeOffset="160">30339 18104 8912,'-12'10'0,"1"-4"0,-2-4 0,-3-1 0,-1 5 0,6-2 0,-1 7 0,1 1 0,-5 5 0,3 0 0,1 1 0,9 1 0,-3 4 0,-2-4 0,3 4 0,-1 3 0,6-7 0,0 4 0,2-9 0,3-3 0,-1-7 0,8 2 0,-1-4 0,6-6 0,1-6 0,-1-7 0,0-12 0,0 3 0,0-11 0,1-3 0,-1 4 0,0-8 0,0 6 0,1-2 0,-7-2 0,0 2 0,-5 3 0,6-3 0,-9 6 0,3 5 0,-4 6 0,-2 12 0,0 3 0,-2 23 0,-4 8 0,5 14 0,-5 3 0,-2 7 0,2-3 0,3 0 0,1 4 0,2-8 0,0 4 0,0-9 0,0 1 0,0-13 0,0 5 0,2-7 0,1-3 0,3-5 0,8-9 0,-3 2 0,4-12 0,3-4 0,-1-7 0,0-2 0,0-4 0,0 2 0,1-6 0,-1 2 0,-6 1 0,1 1 0,-8 4 0,1-4 0,3 4 0,-2 1 0,-1 7 0,-5-1 0,0 9 0,0-5 0,0 10 0,0 4 0,0-3 0,2 9 0,4 1 0,4 3 0,-1-5 0,-1-1 0,0-3 0,-5 5 0,9-7 0,-6 7 0,5-6 0,2-3 0,-5-1 0,2-2 0,-5 0 0,-1 0 0,8 0 0,-7-2 0,7-3 0,-8 3 0,11-13 0,-5 13 0,5-8 0,-2 6 0,-1-2 0,-1 1 0,1 5 0,-1 0 0,1 7 0,3-3 0,-4 8 0,3-7 0,-7 5 0,3-2 0,1-3 0,7-5 0</inkml:trace>
  <inkml:trace contextRef="#ctx0" brushRef="#br0" timeOffset="161">31113 18001 8912,'-2'-15'0,"-3"3"0,3 5 0,-14 7 0,13 0 0,-9 0 0,6 4 0,-3 5 0,1 8 0,1 12 0,1 0 0,4 9 0,-4 2 0,4 2 0,2-6 0,2 1 0,4-5 0,3-9 0,9 0 0,-1-4 0,10-9 0,7-5 0,2-18 0,10-10 0,0-9 0,6-9 0,7-10 0,2-10 0</inkml:trace>
  <inkml:trace contextRef="#ctx0" brushRef="#br0" timeOffset="162">31664 17124 8912,'-29'-7'0,"1"-5"0,7 5 0,1 9 0,9 15 0,7 8 0,-4 24 0,8 9 0,2 8 0,4 9 0,-2 5-91,7 12 1,1-4-1,5 2 91,0-8 0,1-6 0,-1-13 0,-2-4 0,-3-5 0,3-6 0,-13-16 0,5-3 0,1-6 0,-6-4 0,6-10 0,-8-1 0,-8-23 0,-2-4 0</inkml:trace>
  <inkml:trace contextRef="#ctx0" brushRef="#br0" timeOffset="163">31561 17623 8912,'-18'10'0,"1"-5"0,8-3 0,1-2 0,25-7 0,12-5 0,7-11 0,16-4 0,7 1 0,6-14 0,4 17 0,0-12 0,0 3 0,0 3-663,-1-5 663,-6 3 0,-11-11 0,-9 8 0</inkml:trace>
  <inkml:trace contextRef="#ctx0" brushRef="#br0" timeOffset="164">31750 16127 8912,'-15'4'0,"3"7"0,20 9 0,13 18 0,19 8 0,10 9 0,7 20 0,-24-35 0,-1 2 0,-1 6 0,-1 3 0,2 6 0,-2 3-241,-1 5 1,-1 3 0,-2 8 0,-2 3 0,-4 2 0,-2 0 240,-5-2 0,-3-1-264,-2-2 0,-5 1 0,-8 4 0,-5 0 264,0 2 0,-3 0 0,-5 5 0,-2 0 0,-3 2 0,-2 0 0,-2 0 0,-1 1 0,-2 1 0,-2 0 0,8-28 0,-1 0 0,0 1 0,0-2 0,0 0 0</inkml:trace>
  <inkml:trace contextRef="#ctx0" brushRef="#br0" timeOffset="165">10979 16179 8912,'8'-17'0,"-6"5"0,3 1 0,-3 7 0,-2-4 0,-2 8 0,-3 0 0,-13 10 0,-14 7 0,-12 10 0,-13 5 0,-10 4 0,-8 5 0,-3-5 0,-6 6-967,3 0 967,12-13 0,12 9 0,11-15 0,6-2 0,4-2 0,1-2 0,9-2 0,3-3 0,-4-5 0,0-7 0</inkml:trace>
  <inkml:trace contextRef="#ctx0" brushRef="#br0" timeOffset="166">4578 15508 8912,'0'-17'0,"0"0"0,0 5 0,0 1 0,0-1 0,0-5 0,0 0 0,0 0 0,0 0 0,0 7 0,7 2 0,-5 1 0,6 5 0,-8-6 0,0 16 0,-2 1 0,-4 9 0,-5 7 0,-12 3 0,-4 5 0,-9 3 0,-5 4 0,-3 4 0,-15 8 0,-4-1 0,-4 1-205,-2-1 1,-3-7 204,3-4 0,-2-3 0,14-3 0,7-1 0,12-7 0,7-9 0,14 1 0,9-16 0,10 5 0,4-7 0,5 0 0,12-2 0,6-3 0,4 3 0,1-4 0,2-2 204,4 3 1,-3-7-205,3 6 0,-4 1 0,-3 3 0,-5-2 0,-5-2 0,-4 0 0,-9 6 0,-2 0 0,-8 0 0,-8 8 0,-3 4 0,-5 1 0,-1-2 0,-6 7 0,0-1 0,-15 0 0,2 8 0,-16-8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1:46:04.300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14077 9903 8912,'9'0'0,"-1"-2"0,-8-3 0,0 1 0,0-8 0,0-1 0,0-2 0,0-3 0,0 1 0,0 0 0,0 0 0,0 5 0,0 1 0,0-2 0,0 5 0,0-2 0,0 5 0,0 3 0,0-6 0,0 8 0,0 0 0,8 0 0,-5 6 0,9 0 0,-1-1 0,1 1 0,-1 0 0,3 0 0,1-1 0,2 1 0,6 5 0,0-5 0,2 6 0,-2-7 0,4 9 0,1-10 0,1 7 0,2 2 0,1-3 0,2 1 0,1 3 0,-1 1 0,1 2 0,-1-5 0,1-1 0,-1 3 0,0-7 0,1 7 0,-1-9 0,1-1 0,-1-2 0,1-2 0,-1 2 0,0 4 0,1-4 0,-3 5 0,-1-7 0,-2 0 0,-1 0 0,7 2 0,-3 2 0,-3 2 0,3-1 0,-1-5 0,5 2 0,4 4 0,1-4 0,-7 6 0,0-8 0,1 0 0,-1 0 0,1 0 0,-1 0 0,0 0 0,-1 0 0,-1 0 0,-1 0 0,0 0 0,5 0 0,-3 0 0,7 0 0,-2 0 0,6 0 0,-8 0 0,6 0 0,0 0 0,-5-6 0,5 0 0,0 2 0,-6 0 0,4-1 0,-3 1 0,-3-6 0,0 3 0,9 1 0,-7 0 0,4 1 0,-2-1 0,2-2 0,-1 6 0,5-5 0,-2-1 0,5 6 0,-4-7 0,4 5 0,-1-2 0,-8-7 0,10 11 0,-6-6 0,2 0 0,2 5 0,6-7 0,-2 0 0,-5 1 0,5 5 0,-6-5 0,8 5 0,-1-2 0,-7 0 0,-2 1 0,-5-1 0,1 0 0,2-2 0,-2 7 0,-7-5 0,-2 4 0,-1 2 0,5-2 0,-3-2 0,-1-2 0,0 1 0,5 3 0,1-4 0,-3 4 0,-1-4 0,-3 3 0,1-1 0,-2-2 0,5 0 0,-11 6 0,6 0 0,-2 0 0,0-2 0,-4-1 0,2-3 0,2 0 0,-2 6 0,-4-6 0,6 1 0,0 1 0,-6-6 0,5 6 0,-4-5 0,1-1 0,2 1 0,0 5 0,-6-2 0,6-1 0,0 1 0,5-6 0,-5 7 0,-2 1 0,-2 2 0,-1-4 0,-1 1 0,0-1 0,0 4 0,0-4 0,1 4 0,-9-5 0,-1 7 0,-8 0 0,0 0 0,-8 0 0,6 0 0,-5 0 0,7 0 0,0 0 0,-8 0 0,-3 0 0,-5 7 0,-16 10 0,-5 10 0</inkml:trace>
  <inkml:trace contextRef="#ctx0" brushRef="#br0" timeOffset="1">21735 4883 8912,'-18'0'0,"1"-2"0,0-2 0,0-4 0,1-1 0,5-4 0,-2 3 0,7-1 0,2-3 0,2-1 0,2 3 0,0 1 0,0-2 0,0-3 0,6 5 0,1-1 0,3 1 0,3 1 0,3-5 0,1 7 0,0-3 0,2 3 0,4 3 0,6-1 0,0 0 0,5 6 0,-3 2 0,9 4 0,-4 9 0,-2 8 0,1 13 0,-1 1 0,1 5 0,-10 9 0,-8 7 0,-8 8 0,-9 3 0,-3 13-135,-9 10 1,0-45 0,-5 0-1,-7-1 1,-3-1 134,-3 4 0,-1 0 0,-2-2 0,-1-1 0,-4 1 0,-1-2 0,0-4 0,0-2 0,-1-1 0,1-1 0,-29 26 0,10-12 0,12-11 0,6-11 0,11-8 0,7-7 0,4-9 0,7-10 0,3-7 0,8-11 0,-6-6 0,1-11 0,1-4 0,10-7 0,3-12 0,8 0 0,1 4 0,6-3 0,5 5 0,4 2 0,3 9 0,4 8 0,6 7 0,4 6 0,1 16 0,3 5 0,3 8 0,-3 13 0,3 12 0,-11 9 0,-6 2 0,-3 0 0,1-2 336,-4-3 0,3 3-336,-15-10 0,9-3 0,-2-2 0,3-4 0,3-1 0,-1-9 0,0-3 0,1-4 0,-8-10 0,-2-1 0</inkml:trace>
  <inkml:trace contextRef="#ctx0" brushRef="#br0" timeOffset="2">23559 4264 8912,'0'-17'0,"2"5"0,1 1 0,3-3 0,-2-1 0,-2-2 0,-2-2 0,0-4 0,-2 6 0,-4-2 0,-5 5 0,-6 5 0,-6-3 0,-8 6 0,-7 5 0,-6 1 0,-10 0 0,-5 1 0,-10 5 0,-2 6 0,-7 9 0,2 4 0,3 1 0,4 3 0,6 3 0,6-3 0,-5 4 0,16-7 0,3 9 0,10-3 0,10-3 0,4 3 0,2-3 0,7 9 0,4 6 0,6 6 0,4 11 0,2 10 0,7 7 0,-11 17 0,2-43 0,0 1-288,0 6 0,0 1 0,-3 8 0,0 1 288,1 8 0,1 1 0,-1-1 0,-2 1-759,0 2 0,0 0 759,0-1 0,0-1 0,0-4 0,0-1 0,0-1 0,0-1 0,1-3 0,0-2 0,1-5 0,0-3 0,1-8 0,2-3 0,4 33-323,4-9 323,10-10 0,-2 2 0,8-11 0,-6-5 0,6-12 0,-1-3 459,7-3 0,-1-6-459,1-12 0,-1-3 819,1-8 0,1-4-819,4-7 0,2-1 0,4-11 145,-6 4 1,2 2 0,0 0-146,2 0 0,-6-2 0,3-4 0,-7 2 0,-5-8 0,-4-7 0,-8-8 0</inkml:trace>
  <inkml:trace contextRef="#ctx0" brushRef="#br0" timeOffset="3">20702 5278 8912,'-17'0'0,"0"0"0,-1 0 0,1 0 0,8 0 0,3 0 0,14 0 0,7 0 0,8 0 0,4 0 0,-3-5 0,9-3 0,3 0 0,1 1 0,5-5 0,0 5 0,0-3 0,0-3 0,4 3 0,-6-1 0,0 1 0,-7-3 0,-5 3 0,-5 2 0,-4-5 0,-11 11 0,-10-4 0,-15 5 0,-16 1 0,-9 1 0,-9 5 0,-1 4 0,0 7 0,-5 2 0,0 2 0,3 2 0,6-2 0,1-2 0,6-2 0,9 0 0,1 1 0,10-1 0,6 0 0,5-7 0,12-3 0,6-7 0,9 0 0,2-2 0,10-3 0,0 1 0,5-8 0,8 1 0,4-6 0,4-1 0,1 1 0,1-8 0,7-1 0,2-9 0</inkml:trace>
  <inkml:trace contextRef="#ctx0" brushRef="#br0" timeOffset="4">23954 4539 8912,'18'-2'0,"-3"-4"0,-2-3 0,-3-3 0,-2 1 0,-5-2 0,-1-3 0,-2 5 0,0-1 0,0 8 0,-2-3 0,-3 7 0,-5 7 0,-7 7 0,-2 7 0,-4 8 0,-6 3 0,-9 2 0,-2 1 0,-2 5 0,2 0 0,1 6 0,-7-6 0,8 6 0,-2-6 0,4 2 0,3-6 0,6 1 0,10-5 0,2-15 0,9 0 0,0-3 0,8-5 0,4-3 0,6-4 0,10-2 0,0 0 0,6 0 0,1-6 0,5 1 0,1-7 0,-3 4 0,-3-1 0,3 5 0,-7-6 0,4 5 0,-4 5 0,-10 0 0,-3 11 0,-7 10 0,-10 6 0,-15 15 0,-12 6 0,-6 7 0,-10 12 0,2 8 0,4-3 0,2-9 0,5-7 0,7-9 0,5-1 0,11-11 0,5-5 0,9-15 0,3-3 0,7-4 0,11-8 0,-2-8 0,7-4 0,9-3 0,1-8 0,6-2 0,-2-1 0,6-3 0,-2-5 0,-2 5 0,2 0 0,-2 8 0,1-2 0,-4 4 0,-7 2 0,-5 0 0,3-8 0,-5-2 0</inkml:trace>
  <inkml:trace contextRef="#ctx0" brushRef="#br0" timeOffset="5">24333 4917 8912,'-15'-2'0,"1"-1"0,3-3 0,5 0 0,-3 8 0,1 4 0,4 5 0,2 4 0,2 3 0,0-1 0,0 0 0,8 0 0,3 0 0,5 1 0,7-9 0,0-3 0,7-4 0,-9-2 0,6 0 0,0 0 0,-1 0 0,-3-8 0,4-3 0,-2-5 0,-2-1 0,-6 0 0,0 0 0,1 0 0,-7-1 0,1 1 0,-9 0 0,5 0 0,0 7 0,-1 10 0,7 14 0,-3 7 0,-1 7 0,3 11 0,-1 1 0,-1 7 0,1-3 0,-3 8 0,-1 0 0,3-1 0,-5 1 0,-2-3 0,-2-3 0,-10-4 0,-3-7 0,-12-3 0,-6-3 0,-4 3 0,-1-13 0,0 4 0,-5-6 0,3-3 0,4-3 0,9-7 0,0 2 0,11-6 0,6-6 0,5-9 0,1-10 0,0-2 0,7-9 0,5-10 0,18-4 0,7-1 0</inkml:trace>
  <inkml:trace contextRef="#ctx0" brushRef="#br0" timeOffset="6">25176 5003 8900,'33'6'0,"-5"0"3,-3-1 0,-15 3-3,-4 4 0,-4 5 0,-2 6 1,0-2 0,0 7-1,0 3 0,-8 1 0,4 8 1,-5 2-1,1 1 0,4-1 0,2-2 1,2-6 0,0-7 0,0-2-1,0-1 0,0-12 0,8 11 0,1-21 0,1-2 0,-2-10 0</inkml:trace>
  <inkml:trace contextRef="#ctx0" brushRef="#br0" timeOffset="7">25107 4900 8912,'0'-17'0,"-5"5"0,-1 1 0,-7 7 0,11-11 0,-6 11 0,8-7 0,4 5 0,7-6 0,1 9 0,28-13 0,-4 7 0</inkml:trace>
  <inkml:trace contextRef="#ctx0" brushRef="#br0" timeOffset="8">25744 4866 8912,'-9'-8'0,"3"0"0,12-3 0,-4-4 0,13 13 0,-4-4 0,5 4 0,1 10 0,0 3 0,0 4 0,0 5 0,-1 2 0,-5 7 0,-5 4 0,-4 1 0,-2 0 0,0 1 0,0-1 0,-6 6 0,0 0 0,-7 1 0,3-13 0,-7-1 0,0-2 0,7-10 0,3-21 0,7-11 0,7-19 0,3 0 0</inkml:trace>
  <inkml:trace contextRef="#ctx0" brushRef="#br0" timeOffset="9">26088 4694 8912,'-17'0'0,"0"0"0,0 9 0,0 7 0,-1 5 0,1 9 0,0-1 0,5 5 0,1 6 0,7-3 0,-4 10 0,10-7 0,4-3 0,6-7 0,3 1 0,2-8 0,8 0 0,4-6 0,3-6 0,4-1 0,5-2 0,-5-3 0,6-12 0,-8-5 0,9-11 0,0-3 0</inkml:trace>
  <inkml:trace contextRef="#ctx0" brushRef="#br0" timeOffset="10">26519 4917 8912,'9'0'0,"-1"0"0,-8 8 0,0 1 0,0 9 0,0-1 0,0 2 0,0 4 0,0-4 0,0 6 0,0 0 0,0-6 0,6 6 0,1-8 0,3 0 0,-6-8 0,11-1 0,-6-8 0,9 0 0</inkml:trace>
  <inkml:trace contextRef="#ctx0" brushRef="#br0" timeOffset="11">26691 4401 8912,'-18'-1'0,"1"-3"0,0-2 0,0 2 0,0 2 0,-1 2 0,1 0 0,8 2 0,3 4 0,6-4 0,6 4 0,-4-12 0,13 4 0,-4-4 0,5-1 0,-1-1 0,-4-2 0,-11-1 0,-9-6 0</inkml:trace>
  <inkml:trace contextRef="#ctx0" brushRef="#br0" timeOffset="12">23679 6241 8912,'-9'-2'0,"1"-2"0,2 1 0,0 4 0,3 9 0,1 5 0,2 10 0,0 4 0,0 3 0,0 3 0,0-1 0,2-1 0,3-5 0,-1 5 0,8-7 0,1 1 0,2-4 0,3-6 0,-1-5 0,0-7 0,0-3 0,-7-2 0,5-15 0,-5-4 0</inkml:trace>
  <inkml:trace contextRef="#ctx0" brushRef="#br0" timeOffset="13">23576 5966 8912,'-17'8'0,"-1"3"0,1 4 0,0 3 0,6-1 0,1 0 0,2 0 0,5 0 0,1 1 0,2-1 0,2-6 0,3-1 0,7-3 0,3-1 0,2-6 0,0 0 0,1-6 0,-1 1 0,-8-9 0,-3 3 0,4-4 0,-8-3 0,-2 3 0,-12 4 0,-3 3 0,-2 8 0,-1 0 0</inkml:trace>
  <inkml:trace contextRef="#ctx0" brushRef="#br0" timeOffset="14">27499 4797 8912,'-17'17'0,"6"-5"0,-1-3 0,-1 1 0,-2-3 0,-3 1 0,1-4 0,6-2 0,-1-2 0,1 0 0,-6 0 0,5 0 0,1 0 0,7 0 0,-4-2 0,8-4 0,0 4 0,0-6 0,0 8 0,-2 0 0,-3 0 0,3 0 0,-14 0 0,14 0 0,-5 0 0,7 0 0,2 0 0,3 0 0,7 0 0,5 0 0,6 0 0,4 0 0,7-1 0,1-5 0,5 2 0,0-7 0,0 5 0,-5-6 0,-1 3 0,0-3 0,-7-1 0,-4 7 0,-4 2 0,-9 1 0,-5-3 0,-18 4 0,-8-6 0,-19 8 0,-6 0 0,4 0 0,-8 8 0,4 3 0,2 3 0,-2-3 0,14 5 0,-2-5 0,1 4 0,1 2 0,5 1 0,4-1 0,11 0 0,7 0 0,-5 0 0,10-5 0,0-1 0,2-7 0,9 2 0,7-4 0,5-2 0,7-2 0,1-4 0,7-5 0,0-5 0,6-1 0,0-2 0,0-4 0,-6 12 0,6-16 0,-5 14 0,1-1 0,-6 1 0,-5-4 0,-8 7 0,-2 1 0,-7 3 0,-9 4 0,5-6 0,-16 8 0,-3 0 0,3 0 0,-7 0 0,5 0 0,-7 0 0</inkml:trace>
  <inkml:trace contextRef="#ctx0" brushRef="#br0" timeOffset="15">28859 3920 8912,'11'-19'0,"-1"-2"0,-2-2 0,-5 2 0,1 2 0,2 2 0,-4 7 0,-2 2 0,-13 12 0,-7 8 0,-3 11 0,-7 9 0,-1 8 0,-5 6 0,-4 4 0,-6-4 0,4 0 0,-2 1 0,0 1 0,-2 0 0,6-2 0,-2-8 0,2 2 0,5-4 0,7-1 0,12-11 0,-1-6 0,11-1 0,8-15 0,15 4 0,10-5 0,6-1 0,1 0 0,8-7 0,4-5 0,2-3 0,-2-2 0,2 5 0,-8 1 0,0 5 0,-6-5 0,-7 7 0,-6 0 0,-6 8 0,-3 7 0,-10 14 0,-2 10 0,-16 9 0,-12 13 0,-7 4 0,-5 8 0,-2 1-108,-4 5 0,-2-10 1,8 2 107,2-6 0,2-11 0,11-8 0,6-10 0,7-3 0,5-6 0,3-12 0,10-5 0,5-6 0,12-6 0,0-3 0,11-9 0,3-1 0,9-4 0,3 2 0,-3-5 0,4 1 80,-6-6 1,4 10 0,-6-6 0,2 3-81,3 3 0,-10 1 0,-3 3 0,-11-8 0,2-1 0</inkml:trace>
  <inkml:trace contextRef="#ctx0" brushRef="#br0" timeOffset="16">29203 4315 8912,'0'-11'0,"0"0"0,0 5 0,0-6 0,0 7 0,0-7 0,0-1 0,6 3 0,2-1 0,1-1 0,4 3 0,5-5 0,3 7 0,4-1 0,1 0 0,-5 3 0,4 5 0,0 0 0,-4 2 0,4 3 0,-6 7 0,0 5 0,-13 6 0,5 4 0,-5 7 0,-2 0 0,-10 1 0,-5-1 0,-5 3 0,-1 3 0,-8-4 0,1 6 0,-5-8 0,-2-5 0,8 0 0,0-16 0,6-1 0,-8-9 0,-1-3 0</inkml:trace>
  <inkml:trace contextRef="#ctx0" brushRef="#br0" timeOffset="17">29651 4006 8912,'-12'8'0,"1"3"0,-3 4 0,-3 4 0,-4 4 0,-2 6 0,2 5 0,10 7 0,-3-3 0,8 8 0,1-6 0,5 6 0,2-14 0,3 2 0,7-9 0,11 4 0,-4-10 0,6 0 0,0-5 0,-1-11 0,7 3 0,-2-4 0,-8-10 0,2-3 0,3-12 0,1-4 0</inkml:trace>
  <inkml:trace contextRef="#ctx0" brushRef="#br0" timeOffset="18">29909 4436 8912,'11'0'0,"-1"-2"0,-1-2 0,1-2 0,-6 3 0,1 8 0,-5 7 0,-5 3 0,3 8 0,-4 2 0,2 0 0,-2-1 0,5 7 0,-5-2 0,4-4 0,2-3 0,0-2 0,0-3 0,8-8 0,1-1 0</inkml:trace>
  <inkml:trace contextRef="#ctx0" brushRef="#br0" timeOffset="19">29874 4212 8912,'-23'0'0,"0"0"0,2 0 0,2 0 0,6 0 0,7 0 0,23 0 0,4 0 0,27-7 0,-12-3 0</inkml:trace>
  <inkml:trace contextRef="#ctx0" brushRef="#br0" timeOffset="20">30150 4109 8912,'0'-17'0,"0"0"0,0 0 0,0-1 0,2 1 0,3 0 0,7 0 0,11 0 0,5-1 0,5 1 0,1 8 0,1 1 0,-1 8 0,-5 4 0,-1 7 0,-12 5 0,-1 16 0,-5 4 0,-7 10 0,-8 0 0,-9 4 0,-7 1 0,2 1 0,-13-1 0,3 1 0,4-8 0,2-4 0,-2-5 0,2-7 0,0 5 0,14-22 0,1-11 0,8-19 0</inkml:trace>
  <inkml:trace contextRef="#ctx0" brushRef="#br0" timeOffset="21">30563 3972 8912,'-12'0'0,"1"0"0,-1 0 0,-5 0 0,2 2 0,-1 3 0,-1 7 0,4 3 0,-12 10 0,10 3 0,3 5 0,-3 1 0,7 8 0,-3 4 0,3-4 0,8-2 0,2-3 0,4-5 0,5-3 0,12 3 0,-2-13 0,8 4 0,0-11 0,5-6 0,0 1 0,1-1 0,-1-2 0,1-2 0,-1-2 0,0-16 0,1-3 0</inkml:trace>
  <inkml:trace contextRef="#ctx0" brushRef="#br0" timeOffset="22">30941 4315 8912,'0'18'0,"0"-1"0,0 0 0,0 0 0,0 0 0,0 1 0,0-1 0,0 0 0,0 0 0,0 0 0,2 1 0,2-1 0,2 0 0,-3 0 0,1 6 0,2 0 0,-4-6 0,4-5 0,3-1 0,-7-1 0,13-3 0,-5-7 0</inkml:trace>
  <inkml:trace contextRef="#ctx0" brushRef="#br0" timeOffset="23">30976 3972 8912,'-29'2'0,"0"3"0,8-1 0,-2 8 0,4-7 0,2 7 0,7-7 0,5 7 0,3 1 0,2-5 0,7 0 0,5-8 0,3 0 0,2 0 0,1 0 0,-9 0 0,5-2 0,-7-2 0,1-4 0,-1-1 0,-1 5 0,-6-11 0,-2 13 0,-3-4 0,1-2 0,-8 3 0,7-1 0,-7 6 0,8 0 0,-3 0 0</inkml:trace>
  <inkml:trace contextRef="#ctx0" brushRef="#br0" timeOffset="24">31234 3559 8912,'0'-17'0,"0"0"0,0 7 0,0 2 0,0 10 0,0 6 0,0 7 0,0 6 0,5 10 0,1-3 0,8 5 0,-3 1 0,-1 3 0,-1 1 0,-1 2 0,-4-2 0,3-2 0,-1-1 0,-2-1 0,-10 1 0,-3-1 0,-9 0 0</inkml:trace>
  <inkml:trace contextRef="#ctx0" brushRef="#br0" timeOffset="25">30958 3662 8912,'12'-6'0,"-1"1"0,-5-7 0,7 5 0,7-3 0,1-7 0,13-6 0,6-6 0,16 6 0,1 2 0,0 2 0,-5 2 0,0 7 0,-1 5 0,-7 5 0,-4 5 0,-11 5 0,4 7 0,-7 0 0</inkml:trace>
  <inkml:trace contextRef="#ctx0" brushRef="#br0" timeOffset="26">31733 3817 8912,'-29'21'0,"0"-4"0,1-4 0,-7 7 0,1 2 0,1 5 0,5 8 0,-3-1 0,8 2 0,2 4 0,4 4 0,5 8 0,7 0 0,3-9 0,4-1 0,3-7 0,7-1 0,9-3 0,4-6 0,2-8 0,-4-11 0,5-1 0,1-3 0,5-2 0,-1-7 0,-4-5 0,3-11 0,-3-5 0,3-7 0,3-3 0,-3-4 0,-3 0 0,-6 0 0,-4-6 0,-4 4 0,-3-7 0,-5 5 0,-7 0 0,-4 8 0,-7-2 0,-2 5 0,-16 7 0,0 10 0,-5 13 0,-1 5 0,1 7 0,0 9 0,1 6 0,4 5 0,5 2 0,6 5 0,1 1 0</inkml:trace>
  <inkml:trace contextRef="#ctx0" brushRef="#br0" timeOffset="27">31509 4350 8912,'-17'6'0,"0"-1"0,7-1 0,4-10 0,4 5 0,12-21 0,7 5 0,12-4 0,9-4 0,6-1 0,10-9 0,3 1 0,-3 0 0,7 5 0,-6 2 0,3 2 0,-1 2 0,-13 6 0,-4 0 0,-11 0 0,-4 0 0</inkml:trace>
  <inkml:trace contextRef="#ctx0" brushRef="#br0" timeOffset="28">31630 2906 8912,'-23'-10'0,"2"-5"0,5-6 0,11-2 0,16 6 0,14-2 0,11-2 0,10-2 0,11-8 0,12 10 0,13-6 0,10 2 0,-40 14 0,0 1 0,43-7-197,-46 11 1,0 1 0,31-3 196,-11 8 0,-10 2 0,-15 6 48,-10 9 0,-3 8 0,-12 11-48,-4 4 0,-3 6 0,-1 11 0,3 4 0,-8 8 0,5 2-233,-5 3 1,7 7 232,-1 10 0,-3-1 0,3 6 0,-1-3 0,-1-3 0,7 6 0,-9-47 0,1-1 0,8 40 0,6-2 0,-4-6 0,-1 0 0,-1-3 0,0-9 0,-7-1 0,-5-2 0,-5-2-62,-5 2 0,-13 2 62,-10 2 0,-9-6 0,-9 0 0,-7-8-106,-16 3 0,30-28 0,-2 1 106,-4 1 0,-2-1 0,-1 0 0,-2-1 0,-8 3 0,-4-1 0,-3 2 0,-2 1 0,-6 0 0,-1 0 0,-3-1 0,-1-1 0,-5 3 0,2-3 0,10-9 0,2-2 0,2 2 0,2-2 0,9-6 0,3-2 0,-39 9 0,20-4 0,-5-7 0,20-12 0,3-12 0</inkml:trace>
  <inkml:trace contextRef="#ctx0" brushRef="#br0" timeOffset="29">17019 4591 8912,'-15'-12'0,"2"1"0,1-3 0,10 5 0,2-3 0,10 3 0,13-7 0,5-1 0,15 2 0,8-14 0,12-1 0,10-3 0,-2 1 0,5 1 0,-3 4 0,-4 3 0,-4 1 0,-16 7 0,-3 5 0,-11 3 0,-12 8 0,-10 8 0,-3 3 0,-3 5 0,-1 9 0,-6 3 0,0 7 0,0 5 0,-8 11 0,5 5 0,-9 7 0,1-6 0,-7 6 0,1-2 0,2 0 0,3-9 0,-9-2 0,4-10 0,-2-2 0,0 2 0,2-6 0,-1-7 0,1-6 0,6-4 0,-1 1 0,1-9 0,1-1 0,-5-24 0,5-3 0,-7-15 0</inkml:trace>
  <inkml:trace contextRef="#ctx0" brushRef="#br0" timeOffset="30">17071 4556 8912,'-8'-17'0,"6"0"0,-3 7 0,10 5 0,7 12 0,11 10 0,4 10 0,7 13 0,0 6 0,3 9 0,1 3 0,2-1 0,-2 2 0,-1-5 0,3 9 0,0-10 0,-2-3 0,2-10 0,-5 0 0,3-3 0,-9-3 0,-4-7 0,0-10 0,-8-10 0,0-7 0</inkml:trace>
  <inkml:trace contextRef="#ctx0" brushRef="#br0" timeOffset="31">19102 3886 8912,'-12'-12'0,"1"1"0,-1-3 0,1 1 0,-1 2 0,7-3 0,-7 8 0,8-7 0,-3 9 0,7-7 0,0 7 0,0-2 0,0 12 0,0 5 0,0 12 0,-2 6 0,-4 11 0,2 6 0,-7 11 0,-1 4 0,-5 10 0,0 4 0,0-5 0,-1 7 0,1-3 0,0 1 0,0-1 0,1-13 0,5-3 0,-2-13 0,7-6 0,2-9 0,2-13 0,2-11 0,0-12 0,0 3 0,0-9 0,2 1 0,4-6 0,-2-6 0,7 0 0,-5 0 0,5 6 0,-7-1 0,6 1 0,-5 0 0,5 2 0,7 3 0,-5 5 0,-1 7 0,2 0 0,5 0 0,5 0 0,-2 5 0,7 1 0,-5 5 0,6-3 0,2 2 0,1-5 0,4 5 0,3-2 0,1-5 0,4-1 0,-10-2 0,4 0 0,-26 0 0,11 0 0,-14 0 0</inkml:trace>
  <inkml:trace contextRef="#ctx0" brushRef="#br0" timeOffset="32">17949 5089 8912,'-18'-6'0,"1"1"0,0 1 0,0 2 0,0 2 0,5 2 0,3 4 0,-1 7 0,2 10 0,1 11 0,1 10 0,6 14 0,2 5 0,4 3 0,9 1 0,10-4 0,2-5 0,1-12 0,7-8 0,1-8 0,2-9 0,2-7 0,1-7 0,-7-14 0,0-5 0,3-13 0,-1-7 0,-2-8 0,-5-4 0,-2-4 0,-8-2 0,6-3 0,-10-2 0,-3-3 0,-5 1 0,-7 5 0,-4 6 0,-7 1 0,-8 1 0,-16-2 0,-7 11 0,-2 13 0,-7 10 0,-1 6 0,1 4 0,7 12 0,3 7 0,7 2 0,5 12 0,6 3 0,6 4 0,6 1 0,3 5 0,8-10 0,0 0 0,0 1 0,0-9 0,0 9 0</inkml:trace>
  <inkml:trace contextRef="#ctx0" brushRef="#br0" timeOffset="33">17863 5588 8912,'-18'0'0,"9"0"0,11-8 0,15-3 0,19-7 0,20-4 0,13-9 0,7-7 0,4 1 0,4-3 0,-3 4 0,-12 9 0,-14 6 0,-7 8 0,-10 7 0,-7 4 0,-14 2 0,-17 0 0,-10 0 0</inkml:trace>
  <inkml:trace contextRef="#ctx0" brushRef="#br0" timeOffset="34">19893 4453 8912,'-11'10'0,"-1"-5"0,-1-3 0,-2-2 0,3 0 0,1 0 0,7 0 0,-2 0 0,14 0 0,9 0 0,2 0 0,10-2 0,1-2 0,3-1 0,9-3 0,2 4 0,0-1 0,4-7 0,-8 6 0,-4 3 0,-5 1 0,1-4 0,-3 0 0,-10 0 0,-2 6 0,-1 0 0,-9 0 0,1 0 0,-8 8 0,-15 5 0,-8 5 0,-16 10 0,-5-9 0</inkml:trace>
  <inkml:trace contextRef="#ctx0" brushRef="#br0" timeOffset="35">19876 5003 8912,'-17'0'0,"0"0"0,7 0 0,2 0 0,10 0 0,6-2 0,11-3 0,14-9 0,11-7 0,15 0 0,10-7 0,0 6 0,7-8 0,-9 7 0,-4 2 0,-2 2 0,-3 2 0,-14 7 0,-4 4 0,-12 5 0,-10 1 0,-9 7 0,-3 5 0,-4 3 0,-2 2 0,0 0 0</inkml:trace>
  <inkml:trace contextRef="#ctx0" brushRef="#br0" timeOffset="36">20392 10385 8912,'-7'-12'0,"-5"1"0,-3-3 0,0-1 0,3-2 0,6 0 0,4-1 0,2 1 0,2 8 0,6 3 0,9 4 0,8 2 0,9 4 0,3 5 0,3 9 0,-2 10 0,8 1 0,2 3 0,0 9 0,0 1 0,-3 2 0,-1-4 0,2 6 0,4-3 0,-6 5 0,0-2 0,-10-8 0,-3 4 0,-8-7 0,-2-9 0,-8-3 0,-3-4 0,-2-1 0,-5-1 0,-1-8 0,-2 7 0,-2-14 0,-3 3 0,-5-26 0,-7-7 0</inkml:trace>
  <inkml:trace contextRef="#ctx0" brushRef="#br0" timeOffset="37">20943 10264 8912,'-17'10'0,"0"-3"0,-1 1 0,-7-4 0,-3 9 0,-5 6 0,-3 8 0,-4 13 0,-6 6 0,4 11 0,-8 5 0,6 6 0,0 1 0,-4-6 0,10-2 0,4-3 0,3-9 0,10 3 0,-2-18 0,12 1 0,5-11 0,4-4 0,4-5 0,4-4 0,3-3 0,8-10 0,1-4 0,-1-11 0,0-10 0</inkml:trace>
  <inkml:trace contextRef="#ctx0" brushRef="#br0" timeOffset="38">21476 10006 8912,'12'-17'0,"-1"0"0,1-8 0,3 6 0,-3-4 0,-5 4 0,-7 13 0,0 10 0,0 13 0,0 8 0,-5 10 0,-3 7 0,0 2 0,1 3 0,1-5 0,0 8 0,0-4 0,1-4 0,5 0 0,0-2 0,0 0 0,0-2 0,0-1 0,0-11 0,0-3 0,0-4 0,0-1 0,-8-1 0,-2 0 0</inkml:trace>
  <inkml:trace contextRef="#ctx0" brushRef="#br0" timeOffset="39">21081 9955 8912,'-16'-8'0,"5"-3"0,5 3 0,12 2 0,13-3 0,15-1 0,10 1 0,14-8 0,9 1 0,11-7 0,14-3 0,-43 11 0,1 1 0,4-2 0,1-1 0,-1 2 0,-1 0-567,-2 0 0,0 1 567,-3 4 0,-1-1 0,26-12 0,-16 12 135,-20 5 1,-24 6-136,-13 6 0,0-4 0,-15 11 0,3-7 0,-3 7 0,-2-1 0,5 1 0,1-2 431,-1 5 1,1-12-432,-1 7 0,9-7 0,-5 4 0,8-1 0,0 3 0</inkml:trace>
  <inkml:trace contextRef="#ctx0" brushRef="#br0" timeOffset="40">22113 10539 8912,'-17'0'0,"5"0"0,1 0 0,0-2 0,1-3 0,-5 3 0,3-4 0,5 4 0,-1 2 0,21 0 0,6 0 0,6 0 0,-4 0 0,2 0 0,2-6 0,-2 1 0,6-1 0,-4 6 0,1 0 0,1 0 0,4 0 0,-3 0 0,-7 0 0,6 0 0,-4 0 0,-9 0 0,3 0 0,-12 8 0,3 1 0</inkml:trace>
  <inkml:trace contextRef="#ctx0" brushRef="#br0" timeOffset="41">22062 10918 8912,'-18'-2'0,"1"-4"0,8 4 0,1-7 0,10 5 0,4-4 0,5-1 0,12-3 0,-2-3 0,8 1 0,1 3 0,3 1 0,1-1 0,-7-2 0,-4 7 0,2 0 0,-2 6 0,0 2 0,-6 4 0,0-4 0,0 5 0</inkml:trace>
  <inkml:trace contextRef="#ctx0" brushRef="#br0" timeOffset="42">23972 9955 8912,'2'9'0,"3"-3"0,-3-4 0,6-4 0,-8-4 0,-2-3 0,-4-1 0,-5 1 0,-10 5 0,-4-2 0,-2 2 0,6 2 0,-11 2 0,3 0 0,-6 0 0,-5 0 0,4 0 0,-6 2 0,0 4 0,-4 6 0,-4 3 0,-1 2 0,-1 0 0,0 6 0,1 0 0,-1 0 0,2-6 0,5 2 0,4 4 0,11-4 0,1 4 0,8-4 0,-2-1 0,4 4 0,2 1 0,5 0 0,3-6 0,-1 3 0,1 3 0,5-4 0,-4 7 0,8-3 0,0-2 0,0 8 0,0 0 0,0 5 0,0 0 0,0 1 0,0 7 0,0 4 0,0 3 0,0 3 0,0 1 0,0 5 0,0 5 0,0 11 0,0-1 0,0 9 0,0 4 0,0 4 0,0 0 0,-7 5 0,5-13-132,-4 4 1,4 2-1,2 4 132,0-2 0,0-3 0,0-3 0,0-1 0,0-3 0,0-8 0,0 16 0,0 0 0,0 8 0,0 1 0,0-13 0,0-4 0,0 3 0,2-9 0,4-1 0,-3-10 0,9-6 0,-3-5 0,3-7 0,3 3 0,-1-8 0,5-3 0,4-7 0,7-5 0,-3-8 0,9-2 0,5-3 0,3 3 0,7-13 0,1 4 0,7-4 0,4-2 0,2-2 0,-2-4 0,2-3 0,-5-9 0,1 1 0,6-6 0,1 0 0,-3 2 0,-15 8 0,-6 3 395,-9 3-395,-1 1 0,-23 6 0,12 0 0,-21 0 0,6 0 0,-16 0 0,6 0 0,-5 0 0,7 0 0,0 0 0,-8 0 0,6-8 0,-4-3 0,-3-12 0,-1-4 0,-7-7 0</inkml:trace>
  <inkml:trace contextRef="#ctx0" brushRef="#br0" timeOffset="43">24041 10264 8912,'0'12'0,"1"-3"0,5-1 0,-2-2 0,7-6 0,1 0 0,5 0 0,0 0 0,2 0 0,3 0 0,0 0 0,-1 0 0,-1 7 0,-3 5 0,0 3 0,-2 4 0,-3 4 0,-3-2 0,-5 6 0,2 0 0,-2-1 0,-10 3 0,-4 0 0,-7-3 0,0-1 0,-8 6 0,4-12 0,-8 4 0,8-6 0,-2-4 0,4-1 0,2-8 0,0 1 0,7-3 0,3-17 0,7-4 0</inkml:trace>
  <inkml:trace contextRef="#ctx0" brushRef="#br0" timeOffset="44">24419 10196 8912,'-9'26'0,"-7"-3"0,5-9 0,-5-3 0,-1 0 0,0 7 0,2-1 0,3 2 0,7 4 0,-3-4 0,2 4 0,0-2 0,6 2 0,0-4 0,0 6 0,0-8 0,8 0 0,4-2 0,3-1 0,4-5 0,4-1 0,-4-2 0,8-6 0,-4 0 0,-4 0 0,6-8 0,-8-1 0</inkml:trace>
  <inkml:trace contextRef="#ctx0" brushRef="#br0" timeOffset="45">24849 10281 8912,'-11'12'0,"-1"-2"0,1-1 0,1 1 0,-3-5 0,7 7 0,0-1 0,6 6 0,0 3 0,0 1 0,0 2 0,0 5 0,0-5 0,0 6 0,0-6 0,2 5 0,2-3 0,2 2 0,0-6 0,-1 4 0,1-8 0,0 0 0,-6 0 0,6-5 0,1-3 0,3-1 0,1-2 0,7-6 0,-1 0 0</inkml:trace>
  <inkml:trace contextRef="#ctx0" brushRef="#br0" timeOffset="46">25021 10333 8912,'10'2'0,"-4"4"0,3-4 0,-7 13 0,6-6 0,-8 9 0,0 1 0,0 4 0,0-2 0,0 7 0,0 3 0,0 3 0,0 5 0,0 1 0,0-2 0,0 6 0,0-10 0,0 1 0,0-1 0,0-7 0</inkml:trace>
  <inkml:trace contextRef="#ctx0" brushRef="#br0" timeOffset="47">24316 11176 8912,'9'-8'0,"-1"4"0,-6-5 0,2-1 0,2 0 0,-1 5 0,-5-7 0,0 8 0,0-3 0,0 9 0,0 3 0,0 5 0,0 15 0,0 2 0</inkml:trace>
  <inkml:trace contextRef="#ctx0" brushRef="#br0" timeOffset="48">24316 11726 8912,'0'17'0,"0"0"0,-2-7 0,-4-5 0,4-3 0,-5-2 0,7-2 0,0-3 0,0 1 0,0-8 0,0 9 0,0-5 0</inkml:trace>
  <inkml:trace contextRef="#ctx0" brushRef="#br0" timeOffset="49">24333 12156 8912,'-9'0'0,"1"1"0,8 5 0,-8-4 0,-1 6 0</inkml:trace>
  <inkml:trace contextRef="#ctx0" brushRef="#br0" timeOffset="50">23748 12689 8912,'-10'-2'0,"5"-4"0,3 4 0,4-6 0,3 8 0,7 0 0,3 0 0,4 0 0,2 0 0,4 0 0,2 0 0,-6 2 0,4 2 0,0 2 0,-6 7 0,4-1 0,-10 9 0,-1 2 0,-9 5 0,3-3 0,-8 2 0,-9 3 0,-1 3 0,-11 1 0,-3 1 0,-3-1 0,2-5 0,-2-1 0,8-7 0,-1 2 0,4-9 0,7-3 0,-3-9 0,9-2 0,7-15 0,9-12 0,12-7 0,4-8 0,7-2 0</inkml:trace>
  <inkml:trace contextRef="#ctx0" brushRef="#br0" timeOffset="51">24264 12517 8912,'-17'-10'0,"0"2"0,0 8 0,-8 0 0,-2 16 0,-7 9 0,-1 9 0,1 6 0,-5 8 0,5-2 0,3 3 0,14 3 0,8-6 0,3 0 0,4-8 0,2 2 0,10-11 0,7-7 0,2-8 0,10-3 0,-1-7 0,7 2 0,-1-6 0,1-6 0,-7 2 0,1-7 0,-2-1 0,1-5 0,-3 0 0,-8 0 0</inkml:trace>
  <inkml:trace contextRef="#ctx0" brushRef="#br0" timeOffset="52">24436 12860 8912,'12'-5'0,"-3"-3"0,-1-1 0,-4-5 0,-2 7 0,-4-1 0,-4 8 0,4 13 0,-5 6 0,-1 6 0,6 11 0,-8 1 0,5 3 0,3 4 0,-4 2 0,4 0 0,2 5 0,2-9 0,4 8 0,3-6 0,1-6 0,5-2 0,-3-1 0,3-16 0,2 4 0,0-14 0</inkml:trace>
  <inkml:trace contextRef="#ctx0" brushRef="#br0" timeOffset="53">24970 13101 8912,'0'-17'0,"0"0"0,0 0 0,0 5 0,0 1 0,0-3 0,-2 1 0,-4 1 0,-5 7 0,-5 3 0,-3 4 0,-2 3 0,-4 9 0,-1 7 0,3 6 0,-6 7 0,6 2 0,-4 4 0,2 6 0,10 4 0,2-4 0,7 0 0,0-10 0,6-2 0,2-1 0,4-12 0,5-6 0,7-5 0,5-10 0,5 0 0,5-10 0,1-7 0,6-8 0,0-9 0,-5-3 0,-6-3 0,-8-4 0,2-7 0,-1-1 0,-4 1 0,1 5 0,-13 0 0,1 0 0,-1-6 0,-4-7 0,4-2 0,-5 0 0,-1 2 0,-5 9 0,-1 4 0,2 6 0,2 19 0,2-2 0,-5 35 0,-1 3 0,2 14 0,2 11 0,2 17 0,0-2 0,0 8 0,0 0 0,0 6 0,6-2 0,0-2 0,-3-2 0,7-8 0,-6 10 0,7-7 0,1-7 0,5-5 0,0-8 0,0 3 0,0-7 0,1-5 0,-9-5 0,7-6 0,-7-1 0</inkml:trace>
  <inkml:trace contextRef="#ctx0" brushRef="#br0" timeOffset="54">25899 10660 8912,'12'5'0,"-1"1"0,-7 0 0,3-8 0,-7-4 0,0 4 0,-7-5 0,5 7 0,-6 0 0</inkml:trace>
  <inkml:trace contextRef="#ctx0" brushRef="#br0" timeOffset="55">26329 10660 8912,'-15'7'0,"2"3"0,1-1 0,6-1 0,-3-6 0,1 4 0,4-4 0,10 3 0,4-3 0,7-4 0,0-3 0,8 3 0,2-21 0,7 4 0</inkml:trace>
  <inkml:trace contextRef="#ctx0" brushRef="#br0" timeOffset="56">26794 10677 8912,'0'11'0,"0"1"0,-8-8 0,4 3 0,-7-7 0,7 0 0,-4 0 0,16-7 0,2-3 0</inkml:trace>
  <inkml:trace contextRef="#ctx0" brushRef="#br0" timeOffset="57">25847 10264 8912,'-7'10'0,"-5"-4"0,5-5 0,-1-1 0,10-1 0,6-5 0,7-4 0,6-1 0,0-1 0,6 7 0,1-5 0,5 2 0,1 3 0,1 5 0,-1 0 0,1 0 0,-7 2 0,-1 3 0,-2 7 0,-2 3 0,-8 8 0,-2 4 0,-3 3 0,-4 9 0,-8 3 0,-6-4 0,-17 10 0,-3-6 0,-5 2 0,-1-6 0,-1 4 0,1-8 0,1-5 0,5-2 0,5-3 0,-4-1 0,14-13 0,-5-4 0,13-5 0,-3-10 0,8-8 0,0-8 0,0-9 0</inkml:trace>
  <inkml:trace contextRef="#ctx0" brushRef="#br0" timeOffset="58">26450 10196 8912,'9'-8'0,"-3"0"0,-12-3 0,-11 3 0,-4 8 0,-8 2 0,-1 4 0,-3 7 0,-1 8 0,-1 8 0,1 11 0,0-4 0,7 14 0,4-4 0,11 3 0,7 3 0,3 0 0,2-1 0,0 1 0,7-8 0,5-8 0,9-11 0,4-4 0,0-8 0,-1-3 0,7-5 0,-6-5 0,4 0 0,3-1 0,-3-5 0,-4-4 0,0-7 0</inkml:trace>
  <inkml:trace contextRef="#ctx0" brushRef="#br0" timeOffset="59">26605 10574 8912,'9'-12'0,"-3"1"0,-2-3 0,0-1 0,1-2 0,1 0 0,-6 0 0,2 1 0,2 3 0,1 2 0,9 5 0,-3-6 0,-1 8 0,1-1 0,3 3 0,1 2 0,2 7 0,0 5 0,-1 3 0,-5 4 0,-5 4 0,-4 6 0,-2 3 0,0 3 0,-2-1 0,-4 1 0,-5-1 0,-5-7 0,-1 9 0,0-7 0,2 5 0,3-11 0,-1 0 0,5-4 0,-1 4 0,5-12 0,-2 5 0,12-16 0,5 0 0,12-8 0,4-7 0,7-8 0,1-6 0,-1 6 0,6-5 0,1 5 0,-3-2 0,-9 2 0,-5 4 0,1-6 0,2 8 0</inkml:trace>
  <inkml:trace contextRef="#ctx0" brushRef="#br0" timeOffset="60">27155 10436 8912,'-11'0'0,"-1"0"0,1 0 0,1 8 0,5 3 0,-3-1 0,2 3 0,2 6 0,-3 0 0,1 10 0,0-2 0,6 3 0,0-1 0,0 2 0,0 9 0,2-10 0,2 5 0,2-3 0,7-7 0,-9 6 0,7-8 0,3-2 0,1-2 0,2-2 0</inkml:trace>
  <inkml:trace contextRef="#ctx0" brushRef="#br0" timeOffset="61">27775 10488 8912,'2'-10'0,"3"5"0,5 3 0,7 2 0,0 0 0</inkml:trace>
  <inkml:trace contextRef="#ctx0" brushRef="#br0" timeOffset="62">28067 10539 8912,'18'0'0,"-1"0"0,-8 0 0,-1 0 0,-6-2 0,4-3 0,3 3 0,8-4 0,1-3 0,-1-1 0</inkml:trace>
  <inkml:trace contextRef="#ctx0" brushRef="#br0" timeOffset="63">28773 10488 8912,'-12'0'0,"1"0"0,7-2 0,-2-4 0,4 4 0,2-13 0,8 5 0,2-7 0</inkml:trace>
  <inkml:trace contextRef="#ctx0" brushRef="#br0" timeOffset="64">29203 10453 8912,'-17'10'0,"0"-4"0,-1-4 0,7-2 0,0 0 0,-1 0 0,-5 0 0,0 0 0,5 0 0,1 0 0,7-8 0,-2 6 0,12-4 0,5 4 0,12-5 0,4-3 0,7-7 0</inkml:trace>
  <inkml:trace contextRef="#ctx0" brushRef="#br0" timeOffset="65">29410 10092 8912,'-12'10'0,"1"-4"0,-3-4 0,7-2 0,-1-2 0,10-4 0,4-6 0,3 5 0,8 1 0,3 4 0,1 2 0,3 0 0,1 2 0,0 4 0,-2 3 0,-4 9 0,2-1 0,2 0 0,-2 6 0,-9 2 0,-5 1 0,1 5 0,-6 1 0,4 3 0,-12-1 0,-9 1 0,-8-1 0,-8 0 0,2 1 0,-3-1 0,-3-7 0,7-2 0,-1-8 0,8-2 0,-2-3 0,12-5 0,3-7 0,8 0 0</inkml:trace>
  <inkml:trace contextRef="#ctx0" brushRef="#br0" timeOffset="66">29926 10024 8912,'-35'9'0,"1"-3"0,0-4 0,-1-2 0,1 0 0,7 0 0,4 0 0,4 2 0,2 3 0,7 7 0,4 11 0,5 5 0,1 5 0,0 9 0,0 4 0,1 3 0,5 3 0,4-8 0,7-4 0,2-4 0,4-1 0,4-3 0,1-5 0,1-10 0,0 0 0,3-15 0,-3 4 0,7-4 0,-7-2 0,7 0 0,-9-8 0,8-1 0</inkml:trace>
  <inkml:trace contextRef="#ctx0" brushRef="#br0" timeOffset="67">30304 10402 8912,'0'-12'0,"0"1"0,0-2 0,-1 5 0,-5 2 0,4 6 0,-4 6 0,4 3 0,0 9 0,-3-1 0,3 0 0,-4 0 0,4 0 0,2 1 0,0-1 0,0 0 0,0 0 0,0 0 0,0 1 0,0-1 0,0 0 0,0 0 0,0-7 0,0 5 0,0-4 0,0-1 0,0 1 0,0-7 0,0 4 0,0-8 0,0-2 0,0-4 0,0-5 0,0-4 0,0-3 0,2-5 0,4 1 0,1-7 0,5 6 0,3 0 0,-5 4 0,-1-4 0,7 4 0,-7 0 0,6 7 0,-3-1 0,3 5 0,-5 1 0,7 9 0,0 3 0,-5 11 0,-1 7 0,-5 1 0,5-1 0,-5-2 0,4 6 0,-3-2 0,-1 5 0,0-10 0,-1 2 0,7-2 0,-6-3 0,-3 0 0,-1 0 0,6-7 0,-6 5 0,13-13 0,-5 6 0,7-8 0</inkml:trace>
  <inkml:trace contextRef="#ctx0" brushRef="#br0" timeOffset="68">30855 10402 8912,'0'-10'0,"0"3"0,6 9 0,0 3 0,-1 5 0,-5 7 0,2 8 0,4 4 0,-4 3 0,4 2 0,-4 1 0,-2-1 0,0 1 0,0-1 0,0 2 0,0 4 0,7-3 0,3 5 0</inkml:trace>
  <inkml:trace contextRef="#ctx0" brushRef="#br0" timeOffset="69">30907 9559 8912,'-25'10'0,"-2"-4"0,0-4 0,6-4 0,6-2 0,5-4 0,3-1 0,3 3 0,10-6 0,5-1 0,12 4 0,8-3 0,7 1 0,8 1 0,13-3 0,10 7 0,9 0 0,7-1 0,1 5 0,0-4 0,-2 4 0,-4 2 0,-3 2 0,-12 4 0,-8 5 0,-7 12 0,-24 4 0,-3 7 0,-4 2 0,-1 5 0,-9 3 0,-1 9 0,0 4 0,-5-1 0,9 7 0,-6 6 0,5 5-174,-7 1 0,5-5 174,-3 5 0,-4 11 0,1-38 0,0 1 0,-1 1 0,0-1 0,1 0 0,-1 0 0,0 46 0,4-3 0,-12 0 0,2-42 0,-1 1 0,0 2 0,0-1 0,-2-2 0,-1-1 0,3 1 0,0 0 0,-10 42 0,4-3 0,3 7 0,2-14 0,0 4 0,3-2 0,3 0 0,3 4 0,3 0 0,-2-2 0,-2 4 0,4-10-305,-1 11 1,1 5 304,-5-44 0,-2-1 0,-1-2 0,-2 0 0,-3 46 0,-3-1 0,6 1 0,1-46 0,1 0 0,0 40 0,2 9 0,0-10 0,0-6 0,0-4 0,0-1 0,0-3 0,-2-13 0,-4-3 0,2-5 0,-7-1 0,-3-3 0,-9-5 0,-5-9 0,-5-9 0,-1-8 0,-3-1 0,-3 0 0,-9-7 0,-13-5 0,-5-3 0,-9-2 0,-14-7 0,41 2 0,-1 0 0,-3-3 0,1 1-254,0 1 1,2 0 253,-42-9 0,43 13 0,-1 2 0,-42-6 0,-5 6 11,5 6 0,0 5-11,6 12 0,-2 4 0,0 8 0,2-1 0,4 0 0</inkml:trace>
  <inkml:trace contextRef="#ctx0" brushRef="#br0" timeOffset="70">26329 13222 8912,'0'-18'0,"0"7"0,0-1 0,0 1 0,0 1 0,2 3 0,4 7 0,5 0 0,-3 0 0,7 0 0,-3 0 0,3 0 0,2 0 0,8 0 0,2 0 0</inkml:trace>
  <inkml:trace contextRef="#ctx0" brushRef="#br0" timeOffset="71">27224 13239 8912,'-17'-10'0,"5"3"0,1 7 0,-1 0 0,3-8 0,17-2 0,11-7 0</inkml:trace>
  <inkml:trace contextRef="#ctx0" brushRef="#br0" timeOffset="72">28085 13290 8912,'-18'-7'0,"1"-3"0,0-1 0,0-1 0,5 8 0,1-1 0,7 3 0,-4 2 0,16-16 0,2-3 0</inkml:trace>
  <inkml:trace contextRef="#ctx0" brushRef="#br0" timeOffset="73">29255 12826 8912,'-17'-8'0,"1"-3"0,5-4 0,5-2 0,4-1 0,2 1 0,2 8 0,4 1 0,5 2 0,5 0 0,8 1 0,3-1 0,8 0 0,-1 2 0,0 4 0,1 6 0,-1-2 0,-1 7 0,-3 5 0,-1 5 0,-8 0 0,2 7 0,0-1 0,-6 2 0,-2 3 0,-11-5 0,2 2 0,-2-1 0,-10 1 0,-5 5 0,-12-7 0,-2 6 0,-6-5 0,3 5 0,-9 1 0,7-7 0,-3-4 0,6-4 0,4-2 0,6-2 0,0-3 0,7-5 0,3-14 0,22-18 0,4-11 0</inkml:trace>
  <inkml:trace contextRef="#ctx0" brushRef="#br0" timeOffset="74">29978 12585 8912,'-16'-23'0,"3"1"0,1 1 0,1 7 0,-6 5 0,-1 1 0,-6 2 0,-9 10 0,-9 8 0,-2 10 0,6 9 0,-6 11 0,8 6 0,1 7 0,5-1 0,12 3 0,3-4 0,4 1 0,5 3 0,12-13 0,7-2 0,8-9 0,6-12 0,15 2 0,4-12 0,3-5 0,11-4 0,-1-2 0,4 0 0,4-16 0,-6-3 0</inkml:trace>
  <inkml:trace contextRef="#ctx0" brushRef="#br0" timeOffset="75">30218 13032 8912,'0'18'0,"0"-7"0,0 1 0,0 1 0,0 2 0,2-5 0,4-5 0,-4 5 0,6-8 0,-8 7 0,2-5 0,3 2 0,-3 0 0,8-8 0,-5-4 0,-3 2 0,4-7 0,-4 7 0,-2-4 0,0 8 0,8 0 0,-6 2 0,3 4 0,-3 4 0,0 7 0,4 0 0,-4 6 0,4 0 0,-5 0 0,-2 0 0,-3 1 0,-2 3 0,-5-6 0,5 2 0,-8-4 0,3-2 0,3 1 0,-7-1 0,5-8 0,1-11 0,3-15 0,6-8 0,6-11 0,5-4 0,5 2 0,1-8 0,0 8 0,0-2 0,0 11 0,3-2 0,1 9 0,2 1 0,0 1 0,-6 11 0,0 3 0,0 6 0,-2 8 0,-3 9 0,-4 0 0,-8 14 0,0-8 0,0-2 0,7 5 0,-5-7 0,4 4 0,2-3 0,-1-3 0,3 0 0,-1-6 0,3 1 0,3-8 0,2 3 0,10-7 0</inkml:trace>
  <inkml:trace contextRef="#ctx0" brushRef="#br0" timeOffset="76">31010 13050 8912,'-8'-23'0,"-3"0"0,-4 0 0,-3 13 0,1 5 0,-2 3 0,-2 4 0,-2 3 0,-2 5 0,2 7 0,4 8 0,-4 4 0,4 3 0,10 2 0,-5 6 0,8 1 0,3-3 0,1 6 0,2-8 0,0 4 0,0-11 0,2-6 0,1-4 0,5-4 0,2-3 0,1-5 0,8-7 0,2-2 0,2-3 0,8-13 0,-10-8 0,6-9 0,-3 1 0,5-2 0,-6-5 0,2-2 0,-2-9 0,-4 6 0,4 0 0,-10-5 0,-1-7 0,-6-7 0,3 2 0,-1-2 0,-4 2 0,-3 4 0,-1 17 0,0 8 0,0 9 0,-7 13 0,3 5 0,-7 9 0,-3 3 0,-1 13 0,-2 16 0,-1 12 0,1 4 0,6 3 0,1 2 0,3 5 0,3 1 0,2-6 0,2 4 0,2-5 0,3 3 0,13-3 0,14 11 0,10-8 0,2-2 0,-6-1-145,5-10 1,-9 5 0,0-5 0</inkml:trace>
  <inkml:trace contextRef="#ctx0" brushRef="#br0" timeOffset="77">32559 9663 8912,'7'-18'0,"-5"7"0,6-1 0,-2-1 0,1 0 0,1-1 0,0 3 0,-1 1 0,-1-1 0,-6-3 0,0 9 0,-9 1 0,-7 2 0,-1 2 0,0 0 0,0 0 0,-1 0 0,1 0 0,0 2 0,-2 2 0,-4 1 0,2 9 0,-8-3 0,6 5 0,-5 1 0,-1 6 0,-4 2 0,3-1 0,1 1 0,0 6 0,1-4 0,1 5 0,2-3 0,2 3 0,12-5 0,1 7 0,2 1 0,-5 7 0,11 0 0,-4 5 0,5-1 0,1 8 0,0 9 0,0 9 0,0 3 0,0 7 0,0 4 0,-2 11-57,0-46 0,-2 0 1,-3 6-1,-1 2 1,-4 1-1,-1 1 0,0 0 1,1 2 56,-1 1 0,1 0-226,0-3 1,1 0 0,2 4 0,1 0 225,-1-2 0,1 0 0,2-5 0,0 1 0,1 0 0,1 0 0,0-2 0,0-1 0,1-5 0,0-1 0,3 0 0,0-1 0,0 43 0,0-6 0,0-6 0,0-5 0,0 3 0,0-2 0,0-3 0,0-2 0,8-10 0,0 4 0,5-10 0,-2-5 0,1 1 0,5-9 0,0 4 0,1-9 0,-1-9 0,0 1 0,8-2 0,2-6 0,1-8 0,3-7 0,5-4 0,8-2 0,6 0 0,3-14 0,3-5 0,1-6 0,1-3 0,-9-5 0,-5 5 0,-9 5 0,-1 4 0,-15 1 103,4 1 0,-6 0 0,-3 2 0,-5-1-103,-1-1 0,-10-4 0,-8-13 0</inkml:trace>
  <inkml:trace contextRef="#ctx0" brushRef="#br0" timeOffset="78">32593 9989 8912,'0'-17'0,"0"0"0,-2 2 0,-2 1 0,-1 3 0,-1-1 0,6 7 0,0 8 0,0 13 0,0 3 0,6 2 0,1 0 0,1 4 0,0 1 0,5-5 0,-1 2 0,-3-4 0,1-1 0,-1-1 0,1 0 0,1 0 0,6 0 0,-5-7 0,-1-4 0,3-4 0,1-4 0,2-4 0,1-6 0,-1-3 0,0-10 0,-2-1 0,-3-1 0,3-6 0,-4 5 0,-3 3 0,-2 2 0,3 4 0,-5 4 0,8 3 0,-8 4 0,5 8 0,-5 2 0,2 4 0,5 4 0,-5 9 0,0 2 0,1 2 0,-5 7 0,12-9 0,-9 8 0,1-6 0,-6 5 0,0-6 0,0 2 0,0 1 0,-8-6 0,-3 4 0,-4-4 0,-3-2 0,1-1 0,2-3 0,2-1 0,1 1 0,1-5 0,1-1 0,2-7 0,16-15 0,2-4 0</inkml:trace>
  <inkml:trace contextRef="#ctx0" brushRef="#br0" timeOffset="79">33178 10110 8912,'0'9'0,"0"6"0,0-5 0,0 13 0,2 2 0,4 1 0,-4 9 0,4 7 0,-4 2 0,-2 2 0,0 5 0,0 1 0,0-1 0,0 1 0</inkml:trace>
  <inkml:trace contextRef="#ctx0" brushRef="#br0" timeOffset="80">32473 10918 8912,'0'-18'0,"0"1"0,0 0 0,0 0 0,-6 0 0,0-1 0,1 9 0,10 15 0,1 11 0,0 6 0,-4 0 0,3 5 0,-1-1 0,8 2 0,-7-6 0,5 3 0,0-1 0,-3-4 0,1-2 0,5-1 0,-9-7 0,6 1 0,-3 1 0,7-5 0,-3-3 0,-1-5 0,1-5 0,1-5 0,5-9 0,-2-2 0,-3-2 0,3-8 0,-4 3 0,3-3 0,-3 2 0,5-3 0,-15 13 0,5-4 0,2 10 0,-2 1 0,1 8 0,-1-1 0,-4 10 0,6 5 0,-8 9 0,0 4 0,0 4 0,0 7 0,0 0 0,0 1 0,0 1 0,0 4 0,-8-3 0,-4 3 0,-3-12 0,-2 5 0,2-5 0,3 5 0,-3-6 0,5-1 0,-7-5 0,0 2 0,0 0 0,-1-6 0,1 1 0</inkml:trace>
  <inkml:trace contextRef="#ctx0" brushRef="#br0" timeOffset="81">32869 11244 8912,'11'-17'0,"1"0"0,1 0 0,10 0 0,6-3 0,3-1 0,2-1 0,-1 4 0,-4 7 0,-5 7 0,-14-4 0,-2 8 0,-10 16 0,-4 7 0,-5 7 0,-10 10 0,-2 0 0,-6 8 0,6-4 0,2 0 0,2-4 0,-6 4 0,12-13 0,-3 3 0,7-1 0,3-9 0,6 1 0,0-8 0,0 1 0,8-9 0,1-1 0,10-8 0,4 0 0,4-2 0,7-4 0,1 2 0,-1-7 0,-7 7 0,-4-2 0,4-3 0,0-1 0</inkml:trace>
  <inkml:trace contextRef="#ctx0" brushRef="#br0" timeOffset="82">21562 10711 8912,'-1'-17'0,"-3"0"0,-4 2 0,-1 3 0,3 6 0,-4 12 0,3 6 0,1 11 0,6 3 0,2 9 0,3-1 0,5 8 0,7 2 0,0 0 0,1-4 0,7-4 0,-1-1 0,7-3 0,-2-3 0,-1-4 0,7-8 0,-8-7 0,-5-5 0,5-3 0,-8-15 0,4-6 0,-4-6 0,-1-6 0,-1-1 0,-8-3 0,-3 1 0,-4-8 0,-2 8 0,0-1 0,-2 3 0,-2 9 0,-1 2 0,-9 2 0,10 9 0,-7 4 0,7 20 0,-4 7 0,8 21 0,0 9 0,0 14 0,0 12 0,0 1 0,6 2 0,2 4 0,1-3 0,-5-5 0,10-7 0,-9-2 0,-1-4 0,-2-4 0,-11-13 0,-9 0 0,-14-8 0,-16 2 0,-7-4 0,-1-3 0,-7-5 0,8-3 0,-5-9 0,9-5 0,-9-3 0,-1-8 0</inkml:trace>
  <inkml:trace contextRef="#ctx0" brushRef="#br0" timeOffset="83">32696 12156 8912,'-17'0'0,"0"0"0,0 0 0,0 0 0,7 0 0,2 0 0,8 0 0,8 0 0,-4 1 0,7 5 0,1-4 0,5 6 0</inkml:trace>
  <inkml:trace contextRef="#ctx0" brushRef="#br0" timeOffset="84">32731 12379 8912,'-17'0'0,"-1"0"0,9 0 0,-6-8 0,13-1 0,-4-8 0,12 7 0,3-5 0,8 5 0</inkml:trace>
  <inkml:trace contextRef="#ctx0" brushRef="#br0" timeOffset="85">32352 12826 8912,'-17'0'0,"0"0"0,0 0 0,5 2 0,1 4 0,7 3 0,-4 8 0,8 1 0,0-1 0,0 0 0,8 0 0,3 0 0,5 1 0,1-3 0,0-4 0,0-3 0,6-2 0,0-1 0,-2-1 0,-2-4 0,-1-5 0,-1 1 0,0-8 0,-2 1 0,-3-6 0,1-1 0,-5 1 0,1 0 0,-5 7 0,4 1 0,-8 3 0,0 4 0,2-5 0,3 7 0,-3 2 0,4 3 0,2-1 0,-3 8 0,1-1 0,-6 6 0,0 0 0,0 1 0,-7 6 0,-1-4 0,-5 2 0,1-2 0,1 3 0,-7-1 0,1-1 0,2-1 0,2-3 0,1 0 0,8-8 0,-3-1 0,-1 0 0,-2 1 0</inkml:trace>
  <inkml:trace contextRef="#ctx0" brushRef="#br0" timeOffset="86">32851 13032 8912,'10'10'0,"-2"5"0,-1-13 0,-5 13 0,12-11 0,-7 6 0,3-3 0,3-3 0,-5-2 0,7-2 0,-3 0 0,3 0 0,2 0 0,0-6 0,0-1 0,1-3 0,7-1 0,-6-1 0,5 3 0,1 1 0,-6 2 0,4 6 0,-3 0 0,-3 0 0,0 2 0,0 4 0,-2 6 0,-3 3 0,3 10 0,-13-4 0,4 5 0,-4-1 0,-2 6 0,0-12 0,0 6 0</inkml:trace>
  <inkml:trace contextRef="#ctx0" brushRef="#br0" timeOffset="87">33144 9456 8912,'0'-19'0,"0"-4"0,0 4 0,0-4 0,2 6 0,4 6 0,-3-3 0,9 7 0,1-1 0,3 0 0,6 2 0,3 6 0,2 0 0,4 0 0,7 8 0,4 4 0,2 3 0,-4 8 0,6 0 0,0 7 0,4-1 0,-3 5 0,-1 6 0,-7-1 0,1 7 0,-4 1 0,-2 11 0,-17-26-87</inkml:trace>
  <inkml:trace contextRef="#ctx0" brushRef="#br0" timeOffset="88">33866 13847 6905,'-9'36'0,"-18"34"0,6 5 0,-2-5 0,0-8 0,-3 2 0,-7-8 0,-5-6 0,-4-7 0,2-10 0,-6-2 0,-4-3 0,-9-7 0,-4 2 0,2-10 0,-3-1 92,9-1 1,-4 1 0,7-3-93,0-1 0,7-2 500,-1-6 0,7-2 0,-1-2-500,4-2 0,9-7 0,4 3 229,4 1-229,-6-6 0,12 7 0,-4-4 0,11-3 0,-9 6 0,5-9 0</inkml:trace>
  <inkml:trace contextRef="#ctx0" brushRef="#br0" timeOffset="89">33230 9749 8912,'11'-2'0,"1"-2"0,-1-4 0,-1-1 0,-1 5 0,-5-4 0,4 2 0,0-1 0,-1-3 0,-3-3 0,4 3 0,-1 1 0,1-1 0,0 1 0,-3 3 0,-3-4 0,2 1 0,2-1 0,0-1 0,-4-1 0,3 1 0,-3 5 0,4-5 0,-4 7 0,-2-4 0,-8 8 0,4 0 0,-7 0 0,-3 0 0,-1 0 0,4 0 0,-1 0 0,1 0 0,-8 0 0,-2 0 0,-2 0 0,-2 0 0,2 0 0,2 0 0,-8 2 0,-1 4 0,-9-4 0,-1 3 0,-8 3 0,2-2 0,-3 1 0,-3-3 0,2 4 0,5 2 0,-5-7 0,12 11 0,-6-7 0,2 3 0,7-6 0,6 1 0,16 5 0,-10-8 0,12 4 0,3-4 0,0-1 0,8 5 0,0-4 0,0 6 0,0-6 0,-2 1 0,-3 3 0,3 8 0,-12-11 0,7 9 0,-3 1 0,-1 3 0,-5 3 0,3 4 0,2 5 0,-1 5 0,-5-5 0,0 1 0,1 2 0,5 1 0,-4 2 0,5 1 0,0-1 0,3 1 0,1-1 0,0-2 0,3-3 0,1 11 0,2-17 0,0 12 0,0-3 0,0-5 0,0-1 0,0 1 0,0 0 0,7-6 0,-5 6 0,4-6 0,-4 2 0,-2 0 0,2-6 0,2 0 0,1 0 0,1 0 0,-6 1 0,0-9 0,0 1 0,0-5 0,0-3 0,0 6 0,0-8 0,0 0 0,8 0 0,-6 0 0,5 0 0,-5 0 0,4 0 0,-4 0 0,13 0 0,-11 6 0,7-1 0,1 3 0,5-2 0,-5-4 0,-1 3 0,2-3 0,3-2 0,1 0 0,0 8 0,0-6 0,1 6 0,-1-8 0,6 0 0,0 0 0,7 0 0,-3 0 0,2 0 0,-1 0 0,1 0 0,5 0 0,1 0 0,-1 0 0,1 0 0,5 0 0,0 0 0,0-2 0,-5-4 0,-1 2 0,-1-5 0,-3 1 0,-3 2 0,-2-2 0,0 7 0,-2-5 0,-6 2 0,0-2 0,0 4 0,-7-5 0,7 7 0,0 0 0,0 0 0,-7 0 0,5-2 0,-3-4 0,-3 4 0,3-4 0,-8 5 0,11-1 0,-4-4 0,-1 4 0,1-4 0,-5 4 0,6 2 0,-9-7 0,5 5 0,-6-6 0,2 6 0,2-3 0,7 3 0,-9-12 0,7 9 0,-7-9 0,11 5 0,-11-9 0,8 1 0,-1 0 0,-1 0 0,5-8 0,-7 4 0,5-6 0,-2 2 0,-5-5 0,6 1 0,-9-3 0,11-3 0,-8 1 0,1 0 0,-3-1 0,2 3 0,-2 3 0,-1-3 0,3 3 0,-4-2 0,4 3 0,-4 5 0,-2-2 0,0 2 0,0 0 0,0 6 0,0 0 0,0-1 0,0 1 0,0 0 0,0 6 0,0-1 0,0 8 0,0-3 0,0 7 0,0 0 0,0-8 0,0 6 0,-8-5 0,6 7 0,-13-6 0,3 0 0,-3-5 0,-2 3 0,0 0 0,-1 1 0,-6-7 0,-3 7 0,-9-5 0,-5 6 0,-3-3 0,-1 7 0,1-4 0,1 4 0,-2-3 0,4-1 0,5 2 0,6 2 0,-3 2 0,12 0 0,-6 2 0,2 4 0,2-4 0,6 3 0,0-1 0,0 0 0,0 2 0,5 0 0,3-5 0,1 5 0,-5-4 0,9 6 0,-8-8 0,8 0 0,-3 0 0,7 0 0,0 0 0,7 0 0,-5 0 0,6 0 0,-8 0 0,0 0 0,0 7 0,0-3 0,0 8 0,8-1 0,1 6 0</inkml:trace>
  <inkml:trace contextRef="#ctx0" brushRef="#br0" timeOffset="90">32920 9697 8912,'0'-10'0,"6"1"0,2 3 0,1-5 0,-5 3 0,6-5 0,-5 7 0,-3-2 0,4 3 0,-4 3 0,-2-6 0,0 8 0,0-8 0,0 6 0,0-5 0,0 7 0,0-8 0,0 6 0,0-5 0,0 5 0,-2-2 0,-2-4 0,-2-1 0,1 5 0,3-11 0,-4 3 0,4 3 0,-4-3 0,-3-1 0,-3-8 0,-3-2 0,5-8 0,-11 10 0,4-7 0,-2-3 0,-8-2 0,-1-3 0,-5-2 0,-1-2 0,-1 0 0,1 5 0,-1 1 0,1 0 0,0-1 0,1 3 0,3 1 0,1 3 0,0-1 0,2 2 0,3 4 0,1 4 0,0 2 0,-8 0 0,2 0 0,-3-1 0,-3 1 0,1 0 0,-8 7 0,-2-11 0,-8 6 0,1-2 0,-1-2 0,0 5 0,1-9 0,1-1 0,4 1 0,4 0 0,8 6 0,-6-6 0,-1 0 0,-1-6 0,4 4 0,-2-1 0,0 5 0,-2-10 0,-4 8 0,2-6 0,-2 5 0,-2-3 0,-3 4 0,-7-4 0,-3 2 0,0 4 0,2-5 0,-1 6 0,-3-3 0,-4 4 0,-2 2 0,1 0 0,1 0 0,4 0 0,-4-1 0,13 1 0,-11 6 0,10-1 0,3 1 0,4-1 0,-1 3 0,-7 1 0,-5-5 0,0 9 0,1-6 0,1 3 0,-2 1 0,-8 6 0,0 0 0,2 0 0,4 0 0,-4 0 0,4 0 0,-4 0 0,-7 0 0,1 0 0,4 0 0,4 0 0,12 0 0,-1 0 0,6 0 0,10 0 0,-2 0 0,4 0 0,1 0 0,-1 0 0,-4 0 0,2 0 0,-8 0 0,0 0 0,-6 0 0,-7 0 0,0 2 0,-6 4 0,1 5 0,9-1 0,-2-1 0,1 1 0,-1-1 0,5 1 0,1 1 0,-1-1 0,6-4 0,2-2 0,0 5 0,2-1 0,2-3 0,5-5 0,1 2 0,0 2 0,1 2 0,3 0 0,1-1 0,-2 1 0,-1 7 0,-8-9 0,-2 8 0,-2 1 0,5 2 0,-8 3 0,4-1 0,-1 0 0,6-2 0,-2-3 0,4 3 0,1-4 0,1 5 0,-1-5 0,1 1 0,2-1 0,1 6 0,2 1 0,1-1 0,-7 0 0,1 6 0,-1 0 0,1-2 0,0-2 0,-1-2 0,1 6 0,-1 0 0,1-2 0,7-2 0,-5-2 0,3 0 0,-4 1 0,-1-1 0,5 0 0,1 0 0,5 0 0,-6 1 0,0-1 0,3-2 0,3-3 0,3 3 0,3-6 0,0 7 0,0-5 0,0 4 0,-1-3 0,1 3 0,0 2 0,-6 2 0,0 2 0,0 4 0,-2 2 0,6-6 0,-11 11 0,7-3 0,-6-2 0,6 2 0,-6-7 0,6 7 0,-5-8 0,5 2 0,0 2 0,6-2 0,-2 0 0,-3-6 0,0 0 0,-1 6 0,5 0 0,1 0 0,0-4 0,-2 2 0,-4 2 0,4 0 0,-6-4 0,8 2 0,-1 2 0,-6 7 0,5-10 0,-4 3 0,-2 1 0,2-1 0,0 6 0,8-4 0,3 2 0,-3-5 0,3 5 0,-3-2 0,-2-4 0,0 6 0,-1-8 0,1 6 0,0 0 0,-8 1 0,6 1 0,-4-4 0,4 2 0,2-2 0,-1 0 0,1-4 0,0 4 0,6-10 0,-1 4 0,8-3 0,-1 3 0,-3-6 0,2 1 0,0-1 0,6 1 0,0-1 0,-7-7 0,3 9 0,-7-7 0,7 7 0,-12-5 0,5 4 0,3 3 0,-1-11 0,3 7 0,4-7 0,-6 4 0,8-8 0,0 0 0,8 0 0,-6 1 0,6 3 0,-1 2 0,3 7 0,7-3 0</inkml:trace>
  <inkml:trace contextRef="#ctx0" brushRef="#br0" timeOffset="91">24884 9783 8912,'0'-12'0,"0"1"0,0-2 0,0-3 0,0-1 0,0 6 0,0-1 0,0-1 0,0 3 0,0-1 0,7 7 0,-5-6 0,4 5 0,-4 3 0,-2-6 0,0 10 0,0 4 0,0 3 0,-2 9 0,-4-1 0,2 0 0,-7 0 0,0 0 0,-7 1 0,1-1 0,0 8 0,0-1 0,-1 5 0,-1 4 0,-4-5 0,2 5 0,-7 1 0,-3 0 0,4 1 0,1-1 0,1-1 0,4-5 0,-6 5 0,8-14 0,-4 4 0,9-4 0,3-2 0,5 0 0,-3 0 0,1 1 0,2-7 0,6 1 0,0 1 0,0-5 0,0 7 0,0-13 0,0 5 0,0-7 0,0 0 0,0 8 0,0-6 0,0 6 0,0-8 0,0 0 0,0 7 0,0-5 0,0 6 0,0-8 0,0 0 0,8 0 0,-6 0 0,6 0 0,-8 0 0,1 0 0,5 0 0,-4 0 0,13 0 0,-5-2 0,0-4 0,12 4 0,-10-11 0,11 7 0,4-5 0,1 3 0,5-1 0,1-5 0,1-1 0,-1-2 0,0-1 0,1 1 0,-1 6 0,1-1 0,-1-1 0,-5 0 0,0 1 0,-8-3 0,-2 13 0,-10-6 0,-1 1 0,-2 5 0,-6-6 0,-2 8 0,-4 0 0,4 0 0,-6 0 0,1 0 0,5 0 0,-6 0 0,8 8 0,0-6 0,0 5 0,0 1 0,0 2 0,8 7 0,1-8 0,9-1 0</inkml:trace>
  <inkml:trace contextRef="#ctx0" brushRef="#br0" timeOffset="92">28257 7324 8912,'0'-11'0,"0"-1"0,0-1 0,0-2 0,0-2 0,0 5 0,0 1 0,0-3 0,0-1 0,0-2 0,5 0 0,1-1 0,0 1 0,-6 0 0,0 0 0,0 0 0,0-1 0,0 1 0,0 0 0,0 0 0,0 7 0,0 10 0,0 12 0,0 3 0,6 10 0,-1 3 0,3 11 0,-2 1 0,-4 8 0,7-10 0,-5 6 0,2-2 0,5-2 0,-5-4 0,0 2 0,1 2 0,-5 1 0,4-7 0,-4-5 0,-2-1 0,0-7 0,0 4 0,0-8 0</inkml:trace>
  <inkml:trace contextRef="#ctx0" brushRef="#br0" timeOffset="93">28773 7066 8912,'-17'-2'0,"-1"-3"0,1 1 0,0-8 0,8 9 0,-7-7 0,5 4 0,-5 4 0,-1-3 0,0 3 0,-6 9 0,0 5 0,-2 3 0,2 2 0,6 8 0,-2 2 0,8 2 0,3-1 0,2 1 0,8 0 0,4-1 0,3-1 0,9 2 0,6-5 0,3-6 0,0-1 0,5-6 0,-3 1 0,-4-1 0,6-1 0,-7-3 0,1-1 0,0 0 0,-4-2 0,-2 5 0,-1-7 0,-9 8 0,-3-5 0,-12-1 0,-5 8 0,-12-1 0,-4 6 0,-8 1 0,1-1 0,0-8 0,1 7 0,3-7 0,1 1 0,14-3 0,-3-7 0,5-7 0,-4-3 0</inkml:trace>
  <inkml:trace contextRef="#ctx0" brushRef="#br0" timeOffset="94">28979 7015 8912,'18'-35'0,"-1"-7"0,-2 14 0,-3-1 0,-3 14 0,-3 3 0,-4 9 0,5-1 0,-7 15 0,-1 3 0,-3 14 0,-4 5 0,-1 5 0,5 6 0,-10 2 0,9-1 0,-1 1 0,6 6 0,-6 0 0,0-1 0,3 1 0,-1-1 0,-2 1 0,2-3 0,-7-3 0,-3-6 0,-1-11 0,-2-4 0</inkml:trace>
  <inkml:trace contextRef="#ctx0" brushRef="#br0" timeOffset="95">28859 7307 8912,'11'-23'0,"-1"-2"0,0 0 0,-1 1 0,3 1 0,5 7 0,0 5 0,2-4 0,4 5 0,6 1 0,3 1 0,3 8 0,1 0 0,4 0 0,-4 0 0,7 0 0,-3 0 0,0 0 0,0 0 0,-6 0 0</inkml:trace>
  <inkml:trace contextRef="#ctx0" brushRef="#br0" timeOffset="96">29547 7084 8912,'-5'-18'0,"-1"1"0,-8 0 0,11 6 0,-9-1 0,6 8 0,-5-1 0,5 3 0,-5 2 0,1 7 0,-3 7 0,1 7 0,1 0 0,-4 7 0,3 1 0,6-2 0,-3 5 0,7-7 0,-4 6 0,4-3 0,2-7 0,8 4 0,3-8 0,5 0 0,3 1 0,4-1 0,-4-8 0,8-1 0,-6-8 0,2 0 0,7-15 0,-3-4 0</inkml:trace>
  <inkml:trace contextRef="#ctx0" brushRef="#br0" timeOffset="97">29805 7221 8912,'-17'-2'0,"0"-4"0,0 5 0,0-5 0,7 4 0,-5 2 0,11 0 0,-8 0 0,9 8 0,-5 1 0,8 8 0,6 1 0,-1-1 0,9 0 0,-3 0 0,5-7 0,1 3 0,0-5 0,0 1 0,8-5 0,-6 4 0,4-8 0,-4-2 0,-2-2 0,1-4 0,-1-1 0,0-5 0,-7-1 0,-3-2 0,-7 0 0,0 0 0,0-1 0,-2 1 0,-5 2 0,-10 3 0,-3-1 0,-8 7 0,-3 2 0,-1 3 0,-3 1 0,7 0 0,-1 0 0,8 0 0,-4 0 0</inkml:trace>
  <inkml:trace contextRef="#ctx0" brushRef="#br0" timeOffset="98">30184 6894 8912,'-25'0'0,"6"-7"0,-4 3 0,12-7 0,-5 7 0,14-2 0,-3 12 0,3 3 0,4 10 0,1 2 0,3 2 0,8 6 0,-5-4 0,1 2 0,3-5 0,-7 7 0,5-2 0,-3 3 0,2-1 0,1-8 0,0 4 0,1-8 0,-2 0 0,1 1 0,4-9 0,-3-3 0,3-4 0,2-2 0,0 0 0,1 0 0,-1-8 0,0-7 0,0-8 0,1 2 0,-9-6 0,4 0 0,-7-5 0,-2 3 0,4-1 0,-3 7 0,1 0 0,-6 6 0,0-1 0,0 1 0,0 8 0,0 3 0,0 12 0,0 5 0,0 4 0,0 3 0,0-1 0,0 0 0,0 0 0,8 0 0,3 1 0,5-1 0,1 0 0,0 0 0,0 0 0,0-1 0,1-5 0,-1 4 0,0-5 0,0-1 0,0-1 0,1-8 0,-1 0 0,0 0 0</inkml:trace>
  <inkml:trace contextRef="#ctx0" brushRef="#br0" timeOffset="99">30752 7032 8912,'0'-10'0,"0"-5"0,0 13 0,0-3 0,2 10 0,4 7 0,-3 3 0,9 2 0,-6 0 0,5 1 0,-7-1 0,11 0 0,-3 0 0,3 0 0,-4-5 0,1-1 0,1 1 0,3-3 0,1 7 0,0-15 0,0 5 0,2-4 0,4-2 0,-4 0 0,4 0 0,-4-8 0,-1-3 0,-1-4 0,0-2 0,-5-6 0,-3-2 0,-1-2 0,-4-2 0,-3 3 0,-1-7 0,-5 8 0,-1-3 0,-5 3 0,5 8 0,-2 7 0,4 2 0,-1 1 0,-1 5 0,6-6 0,0 10 0,0 4 0,0 5 0,2 5 0,2 1 0,1 0 0,9 0 0,-3 0 0,-1 1 0,1-1 0,3 0 0,-1 0 0,0-2 0,-1-3 0,-1 3 0,1-7 0,-1 3 0,-7 5 0,4-14 0,-1 5 0,-5-7 0,6 0 0,-8-7 0,0-5 0,0-3 0,6-2 0,-1-1 0,-1-1 0,-2-4 0,4 10 0,0-4 0,-1 3 0,-5-3 0,0 0 0,8 0 0,-6 5 0,4 1 0,-4 7 0,5-2 0,5 12 0,3 6 0,-4-1 0,-1 4 0,-2 4 0,5 2 0,-5-3 0,3 1 0,-5 4 0,3-4 0,-7 0 0,4-8 0,-4 1 0,-2 5 0,0-7 0,0-5 0,0-10 0,0-7 0,8-3 0,-6-4 0,5-2 0,1-2 0,-6-6 0,4 6 0,3-7 0,-5 9 0,7-8 0,-1 8 0,1-2 0,5 10 0,-5 1 0,-1 3 0,1-3 0,3 4 0,9 8 0,-4 0 0,4 0 0,-4 2 0,-2 4 0,-7 4 0,3 1 0,-7 1 0,-3 1 0,5-3 0,-2 1 0,0-5 0,-6 5 0,7-7 0,-5 6 0,4-5 0,-2-3 0,1 4 0,-1-2 0,8 1 0,-7-3 0,7 4 0,-1-2 0,-1 2 0,5-4 0,-5 7 0,7-3 0,0 5 0,0-3 0,1 7 0,-1-5 0,0-1 0,0 7 0,-1-7 0,-5 8 0,-3 1 0,-8-1 0</inkml:trace>
  <inkml:trace contextRef="#ctx0" brushRef="#br0" timeOffset="100">11031 15869 8912,'9'-2'0,"-1"-1"0,-2-5 0,-1-2 0,3 5 0,-2-7 0,-4 1 0,5 1 0,-7 2 0,0 8 0,0 0 0,-7 0 0,-7 0 0,-7 0 0,-7 0 0,-5 0 0,-17 8 0,-7 4 0,-8-3 0,-6 5 0,-3 5 0,-5-2 0,-7 6 0,2-4 0,4-2 0,11 0 0,6 0 0,9-1 0,5-5 0,9 4 0,-1-13 0,13 4 0,10-4 0,11-2 0,9 0 0,3 0 0,5 0 0,7 0 0,0 0 0,-5 0 0,-1 0 0,9 8 0,6 1 0</inkml:trace>
  <inkml:trace contextRef="#ctx0" brushRef="#br0" timeOffset="101">11117 16213 8912,'0'-17'0,"0"5"0,0 1 0,0-2 0,0 3 0,0-1 0,-2 7 0,-6-2 0,-9 4 0,-4 2 0,-13 4 0,-10 6 0,-10 7 0,-15 11 0,-11 1 0,32-13 0,-2 1 0,-1 0 0,-1 2 0,0 0 0,1 0-155,1 1 0,0 0 0,-36 20 155,12-5 0,11-1 0,-2 0 0,7 1 0,3-1 0,9-7 0,-4-10 0,6-9 0</inkml:trace>
  <inkml:trace contextRef="#ctx0" brushRef="#br0" timeOffset="102">4405 15611 8912,'0'-11'0,"0"-1"0,0-1 0,0 5 0,0 1 0,0 7 0,0 0 0,-7 7 0,-5 5 0,-5 5 0,-6 6 0,0-2 0,-11 10 0,-8 3 0,-6 4 0,-11 10 0,-3-4 0,-6 9 0,-1 5 0,2-5 0,4 4 0,3-3 0,13-4 0,5-5 0,7-4 0,14-7 0,4-5 0,7-5 0,10-6 0,2-9 0,4-3 0,4-4 0,7-2 0,6 0 0,0 0 0,7 0 0,-1 0 0,5-2 0,7-4 0,-5 2 0,6-5 0,-2-1 0,0 1 0,8 5 0,-12-4 0,5 8 0,-5 0 0,-9 0 0,-4 0 0,-6 8 0,-6 3 0,-3 12 0,-18 12 0,-7 11 0,-10 3 0,-13 5 0,-6 3 0,-1 4 0,1 0 0,-2 6 0,8-4 0,-6 6-114,6 5 1,7-16 113,10-1 0,6-15 0,6-2 0,3-11 0,8 3 0,8-20 0,3-1 0,4-7 0,4-4 0,4-2 0,6-4 0,4-3 0,11-10 75,7-4 1,3-4 0,7-7-76,-2-1 0,4 3 0,-5 3 0,-3-3 0,-9 5 0,-8 0 0,-7 4 0,1 12 0,-18-2 0,3 7 0,-9-6 0,1 9 0,-1 4 0,-3 7 0,-20 9 0,-4 0 0</inkml:trace>
  <inkml:trace contextRef="#ctx0" brushRef="#br0" timeOffset="103">4698 16093 8912,'-17'-2'0,"0"-2"0,-1-2 0,11 1 0,7 5 0,9 0 0,12 0 0,2 0 0,8 0 0,-2 0 0,-3 0 0,3 0 0,-2 0 0,1 0 0,3 1 0,-8 5 0,6-2 0,-6 8 0,0-7 0,-6 7 0,0 3 0,0 6 0,-7-2 0,-3 14 0,-9-5 0,-3 5 0,-5 1 0,-9 0 0,-4 1 0,2-1 0,-8 1 0,1-7 0,-5-1 0,4-2 0,-1-2 0,7-6 0,0-6 0,6-1 0,0-2 0,-1-3 0,9-5 0,1-9 0,8-8 0,8-8 0,1-10 0</inkml:trace>
  <inkml:trace contextRef="#ctx0" brushRef="#br0" timeOffset="104">5163 15955 8912,'11'-2'0,"1"-3"0,-9 3 0,5-8 0,-8 4 0,0 4 0,0-13 0,-2 13 0,-4-3 0,-3 3 0,-8 7 0,1 3 0,5 2 0,-4 7 0,3 6 0,-3 7 0,-1-3 0,3 7 0,2 1 0,-1 1 0,3 4 0,1-4 0,8 7 0,0-9 0,0 0 0,0-7 0,2 4 0,4-10 0,5-6 0,6 0 0,4-9 0,2 0 0,-2 1 0,6-5 0,-6 6 0,8-8 0,-8-2 0,2-2 0,-4-2 0,-2-15 0,0 2 0</inkml:trace>
  <inkml:trace contextRef="#ctx0" brushRef="#br0" timeOffset="105">5576 16162 8912,'0'-8'0,"0"8"0,0 9 0,0 7 0,0 3 0,0 2 0,0 2 0,0 5 0,0-5 0,0 8 0,0-4 0,0-1 0,0 5 0,0-8 0,0 6 0,0-7 0,0 1 0,0-5 0,0-1 0,7-8 0,-5-1 0,13 0 0,-5 1 0</inkml:trace>
  <inkml:trace contextRef="#ctx0" brushRef="#br0" timeOffset="106">5627 15800 8912,'-11'6'0,"-1"0"0,-1-2 0,3 3 0,1 1 0,1 2 0,-3 1 0,3 6 0,-2 0 0,7 1 0,-5-1 0,10 0 0,4 0 0,-3-7 0,9-4 0,-8-5 0,3-8 0,-7-5 0,0-3 0,0-8 0,0 0 0,-5-2 0,-1 2 0,-7 4 0,1-4 0,-3 6 0,-2 4 0,-1 1 0,1 9 0,0-3 0,0 4 0,5 4 0,3 4 0,1 5 0,-5 4 0,11 2 0,-6 1 0</inkml:trace>
  <inkml:trace contextRef="#ctx0" brushRef="#br0" timeOffset="107">5817 15525 8912,'0'-9'0,"0"16"0,0 7 0,0 15 0,0-1 0,0 7 0,0-1 0,-2-2 0,-2-1 0,-2-2 0,2 1 0,2 3 0,2-5 0,0-1 0,0-2 0,0-4 0,0-2 0,0-2 0,0-7 0,-7-3 0,-3-7 0</inkml:trace>
  <inkml:trace contextRef="#ctx0" brushRef="#br0" timeOffset="108">5593 15646 8912,'0'-17'0,"0"5"0,0 1 0,0-3 0,2 5 0,3-3 0,5 1 0,15-12 0,5 0 0,9 2 0,5-6 0,5 0 0,-1 1 0,-2 3 0,0 4 0,-2 1 0,-6 3 0,-7 4 0,1 3 0,-13 8 0,1 13 0,-11 7 0,-1 2 0,-6 5 0,-6 0 0,-6-6 0,-7 4 0</inkml:trace>
  <inkml:trace contextRef="#ctx0" brushRef="#br0" timeOffset="109">6281 15904 8912,'-11'9'0,"-1"-1"0,-1-1 0,-2 1 0,-3 6 0,1-3 0,0 6 0,0 6 0,-1-2 0,1 6 0,0 1 0,2 7 0,3 5 0,5-4 0,7 4 0,0-3 0,0-3 0,0-7 0,7 3 0,5-7 0,3-2 0,8-3 0,2-5 0,0-4 0,0-1 0,5-2 0,-3-6 0,5 0 0,-3 0 0,4-8 0,-7-1 0,9-9 0,-1 1 0,-1 0 0,-3-2 0,-5-2 0,-6-2 0,2-2 0,-9 2 0,-5-2 0,-1-3 0,-4-5 0,-4 5 0,-4-12 0,-5 3 0,-12-3 0,2-2 0,-8 2 0,-1 2 0,5 9 0,0 6 0,0 4 0,6 2 0,-4 0 0,10 7 0,1 4 0,-1 4 0,5 2 0,-5 2 0,7 4 0,2 6 0,2 3 0,2 10 0,0 1 0,0 1 0,0-2 0,0-8 0,0 0 0</inkml:trace>
  <inkml:trace contextRef="#ctx0" brushRef="#br0" timeOffset="110">6057 16265 8912,'10'-8'0,"5"6"0,-1-4 0,7 3 0,7-3 0,5 2 0,3-7 0,2-1 0,3 3 0,6-7 0,-1 5 0,-4-4 0,-3-3 0,-9 1 0,1 0 0,-8 0 0,-6 7 0,-6 4 0,-7 5 0,-4 1 0,-4 1 0,-7 5 0,5 4 0,-3 7 0,1 0 0,-5 0 0,3 1 0</inkml:trace>
  <inkml:trace contextRef="#ctx0" brushRef="#br0" timeOffset="111">7021 15732 8912,'-6'-17'0,"1"-1"0,1 1 0,10 2 0,5 3 0,6 5 0,6-1 0,4 4 0,7-5 0,1 1 0,-1 2 0,-1 6 0,-5 0 0,5 0 0,-6 0 0,-1 0 0,-3 0 0,-3 0 0,-5 8 0,-2 3 0,-1 5 0,-9 1 0,5 8 0,-10 3 0,-4 5 0,-1-4 0,-7-1 0,3 3 0,-2 1 0,5-5 0,-7 4 0,3-7 0,-3 3 0,-2-6 0,-1 2 0,1-10 0,0-1 0,0 1 0,5-3 0,1 1 0,-1-7 0,-5 2 0,8-4 0,1-25 0,8-6 0</inkml:trace>
  <inkml:trace contextRef="#ctx0" brushRef="#br0" timeOffset="112">7606 15543 8912,'0'-23'0,"0"0"0,0 2 0,0 9 0,-7 5 0,-3 22 0,-7 10 0,0 11 0,-8 8 0,6 8 0,-4-1 0,4 1 0,1-1 0,1-1 0,2-4 0,3-4 0,7 0 0,3-8 0,2 1 0,0-11 0,0-4 0,9-3 0,8-2 0,10-3 0,6-5 0,1-7 0,8-7 0,-5-3 0,12-15 0,-5-2 0</inkml:trace>
  <inkml:trace contextRef="#ctx0" brushRef="#br0" timeOffset="113">8140 15783 8912,'-10'0'0,"-5"0"0,3 0 0,-3 0 0,6 0 0,1 2 0,8 4 0,-6 3 0,0 9 0,3-1 0,3 2 0,5 4 0,-1-2 0,8 8 0,-3-3 0,3 3 0,3 2 0,-4-9 0,3 7 0,-1-6 0,-3-2 0,-3-2 0,7-2 0,-12 1 0,3-1 0,-3-8 0,-2-9 0,0-9 0</inkml:trace>
  <inkml:trace contextRef="#ctx0" brushRef="#br0" timeOffset="114">8277 15285 8912,'-9'-17'0,"1"1"0,1 5 0,5 3 0,-6 8 0,8 0 0,0 8 0,0-6 0,0 5 0,0-7 0,-15 0 0,-4 0 0</inkml:trace>
  <inkml:trace contextRef="#ctx0" brushRef="#br0" timeOffset="115">6522 15285 8912,'12'-6'0,"-1"0"0,2 2 0,3 3 0,1 1 0,2 0 0,4 0 0,-2 15 0,6 8 0,-2 7 0,3 20 0,-5 9 0,-2 14 0,-3 13 0,-7 9 0,-6-44 0,-2-1 0,-3 2 0,-2 0 0,-1-1 0,0 1 0,-1 0 0,-2-1 0,-2 0 0,-3-1 0,0-1 0,-1 0 0,0 0 0,-2-1 0,-23 38 0,-3-8 0,-4-9-488,-7-12 0,-16-7 0,-4-15 0</inkml:trace>
  <inkml:trace contextRef="#ctx0" brushRef="#br0" timeOffset="116">4715 15663 8912,'-17'8'0,"0"1"0,1 3 0,3-1 0,2 2 0,-5 5 0,-3 3 0,-4 2 0,2 9 0,10 1 0,5 7 0,4 4 0,2 11 0,0 12 0,2 7 0,4 5 0,3 1 0,10 6 0,2-4 0,2-7 0,6-9 0,-6-14 0,10-10 0,-1-6 0,6-5 0,4-4 0,-3 1 0,1-5 0,0-9 0,-4-3 0,1 2 0,-3 3 0,4 1 0,-19-8 0,6-1 0</inkml:trace>
  <inkml:trace contextRef="#ctx0" brushRef="#br0" timeOffset="117">6711 17176 8912,'-11'0'0,"-1"0"0,-1-2 0,-2-2 0,-2-2 0,5-5 0,1 5 0,7-7 0,-4 3 0,2-1 0,1-1 0,-1 7 0,6-7 0,0 7 0,0-7 0,0 8 0,0-1 0,0 10 0,0 9 0,0 7 0,2 0 0,4 7 0,-3 1 0,7 5 0,-2 1 0,3-1 0,-3 0 0,-1 1 0,1-1 0,5-7 0,-9 5 0,8-3 0,-7-4 0,5-2 0,-2-4 0,-3-9 0,3 5 0,2-6 0</inkml:trace>
  <inkml:trace contextRef="#ctx0" brushRef="#br0" timeOffset="118">6849 17142 8912,'17'0'0,"-7"0"0,5 0 0,-13 0 0,6 7 0,-8 5 0,0 3 0,0 10 0,0 3 0,5 1 0,1 5 0,0-3 0,0 19 0,1-4 0,3 3 0,-6 3 0,11 7 0,-5 2 0</inkml:trace>
  <inkml:trace contextRef="#ctx0" brushRef="#br0" timeOffset="119">6419 18242 8912,'-12'-6'0,"3"-1"0,-1-1 0,3-2 0,-1 1 0,2 5 0,4-9 0,-2 5 0,-1-2 0,-1 7 0,6-5 0,2 8 0,4 2 0,5 4 0,4 5 0,8 4 0,2 4 0,2 4 0,-6 2 0,4 6 0,-2-3 0,0 3 0,0-6 0,0 7 0,0-5 0,-2 0 0,-2 5 0,-2-11 0,0 6 0,-2-2 0,-3-4 0,1-2 0,-7-2 0,-2 0 0,-2 1 0,-2-1 0,-8-8 0,-1-1 0</inkml:trace>
  <inkml:trace contextRef="#ctx0" brushRef="#br0" timeOffset="120">6797 18259 8912,'10'-17'0,"-4"0"0,-6 1 0,-6 5 0,-5-2 0,-12 7 0,3 6 0,-2 9 0,0 5 0,0 5 0,2 10 0,-10-3 0,7 9 0,-2 5 0,2 0 0,4 2 0,-6-4 0,0 2 0,6 0 0,-6-7 0,8-3 0,0-1 0,7-8 0,5 2 0,3-4 0,2-9 0,7-3 0,3-7 0</inkml:trace>
  <inkml:trace contextRef="#ctx0" brushRef="#br0" timeOffset="121">7296 18001 8912,'-11'0'0,"1"-2"0,3-3 0,1 3 0,6 2 0,0 11 0,0 4 0,0 3 0,0-1 0,0 2 0,0 4 0,0 2 0,0 3 0,2-1 0,4-4 0,-4-4 0,5 12 0,-7-8 0,0-2 0,0 3 0,0-1 0,0 0 0,0-6 0</inkml:trace>
  <inkml:trace contextRef="#ctx0" brushRef="#br0" timeOffset="122">7107 18036 8912,'-17'0'0,"7"0"0,3 0 0,7 0 0,2-2 0,3-2 0,9-4 0,7-1 0,8-5 0,3-1 0,8-2 0,0 0 0,0-1 0,-5 1 0,-1 2 0,-1 4 0,-5 5 0,5-4 0,-14 8 0,2-2 0,-7 8 0,-9 6 0,-10 7 0,-5 0 0,-7 0 0</inkml:trace>
  <inkml:trace contextRef="#ctx0" brushRef="#br0" timeOffset="123">7899 18053 8912,'-17'0'0,"-1"-2"0,1-4 0,8 4 0,9 2 0,11 14 0,4 5 0,3 4 0,1 7 0,4-1 0,-2-2 0,5 1 0,-1 1 0,-4-2 0,4 3 0,-2-5 0,-2 0 0,-2 0 0,-3-2 0,-5-6 0,4 0 0,-5 0 0,1 0 0,1 1 0,-6-1 0,3 0 0,-1 0 0,5-7 0,-11 5 0,6-13 0,-8 6 0</inkml:trace>
  <inkml:trace contextRef="#ctx0" brushRef="#br0" timeOffset="124">8243 18070 8912,'0'-10'0,"0"-5"0,0 4 0,0 3 0,-8 0 0,4 10 0,-7 4 0,5 11 0,-5 12 0,-1 5 0,-5 6 0,-8 4 0,-2 14 0,-7-1 0,0 6 0,-1-4 0,1 2 0,-3-5 0,1 1 0,0-5 0,3-7 0,12-10 0,4-12 0,8-12 0,24-18 0,4-12 0</inkml:trace>
  <inkml:trace contextRef="#ctx0" brushRef="#br0" timeOffset="125">8776 18122 8912,'-1'-10'0,"-5"4"0,4-3 0,-13 9 0,3 0 0,-3 9 0,3 14 0,1 6 0,-1 9 0,-5 4 0,2 2 0,3 4 0,5 1 0,7 3 0,0-2 0,0-4 0,2-4 0,3-8 0,5-7 0,15-4 0,4-12 0,1-3 0,1-8 0,-3 0 0,1-10 0,5-7 0,1-10 0,-1-13 0,-1 4 0,-5-4 0,1-4 0,-10 0 0,-5-2 0,-5 0 0,-3 8 0,-8-10 0,-6 8 0,-9 2 0,-2 9 0,-10 6 0,1 4 0,-7 4 0,1 3 0,-1 5 0,3 7 0,3 0 0,4 7 0,8 5 0,2 9 0,3 2 0,5 0 0,7-6 0,0 0 0,7 0 0,3 1 0</inkml:trace>
  <inkml:trace contextRef="#ctx0" brushRef="#br0" timeOffset="126">8794 18379 8912,'-23'0'0,"0"0"0,0 0 0,13 0 0,6 0 0,16 0 0,1 0 0,16 0 0,2 0 0,9-1 0,6-5 0,11-11 0,4-10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1:46:04.427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19824 6826 8912,'0'-10'0,"-2"2"0,-3 8 0,3-7 0,-4-5 0,-3 5 0,5-3 0,-8 4 0,8 3 0,-1-9 0,3 6 0,2-5 0,-6 5 0,0-5 0,1-1 0,-3 3 0,6-7 0,-6 15 0,8-15 0,-2 14 0,-3-3 0,3 3 0,-6 2 0,10 2 0,4 5 0,5 10 0,5 3 0,1 8 0,0 3 0,0 9 0,2-4 0,4 4 0,-4 2 0,4-2 0,-4 8 0,-1-11 0,-1 3 0,0-4 0,-2-4 0,-3-3 0,1-4 0,-7-8 0,0 0 0,-6 1 0,-2-9 0,-4-3 0,-4-12 0,-7-3 0</inkml:trace>
  <inkml:trace contextRef="#ctx0" brushRef="#br0" timeOffset="1">20048 6791 8912,'-17'8'0,"-6"7"0,0 8 0,-8 10 0,3 1 0,-3 8 0,2 2 0,-3 4 0,3-8 0,4 2 0,2-2 0,4-11 0,8 9 0,1-15 0,3-2 0,1-8 0,6-1 0,8-9 0,1-3 0,16-17 0,2-9 0</inkml:trace>
  <inkml:trace contextRef="#ctx0" brushRef="#br0" timeOffset="2">20358 6619 8912,'-10'-9'0,"3"1"0,7 16 0,0 3 0,0 6 0,0 4 0,0 4 0,0 2 0,0 0 0,2 3 0,1-1 0,3 2 0,0-5 0,-6 3 0,0-8 0,0 2 0,-8-4 0,-9 6 0,-10 2 0</inkml:trace>
  <inkml:trace contextRef="#ctx0" brushRef="#br0" timeOffset="3">20169 6654 8912,'17'-17'0,"2"5"0,4 1 0,6-3 0,5 5 0,4-3 0,2-1 0,0 5 0,-5 2 0,-1 5 0,1 1 0,-8 0 0,-5 0 0,5 7 0,0 3 0</inkml:trace>
  <inkml:trace contextRef="#ctx0" brushRef="#br0" timeOffset="4">20685 6723 8912,'0'11'0,"0"0"0,0 1 0,0 5 0,0 0 0,0 0 0,0 1 0,7-1 0,7 0 0,5 0 0,4 0 0,8 1 0,-3-1 0,-1 6 0,2 0 0,-1-2 0,-1-2 0,4-2 0,-8 0 0,-6 0 0,-6 1 0,-5-7 0,6 0 0,-9-7 0,5 4 0,-8-8 0</inkml:trace>
  <inkml:trace contextRef="#ctx0" brushRef="#br0" timeOffset="5">21046 6723 8912,'-25'17'0,"4"0"0,-7 0 0,-1 6 0,-4 2 0,3 2 0,1 3 0,0 10 0,1-2 0,1 6 0,2-2 0,6-3 0,6-3 0,-1-2 0,9 1 0,-1-9 0,6-3 0,0-3 0,2-5 0,3-4 0,-1-3 0,8-8 0,-8 0 0,11-8 0,-6-1 0</inkml:trace>
  <inkml:trace contextRef="#ctx0" brushRef="#br0" timeOffset="6">18052 6723 8912,'2'-10'0,"2"2"0,1 1 0,-1-5 0,-2 3 0,-2-3 0,0 10 0,0 2 0,0 8 0,0 9 0,-6 10 0,-1 5 0,-1 8 0,-1 2 0,-1 1 0,6 4 0,-4-3 0,8 8 0,-5-3 0,-1-1 0,2-4 0,2-2 0,2-4 0,6-3 0,0-7 0,5-3 0,-5-8 0,15-7 0,-10-2 0,14-10 0,0-4 0,2-4 0,7-7 0,-3-6 0,3 0 0,-9-5 0,8 5 0,-5 2 0,-1 2 0,-6 2 0,4-1 0,0-6 0,2-3 0</inkml:trace>
  <inkml:trace contextRef="#ctx0" brushRef="#br0" timeOffset="7">18499 6808 8912,'-2'-9'0,"-3"3"0,3-3 0,-14 7 0,15 2 0,-5 13 0,4 8 0,2-2 0,2 14 0,4-5 0,-3 5 0,9 1 0,-3 6 0,5 0 0,-3-1 0,-1-3 0,1-2 0,5-7 0,-13 4 0,7-8 0,-2-2 0,-3-2 0,-5-10 0,0-9 0,0-9 0</inkml:trace>
  <inkml:trace contextRef="#ctx0" brushRef="#br0" timeOffset="8">18654 6654 8912,'0'19'0,"0"4"0,8 11 0,-4 4 0,7 8 0,1 4 0,-3 5 0,6-1 0,-5 3 0,0-3 0,3-5 0,-7-3 0,5 2 0,-5-8 0,0-8 0,-6-9 0,0-4 0,-16-1 0,-3-9 0,-15-1 0</inkml:trace>
  <inkml:trace contextRef="#ctx0" brushRef="#br0" timeOffset="9">18448 7152 8912,'9'8'0,"-1"2"0,-2 1 0,-1 0 0,3-7 0,-2 2 0,3-4 0,10-2 0,4 0 0,4-2 0,8-2 0,1-5 0,4-5 0,6-5 0,-4-2 0,0 4 0,-8 0 0,1 0 0,-3 5 0,-3 1 0,-4-1 0,0-5 0,2 0 0</inkml:trace>
  <inkml:trace contextRef="#ctx0" brushRef="#br0" timeOffset="10">19102 6843 8912,'-8'-10'0,"4"3"0,-7 7 0,-1 0 0,-5 0 0,2 2 0,1 5 0,3 10 0,-1 3 0,-5 8 0,2-5 0,3 6 0,-1-6 0,7 5 0,2 1 0,3-2 0,1-1 0,0-3 0,0-3 0,1-1 0,3-8 0,2 2 0,7 1 0,-1-3 0,3 3 0,2-9 0,1 3 0,-1-2 0,0-2 0,0 7 0,-1-5 0,-5 5 0,2-5 0,-7 5 0,7 1 0,-11 5 0,4 0 0,-10 0 0,-1 1 0,-11-3 0,1-2 0,-8-1 0,-4 1 0,-1 1 0,-7-3 0,1-3 0,-8-1 0,-2 3 0</inkml:trace>
  <inkml:trace contextRef="#ctx0" brushRef="#br0" timeOffset="11">19257 6963 8912,'9'0'0,"-1"0"0,-8 0 0,0 0 0,0 8 0,0-6 0,-8 21 0,-1-4 0</inkml:trace>
  <inkml:trace contextRef="#ctx0" brushRef="#br0" timeOffset="12">19257 7341 8912,'9'12'0,"-3"-1"0,-4-7 0,-2 4 0,0-10 0,0-4 0,0-3 0,0-9 0</inkml:trace>
  <inkml:trace contextRef="#ctx0" brushRef="#br0" timeOffset="13">21167 6671 8912,'11'0'0,"1"0"0,-1 2 0,1 2 0,-1 1 0,-5 9 0,5-1 0,3 8 0,1 8 0,2 13 0,0 9 0,1 9 0,-3 10 0,-4 5 0,-3-4 0,-8 3 0,0-3 0,-2-3 0,-4-1 0,-5-4 0,-4 4 0,-10-13 0,-4 3 0,-5-5-1063,-7-7 0,-3-3 0,-7-7 0</inkml:trace>
  <inkml:trace contextRef="#ctx0" brushRef="#br0" timeOffset="14">19704 6688 8912,'-15'-2'0,"1"-2"0,3-3 0,-3-3 0,-1 4 0,-2-3 0,0 1 0,-1 4 0,1 3 0,0 4 0,0 7 0,0 7 0,-1 19 0,3 6 0,2 12 0,1 9 0,8 11 0,3 9 0,10 6-256,3 7 0,5-45 1,4 1 255,-4 0 0,0-1 0,5 0 0,2-1 0,-1-1 0,0-2 0,2-3 0,2-2 0,30 34 0,-3-16-77,3-15 0,-4-4 77,-1-18 0,0-8 0,-1-9 0,3-10 0,-1-2 0,-1 2 0,-4 2 0</inkml:trace>
  <inkml:trace contextRef="#ctx0" brushRef="#br0" timeOffset="15">21528 6637 8912,'10'9'0,"-3"-1"0,-5-8 0,4 0 0,-2 0 0,7 0 0,3 0 0,1 0 0,2 0 0,0 0 0,1 0 0,-1 0 0,6 0 0,0 0 0,0 0 0,1 0 0,-4 0 0,2 0 0,-2 0 0,-3 0 0,2-6 0,4 0 0,-4-1 0,4 1 0,4-11 0,-1-10 0</inkml:trace>
  <inkml:trace contextRef="#ctx0" brushRef="#br0" timeOffset="16">22096 6258 8912,'-10'10'0,"3"5"0,1 8 0,0 4 0,2 3 0,3 3 0,1 1 0,0 1 0,5 5 0,3 0 0,1-2 0,-3 4 0,6-2 0,1-2 0,0 3 0,-1-5 0,-6-4 0,3-1 0,-7 3 0,6 1 0</inkml:trace>
  <inkml:trace contextRef="#ctx0" brushRef="#br0" timeOffset="17">22595 6740 8912,'-11'0'0,"1"-2"0,0-2 0,1-2 0,5 2 0,-2 12 0,4 9 0,16 8 0,5 9 0,4 1 0,4 1 0,-1 4 0,3-3 0,5 3 0,1-4 0,-6-2 0,-1 1 0,-7-3 0,2-1 0,-2-4 0,2-3 0,-9-3 0,1-7 0,-6-3 0,-3-7 0,0 2 0,0-12 0,-1-3 0,-5-9 0,0 1 0</inkml:trace>
  <inkml:trace contextRef="#ctx0" brushRef="#br0" timeOffset="18">22939 6894 8912,'-23'2'0,"0"2"0,2 2 0,-4 7 0,1-1 0,-3 3 0,6 2 0,-2 0 0,4 3 0,1 2 0,1 3 0,0 4 0,7 1 0,5-7 0,-3 6 0,2-6 0,3-2 0,1-2 0,2-2 0,0 1 0,2-7 0,3 0 0,-1-7 0,8 2 0,1-4 0,2-2 0,2-15 0,1-4 0</inkml:trace>
  <inkml:trace contextRef="#ctx0" brushRef="#br0" timeOffset="19">23060 6465 8912,'9'-12'0,"-3"1"0,-4 7 0,-2-4 0,0 10 0,0 4 0,0 5 0,0 7 0,0 4 0,0 5 0,0 8 0,0 5 0,0 0 0,0 6 0,0-4 0,0 0 0,0 0 0,0-4 0,0-9 0,0 3 0,0-3 0,0-10 0,0-2 0,-8-11 0,-9 9 0,-10-5 0</inkml:trace>
  <inkml:trace contextRef="#ctx0" brushRef="#br0" timeOffset="20">22801 6499 8912,'-15'8'0,"4"3"0,3-3 0,8-1 0,0-7 0,10 0 0,7 0 0,10 0 0,7-2 0,4-3 0,2-7 0,8 5 0,-4-9 0,8 7 0,-1-1 0,1 3 0,-6 1 0,-2 0 0,-2 2 0,-9 2 0,-9 2 0,-6 0 0</inkml:trace>
  <inkml:trace contextRef="#ctx0" brushRef="#br0" timeOffset="21">23507 6740 8912,'-17'-12'0,"2"1"0,3-3 0,6-1 0,-3 6 0,7 3 0,-2 12 0,8 5 0,5 12 0,9 6 0,-1 3 0,6 2 0,0 1 0,0-1 0,-4 1 0,4-1 0,-4 0 0,8-1 0,-6-4 0,2-7 0,0 5 0,-6-8 0,0 4 0,-6-6 0,1-5 0,1-6 0,-5-4 0,0-2 0,-1-8 0,3-2 0</inkml:trace>
  <inkml:trace contextRef="#ctx0" brushRef="#br0" timeOffset="22">23782 6637 8912,'-2'17'0,"-3"0"0,-5-6 0,-7 1 0,7-8 0,-5 11 0,2-2 0,-6 8 0,-4 8 0,-6 5 0,4 7 0,-2 4 0,6 5 0,-9 2 0,7-1 0,2-5 0,9 0 0,3-8 0,5 2 0,-2-3 0,0-11 0,8-3 0,4-4 0,4-2 0,7-7 0,0-2 0,0-24 0,0-3 0</inkml:trace>
  <inkml:trace contextRef="#ctx0" brushRef="#br0" timeOffset="23">24419 6723 8912,'0'-12'0,"-2"3"0,-2-1 0,-3 2 0,-3 1 0,1-1 0,-5 4 0,3-2 0,-3 3 0,1 8 0,0 7 0,1 3 0,1 10 0,-7 6 0,1 7 0,2 8 0,3 3 0,5 3 0,1-1 0,0 1 0,3 0 0,3-8 0,5-4 0,7-6 0,3-5 0,2-4 0,6-16 0,2-3 0,2-4 0,1-2 0,7-14 0,-1-3 0,1-12 0,-3 1 0,-1-5 0,-4-1 0,-3 0 0,-1-1 0,-7 1 0,-5-1 0,-3-1 0,-8-4 0,-4 9 0,-7-3 0,-9 3 0,-14-3 0,0 7 0,-1 6 0,1 8 0,1 5 0,3 8 0,3 0 0,2 0 0,2 0 0,8 2 0,3 4 0,5 4 0,7 7 0,0 2 0,0 4 0,7 3 0,3 9 0</inkml:trace>
  <inkml:trace contextRef="#ctx0" brushRef="#br0" timeOffset="24">24247 7049 8912,'-11'0'0,"-1"0"0,1 0 0,1 0 0,2-2 0,8-3 0,14 1 0,5-6 0,6 3 0,3-5 0,7 6 0,-1-5 0,1 5 0,-1-1 0,-1 3 0,-3-2 0,-1 2 0,-8 2 0,4 2 0,-8 0 0,-7 0 0,-3 0 0,-7 0 0</inkml:trace>
  <inkml:trace contextRef="#ctx0" brushRef="#br0" timeOffset="25">25107 6808 8912,'12'0'0,"-1"0"0,-7 0 0,4-1 0,-8-5 0,8 4 0,3-6 0,4 3 0,2-1 0,8-8 0,2 11 0,8-9 0,-1 1 0,0 1 0,7-5 0,-1 3 0,0 5 0,-6 1 0,-7 4 0,-4 2 0,4-8 0,-16 7 0,5-7 0</inkml:trace>
  <inkml:trace contextRef="#ctx0" brushRef="#br0" timeOffset="26">25211 7084 8912,'-18'0'0,"7"1"0,0 5 0,7-4 0,4 6 0,11-10 0,16-2 0,13-2 0,6-9 0,15 0 0,0-6 0,1 0 0,-7 2 0,2 1 0,-11 1 0,-6 0 0,-3 0 0,-3 0 0,-7-8 0,-2-2 0</inkml:trace>
  <inkml:trace contextRef="#ctx0" brushRef="#br0" timeOffset="27">26656 6447 8912,'0'-11'0,"0"0"0,0-3 0,0 6 0,0 8 0,0 14 0,0 7 0,0 8 0,0 5 0,0 4 0,0 4 0,0 2 0,0 2 0,0 6 0,2-1 0,4 1 0,-4-3 0,4-3 0,-5-6 0,-1-5 0,0-5 0,0-3 0,0-2 0,0-10 0,0 0 0,-7-13 0,-3-9 0,-7-12 0</inkml:trace>
  <inkml:trace contextRef="#ctx0" brushRef="#br0" timeOffset="28">26174 6533 8912,'-23'0'0,"1"0"0,4 0 0,7 0 0,7-7 0,-4 5 0,24-8 0,7 6 0,7-1 0,12-1 0,8 0 0,7 1 0,8-7 0,-2 6 0,-1-5 0,1 3 0,2-1 0,4 3 0,3-4 0,3 3 0,-8 1 0,-12 4 0,-7-4 0,-14 4 0,-9-5 0,-15 7 0,-4 7 0,-12 5 0,-4-2 0,-7 1 0,-2 0 0,-2 7 0,-4 1 0,0 2 0,0 2 0,-5 0 0,-5 1 0,-9 3 0</inkml:trace>
  <inkml:trace contextRef="#ctx0" brushRef="#br0" timeOffset="29">26364 7204 8912,'-18'0'0,"1"0"0,8 0 0,-7 0 0,18-2 0,4-2 0,15-2 0,12-5 0,7 5 0,6-7 0,11 1 0,4 3 0,8-1 0,0 3-139,7-7 1,-9 12 138,8-3 0,-18 1 0,1 0 0,-16-2 0,-12 2 0,-7 3 0,-4 1 0,-9 1 0,-4 5 0,-12-4 0,-4 8 0,-7-5 0,8-3 138,-7 6 1,12-2-139,-7-1 0,7 3 0,-2-2 0,4-4 0,2 5 0</inkml:trace>
  <inkml:trace contextRef="#ctx0" brushRef="#br0" timeOffset="30">27844 6671 8912,'-18'0'0,"1"0"0,0 0 0,2-2 0,3-4 0,-3 4 0,3-3 0,-3 3 0,-2 2 0,0 2 0,0 3 0,-3 11 0,-1 10 0,-2 5 0,2 7 0,2 4 0,8 4 0,-1 6 0,9-1 0,-3 1 0,4-1 0,4-7 0,4-4 0,9-5 0,8-7 0,7-5 0,1-11 0,7-6 0,0-4 0,8-2 0,0-2 0,-2-4 0,-2-4 0,-2-13 0,1-1 0,-3-3 0,-2-2 0,-7-5 0,-2-1 0,-3 1 0,-8 0 0,-3-1 0,-7 1 0,-2-6 0,-12-2 0,-9-2 0,-10-4 0,-5-2 0,-3 6 0,-1 10 0,-4 11 0,9 6 0,-3 5 0,5-1 0,0 7 0,4 2 0,8 10 0,6 4 0,-1 7 0,8 6 0,-1 0 0,3 0 0,9 2 0,3 1 0</inkml:trace>
  <inkml:trace contextRef="#ctx0" brushRef="#br0" timeOffset="31">27586 7032 8912,'-18'17'0,"1"-2"0,2-1 0,3-3 0,-3-7 0,13 4 0,-4-8 0,12 0 0,6 0 0,11 0 0,11-6 0,12 0 0,4-5 0,1 5 0,1-7 0,-1 1 0,-5 3 0,-2-3 0,-2 1 0,-3 1 0,-3 5 0,-9-5 0,-8 8 0,-8-4 0,-7 3 0,2-3 0,-4 4 0,-4-6 0,-4 8 0,2 0 0,-7 0 0,5 6 0,-5 0 0,-1-1 0,-5-5 0</inkml:trace>
  <inkml:trace contextRef="#ctx0" brushRef="#br0" timeOffset="32">28687 6774 8912,'9'-8'0,"1"1"0,-6-7 0,2 3 0,7 7 0,-4-5 0,9 5 0,-1-2 0,0 2 0,0 2 0,1 2 0,-1 0 0,0 0 0,0 0 0,0 0 0,1 0 0,-1 0 0,0 0 0,0 0 0,0 0 0,1 0 0,-1 0 0,0 8 0,0 2 0</inkml:trace>
  <inkml:trace contextRef="#ctx0" brushRef="#br0" timeOffset="33">28842 7049 8912,'-17'10'0,"-1"-5"0,9-3 0,1-2 0,21 0 0,9-2 0,8-3 0,3-5 0,11-5 0,-2 3 0,5-3 0,-4 8 0,4-7 0,-1 3 0,0-1 0,-2-5 0,6 0 0,-6 0 0</inkml:trace>
  <inkml:trace contextRef="#ctx0" brushRef="#br0" timeOffset="34">30115 6516 8912,'-23'0'0,"0"0"0,0 0 0,6 0 0,0 0 0,0 0 0,-8 0 0,-4 0 0,-3 2 0,-3 4 0,-7 9 0,-2 12 0,0 5 0,4 7 0,11 12 0,6 1 0,4-1 0,10 9 0,3-9 0,12 3 0,5-7 0,12-16 0,4 7 0,9-17 0,4-6 0,4-5 0,8-10 0,0 0 0,-1 0 0,1 0 0,-6-8 0,-2-3 0,0-4 0,0-3 0,-4-5 0,4-1 0,-2-3 0,-2 6 0,-11-10 0,-1 8 0,-7-7 0,2 1 0,-5-5 0,-7-6 0,-3 1 0,-10-4 0,-6-1 0,-9 0 0,-8 4 0,-9-6 0,-1 13 0,1-1 0,-1 11 0,1 0 0,5 6 0,3 5 0,1 7 0,2 3 0,4 4 0,-4 3 0,4 5 0,-2 7 0,7 0 0,-1 0 0,5 1 0</inkml:trace>
  <inkml:trace contextRef="#ctx0" brushRef="#br0" timeOffset="35">29874 6860 8912,'-17'0'0,"0"0"0,0 0 0,7 0 0,-1 6 0,11 0 0,11-1 0,18-5 0,13 0 0,9 0 0,3-2 0,9-1 0,0-3 0,0 0 0,0-2 0,0 7 0,2-7 0,-7 8 0,-8 0 0,-16 0 0,-7 0 0,-4 0 0,-12 0 0,-5 0 0,-12 0 0,-5 0 0,-5 0 0,-7 0 0,1 0 0,0 0 0,3 0 0,-6 8 0,-1 1 0</inkml:trace>
  <inkml:trace contextRef="#ctx0" brushRef="#br0" timeOffset="36">28343 7892 8912,'-23'11'0,"0"-1"0,2-1 0,2 1 0,1 3 0,3-3 0,2-1 0,1-1 0,7-2 0,-7-4 0,-1 3 0,3-3 0,-1 4 0,7-4 0,-6-8 0,6-2 0,-1-1 0,-3 5 0,2-2 0,3-3 0,-9-1 0,-1 1 0,5-7 0,-7 13 0,3-9 0,5 8 0,-9-11 0,14 5 0,-11-7 0,7 0 0,2 0 0,3 0 0,1-1 0,0 1 0,0 0 0,0 8 0,0-7 0,0 16 0,0 0 0,1 10 0,5 5 0,-4 10 0,6 4 0,-6 9 0,1 4 0,3 0 0,-2 0 0,-2 6 0,-2-4 0,0 5 0,0-3 0,0 4 0,-6-14 0,0 2 0,3-7 0,-7-1 0,-1-7 0,1-7 0,-1-11 0,5-7 0,-6-9 0,1-8 0,-6-31 0,-1-3 0</inkml:trace>
  <inkml:trace contextRef="#ctx0" brushRef="#br0" timeOffset="37">27930 7788 8912,'17'-15'0,"0"4"0,-5 3 0,-1 8 0,1-8 0,5 7 0,0-5 0,0 4 0,0 2 0,1 0 0,-1 0 0,-2 2 0,-3 4 0,-7 5 0,-3 4 0,-2 2 0,-7 8 0,-5 4 0,-1 3 0,-3 3 0,1-1 0,-4 1 0,0-1 0,7 0 0,-3 1 0,4-1 0,3-5 0,2-1 0,4-7 0,2 2 0,0-11 0,8 1 0,5-7 0,8-2 0,6-2 0,8-2 0,-1-8 0,0-3 0,3-3 0,1 1 0,2 1 0,-2-1 0,-3-2 0,-7-2 0,-3-1 0,-7 1 0,-1 0 0</inkml:trace>
  <inkml:trace contextRef="#ctx0" brushRef="#br0" timeOffset="38">28549 7685 8912,'-17'0'0,"0"6"0,0 0 0,7 7 0,4-1 0,4 5 0,2 6 0,0 3 0,0 9 0,0-1 0,0 1 0,6-1 0,2 0 0,1 1 0,3-1 0,5 1 0,-6-7 0,-1-1 0,0-2 0,-3-4 0,1-2 0,5-10 0,-11-1 0,13-16 0,-5-1 0</inkml:trace>
  <inkml:trace contextRef="#ctx0" brushRef="#br0" timeOffset="39">28721 7617 8912,'0'17'0,"0"0"0,0 8 0,0 3 0,0 5 0,0 1 0,0 12 0,0 2 0,0 0 0,6-2 0,0-1 0,-1 3 0,-5-8 0,0-2 0,0-1 0,0-11 0,0-3 0,-7-3 0,-3-3 0</inkml:trace>
  <inkml:trace contextRef="#ctx0" brushRef="#br0" timeOffset="40">28377 8098 8912,'10'8'0,"-1"-6"0,-3 3 0,5-10 0,12-7 0,4-3 0,8-2 0,-1-8 0,2-2 0,4-7 0,-3 7 0,5-13 0,-8 3 0</inkml:trace>
  <inkml:trace contextRef="#ctx0" brushRef="#br0" timeOffset="41">29014 7703 8912,'-19'-10'0,"-2"4"0,-2 4 0,2 2 0,0 0 0,0 2 0,-2 4 0,2 5 0,-4 7 0,2 5 0,0 3 0,6 9 0,-1-1 0,1 0 0,0 8 0,8-7 0,3 1 0,4-5 0,2-10 0,4 2 0,5-6 0,8-6 0,4-3 0,4-8 0,4 0 0,2 0 0,-1 0 0,-1 0 0,-6-6 0,6 1 0,-8-1 0,9 6 0,-7 2 0,-2 3 0,-2-3 0,-3 14 0,-5-5 0,-5 4 0,-4 3 0,-4-1 0,-4 2 0,-5 4 0,-5-4 0,-3 8 0,-2-6 0,-4 2 0,-2-2 0,6-4 0,-3-4 0,-1-1 0,6-9 0,-6 5 0,0-16 0,-2-1 0</inkml:trace>
  <inkml:trace contextRef="#ctx0" brushRef="#br0" timeOffset="42">29565 7685 8912,'11'0'0,"0"0"0,-7 0 0,4 2 0,-8 4 0,0-2 0,0 7 0,0 1 0,0 5 0,0 0 0</inkml:trace>
  <inkml:trace contextRef="#ctx0" brushRef="#br0" timeOffset="43">29719 7943 8912,'-5'12'0,"-1"-1"0,-7-7 0,9 4 0,-8-8 0,8 0 0,-3 0 0,7 0 0,2 0 0,3 0 0,5-8 0,7-2 0</inkml:trace>
  <inkml:trace contextRef="#ctx0" brushRef="#br0" timeOffset="44">28928 9009 8912,'0'-17'0,"0"0"0,0 0 0,0 7 0,4 4 0,7 12 0,2 4 0,16 7 0,-6 2 0,6 4 0,-1 2 0,9 5 0,-1-3 0,-1-2 0,3 3 0,-10-5 0,-3 0 0,2 0 0,-4 0 0,-10 0 0,3-6 0,-7 0 0,-1-1 0,-4-3 0,1-1 0,1-9 0,-6-3 0,-7-17 0,-3-10 0</inkml:trace>
  <inkml:trace contextRef="#ctx0" brushRef="#br0" timeOffset="45">29375 8923 8912,'0'-9'0,"-2"-1"0,-3 4 0,-5 4 0,-7-5 0,0 7 0,-1 4 0,1 7 0,-6 3 0,0 14 0,-5 7 0,3 7 0,-2 2 0,-4 3 0,-1 1 0,-3-2 0,3 2 0,3-8 0,4 0 0,8-8 0,0-3 0,7-12 0,3-11 0,9-12 0,3-5 0,5-20 0,7-5 0,0-16 0</inkml:trace>
  <inkml:trace contextRef="#ctx0" brushRef="#br0" timeOffset="46">29496 8648 8912,'9'2'0,"-3"4"0,-4-2 0,-2 7 0,0-5 0,0 5 0,0 3 0,0 1 0,0 2 0,0 0 0,0 1 0,0 1 0,0 4 0,0-4 0,0 5 0,0-1 0,0 0 0,0 0 0,0-6 0,-2 1 0,-4-1 0,-3-8 0,-9-1 0</inkml:trace>
  <inkml:trace contextRef="#ctx0" brushRef="#br0" timeOffset="47">29341 8665 8912,'2'10'0,"3"-4"0,-1-6 0,8-6 0,-1-4 0,6-1 0,1-1 0,5 1 0,0-6 0,7 1 0,-1 5 0,3 5 0,3-3 0,-3 7 0,-1-4 0,-3 4 0,1 10 0,6 1 0</inkml:trace>
  <inkml:trace contextRef="#ctx0" brushRef="#br0" timeOffset="48">29978 8717 8912,'0'11'0,"0"1"0,-8-8 0,6 5 0,-4-3 0,4-4 0,2 7 0,2-3 0,4 6 0,-2 3 0,9 2 0,4 2 0,4 4 0,2-4 0,-4 14 0,4-5 0,-3-1 0,2 2 0,-2 1 0,-3-5 0,-2 6 0,-2-8 0,-1-2 0,-8-2 0,3-8 0,-7 1 0,0-9 0,-7-3 0,-3-9 0</inkml:trace>
  <inkml:trace contextRef="#ctx0" brushRef="#br0" timeOffset="49">30253 8734 8912,'-27'25'0,"-5"-6"0,11 8 0,-6-4 0,2 5 0,-6 7 0,3 5 0,-11 2 0,-1 4 0,2-2 0,9-4 0,4-6 0,8 2 0,0-5 0,7-10 0,5 2 0,5-12 0,5-5 0,5-4 0,9-4 0,4-4 0,-4-3 0,14-16 0,-6-9 0,7-10 0</inkml:trace>
  <inkml:trace contextRef="#ctx0" brushRef="#br0" timeOffset="50">30356 8442 8912,'10'-8'0,"-1"6"0,-5-5 0,2-1 0,0 4 0,-6-7 0,0 7 0,7 4 0,-3 17 0,7 12 0,3 3 0,1 10 0,2 4 0,1 11 0,-1 8 0,0 6 0,0 4 0,-7 5 0,-5-6 0,-3 8-146,-2-1 0,-2-11 146,-3-1 0,-12-12 0,-12 1 0,-11-12 0,-2 1 0,-4-7 0,-12 1 0,5-7 0</inkml:trace>
  <inkml:trace contextRef="#ctx0" brushRef="#br0" timeOffset="51">28618 8786 8912,'-42'26'0,"-4"-3"0,-4-4 0,6 1 0,4 4 0,4 11 0,1 7 0,5 11 0,7 5 0,8 3 0,17 8 0,3-1 0,9 1 0,9 0 0,11 0 0,8-8 0,10-2 0,-1-7 0,3-9 0,1-4 0,3-9 0,5-7 0,-6-11 0,-3-9 0,-6-6 0,9-22 0,-4-11 0</inkml:trace>
  <inkml:trace contextRef="#ctx0" brushRef="#br0" timeOffset="52">30373 8167 8912,'12'0'0,"-3"-2"0,-1-4 0,5 2 0,-1-7 0,3 1 0,2-3 0,1 1 0,5 7 0,1-5 0,5 3 0,7 3 0,-1 2 0,13-4 0,-6 0 0,0 2 0,0 3 0,4 1 0,-6-2 0,-2-4 0,-9 4 0,3-21 0,-5 4 0</inkml:trace>
  <inkml:trace contextRef="#ctx0" brushRef="#br0" timeOffset="53">31148 7840 8912,'-8'10'0,"-2"-3"0,-1-1 0,0 0 0,7 7 0,-10-3 0,9 7 0,1 2 0,2 4 0,2 4 0,0 7 0,0 0 0,8 8 0,7-3 0,10 6 0,1 3 0,3-6 0,-2 2 0,-2-6 0,0 3 0,-6-1 0,6-6 0</inkml:trace>
  <inkml:trace contextRef="#ctx0" brushRef="#br0" timeOffset="54">31217 8700 8912,'-18'0'0,"7"5"0,1 3 0,3 2 0,1 1 0,6 8 0,0 4 0,4-2 0,7 8 0,3 5 0,14 6 0,1 0 0,3-5 0,-1 1 0,-2 4 0,-3-3 0,5 1 0,-2-8 0,-8 1 0,2-8 0,-4 7 0,-8-11 0,1 4 0,-8-11 0,11-5 0,-13-7 0,13-7 0,-5-3 0</inkml:trace>
  <inkml:trace contextRef="#ctx0" brushRef="#br0" timeOffset="55">31612 8786 8912,'-17'11'0,"0"1"0,0-9 0,-1 5 0,1 0 0,-6-4 0,0 7 0,0 0 0,6 14 0,-2 4 0,-4 3 0,2 5 0,-6 3 0,1 6 0,-1 3 0,6 3 0,-6-6 0,8-2 0,2-2 0,-4-2 0,19-13 0,-4-4 0,4-4 0,2-10 0,8-3 0,3-12 0,5-3 0,8-24 0,3-3 0</inkml:trace>
  <inkml:trace contextRef="#ctx0" brushRef="#br0" timeOffset="56">31905 8321 8912,'0'-11'0,"0"0"0,0-1 0,0-5 0,0 0 0,0 9 0,0 8 0,0 10 0,0 13 0,0 7 0,0 8 0,0-1 0,0 12 0,0-3 0,0 2 0,0 0 0,0-3 0,0-6 0,0 8 0,0-6 0,0-3 0,0-2 0,-2-5 0,-4-8 0,-3 7 0,-9-11 0</inkml:trace>
  <inkml:trace contextRef="#ctx0" brushRef="#br0" timeOffset="57">31698 8442 8912,'2'-17'0,"4"-1"0,-2 7 0,5 0 0,-1-3 0,5-1 0,-1 0 0,9 1 0,4 5 0,2 1 0,9-3 0,10 5 0,4 2 0,1 2 0,-5 4 0,0 4 0,0 3 0,5 8 0</inkml:trace>
  <inkml:trace contextRef="#ctx0" brushRef="#br0" timeOffset="58">32421 8683 8912,'-32'17'0,"1"2"0,4 2 0,2 2 0,4 7 0,10-1 0,-4 9 0,5 4 0,0 2 0,3-6 0,7 2 0,0-3 0,7-5 0,5-3 0,3 0 0,2-12 0,1 4 0,5-19 0,0 3 0,1-5 0,-1-5 0,-2-5 0,6-9 0,-2-4 0,6-4 0,-10-9 0,5-2 0,-1-2 0,-2 0 0,-7 3 0,-5-1 0,-3-4 0,-1-2 0,-5 6 0,2-2 0,-8 4 0,-5 9 0,-14 0 0,0 4 0,-8 12 0,2-1 0,-1 8 0,-1 4 0,3 0 0,7 0 0,-12 0 0,14 8 0,-6 2 0</inkml:trace>
  <inkml:trace contextRef="#ctx0" brushRef="#br0" timeOffset="59">32266 8992 8912,'-28'17'0,"1"-2"0,2-1 0,4-3 0,9-7 0,14 4 0,16-8 0,14 0 0,14-2 0,11-4 0,1-3 0,9-9 0,5 1 0,5 0 0,5-2 0,10-4 0,-45 10 0,1-1 0,4-3 0,0 0 0</inkml:trace>
  <inkml:trace contextRef="#ctx0" brushRef="#br0" timeOffset="60">13664 11399 8912,'-12'0'0,"1"0"0,7 0 0,-11-8 0,13 5 0,-4-9 0,6 8 0,6-1 0,3 3 0,8 2 0,-5 0 0,1 0 0,6 0 0,-1 7 0,7 5 0,-1 3 0,-5-5 0,12 5 0,-8-4 0,8 3 0,-3-3 0,-1 3 0,2-7 0,1 3 0,3-6 0,-4 9 0,-1-7 0,3-3 0,-4-1 0,1-2 0,3-2 0,1-3 0,-5-5 0,6-7 0,-5 0 0,5 0 0,1-1 0,-5 1 0,0 0 0,-8 0 0,2 0 0,-4-4 0,-2 2 0,0 3 0,0 3 0,1-2 0,-1 3 0,-6-1 0,1 7 0,-1 8 0,6 8 0,1 7 0,-1 0 0,0-6 0,0 1 0,0-3 0,1 3 0,-1 1 0,0-7 0,0 0 0,2-6 0,4 0 0,-2 0 0,8 0 0,-8 0 0,12-2 0,-7-2 0,3-4 0,0-1 0,-3 3 0,3-5 0,-6-3 0,4 7 0,-6-7 0,6 7 0,-2-3 0,-3 6 0,1-5 0,0 3 0,0 4 0,-5-4 0,-1 4 0,0 2 0,0 0 0,0-7 0,1 5 0,-1-4 0,0 4 0,2 0 0,4-4 0,4-3 0,0-6 0,-4 1 0,-4 3 0,-2-1 0,0-5 0,-2 0 0,-3 0 0,3 0 0,-13 5 0,6 1 0,-1-3 0,-5 7 0,6-3 0,-8 4 0,-8 4 0,6-5 0,-7 7 0,3 0 0,4 0 0,-6 0 0,8-8 0,0-1 0</inkml:trace>
  <inkml:trace contextRef="#ctx0" brushRef="#br0" timeOffset="61">15230 11433 8912,'0'-11'0,"0"0"0,0-3 0,0 5 0,0-3 0,0 8 0,0-5 0,2 5 0,3-2 0,-3 0 0,6 6 0,-8 0 0,0 0 0,2-5 0,4-1 0,-5 0 0,7 6 0,-6 0 0,4 0 0,-2 0 0,7 0 0,-5 6 0,5 0 0,3 7 0,7-3 0,2-1 0,7 7 0,1-5 0,7 4 0,8 2 0,4 1 0,11-1 0,8-2 0,9-3 0,8 1 0,6-7 0,2 5-615,-46-8 1,1 0 614,45 3 0,-6-6 0,5-2 0,-41-1 0,0 0 0,-1 1 0,1 0 0,2-3 0,-1-1 0,-2-1 0,-1 0 0,-1 0 0,0-1 0,-1 0 0,1-1 0,3 0 0,0 1 0,0-1 0,1 0-170,1 1 0,1-1 0,-2-3 0,1-1 170,3 0 0,1-2 0,-7-1 0,1-1 0,2 0 0,1 0 0,-5 0 0,-1 0 0,4-1 0,-1 1 0,-2 0 0,0 0 0,-2 0 0,-1-1 0,2 2 0,0-2 0,-3-2 0,-2 0 0,30-18 0,-10 5 0,-9-1 0,-5 15 0,-3-4-67,-1 4 67,-15 1 0,1 9 0,-14 3 0,-3 2 0,-4-1 1127,-3 3-1127,-8-6 766,0 8-766,0 0 83,-8 0-83,-1 0 0,-10 2 0,-4 2 0,-6 2 0,-3 7 0,-3-11 0,1-2 0,-1-10 0</inkml:trace>
  <inkml:trace contextRef="#ctx0" brushRef="#br0" timeOffset="62">18637 10608 8912,'0'-34'0,"0"5"0,0 0 0,2 8 0,4-1 0,5 2 0,4 3 0,3 8 0,1 1 0,4 8 0,-2 4 0,7 7 0,3 12 0,7 14 0,2 5 0,-1 3 0,-3 9 0,-2-3 0,-5 11 0,0-5 0,-8-4 0,2 5 0,-6-5 0,-6 1 0,-5 3 0,-4-3 0,-10 5 0,-3-8 0,-12-5 0,-8-2 0,-7-2 0,-13-9 0,-11-9 0</inkml:trace>
  <inkml:trace contextRef="#ctx0" brushRef="#br0" timeOffset="63">20065 10746 8912,'-17'0'0,"-2"0"0,-2-2 0,-2-2 0,0-2 0,-2 2 0,-2-3 0,-7 1 0,0 2 0,-1 2 0,1 2 0,1 2 0,3 4 0,3 7 0,2 8 0,2 6 0,8 7 0,1 3 0,3 3 0,7-4 0,-2 6 0,12-7 0,6-3 0,3-3 0,4-1 0,2-10 0,2-9 0,8-5 0,-5-6 0,9-6 0,-1-9 0,1-10 0,-1-7 0,-1-4 0,-5-2 0,5-8 0,-14 4 0,4-8 0,-6 1 0,-6-1 0,-3-7 0,-8-4 0,-2 4 0,-4 2 0,-5 3 0,-4 4 0,-3 5 0,9 10 0,-6 10 0,13 16 0,-6 9 0,8 11 0,0 12 0,0 6 0,0 11 0,0 6 0,8 3 0,1 3 0,3 0 0,-1-1 0,3 1 0,1-1 0,4-5 0,2-2 0,2-2 0,8-9 0,-10-9 0,7-6 0,3-1 0,-6-8 0,5-1 0,-5-10 0,2-4 0,-6-11 0,4-4 0,-8-7 0,0-3 0,-1 0 0,-5 1 0,-3 1 0,-1-1 0,-5-11 0,6 11 0,-8-4 0,0 11 0,-8-2 0,-1 15 0,-7 12 0,5 15 0,-2 8 0,7 10 0,2 1 0,2 2 0,2 2 0,0-7 0,2-1 0,4-5 0,5 0 0,4-3 0,8-14 0,2-4 0,2-4 0,2-2 0,3-8 0,-3-3 0,2-12 0,-9-6 0,-1-4 0,-9 1 0,-6 3 0,-4-1 0,-6 5 0,-8 0 0,-11 0 0,-7 2 0,-10 8 0,-2 2 0,-2 1 0,5 8 0,-8-3 0,8 7 0,7 0 0,5 0 0,17 7 0,5 5 0,3 3 0,9 2 0,11 1 0,8-1 0</inkml:trace>
  <inkml:trace contextRef="#ctx0" brushRef="#br0" timeOffset="64">20857 10746 8912,'-17'0'0,"-1"0"0,1 0 0,0 0 0,0 0 0,0 0 0,-1 0 0,1 0 0,15 0 0,12 0 0,17-2 0,7-4 0,-5 2 0,-1-7 0,3-3 0,-6-1 0,0 4 0,-8-1 0,-2 1 0,-3-6 0,1-1 0,-7 1 0,-2 0 0,-10 0 0,-6 2 0,-3 3 0,-10 4 0,6 8 0,-6 0 0,0 0 0,6 8 0,-6 2 0,8 9 0,0 4 0,0 3 0,7 9 0,5-1 0,3 1 0,2-1 0,0-2 0,2-1 0,3-2 0,5-8 0,9 2 0,4-6 0,6-6 0,5-3 0,6-8 0,-2-2 0,8-4 0,-7-11 0,8-4 0,-6-8 0,-3-1 0,-2-3 0,-9-1 0,-4 0 0,-4-1 0,-10 1 0,-1-1 0,-8 1 0,0 0 0,-2 5 0,-4 4 0,-5 4 0,-4 6 0,5 9 0,-5-7 0,3 7 0,5 8 0,-1 9 0,8 12 0,0 6 0,8-4 0,1 9 0,9-1 0,-1 5 0,0 2 0,6-8 0,0-3 0,-2 4 0,-8-5 0,-3 5 0,-3-1 0,-3-3 0,-2 3 0,-9-13 0,-5 4 0,-3-4 0,-10-1 0,0-3 0,-4-4 0,-1 3 0,7-9 0,-6 1 0,6-6 0,0-7 0,14-11 0,1-8 0</inkml:trace>
  <inkml:trace contextRef="#ctx0" brushRef="#br0" timeOffset="65">21803 10557 8912,'-17'-10'0,"6"2"0,-1 8 0,7 0 0,-5 2 0,2 4 0,3 11 0,5 2 0,0 6 0,0 0 0,0 2 0,0 5 0,0-3 0,0 1 0,0-7 0,0 6 0,0-4 0,0 2 0,0-6 0,0 2 0,0-4 0,0-10 0,-2 5 0,-4-9 0,4-7 0,-6-7 0,8-8 0,0-8 0,0-4 0,8-3 0,2-3 0,-1 1 0,6 0 0,-3-1 0,3-7 0,2 12 0,1-3 0,-1 6 0,6 4 0,0 6 0,0 8 0,-6 1 0,0 8 0,0 4 0,0 7 0,-1 3 0,-3 14 0,-1 3 0,-7 1 0,7 3 0,-8-9 0,9 7 0,-7-4 0,7-5 0,-3-1 0,-1-4 0,7-1 0,-5-3 0,4-4 0,-5-11 0,-2-9 0</inkml:trace>
  <inkml:trace contextRef="#ctx0" brushRef="#br0" timeOffset="66">22199 10643 8912,'-6'-12'0,"1"1"0,-9-1 0,12 1 0,-3-1 0,-5 8 0,6-1 0,-7 10 0,7 11 0,-2 7 0,4 0 0,2 1 0,0-5 0,0 6 0,2-7 0,4-1 0,4 8 0,7-12 0,2 2 0,4-5 0,-4 3 0,8-11 0,-4 4 0,-2-4 0,5-2 0,-1-2 0,-4-4 0,-2-5 0,-9-5 0,-2-7 0,-8-1 0,0-3 0,0 6 0,-8-6 0,-3 4 0,-7 4 0,-5-4 0,4 10 0,-4 1 0,2 8 0,-2-1 0,4 3 0,-4 9 0,12 5 0,5 3 0,4 2 0,2 1 0,8-1 0,1 0 0</inkml:trace>
  <inkml:trace contextRef="#ctx0" brushRef="#br0" timeOffset="67">22750 10144 8912,'-12'-27'0,"1"4"0,7 4 0,-11 10 0,13 5 0,-4 13 0,4 9 0,2 18 0,0 0 0,0 16 0,0-1 0,6 7 0,2-1 0,-1 0 0,1 2 0,5 3 0,-5-1 0,5-2 0,-1 0 0,-8-5 0,3 5 0,-7-8 0,0 1 0,-7-16 0,-3-3 0,-15-16 0,-2 0 0</inkml:trace>
  <inkml:trace contextRef="#ctx0" brushRef="#br0" timeOffset="68">22475 10557 8912,'11'-21'0,"-1"1"0,-1 5 0,1 0 0,3 7 0,10 3 0,4-3 0,9 2 0,2 2 0,3 2 0,6 2 0,-3 8 0,8 2 0</inkml:trace>
  <inkml:trace contextRef="#ctx0" brushRef="#br0" timeOffset="69">23438 10471 8912,'-44'9'0,"2"-1"0,8-8 0,-1 7 0,1 3 0,0 7 0,1 2 0,4 4 0,6 4 0,10 7 0,2 1 0,7-1 0,-4-1 0,8-3 0,0-3 0,0-2 0,2-2 0,4-6 0,3-8 0,8-1 0,1-8 0,-1-8 0,0-3 0,0-12 0,2-4 0,4-7 0,-4-6 0,4-2 0,-3-2 0,-3-4 0,0-7 0,2-5 0,4-1 0,-4-2 0,6 2 0,-10 6 0,-3 7 0,3-2 0,-11 18 0,7 3 0,-7 10 0,2 25 0,-4 13 0,-2 10 0,0 13 0,0 3 0,0 5 0,0 9 0,0-5 0,2 1 0,3-7 0,-1-6 0,8-8 0,3 1 0,6-1 0,-2-7 0,6-4 0,-6-12 0,4-5 0,-4-4 0,6-4 0,-10-4 0,-3-5 0,3-4 0,-13-8 0,4 0 0,1-6 0,-1 6 0,-2-6 0,-8 7 0,-2 1 0,-7-4 0,4 2 0,-3 4 0,1 5 0,-1 7 0,-5 1 0,0 0 0,0 8 0,1 8 0,5 7 0,5 0 0,-4 8 0,9 2 0,-5 7 0,6-2 0,6-3 0,3 2 0,10-8 0,4-2 0,-2-2 0,10-4 0,3-4 0,4-5 0,10-4 0,-6-2 0,4 0 0,2-9 0,-8-9 0,-5-1 0,-9-7 0,-1 1 0,-2-6 0,-13 10 0,-5-8 0,-3 7 0,-2-7 0,0 8 0,-2 0 0,-3 7 0,1 5 0,-8 3 0,1 12 0,1 2 0,5 18 0,3 7 0,2-3 0,0 18 0,0-6 0,0 2 0,0 2 0,0 6 0,0-1 0,0 1 0,7-8 0,-5-2 0,4-8 0,-4 0 0,4 5 0,-1-5 0,-1-7 0,-2-6 0,6-12 0,-6 7 0,5-14 0,-7 3 0,0-10 0,0-7 0,0-3 0,0-18 0,0-3 0</inkml:trace>
  <inkml:trace contextRef="#ctx0" brushRef="#br0" timeOffset="70">24006 10419 8912,'8'-17'0,"3"0"0,5-1 0,3 9 0,4 3 0,5 4 0,5 2 0,1 0 0,-1 0 0,-3 0 0,-1 0 0,-6 8 0,6 3 0,-14 10 0,2 4 0,-4 0 0,-3 2 0,-4 0 0,-4-6 0,-4 11 0,-4-3 0,2-4 0,-7-3 0,7-2 0,-2-3 0,-3 0 0,-1 0 0</inkml:trace>
  <inkml:trace contextRef="#ctx0" brushRef="#br0" timeOffset="71">24471 10591 8912,'0'-10'0,"0"-5"0,-2 6 0,-4-1 0,4 2 0,-5 1 0,14-3 0,3-1 0,9 1 0,4 3 0,4-7 0,13 10 0,0-7 0,-2-2 0,-2 3 0,-3 0 0,-4 1 0,-6-1 0,-4 6 0,-10-11 0,-1 13 0,-21-5 0,-7 7 0,-4 0 0,-5 0 0,-6 0 0,3 2 0,3 3 0,-3 5 0,13 7 0,-4 0 0,4 0 0,1 1 0,9 5 0,3-1 0,4-1 0,2-1 0,8-3 0,5 0 0,8 0 0,6 0 0,9-7 0,3-4 0,1-4 0,8-2 0,-6-2 0,5-4 0,-1-6 0,-7-3 0,-1-4 0,-6-2 0,-3-2 0,-8-7 0,2 10 0,-12-2 0,-3 2 0,-8 3 0,0 8 0,0-7 0,0 14 0,-2-3 0,-2 10 0,-1 7 0,-1 3 0,6 2 0,-6 1 0,0 1 0,1 2 0,-3 2 0,6 0 0,-8-6 0,5 0 0,3 0 0,-8-2 0,6-1 0,-1-3 0,-1-7 0,6 4 0,2-10 0,2-6 0,3-7 0,3-6 0,3-4 0,10 2 0,-4-4 0,4-7 0,-4 7 0,4-3 0,2 9 0,2 5 0,-6 1 0,2 9 0,-4 1 0,4 5 0,0 0 0,2 2 0,-4 3 0,2 7 0,0 3 0,2 2 0,-6 0 0,8 1 0,-6-1 0,2 0 0,5-6 0,-5-1 0,-2-2 0,-2-3 0,-1-5 0,-1 0 0,0 0 0,-2-2 0,-3-3 0,-7-7 0,-3-3 0,-2-2 0,-2-2 0,-3-4 0,-5 4 0,-7-4 0,-6 4 0,0 1 0,0 9 0,6-4 0,0 7 0,-1 2 0,1 2 0,0 2 0,0 8 0,5 1 0,1 8 0,1 1 0,-1-1 0,5 0 0,-2 6 0,3 0 0,1-2 0,2-2 0,2-2 0,0 0 0,0 1 0,6-7 0,1-1 0,3-3 0,3-1 0,10-6 0,-4 0 0,6-8 0,-8-3 0,6-6 0,0-4 0,-2-2 0,-3-10 0,-7-1 0,2-2 0,-5-8 0,0 0 0,-1 0 0,5-8 0,-6-5 0,-1 0 0,-5 5 0,0 6 0,0 0 0,0 8 0,0 9 0,0 12 0,0 12 0,0 6 0,0 17 0,0 8 0,0 14 0,-5 6 0,-1 12 0,0-3 0,6 8 0,-2 0 0,-4-2 0,5 4 0,-5-6 0,4 1 0,2-1 0,2-4 0,4-9 0,1-4 0,5-7 0,5-11 0,-2-6 0,6-11 0,2-13 0,-6-3 0</inkml:trace>
  <inkml:trace contextRef="#ctx0" brushRef="#br0" timeOffset="72">26123 10196 8912,'-17'0'0,"5"1"0,3 5 0,1 6 0,0 3 0,4 4 0,-1 4 0,-1 4 0,6 7 0,8 0 0,5 1 0,8-1 0,6-7 0,7 4 0,1-10 0,-1-4 0,0-6 0,1-3 0,-1-2 0,-1-14 0,-5-4 0,-3-5 0,-7-6 0,-1-3 0,-2-11 0,-3-3 0,1 4 0,-7-4 0,1 5 0,-1 7 0,-4-5 0,6 14 0,-8 2 0,0 13 0,0 16 0,0 11 0,0 15 0,0 13 0,0 14 0,0 8 0,0 7 0,-8 10 0,-4 2 0,-3-1-130,-2-5 1,4 6 0,-3 0 129,-3-3 0,-4-16 0,2-10 0,-4-9 0,-1-9 0,-3-4 0,-6-13 0,1-3 0,5-15 0,3-5 0,1-3 0,2-4 0,6-3 0,1-7 0,5-11 194,3-4 0,8-13-194,0 0 0,8-13 0,3 1 0,12-11 0,6 0 0,5 2 0,5-2 0,1-2 0,6 8 0,-6 5 0,0 10 0,2 6 0,-4 1 0,8 1 0,-2 9 0,2 8 0,4 7 0,-6 3 0,7-3 0</inkml:trace>
  <inkml:trace contextRef="#ctx0" brushRef="#br0" timeOffset="73">2960 13806 8912,'-23'33'0,"-2"-7"0,0-8 0,0-11 0,10-7 0,11-4 0,8-1 0,11-9 0,12 5 0,6-1 0,7-3 0,17 7 0,10 2 0,11 2 0,7 2 0,-35 0 0,3 0 0,2 1 0,1 0 0,1 2 0,2 0 0,11-1 0,2 0 0,2 2 0,1 1-95,2-1 1,1 0 0,3-1-1,0 0 1,1-4 0,-1 0-1,-1-1 1,-1 0 94,-4-1 0,1 0 0,-1 0 0,-1 0 0,-13 2 0,-2 1 0,1-2 0,-1 0 0,-6-1 0,-1 0 0,1 0 0,-3 0 0,23 1 0,-4-3 0,-12 3 0,-9-4 0,-6 4 0,-8 2 0,-11 0 0,-5 0 0,-18 0 0,-10 0 0,-11 0 0,-8 0 0,-7 0 0,-16 0 0,-9 0 151,-8 0 0,-1 0 0,-11 0 0,-3-2 0,-6-2-151,42 2 0,-1-1 0,-9-4 0,-1 0 0,5 5 0,-1 0 0,-5-2 0,0-1-607,1 1 1,-1 0 606,-2 1 0,-2 1 0,-4 1 0,-2 2 0,-3-1 0,-1 0 0,0-1 0,1 2 0,7 1 0,2 3 0,4 2 0,3 1 0,7 3 0,3 1 0,-39 13 0,15-4 0,13 0 0,20-4 0,17-3 0,12-10 0,12 3 0,9-7 0,11 0 0,15 0 0,14 0 0,13 0 0,7 0 0,14 0 0,4 0 0,-40 0 0,0-2-34,2 0 0,1-1 0,2 1 0,1 0 0,4-3 0,0-2 0,1 1 0,-1 1 34,0 0 0,0 0 64,0-2 0,1-1 0,2 3 0,0 0 0,1-3 0,0-1-64,1 1 0,0-1 0,-2 0 0,-2 1 0,-2 0 0,-1 1 0,-8 1 0,-3 0 0,32-7 0,-24 7 0,-9 2 0,-11 2 0,-16 2 0,-19 0 0,-12 2 0,-3 4 0,-12 5 0,-7 12 141,-8-4 1,-10 8-142,0-4 0,-7-4 0,-4 4 0,-4-4 0,-2-2 0,-5-5 0,-1-1 0,-7-7 238,2 2 0,3-6-238,3-6 0,10-3 0,7-9 0,11 3 0,10 2 0,11 1 0,10 7 0,17-5 0,3 2 0,13 3 0,10 5 0,12 0 0,6 0 0,14 0 0,8 0 0,11-2 0,13-4-2282,-4-4 2282,-38 2 0,1-1 0,45-10 0,-45 8 0,1-1 0,-1-1 0,1-2 0,0-2 0,-1 1 0</inkml:trace>
  <inkml:trace contextRef="#ctx0" brushRef="#br0" timeOffset="74">6780 13411 8912,'10'-29'0,"-4"0"0,-5-1 0,-8 5 0,-5 2 0,-3 6 0,-2 5 0,-2 5 0,-2 7 0,-4 2 0,-2 3 0,4 13 0,-4 12 0,1 8 0,-1 8 0,13 11 0,-7 5 0,16 6 0,-1 1 0,8 2 0,4 1 0,7 3 0,8-2 0,6-10 0,9-6 0,4-11 0,4-6 0,8-11 0,-1-12 0,1-12 0,0-3 0,7-17 0,-7-4 0,-1-15 0,-3-8 0,-12-6 0,-5-8 0,-4-7 0,-6-4 0,-10 6 0,-3 2 0,-10 6 0,-4-5 0,-3 5 0,-16-6 0,-6 9 0,-7 4 0,-6-4 0,-8 14 0,1-4 0,7 11 0,4 8 0,5 8 0,6 7 0,7 4 0,2 18 0,11-3 0,3 16 0,4-1 0,2 7 0,0-1 0,0-7 0,8 5 0,1-5 0,9 7 0</inkml:trace>
  <inkml:trace contextRef="#ctx0" brushRef="#br0" timeOffset="75">6711 13806 8912,'-23'0'0,"0"0"0,2 0 0,2 0 0,2 0 0,9 0 0,8 0 0,12 0 0,17 0 0,3 0 0,20-2 0,7-4 0,6-3 0,6-8-140,3 0 0,-3-1 140,4 1 0,-12 0 0,-6 0 0,-3 0 0,-10 1 0,-4 5 0,-12 3 0,-12 16 0,-16 3 0,-16 12 0,-10-4 0,-9 6 0</inkml:trace>
  <inkml:trace contextRef="#ctx0" brushRef="#br0" timeOffset="76">15970 14683 8912,'-18'-13'0,"1"-5"0,0-1 0,0 2 0,-2 4 0,-2 3 0,-2 3 0,-6 1 0,4 8 0,-2 3 0,-3 7 0,-3 3 0,-1 4 0,1 2 0,5 2 0,-3 8 0,8-3 0,2 5 0,2 7 0,2 0 0,2 8 0,1-4 0,3 0 0,7 9 0,-2-5 0,6-2 0,6-2 0,3-4 0,9-11 0,-1-1 0,2-9 0,4-1 0,-2-9 0,8-9 0,1 0 0,3 0 0,1-8 0,1-3 0,-7-10 0,1-2 0,0 0 0,3 4 0,-3-4 0,-4 4 0,-8-6 0,0 8 0,-2-2 0,-3-4 0,-5 4 0,-7-4 0,0 4 0,0 9 0,0 3 0,0 9 0,0 3 0,0 5 0,6 7 0,2 2 0,1 4 0,5 2 0,9 4 0,-2 3 0,7-5 0,3-1 0,-4 7 0,3-4 0,7 3 0,-3 2 0,8-1 0,-7-2 0,-1-3 0,0-7 0,-1 2 0,-4-11 0,-6-7 0,-4-3 0,-2-17 0,0-4 0</inkml:trace>
  <inkml:trace contextRef="#ctx0" brushRef="#br0" timeOffset="77">16589 15130 8912,'0'-17'0,"0"-6"0,-2 0 0,-3 2 0,-5 4 0,-7 5 0,0-3 0,-8 13 0,-4-4 0,2 4 0,-1 2 0,7 2 0,-4 6 0,0 9 0,13 0 0,-9 14 0,16-8 0,-1 6 0,6-7 0,0 7 0,0-4 0,2 0 0,3 0 0,-1-2 0,8-6 0,-1-2 0,6-4 0,-3-3 0,3-8 0,-7 0 0,13 0 0,-8-2 0,8-2 0,-4-1 0,-2-9 0,0 3 0,1-10 0,-1-2 0,0 0 0,-6 8 0,-1 1 0,-2 3 0,5-1 0,-11 1 0,4-1 0,3 9 0,-7-5 0,6 10 0,-6 4 0,3 5 0,-3 4 0,14 3 0,-5-1 0,4 0 0,3 0 0,-1-2 0,2-3 0,4-6 0,-4-4 0,14-2 0,-7 0 0</inkml:trace>
  <inkml:trace contextRef="#ctx0" brushRef="#br0" timeOffset="78">16951 15044 8912,'0'-11'0,"0"-1"0,0 8 0,-8-3 0,4 9 0,-7 3 0,7 5 0,-6 7 0,4 0 0,5-5 0,-5-1 0,4 2 0,4 3 0,4 1 0,-3 0 0,9 0 0,-1-1 0,7-5 0,-1-1 0,0-5 0,6-3 0,0 4 0,-2-4 0,-2-2 0,-2 0 0,0-2 0,1-4 0,-7-3 0,-1-8 0,-3-1 0,-1 1 0,-6-6 0,0 0 0,0 2 0,0 2 0,0 2 0,-6 6 0,-1 1 0,-3 2 0,4 3 0,-3 7 0,1 3 0,-5 5 0,11 7 0,-4 2 0,4 4 0,2-4 0,0 8 0,0-4 0,8-4 0,3 4 0,12-4 0,6-2 0,-2-2 0,1-3 0,1-4 0,6-8 0,-1 0 0,0 0 0,1-2 0,-3-4 0,-3-6 0,-4-11 0,-8 2 0,0-7 0,-1 1 0,-5-2 0,-3-3 0,-8 3 0,0-1 0,0-1 0,0 4 0,0 3 0,-8 8 0,6 9 0,-6 9 0,8 3 0,0 11 0,0 6 0,0 9 0,8-6 0,4 5 0,3-1 0,2 0 0,0 5 0,0-1 0,1-5 0,-3 3 0,-2-8 0,-1-2 0,1-2 0,-5-2 0,0 0 0,-8 0 0,-8 1 0,-2-1 0,-7 0 0,0 0 0,-8-7 0,6 3 0,-4-5 0,4 1 0,2-5 0,-1 4 0,1-8 0,0 0 0</inkml:trace>
  <inkml:trace contextRef="#ctx0" brushRef="#br0" timeOffset="79">17966 15027 8912,'9'-42'0,"7"5"0,-14 3 0,3 11 0,-3 4 0,-4 10 0,-3 3 0,1 4 0,-8 2 0,1 0 0,-12 8 0,0 5 0,2 8 0,2-2 0,-4 13 0,0-3 0,2 4 0,9 1 0,-1 6 0,7-2 0,2-3 0,3-5 0,1-3 0,0 2 0,5 1 0,1-7 0,13 0 0,-2-6 0,12-1 0,0-5 0,9 2 0,2-7 0,-2-2 0,-1-2 0,-9-2 0,-1 0 0,-2 0 0,-4-2 0,-9-4 0,-12 4 0,-12 2 0,-11 12 0,-6 3 0,-11 10 0,4-4 0,-4 8 0,3-7 0,3 7 0,7-8 0,4 2 0,4-4 0,2-2 0,7 1 0,3-17 0,7-2 0</inkml:trace>
  <inkml:trace contextRef="#ctx0" brushRef="#br0" timeOffset="80">18413 15164 8912,'0'-17'0,"0"8"0,0 1 0,0 23 0,0-3 0,0 14 0,0-3 0,0 6 0,2-2 0,2 1 0,4 1 0,1-2 0,-5 5 0,6-11 0,-5 8 0,-3-6 0,4 6 0,-4-8 0,-2 0 0,-2-16 0,-4-10 0,4-16 0,-11-8 0,7-11 0,2-6 0,-5 4 0,5-8 0,-6 4 0,3-3 0,1-1 0,6 2 0,0 2 0,0 8 0,0-2 0,2 4 0,2 3 0,2 5 0,7 11 0,-4 9 0,9 8 0,-1 0 0,0 0 0,8 0 0,2 15 0,7 4 0</inkml:trace>
  <inkml:trace contextRef="#ctx0" brushRef="#br0" timeOffset="81">18981 14992 8912,'-34'0'0,"7"-7"0,-6 5 0,7-4 0,-1 4 0,-6 2 0,7 2 0,-7 4 0,4 5 0,5 10 0,6 2 0,3 0 0,4 2 0,3 2 0,8 1 0,0-1 0,0-2 0,8-2 0,1 2 0,14-6 0,0 4 0,0-12 0,-6-5 0,0-4 0,1-2 0,5-2 0,0-4 0,-2-5 0,-2-4 0,-2-3 0,0 1 0,0 0 0,1 0 0,-7-6 0,0 0 0,1 0 0,5 6 0,0 0 0,1-1 0,-9 1 0,6 8 0,-3 3 0,-3 4 0,3 4 0,1 4 0,3 3 0,-5 6 0,1-3 0,-1 3 0,6-3 0,2-3 0,2 1 0,2-3 0,0-1 0,-4-6 0,2 0 0,2 0 0,0 0 0,-4-2 0,1-3 0,-1-7 0,-4-3 0,-4-2 0,1-1 0,-4 1 0,-8 0 0,0 0 0,0 7 0,-2 3 0,-4 7 0,4 2 0,-4 3 0,4 7 0,2 3 0,0 2 0,0 0 0,0 1 0,0-1 0,0 0 0,0-6 0,0 1 0,0-6 0,0 5 0,0-7 0,2 4 0,4-8 0,-4-8 0,13-7 0,-3-10 0,3-2 0,2-2 0,2 1 0,2 1 0,2 2 0,-2 4 0,0 2 0,0 2 0,2 0 0,0 7 0,-5-3 0,-1 7 0,0 2 0,0 10 0,-5 5 0,-1 12 0,-7-2 0,4 8 0,-3 2 0,1 1 0,7 2 0,-3 1 0</inkml:trace>
  <inkml:trace contextRef="#ctx0" brushRef="#br0" timeOffset="82">20650 15199 8912,'-17'-10'0,"8"1"0,3 3 0,4 4 0,4-13 0,4 3 0,5 3 0,10-3 0,2-1 0,-2-2 0,4-8 0,-2-2 0,0 0 0,2 0 0,-12-4 0,4 7 0,-11-7 0,0 6 0,-6 0 0,-6 8 0,-7 1 0,-8 3 0,-6 7 0,-8 0 0,1 8 0,0 13 0,-3 12 0,-1 11 0,-2 6 0,7 9 0,10 5 0,6 1 0,6 4 0,3-6 0,10 6 0,4-8 0,5-1 0,20-11 0,-1-10 0,18-14 0,6-8 0,5-5 0,10-18 0,0-7 0,5-15 0,3-16 0,-1-8 0,-38 26 0,-1-3 0,30-33-151,-14 4 1,-13-3 150,-11 8 0,-6-6 0,-11 6 0,-7-2-34,-10 1 1,-7 3 33,-11-8 0,-2-2 0,-3 0 0,5 9 0,0 22 0,4 7 0,3 12 0,1 9 0,0 4 0,-3 10 0,3 7 0,4 12 99,-5 9 1,7 22 0,-6 3-100,3 6 0,4-2 0,8 11 0,0-9 0,0-4 0,8 2 0,7-10 0,10-5 0,10-8 0,11 2 0,-2-17 0,7-4 0,-1-12 23,-4-11 0,2 0 0,-8-2-23,-2-4 0,-2-11 0,-9-2 0,-4-4 0,-4 2 0,-4 0 0,-3-4 0,-6 1 0,-4-1 0,-2 2 0,0 6 0,0-1 0,0 9 0,0 1 0,0 10 0,0 4 0,0-2 0,0 7 0,1 2 0,3 3 0,2 1 0,7 0 0,-1 0 0,9-1 0,2-5 0,7 4 0,-9-13 0,8 4 0,0-4 0,5-17 0,1-4 0</inkml:trace>
  <inkml:trace contextRef="#ctx0" brushRef="#br0" timeOffset="83">21752 14528 8912,'-61'19'0,"3"2"0,5 2 0,16 8 0,9-3 0,9-1 0,7 0 0,6-2 0,4-2 0,6-8 0,6-4 0,7-5 0,12-4 0,-3-2 0,9-2 0,-1-4 0,-7-11 0,4-2 0,-8-6 0,-2 0 0,-2 6 0,-10-11 0,-3 7 0,-4 0 0,-2 6 0,-2 0 0,-4 1 0,-5 5 0,-4 3 0,-1 10 0,5 4 0,-5 3 0,15 16 0,-7 2 0</inkml:trace>
  <inkml:trace contextRef="#ctx0" brushRef="#br0" timeOffset="84">22079 15027 8912,'0'-10'0,"-2"3"0,-4 7 0,4 2 0,-4 3 0,5 5 0,1 7 0,0 2 0,0 2 0,0 2 0,0 6 0,0-6 0,0 1 0,0-1 0,0 2 0,0 4 0,0-6 0,0-4 0,0-2 0,0-5 0,0-1 0,0-7 0,0-4 0,0-17 0,0-12 0,1-5 0,5-7 0,4 3 0,7-8 0,0 8 0,0-2 0,1 6 0,-1 5 0,0-2 0,0 10 0,0 6 0,1 6 0,-1 9 0,0 0 0,-2 2 0,-1 3 0,-3 7 0,-7 9 0,2 2 0,-2 0 0,1-6 0,-3 0 0,8 0 0,-4 0 0,-5-5 0,5-1 0,-2-7 0,2 4 0,5-1 0,4-5 0,3 4 0,-1-4 0,8-10 0,-6-1 0,4-8 0,-4-1 0,-2 3 0,0 4 0,1-8 0,-1 7 0,0-7 0,0 9 0,-2-1 0,-3-1 0,3 9 0,-11-11 0,8 9 0,-9-1 0,7 6 0,-4 0 0,-4 0 0,7 0 0,-3 0 0,3 0 0,9 0 0,-1 0 0,0 0 0,0 0 0,2-6 0,4 0 0,-4-5 0,4 5 0,-2-7 0,0 1 0,2-3 0,0 6 0,-11-5 0,-1 8 0,-7-3 0,2 9 0,-4 4 0,-8 13 0,0 0 0,-5 6 0,5 0 0,0 0 0,6-4 0,0 4 0,0-12 0,0 18 0,0-12 0,0-2 0,0-3 0,0 1 0,6-3 0,0 1 0,5-5 0,-3 4 0,2-3 0,3-3 0,-5-2 0,-1-10 0,1-9 0,1-10 0</inkml:trace>
  <inkml:trace contextRef="#ctx0" brushRef="#br0" timeOffset="85">22888 14391 8912,'-27'9'0,"2"5"0,8-9 0,5 9 0,1-3 0,-3 4 0,7 3 0,1-1 0,6 0 0,6 0 0,3-5 0,8-1 0,8-7 0,2 2 0,2-6 0,-1-6 0,-6 4 0,4-13 0,-7 3 0,-1-3 0,3-2 0,-19 0 0,3-1 0,-3 1 0,-2 0 0,-7 6 0,-5 1 0,-3 2 0,-2-5 0,-1 11 0,1-4 0,2 6 0,1 6 0,5 6 0,1 3 0,-5 10 0,3 1 0</inkml:trace>
  <inkml:trace contextRef="#ctx0" brushRef="#br0" timeOffset="86">23387 14889 8912,'-18'-2'0,"1"-3"0,6 3 0,-1-4 0,6 4 0,-5 2 0,7 0 0,-9 8 0,5 3 0,1 4 0,-1 3 0,4-1 0,-6 0 0,9 6 0,-5 0 0,4-2 0,-6-2 0,6-8 0,-3 1 0,3 1 0,2 3 0,0-7 0,7-1 0,5-8 0,3-4 0,2-8 0,1 1 0,4-21 0,3 3 0,2-4 0,-6-1 0,4 0 0,-8 1 0,0 5 0,1 3 0,-1 4 0,0 2 0,0 3 0,-7 11 0,5-3 0,-3 8 0,3 8 0,2 5 0,0 8 0,2 0 0,4 8 0,-2-6 0,8 5 0,-2-7 0,2 2 0,3-6 0,-3-5 0,1 1 0,-1-7 0,2 0 0,-8-8 0,-2-4 0,-4-4 0,-6-7 0,-5-2 0,-4-4 0,-2 4 0,-6-11 0,-3 7 0,-7 2 0,3 1 0,-14 5 0,4 4 0,4 1 0,-4 4 0,4 5 0,2-3 0,0 8 0,-1 5 0,1 8 0,0 0 0,0 1 0,0 7 0,7-6 0,2 4 0,1-4 0,5 5 0,-6-4 0,8 3 0,8-12 0,1-3 0,9-8 0,-1 0 0,6-2 0,2-4 0,1-5 0,5-5 0,1-1 0,-3 0 0,-2 0 0,-2-1 0,-2 9 0,-6-4 0,0 7 0,0 0 0,1 6 0,-7 2 0,0 4 0,-1 3 0,3 8 0,-1 1 0,-6-1 0,5 0 0,-1 0 0,1 0 0,4-1 0,-3-5 0,3-3 0,2-8 0,1 0 0,-1 0 0,0-8 0,8-9 0,2-10 0</inkml:trace>
  <inkml:trace contextRef="#ctx0" brushRef="#br0" timeOffset="87">24505 14305 8912,'-7'-10'0,"3"3"0,-8 7 0,1 0 0,-6 9 0,-1 8 0,1 10 0,6 13 0,-1 6 0,1 6 0,1 5 0,-5 4 0,13 2 0,-4-2 0,4-2 0,10-1 0,-4-14 0,7-4 0,3-4 0,1-9 0,2-2 0,0-8 0,1-8 0,-1-1 0,0-8 0,-6-2 0,1-4 0,-1-1 0,7-7 0,-1 3 0,-8-1 0,7-3 0,-5 4 0,4 5 0,-3-2 0,-1 3 0,1 3 0,-3 5 0,7-1 0,-9 14 0,7-3 0,-3 8 0,1-2 0,5 6 0,0-8 0,0 0 0,0 1 0,6-1 0,2-2 0,2-3 0,-6-5 0,12-7 0,-7 0 0</inkml:trace>
  <inkml:trace contextRef="#ctx0" brushRef="#br0" timeOffset="88">25056 14356 8912,'-27'12'0,"4"-1"0,4 3 0,0 1 0,0 2 0,2 0 0,-4 8 0,13 0 0,-4 5 0,7-3 0,3-2 0,7 4 0,3-8 0,2-6 0,1 0 0,6-9 0,1 0 0,-1-6 0,0 0 0,-2-10 0,-1-5 0,-5-6 0,-1 0 0,-2-4 0,-6 2 0,0 2 0,0 2 0,0 2 0,0 0 0,0-1 0,-8 9 0,-2-6 0,-7 5 0</inkml:trace>
  <inkml:trace contextRef="#ctx0" brushRef="#br0" timeOffset="89">24316 14975 8912,'-17'0'0,"-1"0"0,1 0 0,0 0 0,6 0 0,1-2 0,2-3 0,10 1 0,14-10 0,10-5 0,11 2 0,18-10 0,8 6 0,12-2 0,7-5 0,6 3 0,0 0 0,-2 0 0,4-5 0,-12 3 0</inkml:trace>
  <inkml:trace contextRef="#ctx0" brushRef="#br0" timeOffset="90">25159 14700 8912,'-17'6'0,"0"0"0,-8 7 0,6-3 0,-4 7 0,4 2 0,1 4 0,1 5 0,0 5 0,7 1 0,5 1 0,3-3 0,4-1 0,3-3 0,13-7 0,1 4 0,6-10 0,-1-3 0,-4-4 0,6-8 0,-3 0 0,-5-2 0,-1-4 0,-2-4 0,-9-7 0,-2 0 0,-3-6 0,-1-2 0,-1-2 0,-5-3 0,4 5 0,-13-5 0,3 7 0,5-6 0,1 6 0,-2 0 0,2 6 0,1 0 0,5 0 0,0-1 0</inkml:trace>
  <inkml:trace contextRef="#ctx0" brushRef="#br0" timeOffset="91">25520 14820 8912,'0'-9'0,"0"1"0,0 24 0,-1-11 0,-5 13 0,2-5 0,-6 4 0,3 0 0,-5 0 0,7 1 0,-3-1 0,2 0 0,4 0 0,-5-7 0,7-3 0,0-14 0,3-5 0,7-11 0,7-7 0,4-8 0,4-6 0,4 0 0,-4-6 0,7 8 0,-3-2 0,3 10 0,-5 7 0,4 12 0,-8 3 0,0 8 0,-6 16 0,-6 7 0,-1 17 0,-3 4 0,-1 4 0,-6 6 0,0-4 0,0 4 0,2-14 0,2 6 0,2 0 0,5-6 0,-3 2 0,1-7 0,5-8 0,1-12 0,10 5 0,2-7 0</inkml:trace>
  <inkml:trace contextRef="#ctx0" brushRef="#br0" timeOffset="92">26467 14924 8912,'-10'0'0,"-5"2"0,4 5 0,-5 10 0,-1 1 0,-2 20 0,-4-4 0,-4 12 0,-7 0 0,-1 4 0,1 1 0,5 6 0,1 1-96,-1-9 1,-5 1-1,-1-6 1</inkml:trace>
  <inkml:trace contextRef="#ctx0" brushRef="#br0" timeOffset="93">16606 16437 8912,'-17'-18'0,"2"7"0,1 0 0,3-1 0,-2 1 0,-3 1 0,-1 2 0,-2 3 0,-2 5 0,-4 0 0,-2 0 0,1 2 0,-3 3 0,-4 7 0,5 9 0,-5 2 0,6 7 0,3-3 0,1 2 0,0-1 0,2 1 0,7 3 0,5-1 0,1-2 0,2-6 0,6 5 0,8-5 0,3 6 0,12-8 0,6 2 0,0-10 0,3-1 0,6-1 0,5-1 0,-5 3 0,2-7 0,2 7 0,-2-1 0,-2-3 0,-9 3 0,4-9 0,-16 13 0,2-5 0,-6 4 0,-13 8 0,-5 0 0,-13 8 0,-18-2 0,-6 5 0,-10 6 0,3-9 0,-3 3 0,0-11 0,12 7 0,0-7 0,-4-2 0,15-9 0,1-5 0,18-7 0,3 0 0,14-13 0,5-6 0,3-6 0,2-5 0,8-10 0,2-4 0</inkml:trace>
  <inkml:trace contextRef="#ctx0" brushRef="#br0" timeOffset="94">16761 16781 8912,'0'-8'0,"0"8"0,0 8 0,0 9 0,0 2 0,0 4 0,0-2 0,0 7 0,6-1 0,0 2 0,7-4 0,-5-2 0,3-1 0,5 5 0,-7-8 0,1-3 0,5-3 0,-5 2 0,7-3 0,0-5 0,0-9 0,0-3 0,-7-5 0,-1-9 0,-3-4 0,-4-2 0,4-5 0,-4 1 0,-2 8 0,0-4 0,0 8 0,0 0 0,0 0 0,2 7 0,1 6 0,3 8 0,0 8 0,-6 11 0,8-4 0,-5 13 0,9-3 0,-1 3 0,7 3 0,-1-1 0,0-2 0,0-1 0,0-4 0,1-2 0,-1-2 0,2-6 0,4 0 0,4-8 0,7-1 0</inkml:trace>
  <inkml:trace contextRef="#ctx0" brushRef="#br0" timeOffset="95">17209 16712 8912,'0'-25'0,"-8"6"0,-2-4 0,1 4 0,1 9 0,8 18 0,2 11 0,4 15 0,3 8 0,9 4 0,-1 4 0,0 1 0,0 1 0,6 0 0,0-1 0,0-5 0,-6-2 0,1-2 0,-1-4 0,-2-3 0,-3-7 0,-5-3 0,-7-13 0,0-1 0,-2-7 0,-3 2 0,-5-12 0,-5-4 0,1-9 0,3-4 0,-1-3 0,3-9 0,3 1 0,4-3 0,2-3 0,0 4 0,2-2 0,4 7 0,3-1 0,10 13 0,2-4 0,2 4 0,8 3 0,-2 5 0,1 5 0,-1 4 0,3 2 0,-12 10 0,3 5 0,-4 6 0,-10 10 0,-1-5 0,-8 9 0,-2-3 0,-4-3 0,-3 3 0,-9-3 0,-1 4 0,-2-1 0,-2-3 0,2 1 0,10-7 0,-4 0 0,5-6 0</inkml:trace>
  <inkml:trace contextRef="#ctx0" brushRef="#br0" timeOffset="96">18069 16695 8912,'-29'-18'0,"1"3"0,-1 4 0,2 5 0,-3 4 0,7 2 0,-6 6 0,6-1 0,2 15 0,10-3 0,3 4 0,8-4 0,0 6 0,0 0 0,8 5 0,3-5 0,12 8 0,-2-12 0,8 4 0,1-4 0,3-2 0,1 0 0,1-1 0,-3-3 0,-1-1 0,-3 1 0,-6-5 0,8 7 0,-7-4 0,-2 5 0,-9 1 0,-7 2 0,-3 4 0,-9-6 0,-5 0 0,-9 6 0,-4-6 0,-2 2 0,-7-1 0,-6-7 0,5 4 0,7-3 0,-1-3 0,-5 3 0,5-8 0,0 1 0,8-3 0,-4-4 0,10-5 0,4-10 0,3-8 0,8-10 0</inkml:trace>
  <inkml:trace contextRef="#ctx0" brushRef="#br0" timeOffset="97">18430 16471 8912,'18'-40'0,"-3"0"0,-4 2 0,-3 9 0,-8 12 0,0 9 0,0 16 0,0 3 0,0 12 0,0 6 0,0 9 0,0 2 0,0 8 0,0-4 0,0 0 0,8 0 0,3-6 0,5 4 0,1 2 0,-2 0 0,-3 2 0,1 1 0,-7-6 0,5 4 0,-5-5 0,-2 8 0,-10-2 0,-4-4 0,-7-7 0,-8-11 0,-1-6 0</inkml:trace>
  <inkml:trace contextRef="#ctx0" brushRef="#br0" timeOffset="98">18344 16970 8912,'0'-18'0,"0"1"0,0-2 0,0-4 0,0 4 0,2-4 0,4 4 0,6 2 0,11 0 0,3 0 0,9-1 0,7 1 0,4 0 0,-4 0 0,7 0 0,-3-1 0,0 1 0,-4 2 0,-7 3 0,-12 5 0,1 7 0,-6 0 0,-9 2 0,-1 3 0,-2 9 0,-1 7 0,-1 7 0,-2 5 0,-2 1 0,0 1 0,0-1 0,0 0 0,0 1 0,0-1 0,-2 1 0,-2-3 0,-1-3 0,-1-2 0,6-5 0,-8-2 0,6 4 0,-5-14 0,-1-10 0,-2-10 0</inkml:trace>
  <inkml:trace contextRef="#ctx0" brushRef="#br0" timeOffset="99">18792 16230 8912,'-27'0'0,"2"0"0,8 0 0,6 0 0,-1 0 0,8 0 0,-3 2 0,7 4 0,5-2 0,1 7 0,7-7 0,-1 2 0,-2-4 0,1-2 0,-5 0 0,5 0 0,-7 0 0,9-2 0,-7-4 0,-2 2 0,-10-7 0,-5-3 0,-5 7 0,-1-7 0,0 9 0,0-1 0,-8 6 0,-2 0 0</inkml:trace>
  <inkml:trace contextRef="#ctx0" brushRef="#br0" timeOffset="100">19222 16230 8912,'-17'0'0,"0"0"0,-1 2 0,1 4 0,0 11 0,6 12 0,1 11 0,2 6 0,3 3 0,5 3 0,0 2 0,0 3 0,5-4 0,1 5 0,7-5 0,-3-1 0,2-3 0,-1-3 0,-5-6 0,5-11 0,-7-12 0,11-2 0,-11-13 0,6 2 0,-3-8 0,5-5 0,-6-8 0,7-6 0,-2 0 0,-1-8 0,1 3 0,-1-5 0,1-1 0,3 5 0,-8 0 0,5 8 0,-5-2 0,0 4 0,-6 2 0,1 8 0,5 3 0,-4 4 0,6 2 0,-8 8 0,0 3 0,2 4 0,3 3 0,-3-1 0,4 0 0,4 0 0,-1 0 0,8-1 0,1-5 0,-7-3 0,1-8 0,1 0 0,2 0 0,2 0 0,1 0 0,-1 0 0,0 0 0,0-6 0,0 0 0,1-5 0,-1 5 0,0-7 0,0 1 0,-1 3 0,-5-3 0,4 8 0,-13-5 0,6 5 0,0-2 0,-7 1 0,7 6 0,-8 5 0,2 2 0,2 5 0,2-1 0,-3 1 0,-1 2 0,-2 3 0,6-1 0,0 0 0,5 0 0,-5 0 0,2 0 0,-3 1 0,-3-1 0,6 0 0</inkml:trace>
  <inkml:trace contextRef="#ctx0" brushRef="#br0" timeOffset="101">19067 16660 8912,'-25'0'0,"6"-6"0,-4 1 0,12-1 0,5 6 0,12 0 0,7 0 0,14 0 0,7 0 0,18 0 0,3-2 0,10-4 0,0-3-932,12-8 932,-1-1 0,3-6 0,7-3 0</inkml:trace>
  <inkml:trace contextRef="#ctx0" brushRef="#br0" timeOffset="102">19979 16282 8912,'-11'2'0,"-1"4"0,9 5 0,-3 12 0,4 4 0,2 7 0,2 2 0,4 3 0,5 3 0,4 2 0,2-4 0,1 6 0,-3-3 0,-4 3 0,3 2 0,-8-8 0,-1 0 0,-5-5 0,-7-1 0,-5 4 0,-11-3 0,-5-9 0,1-7 0,-2-7 0,0 3 0,-5-5 0</inkml:trace>
  <inkml:trace contextRef="#ctx0" brushRef="#br0" timeOffset="103">19790 16866 8912,'-17'0'0,"3"0"0,9 0 0,22 0 0,21 0 0,4 0 0,8 0 0,-4 0 0,3-1 0,3-5 0,2-2 0,1-5 0,2 1 0,7 1 0,-7-6 0,0 5 0,-7 1 0,-4-3 0,-4-1 0,-8-2 0</inkml:trace>
  <inkml:trace contextRef="#ctx0" brushRef="#br0" timeOffset="104">20582 16781 8912,'-10'0'0,"2"1"0,8 5 0,0 6 0,0 11 0,0 3 0,0 11 0,0 3 0,0 6 0,0 3 0,2 3 0,2-3 0,4-1 0,-1-4 0,1-2 0,5-2 0,-11-13 0,14-10 0,-7-9 0</inkml:trace>
  <inkml:trace contextRef="#ctx0" brushRef="#br0" timeOffset="105">20599 16385 8912,'-29'-2'0,"0"-4"0,8 5 0,-2-5 0,10 4 0,2 2 0,9 2 0,2 4 0,9 3 0,14 8 0,6 0 0,3 1 0,3-1 0</inkml:trace>
  <inkml:trace contextRef="#ctx0" brushRef="#br0" timeOffset="106">21098 16849 8912,'-44'35'0,"6"-3"0,7-1 0,8-3 0,6-7 0,5 2 0,5-4 0,7-1 0,0-1 0,7-2 0,5-3 0,5-5 0,6-7 0,6 0 0,-4-7 0,5-3 0,-7-7 0,0-2 0,-6-4 0,0 4 0,1-4 0,-9-2 0,-3 2 0,-4 2 0,-2 0 0,0-2 0,0 4 0,-14 0 0,-5 9 0,-5 3 0,-5-1 0,-6 2 0,1 4 0,0-3 0,-1 10 0,3 5 0,3 7 0,6 0 0,4 0 0,9-5 0,5-1 0,18-1 0,12 1 0,11-5 0,10-12 0,11-5 0,-3-10 0,3-2 0,3-6 0,-3 6 0,-2-5 0,-9 3 0,-6-2 0,-11 6 0,2 2 0,-8 8 0,-8 7 0,-7 4 0,-8 13 0,0 8 0,0 4 0,0 7 0,0 3 0,0-5 0,0 11 0,0 1 0,0-2 0,0-2 0,0-8 0,0-1 0,0-8 0,0 2 0,0-11 0,-2 1 0,-4-7 0,4-3 0,-4-8 0,4-11 0,2-6 0,0-15 0,0 3 0,0-12 0,6 8 0,0-8 0,7 0 0,-1-5 0,3-1 0,4 2 0,2 4 0,2 6 0,6 12 0,-4 7 0,1 7 0,-5 7 0,10 9 0,-8 5 0,-2 10 0,6 8 0,-8 17 0,4 4 0,2 4 0,-2 1 0,9 7 0,1-1 0,5-2 0,2-1 0,2 5 0,2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1:46:04.534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23438 5657 8912,'-17'-10'0,"0"-5"0,0 5 0,1-7 0,5 0 0,3 7 0,8 3 0,2 8 0,6 5 0,7 6 0,8 3 0,4 2 0,-6 8 0,11 2 0,-3 7 0,3 1 0,3-1 0,-6 0 0,-1 1 0,3-1 0,1 0 0,3 3 0,-1 3 0,-5-4 0,0 4 0,-3-3 0,3-3 0,-2-5 0,-4-1 0,-10-7 0,4 2 0,-9-6 0,3-5 0,-7 3 0,2-13 0,-12 4 0,-11-20 0,-10-5 0</inkml:trace>
  <inkml:trace contextRef="#ctx0" brushRef="#br0" timeOffset="1">23954 5657 8912,'-7'17'0,"-5"6"0,-11 0 0,-3 7 0,-9-1 0,1 3 0,-1 5 0,1 3 0,0 4 0,-1 7 0,-7 8 0,11-7 0,-1 2 0,5-7 0,4-9 0,12 4 0,1-9 0,3-4 0,1-10 0,6-8 0,0-7 0,7-4 0,1-11 0,6-10 0,-3-2 0,8-16 0,8 3 0</inkml:trace>
  <inkml:trace contextRef="#ctx0" brushRef="#br0" timeOffset="2">24213 5914 8912,'-6'18'0,"0"-1"0,2 0 0,2-7 0,2-3 0,8-7 0,4 0 0,3 0 0,4-2 0,4-3 0,-2-5 0,6-5 0,-2 3 0,5-3 0,-11 11 0,4-7 0,2 5 0,-2-5 0,0 7 0,-6-2 0,0 4 0,-7-6 0,-2-1 0,-8-8 0</inkml:trace>
  <inkml:trace contextRef="#ctx0" brushRef="#br0" timeOffset="3">24333 6224 8912,'10'0'0,"-1"0"0,-3 0 0,-4 0 0,13 0 0,-3 0 0,3-10 0,2-7 0,8-2 0,4-10 0,3 6 0,3-5 0,5 7 0,2-4 0,2 0 0,-6 6 0,4-13 0,-8 5 0</inkml:trace>
  <inkml:trace contextRef="#ctx0" brushRef="#br0" timeOffset="4">25779 5502 8912,'0'-17'0,"-8"-1"0,-2 3 0,-7 4 0,4-3 0,-3 7 0,-5-1 0,-3 0 0,-7 5 0,-3 1 0,-7 2 0,-4 0 0,-5 0 0,-2 7 0,-1-3 0,-5 8 0,5-1 0,-5 6 0,14 0 0,10 1 0,2-1 0,9 0 0,2 0 0,7 0 0,5 1 0,1-1 0,2 2 0,6 4 0,0-4 0,0 4 0,0 4 0,0 1 0,6-1 0,0 2 0,1 7 0,-3 10 0,2 3 0,0 3 0,-6 7 0,0 4 0,0 6 0,0 6 0,0 1-233,0 4 0,0 6 233,0 0 0,0 4 0,0-39 0,0 1 0,-3-2 0,0-1 0,0 6 0,0-1 0,-1-2 0,0-1 0,2-1 0,-1 0 0,-3-1 0,0-1 0,-3 48 0,4-47 0,0-1 0,-2 44 0,1-4 0,6-2 0,0-8 0,0-3 0,0-10-37,0-2 0,2-8 37,3 2 0,5 2 0,7-1 0,0-1 0,1-7 0,-1-4 0,8-4 0,7-10 0,12-3 0,4-6 0,7-6 0,5-6 0,3-3 0,6-8 0,-1 0 0,-4 0 0,-1 0 0,-10-8 0,-1-3 0,-4-2 0,-14 1 0,2 3 231,-13 3 1,-5 4-232,-7-4 0,-1 2 77,1-1-77,-3 3 0,-10-6 0,-4 8 0,4-8 0,-7-3 0,3-12 0,-4-11 0,-7-10 0</inkml:trace>
  <inkml:trace contextRef="#ctx0" brushRef="#br0" timeOffset="5">26226 5519 8912,'11'0'0,"-1"2"0,0 2 0,-1 1 0,5-1 0,1-2 0,2-2 0,6 0 0,0 0 0,0 2 0,-6 4 0,6-2 0,0 5 0,-4 1 0,-4-1 0,-3 5 0,-8 1 0,3 2 0,-7 2 0,0 2 0,0 2 0,-5 2 0,-5-4 0,-5 2 0,1 0 0,-10-6 0,6-2 0,1-3 0,0 3 0,5-13 0,1 4 0,7-4 0,-4-10 0,8-2 0</inkml:trace>
  <inkml:trace contextRef="#ctx0" brushRef="#br0" timeOffset="6">26587 5450 8912,'-17'10'0,"0"-1"0,0-3 0,5 4 0,1 7 0,7 8 0,-9 1 0,7 9 0,0-7 0,6 1 0,2 2 0,4 1 0,5 3 0,-3-9 0,7 5 0,-1-8 0,7-2 0,-2-10 0,6 3 0,-8-9 0,0 1 0,0-6 0,0-8 0,1-1 0</inkml:trace>
  <inkml:trace contextRef="#ctx0" brushRef="#br0" timeOffset="7">26914 5639 8912,'0'12'0,"0"-1"0,0 1 0,0 5 0,0 0 0,0 2 0,0 4 0,0 4 0,0 7 0,0 1 0,2-1 0,2 0 0,2 3 0,-2 3 0,5-4 0,-7 4 0,4-9 0,-4-3 0,-18-6 0,-3 2 0</inkml:trace>
  <inkml:trace contextRef="#ctx0" brushRef="#br0" timeOffset="8">26260 6516 8912,'-17'0'0,"6"0"0,-1 0 0,8-2 0,-1-3 0,5-3 0,5-4 0,7 7 0,3 3 0,8-4 0,2 0 0,2 3 0,0 1 0,3 2 0,-1 0 0,-6 0 0,2 2 0,-6 3 0,2 5 0,-12 7 0,1 0 0,-2 8 0,-10 0 0,-4 5 0,-6-1 0,-3 0 0,-8 5 0,0 1 0,-5-7 0,5 1 0,5-10 0,7 0 0,-2-6 0,5-9 0,0 4 0,8-16 0,8-17 0,1-11 0</inkml:trace>
  <inkml:trace contextRef="#ctx0" brushRef="#br0" timeOffset="9">26570 6396 8912,'-6'17'0,"-1"2"0,-3 2 0,-3 2 0,-2 8 0,-1-10 0,5 7 0,-5 1 0,5 5 0,3-1 0,3-5 0,3 5 0,4-6 0,3-1 0,5-1 0,7-8 0,0 1 0,1-3 0,-1-4 0,0-5 0,0-4 0,0-2 0,1-8 0,-1-1 0</inkml:trace>
  <inkml:trace contextRef="#ctx0" brushRef="#br0" timeOffset="10">26846 6499 8912,'11'0'0,"0"0"0,1 0 0,5 0 0,0 0 0,1 0 0,-1 0 0,0 0 0,0-6 0,0 1 0,1 1 0,-1 2 0,0 2 0,0 0 0,0 7 0,-7 9 0,-4 7 0,-6 7 0,-6-1 0,-4 3 0,-7 3 0,0 5 0,0 0 0,0 6 0,-1-8 0,1-5 0,8 1 0,-5-15 0,9 4 0,1-4 0,2-9 0,6-3 0,5-7 0,8 0 0,2 0 0,6-6 0,-2 1 0,0-9 0,-6 3 0,1-4 0,-1-3 0</inkml:trace>
  <inkml:trace contextRef="#ctx0" brushRef="#br0" timeOffset="11">26691 7187 8912,'0'9'0,"0"-1"0,0 0 0,7-7 0,-5 7 0,14-8 0,-7 0 0</inkml:trace>
  <inkml:trace contextRef="#ctx0" brushRef="#br0" timeOffset="12">26725 7410 8912,'0'17'0,"0"-5"0,0-1 0,-2-7 0,-4 2 0,5-4 0,-7-2 0,8 0 0,0 0 0</inkml:trace>
  <inkml:trace contextRef="#ctx0" brushRef="#br0" timeOffset="13">26708 7651 8912,'-8'10'0,"6"-3"0,-5-7 0,7 0 0,0 0 0,7-7 0,3-3 0</inkml:trace>
  <inkml:trace contextRef="#ctx0" brushRef="#br0" timeOffset="14">26725 7806 8912,'-9'9'0,"-1"-1"0,4-8 0,4 0 0,-5 0 0,7-8 0,0-1 0,0-9 0</inkml:trace>
  <inkml:trace contextRef="#ctx0" brushRef="#br0" timeOffset="15">26295 7943 8912,'-12'6'0,"1"0"0,7-1 0,-4-6 0,10-3 0,4-2 0,4 0 0,7 6 0,0 0 0,0 6 0,0 2 0,1 1 0,-1 3 0,-2 5 0,-3 0 0,1 2 0,-7 4 0,5-4 0,-5 4 0,0 2 0,-6-2 0,0 0 0,-2-4 0,-4 4 0,-3-4 0,-9 4 0,1-6 0,0-6 0,-8 5 0,6-14 0,-4 3 0,4-3 0,2-2 0</inkml:trace>
  <inkml:trace contextRef="#ctx0" brushRef="#br0" timeOffset="16">26484 7892 8912,'-17'2'0,"0"3"0,0 5 0,-1 7 0,1 0 0,6 6 0,1 2 0,1 2 0,-1 3 0,6 3 0,-2 1 0,6-1 0,6-5 0,2 3 0,3-8 0,10 5 0,-4-5 0,5-2 0,-5-9 0,0-6 0,2-5 0,0-2 0,-2-5 0,12-4 0,-10-7 0</inkml:trace>
  <inkml:trace contextRef="#ctx0" brushRef="#br0" timeOffset="17">26759 8012 8912,'10'17'0,"-4"0"0,1 1 0,-1-1 0,0-6 0,-6 1 0,0 1 0,0 8 0,0 2 0,0 0 0,0 2 0,0 2 0,0 1 0,0-1 0,0-2 0,0 5 0,0-11 0,0 4 0,0-4 0,0-1 0,0-1 0,0 0 0,0-7 0,0-3 0,0-9 0,0-3 0,0-9 0,0-7 0,0-7 0,0-5 0,0-1 0,2-3 0,4-1 0,5-2 0,-3 0 0,7 7 0,-4 5 0,5-3 0,1 8 0,2 2 0,4 10 0,-4 3 0,4 8 0,2 2 0,0 4 0,0 7 0,0 8 0,-1 6 0,-1 7 0,-4 1 0,4-1 0,-4-1 0,-1-5 0,-1 3 0,0-8 0,0-8 0,1-7 0</inkml:trace>
  <inkml:trace contextRef="#ctx0" brushRef="#br0" timeOffset="18">28532 5313 8912,'-11'5'0,"-1"1"0,8 0 0,-3-4 0,7 4 0,0-3 0,0 9 0,0-1 0,1 6 0,3 1 0,2-1 0,2 6 0,-3 0 0,-1 9 0,6-1 0,-3 3 0,-3-1 0,0-3 0,2 5 0,-4-1 0,3-2 0,-3-3 0,-2 4 0,6-20 0,0 4 0,2-5 0,-3-1 0,-3-3 0,6-8 0</inkml:trace>
  <inkml:trace contextRef="#ctx0" brushRef="#br0" timeOffset="19">28601 6396 8912,'-10'11'0,"5"1"0,-3-1 0,2 6 0,0 3 0,6 1 0,0 1 0,6 3 0,0-4 0,0 4 0,1 2 0,-3 0 0,6 3 0,-3-1 0,-3 1 0,4-3 0,-3 2 0,1-8 0,-6 2 0,0-4 0,0-2 0,0-7 0,0-3 0</inkml:trace>
  <inkml:trace contextRef="#ctx0" brushRef="#br0" timeOffset="20">28652 7359 8912,'0'9'0,"0"-1"0,0-6 0,0 3 0,-7-3 0,5 6 0,-6 0 0,8 1 0</inkml:trace>
  <inkml:trace contextRef="#ctx0" brushRef="#br0" timeOffset="21">28687 7548 8912,'-12'11'0,"1"1"0,5-8 0,-5 1 0,7-3 0,-4-2 0,10-2 0,4-3 0,-4 3 0,13-14 0,-5 7 0</inkml:trace>
  <inkml:trace contextRef="#ctx0" brushRef="#br0" timeOffset="22">28704 7720 8912,'-15'2'0,"1"1"0,3 3 0,7 0 0,-11-6 0,13 0 0,-6 0 0,16 0 0,1 0 0,9 0 0</inkml:trace>
  <inkml:trace contextRef="#ctx0" brushRef="#br0" timeOffset="23">28635 8012 8912,'-6'11'0,"-1"-1"0,-3-2 0,6 5 0,-3-9 0,7 7 0,0 1 0,0 5 0,2-6 0,3 1 0,-3 1 0,4 10 0,2-4 0,-3 6 0,-1-2 0,-2 2 0,-2 2 0,0-6 0,0 3 0,0-6 0</inkml:trace>
  <inkml:trace contextRef="#ctx0" brushRef="#br0" timeOffset="24">28566 5141 8912,'-11'9'0,"-1"-3"0,-1-4 0,7-4 0,6-4 0,12-3 0,9-1 0,6-5 0,9 3 0,4-1 0,6 2 0,11-5 0,6 7 0,8-3 0,9 1 0,1 5 0,11-3 0,-6 1 0,-6 4 0,-4 10 0,-7 5 0,-9 7 0,-11 4 0,-11 7 0,-11 5 0,-8 7 0,2 10 0,-19 5 0,4 7 0,-4 2 0,-2 9 0,0-1 0,0 7 0,0-2 0,0 6 0,0 0 0,0 4 0,0-37 0,0 1 0,0 0 0,0 0 0,0 4 0,0 0-180,0-1 0,0-1 1,2 2-1,2-1 180,-2-1 0,1 1 0,3 0 0,0 1 0,-3 1 0,0 0 0,-2-2 0,1-1 0,2-2 0,0-1 0,-1-2 0,0 0 0,1 1 0,0 1 0,-1-2 0,-1-1 0,-1 2 0,0 0 0,3-1 0,0-1-186,3 44 0,-3-4 186,8-2 0,-7-2 0,5-4 0,-2-6 0,-3-3 0,-6-8 0,-5-2 0,-6-1 0,-3-11 0,-4-7 0,-4-7 0,4-3 0,-4-1 0,4-5 0,2-1 345,-1-2 1,1-11-346,0-1 0,5-7 133,1 2 0,0 1 1,-9-1-134,-3-2 0,4-2 0,-19 3 0,4 1 0,-20 0 0,-5-4 0,-14 2 0,-17 3 0,37-2 0,-1 0 0,2-3 0,-1 0 0,-3 2 0,1 1 0,-37 1 0,20-4 0,9 4 0,11-4 0,12-2 0,11 0 0,0-16 0,3-3 0</inkml:trace>
  <inkml:trace contextRef="#ctx0" brushRef="#br0" timeOffset="25">13268 5880 8912,'-10'0'0,"1"0"0,3 0 0,4 0 0,-6 0 0,10 0 0,2-2 0,2-4 0,2 5 0,-3-5 0,-3 2 0,6 0 0,0-4 0,3-1 0,-3 5 0,9-11 0,-2 3 0,6-3 0,2-2 0,2-8 0,6-2 0,7 1 0,-2-7 0,6 14 0,-7-4 0,-1 4 0,-7 2 0,-2 5 0,-8 3 0,0 1 0,0 10 0,-5 2 0,-3 7 0,-1 3 0,-2 7 0,-4 2 0,1-2 0,3-2 0,0-2 0,2 0 0,1 0 0,8-7 0,1-2 0</inkml:trace>
  <inkml:trace contextRef="#ctx0" brushRef="#br0" timeOffset="26">21614 8012 8912,'0'-17'0,"0"5"0,0 1 0,-6 5 0,1-5 0,1-3 0,2 5 0,2-3 0,0 8 0,0-11 0,-2 13 0,-2-5 0,-2-1 0,-7 6 0,3-6 0,-7 8 0,0 0 0,0 0 0,0 0 0,-8 2 0,-4 2 0,-3 2 0,-10 7 0,-4-1 0,-6 3 0,-5 2 0,-5 2 0,-6 4 0,1-2 0,4 8 0,-2-6 0,7 6 0,3 1 0,9-5 0,6 5 0,11-7 0,6-2 0,4-1 0,9-3 0,5 0 0,3-8 0,2-1 0,0-8 0,7 0 0,-3-2 0,8-4 0,-8-3 0,3-8 0,1-16 0,1-3 0</inkml:trace>
  <inkml:trace contextRef="#ctx0" brushRef="#br0" timeOffset="27">20668 7840 8912,'-12'0'0,"1"0"0,-3 0 0,-1 8 0,-4 5 0,-2 10 0,-2 11 0,0 8 0,0 12 0,0 3 0,-6 4 0,6 8 0,4-2 0,6-6 0,7-9 0,4-5 0,2-12 0,4 1 0,8-13 0,-1 0 0,23-13 0,1-5 0,1-3 0,10-2 0,-6 0 0,4-2 0,-2-3 0,4-1 0,-6-11 0,16 3 0,-3-11 0</inkml:trace>
  <inkml:trace contextRef="#ctx0" brushRef="#br0" timeOffset="28">21786 8545 8912,'-17'-10'0,"6"-3"0,-1 7 0,1 4 0,1 6 0,0 12 0,7 8 0,-3 3 0,0 4 0,6 7 0,-2 2 0,-4-2 0,5 0 0,-7 1 0,2 1 0,0-2 0,-1-2 0,3-3 0,-2-5 0,2-5 0,-5-4 0,5-9 0,-6-6 0,3-8 0,3-8 0,-4-12 0,3-11 0,-1-7 0,6-9 0,0-3 0,0-3 0,0 1 0,0-7 0,0 2 0,0-2 0,8 4 0,-5 15 0,9 4 0,-1 4 0,7 1 0,1 14 0,4 4 0,-2 13 0,7 4 0,3 10 0,-6 15 0,0 9 0,-2 8 0,-1 2 0,3 6 0,-2-4 0,-6 1 0,1-1 0,-1 4 0,-9-14 0,5 4 0,-2-3 0,-7-3 0,4 0 0,-10-1 0,-4-5 0,-3 5 0,-10-8 0,-4 1 0,-6-8 0,-4-1 0,-1-8 0</inkml:trace>
  <inkml:trace contextRef="#ctx0" brushRef="#br0" timeOffset="29">21562 8837 8912,'0'-17'0,"0"0"0,0 0 0,2 1 0,6 3 0,9 2 0,8-1 0,17-5 0,4 0 0,6 0 0,5-1 0,4-6 0,8-3 0</inkml:trace>
  <inkml:trace contextRef="#ctx0" brushRef="#br0" timeOffset="30">22130 8648 8912,'-28'8'0,"1"3"0,2 5 0,4 1 0,2 0 0,2 0 0,1 6 0,5 0 0,-2 2 0,7-2 0,0-4 0,6 6 0,2-8 0,4 0 0,-4-7 0,13-3 0,-4-7 0,5 0 0,1 0 0,0-4 0,0-5 0,1-8 0,-1-12 0,0 2 0,0-9 0,0-4 0,1 4 0,-7-6 0,1 5 0,1-3 0,-4-2 0,1-4 0,0 6 0,-1 4 0,-5 1 0,4 9 0,-8 3 0,0 4 0,0 9 0,0 2 0,-2 29 0,-4 8 0,4 15 0,-4 2 0,4 4 0,2 1 0,0 1 0,0-3 0,0-3 0,0-6 0,6 1 0,0-7 0,7 2 0,-1-13 0,1 0 0,0-8 0,-1-3 0,-1-5 0,7-8 0,-3-5 0,-4-6 0,5-3 0,-7-10 0,8-2 0,1 1 0,-1-7 0,-6 7 0,-1-9 0,-1 3 0,1 3 0,-4-2 0,5 8 0,-7 1 0,2 4 0,-4 9 0,5 1 0,-5 10 0,4 6 0,-4 9 0,0 2 0,2 8 0,1 0 0,-1-1 0,6-5 0,-6 10 0,7-6 0,2 1 0,-5 3 0,6-2 0,-9-2 0,-1-1 0,6 3 0,-8 2 0,3-2 0,-3-3 0,-4 5 0,-3-6 0,-7-2 0,-3-2 0,-4-4 0,-4-3 0,4-4 0,-4-8 0,-4 0 0,0-16 0,-7-3 0</inkml:trace>
  <inkml:trace contextRef="#ctx0" brushRef="#br0" timeOffset="31">22423 8339 8912,'0'-10'0,"0"1"0,0 3 0,0 4 0,8-6 0,1 8 0,8 0 0,2 0 0,4 0 0,4 2 0,2 2 0,0 2 0,-1 7 0,7-9 0,-1 7 0,-5-5 0,-1 6 0,-7-7 0,2 7 0,-4 1 0,-9-5 0,3 7 0,-7-3 0,0 3 0,-8 2 0,-2 2 0,-2 4 0,-7-4 0,3 8 0,-7-4 0,6-2 0,-1 7 0,7-5 0,-5 4 0,2-2 0,3-2 0,5 0 0,0 0 0,0 0 0,7-14 0,5-3 0,3-4 0,4-4 0,4-4 0,-4-3 0,4-8 0,-6-6 0,-3-2 0,-3-2 0,1 6 0,-3-4 0,-3 6 0,-4-4 0,-4 4 0,-4-4 0,-1 10 0,-5 1 0,-3 8 0,3-1 0,-3 3 0,-2 2 0,2 2 0,1 2 0,3 1 0,7 9 0,-4-5 0,8 3 0,0-1 0,2-7 0,4 2 0,5-4 0,5-2 0,3 0 0,2 0 0,2 0 0,2-6 0,-2 0 0,-4-5 0,4 5 0,-4-7 0,4 9 0,0-8 0,0 8 0,-6-3 0,0 7 0,0 0 0,-5 0 0,-3 2 0,1 3 0,-1 7 0,-5 3 0,10 2 0,-9 1 0,3 4 0,-2 1 0,-4 0 0,3-5 0,-3-1 0,-2 0 0,0 0 0,-2-2 0,-3-3 0,-5 3 0,-1-13 0,-1 4 0,-1-4 0,-3-18 0,-1-3 0</inkml:trace>
  <inkml:trace contextRef="#ctx0" brushRef="#br0" timeOffset="32">23094 8425 8912,'10'-18'0,"5"3"0,-4 4 0,-1-5 0,1 5 0,-5 3 0,6 3 0,1 3 0,-5 2 0,7 0 0,-4 0 0,5 7 0,1 3 0</inkml:trace>
  <inkml:trace contextRef="#ctx0" brushRef="#br0" timeOffset="33">23387 8579 8912,'0'21'0,"0"-3"0,0-5 0,0 4 0,0-5 0,0-1 0,0-7 0,0 11 0,0-13 0,0 6 0,0-10 0,0-4 0,0-5 0,0-5 0,0-1 0,0 0 0,0 0 0,0 0 0,0-1 0,0 1 0,5-2 0,1-4 0,2 4 0,-3-4 0,-3 4 0,8 4 0,-6 1 0,1 3 0,3 7 0,-2-2 0,5 4 0,5 2 0,-5 2 0,1 4 0,1 6 0,-5 3 0,7 2 0,-4 0 0,3 0 0,-3 1 0,5-7 0,-5-1 0,4-3 0,-3 5 0,-1-7 0,3-1 0,1-2 0,2-9 0,0-5 0,1-11 0,-7 2 0,0-8 0,-1 1 0,2-7 0,1 1 0,-5-2 0,1-4 0,-5-4 0,9-6 0,-7 2 0,-2 2 0,-2 8 0,-2 0 0,0 7 0,0 9 0,0 2 0,0 11 0,0 11 0,0 15 0,-2 10 0,-2 13 0,-2 6 0,-7 3 0,11 5 0,-4 1 0,4 3 0,2-3 0,0-9 0,2-6 0,4-4 0,-4-1 0,13-1 0,-3-2 0,3-3 0,2-4 0,0-14 0,1 1 0,-9-8 0,-1-4 0,-8-10 0</inkml:trace>
  <inkml:trace contextRef="#ctx0" brushRef="#br0" timeOffset="34">23731 8459 8912,'0'-17'0,"0"7"0,2-3 0,3 7 0,7 2 0,3-5 0,10 1 0,6-5 0,7 1 0,-2 9 0,8-11 0,-6 8 0,3 3 0,-3 1 0,-10 2 0,-5 0 0,-11 15 0,-4 4 0</inkml:trace>
  <inkml:trace contextRef="#ctx0" brushRef="#br0" timeOffset="35">21786 9886 8912,'-17'0'0,"2"2"0,1 4 0,3 5 0,7 4 0,-2 3 0,4 1 0,2-11 0</inkml:trace>
  <inkml:trace contextRef="#ctx0" brushRef="#br0" timeOffset="36">21761 9965 8912,'10'-45'0,"5"0"0,2 3 0,1 3 0,-1 7 0,0 1 0,0 12 0,0 8 0,1 11 0,-1 11 0,-2 8 0,-3 16 0,-5 7 0,-1-4 0,0 6 0,-2-2 0,3-2 0,-1-6 0,-2-1 0,-2-4 0,-2-5 0,0-6 0,0-1 0,0-6 0,0 1 0,0-8 0,0 1 0,0-10 0,0-7 0,0-9 0,0-2 0,7-7 0,-3 3 0,8-8 0,1 1 0,-3 0 0,1-1 0,2 3 0,3 3 0,1 4 0,0 10 0,0 4 0,1 3 0,-1 8 0,0 2 0,0 4 0,0 5 0,1 4 0,5 2 0,1 1 0,3-1 0,2 0 0,0-5 0,-1-3 0,3-1 0,1-3 0,1-5 0,-3 0 0,-1 0 0,-16 0 0,10-7 0,-11-5 0,-3-3 0,3-2 0,-8-6 0,1 0 0,-10 0 0,-7 6 0,-3 0 0,-2 1 0,0 3 0,-1 2 0,-5 7 0,0-2 0,1 6 0,4 6 0,1 3 0,0 9 0,0-1 0,7 0 0,-5 2 0,5 2 0,1 2 0,1 0 0,8-6 0,0 0 0,0 0 0,0-5 0,2-3 0,4-1 0,5-4 0,4-2 0,8-4 0,0-6 0,-2-9 0,6 0 0,-8-14 0,4 6 0,-4-1 0,-1-3 0,-1 0 0,-2 3 0,-3 1 0,3 2 0,-4 6 0,5 7 0,-7 3 0,5 8 0,-9 5 0,3 6 0,-2 11 0,3 3 0,3-5 0,-3-3 0,-1-3 0,5-8 0,-3 1 0,1-2 0,1 0 0,-1-1 0,6-5 0,1-2 0,-1-3 0,0-5 0,-2-9 0,-1-4 0,-3-6 0,1 5 0,5-11 0,-2 3 0,-3-6 0,1-3 0,-7 7 0,-2-2 0,-2-4 0,-2 3 0,0 1 0,0 7 0,-8 8 0,6-4 0,-6 16 0,8 5 0,0 14 0,0 9 0,0 6 0,0 3 0,0 7 0,0 1 0,0 2 0,0 2 0,2 2 0,2-3 0,2 1 0,7 0 0,-5-6 0,5-1 0,-1-5 0,-1 5 0,6-14 0,-1 4 0,-5-4 0,4-4 0,-3-3 0,3 3 0,2-6 0</inkml:trace>
  <inkml:trace contextRef="#ctx0" brushRef="#br0" timeOffset="37">22956 9611 8912,'0'11'0,"0"1"0,0-8 0,2 3 0,4-7 0,4-2 0,7-3 0,0-7 0,0-3 0,8-2 0,8 0 0,7-1 0,6-5 0,-6 1 0,0-1 0,2 5 0,2 1 0</inkml:trace>
  <inkml:trace contextRef="#ctx0" brushRef="#br0" timeOffset="38">23524 9508 8912,'0'17'0,"0"0"0,8-7 0,-4 3 0,7-7 0,-7 7 0,9-9 0,-7 8 0,6-7 0,-7 7 0,9-1 0,-3 6 0,-1-5 0,-1-1 0,-1 3 0,-2-7 0,-4 7 0,3-9 0,-3 1 0,6-6 0,-8 0 0,0-8 0,0-3 0,0-4 0,0-4 0,2-4 0,2-4 0,1 0 0,9-5 0,-10 13 0,7-4 0,-1 4 0,1 1 0,4 1 0,-3 2 0,3 3 0,-5-3 0,5 13 0,-3-3 0,3 3 0,-4 4 0,1 1 0,-1 5 0,-1 2 0,5 1 0,-11 6 0,7 0 0,-7 1 0,2-1 0,-4-6 0,-2 1 0,6-1 0,-1 6 0,1-5 0,-6-1 0,-8-7 0,-1 4 0</inkml:trace>
  <inkml:trace contextRef="#ctx0" brushRef="#br0" timeOffset="39">23817 9216 8912,'-6'-23'0,"0"0"0,-7 0 0,9 6 0,-7-1 0,7 1 0,-4 6 0,8-1 0,8 8 0,3-1 0,7 3 0,4 2 0,3 0 0,4 0 0,3 0 0,-5 7 0,8 3 0</inkml:trace>
  <inkml:trace contextRef="#ctx0" brushRef="#br0" timeOffset="40">24195 9250 8912,'0'11'0,"0"1"0,0 1 0,0 2 0,0 3 0,2-3 0,4-4 0,-2 5 0,7-5 0,3 4 0,1 3 0,10-1 0,-6 0 0,4 0 0,2 0 0,-2 1 0,2-1 0,-2 0 0,-4 0 0,4 0 0,-4 1 0,-2-1 0,0-8 0,0-3 0,1-4 0,-9-10 0,6-9 0,-5-10 0</inkml:trace>
  <inkml:trace contextRef="#ctx0" brushRef="#br0" timeOffset="41">24540 9250 8912,'-18'9'0,"1"7"0,0-5 0,-6 12 0,0 6 0,-8 11 0,3 6 0,-3 3 0,3 3 0,-5 5 0,6 1 0,0-3 0,15-25 0</inkml:trace>
  <inkml:trace contextRef="#ctx0" brushRef="#br0" timeOffset="42">19842 8683 8912,'2'9'0,"1"-1"0,5-3 0,2 1 0,3-2 0,-4-2 0,3-2 0,1-2 0,3-4 0,1 4 0,0-5 0,0 1 0,0 0 0,1 1 0,-9 5 0,-1 0 0</inkml:trace>
  <inkml:trace contextRef="#ctx0" brushRef="#br0" timeOffset="43">18964 9250 8912,'-12'0'0,"1"0"0,7 0 0,-3 0 0,7 0 0,0 0 0,7 0 0,-3 0 0,7 0 0,-5 0 0,6 0 0,1 0 0,2 0 0,3 0 0,-1 0 0,-8 0 0,7 0 0,-9-2 0,5-4 0,-5 4 0,-7-5 0,-1 7 0,-5 0 0,-6 0 0,5 0 0,-9 0 0,5 0 0,-4 0 0,-3 0 0,1 0 0,8 0 0,-7 0 0,12 0 0,-7 0 0,7 0 0,-3 0 0,14 0 0,3 0 0,7 0 0,0 0 0,0 0 0,1-2 0,-1-4 0,0 4 0,0-4 0,0 5 0,-7 1 0,5 0 0,-3 0 0,-5 7 0,1 3 0</inkml:trace>
  <inkml:trace contextRef="#ctx0" brushRef="#br0" timeOffset="44">16434 8270 8912,'-2'-27'0,"-3"4"0,3 4 0,-4 2 0,4 7 0,2 5 0,0 10 0,0 7 0,0 3 0,0 4 0,0 4 0,0 4 0,0 7 0,0 8 0,0 4 0,0 4 0,0 1 0,0 3 0,0 3 0,0 8 0,0 8 0,-8 5 0,5 12 0,-9 5-30,5-43 1,1 0 0,1 0 0,0 1 0,0-3 0,1-1 0,-6 46 29,1-1 0,7-44 0,0-1 0,-12 30 0,9-5 0,1-13 0,2-9 0,2-6 0,0-6 0,0-11 0,2-10 0,3-8 0,-3 1 0,6-1 0,-8 1 204,8-9-204,-6 5 0,5-8 0,-7 0 0,8-8 0,-4 6 0,7-3 0,1 3 0,7 2 0,4 0 0,3-6 0,11 0 0,1 3 0,2 1 0,8-6 0,2 6 0,7-4 0,-1 4 0,5 2 0,2 0 0,6 2-619,5 4 619,-3-4 0,11 6 0,-5-6 0,1 3 0,-18-3 0</inkml:trace>
  <inkml:trace contextRef="#ctx0" brushRef="#br0" timeOffset="45">18654 9485 8912,'0'-36'0,"0"-1"0,-2-3 0,-3 4 0,3-6 0,-4-6 0,2-5 0,-2-5 0,4-7 0,-3 2 0,3-7 0,2 1 0,0-8 0,0 14 0,0 0 0,0 12 0,0-1 0,-6 8 0,0 4 0,2 4 0,3 7 0,1 1 0,0 7 0,0-2 0,0 3 0,0 3 0,0 0 0,0 6 0,0-1 0,-2 1 0,-2-6 0,-2-1 0,0 1 0,6 0 0,-2 0 0,-1 0 0,-3-1 0,2 1 0,-5 0 0,5 2 0,-6 1 0,1 3 0,-1-3 0,-1 1 0,-7 2 0,7-3 0,-1 9 0,1-9 0,-6 12 0,-1-5 0,1-1 0,0 6 0,0-4 0,-8-1 0,-4 1 0,-11 0 0,-6 4 0,-7-1 0,-10-3 0,-14 0 0,-15 6 0,43 0 0,-1 0-237,-48 0 0,44 0 0,-1 0 237,-1 0 0,-2 0 0,-5 0 0,0 0 0,4 3 0,1 0 0,-3-1 0,1 2 0,6-1 0,1 1 0,2-2 0,1 0 0,-40 6 0,12 1 0,7 5-33,6-7 0,13 8 33,1-3 0,5-3 0,4 1 0,5-2 0,7 3 0,15-3 0,3 1 0,4-5 0,8 4 706,0-8-706,0 0 71,8 0-71,-6 0 0,6 0 0,-8 7 0,0 3 0,0 7 0,0 8 0,7 2 0,7 5 0,7-3 0,5 3 0,9-5 0</inkml:trace>
  <inkml:trace contextRef="#ctx0" brushRef="#br0" timeOffset="46">12201 8811 8912,'0'4'0,"0"-4"0,0-4 0,0-2 0,0 1 0,0-1 0,0 1 0,-1 1 0,-1 5 0,-1 2 0,0-2 0,2 6 0,-1-3 0,0 0 0,-1 2 0,3-1 0,0 2 0,1-6 0,2 2 0,1-2 0,5-1 0,-1 0 0,6 0 0,3 0 0,5 0 0,3 0 0,4 1 0,0 2 0,2 4 0,1 3 0,1 4 0,-2 3 0,-2 0 0,-2 1 0,-1 2 0,-1-2 0,-3 2 0,-1-4 0,-3-2 0,2-4 0,0-2 0,0 1 0,-4-4 0,-1 0 0,-4 1 0,-1-4 0,-2 1 0,1-2 0,-3-1 0,-1 0 0,-3 0 0,2 0 0,-4 0 0,-3 4 0,0 1 0,-2 1 0,2 3 0,-5-3 0,-1 6 0,1-3 0,-12 0 0,2 0 0</inkml:trace>
  <inkml:trace contextRef="#ctx0" brushRef="#br0" timeOffset="47">12536 9232 8912,'-4'-4'0,"0"-1"0,4-7 0,0 3 0,0-3 0,1 2 0,2-2 0,1 3 0,6-7 0,1 5 0,0 0 0,0 3 0,-1 1 0,2 1 0,-2 1 0,3-3 0,0 2 0,1 0 0,-2 3 0,3-1 0,-1 1 0,-1 2 0,-2-2 0,-1-1 0,-2 2 0,1 0 0,0 1 0,-5 1 0,4 0 0,-7 0 0,3 1 0,-4 2 0,-1 1 0,-2 1 0,2-1 0,-10-8 0,1-1 0</inkml:trace>
  <inkml:trace contextRef="#ctx0" brushRef="#br0" timeOffset="48">12829 8845 8912,'-5'-3'0,"1"1"0,4-4 0,0 4 0,1-1 0,2 6 0,3 3 0,2 1 0,0 2 0,1 0 0,3 3 0,-2-1 0,1 3 0,-1 1 0,-2 0 0,1 0 0,0 1 0,-1-2 0,-3 3 0,2 0 0,-4 0 0,-1 0 0,-2 0 0,0 1 0,-3-5 0,-2-1 0</inkml:trace>
  <inkml:trace contextRef="#ctx0" brushRef="#br0" timeOffset="49">12511 8605 8912,'-6'-3'0,"0"0"0,0-3 0,-2 3 0,-1 2 0,1 0 0,-5 2 0,-1 1 0,-2 4 0,-3 2 0,-1 0 0,-2 1 0,-2 2 0,0 2 0,1 0 0,1-2 0,-1 0 0,-2 2 0,3-2 0,-1 1 0,0 0 0,4-3 0,-1 3 0,2-3 0,1-1 0,3-1 0,3-1 0,1-5 0,4 3 0,1-4 0,4 0 0,1 0 0,3 0 0,6 3 0,0 0 0,-1 4 0,2-2 0,1 3 0,0 4 0,3 3 0,-3 1 0,2 1 0,-2 0 0,0 1 0,0-1 0,2 2 0,0-1 0,1-2 0,2 0 0,-3-3 0,5-2 0,-1 0 0,0-1 0,0 2 0,0-1 0,1 2 0,-1 1 0,0 2 0,-7 5 0,1-2 0,-6 2 0</inkml:trace>
  <inkml:trace contextRef="#ctx0" brushRef="#br0" timeOffset="50">14387 13290 8912,'0'-9'0,"1"2"0,1 1 0,2 3 0,3 5 0,0 2 0,1 1 0,3 5 0,3 0 0,-1 3 0,0-1 0,1 3 0,3-3 0,1 1 0,-1-1 0,-1-3 0,0-5 0,1 0 0,1-2 0,5-1 0,0-2 0,2-2 0,4-5 0,4-8 0,2-2 0,2-2 0,4-4 0,-5-1 0,1-3-1100,-1 0 1100,-2 1 0,-4 6 0,-5 5 0,-5 6 0,-4 7 0,-4 2 0,-3 1 0,-1 0 0,1 4 0,-2 1 0,0 6 0,3 0 0,1 7 0,1 0 0,2 0 0,2 0 0,2 3 0,3-3 0,2 2 0,1-2 0,-1-2 0,0-1 0,1-7 366,5-5 1,2-2 0,3-3-367,0-3 0,2-6 0,1-9 0,-2-2 0,2-3 0,-5 2 0,-6-1 0,-6 4 0,-2 0 0,-1 3 0,-4 1 0,-4 2 0,-5 1 0,-4 5 0,-4 3 0,-5 2 0,-3 3 0,-3 4 0,1 4 0,-1 1 0,-2 3 0,0 1 0,0 0 0</inkml:trace>
  <inkml:trace contextRef="#ctx0" brushRef="#br0" timeOffset="51">14998 13445 8912,'0'13'0,"0"0"0,0-1 0,0 2 0,0 3 0,0 2 0,2 1 0,1 0 0,4 1 0,-1-1 0,1-1 0,2-1 0,0-2 0,-1-2 0,1-2 0,-4 1 0,2-6 0,-1 2 0,5-10 0,3 0 0</inkml:trace>
  <inkml:trace contextRef="#ctx0" brushRef="#br0" timeOffset="52">15178 13470 8912,'0'12'0,"0"0"0,0 2 0,0 1 0,0 4 0,0 1 0,4 3 0,2-3 0,-1 5 0,0 0 0,2 2 0,-2 6 0,0-3 0,-2 1 0,-1 1 0,-5-3 0,-5 4 0,-6-3 0</inkml:trace>
  <inkml:trace contextRef="#ctx0" brushRef="#br0" timeOffset="53">14937 14029 8912,'0'-8'0,"0"3"0,3 5 0,0 6 0,4 2 0,-2 4 0,3 1 0,2 1 0,1 1 0,3-1 0,3 3 0,0-1 0,0-1 0,0 1 0,1-2 0,-1 0 0,0 0 0,0-4 0,0 2 0,1-3 0,-1-4 0,0 3 0,-4-7 0,-1 2 0,-3-2 0,0-2 0,0-2 0,-1-2 0,1-4 0</inkml:trace>
  <inkml:trace contextRef="#ctx0" brushRef="#br0" timeOffset="54">15273 14038 8912,'0'-12'0,"0"0"0,0-2 0,0 4 0,-1 1 0,-2 7 0,-6 4 0,-5 8 0,-6 7 0,-3 5 0,-6 10 0,-2 2 0,14-15 0,0 1 0,0-1 0,0-1 0,0 4 0,1-1 0,0 0 0,0-1 0,-12 18 0,4-2-127,7-2 0,2-2 127,3-1 0,2-7 0,4-1 0,3-4 0,2-2 0,1-3 0,0-2 0,4-7 0,1-1 0</inkml:trace>
  <inkml:trace contextRef="#ctx0" brushRef="#br0" timeOffset="55">10145 12490 8912,'0'-8'0,"0"-1"0,0 5 0,1 5 0,2 7 0,1 6 0,5 9 0,0 6 0,3 3 0,1 9 0,6 3 0,-8-20 0,1-1 0,2 2 0,0-1 0,4 1 0,1 0 0,1 0 0,1-2 0,-1-1 0,2-2 0,-1-1 0,1-2 0,-2-4 0,2-2 0,20 5 0,-1-8 0,0-3 0,3-6 0,-1-7 0,-19 1 0,1-1 0,1 0 0,-1-2 0,2 0 0,-1-2 0,0 0 0,0-2-29,-1 1 0,-1-1 0,-2 0 1,0 1-1,1-1 0,0-1 0,1 0 1,1 0-1,0-1 0,0 0 29,-1 0 0,0 1 0,16-9 0,-4-4 0,-7 8 0,-4 0 0,-2 3 0,-1 4 14,1 5 0,3 2 1,-1 4-1,4-1 0,1 1-14,3 1 0,-4 5 0,1 1 0,-4 4 0,1 0 0,0 2 0,2 0 0,0 4 0,1-1 0,5 2 0,4-1 0,2-1 0,-1-2 0,-2-1 0,-3-6 0,-1-2 0,1-2 0,-1-1 0,4-2 0,2-4 0,3-5 0,0-1 0,-1-3 0,-3 1 0,-5 1 0,-3-4 0,-5 9 0,-1-1 0,4 1 0,0 6 0,3-1 0,0 3 0,1 0 0,-2 1 0,-2 2 0,-3 2 0,0 3 0,-4 0 0,3 1 0,-2 0 0,3-5 0,2-1 0,4-2 0,1-1 0,2 0 0,-1-1 0,-1-2 0,-4-3 108,-7-5 1,-4 2-109,-7-3 0,0 6 0,-8 0 0,-2 4 0,-3-1 0,-7 2 0,-4 1 0,-16 0 0,-3 0 0</inkml:trace>
  <inkml:trace contextRef="#ctx0" brushRef="#br0" timeOffset="56">11607 12937 8912,'0'-17'0,"0"1"0,0 2 0,0 2 0,0 6 0,0 4 0,0 5 0,0 6 0,0 5 0,0 5 0,-3 3 0,2 7 0,-2 1 0,2 0 0,1 2 0,0-2 0,0 0 0,0-4 0,0 2 0,0 1 0,0 0 0,0-4 0,1 1 0,2 0 0,-1 0 0,3 0 0,0-5 0,1-4 0,-3-5 0,1-6 0,1-2 0</inkml:trace>
  <inkml:trace contextRef="#ctx0" brushRef="#br0" timeOffset="57">11736 13023 8912,'0'-8'0,"0"-1"0,0 4 0,-3 2 0,2 6 0,-3 2 0,4 5 0,0 1 0,0 4 0,0 5 0,3-1 0,0 4 0,2-3 0,-2 3 0,4-1 0,-1 4 0,-3 1 0,0 2 0,1-2 0,-2 5 0,-3-1 0,-4 0 0,-10 2 0,-3-2 0</inkml:trace>
  <inkml:trace contextRef="#ctx0" brushRef="#br0" timeOffset="58">11444 13341 8912,'-9'-8'0,"1"-1"0,-1 1 0,4 3 0,5 2 0,6 6 0,6 2 0,1 3 0,4 1 0,3 2 0,1 2 0,1-1 0,2 1 0,1-3 0,0 2 0,-2 0 0,6-1 0,-7-2 0,7 0 0,-2-2 0,-1 0 0,0-1 0,-4-1 0,1 4 0,-7-4 0,4-1 0,-11-4 0,4 0 0</inkml:trace>
  <inkml:trace contextRef="#ctx0" brushRef="#br0" timeOffset="59">11823 13384 8912,'-5'-3'0,"-3"1"0,2-3 0,-1 1 0,1 1 0,0 3 0,0 0 0,-2 0 0,-2 2 0,-1 3 0,-3 4 0,-3 4 0,0 1 0,-1 4 0,-2 2 0,-2 3 0,-4 6 0,0-1 0,0 2 0,1 1 0,-1-2 0,0 1 0,7-2 0,3-5 0,3-3 0,6-2 0,2-2 0,6-2 0,2-3 0,2-4 0,7-7 0,1-5 0</inkml:trace>
  <inkml:trace contextRef="#ctx0" brushRef="#br0" timeOffset="60">12124 13084 8912,'-6'-5'0,"0"2"0,3 2 0,-2 1 0,3 5 0,-1 3 0,2 6 0,1 2 0,0 2 0,1 1 0,1 2 0,1 1 0,3 0 0,0 2 0,1-1 0,-2 1 0,2-2 0,-4 1 0,0-5 0,-3-1 0,-4-4 0,-1-4 0</inkml:trace>
  <inkml:trace contextRef="#ctx0" brushRef="#br0" timeOffset="61">12012 13135 8912,'10'-5'0,"5"2"0,6-1 0,5-2 0,7-2 0,6-1 0,4-2 0,1 0 0,-4-4 0,-1 1 0</inkml:trace>
  <inkml:trace contextRef="#ctx0" brushRef="#br0" timeOffset="62">11711 13496 8912,'5'-3'0,"1"0"0,1 2 0,0 0 0,2 2 0,0 0 0,-1 2 0,5 4 0,1 0 0,2 2 0,2 3 0,3-1 0,2-2 0,1-1 0,2 2 0,0 0 0,0 2 0,-1 0 0,-2 0 0,1 0 0,-4 2 0,-4 3 0,-4-4 0</inkml:trace>
  <inkml:trace contextRef="#ctx0" brushRef="#br1" timeOffset="63">17720 8047 8912,'-17'0'0,"6"0"0,-1 0 0,-1 0 0,-2 0 0,-2 0 0,1-2 0,5-4 0,3 2 0,8-7 0,0-2 0,0-4 0,0-6 0,2-8 0,4-7 0,5-7 0,12-14 0,6-10 0,5-7 0,6-11 0,-18 43 0,2 0 0,0 1 0,1 0 0,27-38 0,-1 16 0,-1 8 0,-5 11 0,-5 8 0,-11 19 0,-6 8 0,-12 7 0,-1 4 0,-7 2 0,3 4 0,0-3 0,-6 9 0,0-8 0,0 3 0,0-7 0,-8-15 0,-1-4 0</inkml:trace>
  <inkml:trace contextRef="#ctx0" brushRef="#br1" timeOffset="64">17994 6780 8912,'16'-2'0,"-5"-4"0,4 4 0,-3-3 0,-3-3 0,3 2 0,-7 1 0,5 3 0,-2-4 0,-3 4 0,-3-6 0,4 8 0,3 0 0,9 0 0,-1 0 0,0 0 0,2 0 0,2 0 0,2 0 0,7 2 0,-3 4 0,-1 6 0,7 3 0,-12 4 0,5 2 0,-1 2 0,-4 9 0,-9 0 0,-7 6 0,-3 10 0,-2-3 0,0 5 0,0 1 0,-2-7 0,-3-4 0,-3-11 0,-4-7 0,-10-10 0,3-5 0</inkml:trace>
  <inkml:trace contextRef="#ctx0" brushRef="#br1" timeOffset="65">19040 6369 8912,'-17'-10'0,"0"3"0,-3 1 0,0 0 0,-3 3 0,2 1 0,-6 4 0,0 5 0,-3 8 0,-4 6 0,9 15 0,-7-1 0,3 3 0,2 4 0,12 1 0,0 9 0,5-1 0,7-1 0,1-5 0,4-5 0,3-11 0,5-5 0,7-8 0,0-5 0,6-3 0,2-12 0,1-8 0,-3-3 0,4-17 0,-1-6 0,1-4 0,-6-4 0,2-5 0,-4-6 0,-2 0 0,0 0 0,-5 5 0,-3 1 0,-1 0 0,-4-6 0,-10 0 0,-4-8 0,-7 13 0,0 1 0,0 9 0,0 8 0,0 5 0,0 12 0,5 12 0,1 10 0,7 7 0,-2 11 0,6 3 0,6 8 0,-4 8 0,13 0 0,-4 6 0,5-3 0,3-7 0,2 2 0,2-3 0,-3-3 0,0 0 0,-1-7 0,3-4 0,-3-6 0,4-6 0,-2-3 0,2-8 0,-4 0 0,4 0 0,-10-10 0,-1-5 0,1-6 0,0-8 0,-1 7 0,-6-1 0,-5-2 0,-1 6 0,0-4 0,0-2 0,0 3 0,-7-1 0,3 11 0,-7 1 0,-1 1 0,-5-1 0,0 3 0,0 8 0,2 8 0,1 5 0,5 6 0,1 4 0,2 8 0,6-5 0,0 9 0,0-1 0,0 0 0,8-7 0,3-4 0,5-4 0,6-2 0,1 0 0,8-8 0,-3-3 0,5-4 0,-1-6 0,-1-5 0,-3-9 0,-15-10 0,10 1 0,-13-7 0</inkml:trace>
  <inkml:trace contextRef="#ctx0" brushRef="#br1" timeOffset="66">19605 5770 8912,'-2'-17'0,"-1"-1"0,-5 1 0,0 0 0,1 0 0,1 8 0,6 3 0,2 13 0,4 9 0,5 5 0,4 9 0,2-1 0,1 9 0,-1 3 0,0 3 0,0-4 0,0 6 0,-2-8 0,-1 4 0,-3 0 0,-1-1 0,1 5 0,-5-6 0,-4-4 0,-2-2 0,0-7 0,-16 5 0,-3-5 0</inkml:trace>
  <inkml:trace contextRef="#ctx0" brushRef="#br1" timeOffset="67">19468 6232 8912,'-26'-17'0,"3"0"0,4 0 0,7 1 0,1 5 0,7 3 0,-4 6 0,10-1 0,4-3 0,5-13 0,14 2 0,8-4 0,5-4 0,9-2 0,3-1 0,7-1 0,-2 3 0,-9-3 0,1-1 0,-7 7 0,0 0 0,-7 6 0,-5 0 0,-3 7 0,-8 5 0,0 10 0,-7-1 0,-4 8 0,-4 1 0,-2 2 0,-2 4 0,-4 4 0,2-4 0,-7 4 0,-1-4 0,1-2 0,-1 0 0,9 0 0,-5-5 0,8-1 0,0-7 0,2 3 0,4-8 0,5-5 0,4-4 0,0-7 0,-3 0 0,3 0 0,-3 0 0,1 0 0,0 2 0,-1 3 0,-9-3 0,3 3 0,-12 5 0,1 1 0,-12 12 0,3 9 0,-9 10 0,4 1 0,2 9 0,0 5 0,6 2 0,-1-3 0,8-2 0,-3 4 0,7-6 0,0-3 0,2-3 0,3-8 0,7-8 0,9 0 0,2-7 0,7-8 0,-1-9 0,3-7 0,2-4 0,1-7 0,-9-3 0,1-3 0,-8 1 0,-2 0 0,2 0 0,-13-1 0,5 7 0,-5 1 0,-2 3 0,-4 3 0,-6 9 0,2-1 0,-7 7 0,7 1 0,-4 6 0,8 5 0,0 6 0,0 10 0,2-3 0,4 4 0,5-4 0,5 4 0,1 0 0,0 0 0,0-6 0,0-8 0,0 7 0,1-7 0,-1 1 0,0-3 0,0-7 0,8 0 0,1 0 0</inkml:trace>
  <inkml:trace contextRef="#ctx0" brushRef="#br1" timeOffset="68">20514 5907 8912,'-6'11'0,"0"0"0,-1-5 0,1 6 0,4-9 0,-6 13 0,8-13 0,0 9 0,0 1 0,0-3 0,0 1 0,0 2 0,6 8 0,0 2 0,5 0 0,-5-6 0,0 0 0,-1 0 0,1 0 0,0 1 0,-1-7 0,1 0 0,0-7 0,-6 4 0,0-16 0,0-7 0,0-8 0,6-7 0,-1 1 0,1-3 0,-4-2 0,4-1 0,-4 3 0,5 3 0,1 7 0,-6 3 0,3 2 0,5-1 0,-1 1 0,3 8 0,-1 3 0,-5 12 0,5 5 0,-7 4 0,2 3 0,2-1 0,-3 0 0,-1 0 0,-2 0 0,0 0 0,4 0 0,-4 0 0,3 0 0,-1-1 0,2-5 0,-2-5 0,7-12 0,0-5 0,5-10 0,-3-2 0,-2 0 0,3-2 0,-7 6 0,9-5 0,-5 7 0,-1-1 0,-1 1 0,1 2 0,-1 4 0,-5 3 0,11 8 0,-5 8 0,5 1 0,-2 8 0,-1 0 0,-7-1 0,7-5 0,-1 4 0,6-7 0,0 3 0,1-3 0,-1-8 0,0 0 0,0 0 0,0-2 0,0-4 0,0-5 0,1-4 0,-3 3 0,-2 1 0,-1-3 0,-7 5 0,7-1 0,1 3 0,-3 1 0,1 6 0,-7 8 0,3 1 0,-7 8 0,2 1 0,2-1 0,2 0 0,0 0 0,-6 0 0,0 0 0,7 0 0,-5 0 0,4 0 0,-4-7 0,-2 5 0,0-13 0,0 4 0,0-12 0,0-3 0,-8-16 0,-1-2 0</inkml:trace>
  <inkml:trace contextRef="#ctx0" brushRef="#br1" timeOffset="69">21113 5667 8912,'-17'-11'0,"0"-1"0,0 3 0,0-3 0,7 5 0,3-1 0,9 6 0,5-2 0,10 8 0,2 0 0,10 7 0,0-7 0,5 4 0</inkml:trace>
  <inkml:trace contextRef="#ctx0" brushRef="#br1" timeOffset="70">21490 5821 8912,'-7'17'0,"-1"-5"0,-3-1 0,-4-7 0,5 11 0,-7-4 0,5 3 0,1-3 0,5 4 0,-5-3 0,7 3 0,-3-5 0,7-1 0,0-3 0,0-4 0,1 3 0,5-10 0,-4-5 0,11-7 0,-7 0 0,7 0 0,-1-2 0,3-4 0,2 4 0,0-4 0,0 6 0,1 6 0,-1-5 0,0 9 0,2-7 0,4 3 0,-4 7 0,4-2 0,-4-3 0,4 7 0,-1-4 0,-1 4 0,-2 2 0,-1 0 0,-1 0 0,0 0 0,0 0 0,0 0 0,-5 0 0,-1 0 0,-7 0 0,3 0 0,-9 0 0,-3 0 0,3 0 0,-13 0 0,5 0 0,-7 8 0,0 2 0,7 7 0,5 0 0,-5-8 0,8 1 0,-4-4 0,5-5 0,1 7 0,7-8 0,3-6 0,5-1 0,-2-3 0,-1-3 0,-1 3 0,6-1 0,0 5 0,0-5 0,-5 5 0,-1-3 0,3 1 0,1 2 0,2 6 0,-2 2 0,-1 2 0,-3 2 0,-7 7 0,2-2 0,1-1 0,-1 1 0,5-5 0,-5 5 0,7-7 0,-3 4 0,5-10 0,-3-4 0,1-3 0,-7-8 0,5-2 0,-3-4 0,1-6 0,-5 5 0,4-9 0,-8 5 0,5-5 0,1-1 0,0 2 0,-6 3 0,0 6 0,0 4 0,0 2 0,0 8 0,0 9 0,0 11 0,0 12 0,0 4 0,0 7 0,2 0 0,3 0 0,-1-1 0,8-5 0,-7 5 0,7-7 0,1 3 0,2-3 0,2-1 0,1-2 0,-1-8 0,0-3 0,0-5 0,0-7 0,0 0 0</inkml:trace>
  <inkml:trace contextRef="#ctx0" brushRef="#br1" timeOffset="71">22090 5616 8912,'-17'5'0,"0"1"0,6 2 0,-1-3 0,8-3 0,-3 6 0,11-10 0,7-4 0,16-11 0,22-13 0,12-8 0,10-8 0,-29 18 0,1-1 0,0-4 0,0-3 0,0-3 0,0 0 0</inkml:trace>
  <inkml:trace contextRef="#ctx0" brushRef="#br1" timeOffset="72">10162 10967 8912,'10'0'0,"-5"0"0,0 0 0,-5-5 0,0 4 0,0-7 0,0 6 0,-1-5 0,-2 2 0,0 0 0,0 3 0,-1-7 0,2 4 0,-3-1 0,2 3 0,2 1 0,-3-2 0,3 3 0,1-3 0,-4 4 0,3 1 0,-2 2 0,-2 3 0,2 4 0,0-1 0,-2 1 0,3 4 0,-4 3 0,2 1 0,-2 2 0,2 0 0,-2-1 0,0 4 0,0 0 0,-3 4 0,7-6 0,-3 3 0,0 0 0,-1-3 0,1 1 0,1-1 0,0-1 0,-4-1 0,7 1 0,-2 0 0,1-1 0,1-2 0,-2-1 0,2-4 0,-3 5 0,4-4 0,0-1 0,0-1 0,0-1 0,0 0 0,0 0 0,0 0 0,0-4 0,1 0 0,2-2 0,-2 0 0,2 0 0,-2-2 0,-1 4 0,2-4 0,1 2 0,-2-3 0,3-1 0,-4 0 0,5 0 0,-4 1 0,2 2 0,-2-2 0,0 7 0,2-5 0,3 0 0,0 1 0,1-1 0,0 0 0,-1 1 0,1-1 0,0 0 0,2 1 0,1-2 0,0 1 0,-1-2 0,1 0 0,1 1 0,2 1 0,-2 1 0,4-4 0,-3 0 0,2 0 0,3 0 0,-2 0 0,2 0 0,-1 0 0,-4 0 0,5 0 0,-3 0 0,3 0 0,-1 0 0,-1 0 0,-1 0 0,0 0 0,-2 3 0,4 0 0,-3 0 0,4-3 0,-1 0 0,1 0 0,-1 0 0,1 0 0,2 0 0,-1 0 0,0-1 0,-2-2 0,1 2 0,6-3 0,-1 4 0,-2-1 0,-4-3 0,1 3 0,2-2 0,1 2 0,0 1 0,-2-1 0,0-1 0,-3-2 0,0 2 0,1 1 0,-4 1 0,1 0 0,-2 0 0,2 0 0,0 0 0,3 0 0,-3 0 0,1 0 0,-1 0 0,4 0 0,1 0 0,-1 1 0,-2 1 0,-1 2 0,4-1 0,-2-3 0,1 1 0,0 2 0,0-2 0,-4 3 0,5-3 0,-3-1 0,0 0 0,3 3 0,-5 0 0,-1-1 0,3 4 0,-4-5 0,2 2 0,-2-2 0,-1 3 0,0-1 0,0 0 0,-1 1 0,1-2 0,0 1 0,0-2 0,0-1 0,-1 3 0,1 0 0,4 1 0,1-4 0,1 0 0,3 3 0,-4 0 0,0-1 0,4 0 0,-4-2 0,3 1 0,-1 2 0,0-2 0,-3 2 0,2-2 0,1-1 0,-3 0 0,4 0 0,-4 0 0,1 0 0,-3 0 0,6 0 0,-4 0 0,1 0 0,-3 0 0,3 0 0,-3 0 0,2 0 0,-1 0 0,0 0 0,0 0 0,-1 0 0,2 0 0,0 0 0,0 0 0,1 0 0,2 0 0,-5 0 0,3 0 0,-1 0 0,4 0 0,-4 0 0,2 0 0,3 0 0,-3 0 0,-1 0 0,-1 0 0,0 0 0,-3 0 0,2 0 0,-2 0 0,-1 0 0,4 0 0,-3 0 0,2 0 0,-1 0 0,0 0 0,1 0 0,3 0 0,-3 0 0,5 0 0,-4 0 0,3 0 0,-1 0 0,-1 0 0,0 0 0,-2 0 0,4 0 0,-5 0 0,5 0 0,-4 0 0,-1 0 0,-1 0 0,-1 0 0,0 0 0,0 0 0,-1 0 0,-2 0 0,0 0 0,0 0 0,2 0 0,-3 0 0,1 0 0,1 0 0,-3 0 0,2 0 0,-1 0 0,4 1 0,0 3 0,0-3 0,-1 2 0,1-2 0,0-1 0,0 0 0,0 0 0,0 5 0,3-4 0,0 2 0,-1-2 0,-1-1 0,-2 0 0,2 0 0,2 0 0,-2 0 0,4 0 0,-6 0 0,1 0 0,1 0 0,2 0 0,-2 0 0,2 0 0,-2 0 0,-1 3 0,1 0 0,2 0 0,-2-2 0,3-1 0,-4 0 0,0 0 0,-1 0 0,2 1 0,2 2 0,-2-2 0,4 4 0,-6-5 0,1 0 0,0 0 0,0 0 0,0 0 0,-1 0 0,1 0 0,0 0 0,0 0 0,0 0 0,0 0 0,-1 0 0,1 0 0,0 0 0,0 0 0,0 0 0,3 0 0,0 0 0,-1 0 0,-1 0 0,0 0 0,1 0 0,1 0 0,0-5 0,-3 4 0,-1-2 0,2 2 0,2 1 0,-2 0 0,2-1 0,-2-3 0,-1 3 0,1-3 0,1 3 0,1-2 0,0 2 0,-3-5 0,1 4 0,2-1 0,-2-2 0,2 3 0,-2-1 0,-1 1 0,0-4 0,-1 5 0,0-3 0,-2-1 0,1 4 0,-5-3 0,3 4 0,-4-4 0,3 2 0,-5-2 0,0 3 0,0-2 0,0 2 0,0-4 0,-5 5 0,4-1 0,-2-2 0,2 2 0,1-8 0,0 7 0,0-5 0,0 0 0,0-2 0,0-1 0,0 0 0,0 0 0,0-4 0,3-1 0,0-4 0,0-1 0,-2 0 0,-1 0 0,0-2 0,0-1 0,4-4 0,-3 6 0,2-2 0,-1 2 0,-2 2 0,0-1 0,0 2 0,0 1 0,0-1 0,0 7 0,0-2 0,0 2 0,0-2 0,-2 0 0,0 1 0,-1 1 0,0 1 0,2-3 0,-2 0 0,0 1 0,-4 1 0,5 1 0,-2 0 0,0 1 0,3-1 0,-5 1 0,4 1 0,-1 2 0,-4-1 0,3-1 0,-2 1 0,4-2 0,-3 8 0,3-3 0,-2 0 0,-3 2 0,4-2 0,-3 3 0,-2-2 0,0 2 0,-2-4 0,0 2 0,0 0 0,-4-1 0,2 3 0,-4-2 0,-1 2 0,-2-2 0,-2 2 0,-1 1 0,-1 0 0,-4-4 0,1 1 0,-3 1 0,0 1 0,-1 1 0,1 0 0,-1 0 0,1 0 0,0 0 0,-1 0 0,5 0 0,-2 0 0,3 0 0,-1 0 0,-2 0 0,2 0 0,-3 0 0,4 0 0,-3 0 0,1 0 0,0 0 0,0 0 0,-2 0 0,6 0 0,-4 0 0,-1 0 0,-1 0 0,2 0 0,-1 0 0,4 0 0,-4 0 0,1 0 0,2 0 0,-4 0 0,5 0 0,2 0 0,0 0 0,1 0 0,1 0 0,-1 0 0,4 0 0,-1 0 0,0 0 0,-2 0 0,0 0 0,-2 0 0,-1 0 0,-1 0 0,-4 0 0,2 0 0,-5 0 0,4 0 0,1 0 0,1 0 0,1 0 0,-1 0 0,3 3 0,-2 0 0,3 1 0,0-4 0,0 0 0,1 0 0,-1 0 0,1 0 0,-2 0 0,-2 0 0,-3 0 0,-3 0 0,4 0 0,2 0 0,-1 0 0,1 0 0,1 0 0,2 0 0,0-1 0,1-3 0,2 3 0,2-2 0,0 2 0,-1 1 0,0-1 0,-4-3 0,4 3 0,0-2 0,-1 2 0,-2 1 0,-1 0 0,0 0 0,1-1 0,-1-1 0,1-2 0,-1 1 0,1 3 0,3 0 0,-3 0 0,3 0 0,-2 0 0,2 0 0,3 0 0,-1 0 0,0 0 0,0 0 0,-2 0 0,1 0 0,3 0 0,-5 0 0,4 0 0,-2 0 0,2 0 0,-1 0 0,-2 0 0,3 0 0,-2 0 0,2 0 0,-3 0 0,2 0 0,0 0 0,-1 0 0,2 0 0,0 0 0,-1 0 0,0 0 0,0 0 0,2 0 0,-4 0 0,4 0 0,-4 0 0,3 0 0,-3 0 0,4 0 0,-1 0 0,-2 0 0,2 0 0,-3 0 0,3 0 0,0 0 0,-1 0 0,3 0 0,-2 0 0,2 3 0,1 1 0,0-1 0,0 0 0,0 1 0,1-1 0,-1-3 0,0 3 0,0 0 0,0 1 0,-3-1 0,-1 1 0,-1 2 0,3-4 0,-7 3 0,4-2 0,-3 1 0,1 0 0,-1 1 0,-2 1 0,3-3 0,3 1 0,-3-1 0,4 1 0,0 1 0,-1-1 0,1-2 0,0 3 0,3-2 0,1 0 0,3-3 0,2 0 0,4 0 0,0 4 0,0 6 0,0 7 0,-1 3 0,-3 6 0,-10 5 0,-6 8 0</inkml:trace>
  <inkml:trace contextRef="#ctx0" brushRef="#br1" timeOffset="73">14325 10741 8912,'4'-10'0,"-2"0"0,1 1 0,-2-1 0,-1 0 0,0 0 0,-1 5 0,-2 1 0,0 3 0,-3 1 0,4 0 0,-3 0 0,5 0 0,0 5 0,0-4 0,0 4 0,0-1 0,0-2 0,0 4 0,0 2 0,-4 1 0,3 0 0,-2 1 0,1 0 0,2 3 0,0 1 0,0 0 0,0 1 0,0 2 0,0-1 0,0 3 0,0 1 0,0-1 0,0 1 0,2-1 0,1 1 0,-2 0 0,3-1 0,-4 1 0,4 0 0,-1-1 0,-1 1 0,-1-1 0,-1 1 0,0 0 0,0-1 0,0 0 0,0-3 0,0 3 0,0-5 0,0 3 0,0 0 0,-3-1 0,0 4 0,-2-2 0,2-2 0,1 3 0,-5-3 0,5 3 0,-2 0 0,4 1 0,0 0 0,0-1 0,0 1 0,0 2 0,0-3 0,0 3 0,0-7 0,0 1 0,0 2 0,0-1 0,0-2 0,0 0 0,0 0 0,1 0 0,2-1 0,-2 2 0,2-3 0,-2 1 0,-1-1 0,0-2 0,0 8 0,0-3 0,0 3 0,-1 0 0,-2 1 0,2-2 0,-2-1 0,-3 1 0,5-2 0,-2 3 0,2 0 0,1-3 0,-3 3 0,-1-4 0,2 0 0,1 0 0,1-3 0,0 1 0,0 2 0,0-3 0,0 1 0,0 0 0,0-3 0,0-1 0,0 1 0,0 3 0,0 0 0,0 0 0,0-3 0,0 0 0,0 0 0,0 3 0,0 0 0,0 1 0,0-1 0,0-2 0,0 2 0,0-2 0,0-1 0,0 0 0,0 0 0,0-1 0,0 2 0,0 1 0,0 1 0,0-4 0,0 0 0,0-3 0,0 3 0,0 1 0,0 0 0,3-1 0,1 1 0,-1 0 0,-3 0 0,0 0 0,0 0 0,0-1 0,4-3 0,-3 2 0,3-1 0,-3 2 0,-1 1 0,0-4 0,0 1 0,4-1 0,-3 4 0,2 0 0,-2 0 0,-1-1 0,0 1 0,0 0 0,4 0 0,-1 0 0,0-1 0,-3 1 0,0 0 0,0 0 0,0-4 0,0 1 0,0 0 0,0 2 0,0 1 0,0 0 0,0 0 0,0 0 0,0-1 0,0 1 0,0 0 0,0 0 0,0 0 0,0-1 0,0-2 0,0 0 0,0 0 0,0 2 0,0 1 0,0-1 0,0 1 0,0-4 0,0 2 0,0-1 0,0 2 0,0-4 0,0 4 0,0-8 0,0 3 0,0-4 0,0 5 0,1-4 0,3 2 0,-3-2 0,4-1 0,-2 0 0,0 1 0,3 2 0,1-1 0,-1 2 0,1-4 0,-4 0 0,4 0 0,-1 4 0,4-3 0,0 3 0,-4-3 0,1-1 0,-1 0 0,4 0 0,0 0 0,0 0 0,0 1 0,1 1 0,2 1 0,1 1 0,2-4 0,-2 0 0,-4 0 0,0 0 0,0 0 0,0 0 0,-4 0 0,1 0 0,-1 0 0,4 0 0,0 0 0,0 0 0,0 0 0,-1-2 0,1 0 0,0-1 0,0 0 0,0 3 0,0 0 0,-1 0 0,1 0 0,0 0 0,0-4 0,0 1 0,-1 0 0,1 3 0,0 0 0,0 0 0,0-1 0,0-2 0,-1 1 0,1-1 0,0 2 0,0 1 0,0 0 0,-1 0 0,1 0 0,1 0 0,1 0 0,1 0 0,0-3 0,-3 0 0,0-1 0,0 4 0,0 0 0,-1 0 0,1 0 0,0 0 0,0 0 0,0 0 0,0 0 0,-4 0 0,1 0 0,-5 0 0,7-4 0,-8 3 0,3-3 0,-4 4 0,0 0 0,4 0 0,-3 0 0,4 0 0,-5 0 0,4 0 0,-3 0 0,4 0 0,-5-2 0,1 0 0,2-1 0,-2 0 0,3 3 0,1 0 0,-4-1 0,2-3 0,3 3 0,-4-3 0,4 4 0,-3-4 0,1 2 0,-3-2 0,2 4 0,-2 0 0,4 0 0,-5-4 0,1 3 0,2-3 0,-2 2 0,2-1 0,-1-3 0,-1 0 0,2-1 0,-2 1 0,2-4 0,-1 4 0,2-1 0,-3 0 0,2-2 0,-2-2 0,-1-1 0,0-1 0,0 1 0,3-4 0,1 0 0,-1 1 0,-3-2 0,0 4 0,0-3 0,0 4 0,0-5 0,0 4 0,0-4 0,0 4 0,0-1 0,0 2 0,0-1 0,0 0 0,0 3 0,0-3 0,0 0 0,0 1 0,0 0 0,0 0 0,0-1 0,0 0 0,0 2 0,0-1 0,0-1 0,0 0 0,0 2 0,0-2 0,0 2 0,0-2 0,0 2 0,0-2 0,0 0 0,-3-2 0,-1 2 0,1-1 0,3-2 0,0 2 0,0-1 0,0 5 0,0-8 0,0 5 0,-3-1 0,0 2 0,0-1 0,2 0 0,0 0 0,-1 0 0,-1 1 0,0-3 0,3 2 0,0-3 0,0 2 0,0-1 0,0-3 0,-4 0 0,1-2 0,0 0 0,3 1 0,0-1 0,0 1 0,0-5 0,0 4 0,0-1 0,0 4 0,0 0 0,0-2 0,-1 0 0,-2 3 0,0 2 0,1 0 0,-2-1 0,0-1 0,1 2 0,3 3 0,0-2 0,-3 1 0,0-4 0,0-2 0,2 3 0,1-1 0,0 2 0,0-2 0,0 0 0,0 1 0,0-4 0,0 7 0,0-3 0,0 1 0,0-3 0,0 4 0,0-3 0,0 3 0,0-4 0,0 4 0,0-3 0,0 3 0,0-4 0,0 4 0,0 0 0,0-1 0,0-1 0,0 0 0,0 2 0,1-2 0,3 2 0,-3-4 0,2 1 0,-2 1 0,-1 1 0,0 0 0,0 2 0,0-3 0,0 1 0,0 2 0,0-3 0,0 2 0,0-4 0,0 3 0,0-3 0,0 2 0,0 3 0,0-1 0,0-1 0,0 1 0,0 2 0,0-3 0,0 4 0,0 0 0,0 0 0,0 1 0,0-1 0,0 0 0,0 0 0,0 0 0,0 5 0,0-7 0,0 2 0,0-1 0,0 0 0,0 1 0,0 1 0,0-2 0,0-1 0,0-1 0,0 1 0,0 1 0,0-2 0,0 0 0,0 0 0,0 3 0,0 0 0,0 0 0,0 2 0,0-1 0,0 4 0,0-5 0,-1 3 0,-2 1 0,2-2 0,-4 2 0,5-4 0,0 1 0,0-1 0,-4 0 0,3 3 0,-2 1 0,1 4 0,2-7 0,-1 8 0,-2-2 0,2 2 0,-3 1 0,4 0 0,-5-5 0,4 4 0,-3-3 0,3 4 0,-3 0 0,3 0 0,-7 0 0,2 0 0,-4 0 0,4 0 0,-1 0 0,1 0 0,-4 0 0,0 0 0,-4 0 0,3 0 0,-3 0 0,0 0 0,3 0 0,-5 0 0,4 0 0,-2 0 0,-1 0 0,2 0 0,-2 1 0,0 2 0,-2-2 0,6 4 0,-2-5 0,1 0 0,0 0 0,-1 0 0,0 0 0,3 0 0,0 0 0,0 0 0,1 0 0,-1 0 0,0 0 0,0 0 0,0 0 0,0 3 0,1 0 0,-1 0 0,-1-3 0,-2 0 0,2 0 0,-3 4 0,3-1 0,-2-1 0,2 4 0,-3-5 0,4 3 0,0-1 0,0 1 0,-2 0 0,1-2 0,3 1 0,0 1 0,-2-4 0,1 1 0,3 2 0,-3-2 0,7 3 0,-5-4 0,4 0 0,-3 0 0,2 4 0,-2-1 0,4 0 0,-7-3 0,3 1 0,0 2 0,-1 0 0,1 1 0,-4-2 0,0 2 0,0 3 0,4-5 0,-1 5 0,2-4 0,-2 4 0,-2-5 0,4 7 0,0-7 0,0 3 0,1 0 0,3-1 0,-3-1 0,3-2 0,1 5 0,0-3 0,0 4 0,0-3 0,0 5 0,0-3 0,0 3 0,0 2 0,0 2 0,0-2 0,0 2 0,1 1 0,2 0 0,0 2 0,-1 1 0,4-3 0,-4 5 0,4-3 0,2 3 0,-4 5 0,5 1 0,-4 6 0,1 5 0,-3 8 0,-3-15 0,-3 1 0,-3 0 0,-2 1 0,-3 5 0,1 1 0</inkml:trace>
  <inkml:trace contextRef="#ctx0" brushRef="#br1" timeOffset="74">15052 10829 8912,'-7'0'0,"1"0"0,-2 0 0,-1 0 0,3-3 0,0-1 0,2-2 0,2-1 0,1 1 0,1 0 0,0 2 0,0-2 0,1 3 0,2-4 0,-2 5 0,3-3 0,1 5 0,-3-3 0,4 0 0,-2-1 0,2 0 0,-2 3 0,2-2 0,-3-1 0,4-1 0,1 0 0,-4 3 0,5-6 0,-3 4 0,3-2 0,5 0 0,-2-1 0,4 1 0,2-2 0,0-1 0,6-4 0,3 0 0,1 0 0,1 3 0,5 0 0,2-1 0,2-2 0,-3 2 0,2-3 0,-4 4 0,-1 1 0,3-1 0,-1 0 0,2 1 0,-4 3 0,-1-2 0,-2 4 0,1-1 0,-1 1 0,-4 1 0,3 0 0,-4-1 0,1 2 0,1 1 0,3 0 0,1-2 0,-1 2 0,1-3 0,2 0 0,3 1 0,3 0 0,-4 1 0,4 0 0,-3-1 0,-3 1 0,-1 1 0,0 1 0,0 0 0,-3 0 0,4 0 0,0 0 0,8 0 0,-3 0 0,5 0 0,-1 0 0,-2 0 0,-1 0 0,-2 0 0,-3 0 0,-3 0 0,0 0 0,-1 0 0,5-4 0,2 1 0,2 0 0,2 3 0,-5 0 0,-3 0 0,-1 0 0,-2 0 0,0 0 0,-3 0 0,-3 0 0,-6 0 0,0 0 0,0 0 0,2 0 0,0 0 0,1 0 0,-2 0 0,-1 0 0,1 0 0,-2 0 0,3 0 0,1 0 0,-1 0 0,5 0 0,3 0 0,1 0 0,0 0 0,0 0 0,-3 0 0,-1 0 0,3 0 0,-3-3 0,2-1 0,-2 1 0,-5 2 0,-2-1 0,-2-2 0,0 2 0,-2 1 0,-8 0 0,-1-2 0,-3 2 0,-1-4 0,0 5 0,-5 0 0,4 0 0,-3 0 0,3 0 0,-3 0 0,3 0 0,-7 0 0,1 0 0,-2 0 0,0 4 0,-1-1 0,0 3 0,0-2 0,0 3 0,-4-6 0,-1 4 0</inkml:trace>
  <inkml:trace contextRef="#ctx0" brushRef="#br1" timeOffset="75">17634 10290 8912,'-10'0'0,"0"0"0,0 0 0,1 0 0,2 0 0,0 0 0,6 1 0,1 2 0,6 2 0,7 1 0,3-3 0,3 3 0,0 0 0,1 3 0,4 1 0,1 0 0,0-1 0,3 5 0,-6 0 0,0 1 0,-1-2 0,-1 3 0,-6 1 0,-4 2 0,-6 1 0,-9 1 0,-10 2 0,-10 3 0,-12 6 0,13-14 0,-2 0-276,-3 3 1,-1 1-1,-3 0 1,0 1 275,-3 1 0,0 1 0,-4-1 0,-1 1 0,0 0 0,0 0 0,-3 1 0,0 0 0,1 1 0</inkml:trace>
  <inkml:trace contextRef="#ctx0" brushRef="#br2" timeOffset="76">15611 10790 8912,'0'-6'0,"0"-1"0,0-1 0,0 3 0,1-1 0,2 1 0,0 0 0,1 1 0,-1-2 0,0 3 0,3-4 0,-4 5 0,4-3 0,-4 4 0,1-2 0,1 2 0,-4-3 0,0 4 0,0 4 0,0 3 0,0-3 0,0 5 0,0-3 0,0 3 0,0 1 0,0-1 0,0 6 0,0-4 0,0 2 0,0 2 0,0 1 0,0 2 0,0-1 0,0-1 0,-2 1 0,-1 2 0,2 1 0,-2 0 0,-2-1 0,1 1 0,0-2 0,-1-1 0,2 1 0,0-4 0,0 4 0,0-3 0,2-1 0,1-2 0,0-1 0,0 0 0,0 2 0,0-2 0,0 2 0,0-2 0,0 2 0,0 0 0,0 1 0,0 0 0,0 0 0,-1 3 0,-1-1 0,-1 2 0,-1 0 0,1 5 0,0 0 0,-1 0 0,1-3 0,0-1 0,1 2 0,1 2 0,1-7 0,0 7 0,0-8 0,0 1 0,0 2 0,0-3 0,0 2 0,0-1 0,0-4 0,0 6 0,0-4 0,0 0 0,0 1 0,0 0 0,0 2 0,0 2 0,-1 1 0,-3 0 0,3-1 0,-4 4 0,3 0 0,-2 0 0,2 1 0,0-2 0,-1 4 0,2-4 0,-3 1 0,3-3 0,-2 0 0,0 0 0,1-1 0,1-3 0,1 1 0,0-4 0,0 2 0,0 0 0,0 0 0,0-1 0,0 0 0,0-1 0,0 2 0,0 5 0,0-4 0,0 1 0,0-4 0,0 3 0,0 0 0,0 0 0,0-3 0,0-2 0,0 3 0,0-2 0,0 4 0,3-4 0,0 1 0,0-1 0,-3 0 0,0 1 0,0 1 0,1-2 0,2 1 0,0-1 0,0 4 0,-3-5 0,0 3 0,0 0 0,0-3 0,0 2 0,0-2 0,0-1 0,0-1 0,1 1 0,3 0 0,-3 0 0,2 0 0,-2 0 0,-1-1 0,0 1 0,0 0 0,0 0 0,0 0 0,0-1 0,0 1 0,0-4 0,0 2 0,0-1 0,0-2 0,0 2 0,4-1 0,-3 1 0,3 0 0,-3 0 0,-1-1 0,0 0 0,0 2 0,0-4 0,0 2 0,0-3 0,0-2 0,0 8 0,0-8 0,0 3 0,0-4 0,0 4 0,0-2 0,0 2 0,1-4 0,2 0 0,-2 0 0,4 0 0,-5 0 0,0 4 0,0-3 0,0 4 0,4-5 0,-3 0 0,3 0 0,-4 1 0,2 1 0,1 1 0,-2 1 0,3-4 0,1 0 0,-3 1 0,4 2 0,-3-2 0,5 3 0,-6-4 0,5 0 0,-4 0 0,4 0 0,-1 1 0,4 2 0,0 0 0,0 0 0,0-3 0,-1 0 0,1 0 0,-4 0 0,2 0 0,-1 0 0,2 0 0,1 1 0,-1 2 0,1-1 0,0 2 0,0-4 0,0 0 0,-1 0 0,-2 0 0,0 0 0,0 0 0,2 0 0,1 0 0,0 0 0,-2-1 0,0-1 0,-2-2 0,-2 1 0,2 3 0,1 0 0,-1 0 0,1 0 0,-1 0 0,4 0 0,-3 0 0,-1 0 0,2 0 0,1-3 0,1 0 0,-5-1 0,4 4 0,-3 0 0,3 0 0,1 0 0,-4 0 0,1 0 0,1 0 0,0-3 0,2 0 0,0 0 0,0 3 0,0 0 0,-1 0 0,1 0 0,-4 0 0,-1-4 0,-2 1 0,-2 0 0,5 3 0,-3 0 0,-2 0 0,4 0 0,-5 0 0,0-5 0,0 4 0,0-4 0,0 2 0,0-4 0,0 2 0,0-2 0,0-1 0,0-5 0,0 2 0,0-4 0,0 3 0,0-1 0,0 0 0,3-1 0,0-1 0,-1-1 0,-1 2 0,3 1 0,-1-1 0,-1-1 0,0-1 0,1 0 0,0 2 0,-1 0 0,2 2 0,0-5 0,0 4 0,-1-3 0,-1 3 0,5-4 0,-4 4 0,4-3 0,-4 4 0,4-1 0,-4-1 0,3 1 0,-3 0 0,4 0 0,-3 0 0,-2 1 0,-1 1 0,2-2 0,0-1 0,0 2 0,-2-2 0,-1 1 0,1 0 0,1 2 0,1-2 0,-1-3 0,-1-3 0,-1 3 0,0 0 0,4 3 0,-1-4 0,-1 0 0,-1-1 0,0 2 0,2 2 0,0 0 0,0 3 0,-3-5 0,0 4 0,0-1 0,4 0 0,-2 3 0,1 0 0,-2-4 0,-1 4 0,0-3 0,0 1 0,0-2 0,0 2 0,0-4 0,0 1 0,0-1 0,0-3 0,0 5 0,0-4 0,0 2 0,-1 1 0,-1-3 0,-2 2 0,1 3 0,3-2 0,0 0 0,0-1 0,0 3 0,0 0 0,0 0 0,0-1 0,0-2 0,0 4 0,0-1 0,-4-2 0,3 3 0,-3-4 0,3 1 0,1-3 0,0 2 0,0 0 0,0 0 0,0-1 0,0 3 0,0-2 0,0 3 0,0-3 0,0 3 0,0-4 0,0 2 0,0-1 0,0 3 0,0 1 0,0-1 0,0 2 0,0-2 0,0 2 0,0 1 0,-4-4 0,3 3 0,-2-3 0,1 0 0,2 3 0,0-2 0,0 2 0,0 1 0,0-3 0,0 0 0,0 0 0,0-2 0,0 5 0,0-6 0,0 4 0,0-1 0,0-1 0,0 1 0,0 2 0,0-2 0,0-1 0,0 1 0,0 0 0,0-1 0,0 3 0,0-5 0,0 4 0,0-1 0,0 0 0,0 3 0,0 1 0,0-1 0,0 0 0,0 0 0,0 0 0,0 1 0,0-1 0,0 0 0,0 0 0,0 0 0,0 0 0,0 1 0,0-1 0,0 3 0,0 1 0,0-1 0,0-3 0,0 1 0,0-1 0,0 0 0,0 0 0,0 0 0,0 1 0,-1-1 0,-2 0 0,2 0 0,-3 0 0,4 1 0,0-1 0,0 0 0,0 0 0,0 0 0,0 0 0,0 1 0,0 2 0,0 1 0,0-1 0,0-3 0,0 0 0,0 5 0,0 0 0,0 1 0,0 3 0,0-3 0,0 4 0,0 4 0,0-3 0,0 4 0,-5-5 0,4 0 0,-3 0 0,3 0 0,-3 0 0,-1 0 0,-5 0 0,0 0 0,1 0 0,-1 0 0,-1 0 0,-2 0 0,1 3 0,-5 0 0,1 0 0,0-3 0,-1 0 0,5 4 0,-2-1 0,0-1 0,3-1 0,-2-1 0,5 0 0,2 0 0,-2 1 0,-1 3 0,3-3 0,-1 2 0,5-2 0,-7-1 0,4 0 0,-5 0 0,4 0 0,-1 0 0,0 0 0,-2 0 0,-1 0 0,0 0 0,0 1 0,0 2 0,4-1 0,-1 1 0,4-2 0,-4-1 0,1 0 0,-1 3 0,1 0 0,-2 0 0,-1-2 0,3-1 0,-1 0 0,1 4 0,-1-3 0,1 2 0,-2-2 0,-1 4 0,3-4 0,-1 2 0,0-2 0,-2 3 0,-1-1 0,4 0 0,0-2 0,2 2 0,-4-1 0,3 2 0,-2-1 0,1 0 0,3 1 0,-1-4 0,4 0 0,-1 3 0,-2 0 0,2 1 0,-4-4 0,4 0 0,-2 0 0,2 4 0,-5-3 0,3 2 0,-1-1 0,-3 2 0,-2-3 0,8 4 0,-2-1 0,1-3 0,-1 2 0,1-1 0,-1 1 0,-2-2 0,3 7 0,-5-5 0,5 2 0,-1-2 0,1-2 0,-2 3 0,3-4 0,-3 1 0,4 3 0,0-3 0,0 3 0,0 1 0,0-4 0,0 7 0,0-2 0,0 4 0,0-1 0,0 1 0,0-3 0,0-1 0,0 1 0,0 3 0,0-1 0,0 1 0,0 0 0,1 0 0,1 0 0,1 0 0,-1-1 0,-1 1 0,-1 0 0,0 0 0,0 0 0,4-1 0,-1 1 0,0 0 0,-3 0 0,1 0 0,2-1 0,0 1 0,-1 0 0,-1 0 0,2 1 0,1 2 0,-1 2 0,-3 6 0,0 2 0,-1 8 0,-2 12-378,-7 2 1,-1-15 0,-2 2-1,-3-2 1,1 0 0</inkml:trace>
  <inkml:trace contextRef="#ctx0" brushRef="#br2" timeOffset="77">16289 12124 8912,'-7'-1'0,"1"-2"0,3-3 0,-1 1 0,4-4 0,0 8 0,0-3 0,0 4 0,0 4 0,0-3 0,0 8 0,0-7 0,0 5 0,0-4 0,0 3 0,4-3 0,-2 5 0,1-1 0,-2 2 0,-1-4 0,1 3 0,2-5 0,-2 5 0,4-6 0,-5 4 0,3-2 0,1 1 0,2-1 0,-4 4 0,3-7 0,-1 2 0,-3-2 0,3 4 0,-3-4 0,3 2 0,-3-2 0,3 0 0,-4 3 0,0-3 0,0 3 0,0-4 0,4 0 0,-3 0 0,4 0 0,-5 0 0,4 0 0,-3 0 0,4 0 0,-5 1 0,0 2 0,4-1 0,-3 2 0,5-4 0,-3 0 0,-2 0 0,3 0 0,-4 4 0,5-3 0,-4 4 0,7-5 0,-6 0 0,2 0 0,-3 1 0,2 2 0,-2-2 0,4 4 0,-5-5 0,0 0 0,4 0 0,-3 0 0,4 0 0,-5 0 0,-5 0 0,4 0 0,-3 0 0,4 0 0,-5 0 0,0 0 0</inkml:trace>
  <inkml:trace contextRef="#ctx0" brushRef="#br2" timeOffset="78">16318 12193 8912,'-6'5'0,"0"0"0,1-2 0,-1 0 0,3 0 0,-4-3 0,5 0 0,-2-1 0,4-2 0,0 2 0,-1-7 0,-2 5 0,1 0 0,-2-2 0,4 4 0,0-4 0,0 2 0,0 2 0,0-4 0,-4 5 0,3 0 0,-4-4 0,5 3 0,0-4 0,0 5 0,5 0 0,-4 0 0,3 0 0,-1 2 0,1 1 0,-1-2 0,1 3 0,3-4 0,-2 0 0,2 1 0,0 3 0,2-3 0,1 3 0,0-3 0,0 2 0,-1-2 0,1 4 0,0-5 0,0 1 0,0 2 0,1-2 0,1 3 0,1-2 0,-1 1 0,-1-2 0,-2 2 0,1-2 0,0-1 0,0 0 0,0 0 0,0 4 0,0-1 0,2-1 0,2-1 0,-2-1 0,-2 0 0,0 0 0,0 0 0,0 0 0,0 0 0,1 0 0,1 0 0,1 0 0,0 0 0,-3 0 0,1 0 0,1 0 0,1 0 0,0 0 0,-2 0 0,2 0 0,-2 0 0,3 0 0,-4 0 0,-1 0 0,1 0 0,0 0 0,0 0 0,0 0 0,0 0 0,0 0 0,4 0 0,-2 0 0,4 0 0,-3 0 0,3 0 0,2 0 0,0 0 0,-1-3 0,-1 0 0,2 1 0,0 0 0,0-1 0,-1 0 0,2 1 0,-2 1 0,-3-3 0,3 1 0,-4-1 0,3 0 0,-3 3 0,2-2 0,0 2 0,-2-2 0,-2 0 0,1-1 0,1 0 0,0 3 0,0-5 0,1 4 0,1-1 0,2-5 0,1 6 0,-1-4 0,1 3 0,-2 0 0,0-1 0,0-1 0,0 1 0,0 0 0,-1 0 0,-3 3 0,1-2 0,0 2 0,-3-2 0,0-2 0,0 1 0,-1-2 0,2 3 0,2-3 0,-2 2 0,2-2 0,-2 3 0,-1-3 0,0 2 0,1-3 0,1 3 0,2-2 0,1-1 0,2-2 0,2 3 0,1-1 0,0 0 0,0-2 0,3-1 0,-2 0 0,2 0 0,-2 0 0,-2 2 0,0 0 0,-3 2 0,-2 3 0,-3-5 0,1 2 0,1 1 0,1-4 0,-8 7 0,1-5 0,0 0 0,2-2 0,1 2 0,0 1 0,-1-2 0,1 0 0,0-2 0,0 0 0,3 0 0,0 0 0,0 0 0,-3 1 0,0-1 0,0 3 0,-1 1 0,2-2 0,2-1 0,-2 4 0,4-4 0,-6 3 0,4-3 0,1-1 0,-1 1 0,-2 2 0,2 0 0,-2 1 0,2-3 0,-2 3 0,-2-3 0,1 2 0,3-1 0,0-2 0,4 0 0,-4 0 0,0 4 0,-3-1 0,0-1 0,-1 0 0,1-2 0,0 1 0,0 3 0,0-3 0,-4 3 0,1-3 0,-1 0 0,4 2 0,-3-1 0,-1 1 0,2-2 0,1 0 0,-1-1 0,0 0 0,-2 0 0,1-1 0,3-1 0,0-1 0,-1 1 0,1 1 0,1 1 0,2 1 0,-2-4 0,2 0 0,-2-1 0,0 4 0,2-4 0,-2 4 0,2-4 0,-2 4 0,-1 0 0,0 0 0,0 0 0,-1 0 0,3 1 0,-2-1 0,2 0 0,-5 0 0,1 0 0,2-1 0,0-1 0,0-1 0,0 1 0,-5 1 0,4 2 0,-3-1 0,3-1 0,1-2 0,0 2 0,0-2 0,-1 2 0,1 1 0,0 0 0,0-1 0,0-2 0,0 2 0,0-2 0,2 2 0,2 2 0,3-1 0,-6 0 0,3 0 0,0 0 0,-3 1 0,7-1 0,-5 0 0,-1 0 0,3 0 0,-3-1 0,4-2 0,-3 3 0,3-4 0,-2 4 0,-2 0 0,2 0 0,0 0 0,2 0 0,-4 4 0,1-1 0,-2 1 0,-2-4 0,1 0 0,0 0 0,0 0 0,0 1 0,1-1 0,2 0 0,-2 1 0,2 2 0,-2 0 0,-2-1 0,1 0 0,0 1 0,0 1 0,0-2 0,-1 4 0,1-4 0,0 4 0,0-2 0,3 1 0,0-2 0,0 0 0,-3 3 0,0-2 0,1 1 0,1 0 0,1-3 0,1 3 0,-1-2 0,-2 2 0,2-2 0,2-1 0,-7 6 0,2-4 0,-1 2 0,-1 0 0,2 3 0,0-1 0,0-1 0,-4 0 0,1 2 0,0-3 0,2 3 0,-3-3 0,1 3 0,-3-3 0,0 3 0,-1-2 0,-2 2 0,4 1 0,-5 0 0,0-4 0,0 3 0,-1-4 0,-2 4 0,0-2 0,0 2 0,-2-4 0,1 10 0,-2 1 0,2 3 0,-1 1 0,-1 0 0</inkml:trace>
  <inkml:trace contextRef="#ctx0" brushRef="#br2" timeOffset="79">19539 10300 8912,'-11'0'0,"-1"0"0,-1 0 0,1 0 0,5 0 0,3 0 0,11 0 0,3 0 0,2 0 0,2 0 0,2 0 0,3 1 0,1 1 0,1 1 0,0 0 0,2 2 0,0-4 0,-3 4 0,0-2 0,-1 1 0,1 1 0,-1 3 0,-2 4 0,-1 1 0,-4 6 0,1 0 0,-2 5 0,-2 7 0,-3 1 0,-2 4 0,-3 6 0,-1 1 0,0 0 0,0-3 0,0 2 0,-3-13 0,-2 2 0,0-4 0,-2 3 0,-5-1 0,-4 2 0,-7 1 0,-4-5 0,-3-3 0</inkml:trace>
  <inkml:trace contextRef="#ctx0" brushRef="#br0" timeOffset="80">10123 11938 8912,'-7'-3'0,"2"-2"0,0 0 0,3-3 0,1 3 0,1-2 0,0-1 0,3 3 0,2-2 0,0 0 0,-1-2 0,2-1 0,0 4 0,0-1 0,3 5 0,-8-2 0,8 4 0,-8 0 0,3 4 0,-1 2 0,1 3 0,2 1 0,-3 0 0,0 0 0,-1 1 0,1 2 0,-2-1 0,2 4 0,-1 2 0,-2 0 0,3 2 0,0 0 0,-1 3 0,-1-1 0,-1 4 0,0-4 0,0 1 0,0-2 0,0-2 0,1 1 0,3-1 0,-3-3 0,4 1 0,-1-4 0,-2 0 0,4-3 0,-2 0 0,1 0 0,-1 0 0,4-5 0,-6 3 0,4-4 0,-2 1 0,4-1 0,-2 2 0,-1-4 0,0 3 0,-2-5 0,-2 0 0,4 0 0,-1 1 0,3 2 0,1-2 0,-1 4 0,-1-5 0,1 3 0,3 0 0,0 0 0,0-3 0,-1 0 0,4 4 0,1-1 0,0 0 0,-1-2 0,3 3 0,-1-3 0,2 2 0,-1-2 0,4-1 0,3 1 0,1 1 0,1 2 0,1-1 0,0-3 0,0 0 0,2 0 0,0 0 0,1 0 0,1 0 0,-1 0 0,-2-1 0,-1-3 0,-3 3 0,2-3 0,-1 0 0,2 2 0,-2-4 0,1 2 0,1-4 0,4 6 0,-1-4 0,1 2 0,-1 1 0,4 2 0,-1-1 0,0-2 0,-1 1 0,-3 2 0,-1-1 0,-1-2 0,5 1 0,-4 3 0,3-1 0,-2-2 0,0 2 0,2-4 0,-1 5 0,1 0 0,-2-1 0,-2-2 0,-1 2 0,-2-2 0,-2 2 0,2-1 0,-3 0 0,-4-1 0,3 0 0,-4 3 0,4 0 0,-2-4 0,-1 1 0,-1 0 0,2 3 0,1 0 0,-1 0 0,0 0 0,1 1 0,-2 2 0,0-2 0,1 5 0,-1-4 0,2 1 0,-4 1 0,3-3 0,-4 2 0,5-2 0,-2 2 0,-1-2 0,2-1 0,-4 0 0,3 0 0,2 0 0,-1 0 0,-1 0 0,3 0 0,-3 0 0,3 0 0,1 0 0,4-4 0,-4 3 0,3-3 0,-2-1 0,-1 4 0,-1-2 0,-2-2 0,-1 2 0,-1 0 0,2 3 0,-3 0 0,0 0 0,-3 0 0,3 0 0,-4 0 0,0 0 0,-1 0 0,1 0 0,0 0 0,0 0 0,0 0 0,0 0 0,0 0 0,4 0 0,-4 0 0,5 0 0,-6 0 0,1 0 0,1 0 0,1 0 0,1 0 0,-1 0 0,-1 0 0,2 3 0,0 0 0,0 1 0,-3-4 0,0 0 0,1 0 0,2 0 0,-2 0 0,3 0 0,-4 0 0,0 0 0,0 0 0,-4 0 0,1 0 0,0 0 0,2 0 0,-2 0 0,-1 0 0,2 0 0,-4 0 0,5 0 0,-3 0 0,3 0 0,1 0 0,0 0 0,-4 0 0,1 0 0,1 0 0,0 0 0,2 0 0,0 0 0,0 0 0,-4 0 0,1 0 0,-1 0 0,4 0 0,0 0 0,0 0 0,0-1 0,-1-3 0,-3 3 0,3-3 0,-3 4 0,3 0 0,-3 0 0,0-1 0,-1-1 0,1-2 0,-4 1 0,7 2 0,-3-2 0,3 2 0,-2-7 0,-1 4 0,2-2 0,-4 0 0,4-4 0,-4 0 0,2 0 0,-3-1 0,3-2 0,1-2 0,-2 0 0,4-4 0,-7 4 0,4-5 0,-2 1 0,4-1 0,-7 1 0,2-1 0,-2 0 0,4 1 0,-4 2 0,2 2 0,-2 1 0,-1 1 0,0 3 0,0 0 0,0 0 0,-3 4 0,-1-1 0,-3 5 0,6-7 0,-3 3 0,0 0 0,1 0 0,-4 3 0,3-4 0,-2-1 0,3 0 0,-3-2 0,-2 0 0,-1 0 0,3 0 0,-1 2 0,0 1 0,-2-2 0,-1 4 0,0-5 0,0 2 0,1 0 0,-2 2 0,-1 1 0,-1 0 0,-5-2 0,7 2 0,-2 1 0,-1 0 0,1 1 0,-5-2 0,3 3 0,0-1 0,-3 0 0,4 1 0,-1 0 0,-3-1 0,0 0 0,2-1 0,-1 1 0,0 1 0,-6 1 0,1-2 0,-4-2 0,-1 0 0,3 3 0,-5-3 0,3 5 0,-2 0 0,-1-3 0,3 0 0,3 1 0,2 1 0,2 1 0,-1 0 0,1 0 0,-1 0 0,5 0 0,-4 0 0,3 0 0,-3 0 0,0 0 0,-4 0 0,-1 0 0,-1 0 0,-2 0 0,-2 0 0,1 0 0,1 0 0,-1 0 0,7 0 0,-3 0 0,0 0 0,4 4 0,-8-3 0,5 2 0,-1-2 0,1-1 0,1 0 0,-6 1 0,1 3 0,-4-3 0,5 2 0,-2-2 0,-2-1 0,1 0 0,4 1 0,2 1 0,2 2 0,2-1 0,-1-3 0,0 0 0,2 0 0,-1 0 0,1 0 0,-3 0 0,-4 0 0,2 0 0,-4 1 0,1 1 0,-3 1 0,0 1 0,-3-4 0,3 0 0,-3 0 0,7 0 0,0 1 0,1 1 0,0 1 0,3 1 0,-3-4 0,4 0 0,4 0 0,0 0 0,-3 0 0,-2 0 0,3 0 0,0 0 0,-1 0 0,-1 0 0,1 0 0,3 0 0,-1 0 0,3 0 0,-2 0 0,4 0 0,-5 0 0,4 0 0,0 0 0,3 0 0,0 0 0,0 0 0,0 0 0,1 0 0,-1 0 0,0 0 0,0 0 0,0 0 0,1 0 0,-1 0 0,0 0 0,0 0 0,-1 0 0,-1 0 0,-1 0 0,-4 0 0,6 0 0,-3 0 0,-1 0 0,4 0 0,-6 0 0,3 0 0,-1 0 0,3 0 0,-2 0 0,2 0 0,-1 0 0,2 0 0,-3 0 0,4 0 0,1 0 0,-1 0 0,0 1 0,0 1 0,0 1 0,1 0 0,-2-2 0,-2 3 0,5-3 0,-2 2 0,1-1 0,1 2 0,-7-3 0,3 4 0,-3-3 0,1 2 0,-4-1 0,6 0 0,-3 1 0,1 2 0,1-3 0,3 3 0,0-2 0,0 3 0,1-4 0,3 0 0,-3 1 0,7-3 0,-4 3 0,-1 0 0,-3 0 0,1 2 0,3-4 0,-3 4 0,3-3 0,1-2 0,0 4 0,2-1 0,1-3 0,-5 2 0,4-1 0,-4 1 0,5-1 0,-2 2 0,-1-4 0,4 0 0,-3 0 0,4 0 0,0 4 0,0 2 0,0 4 0,0 4 0,0 1 0</inkml:trace>
  <inkml:trace contextRef="#ctx0" brushRef="#br0" timeOffset="81">15670 10672 8912,'0'-6'0,"0"-1"0,0 4 0,0-3 0,0 3 0,0-2 0,0 2 0,0 2 0,-4-4 0,3 5 0,-4 0 0,5 1 0,0 3 0,0 2 0,0 3 0,-1 1 0,-2-1 0,2 6 0,-2 1 0,0-1 0,1 2 0,-1 0 0,-5 6 0,6-1 0,-3 3 0,0-1 0,-1 3 0,1-1 0,1 2 0,0 2 0,0-5 0,1 2 0,0-4 0,-1 3 0,0-3 0,3 0 0,-2-3 0,2-1 0,1 1 0,-3-2 0,-1 1 0,2 1 0,0-6 0,0 5 0,-2 0 0,2-1 0,-3 2 0,4 0 0,-3-1 0,0 1 0,1-1 0,-2 2 0,3 1 0,-1 1 0,0 0 0,3-4 0,-1 1 0,-3 0 0,3-3 0,-2 2 0,2 1 0,1 1 0,-1-1 0,-2-4 0,1 4 0,-1-1 0,2 0 0,1 0 0,0 1 0,0-5 0,0 5 0,0 3 0,0 0 0,0-2 0,0 0 0,0 2 0,0 1 0,0 1 0,-3-3 0,0 1 0,0-3 0,2 0 0,1 0 0,0-1 0,0 0 0,0-3 0,0 2 0,0-5 0,0 1 0,0-1 0,0 1 0,0 2 0,0 3 0,0-4 0,0 5 0,0-4 0,0 1 0,0 0 0,0 2 0,0 1 0,0 3 0,0-2 0,0 2 0,0-3 0,0 0 0,0-4 0,0 1 0,0-2 0,0 1 0,0 0 0,0-3 0,0-1 0,0 4 0,0-4 0,0 1 0,0-1 0,0 0 0,0 1 0,0 0 0,0-3 0,0 0 0,0 0 0,0 0 0,0-4 0,0 1 0,0-1 0,0 4 0,0-4 0,0 1 0,0 0 0,0 2 0,0-2 0,0-1 0,0 2 0,0 1 0,0 1 0,0-1 0,0 1 0,0 0 0,0 0 0,0 0 0,0-1 0,0 1 0,0-3 0,0-1 0,0-2 0,0 2 0,0-4 0,0 7 0,0-3 0,0 3 0,0-2 0,0-1 0,0-2 0,0 2 0,0-4 0,0 7 0,0-8 0,0 4 0,0-1 0,1-3 0,3 2 0,-3-1 0,2 2 0,-2-3 0,-1 4 0,0-1 0,0 1 0,1 4 0,1-2 0,2 0 0,-1-5 0,-3 7 0,0-3 0,3 0 0,0 0 0,1 1 0,-1-1 0,0 1 0,1-1 0,-4 0 0,4-2 0,-3-3 0,2 3 0,-1-3 0,2 2 0,-2-2 0,4-1 0,1 0 0,3 0 0,0 0 0,-1 0 0,1 0 0,0 0 0,1 0 0,2 0 0,-2 0 0,8-3 0,-3 0 0,2 0 0,5 1 0,0-1 0,3 2 0,-2-4 0,2 1 0,1-2 0,-3 1 0,3-4 0,-4 4 0,-1 0 0,0-4 0,1 2 0,-4-1 0,1-2 0,-2 3 0,-5 1 0,5 4 0,-7-6 0,2 5 0,-2-1 0,-1 3 0,-1-2 0,-2 2 0,0-2 0,-1 0 0,0 0 0,2 2 0,-6-3 0,5 4 0,1 0 0,0-5 0,-1 4 0,-1-2 0,2 2 0,1-2 0,1-1 0,-1 1 0,-2 0 0,0 0 0,-1-4 0,4 4 0,-4 0 0,0 1 0,-2-1 0,1 2 0,-2-2 0,-2 2 0,3-4 0,1 4 0,1-2 0,-1-2 0,2 2 0,-3-3 0,3 3 0,0-4 0,1 0 0,2-2 0,0-1 0,0 0 0,-4 0 0,1 0 0,0 1 0,-2-1 0,-1 0 0,0 0 0,-1 0 0,-1 1 0,-1-1 0,-1 0 0,3-4 0,1-3 0,-1 3 0,-2-5 0,2-1 0,0 0 0,3-2 0,-3 0 0,3 0 0,-2-1 0,3 3 0,-4 4 0,4 0 0,-4-3 0,-1 3 0,2-3 0,0 3 0,-1 1 0,-3-2 0,1 0 0,1-2 0,1 0 0,1-1 0,-4-4 0,1-1 0,2 0 0,-2-3 0,7 6 0,-5-4 0,4 3 0,-3-2 0,1 1 0,-2 1 0,0 3 0,-2 1 0,0 1 0,1 1 0,2-1 0,-1-1 0,-3 6 0,0-5 0,0 2 0,-1-6 0,-1-2 0,-2-1 0,1 2 0,3-3 0,1 0 0,1-3 0,2 3 0,3-2 0,0 2 0,-2 1 0,2-1 0,-1 4 0,0-5 0,-2 4 0,0 1 0,-2 1 0,2 2 0,-4-1 0,0 0 0,0 1 0,0-4 0,0 0 0,0 1 0,0-2 0,0 1 0,0 1 0,0 2 0,0-1 0,0-2 0,0 2 0,0-1 0,0 1 0,0 1 0,0 2 0,0 1 0,0 0 0,0 4 0,0-4 0,0 4 0,0 0 0,0 3 0,0-4 0,0 2 0,0-4 0,0 3 0,0-2 0,0 0 0,0-2 0,0 6 0,0-3 0,0 0 0,0 3 0,0-2 0,-1 2 0,-2 1 0,1 0 0,-2-3 0,3 0 0,-2 1 0,2 1 0,-3 1 0,-1 1 0,3-1 0,-4 0 0,2 0 0,-4 0 0,6 4 0,-3-1 0,0 0 0,-1 1 0,2 0 0,-3-1 0,0-2 0,-1 3 0,2-3 0,-3 7 0,3-5 0,-3 4 0,-1-3 0,0 2 0,1-2 0,-2 3 0,-1-3 0,-1 2 0,0-4 0,2 7 0,-2-2 0,1-2 0,-4 2 0,2 1 0,1-2 0,2 0 0,-1 2 0,-1 1 0,-4 1 0,0 0 0,-6 0 0,1 0 0,-4 0 0,-4 1 0,-5 1 0,-1 3 0,0 0 0,1-2 0,-1 4 0,0-5 0,5 1 0,4-2 0,2-1 0,6 0 0,6 0 0,-1 0 0,1 0 0,0 0 0,6 0 0,1 0 0,4 0 0,-3 0 0,5 0 0,-1 4 0,-1 0 0,-1 3 0,1 4 0,-4 4 0,0 8 0,-3 3 0,-1 7 0,0 1 0</inkml:trace>
  <inkml:trace contextRef="#ctx0" brushRef="#br0" timeOffset="82">16132 13007 8912,'0'-10'0,"0"0"0,0 1 0,0 3 0,0 2 0,0 4 0,0 4 0,0-3 0,0 4 0,0-5 0,0 4 0,0-2 0,0 5 0,4-5 0,-3 3 0,2-1 0,-2-3 0,4 7 0,-4-2 0,4 3 0,-2-2 0,0 0 0,0-4 0,-3 4 0,3-4 0,1 3 0,-1 1 0,-2-1 0,1 1 0,1 1 0,1-3 0,-3 1 0,1-1 0,1 0 0,1 2 0,0 3 0,-3-4 0,3 1 0,1 0 0,-3 1 0,4-1 0,-3 1 0,4-2 0,-2 4 0,0-1 0,-3-3 0,6 3 0,-4-3 0,2 3 0,-3 0 0,4-3 0,-2 3 0,2-3 0,0 3 0,-4 1 0,5-1 0,-1-3 0,-2 6 0,2-3 0,-1 0 0,0-2 0,2 0 0,-2 6 0,4 0 0,-2 0 0,-1-3 0,2 0 0,-3-1 0,3 1 0,1 0 0,0 3 0,-1 0 0,1 0 0,0-3 0,0 0 0,3 3 0,0 0 0,-1-1 0,-1-1 0,-1-1 0,1 1 0,2 2 0,1-2 0,3 2 0,0-2 0,-4-2 0,3 1 0,2 0 0,-3 0 0,1 0 0,-3-1 0,3 0 0,-2-2 0,3 6 0,-5-10 0,4 7 0,-2-1 0,-1-5 0,-2 4 0,1-4 0,1 1 0,0-2 0,-3 4 0,0-4 0,0 2 0,4-2 0,-4-2 0,5 4 0,-1-1 0,-2-3 0,4 2 0,-1 2 0,2-2 0,0 1 0,-3-2 0,2 2 0,1-2 0,2 3 0,-1-4 0,0 3 0,-2-3 0,0 3 0,7-3 0,1 3 0,1-3 0,-3-1 0,6 3 0,-4 0 0,1-1 0,1-1 0,3-1 0,-3 4 0,1-1 0,0-1 0,-2-1 0,1-1 0,-4 3 0,1 1 0,-2-2 0,-1 2 0,3 0 0,-6-1 0,6-2 0,-7 1 0,2 1 0,2 1 0,0-4 0,-1 0 0,1 0 0,0 0 0,0 0 0,3 0 0,4 0 0,-3 0 0,3 0 0,-4 0 0,3 0 0,-3 0 0,3 0 0,-2 0 0,1 0 0,-2-4 0,3 1 0,0-3 0,4 1 0,-2 1 0,-2-1 0,3-2 0,-5 5 0,2-5 0,2 5 0,-2-1 0,-2-2 0,-1 1 0,-2-1 0,-1 2 0,-1 0 0,-2-1 0,-1 0 0,2 2 0,-3-2 0,1 0 0,2-2 0,-1 4 0,-1-1 0,3-2 0,-3 2 0,6-5 0,1 2 0,3-2 0,-3 2 0,1-3 0,-1 2 0,-2 3 0,3-5 0,-5 3 0,1-3 0,-4 3 0,1-1 0,-4 4 0,2-3 0,-1 2 0,-2 2 0,-1-4 0,-1 5 0,0-3 0,0-1 0,3 4 0,0-2 0,0-1 0,-3 0 0,1-2 0,2 3 0,-1-4 0,3 3 0,0-1 0,1 1 0,-4-4 0,6 3 0,-1-4 0,1 3 0,1-3 0,-3 2 0,3-1 0,-5-1 0,3 1 0,0 2 0,-5-1 0,1-2 0,2 3 0,-4-3 0,2 3 0,-2-3 0,0 0 0,2 3 0,-1-5 0,4 4 0,-3-4 0,3 5 0,-2-3 0,-2-1 0,2 2 0,-1 1 0,4-2 0,-6 5 0,2-4 0,-2 2 0,-1 3 0,0-4 0,1 4 0,2-4 0,-4 4 0,4-4 0,-4 4 0,4-3 0,-2-1 0,-2 2 0,1-3 0,0 5 0,0-5 0,0 4 0,-1-4 0,1 2 0,-3 0 0,-1 0 0,1-3 0,3 3 0,0-3 0,-1-1 0,1 0 0,0 1 0,0 3 0,-1-3 0,-3 3 0,3-2 0,-3 1 0,3-1 0,1 1 0,0-1 0,0 2 0,-1-3 0,0 7 0,-2-5 0,1 4 0,-1-3 0,-2 3 0,1-1 0,-2 0 0,4 3 0,-2-3 0,0 0 0,-1 0 0,1-1 0,-1 1 0,2-4 0,3 3 0,-1-5 0,1 0 0,0 0 0,0 1 0,0-1 0,-1 0 0,2 0 0,2 0 0,-2 1 0,4-1 0,-6 0 0,1 0 0,0 5 0,0-4 0,-1 2 0,-3-1 0,2 1 0,-4 2 0,2 0 0,-4-2 0,2 6 0,-4-4 0,0 5 0,0-4 0,1 3 0,2-2 0,-1 2 0,2-4 0,-3 4 0,2-2 0,-2-3 0,4 5 0,-5-3 0,0 4 0,4 0 0,-3 0 0,4 0 0,-5 0 0,0-4 0,0 2 0,0-2 0,0 4 0,0-4 0,-5-2 0,0-4 0</inkml:trace>
  <inkml:trace contextRef="#ctx0" brushRef="#br0" timeOffset="83">19814 12742 8912,'0'-10'0,"0"1"0,1-1 0,2 0 0,3 0 0,0 4 0,0-1 0,-2 5 0,2-1 0,-4 2 0,4 1 0,-3 0 0,-2 0 0,5 0 0,-3 0 0,4 0 0,1 0 0,3 0 0,2 0 0,4 0 0,2-2 0,4 0 0,3-2 0,3-2 0,0 0 0,1-4 0,-1 0 0,1 0 0,-4 1 0,0-1 0,-4 4 0,1-1 0,-7 4 0,-2-1 0,-4 4 0,0 0 0,-5 0 0,3 1 0,-5 3 0,0 2 0,2 3 0,-4 5 0,2 2 0,-2 3 0,-1 5 0,0 2 0,0 2 0,-3 6 0,0 2 0,-4 2 0,4 2-117,-5-1 0,4 0 117,-3 0 0,-1 3 0,1-3 0,3-2 0,-1-9 0,1-2 0,3-2 0,-2-4 0,0-1 0,1-3 0,-1-3 0,-1 1 0,0-1 0,-1 5 0,-5-2 0,-1 4 0,-2 3 0,2 2 0,-3 4 0</inkml:trace>
  <inkml:trace contextRef="#ctx0" brushRef="#br0" timeOffset="84">18671 9972 8912,'-8'0'0,"-4"1"0,1 2 0,-2-2 0,3 3 0,-3-1 0,1 0 0,0-2 0,0 0 0,0-1 0,2 3 0,-2 1 0,0 1 0,1 2 0,-1 1 0,4 4 0,-1 2 0,1 3 0,0 2 0,1 2 0,1 1 0,5 1 0,-2 2 0,2-2 0,1-3 0,1-5 0,2-2 0,2-4 0,3 2 0,1-10 0,-1 2 0,1-3 0,3-3 0,-2-3 0,1-6 0,2 2 0,-2-4 0,0-2 0,-2 0 0,0-1 0,-1 0 0,0 0 0,-1-1 0,-2 1 0,-3 4 0,5-1 0,-4 3 0,0 1 0,-3 2 0,0 5 0,0 6 0,0 5 0,0 7 0,0 1 0,0 2 0,1 1 0,2 1 0,2-1 0,3-4 0,2 0 0,1-4 0,3 0 0,6-1 0,-1-6 0,9-4 0,-1-4 0</inkml:trace>
  <inkml:trace contextRef="#ctx0" brushRef="#br0" timeOffset="85">20848 9723 8912,'6'-1'0,"-1"-2"0,-1-3 0,-2-1 0,-1-2 0,-1 1 0,0-1 0,0 0 0,0 5 0,0 1 0,0 6 0,0 2 0,0 7 0,0 1 0,0 4 0,0 1 0,0-1 0,0 0 0,0 1 0,0 2 0,0-2 0,0 4 0,0-2 0,0-2 0,0 2 0,-1-2 0,-2-4 0,2-1 0,-2-2 0,2 0 0,1 1 0,0-7 0,0-3 0,0-4 0,0-3 0,0-7 0,0 1 0,1-3 0,2 2 0,2-2 0,3 2 0,2-2 0,0 3 0,3 0 0,0 1 0,-2 2 0,4-1 0,-1 2 0,3 1 0,0 2 0,-2 4 0,-1 0 0,-3 0 0,1 4 0,-3 2 0,-2 1 0,-1 2 0,-2 0 0,-4 2 0,0 1 0,0 2 0,-4-4 0,-2 2 0,-5-2 0,-3 2 0,-4-3 0,-2 3 0,1-3 0,-4 0 0,3-1 0,-3 1 0,1-1 0,-1-3 0,3 2 0,6-4 0,-2-4 0,2-4 0</inkml:trace>
  <inkml:trace contextRef="#ctx0" brushRef="#br0" timeOffset="86">18938 11949 8912,'0'-8'0,"-1"-1"0,-2 1 0,-2-1 0,-3 4 0,-1 3 0,1 4 0,-1 4 0,3 2 0,1 0 0,-2 2 0,-1 1 0,-3 3 0,-1 3 0,2 0 0,0 3 0,2 0 0,0 5 0,2 1 0,0 0 0,3 5 0,1-1 0,2-4 0,3-2 0,5 1 0,3-11 0,3 1 0,0-6 0,4-3 0,2-2 0,0-4 0,0-4 0,-3-2 0,0-1 0,1-2 0,-1 0 0,0 1 0,-1-1 0,0 1 0,-2-1 0,-4-7 0,3-2 0</inkml:trace>
  <inkml:trace contextRef="#ctx0" brushRef="#br0" timeOffset="87">20711 12078 8912,'0'-5'0,"-1"-1"0,-2-1 0,1 1 0,-3-1 0,1 1 0,0 3 0,2-2 0,-3-2 0,0-1 0,-2 2 0,4 1 0,-2-2 0,-1 2 0,-3 0 0,1 2 0,-1-2 0,1 1 0,-1 2 0,-1 1 0,-1 1 0,1 1 0,-1 2 0,-2 3 0,2 5 0,1 4 0,0 1 0,2 2 0,2 1 0,0 1 0,4 4 0,-2-6 0,4 2 0,4-2 0,2 0 0,1-2 0,2-2 0,0-2 0,0-7 0,2-2 0,1-2 0,1-1 0,-2-4 0,4-1 0,-3-7 0,2-1 0,-2-4 0,0-2 0,-1-1 0,-1-2 0,1-3 0,-4 2 0,-2-1 0,-1-3 0,-1 0 0,-3-4 0,0-1 0,0 2 0,-4-4 0,3 10 0,-2-1 0,-1 5 0,1 3 0,0 8 0,3 5 0,-2 5 0,-1 3 0,2 4 0,3 6 0,0 6 0,3 3 0,1 4 0,3 2 0,-2 3 0,0-3 0,-1 2 0,-1-4 0,4 3 0,-1-4 0,-3 0 0,3-4 0,-2 0 0,1-1 0,2 0 0,0-4 0,0-3 0,3 0 0,-2-3 0,5 0 0,-5-1 0,6-5 0,-2-2 0</inkml:trace>
  <inkml:trace contextRef="#ctx0" brushRef="#br0" timeOffset="88">10979 17219 8912,'0'5'0,"0"-8"0,0-6 0,0 2 0,0 1 0,0-1 0,0 3 0,0-2 0,0 4 0,0-3 0,0 2 0,-1 2 0,-2-1 0,-1-3 0,-5 4 0,0-2 0,1 2 0,-1 1 0,0 0 0,-2 1 0,0 2 0,-5 2 0,2 3 0,-2 1 0,-2-1 0,1 5 0,0 0 0,1 5 0,1 2 0,3-2 0,3 7 0,2-3 0,1 0 0,-1 2 0,4-4 0,1-1 0,2-4 0,3-3 0,3-3 0,2-5 0,0-1 0,1-2 0,0-1 0,-1 0 0,1 0 0,2-4 0,2-1 0,0-4 0,2-2 0,2-3 0,0-3 0,0 0 0,0 0 0,0-1 0,-2 1 0,-1-1 0,1-2 0,-2 3 0,-2 0 0,-2 0 0,-3 6 0,0-3 0,-3 2 0,-1 2 0,-5 4 0,1 2 0,-3 4 0,3 0 0,-2 5 0,4 4 0,0 3 0,0 5 0,1-2 0,2 3 0,2-3 0,3 5 0,2-2 0,0-1 0,3 0 0,0 1 0,-1-4 0,2 0 0,0-3 0,2 4 0,0-3 0,-2-2 0,-3 0 0,1-6 0,-3 0 0</inkml:trace>
  <inkml:trace contextRef="#ctx0" brushRef="#br0" timeOffset="89">11728 17296 8912,'3'-8'0,"0"-1"0,1 1 0,1-1 0,0 1 0,-3-1 0,2 0 0,-1 1 0,-2 2 0,2 0 0,-2 0 0,-1-2 0,0-1 0,0 5 0,-5-3 0,-2 4 0,-5 1 0,-1 1 0,-2 1 0,-3 1 0,-1 1 0,-1 1 0,0 4 0,3-2 0,0 3 0,-1 1 0,1-1 0,3 4 0,0 0 0,2 1 0,2 2 0,4 2 0,2 0 0,4 0 0,0 3 0,0 0 0,4 0 0,2-2 0,1-2 0,2-2 0,0 2 0,2-5 0,0-1 0,0-4 0,-2-2 0,0-4 0,0 0 0,-1 0 0,4-2 0,-1-4 0,1 0 0,-3-8 0,2 0 0,0-2 0,1 0 0,-4-8 0,1 1 0,-1-2 0,0-1 0,-2 0 0,1-2 0,-5-1 0,1-3 0,-3 4 0,0-4 0,0 4 0,0 0 0,0 5 0,0 3 0,0 6 0,0 2 0,0 6 0,0 3 0,0 9 0,0 3 0,0 4 0,0-1 0,0 3 0,0-1 0,0 3 0,3 0 0,1 0 0,1 0 0,1 0 0,2 1 0,1 3 0,-1-3 0,1 3 0,0 0 0,-1-2 0,1 4 0,-1-3 0,1 3 0,0 0 0,-1 4 0,1 0 0,-1-2 0,-3-1 0,3-2 0,-3-1 0</inkml:trace>
  <inkml:trace contextRef="#ctx0" brushRef="#br0" timeOffset="90">14102 17262 8912,'-5'-3'0,"0"-1"0,0 1 0,1-2 0,1 0 0,0 3 0,3-2 0,0 4 0,0 8 0,0 2 0,0 3 0,0 4 0,0-1 0,0 4 0,0 2 0,0-3 0,0 5 0,0-4 0,0 3 0,0-3 0,0-1 0,1-1 0,2-4 0,-3-2 0,3-3 0,-2-3 0,-1-1 0,0-3 0,0 2 0,0-5 0,0-2 0,0-1 0,1-5 0,2 0 0,-1 1 0,4-1 0,-1-2 0,0-1 0,3 0 0,-2 1 0,1 0 0,2 0 0,0-2 0,-1 3 0,1-1 0,-1 1 0,1 6 0,0-3 0,-1 4 0,1 1 0,-4 2 0,1 3 0,1 3 0,1 1 0,-3 5 0,1-1 0,-3 4 0,3-4 0,-3 4 0,2-4 0,-3 3 0,1-2 0,-2-1 0,-1-2 0,-1-1 0,-2 1 0,-2-1 0,-3-3 0,-5 3 0,3-7 0,-5 2 0,0-2 0,-1-1 0,-1 0 0,3 0 0,-2 0 0,3 0 0,-1 0 0,2 0 0,0-4 0,1-1 0,0 0 0,3-2 0,2 0 0,3-3 0,2-4 0,1-3 0</inkml:trace>
  <inkml:trace contextRef="#ctx0" brushRef="#br0" timeOffset="91">14791 17365 8912,'-5'-4'0,"0"0"0,2-5 0,2 0 0,-1 1 0,1 2 0,1 0 0,-3 4 0,-1-3 0,-1 1 0,2 0 0,-2 2 0,-2-1 0,-1 0 0,0 3 0,1 0 0,-2 0 0,3 0 0,-7 1 0,1 3 0,-3 5 0,0 0 0,1 6 0,0-1 0,3 3 0,2 3 0,1 0 0,3 0 0,5-2 0,0-1 0,1-3 0,2 0 0,3-2 0,5 1 0,4-4 0,3-3 0,3-2 0,6-3 0,-4 2 0,6-5 0,-2-1 0,2-3-164,-2 1 0,7-4 0,-4 1 0</inkml:trace>
  <inkml:trace contextRef="#ctx0" brushRef="#br0" timeOffset="92">17398 14313 8912,'0'-5'0,"0"-1"0,0 4 0,0-3 0,0 2 0,0-2 0,1-2 0,1 0 0,1 2 0,0-1 0,-3-3 0,1 4 0,1-1 0,-1 3 0,2-3 0,-2 3 0,-2-1 0,-2 0 0,2-3 0,-6 6 0,2-3 0,-4 4 0,0 0 0,-2 0 0,0 0 0,-4 0 0,4 0 0,-3 1 0,-2 2 0,3 1 0,-1 2 0,0 1 0,-1-1 0,2 2 0,0 0 0,2 1 0,2 0 0,0 2 0,1 0 0,2 2 0,0-2 0,4 3 0,0 3 0,1-4 0,1-1 0,1-1 0,1-2 0,3 1 0,4-4 0,-1-2 0,1-1 0,0-2 0,-1-1 0,1 0 0,2-1 0,1-1 0,-2-1 0,3-4 0,-2 1 0,2-1 0,-2-2 0,-1 1 0,2-1 0,0 0 0,-1 1 0,1-1 0,-4-2 0,1-2 0,-2 1 0,0-1 0,-1-1 0,-3 3 0,2-4 0,-3 1 0,1-3 0,-2 1 0,-1 1 0,0-1 0,0 3 0,0-4 0,0 2 0,0 1 0,0 0 0,0-1 0,0 1 0,0 0 0,1 0 0,1 2 0,1 0 0,-1 1 0,-1 0 0,0 2 0,2 0 0,-2 4 0,2 1 0,-3 1 0,0 3 0,0 0 0,0 4 0,0 7 0,0 1 0,0 3 0,0-1 0,0 0 0,0 0 0,0 1 0,0 1 0,0 2 0,-1-2 0,0-1 0,-2-1 0,-1 1 0,1 2 0,2 0 0,-2 0 0,2 1 0,1-1 0,0 0 0,0 0 0,0 1 0,0 2 0,0-2 0,0 3 0,4 0 0,2-1 0,1 0 0,2-3 0,0 1 0,-2 1 0,-1 1 0,2 4 0,-4-2 0</inkml:trace>
  <inkml:trace contextRef="#ctx0" brushRef="#br0" timeOffset="93">20650 15947 8912,'0'-6'0,"0"0"0,0 4 0,0-1 0,1 3 0,2 0 0,3 0 0,-2 1 0,0 1 0,-1 0 0,-2 1 0,3-3 0,-4 0 0,0-4 0,0 3 0,0-5 0,0 3 0,0-3 0,-1 3 0,-2-2 0,-1-1 0,-5 1 0,0 1 0,1 1 0,-1 1 0,1 0 0,-5-3 0,3 4 0,-5-2 0,0 2 0,2 1 0,-2 0 0,1 0 0,-3 1 0,0 2 0,-1 3 0,2 4 0,1 3 0,1 0 0,2 2 0,-3 1 0,8 4 0,-2 1 0,6-1 0,1-2 0,1 2 0,1-5 0,0 2 0,1-5 0,1-1 0,3-2 0,4-3 0,-1-4 0,1-1 0,0-1 0,-1-1 0,1-1 0,2-1 0,1-6 0,0 2 0,0-4 0,-3-1 0,4-1 0,-1 0 0,-2 2 0,2-4 0,-4 3 0,-2 1 0,0 0 0,1-1 0,-2-2 0,0 2 0,-3 1 0,1 2 0,-2 1 0,3-1 0,-3 4 0,3 1 0,-4 5 0,0 2 0,0 3 0,0 3 0,0 2 0,0 2 0,0 5 0,4-1 0,1 0 0,3 0 0,2 0 0,1 1 0,3-1 0,3 0 0,1 0 0,2 0 0,-2 1 0,3-1 0</inkml:trace>
  <inkml:trace contextRef="#ctx0" brushRef="#br0" timeOffset="94">19420 13806 8912,'-6'0'0,"1"0"0,-1 0 0,1 0 0,-3 0 0,7 0 0,-3-1 0,1-2 0,1 3 0,-4-3 0,4 2 0,-5 1 0,6-1 0,-3-1 0,0-1 0,3 0 0,-3 3 0,4 0 0,8 0 0,-2 0 0,9 0 0,-4-3 0,4 0 0,-1 0 0,3 3 0,0 0 0,1 0 0,-1 0 0,-1 0 0,-2-3 0,3 2 0,-8-3 0,3 4 0,-3 0 0,-3 0 0,0 0 0,-4 0 0,1 0 0,-3 0 0,-5 4 0,-1 1 0,-4-1 0,6 4 0,-5-3 0</inkml:trace>
  <inkml:trace contextRef="#ctx0" brushRef="#br0" timeOffset="95">19738 13566 8912,'-5'-5'0,"-1"2"0,-1 2 0,2 5 0,1 2 0,0 5 0,0 0 0,2 3 0,-1 1 0,1 1 0,0 2 0,-1-1 0,3 0 0,-3-1 0,2-1 0,1-1 0,0-2 0,0 0 0,0-4 0,0 1 0,0-1 0,0-3 0,0-1 0,0-4 0,4 0 0,-4-1 0,3-2 0,-1 2 0,1-2 0,-1 0 0,4 0 0,0-4 0,6 2 0,0 0 0,3 0 0,-4 1 0,0 0 0,0 1 0,-1 2 0,1-2 0,-1 3 0,-2 0 0,1 0 0,0 3 0,-1 2 0,-3 4 0,-2-1 0,-3 1 0,-3-1 0,-3 1 0,-5 0 0,0-1 0,-3 1 0,-1-1 0,-2-2 0,0 0 0,0 1 0,3 0 0,-1 2 0,-1-1 0,-1 1 0,-1 0 0,6-1 0,-3-3 0,1-1 0</inkml:trace>
  <inkml:trace contextRef="#ctx0" brushRef="#br0" timeOffset="96">16675 15818 8912,'-8'0'0,"-1"0"0,0 0 0,1-1 0,-1-2 0,4 1 0,3-4 0,2 4 0,2-4 0,3 4 0,4-2 0,-1 0 0,2 2 0,1-3 0,0 3 0,2-2 0,1 1 0,-1 0 0,1-3 0,4 4 0,-1 0 0,-4 1 0,3-2 0,-1 0 0,1 1 0,1 1 0,-3 1 0,-3 0 0,-1 0 0,-2 0 0,-3 1 0,-2 2 0,-6 2 0,-3 3 0,-5 1 0,-3-1 0,-3-3 0,0 3 0,0-3 0</inkml:trace>
  <inkml:trace contextRef="#ctx0" brushRef="#br0" timeOffset="97">17157 15637 8912,'9'0'0,"-1"0"0,-3-3 0,-1 1 0,-5-3 0,-1 0 0,-1 0 0,-4 3 0,3-1 0,-2 0 0,0 0 0,0 0 0,-2 3 0,-2 0 0,0 0 0,-3 1 0,0 2 0,0 2 0,-2 3 0,-1 2 0,3 1 0,-1 4 0,-1 1 0,4 1 0,4 0 0,-1-1 0,5-1 0,1 1 0,5-2 0,3-2 0,5-4 0,7-3 0,5-5 0,2 0 0,4 0 0,3-4 0,5-1 0,3-3-481,2-1 1,1-7 0,0-2-1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1:46:04.632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12210 10118 8912,'4'-13'0,"4"1"0,-7 3 0,6 0 0,-3 1 0,-1-1 0,1 1 0,3 2 0,-1 0 0,-3 4 0,2-5 0,-2 5 0,-2-1 0,3 3 0,-4 0 0,0 4 0,-1 0 0,-2 1 0,2 4 0,-2-1 0,-1 1 0,2 2 0,-4 4 0,3 2 0,0 0 0,0 8 0,0-2 0,-2 3 0,1 1 0,0 3 0,0 0 0,0 1 0,2 1 0,0-4 0,-1-1 0,3-1 0,0 1 0,0 1 0,0-1 0,0 3 0,0-3 0,0-1 0,0 6 0,0-12 0,0 4 0,0-2 0,0-3 0,0-4 0,3 0 0,-1-3 0,1-1 0,-3-2 0,0-4 0,0 1 0,0-3 0,1 2 0,2-1 0,-2 2 0,3-4 0,-4 4 0,0 0 0,1 1 0,2-1 0,-2 2 0,3-5 0,-1 3 0,-2 2 0,4-7 0,-2 2 0,-1 0 0,4 0 0,-5 0 0,7-2 0,-2 1 0,2 1 0,0 0 0,1-2 0,0 1 0,3 1 0,1 0 0,4-1 0,1 1 0,-1-1 0,0-1 0,1-1 0,1 0 0,1 0 0,0 0 0,1 0 0,1 0 0,1 0 0,0 0 0,0-3 0,4-1 0,2 0 0,-2 2 0,5-3 0,-2 3 0,0-2 0,2-1 0,-2-1 0,4 1 0,-3-1 0,2 3 0,-2-2 0,3 2 0,-3-2 0,3 1 0,0 2 0,-2-2 0,-1 1 0,-3 1 0,1 2 0,-2 0 0,-2 0 0,1 0 0,1 0 0,1 0 0,0 0 0,9 0 0,-9 0 0,6 0 0,-4 0 0,2-1 0,-3-2 0,1 2 0,-4-2 0,2-1 0,-5 1 0,3 0 0,2 0 0,-1 2 0,3-3 0,-5 4 0,1 0 0,0 0 0,0 0 0,-4 0 0,-2 0 0,-2 0 0,-1 0 0,1 1 0,-1 2 0,0-2 0,0 3 0,1-2 0,2 1 0,-1 0 0,7-3 0,-2 0 0,0 0 0,-1 0 0,1 0 0,-2 0 0,-1 0 0,-1 0 0,-3 0 0,0 0 0,-3 0 0,2 0 0,-2 0 0,3 0 0,0 0 0,0 0 0,0 0 0,2 0 0,1 0 0,2 0 0,1 3 0,-1 0 0,-1-1 0,3-1 0,-5-1 0,2 0 0,-3 0 0,1 0 0,-7 2 0,4 1 0,-3-1 0,0-1 0,1-1 0,-4 0 0,2 0 0,-2 0 0,2 0 0,-3 0 0,4 0 0,-1 0 0,-1 0 0,3 0 0,1 0 0,2 0 0,0 0 0,0 1 0,0 2 0,0-2 0,1 3 0,-2-1 0,-2 0 0,-1-1 0,-2 1 0,1 0 0,-2-1 0,-4-1 0,2-1 0,-3 0 0,3 0 0,1 0 0,-1 0 0,1 0 0,-4 0 0,2-3 0,-1-1 0,2 0 0,0 1 0,1-3 0,-1 3 0,1-3 0,0 3 0,-1-2 0,1-2 0,-1-1 0,1 0 0,0-1 0,-1 0 0,1-3 0,-2 3 0,-1-3 0,2-1 0,-2-2 0,-2 1 0,1-2 0,0-2 0,0 0 0,-3-1 0,0-2 0,-1 0 0,-1-5 0,0-3 0,0 0 0,-3-3 0,-3 0 0,-2-1 0,0 0 0,0 1 0,2 3 0,-1 3 0,2 0 0,-4 0 0,1 0 0,-1 5 0,0 4 0,1 0 0,-1 3 0,0-2 0,-2 1 0,0 2 0,0 0 0,2 2 0,-3 2 0,1 1 0,-4-1 0,4 0 0,-4 1 0,4-1 0,-4-2 0,0-1 0,-1 2 0,-1 0 0,0 2 0,-3-1 0,0 0 0,-8 1 0,8 0 0,-7 1 0,-1 2 0,2 3 0,-4-5 0,1 4 0,-2 1 0,-2 1 0,2 1 0,-3-3 0,0 2-214,-7-2 0,0 2 214,1 1 0,-1 0 0,4 0 0,1 0 0,-2 0 0,2 0 0,1 0 0,-2 0 0,-3 0 0,1 0 0,-4 0 0,4 0 0,1 0 0,3 0 0,0-1 0,-3-2 0,-1 2 0,-4-2 0,3 2 0,1 0 0,0-2 0,2 2 0,4-1 0,1 1 0,0 1 0,2 1 0,-1 0 0,-1 2 0,-2 3 0,-4-3-167,3 4 1,-4-4 166,1 3 0,2 2 0,-4-2 0,0-2 0,-4 2 0,-2 1 0,22-4 0,-1 1 0,0 1 0,-1-1 0,0 0 0,1 1 0,-19 2 0,4 0 0,3-1 0,4-4 0,1 4 0,0-3 0,3 3 0,0-4 0,5 1 0,0-2 0,1 2 0,1-2 207,-1 2 0,2-2-207,4-1 0,-4 0 0,-2 0 0,1 3 0,-1 0 0,0 0 0,1 1 0,-6-3 86,2 5 1,2-4 0,4 1 0,3-1-87,3 1 0,1-2 0,8 3 0,2-4 0,3 0 0,0 4 0,0 5 0,-1 5 0,-2 5 0,-6-1 0,-4 3 0</inkml:trace>
  <inkml:trace contextRef="#ctx0" brushRef="#br0" timeOffset="1">16030 9946 8912,'-4'-17'0,"3"4"0,-3 1 0,1 4 0,-4 3 0,-4 5 0,-2 8 0,-4 6 0,1 1 0,1 0 0,3 0 0,4-3 0,1 1 0,2-1 0,3 2 0,-1-2 0,2-1 0,1 2 0,3-3 0,1 5 0,0 0 0,3 1 0,-2 5 0,1 2 0,-4 6 0,0 3 0,-1 4 0,-1 5 0,0 2 0,0 2 0,0-19 0,0 0 0,0 2 0,-1 1 0,1 0 0,-1 1-188,-1-2 1,1 1-1,-1 0 1,1 0 187,1-2 0,0 1 0,0 0 0,0 0 0,0 1 0,0-1 0,0-1 0,0 0 0,0 2 0,1 1 0,0-4 0,1 0 0,-2-1 0,1 1 0,0 0 0,0 0-38,0 0 1,-1-1 0,2 0 0,-1-1 0,3 24 37,1-1 0,0-4 0,1-3 0,0 1 0,-1-6 0,2-1 0,-3-3 0,0 0 0,2 1 0,-3 5 0,2-4 0,-2 1 0,4-2 0,-1-1 0,-1 2 0,0-5 0,1 0 0,2-5 0,-2-4 0,0-4 0,-1 1 0,1-5 0,1 1 0,-5-5 0,4-1 245,-4 2 0,5-7 0,-4 4-245,2-1 100,-3-1 1,3-3-101,-2 0 0,1 0 0,3 0 0,1 0 0,1 0 0,6 0 0,-1 0 0,3 0 0,4-1 0,5-1 0,5-1 0,2-3 0,3 4 0,1-4 0,3 0 0,2 0 0,1 1 0,-1 2 0,-2-3 0,1 3-210,-3-2 1,3 0 209,-1-1 0,-2-2 0,-1 3 0,-2-3 0,-4-1 0,-1 1 0,-5-1 0,-2 1-93,-3-1 93,-2 0 0,-1 1 0,0-1 0,-3 1 0,-3-1 0,-1 0 0,-1 1 0,-4-5 0,1-1 0,1-2 0,-3-2 0,-2-2 0,-1-3 0,-1-6 0,0-2 0,3-6 0,0 0 0,0 1 0,0-1 0,0 0 0,3-2 0,0-4 0,-1 3 36,1 0 1,-3 3-37,2 0 0,-3 3 0,1 2 0,-2 5 0,-1 3 0,0-1 0,-4 2 0,-1-5 0,1 0 0,-4-5 0,3 5 0,-2-3 0,1-2 0,-2 0 0,7 1 0,-2 2 23,2 0 1,1-1-1,0 1 1,0 0-24,0-3 0,4 4 0,-3-2 0,2 3 0,-2 0 0,-1 0 0,0 5 0,-4 2 0,2 4 0,-4 0 0,1 2 0,-4 1 0,1-1 0,-1 1 0,0 0 0,1-1 172,-1-2 1,1 0-173,3 0 0,-3 4 0,4-4 0,-2 4 0,0 0 0,0-3 0,-3 5 0,2-1 0,0 5 0,0 0 0,-2 1 0,0 1 0,-4-4 0,2 1 0,0 3 0,-4-2 0,0 4 0,-2-4 0,-3 2 0,1-3 0,-4 0 0,-1 3 0,-2-3 0,-2 2 0,-3-1 0,0-2 0,3 1 0,1 0 0,1 2 0,-2-1 0,3 1 0,-3-1 0,5 1 0,-6 0 0,-3 3 0,-5 0 0,-3-1 0,1 3 0,-1-2 0,-1 2 0,-1 1 0,-5 0 0,7 1 0,-1 1 0,3 1 0,3 0 0,1 1 0,7-3 0,1 2 0,8-1 0,6 0 0,3-1 0,0 2 0,3 1 0,1-1 0,2 4 0,-2-2 0,1 3 0,2 1 0,-3 3 0,1-2 0,-5 5 0,0 0 0,-3 1 0,-5-2 0,-5-2 0</inkml:trace>
  <inkml:trace contextRef="#ctx0" brushRef="#br0" timeOffset="2">14860 10024 8912,'-6'-3'0,"0"0"0,4-4 0,-1 5 0,3-3 0,1 0 0,1-2 0,4 1 0,1 0 0,-1-2 0,1 0 0,-1-1 0,2 0 0,0 1 0,4-2 0,0 0 0,1-2 0,-1 2 0,3-4 0,0 1 0,4-4 0,1 0 0,-1-1 0,3 0 0,1-1 0,2-1 0,3 0 0,1 3 0,4 0 0,-7 2 0,4 2 0,0 1 0,-4-3 0,3 4 0,-2 3 0,-4 0 0,1 3 0,2-3 0,4-1 0,1 1 0,3-4 0,1 1 0,3 0 0,3 1 0,0-1 0,0 0 0,-5 0 0,-7 2 0,1 3 0,-2 0 0,4 1 0,-3-4 0,2 3 0,-1 1 0,0-2 0,-1-1 0,6 1 0,-4 1 0,1-2 0,-3 3 0,3-6 0,1 0 0,3-1 0,1 4 0,-2 0-807,3 2 807,1 2 0,-5 2 0,1-1 0,-6 1 0,-2 1 0,-1 1 0,1 0 0,1 0 0,-1 0 0,2 0 0,-2 0 0,-2 0 0,6 1 0,3 2 0,-2-2 0,2 1 0,1-1 0,1-1 0,4 0 0,6 0 0,-1 0-246,4 0 0,-5 0 246,-1 0 0,-4 0 0,-5 0 0,-4 0 0,-4 0 0,-1 1 0,-5 2 0,4 2 0,-3 4 0,3-2 191,-1-1 0,-1 2 1,1-3-1,0 2-191,1-1 0,-3 1 0,-1-1 0,-1-2 0,-2-1 178,0 2 0,-4-4 0,-1 1-178,-3-1 0,0-1 0,0 0 0,-5 0 0,0 0 0,-4 0 0,-7 4 0,4-2 0,-6 4 0,2 0 0,-1 1 0,-1-1 0,1-2 0,-1-4 0</inkml:trace>
  <inkml:trace contextRef="#ctx0" brushRef="#br0" timeOffset="3">17673 9276 8912,'0'-9'0,"0"1"0,0 3 0,0 2 0,0 6 0,5 2 0,3 4 0,3 2 0,2 0 0,-1 0 0,3 1 0,-3 0 0,0 2 0,1 1 0,-5 2 0,-3 2 0,-2 2 0,-4 1 0,-7 5 0,-11 5 0,-7 2 0,8-15 0,-1-1 0,-3 2 0,-3-1 0,-3 3 0,0-1 0</inkml:trace>
  <inkml:trace contextRef="#ctx0" brushRef="#br1" timeOffset="4">12433 11038 8912,'0'-8'0,"0"-1"0,0 0 0,0 1 0,0-1 0,0 1 0,0-1 0,0 0 0,0 1 0,0 2 0,0 0 0,0 3 0,-1-1 0,-1 0 0,1 1 0,-3 7 0,4-2 0,-1 3 0,-2 2 0,2 1 0,-2 1 0,2 3 0,1-3 0,0 7 0,0-4 0,0 1 0,0 2 0,-3 3 0,0 1 0,-2 1 0,2 4 0,-3 0 0,-1 3 0,0 1 0,1 6 0,0 0 0,1 0-954,-4 4 954,0-3 0,4-3 0,0-2-502,1 0 502,-3-2 0,5-3 0,-2-1 0,0-2 0,2-1 0,1-1 0,1-4 0,0-1 0,1-1 0,2-5 0,-2 1 0,2-4 902,-2-2-902,2-1 0,-1-3 277,4 0 0,-3 3-277,3 0 0,-4 0 0,4-3 0,-4 0 0,6 3 0,-2 0 0,1 0 0,3 0 0,0 0 0,2 2 0,0-2 0,0 2 0,2 0 0,2-1 0,1 1 0,1 1 0,0 1 0,2-5 0,2 5 0,5-3 0,1 2 0,4-4 0,1 2 0,3-1 0,0-1 0,1-1 0,3-1 0,-2 0 0,-1 0-164,-3 0 0,5 0 164,1 0 0,1 0 0,-1 0 0,-4 0-52,-3 0 1,-1 0 51,-3 0 0,0 0 0,-2 0 0,1 0 0,0 0 0,4 0 0,-1 0 0,4 0 0,-1 0 0,-1 0 0,0 1 0,-3 1 0,0 1 0,3 0 0,-2-3 0,0 1 0,0 1 0,1-1 0,0 6 0,1-4 0,-1-1 0,-1 2 0,-7-1 0,-2-2 162,-1 0 1,2-1-163,-3 0 0,3 0 53,-3 0 0,5 0-53,1 0 0,-1-1 0,5 0 0,0-2 0,-4-3 0,3 3 0,-2 1 0,-1 1 0,-3 0 0,-1-1 0,-1-1 0,3 1 0,-1 2 0,0 0 0,1 0 0,-1 0 0,-1 0 0,2 0 0,-1 0 0,0 0 0,3 0 0,0-4 0,0-2 0,-4-2 0,0 0 0,0 0 0,0 2 0,-2-1 0,3 2 0,-1-3 0,3 3 0,-1-3 0,6 7 0,-4-3 0,-1 0 0,1 3 0,0-1 0,-1 0 0,-2-1 0,-3 2 0,-6-2 0,2-2 0,-5 0 0,4 1 0,-5-3 0,1 3 0,-1-1 0,-1 0 0,-1-4 0,1 1 0,-1 3 0,1-3 0,0 3 0,-1-3 0,1-1 0,-1 0 0,1-2 0,0-1 0,0-1 0,2-1 0,0-2 0,3 3 0,-2-4 0,-1-2 0,-2 1 0,1-2 0,1 2 0,-2-2 0,0-2 0,-2 1 0,0-3 0,-4 3 0,5-4 0,-3 3 0,0 0 0,-2 1 0,-3 4 0,0-1 0,0-3 0,0 6 0,0-1 0,0 2 0,0 0 0,0 4 0,-2-6 0,-1 4 0,1-1 0,1 2 0,1 0 0,0 1 0,0 2 0,-3-1 0,0 0 0,0 4 0,3-1 0,-1 3 0,-2-3 0,2 4 0,-5 0 0,3 1 0,-3 1 0,0-3 0,-2 0 0,-1 1 0,-2-2 0,-2 1 0,0 1 0,-2 1 0,-5 1 0,-2-3 0,-4 1 0,0-1 0,0 2 0,0-1 0,1-1 0,0-1 0,2 1 0,-1 1 0,4-3 0,-4-1 0,3 0 0,-3 1 0,1-1 0,-1 1 0,-2-2 0,-1 3 0,-2 0 0,-4 2 0,7-3 0,-4 3 0,0-1 0,1 0 0,-3 3 0,2 0 0,1 0 0,2 0 0,-2 0 0,3-2 0,0-1 0,0 0 0,0 3 0,0 0 0,2 0 0,1-1 0,-1-2 0,-3 2 0,4-2 0,-2 2 0,-1 1 0,-3 0 0,-3 0 0,-1 0 0,-2 0 0,2 0 0,1 0 0,-1 0 0,6 0 0,-1 0 0,4 0 0,3 0 0,0 0 0,0 0 0,-2 0 0,2 0 0,4 0 0,0 0 0,0 0 0,-3 0 0,0 0 0,0 0 0,2 0 0,1 0 0,0 0 0,-2 0 0,1 0 0,-1 0 0,6 3 0,-4 0 0,-1-1 0,-2 0 0,0 1 0,0-1 0,3 3 0,-4-3 0,2 3 0,-3-3 0,1 1 0,-2 1 0,3-3 0,1 3 0,1 1 0,1-3 0,3 1 0,-1 1 0,3-1 0,0-1 0,1-1 0,0 1 0,0 1 0,-2 0 0,3-3 0,-2 1 0,0 2 0,2-2 0,-5 4 0,2-4 0,1 2 0,-1-1 0,-2 2 0,2 0 0,-1 1 0,-2 0 0,4 3 0,-4-1 0,2-2 0,0 1 0,-4 3 0,2-2 0,1 0 0,1-1 0,2-3 0,-2 2 0,3-2 0,0 2 0,1-1 0,-1 2 0,-1-4 0,-3 5 0,4-6 0,-2 3 0,0-1 0,-1 0 0,0 2 0,-3-2 0,0-1 0,3-1 0,-2 2 0,3 0 0,-1-1 0,-1-1 0,3-1 0,2 0 0,0 0 0,2 0 0,-1 0 0,3 0 0,1 0 0,3 0 0,-5-1 0,4-2 0,-4 2 0,2-2 0,-3 2 0,-1 1 0,1 0 0,-1 0 0,1 0 0,-1 0 0,4 0 0,-2 0 0,1 0 0,-2 0 0,3 0 0,-2 0 0,6 0 0,-4 0 0,2 0 0,2 0 0,-3 0 0,4 4 0,0 1 0,0 3 0,0 1 0,0-1 0,0 5 0,0 0 0</inkml:trace>
  <inkml:trace contextRef="#ctx0" brushRef="#br1" timeOffset="5">14567 11752 8912,'0'-14'0,"0"2"0,0 3 0,0 1 0,0-1 0,0 0 0,0 4 0,0-1 0,1 4 0,2-1 0,-2 3 0,2 3 0,-2 2 0,-1 3 0,0 1 0,0 1 0,1 0 0,2 2 0,-2-1 0,2-2 0,0 3 0,0 2 0,1 0 0,-2 0 0,2 0 0,1 0 0,0 3 0,4 0 0,-3 0 0,-1 3 0,1 2 0,6 0 0,-1 4 0,0 0 0,2 0 0,-3 2 0,5 2 0,0 1 0,1-3 0,2 4 0,0-1 0,2 0 0,2 2 0,4-1 0,0 2-288,3 3 1,-4-1 287,4 1 0,-8-5 0,7-3 0,-5-3 0,1-1 0,0-2 0,-2-3 0,-1-2 0,3-1 0,-1 1 0,2 2 0,3-4 0,1 1 0,0-6 0,-3 1 0,0-3 0,3 0 0,-2-1 0,2 1 0,-3-3 0,0-1 0,1 0 0,2 2 0,2-1 0,2-3 0,-2 2 0,2 0 0,-5 1 0,4 1 0,-3-2 0,-2 0 0,-3 2 0,-1-4 0,1 0 143,5 0 1,1-2 0,5 1 0,0-4-144,2-4 0,-1-1 0,4-5 0,-5 0 0,-1-1 0,-5 1-124,3-2 1,0-1 123,2-2 0,0 4 0,0-3 0,-2 2 0,-1 0 0,0 0 0,-1-2 0,-2 4 0,1 0 0,-3-1 0,1 4 0,2-4 0,2 1 0,3 2 0,-3-2 0,1 3 0,0 1 0,-2-1 0,-1 0 0,-4 4 0,-2-1 0,-1 0 0,-2-2 0,2-1 0,0 0 0,3 1 0,-3-4 0,4 0 0,0-2 0,3 1 0,-1-1 0,2-2 0,-1 1 0,-3-1 0,3-1 0,-2 0 0,-1-1 82,-1 1 0,1 0 1,0 0-83,0 0 0,-1 3 0,-1 3 0,-3 1 0,-3 2 0,1-1 0,-6 0 0,5 1 0,-1-1 0,0 0 0,0-3 0,3 2 0,0-5 0,3 2 0,-3-1 0,4-3 0,-1 3 0,2-2 0,2-1 0,1 0 0,0 3 0,0-1 0,-5 3 0,-3 2 0,-2 0 0,-1 2 0,-3-1 0,-3 1 0,-1-1 0,-2 4 0,1-2 0,0 1 0,-1-2 0,-3 2 0,-2 1 0,1 2 0,-1-3 0,3 4 0,-5-2 0,3 1 0,0 2 0,-2-6 0,3 4 0,-2-1 0,3 1 0,0 1 0,2-2 0,1-1 0,0 0 0,3-1 0,1-2 0,5 0 0,-1 2 0,4-5 0,-3 5 0,2-5 0,-2 1 0,-1 5 0,-3-1 0,1 0 0,-3-3 0,-5 4 0,-4-1 0,-2 4 0,-1-2 0,0 4 0,-4 0 0,3 0 0,-2 0 0,-1 4 0,3-3 0,-7 7 0,2-3 0,-4 0 0,-2 1 0,-3-4 0,2 5 0,-4-2 0</inkml:trace>
  <inkml:trace contextRef="#ctx0" brushRef="#br1" timeOffset="6">18018 11477 8912,'-6'-9'0,"1"0"0,1 1 0,2-1 0,1 3 0,1 1 0,1 3 0,2-1 0,5 2 0,3 1 0,1 1 0,0 2 0,-2-2 0,6 6 0,-2-2 0,3 0 0,1 3 0,2-3 0,-1 3 0,4 1 0,-3-1 0,2 1 0,-1-1 0,-2 1 0,-1 0 0,0-1 0,-1 1 0,0-1 0,0 5 0,-3-3 0,-3 5 0,-1 0 0,-2 1 0,-3 4 0,-2 2 0,-2 3 0,-9 0 0,-3 6 0,-6 4 0,-3 2 0,-3-1 0,-4 3 0,12-18 0,0-1 0,0 3 0,-1-1 0,1 3 0,0 0-183,-1 1 0,0 0 1,1-2-1,0 0 183,0-3 0,1-2 0,-1 2 0,-1 0 0,-16 14 0,3-5 0,4-4 0</inkml:trace>
  <inkml:trace contextRef="#ctx0" brushRef="#br0" timeOffset="7">11174 7158 8912,'-6'21'0,"-5"27"0,-1-6 0,-1 2 0,2-4 0,-3 4 0,-1 0 0,2 0 0,-1-6 0,3 4 0,1-6 0,2 4 0,-5-3 0,11-1 0,-4-7 0,5 1 0,1 1 0,0-3 0,0 3 0,0-8 0,0 7 0,0-5 0,0 6 0,0-2 0,0-1 0,0 7 0,-2-1 0,-2 0 0,-2 1 0,0 5 0,6 0 0,0-2 0,0-9 0,0 1 0,0-5 0,0 2 0,0 2 0,0-3 0,0-3 0,0-4 0,0 1 0,0 2 0,0-2 0,0 2 0,0-2 0,0-9 0,0 0 0,0 3 0,0-6 0,6 7 0,0-4 0,0-3 0,-6 1 0,0-3 0,1-4 0,5 4 0,-4-4 0,8-2 0,-7 2 0,3 3 0,2-3 0,-2 4 0,-4-4 0,13 0 0,-4 4 0,5-3 0,3 7 0,4-2 0,-2-1 0,7-3 0,3 2 0,1 0 0,5-5 0,3 3 0,6 2 0,4 0 0,1-6 0,7 0 0,-1 0 0,8 0 0,-12-2 0,5-2 0,-5-2 0,3-1 0,-3 3 0,-3-4 0,0-1 0,7 5 0,-1-6 0,5 6 0,-2-1 0,6-1 0,-11 0 0,5-1 0,-2-1 0,1 0 0,1-3 0,-4 5 0,3 2 0,-1-5 0,-3 7 0,1-4 0,2 4 0,1 2 0,-7 0 0,1 0 0,2 0 0,3 0 0,-9 0 0,3 0 0,-9 0 0,4 0 0,-6 0 0,6 0 0,2 0 0,-6 0 0,8 0 0,-4 0 0,0-2 0,5-3 0,-9 3 0,8-6 0,-6 0 0,2 6 0,-4-3 0,-2 3 0,-3 2 0,1-8 0,-11 6 0,7-4 0,0 5 0,8 1 0,-5 0 0,3 0 0,-4 0 0,4 0 0,1 0 0,4 0 0,-2 0 0,0 0 0,-2-6 0,3 0 0,-2 2 0,5 2 0,-16 2 0,5 0 0,3 0 0,-5 0 0,6 0 0,-2 0 0,3 0 0,-5 0 0,8 0 0,-4 0 0,-2 0 0,8 0 0,-6 0 0,4 0 0,-2 0 0,-1 0 0,-7 0 0,0 0 0,1 0 0,-1 0 0,1 2 0,-1 4 0,6-4 0,0 4 0,2-4 0,-3-2 0,1 0 0,2 5 0,-4 1 0,4-2 0,2-2 0,-6-2 0,6 0 0,-5 0 0,1 0 0,0 0 0,-6 5 0,-1 1 0,-4-2 0,3-2 0,-3-2 0,1 0 0,-1 0 0,4 0 0,-5 0 0,10 0 0,3 0 0,6 0 0,-10 0 0,5 0 0,0 0 0,-6 0 0,14 0 0,-6 0 0,2 0 0,0 0 0,-6 0 0,6 0 0,1 0 0,-4 0 0,4 0 0,-5 2 0,2 4 0,2-4 0,6 3 0,0-3 0,-1-2 0,-1 0 0,-2 0 0,-2 0 0,1 0 0,-5 8 0,1-6 0,-9 5 0,0 1 0,-7-6 0,9 7 0,-5-5 0,0 2 0,1 2 0,6-5 0,3 3 0,-3-2 0,-2-2 0,4 0 0,0 2 0,-1 1 0,-11 1 0,5-6 0,-6 0 0,1 0 0,1 0 0,-8 2 0,2 2 0,-4 2 0,-2-1 0,0-3 0,1 2 0,-1 2 0,0 1 0,0-3 0,1 2 0,-1-2 0,0 5 0,2-7 0,4 4 0,-2 2 0,8-3 0,1-1 0,3-2 0,1-2 0,1 0 0,5 0 0,2 0 0,2 0 0,-6 0 0,4 0 0,-2 0 0,0 0 0,8 0 0,-11-2 0,3-2 0,-4-1 0,-1-1 0,1 6 0,4 0 0,-4-6 0,4 0 0,-1 1 0,-1 5 0,2-2 0,-2-4 0,-3 4 0,-5-4 0,-1 5 0,0-5 0,5 0 0,1 0 0,-7 1 0,1-1 0,0-2 0,5 4 0,-1-1 0,-5 1 0,5-4 0,-5 2 0,7-1 0,5 1 0,-4 4 0,4-4 0,-3-1 0,-3 1 0,6 0 0,0 4 0,-1-3 0,-3 3 0,-2-4 0,1 4 0,-1 2 0,1-7 0,-3 5 0,-1-6 0,-2 0 0,-1 6 0,1-5 0,0 7 0,-6 0 0,5 0 0,-7-6 0,2 0 0,-4 2 0,-2 3 0,1 1 0,-1 0 0,-8 0 0,-1 0 0,-8 0 0,0 0 0,-8 0 0,7 0 0,-7 0 0,8 0 0,0 0 0,8 0 0,-7 0 0,15 0 0,-7 0 0,9 0 0,-9-8 0,6 6 0,-3-4 0,3 4 0,-3 2 0,-1 0 0,1 0 0,-1 0 0,1 0 0,-9 0 0,11-2 0,-9-3 0,3 3 0,-4-6 0,2 1 0,7 5 0,-9-14 0,5 5 0,-1-4 0,0-3 0,-3 1 0,-3-8 0,12-3 0,-7-12 0,3-8 0,1-8 0,-1-7 0,5-3 0,-5-17-101,7-3 1</inkml:trace>
  <inkml:trace contextRef="#ctx0" brushRef="#br0" timeOffset="8">21304 6429 8912,'0'-27'0,"0"-14"0,0 7 0,0 2 0,0 3 0,0 4 0,0 0 0,0 6 0,-5-11 0,-1 7 0,-6 0 0,5 4 0,-3-4 0,1 2 0,-3-8 0,-3 8 0,1-2 0,-5 2 0,-4-2 0,-7 4 0,3-6 0,-7 8 0,-1 0 0,-7 0 0,-4 1 0,-11 3 0,-6 2 0,4-1 0,-6-3 0,5 1 0,-1 3 0,-4-2 0,-2-1 0,-2 3 0,0-3 0,1 9 0,-3-7 0,-2 5 0,-1-3 0,-1 6 0,6-9 0,0 5 0,1-1 0,-9 5 0,-3-2 0,-4 2 0,-2-1 0,-8 3 0,12-6 0,-4 8 0,11 0 0,2 0 0,8 0 0,-2 0 0,6 6 0,-6-1 0,4-1 0,4-2 0,0-2 0,5 0 0,-5-6 0,5 1 0,-3 1 0,3-6 0,-14 8 0,-1-3 0,-4-3 0,-9 2 0,0 2 0,5 3 0,5 1 0,10-8 0,3 6 0,7-4 0,1 4 0,-1-5 0,-1 5 0,-5-4 0,-3 4 0,-10 0 0,-1-2 0,-5-1 0,-1 1 0,-2 2 0,-10 2 0,-4 0-1261,-4 0 1261,1 0 0,7 0 0,4 0 0,4 0 0,15 0 0,4 0 0,7 0-143,9 0 143,-3 0 0,6 2 0,-8 4 0,-1-4 0,-5 3 0,5-3 0,-5 0 0,5 4 0,1-2 0,1 5 0,-3 1 0,-3-1 0,3 3 0,-17-1 0,1 1 0,-9 1 0,-1 0 535,11-1-535,8 3 0,2-13 0,9 4 0,6-2 0,8-1 153,5 3-153,2 0 0,-5 0 0,0-1 0,-3 3 0,-3-2 0,2-2 0,-10 5 0,-5-1 0,-1-1 0,-7-3 0,0 4 0,-1 1 0,7-5 0,-10 12 0,8-7 0,1 1 0,10 5 0,-2-11 0,6 5 238,-2-1 1,0-2 0,-1-6-239,4 0 0,3 5 0,-2 1 0,2 0 0,-8-6 0,6 6 0,-6-1 0,8 3 0,-3-2 0,-3-2 0,0 7 0,0 0 0,2 1 0,0-1 0,6 1 0,-12-1 0,8 1 0,0-7 0,6 7 0,-1-6 0,1 3 0,-1-1 0,1 3 0,-1-3 0,1 0 0,0-1 0,-1 7 0,-7-5 0,-4 8 0,2 1 0,-2-1 0,-1 0 0,-11 0 0,3 6 0,-6 0 0,-1-2 0,3-2 0,0-2 0,9 0 0,2-1 0,8-3 0,2-1 0,9-1 0,-1 1 0,7-1 0,-8-1 0,4 3 0,1-4 0</inkml:trace>
  <inkml:trace contextRef="#ctx0" brushRef="#br0" timeOffset="9">21167 7341 8912,'0'-17'0,"0"0"0,0 8 0,0 3 0,0 12 0,2-5 0,3 5 0,5-2 0,7 0 0</inkml:trace>
  <inkml:trace contextRef="#ctx0" brushRef="#br0" timeOffset="10">22486 8356 8912,'-2'21'0,"-7"44"0,-9 4 0,1-1 0,0 1 0,0-8 0,-1-3 0,1-5 0,0-1 0,8-8 0,-7 9 0,5-7 0,-5-4 0,-1 4 0,6-10 0,-1 6 0,-1 0 0,-2-6 0,-8 8 0,0-3 0,0-5 0,6 4 0,-6-2 0,-2 0 0,-2 2 0,6 1 0,-10 1 0,7 3 0,-3 5 0,-2-4 0,-3-2 0,1-4 0,2-7 0,8 1 0,-9-9 0,5 3 0,-2-5 0,6 4 0,-12-8 0,5 4 0,-5-4 0,-1 6 0,-6-4 0,-2 6 0,-2-2 0,5 5 0,-8-3 0,5 7 0,-2 1 0,3-1 0,-3 0 0,0 1 0,1-1 0,4 1 0,-3-9 0,8-3 0,-1-4 0,1-1 0,1 3 0,3-2 0,1-4 0,8-2 0,-11 5 0,1-1 0,-7 0 0,1 2 0,-3 4 0,6-4 0,3 4 0,3-4 0,-1-4 0,-4-1 0,5-3 0,3 1 0,8-1 0,-1 1 0,7-9 0,0 3 0,7-4 0,-12-2 0,15 0 0,-7 0 0,8 0 0,0 0 0,0-8 0,0-1 0</inkml:trace>
  <inkml:trace contextRef="#ctx0" brushRef="#br0" timeOffset="11">20616 10178 8912,'-11'-5'0,"-1"1"0,-1 6 0,-8 7 0,-4 14 0,-2 8 0,-4 7 0,3 14 0,-5 11 0,-1 5 0,3 7 0,-3-4 0,15 5 0,-2-9 0,7-2 0,9-2 0,10-15 0,9-5 0,7-10 0,7-10 0,13-10 0,4-3 0,5-3 0,2-1 0,1-8 0,3-3 0,1-7 0,8-3 0,-4-25 0,8-6 0</inkml:trace>
  <inkml:trace contextRef="#ctx0" brushRef="#br0" timeOffset="12">21201 7507 8912,'-15'24'0,"3"10"0,5-7 0,7-4 0,7 1 0,5-1 0,3-9 0</inkml:trace>
  <inkml:trace contextRef="#ctx0" brushRef="#br0" timeOffset="13">23094 7840 8912,'0'-19'0,"0"-2"0,0-2 0,0 10 0,0 13 0,0 9 0,-1 3 0</inkml:trace>
  <inkml:trace contextRef="#ctx0" brushRef="#br0" timeOffset="14">23060 8184 8912,'0'17'0,"0"37"0,0 3 0,0-5 0,0 1 0,0-5 0,0-4 0,-2 2 0,-4-6 0,-4-8 0,-7-9 0,0 0 0,0-21 0,0 6 0</inkml:trace>
  <inkml:trace contextRef="#ctx0" brushRef="#br0" timeOffset="15">22801 8390 8912,'0'-25'0,"2"6"0,4-4 0,-2 4 0,7 2 0,5 0 0,5 0 0,6 1 0,7 5 0,0-4 0,8 5 0,4-7 0</inkml:trace>
  <inkml:trace contextRef="#ctx0" brushRef="#br0" timeOffset="16">23093 8167 8912,'1'0'0,"51"-17"0,-1-1 0,1 1 0,-8 6 0,-4 1 0,-4 3 0,-9 1 0,-4 6 0,-4 0 0,-2 0 0,-7 2 0,-4 3 0,-4 5 0,-2 7 0,0 8 0,0-4 0,0 8 0,-8-6 0,-2 5 0,1 3 0,-6 1 0,11 1 0,-6-5 0,3-5 0,-5 2 0,4 0 0,1 0 0,-1 0 0,-5-2 0,9-6 0,-8 0 0,1 0 0,-6 0 0</inkml:trace>
  <inkml:trace contextRef="#ctx0" brushRef="#br0" timeOffset="17">23335 7978 8912,'0'-25'0,"0"-2"0,0 0 0,2 6 0,4 8 0,3 5 0,8 6 0,1-3 0,6-5 0,3-7 0</inkml:trace>
  <inkml:trace contextRef="#ctx0" brushRef="#br0" timeOffset="18">21287 6379 8912,'-17'-18'0,"0"1"0,7 6 0,4-1 0,5 9 0,2-5 0,5 8 0,-2 0 0,7 0 0,3 0 0,1 0 0,2 0 0,-5 0 0,-1 0 0,3 0 0,1 0 0,-4 6 0,-1 1 0,-2 3 0,-1-4 0,-3 5 0,2 2 0,0 3 0,-6 1 0,0 10 0,0 7 0,0 8 0,-2 17 0,-4 4 0,-4 14 0,-7 11 0,9-38 0,-1 1 0,0-3 0,1 1 0,-1 3 0,1-1 0,0-1 0,0 0 0,1 0 0,1 1 0,0 0 0,0-1 0,-1 2 0,1-1-114,-2 33 0,2-34 0,-1-2 114,1 26 0,-1 1 0,1-6 0,-6-1 0,5-6 0,-7-11 0,9-11 0,1-3 0,2-9 0,2 1 0,0-8 0,0 4 0,2-10 0,4-4 0,3-3 0,8-8 0,-7-8 0,5-9 0,-5-9 0</inkml:trace>
  <inkml:trace contextRef="#ctx0" brushRef="#br0" timeOffset="19">21167 7256 8912,'-18'-8'0,"1"-2"0,0-5 0,2 2 0,3 1 0,7 8 0,10-3 0,7-1 0,-5 6 0,9-5 0,-5 7 0,4 0 0,3 0 0,-1 0 0,0 0 0,0 0 0,1 0 0,-1 0 0,0 0 0,0 0 0,0 1 0,1 3 0,-1 2 0,0 0 0,0-6 0,0 5 0,1 1 0,-1 8 0,6-11 0,0 7 0,-2-2 0,-2 5 0,0-3 0,2 1 0,2 0 0,8 1 0,-12 5 0,6 0 0,-1 0 0,3 1 0,2 1 0,0 4 0,-3-4 0,3 4 0,2 2 0,-7-3 0,3-1 0,-6 6 0,6-6 0,-6 8 0,2 1 0,0-3 0,-6 2 0,0 0 0,1-3 0,-1 7 0,0-8 0,0 3 0,-2 3 0,-3-8 0,3 2 0,-3-4 0,3 2 0,2-1 0,0-4 0,-1-1 0,-5 0 0,4 0 0,-3 0 0,3 2 0,2 4 0,1-3 0,-7 6 0,1-5 0,1 2 0,2 8 0,-3-12 0,-1 6 0,1 0 0,-3 1 0,-3 1 0,2 4 0,-3-8 0,1-1 0,-4-4 0,2 1 0,2 4 0,-1-4 0,-5 8 0,0-5 0,0-2 0,0 2 0,0 5 0,0 0 0,0 0 0,0-1 0,0-5 0,0 2 0,0-2 0,0 6 0,0-8 0,0 4 0,8-4 0,2-7 0,7-1 0,0-7 0,0 2 0,-7-20 0,-3-5 0</inkml:trace>
  <inkml:trace contextRef="#ctx0" brushRef="#br0" timeOffset="20">23507 8304 8912,'-17'0'0,"0"0"0,-1 0 0,3-2 0,4-3 0,3 3 0,8-6 0,2 2 0,4 1 0,5 1 0,4 2 0,3 2 0,-1 0 0,0-8 0,0-3 0,0 1 0,1-1 0,-1-3 0,0-1 0,0-2 0,1-6 0,-1 0 0,0 2 0,0-6 0,-5 6 0,-1-5 0,1 1 0,-3 4 0,4 2 0,-7 1 0,0 7 0,-6 0 0,8 7 0,-6-4 0,5 16 0,-7 3 0,0 12 0,0 6 0,0 5 0,0 6 0,0 6 0,0-4 0,0 12 0,0-7 0,0 1 0,0 0 0,0 2 0,0-5 0,6 3 0,0-8 0,-3-3 0,1-5 0,2-3 0,-4-8 0,13 2 0,-3-12 0,3-3 0,2-10 0,0-4 0,1-5 0,-1-5 0,-8-8 0,-1-3 0,-8-8 0</inkml:trace>
  <inkml:trace contextRef="#ctx0" brushRef="#br0" timeOffset="21">24230 8270 8912,'-12'-6'0,"1"0"0,5-5 0,-5 5 0,7 1 0,-4 5 0,10 7 0,2 5 0,2 3 0,7 2 0,-1 0 0,-5 0 0,8 1 0,-3-3 0,3-4 0,-3 3 0,-3-7 0,-1 3 0,5-4 0,-1 5 0,-3-7 0,3 2 0,-6-4 0,5-2 0,-5 0 0,5 0 0,-7-8 0,2-3 0,1-7 0,-1-3 0,-2-2 0,4-5 0,-3 5 0,-1 2 0,-2 2 0,-2 2 0,0 5 0,2 3 0,4 1 0,-4 2 0,7 8 0,-5 4 0,2 5 0,5 5 0,-5 1 0,5 6 0,-5 0 0,8 1 0,-3-3 0,4 2 0,3 0 0,-1-7 0,0-5 0,0 2 0,0-7 0,1 0 0,-1-6 0,0-8 0,0-1 0</inkml:trace>
  <inkml:trace contextRef="#ctx0" brushRef="#br0" timeOffset="22">24832 7634 8912,'-11'-16'0,"-1"5"0,8-4 0,-3 13 0,7 2 0,0 13 0,2 8 0,3 8 0,5 11 0,7 4 0,0 7 0,-5-1 0,-1-4 0,1 4 0,5-4 0,0 3 0,0 1 0,1-4 0,-1-6 0,0-4 0,-7-1 0,5-3 0,-4-3 0,5-5 0,-5-14 0,1-4 0,-7-6 0,7-6 0,-6-11 0,5-12 0,2-3 0,3-10 0,1-4 0,-2-4 0,-3-1 0,-5-1 0,-1 6 0,0 0 0,-1 8 0,-5-2 0,0 6 0,0 5 0,0 10 0,0 7 0,0 10 0,0 2 0,0 16 0,0 12 0,0 7 0,0 5 0,0-4 0,2 14 0,4-4 0,2 1 0,3-1 0,5 2 0,-5-8 0,4 0 0,3-5 0,-1-9 0,0-3 0,0-4 0,0-3 0,1-5 0,-1-3 0,0-8 0,0-8 0,0-3 0,1-10 0,-1-2 0,0-8 0,0 1 0,0-9 0,-7 3 0,3 0 0,-5 9 0,0 0 0,-1 3 0,-3-1 0,-2 9 0,-2 9 0,0 7 0,8 7 0,-6 5 0,3 11 0,-3-2 0,-2 8 0,6-3 0,2 3 0,1-6 0,-3 2 0,4-2 0,-1-2 0,1-2 0,1-2 0,1-6 0,-1 1 0,-5-8 0,5 1 0,1-3 0,-1-2 0,1 0 0,-8-7 0,1-5 0,5-18 0,-1-7 0</inkml:trace>
  <inkml:trace contextRef="#ctx0" brushRef="#br0" timeOffset="23">25589 7617 8912,'-11'0'0,"-1"0"0,-1 0 0,3 0 0,-1 0 0,5 0 0,-5 0 0,7 0 0,-2 0 0,12 0 0,-2 0 0,7 1 0,3 5 0,1 4 0,-4 7 0,-1 0 0,-2 0 0,5 8 0,-3 2 0</inkml:trace>
  <inkml:trace contextRef="#ctx0" brushRef="#br0" timeOffset="24">25073 8304 8912,'-10'0'0,"3"0"0,7-7 0,0-5 0,4-5 0,7-6 0,12-6 0,15-3 0,14-4 0,11-3 0,6-1 0,4 2 0,1 2 0,1 1 0,-8 3-351,-4 3 0,-12-3 0,-9 5 0</inkml:trace>
  <inkml:trace contextRef="#ctx0" brushRef="#br0" timeOffset="25">25933 7823 8912,'10'8'0,"3"-5"0,-7 9 0,0-6 0,-6 5 0,0 0 0,6 12 0,-1 0 0,-1-2 0,-2 6 0,0 2 0,2 9 0,3 2 0,3-2 0,-4 4 0,5-2 0,-1 8 0,1-2 0,3-4 0,-7-2 0,3-4 0,-6-1 0,5-3 0,-5-3 0,2-6 0,0-4 0,-8-9 0,-4-7 0,-6-6 0,-5-9 0,-6-11 0,4-4 0,-6-7 0</inkml:trace>
  <inkml:trace contextRef="#ctx0" brushRef="#br0" timeOffset="26">25882 7926 8912,'17'0'0,"-5"-6"0,-1 1 0,-5-7 0,5 6 0,1-7 0,-1 9 0,1-5 0,1 1 0,10-5 0,2 9 0,5-6 0,-1 3 0,0 1 0,5 6 0,1 0 0,-1 2 0,0 4 0,-7 3 0,-4 8 0,-11 8 0,-7 4 0,-3 3 0,-6 3 0,-7-1 0,0 0 0,-22 7 0,6-1 0,-1-4 0,-1-6 0,6-7 0,-6-11 0,8-4 0,-4-16 0,8-2 0</inkml:trace>
  <inkml:trace contextRef="#ctx0" brushRef="#br0" timeOffset="27">26450 7341 8912,'-10'0'0,"3"0"0,7 8 0,0 5 0,0 8 0,0 2 0,0 12 0,7-3 0,5 14 0,3 2 0,2 5 0,0 1 0,1-4 0,-1-5 0,0 1 0,0-6 0,0-3 0,1-11 0,-1-3 0,0-9 0,0-3 0,-7-7 0,5 4 0,-3-8 0,-3-2 0,1-4 0,-1-5 0,1-5 0,1-9 0,-1 6 0,-3-4 0,1 4 0,-6-6 0,11 12 0,-7-4 0,-2 2 0,0-1 0,2-1 0,-5 8 0,9 1 0,-4 8 0,-4 2 0,3 4 0,5 3 0,-2 8 0,5-1 0,-3-3 0,-1-3 0,1-3 0,1-1 0,1-6 0,-1 0 0,1 0 0,5 0 0,-6 0 0,-1-2 0,-3-4 0,-1 4 0,-4-5 0,4 7 0,-4 4 0,3 7 0,-1 2 0,2 16 0,-4 0 0,4 7 0,-4 6 0,-2 10 0,0-1 0,5 8 0,1-7 0,2 0 0,-3-1 0,-3-1 0,4-4 0,-2-10 0,0-9 0,2-3 0,-3-2 0,-1-3 0,-2-10 0,0-1 0,-7-16 0,-3-1 0</inkml:trace>
  <inkml:trace contextRef="#ctx0" brushRef="#br0" timeOffset="28">27878 7290 8912,'-17'0'0,"0"0"0,-1 0 0,1 0 0,0 0 0,6 2 0,-1 4 0,1 7 0,-1 10 0,1 11 0,7 8 0,-2 12 0,4 3 0,2 6 0,0-2 0,2 0 0,4-1 0,5-5 0,5-9 0,1-4 0,0-10 0,0-5 0,0-10 0,3-1 0,1-11 0,2-1 0,-1-2 0,1-8 0,0-1 0,-2-3 0,4-7 0,0-6 0,0 0 0,0-2 0,-10 6 0,-2-15 0,-7-1 0,0-7 0,-6-9 0</inkml:trace>
  <inkml:trace contextRef="#ctx0" brushRef="#br0" timeOffset="29">27964 6998 8912,'-9'0'0,"1"0"0,23 0 0,2-2 0,16-2 0,-3-4 0,1-1 0,11-3 0,-6-3 0,5 0 0,1-3 0,-2 5 0,-6-19 0,1 5 0,-1-8 0</inkml:trace>
  <inkml:trace contextRef="#ctx0" brushRef="#br0" timeOffset="30">28429 6310 8912,'7'19'0,"3"6"0,1 7 0,1 7 0,-1 14 0,7 0 0,1 7 0,4 5 0,-2 0 0,7-2 0,-5 2 0,4-8 0,0-4 0,0-5 0,-6-6 0,3-7 0</inkml:trace>
  <inkml:trace contextRef="#ctx0" brushRef="#br0" timeOffset="31">29478 7427 8912,'-9'-11'0,"1"1"0,3 1 0,-3-1 0,-2-3 0,-3-2 0,5 3 0,3 1 0,-5 7 0,6-4 0,-5 10 0,1 4 0,4 5 0,2 5 0,2 1 0,0 2 0,0 4 0,0-4 0,0 4 0,0 2 0,0-2 0,0-2 0,0-2 0,0-10 0,2 7 0,4-5 0,3 4 0,9-5 0,-1-4 0,0-4 0,0-4 0,0-4 0,3-6 0,3-3 0,-4-2 0,6 0 0,-10 0 0,-4-1 0,5 1 0,-9 0 0,5 0 0,3 0 0,-13 7 0,6 2 0,-8 16 0,0 5 0,0 8 0,7-1 0,-5 10 0,6-7 0,-1-2 0,-3 2 0,8-4 0,-1-4 0,-1 1 0,5-9 0,-5 1 0,7-8 0,0 0 0,0-8 0,-1-5 0,-5-8 0,2-6 0,-7-7 0,0-1 0,-6 7 0,0-1 0,0 0 0,0-3 0,0 3 0,-6 4 0,-2 8 0,-1 0 0,5 0 0,-4 7 0,8 3 0,10 7 0,5-2 0,6-4 0,2 4 0,2-13 0,2 5 0</inkml:trace>
  <inkml:trace contextRef="#ctx0" brushRef="#br0" timeOffset="32">30184 7290 8912,'8'17'0,"-5"0"0,9 0 0,-6 1 0,5-1 0,-7 0 0,4 0 0,-1 0 0,-5 1 0,6-1 0</inkml:trace>
  <inkml:trace contextRef="#ctx0" brushRef="#br0" timeOffset="33">30132 7118 8912,'-17'-27'0,"0"-5"0,0 3 0,5 10 0,3 2 0,1 2 0,2 7 0,6 0 0,0 8 0,2 0 0,4 0 0,5 0 0,5 0 0,9 0 0,3 0 0,5 0 0,-6 0 0,5 0 0,-5 0 0</inkml:trace>
  <inkml:trace contextRef="#ctx0" brushRef="#br0" timeOffset="34">30459 6877 8912,'-11'-15'0,"-1"4"0,9 3 0,-5 12 0,8 7 0,6 3 0,1 14 0,3 5 0,3 5 0,3-2 0,1 8 0,0-6 0,0 2 0,0 1 0,1-5 0,-1 2 0,0 2 0,0 0 0,-5-5 0,-3-3 0,-1-3 0,3-4 0,-5-8 0,0-8 0,-6-1 0,0-8 0</inkml:trace>
  <inkml:trace contextRef="#ctx0" brushRef="#br0" timeOffset="35">30408 7290 8912,'-10'-17'0,"3"5"0,7 1 0,0 5 0,0-5 0,13-1 0,6-3 0,6 3 0,4-3 0,11 6 0,0-9 0,-2 1 0,4-6 0,-2 0 0,-1 2 0,-3 2 0,-2 2 0,-1 0 0,-6 0 0,-10-1 0,0-6 0,-15 4 0,4-2 0,-4 2 0,-2 3 0,-2-2 0,-4-4 0,4 12 0,-11-12 0,7 11 0,-7 5 0,11-1 0,-12 10 0,8 4 0,1 11 0,5 4 0,0 8 0,0-1 0,0 9 0,0 3 0,0-4 0,0 4 0,0-11 0,5 3 0,1-3 0,0 3 0,-6 3 0,0-9 0,0-3 0,0-3 0,0-3 0,0 0 0,0 0 0,0-7 0,0-3 0,8-14 0,3-5 0,2-9 0,1-4 0,-3-1 0,3-5 0,1 4 0,2-1 0,0 7 0,1-2 0,-3 9 0,-2 5 0,-1 1 0,-1-5 0,6 11 0,1-4 0,-1 4 0,0 8 0,0 2 0,0 1 0,1 1 0,-1 1 0,0 4 0,0-5 0,1 5 0,-1-3 0,0-7 0,0 5 0,0 0 0</inkml:trace>
  <inkml:trace contextRef="#ctx0" brushRef="#br0" timeOffset="36">28291 9439 8912,'-17'-6'0,"0"-1"0,-1-3 0,1 6 0,10-1 0,7 10 0,9 7 0,6 3 0,5 8 0,1 2 0,3 0 0,3-1 0,2 7 0,5-10 0,-1 6 0,-3 0 0,-1-3 0,2 1 0,1-2 0,3-6 0,-9 1 0,5-3 0,-6-2 0,2-1 0,-6-9 0,2 3 0,-4-4 0,-10-4 0,-3-4 0,-4-11 0,-2-9 0,0-9 0</inkml:trace>
  <inkml:trace contextRef="#ctx0" brushRef="#br0" timeOffset="37">28738 9267 8912,'-17'0'0,"-2"2"0,-4 4 0,4-2 0,-6 9 0,2 6 0,0 8 0,-7 7 0,1 6 0,2 4 0,-1 8 0,7 7 0,-2 4 0,-2-2 0,2 2 0,2-15 0,9-2 0,5-8 0,-1-4 0,6-7 0,-4-2 0,12-10 0,6-3 0,3-5 0,8-10 0,0-9 0,7-7 0,-3-15 0</inkml:trace>
  <inkml:trace contextRef="#ctx0" brushRef="#br0" timeOffset="38">28893 8906 8912,'-7'-10'0,"5"-5"0,-4 4 0,-2 5 0,3 6 0,1 10 0,2 5 0,2 10 0,2 3 0,4 5 0,-3 1 0,7 1 0,0-1 0,-1 0 0,-5 1 0,9-7 0,-7 1 0,6 0 0,-7 3 0,-1-3 0,-2-4 0,-2-8 0,0 0 0</inkml:trace>
  <inkml:trace contextRef="#ctx0" brushRef="#br0" timeOffset="39">28687 8992 8912,'0'-17'0,"0"0"0,0-1 0,2 1 0,4-2 0,5-2 0,4-2 0,12-2 0,7 2 0,3 4 0,9-4 0,1 12 0,11 5 0,-5 4 0,5 2 0,1 2 0,-4 2 0,-5 4 0,-8 1 0,-5 3 0,-3-1 0,0 1 0,-7-1 0,-2 6 0</inkml:trace>
  <inkml:trace contextRef="#ctx0" brushRef="#br0" timeOffset="40">29702 9112 8912,'-7'-15'0,"-5"2"0,-3 3 0,-2 3 0,7-7 0,-3 14 0,7 0 0,0 2 0,6 10 0,2 5 0,4 6 0,-2 0 0,7-6 0,1 0 0,5 0 0,0 0 0,0-1 0,0-3 0,1-2 0,-1 1 0,6-3 0,0-3 0,2-4 0,-3-2 0,-2 0 0,4-2 0,1-4 0,-6-5 0,4-12 0,-3 2 0,-3-8 0,-8 1 0,5-5 0,-9 5 0,1-3 0,-6 8 0,6 0 0,0 6 0,-3 7 0,-6 7 0,-3 6 0,0 11 0,6 14 0,0 9 0,8 22 0,3 4 0,5 4 0,-1 4 0,-4 3 0,8 4-223,-7 8 1,7-5 222,-7-1 0,-5-8 0,7 3 0,-9-12 0,-1-6 0,-10-9 0,-5-6 0,-4-4 0,-3-5 0,-6-10 0,2-6 0,-6-11 0,-1-4 0,-5-2 0,-1 0 0,1-14 0,-1-3 0,1-19 0,0 7 148,-1-11 0,8-4 1,4 0-149,4 0 0,10-6 0,3 6 0,4-1 0,2-1 0,8 8 0,3-3 0,12-2 0,12 6 0,11-3 0,3 4 0,3 1 0,0 1 0,-1 0 0</inkml:trace>
  <inkml:trace contextRef="#ctx0" brushRef="#br0" timeOffset="41">30838 8459 8912,'0'-17'0,"-2"0"0,-4-1 0,4 11 0,-3 9 0,3 13 0,2 12 0,0 13 0,0 4 0,2 7 0,1 1 0,5 0 0,2-1 0,-5 1 0,7-1 0,-1-7 0,5 10 0,-3-7 0,-1-1 0,1-2 0,2-6 0,-3-3 0,-1-7 0,-7-3 0,4-15 0,-8-2 0,0-8 0</inkml:trace>
  <inkml:trace contextRef="#ctx0" brushRef="#br0" timeOffset="42">30821 8803 8912,'-6'-23'0,"0"0"0,1 13 0,5-7 0,1 6 0,5-1 0,4-3 0,7 4 0,8-3 0,3 3 0,7-4 0,5 3 0,4 2 0,8-1 0,1 0 0,5 1 0,-11 0 0,5 5 0,-12 3 0,0-12 0,-11 9 0,-12-1 0,-11 6 0,-12 0 0,-3 8 0,-9 3 0,1 4 0,0 8 0,0 0 0,5 2 0,3-4 0,1 2 0,4-2 0,2-2 0,2 6 0,0-6 0,0 4 0,8-6 0,3-5 0,5-5 0,1-7 0,0 0 0,-2-4 0,-3-7 0,1 0 0,-7-12 0,0-4 0,0 6 0,-1-8 0,-1-1 0,-4-1 0,-6 2 0,4 5 0,-13 6 0,4 3 0,-5 4 0,-10 3 0,-9 8 0,-7 0 0,-9 0 0</inkml:trace>
  <inkml:trace contextRef="#ctx0" brushRef="#br0" timeOffset="43">29186 10574 8912,'-52'7'0,"1"5"0,1 3 0,4 2 0,6 1 0,13 4 0,10 3 0,7 0 0,3 0 0,5-2 0,-4-6 0,12 0 0,5 0 0,10-7 0,2-4 0,8-4 0,-2-2 0,3 0 0,2-8 0,1-5 0,-1-6 0,1-4 0,-9 0 0,-1 6 0,-9-3 0,-5-3 0,4 4 0,-11-5 0,8 6 0,-8 9 0,3-6 0,-7 13 0,0-4 0,0 12 0,-6 5 0,1 12 0,-1 4 0,6 9 0,0 4 0,0 6 0,0-4 0,0 8 0,0-4 0,0 3 0,0 5 0,0-1 0,-2 1 0,-4-5 0,-3-9 0,-8 1 0,-1-11 0,1-1 0,-2-14 0,-4 2 0,4-11 0,-4 0 0,4-14 0,2-9 0,1-10 0,5-5 0,3-8 0,8-1 0,0 1 0,2 8 0,4 3 0,5 6 0,-1 4 0,3 2 0,6 0 0,1 0 0,8-1 0,1 7 0,5-1 0,1-1 0,7 0 0,4 1 0,-4-3 0,-2 4 0,2-5 0,-2-1 0,0 0 0,-5 0 0,-7-1 0,1 1 0,-14 0 0,3 0 0,-5-2 0,2-4 0,-3-6 0,1-5 0,-7-4 0,-2-2 0,-2-14 0,-2 2 0,0-3 0,-2 5 0,-4 5 0,-6 4 0,3 13 0,-3 5 0,1 11 0,-6 5 0,1 14 0,3 7 0,4 9 0,1 11 0,4 10 0,-4 6 0,3 3 0,1 3 0,2 1 0,4 0 0,4-7 0,5-4 0,-1 1 0,1-6 0,2-3 0,8-10 0,2-5 0,8-5 0,-2-7 0,3-5 0,3-12 0,-1-5 0,6-18 0,2-7 0,0-6 0,0-6 0,-3-2 0,-3-1 0,-2-1 0,-7-7 0,-4-4 0,0-10 0,-6-1 0,2 7 0,-13 9 0,0 13 0,-6 4 0,0 13 0,-2 11 0,-4 11 0,4 6 0,-3 6 0,3-1 0,2 13 0,-2 6 0,-4 7 0,4 13 0,-4 7 0,-1 7 0,1 5 0,0 2 0,6-8 0,0 6 0,0-4 0,0-1 0,0-5 0,8 1 0,3-16 0,5-4 0,1-3 0,8-10 0,-4 2 0,7-12 0,3-5 0,2-6 0,1-6 0,-7-5 0,-4-12 0,-4-12 0,-2-9 0</inkml:trace>
  <inkml:trace contextRef="#ctx0" brushRef="#br0" timeOffset="44">30218 10522 8912,'-11'0'0,"-1"0"0,9 0 0,-5-2 0,12-3 0,7-7 0,18-9 0,25-2 0,11 0 0,7-2 0,10 4 0,-1-7 0,3-1 0,2-5 0</inkml:trace>
  <inkml:trace contextRef="#ctx0" brushRef="#br0" timeOffset="45">31543 10024 8912,'-19'0'0,"-2"0"0,-2 2 0,2 3 0,-3 5 0,-1 9 0,-2 4 0,-4 5 0,-1 13 0,5 4 0,4 11 0,4 1 0,9 0 0,5-5 0,3-2 0,2-4 0,7-4 0,9-16 0,9-3 0,1-4 0,1-9 0,4-4 0,-3-4 0,3-2 0,1-8 0,3-2 0,-1-7 0,-5-8 0,-2-3 0,-2-5 0,3-3 0,-5-4 0,-2-4 0,-7-6 0,-5 2 0,-1 3 0,-2-1 0,-8-6 0,-4 1 0,-6 12 0,-10 7 0,-7 5 0,-4 10 0,-1 5 0,-1 9 0,3-1 0,3 10 0,6 11 0,-3 0 0,12 14 0,-1-7 0,5 3 0,7 0 0,8 2 0,7-7 0,3 5 0,2 0 0</inkml:trace>
  <inkml:trace contextRef="#ctx0" brushRef="#br0" timeOffset="46">31165 10505 8912,'-52'10'0,"3"-3"0,3-7 0,4 0 0,7 0 0,8 0 0,12 0 0,15 0 0,8-2 0,9-3 0,15-5 0,9-7 0,6 0 0,13-6 0,3 0 0,4 0 0,0 6 0,-4-1 0,-6 1 0,-11 0 0,2 6 0,-8-1 0,-2 6 0,-9-3 0,-6 1 0,-10 1 0,-1 1 0,-8 4 0,-4-6 0,-10 8 0,0 0 0,-5 0 0,6 8 0,-9 1 0</inkml:trace>
  <inkml:trace contextRef="#ctx0" brushRef="#br2" timeOffset="47">14008 6258 8912,'0'-17'0,"0"0"0,0 0 0,0 0 0,0-1 0,0 1 0,0 0 0,0 0 0,0 5 0,0 1 0,-2 7 0,-2-4 0,-2 1 0,-7 5 0,9-6 0,-7 8 0,-3 0 0,-1 2 0,-4 2 0,-4 2 0,2 1 0,-8-1 0,1-4 0,-7 6 0,1-1 0,-1-5 0,1 11 0,-1-7 0,1 2 0,0-2 0,-1-3 0,1 7 0,-1-2 0,1 5 0,0-11 0,-1 6 0,1-1 0,-1 1 0,1 5 0,-1-1 0,1 1 0,-8-5 0,-2 7 0,-10-4 0,-3 5 0,-4 9 0,-8-6 0,0 4 0,0-4 0,8-2 0,2 0 0,7 0 0,1 0 0,7 1 0,-2-1 0,10 0 0,3 0 0,-3 0 0,-4 1 0,-8-1 0,2 0 0,-6 8 0,-3 2 0,-3 3 0,3 5 0,-6-5 0,3 18 0,1-8 0,2 0 0,14-6 0,3 1 0,8-1 0,1 1 0,0-1 0,2 0 0,5-1 0,2-4 0,3 3 0,-6-7 0,0 5 0,2-1 0,-4 0 0,1 5 0,-3 2 0,-4 4 0,-1 4 0,3 8 0,0 0 0,8 5 0,-4 2 0,1 2 0,10-11 0,-3 2 0,11-5 0,-1-1 0,7-4 0,0-6 0,0 3 0,0-13 0,0 9 0,0-1 0,0-1 0,2-3 0,3-1 0,7 1 0,3 3 0,2-4 0,2-1 0,4 3 0,-4-6 0,16 5 0,-3-5 0,7 2 0,8-6 0,-10 6 0,5-6 0,0 1 0,-6 1 0,14-5 0,-4-1 0,2 0 0,-3 0 0,5 0 0,-4 1 0,4-1 0,1 0 0,1 0 0,7-5 0,4-1 0,4-7 0,-2 9 0,0-5 0,0 1 0,-2-5 0,-11 2 0,0 2 0,1-3 0,3-1 0,1-2 0,2-2 0,-1 0 0,3 0 0,4 0 0,0 0 0,0 0 0,-2 0 0,-6 0 0,1 0 0,-3 0 0,-1-2 0,-1-2 0,3-1 0,1 1 0,8-6 0,-4 6 0,8-5 0,0 1 0,-8-5 0,-2 9 0,-7-6 0,0 3 0,-1-7 0,-5 11 0,-2-7 0,-2 2 0,6-5 0,-2 5 0,7-5 0,-1 2 0,4 5 0,-11-6 0,5-1 0,2-2 0,-1-2 0,-1-1 0,-4 1 0,-6 0 0,4 0 0,-8 0 0,5-1 0,-5 1 0,6-8 0,-6 10 0,4-4 0,-3 4 0,-3-4 0,-1 9 0,-3-7 0,-1 0 0,-8-1 0,2-1 0,-4-4 0,-2-5 0,1-5 0,-1-1 0,2 0 0,4-1 0,-4 1 0,6 1 0,-8 3 0,0 1 0,0 8 0,6-9 0,-2 5 0,-5-2 0,1 6 0,-8-6 0,7 4 0,-5-5 0,4 3 0,-11-6 0,6 6 0,-2-1 0,-3-7 0,3-5 0,-6 0 0,4-8 0,-5 0 0,5-6 0,0 1 0,-2-1 0,-2 8 0,-2-3 0,0 5 0,0-2 0,0 3 0,0-1 0,0 4 0,0 6 0,0 1 0,-8-1 0,-3 3 0,1-3 0,-1 3 0,-3-4 0,-1-1 0,-2 2 0,-1 3 0,1-7 0,0 5 0,0 1 0,0-1 0,-6 2 0,0 1 0,0 5 0,6-4 0,-3 2 0,-1 4 0,-2 2 0,-7 2 0,3 0 0,-7-1 0,-1 1 0,-7 0 0,4 0 0,-10 0 0,-5-1 0,1 1 0,-2 6 0,9-1 0,-1 3 0,-6-3 0,-5-1 0,-1 7 0,3 2 0,-1 1 0,-1-1 0,-6-2 0,-4 2 0,-2 2 0,0 2 0,2 0 0,4 0 0,-4 0 0,6 6 0,-6 0 0,4-2 0,-4-2 0,16 3 0,-3 3 0,6 0 0,4 1 0,6 1 0,-2-7 0,21 7 0,-4-4 0,6-2 0,5 7 0,-1-5 0,7 5 0,-5 1 0,3 5 0,-2 0 0,-1 8 0,-6 4 0,0 3 0,-8-5 0,-2-2 0</inkml:trace>
  <inkml:trace contextRef="#ctx0" brushRef="#br2" timeOffset="48">11409 8373 8912,'-9'-17'0,"1"5"0,8 1 0,0-2 0,0-3 0,-2 7 0,-4 3 0,-5 4 0,1 4 0,-1 2 0,-2 2 0,-3-1 0,-1 3 0,6 0 0,-1 3 0,1-3 0,-7-3 0,1 3 0,0 2 0,-6-5 0,0 5 0,2-1 0,2 1 0,-4-6 0,0 2 0,-7 1 0,1-1 0,-4 7 0,-1-1 0,-4 3 0,-8 2 0,8 0 0,-26 3 0,13 1 0,-5 3 0,-1 1 0,0 0 0,-1 6 0,9-10 0,1 5 0,0 1 0,-2 0 0,1 3 0,-7 3 0,10 1 0,-5 6 0,-7 1-163,-3 6 0,-2-9 163,0 8 0,5-6 0,-3 6 0,2 2 0,-6 2 0,13-6 0,-1-2 0,5-2 0,0 0 0,-1-2 0,-11 6 0,1 0 0,-4 8 0,-2-1 0,6 1 0,-3-1 0,7 5 0,-2-5 0,3 5 0,1-12 0,-3 5 0,-1-3 0,-12 2 0,4-8 0,2-2 0,2-1 0,3 3 0,7 0 0,-1 8 0,6-6 0,0 3 0,6 5 0,-4-4 0,2 4 0,-6 1 0,6-1 0,-6-4 0,4-6 0,2-4 0,4-2 0,-6 9 0,8-7 0,-4 4 0,5-4 0,5 1 0,1 3 0,0 4 0,-3 1 0,3 1 0,-2-6 0,7 4 0,-3-2 0,0 4 0,-2-6 0,-1 0 0,7-5 0,-8 1 0,3 4 0,1-3 0,0 3 0,0-4 0,0-2 0,6 6 163,-2 1 0,-1 6-163,1-1 0,-8-2 0,2 2 0,3 0 0,-3 5 0,0 1 0,2-6 0,3-2 0,-1-2 0,6 4 0,-6-6 0,2-2 0,0-2 0,0 4 0,6 0 0,1 1 0,5-7 0,-4 0 0,7 1 0,-5-3 0,1-3 0,6 1 0,-5-7 0,5 0 0,-5-5 0,7-1 0,-4-2 0,1-4 0,5-3 0,-6-8 0,8 0 0,0 0 0,8 0 0,1 8 0,9 1 0</inkml:trace>
  <inkml:trace contextRef="#ctx0" brushRef="#br2" timeOffset="49">6591 12276 8912,'-6'21'0,"-1"-6"0,-3-5 0,-3-6 0,-3-3 0,5-1 0,-1 0 0,9-7 0,-13 5 0,14-6 0,-5 10 0,7 4 0,0 3 0,0 11 0,0 3 0,0 5 0,0 5 0,0 1 0,-2 12 0,-4 0 0,2 13 0,-7-7 0,7 11 0,-9-8 0,5 6 0,-2-2 0,6-3 0,-1-10 0,3-6 0,2-4 0,0-9 0,0-4 0,0-12 0,0 4 0,0-13 0,0 6 0,0-8 0,2-2 0,3-2 0,7-3 0,3-3 0,2 6 0,1-9 0,-1 7 0,0-5 0,0 3 0,1-2 0,1 7 0,2-5 0,4 2 0,1 1 0,3-9 0,5 10 0,1-5 0,-1 1 0,1-5 0,-1 5 0,0-5 0,1 1 0,-3 3 0,-3-5 0,-4 5 0,0 1 0,-12-3 0,4 5 0,-11 0 0,2 6 0,-6 0 0,3 0 0,-1 10 0,8 7 0,-1 0 0,6 8 0</inkml:trace>
  <inkml:trace contextRef="#ctx0" brushRef="#br2" timeOffset="50">20392 550 8912,'0'-17'0,"0"0"0,0 0 0,0-1 0,-2 3 0,-1 2 0,-3 1 0,2-1 0,0 3 0,0-1 0,-1-2 0,-3-3 0,2-1 0,-5 0 0,3 5 0,0 3 0,1 1 0,-5 4 0,3-3 0,-3 1 0,-1 2 0,-4 2 0,-6 2 0,4 2 0,-4 4 0,-2 3 0,0 9 0,-2-1 0,-1 0 0,-1 8 0,0 4 0,-1 3 0,-3 4 0,-1 4 0,-1 6 0,1 4 0,7 2 0,-4 1 0,7 4 0,-3 6-205,6 4 1,-4 8 204,8-1 0,1 8 0,5-1 0,1 3 0,7 0 0,-1-2 0,6-2 0,0-5 0,9 5 0,6-8 0,6 3 0,6-14 0,-4-9-13,2-10 13,1-6 0,1-9 0,0-6 0,1-8 0,1 0 0,-1-7 0,-1-4 0,2-6 0,1 2 0,3-19 0,1 4 0,4-2 136,-4-8 0,6 6 0,-7-5-136,-1 1 0,-7-6 0,-2 12 0,-8-6 0</inkml:trace>
  <inkml:trace contextRef="#ctx0" brushRef="#br2" timeOffset="51">20926 550 8912,'-8'-17'0,"6"6"0,-4-1 0,5 8 0,1-1 0,0 10 0,0 7 0,0 3 0,0 4 0,0 2 0,0 4 0,0 2 0,0-4 0,0 5 0,0 1 0,0-2 0,0-1 0,-2-5 0,-4 2 0,4 0 0,-6-6 0,1 1 0,5-9 0,-14-1 0,15-16 0,-7-3 0,8-14 0,0-9 0,0-3 0,2-7 0,2 0 0,1 0 0,9 6 0,-10 2 0,7 7 0,-1 8 0,1-2 0,4 6 0,-3 6 0,3 3 0,2 8 0,2 10 0,3 9 0,0 13 0,1 4 0,-5 8 0,1 0 0,4 0 0,-4-6 0,8 4 0,-4-7 0,-2-3 0,7-3 0,1-4 0,5-16 0,1-1 0</inkml:trace>
  <inkml:trace contextRef="#ctx0" brushRef="#br2" timeOffset="52">22079 585 8912,'-17'17'0,"-1"-2"0,1-3 0,8-5 0,9-7 0,11-2 0,4-2 0,3-1 0,1-7 0,2 5 0,4-1 0,1 0 0,-3-3 0,6 5 0,-8-5 0,2 5 0,-4 2 0,-2 2 0,8-5 0,2-3 0</inkml:trace>
  <inkml:trace contextRef="#ctx0" brushRef="#br2" timeOffset="53">23180 224 8912,'10'0'0,"5"0"0,-13-2 0,4-4 0,1 2 0,-1-7 0,-2 7 0,-10-2 0,-5 4 0,-7 4 0,-5 4 0,-5 5 0,-5 5 0,5 1 0,-1 2 0,-2 2 0,-1 2 0,-8 7 0,-1-1 0,3 3 0,2 1 0,1-3 0,1-1 0,7-2 0,4 2 0,4-5 0,2-6 0,7-1 0,5 0 0,10-7 0,5-3 0,9-7 0,4 0 0,-4-7 0,12 5 0,-6-6 0,0 2 0,-1 0 0,1 1 0,-2 5 0,-4-6 0,4 0 0,-9 1 0,-3 5 0,-7 1 0,2 5 0,-4 4 0,-2 13 0,0 0 0,-8 1 0,-4-1 0,-1-2 0,0 6 0,1-2 0,1 6 0,-1-10 0,1 7 0,5-7 0,-5 2 0,7-4 0,-2-2 0,4-5 0,2-1 0,8-7 0,3 2 0,10-6 0,4-6 0,2-5 0,2-5 0,5-1 0,0 0 0,1 0 0,-1-8 0,1-2 0,-1-7 0</inkml:trace>
  <inkml:trace contextRef="#ctx0" brushRef="#br2" timeOffset="54">23421 481 8912,'0'-11'0,"0"-1"0,0-1 0,8 5 0,1-5 0,8 7 0,1 3 0,-1 1 0,0 2 0,0 0 0,0 0 0,1 0 0,-1 0 0,-2 2 0,-1 1 0,-3 3 0,-5 7 0,5-1 0,-7-3 0,2 3 0,-6 5 0,-6 6 0,2 0 0,-7-6 0,-1 6 0,-5 0 0,2 0 0,3-6 0,-3 0 0,13 1 0,-6-9 0,8-1 0</inkml:trace>
  <inkml:trace contextRef="#ctx0" brushRef="#br2" timeOffset="55">23800 361 8912,'-8'15'0,"-4"-3"0,3 1 0,-3-7 0,3 2 0,-3-3 0,-3 5 0,7 7 0,-3 0 0,3 0 0,8 1 0,0-1 0,0 0 0,0 0 0,0 0 0,8 1 0,3-3 0,5-2 0,1-1 0,0-3 0,0 3 0,3-5 0,2-7 0,-2 0 0,3 0 0,3 0 0,1-7 0,7-3 0</inkml:trace>
  <inkml:trace contextRef="#ctx0" brushRef="#br2" timeOffset="56">24127 481 8912,'0'-9'0,"1"15"0,3 11 0,2 2 0,0 0 0,-6-2 0,6 0 0,-1 1 0,1-1 0,0 0 0,-1 0 0,3-5 0,-2-1 0,3 1 0,9 5 0</inkml:trace>
  <inkml:trace contextRef="#ctx0" brushRef="#br2" timeOffset="57">24316 189 8912,'-12'0'0,"1"-2"0,-2-4 0,3 5 0,-2-5 0,9-4 0,-5 8 0,8-5 0,0 7 0,0 0 0,8 0 0,-6 0 0,7 0 0,-3 0 0,-4 0 0,5 0 0</inkml:trace>
  <inkml:trace contextRef="#ctx0" brushRef="#br2" timeOffset="58">20409 1891 8912,'-11'2'0,"0"2"0,-3 2 0,7-1 0,12-10 0,14-3 0,6-1 0,6-3 0,1 3 0,3-7 0,-1 7 0,-1-3 0,-5 1 0,5-8 0,-6-8 0</inkml:trace>
  <inkml:trace contextRef="#ctx0" brushRef="#br2" timeOffset="59">21149 1479 8912,'10'-8'0,"-4"-3"0,-2-5 0,-1-1 0,3 0 0,0 5 0,-6 1 0,0 7 0,-2 4 0,-4 12 0,-5 5 0,-5 6 0,-6 9 0,-1 8 0,-8 2 0,4-3 0,-1 1 0,1-2 0,2-2 0,-6 6 0,10-6 0,-5 5 0,1-5 0,2-9 0,7 3 0,3-7 0,2-2 0,7-9 0,-4-5 0,10-7 0,4 0 0,5-2 0,14-5 0,9-11 0,1 1 0,7-6 0,-2 4 0,0 2 0,-7 0 0,-3 5 0,-7 3 0,-2 1 0,-2 2 0,-7 6 0,-3 2 0,-1 4 0,-2 4 0,-8 9 0,-4 4 0,-3 3 0,-10 9 0,-4-1 0,3 1 0,-2-1 0,2 0 0,3 1 0,0-8 0,6-3 0,1-6 0,2-1 0,4 0 0,3-8 0,1-1 0,9-10 0,8-4 0,10-5 0,6-4 0,1-2 0,0-8 0,1 6 0,-1-4 0,1 2 0,-1-2 0,-7 4 0,-2-6 0,-8 8 0</inkml:trace>
  <inkml:trace contextRef="#ctx0" brushRef="#br2" timeOffset="60">21356 1737 8912,'0'-12'0,"0"1"0,8 7 0,1-6 0,8 4 0,1 5 0,-1-5 0,0 6 0,0 6 0,0-5 0,-1 15 0,-3-3 0,-1 6 0,-1 4 0,-1-2 0,-3 4 0,-7-2 0,0 6 0,0-6 0,-7 7 0,-1-11 0,-5 6 0,1 0 0,1-14 0,-1 10 0,1-15 0,-1 0 0,3-6 0,1 0 0</inkml:trace>
  <inkml:trace contextRef="#ctx0" brushRef="#br2" timeOffset="61">21717 1565 8912,'-23'1'0,"0"5"0,8-4 0,0 8 0,3-5 0,-3 7 0,0 3 0,1 4 0,3 4 0,7-2 0,-2 6 0,4-2 0,2 5 0,8-9 0,2 6 0,-1-2 0,12-2 0,-4-6 0,5 0 0,-5 0 0,0 1 0,6-9 0,0-3 0,2-4 0,-4-2 0,2 0 0,-8 0 0,8-8 0,-4-1 0</inkml:trace>
  <inkml:trace contextRef="#ctx0" brushRef="#br2" timeOffset="62">21975 1788 8912,'-5'12'0,"-1"-1"0,0-5 0,6 5 0,0 1 0,0 5 0,0 0 0,0-5 0,0-1 0,0 0 0,0 7 0,8-1 0,-6-6 0,4 1 0,3-1 0,-5 4 0,7-3 0,-7 3 0,12-13 0,-7 6 0</inkml:trace>
  <inkml:trace contextRef="#ctx0" brushRef="#br2" timeOffset="63">22027 1393 8912,'-11'0'0,"-1"0"0,6 0 0,-5 0 0,5 0 0,-5 0 0,7 0 0,-4 0 0,8 0 0,8 0 0,3 0 0,5 0 0,1 0 0</inkml:trace>
  <inkml:trace contextRef="#ctx0" brushRef="#br2" timeOffset="64">23318 1427 8912,'0'-17'0,"0"0"0,0-1 0,0 1 0,0 0 0,-2 8 0,-4 3 0,-3 4 0,-9 2 0,1 8 0,0 3 0,-6 6 0,-2 6 0,-2 6 0,-3 3 0,5 3 0,-8-1 0,7 0 0,-1 1 0,-6-1 0,16 1 0,0-1 0,0-7 0,7-4 0,1-4 0,1-2 0,10-8 0,4-3 0,3-4 0,10-4 0,4-4 0,4 5 0,6-15 0,-3 7 0,-1-1 0,-8 1 0,2 3 0,-4 4 0,-2-6 0,-2 10 0,-3 4 0,-6 5 0,-6 5 0,-6 1 0,-6 8 0,-9 3 0,-2 5 0,-7-4 0,1-1 0,4-1 0,2 3 0,4-1 0,2-8 0,0 2 0,7-11 0,3 3 0,7-4 0,0-3 0,9 0 0,8-8 0,10 0 0,11-8 0,3-4 0,6-3 0,-3-2 0,0 0 0,4 0 0,-8 1 0,-2 5 0,-1-4 0,-3 5 0</inkml:trace>
  <inkml:trace contextRef="#ctx0" brushRef="#br2" timeOffset="65">23610 1599 8912,'-17'0'0,"8"-2"0,1-2 0,0-1 0,6-3 0,-3 2 0,3 2 0,4-5 0,3 1 0,7 4 0,9 2 0,2 2 0,2 0 0,-2 0 0,-4 6 0,6 2 0,-1 1 0,-10-3 0,3 6 0,-4 1 0,-3 2 0,-2 2 0,-8 1 0,0 6 0,-8-3 0,-4 8 0,-5-6 0,-4 6 0,-2 1 0,-2-5 0,2-2 0,4-4 0,-4-4 0,4-3 0,2 3 0,0-5 0</inkml:trace>
  <inkml:trace contextRef="#ctx0" brushRef="#br2" timeOffset="66">23782 1582 8912,'-2'11'0,"-3"1"0,-5-1 0,-1 1 0,-1-1 0,3 1 0,-3 5 0,-1 0 0,7 0 0,2 0 0,2 2 0,2 2 0,0 2 0,0-2 0,2-2 0,4-1 0,11-1 0,2-2 0,4-3 0,4 3 0,0-13 0,7 5 0</inkml:trace>
  <inkml:trace contextRef="#ctx0" brushRef="#br2" timeOffset="67">24127 1754 8912,'-12'5'0,"1"3"0,-3 2 0,7-7 0,-7 13 0,8-5 0,1 4 0,5 3 0,0-1 0,0 2 0,0 4 0,0-4 0,2 8 0,1-6 0,3 2 0,2 0 0,-4-6 0,3 0 0,3 0 0,-6-7 0,11 5 0,-5-5 0</inkml:trace>
  <inkml:trace contextRef="#ctx0" brushRef="#br2" timeOffset="68">24092 1599 8912,'-11'-17'0,"-1"0"0,-1-1 0,5 1 0,1 0 0,7 6 0,0-1 0,1 8 0,5-1 0,6 3 0,3-6 0,10 6 0,2-6 0</inkml:trace>
  <inkml:trace contextRef="#ctx0" brushRef="#br2" timeOffset="69">24281 1324 8912,'12'-2'0,"-1"-2"0,3-2 0,-5 1 0,3 3 0,1-4 0,2 4 0,3-4 0,-7 4 0,1 2 0,-1 0 0,6 0 0,1 0 0,-7 2 0,-1 4 0,-3 6 0,-1 11 0,-6-4 0,0 4 0,0-4 0,0-2 0,0 0 0,0 0 0,0 0 0,0 1 0,0-1 0,8-8 0,3-1 0,10-10 0,6-6 0,5-9 0,-1-8 0,11-9 0</inkml:trace>
  <inkml:trace contextRef="#ctx0" brushRef="#br2" timeOffset="70">24574 258 8912,'-15'-2'0,"1"-4"0,3-5 0,9-3 0,0 1 0,6 2 0,17 7 0,2-2 0,7 4 0,7-4 0,1 1 0,4 1 0,2 2 0,-6 2 0,10 0 0,-8 2 0,-2 4 0,-1 3 0,-3 10 0,-1 6 0,-5 9 0,-3 1 0,-2 16 0,0 1 0,-2 9 0,-2 14 0,4 3 0,0 8-857,-2 0 857,-2 7 0,-1-5 0,-1 4 0,-2-6 0,-3-6 0,1-5 0,-5-12-151,1-6 151,-5-3 0,2-5 0,-12-3 0,0 2 0,-11-8 0,2 2 0,-14-2 0,2-4 0,-1 5 0,-7-5 0,3-4 211,-7-3 0,-8 3 0,1-5 0,-4-2-211,-2-8 54,8 0 1,-3-13 0,5 6-55,-2-3 0,5-1 0,3-6 0,9 0 0,2 0 0,2 0 0,6-6 0,0 1 0,7-16 0,3 2 0</inkml:trace>
  <inkml:trace contextRef="#ctx0" brushRef="#br2" timeOffset="71">26622 430 8912,'2'-12'0,"2"1"0,1-2 0,-1-3 0,-2-1 0,-2 6 0,0-1 0,0-1 0,0 3 0,0-1 0,-8 5 0,-3-4 0,-6 3 0,-6 3 0,-6 2 0,-11 10 0,-4 1 0,-8 8 0,1 3 0,-1 3 0,-5 3 0,-1 9 0,1-1 0,5 0 0,3 7 0,3 1 0,6 1 0,-1 1 0,7 4 0,7-2 0,6 2 0,4-6 0,6 9 0,1-1 0,2 5 0,3 3 0,5-7 0,0 1 0,0 7 0,0 4 0,0-4 0,0-1 0,0-5 0,0 1 0,-2 3 0,-2 6 0,-2 4 0,-7 2 0,9 1 0,-8 5 0,1-4 0,-6 3 0,7-11 0,4-7 0,5-9 0,1 3 0,1-14 0,5 2 0,6-7 0,5 0 0,6-8 0,6-4 0,3-6 0,10 2 0,-2-13 0,10 4 0,3-4 0,11-2 0,-3-2 0,8-4 0,-1 4 0,1-3 0,-8 3 0,-3 2 0,-7 0 0,-5 2 0,-7 3 0,-9 5 0,-7-1 0,-4 7 0,-9-7 0,-3 8 0,-20-1 0,-4-5 0,-12 3 0,0-9 0,-3 9 0,-2-5 0</inkml:trace>
  <inkml:trace contextRef="#ctx0" brushRef="#br2" timeOffset="72">27499 413 8912,'12'-18'0,"-3"1"0,-1 0 0,-2 8 0,-14 9 0,-3 11 0,-5 4 0,-1 2 0,-8 6 0,-1 2 0,-3 2 0,0 2 0,-1-3 0,5 7 0,-8-6 0,5 7 0,-3-2 0,2-3 0,-1 2 0,7-8 0,2-2 0,9-2 0,-1-2 0,7 0 0,0-7 0,8-3 0,4-7 0,6 0 0,3 0 0,2 0 0,0-2 0,0-3 0,-7 3 0,5-6 0,-3 8 0,-3 0 0,3 0 0,-6 0 0,5 0 0,-7 8 0,4-4 0,-8 7 0,0 2 0,0 3 0,0 1 0,0 2 0,0 4 0,0-4 0,0 6 0,0-8 0,0 0 0,0 0 0,0-5 0,0-1 0,0-5 0,0 6 0,1-9 0,5 3 0,4-4 0,9-4 0,2-4 0,2-5 0,0-4 0,2-3 0,3 1 0,-3 0 0,8-8 0,-7-2 0</inkml:trace>
  <inkml:trace contextRef="#ctx0" brushRef="#br2" timeOffset="73">27706 585 8912,'-10'0'0,"3"0"0,7 0 0,0 0 0,7 0 0,7 0 0,7 0 0,0 0 0,8 0 0,-8 5 0,2 1 0,-4 7 0,-2-3 0,0 0 0,-7 5 0,3-6 0,-7 10 0,-2 4 0,-3-4 0,-10 12 0,-6-6 0,-6 2 0,-2-6 0,5 3 0,1-6 0,0-1 0,7-8 0,-5-1 0,6-8 0</inkml:trace>
  <inkml:trace contextRef="#ctx0" brushRef="#br2" timeOffset="74">27947 619 8912,'-17'8'0,"-1"-6"0,7 7 0,0-3 0,5 1 0,-4 7 0,3-3 0,1 1 0,8 5 0,3 0 0,-3-7 0,14 5 0,-5-6 0,4 1 0,10 5 0,-6-11 0,4 6 0,-3-3 0,-3-1 0,0-6 0,8 0 0,2 0 0</inkml:trace>
  <inkml:trace contextRef="#ctx0" brushRef="#br2" timeOffset="75">28136 722 8912,'12'12'0,"-1"-1"0,-7-7 0,4 5 0,-8-3 0,0 4 0,5 1 0,1 1 0,0-7 0,-6 7 0,0-1 0,0 6 0,0-5 0,0-1 0,0 3 0,0-7 0,0 1 0,-8-8 0,-1 0 0</inkml:trace>
  <inkml:trace contextRef="#ctx0" brushRef="#br2" timeOffset="76">28412 481 8912,'0'12'0,"0"-1"0,0 3 0,0 1 0,0 2 0,0 0 0,0 1 0,0-1 0,0 0 0,0 0 0,0 0 0,7-1 0,5-3 0,3-3 0,2-3 0,0-1 0,1 0 0,-1-1 0,0 1 0,0-6 0,-2-2 0,-3-4 0,3 3 0,-3-9 0,-3 1 0,3-6 0,-7 5 0,7 1 0,-8 5 0,2-6 0,3 1 0,-7 1 0,6 3 0,-8 14 0,2 5 0,3 3 0,-3 10 0,6 2 0,-2 1 0,-1 1 0,1 0 0,0 5 0,0 0 0,-1 1 0,-5-1 0,0-5 0,0-2 0,0-3 0,-7-1 0,-5-5 0,-3-1 0,-2-2 0,-1-3 0,1-7 0,0-3 0,0-2 0,0 0 0,1-2 0,5-3 0,3-11 0,8-7 0,0-9 0,0-3 0,8 1 0,1-8 0</inkml:trace>
  <inkml:trace contextRef="#ctx0" brushRef="#br2" timeOffset="77">28911 688 8912,'9'0'0,"-1"2"0,-8 3 0,6-1 0,-1 8 0,1-1 0,-6 6 0,0 2 0,2 2 0,4 2 0,-4 0 0,5-6 0,-7 1 0,0-1 0,0 0 0,0 0 0,0 0 0,0 1 0,0-1 0</inkml:trace>
  <inkml:trace contextRef="#ctx0" brushRef="#br2" timeOffset="78">28893 447 8912,'0'-17'0,"0"7"0,0 3 0,0 7 0,0 7 0,0 5 0,0 3 0,0 2 0</inkml:trace>
  <inkml:trace contextRef="#ctx0" brushRef="#br2" timeOffset="79">28067 413 8912,'-9'7'0,"-7"-5"0,7 6 0,-1-8 0,3 0 0,14 7 0,3 3 0</inkml:trace>
  <inkml:trace contextRef="#ctx0" brushRef="#br2" timeOffset="80">27431 1651 8912,'11'0'0,"1"0"0,1 0 0,0-2 0,1-2 0,-5-4 0,-1-1 0,-2 3 0,-6-6 0,0 9 0,-2-5 0,-4 8 0,-2 8 0,-7 3 0,0 4 0,-4 3 0,-4 1 0,2 2 0,-2 2 0,-8 7 0,10-9 0,-6 6 0,2-2 0,1 3 0,3-5 0,-2-2 0,2-2 0,9-1 0,-1-1 0,5-2 0,-1-3 0,5 3 0,-4-13 0,8 7 0,2-5 0,4 2 0,5-2 0,4-2 0,3-2 0,-1 0 0,0 0 0,0 0 0,-5 5 0,-1 1 0,1 7 0,3-1 0,-2 1 0,-1-1 0,-8 3 0,5-5 0,-3 7 0,-4 0 0,4 0 0,-4 0 0,-2 1 0,0-1 0,-8 0 0,6 6 0,-4 0 0,-1 0 0,1-6 0,2 0 0,2-7 0,4 3 0,4-7 0,-4-1 0,15-5 0,0 0 0,2-7 0,10-5 0,0-3 0,-3-2 0,7 0 0,-6-8 0,7-2 0</inkml:trace>
  <inkml:trace contextRef="#ctx0" brushRef="#br2" timeOffset="81">27723 1908 8912,'-9'-7'0,"-7"5"0,14-6 0,-13 8 0,13 8 0,-4 3 0,5 7 0,1 3 0,0 1 0,5 7 0,3-4 0,1 0 0,5 0 0,9-2 0,-4-6 0,4 0 0,-4-7 0,-2-5 0,2 3 0,2-2 0,2-3 0,0-1 0,-11-7 0,-1-1 0,1-13 0,5 2 0,-6-6 0,1 0 0,-8 2 0,1-6 0,-1 2 0,0 2 0,2-2 0,0 6 0,-6 0 0,0 8 0,0 7 0,0-11 0,0 20 0,1-3 0,5 15 0,-2 6 0,7 0 0,-5 6 0,4-6 0,-3-2 0,5 4 0,-4 0 0,-1-1 0,1 1 0,-2-2 0,-6-4 0,0 4 0,-8-4 0,-4 4 0,-5-4 0,-4-2 0,-2 1 0,0 7 0,0-8 0,0 0 0,6-2 0,6-9 0,-1 0 0,3-22 0,1-3 0</inkml:trace>
  <inkml:trace contextRef="#ctx0" brushRef="#br2" timeOffset="82">28291 2063 8912,'0'12'0,"0"-1"0,2-5 0,4 5 0,-4 1 0,3 5 0,-3 0 0,-2 0 0,0 1 0,0-1 0,0 0 0,0 0 0,0 0 0,0 0 0,0 1 0,6-1 0,0 0 0,-1-5 0,-3-3 0,4-1 0,-4-3 0,6-5 0,-8 0 0</inkml:trace>
  <inkml:trace contextRef="#ctx0" brushRef="#br2" timeOffset="83">28239 1891 8912,'-9'-7'0,"-6"5"0,5-6 0,0 8 0,3 0 0,7 0 0,7-8 0,3-1 0</inkml:trace>
  <inkml:trace contextRef="#ctx0" brushRef="#br2" timeOffset="84">28911 378 8912,'-12'0'0,"3"-2"0,-1-1 0,0-3 0,5-6 0,-7 7 0,16-7 0,4 4 0,11 1 0,9-1 0,13-5 0,5 3 0,3 1 0,3-7 0,-2 7 0,-3-1 0,-1 5 0,2 3 0,-6 2 0,0 2 0,-9 5 0,-5 10 0,-5 10 0,-5 13 0,-7 6 0,2 6 0,-7 5 0,0 12 0,-6 11 0,0 6 0,0 6 0,6 3 0,-4-44 0,1 1 0,1 3 0,0-1-148,-1 1 1,0-1 0,-2-3 0,2-1 147,8 42 0,1-12 0,5-5 0,-6-3 0,-1 1 0,-1 0-19,1-6 1,-6-6 0,1-10 18,-3 1 0,-2-1 0,-7-7 0,-5-4 0,-3-9 0,-2-2 0,-2-1 0,-4 7 0,4-9 0,-6-3 0,0-2 293,-4 2 0,0-4-293,-5 4 0,2-4 0,-14-1 0,-2-7 0,-10 1 0,3-9 29,-8 3 0,7-4-29,-1-2 0,5 0 0,5-2 0,1-4 0,9 4 0,3-5 0,9-1 0,6 6 0,10-13 0,1 5 0</inkml:trace>
  <inkml:trace contextRef="#ctx0" brushRef="#br2" timeOffset="85">30253 1393 8912,'-12'0'0,"1"0"0,-2 0 0,-3 0 0,5 0 0,-1 0 0,8 0 0,-1 0 0,10 0 0,11 0 0,9 0 0,1 0 0,5 0 0,1 0 0,3 0 0,-1 0 0,6 0 0,-1 0 0,-7 0 0,3 2 0,-9 1 0,1 5 0,-4 2 0,-4-7 0,-2 5 0</inkml:trace>
  <inkml:trace contextRef="#ctx0" brushRef="#br2" timeOffset="86">30201 1908 8912,'-11'10'0,"-1"-4"0,8-4 0,1-2 0,14 0 0,1 0 0,18-6 0,-7 0 0,8 0 0,-3 5 0,3-3 0,-2-2 0,3-7 0,-5 3 0</inkml:trace>
  <inkml:trace contextRef="#ctx0" brushRef="#br2" timeOffset="87">29565 2992 8912,'0'17'0,"0"0"0,-2-7 0,-4-5 0,2-1 0,-7 2 0,1 3 0,-1 9 0,3 1 0,0 4 0,6-2 0,-5 7 0,-1 3 0,6-1 0,-4 1 0,4-2 0,2-1 0,0 1 0,0-2 0,0-2 0,0-3 0,0-4 0,0-1 0,0-8 0,0-1 0,0-10 0,0-4 0,0-5 0,0-12 0,2-6 0,4-11 0,-2-4 0,7-7 0,1-1 0,-1 1 0,1-1 0,-1 0 0,1 3 0,-1 3 0,-1 6 0,1 11 0,3 4 0,-7 10 0,3 4 0,3 5 0,3 12 0,-5 11 0,0 11 0,3 12 0,9 6 0,-4-2 0,4 2 0,-4 2 0,-2-6 0,6 6 0,0-8 0,-2-2 0,-2-2 0,-2-1 0,1-9 0,-1-3 0,0-4 0,-7-9 0,-3-2 0,-7-8 0</inkml:trace>
  <inkml:trace contextRef="#ctx0" brushRef="#br2" timeOffset="88">30287 2699 8912,'12'0'0,"-3"-2"0,-1-3 0,-2 1 0,-6-8 0,2 3 0,3-3 0,-3 3 0,4 3 0,-6 6 0,-6 0 0,4 8 0,-19 17 0,4 3 0,-2 5 0,-8 3 0,-1 4 0,-5 6 0,-1 4 0,-1 1 0,1 1 0,-1 5 0,1 0 0,7-7 0,4-10 0,12-5 0,5-7 0,4-3 0,2-15 0,15-3 0,-1-9 0,14-3 0,1-7 0,6-9 0,-1-2 0,-2 0 0,-1 4 0,-4 0 0,-2 2 0,-2-4 0,-6 17 0,0-7 0,0 7 0,-7-2 0,-4 14 0,-5 9 0,-8 2 0,-5 10 0,-3 5 0,-2 6 0,-6 2 0,0-2 0,2-1 0,8 4 0,1-1 0,3-3 0,-5-9 0,3-1 0,7-8 0,-4 4 0,8-8 0,0-8 0,2-1 0,4-8 0,3 0 0,9 0 0,1-6 0,4 1 0,-4-9 0,6 3 0,-1-4 0,-4-3 0,3 1 0,-4 0 0,-2 0 0,-8 0 0,7-1 0,-7 1 0</inkml:trace>
  <inkml:trace contextRef="#ctx0" brushRef="#br2" timeOffset="89">30477 2957 8912,'-10'0'0,"2"0"0,8 0 0,8 0 0,7 0 0,10 0 0,2 0 0,4 0 0,-5 0 0,3 0 0,2 0 0,-7 0 0,7 6 0,-8 2 0,-2 1 0,-4 5 0,-5 8 0,-5-2 0,-7 2 0,-2 3 0,-3-2 0,-5 6 0,-9-6 0,-2 0 0,-2 2 0,0-10 0,6 8 0,0-16 0,-1 5 0,1-1 0,8-11 0,3 0 0,4-7 0,2-26 0,0-3 0</inkml:trace>
  <inkml:trace contextRef="#ctx0" brushRef="#br2" timeOffset="90">30872 2768 8912,'-11'0'0,"-1"0"0,1 0 0,1 0 0,-3 2 0,7 4 0,1 3 0,5 8 0,0 1 0,0 5 0,0 1 0,0 3 0,0 2 0,0 5 0,5-1 0,1-5 0,5 5 0,-5-5 0,6 3 0,-7-2 0,9-4 0,-3-10 0,5-4 0,-5-3 0,1-8 0,-1-15 0,6-4 0</inkml:trace>
  <inkml:trace contextRef="#ctx0" brushRef="#br2" timeOffset="91">31113 2923 8912,'0'17'0,"0"0"0,6 0 0,0 1 0,-1-9 0,-5 6 0,0-3 0,2 3 0,4 2 0,-4 1 0,4-1 0,3 0 0,-7 0 0,4 0 0,-4-5 0,-2-1 0,-8 1 0,-1 5 0</inkml:trace>
  <inkml:trace contextRef="#ctx0" brushRef="#br2" timeOffset="92">31062 2837 8912,'0'-27'0,"0"2"0,0 8 0,0 0 0,0 0 0,0 0 0,2 7 0,3 4 0,7 4 0,3 2 0,2 0 0,0 0 0,1 0 0,7 0 0,1 0 0</inkml:trace>
  <inkml:trace contextRef="#ctx0" brushRef="#br2" timeOffset="93">31406 2699 8912,'0'18'0,"-2"-3"0,-4-4 0,4 5 0,-5-7 0,7 8 0,0 0 0,0 1 0,2-7 0,3 1 0,-1-3 0,8 3 0,-7-3 0,7-3 0,-1-4 0,6 4 0,1-5 0,-1-1 0,0 0 0,0-1 0,0-5 0,1 2 0,-1-7 0,-2-1 0,-3-5 0,1 5 0,-7 1 0,-2-2 0,3-3 0,-1-1 0,-2 0 0,-2 7 0,-2 1 0,0 3 0,0 4 0,0-4 0,0 12 0,0 6 0,5 3 0,1 4 0,0 2 0,2 2 0,-6 8 0,11-5 0,-7 7 0,-3-5 0,7 5 0,-8-6 0,4 5 0,-4-3 0,-4 1 0,-4-7 0,2 0 0,-7-4 0,-5 0 0,-5-1 0,2 3 0,-4-10 0,4-3 0,2-1 0,0-7 0,5-2 0,3-3 0,1-7 0,2-11 0,6-3 0,0-9 0</inkml:trace>
  <inkml:trace contextRef="#ctx0" brushRef="#br2" timeOffset="94">31802 2923 8912,'0'11'0,"0"1"0,0-7 0,0 7 0,0-6 0,0 5 0,0 1 0,0 5 0,0 0 0,0 0 0,0 0 0,0 1 0,0-1 0,0 0 0,0 0 0,0 0 0,0 1 0,7-9 0,-5-1 0,6-16 0,-8-1 0</inkml:trace>
  <inkml:trace contextRef="#ctx0" brushRef="#br2" timeOffset="95">31853 2527 8912,'-17'0'0,"7"0"0,-5 0 0,4 0 0,3-7 0,-7 5 0,13-6 0,-6 8 0,8 0 0,8 2 0,3 4 0,5-4 0,1 5 0,0-7 0</inkml:trace>
  <inkml:trace contextRef="#ctx0" brushRef="#br2" timeOffset="96">32249 2957 8912,'0'-11'0,"0"-1"0,0 8 0,0-3 0,0 7 0,0 0 0,6-2 0,0-4 0,7 4 0,-4-5 0,9 7 0,-1 0 0,0 0 0,0-6 0,1 0 0,-1 2 0,0 2 0,-6 2 0,1 0 0,-8 0 0,3 0 0,-9 2 0,-3 2 0,-7 4 0,-3 1 0,-8-3 0,0 6 0,-6-3 0,6 3 0,-1 1 0,3-5 0,-2-1 0,2 1 0,9 5 0,-3-11 0,13 6 0,-4-8 0,14 0 0,9 0 0,2-2 0,10-4 0,-8 2 0,2-7 0,2 7 0,-2-4 0,-2 1 0,5 5 0,-12-8 0,3 5 0,4-5 0,6-7 0</inkml:trace>
  <inkml:trace contextRef="#ctx0" brushRef="#br2" timeOffset="97">31939 3593 8912,'2'-17'0,"2"0"0,4 0 0,-1 0 0,1-1 0,0 1 0,-3 0 0,-3 6 0,6 1 0,0 2 0,-7 3 0,7 7 0,-8 3 0,-2-1 0,-4 8 0,5-1 0,-15 6 0,5 2 0,-4 2 0,-5 4 0,-3 2 0,-3 2 0,-3 5 0,0 0 0,3 1 0,-3-1 0,-2 2 0,8 3 0,2 1 0,2-8 0,2-1 0,2-8 0,3-2 0,6-2 0,5-10 0,2-1 0,7-8 0,9 0 0,1-2 0,4-4 0,-2 4 0,3-11 0,-1 5 0,0-1 0,-11 5 0,4-5 0,-3 3 0,-5 4 0,1 2 0,-8 11 0,-2 5 0,-4 1 0,-3 8 0,-8 3 0,-1 5 0,3-1 0,4-3 0,-5 3 0,13-13 0,-7 4 0,2-3 0,4-3 0,3 0 0,2-8 0,5-3 0,6-4 0,11-2 0,-2-2 0,7-4 0,-5-3 0,6-8 0,2 0 0,-1-1 0,1 1 0,-6-2 0,-6-4 0,9 4 0,-8-6 0</inkml:trace>
  <inkml:trace contextRef="#ctx0" brushRef="#br2" timeOffset="98">32163 3765 8912,'-10'0'0,"3"0"0,7 0 0,7 0 0,-3 0 0,8 0 0,-1 6 0,6 2 0,-1 1 0,-3 3 0,-1-3 0,-1 7 0,1-7 0,-3 8 0,-1 0 0,-3 8 0,-5-6 0,0 4 0,0-4 0,-7 4 0,-5 0 0,-1-2 0,1-2 0,-3-1 0,4-1 0,-5 0 0,-1-7 0,8-3 0,1-14 0,23-11 0,4-8 0</inkml:trace>
  <inkml:trace contextRef="#ctx0" brushRef="#br2" timeOffset="99">32404 3765 8912,'-17'0'0,"0"0"0,7 0 0,0 0 0,5 0 0,3 8 0,-6-4 0,8 7 0,0 1 0,2 5 0,2 0 0,2 0 0,7 0 0,-9 1 0,5-1 0,-1 0 0,5 0 0,-9 0 0,8 1 0,-7-3 0,5-2 0,0-3 0,-1-3 0,-5-1 0,11-6 0,-3 0 0,3 0 0,-4-7 0,1-5 0,-3-3 0,3-2 0,3 5 0,-5 1 0,-1-3 0,7 7 0,-5 1 0,-3 4 0,7 2 0,-13 0 0,6 2 0,-8 4 0,0 5 0,-8-3 0,4 7 0,-5-3 0,1 3 0,0-4 0,3 1 0,3-7 0,-4 7 0,4-6 0,2 5 0,0-7 0,-8 4 0,6-16 0,-5-2 0</inkml:trace>
  <inkml:trace contextRef="#ctx0" brushRef="#br2" timeOffset="100">32593 3662 8912,'12'-11'0,"-1"-1"0,-7 8 0,6-3 0,-5 7 0,5-8 0,7-1 0,0-9 0</inkml:trace>
  <inkml:trace contextRef="#ctx0" brushRef="#br2" timeOffset="101">33023 3748 8912,'-11'0'0,"0"0"0,-3 0 0,-1 0 0,-2 0 0,1 2 0,5 4 0,-3 3 0,9 8 0,-1 1 0,6-1 0,2-8 0,4-3 0,3-4 0,8-2 0,1 0 0,-9-8 0,1 7 0,-6-7 0,1 0 0,1 6 0,-6-5 0,0-1 0,0 6 0,0-6 0,0 8 0,2 0 0,4 0 0,-4 0 0,7 0 0,-3 0 0,3-7 0,9-3 0</inkml:trace>
  <inkml:trace contextRef="#ctx0" brushRef="#br2" timeOffset="102">33436 3353 8912,'0'-12'0,"0"1"0,0-3 0,0 7 0,-1-7 0,-5 9 0,2-1 0,-7 6 0,7 8 0,-12 7 0,5 8 0,-4 2 0,-5-3 0,-1 7 0,-1 4 0,0 1 0,3-7 0,2 5 0,0-5 0,0 0 0,7-2 0,-3-8 0,5 0 0,-1 0 0,5 0 0,-4 1 0,8-9 0,8-1 0,3-8 0,5 0 0,1-2 0,0-2 0,0-2 0,-5 1 0,-1 5 0,1-8 0,5 6 0,-8-6 0,-1 16 0,-8 3 0,-2 5 0,-4 1 0,-5 0 0,-4 8 0,-1 2 0,3 5 0,1-3 0,3 3 0,-5-5 0,5 2 0,1-1 0,3-7 0,5 4 0,0-8 0,0-7 0,1-2 0,5-8 0,6 0 0,3-6 0,2 0 0,0-13 0,1 2 0,-1-6 0,0 0 0,0-4 0,0-7 0</inkml:trace>
  <inkml:trace contextRef="#ctx0" brushRef="#br2" timeOffset="103">33419 3559 8912,'-9'8'0,"1"1"0,10 8 0,4 1 0,-4-1 0,3 0 0,5 0 0,1 0 0,-1-5 0,1-1 0,-5-7 0,6 4 0,1-1 0,-3-5 0,1 4 0,-5-6 0,5-4 0,1-3 0,-3-3 0,7-1 0,-13-5 0,7 3 0,-2 1 0,5 1 0,-11-1 0,6 3 0,-1 1 0,-5 3 0,8 5 0,-5 0 0,-3 0 0,6 9 0,-8 6 0,0 6 0,0 4 0,0-2 0,0 6 0,0 3 0,0 3 0,-2-3 0,-4-1 0,-5-3 0,-4-1 0,-3 2 0,-1-4 0,-4-8 0,4 0 0,-11 0 0,7-2 0,2-3 0,1-4 0,3-8 0,0 0 0,0-16 0,7 3 0,5-16 0,3 1 0,17-14 0,4-2 0</inkml:trace>
  <inkml:trace contextRef="#ctx0" brushRef="#br2" timeOffset="104">33712 3731 8912,'-10'8'0,"3"-7"0,-1 15 0,0-7 0,-3 8 0,3-7 0,2 5 0,1-3 0,-1-3 0,6 3 0,0-1 0,0 6 0,0-5 0,2-3 0,2 1 0,1 0 0,1-7 0,-4 11 0,4-9 0,3 1 0,1-6 0,5-7 0,-5-3 0</inkml:trace>
  <inkml:trace contextRef="#ctx0" brushRef="#br2" timeOffset="105">33660 3490 8912,'-17'0'0,"5"-6"0,1 1 0,5-7 0,-5 7 0,7-1 0,-4 6 0,16 0 0,2 0 0</inkml:trace>
  <inkml:trace contextRef="#ctx0" brushRef="#br2" timeOffset="106">29134 4934 8912,'12'0'0,"-3"-1"0,1-3 0,-1-2 0,-5 0 0,4-1 0,-8 5 0,0-6 0,-8 8 0,6 0 0,-5 0 0,7 0 0,0 0 0,0-8 0,0 6 0,-2-5 0,-4 7 0,4 0 0,-6 0 0,3 2 0,-3 3 0,-1 7 0,-9 3 0,-5 2 0,-5 8 0,5 4 0,-10 5 0,1 6 0,-6 6 0,-3 4 0,7 2 0,0-1 0,-1-7 0,8 4 0,6-8 0,8-2 0,5-9 0,8-6 0,8-12 0,3-5 0,12-12 0,2-5 0,6-10 0,-3-2 0,1-6 0,6 6 0,-1-2 0,0 2 0,1 2 0,-3-5 0,-3 3 0,-6 7 0,-4 1 0,-2 9 0,-7 1 0,-1 9 0,-14 7 0,-9 16 0,-22 17 0,-2 9 0,-2 4 0,-6-3 0,6 3 0,1 3 0,9-5 0,3-4 0,2-3 0,4-10 0,10 3 0,3-13 0,8-3 0,0-15 0,9-3 0,9-7 0,7-7 0,9-5 0,0-9 0,1-2 0,1-2 0,4 2 0,-3 4 0,3-4 0,-4 4 0,-9-6 0,-2-1 0</inkml:trace>
  <inkml:trace contextRef="#ctx0" brushRef="#br2" timeOffset="107">29306 5158 8912,'18'0'0,"-1"0"0,0 0 0,-2-2 0,-1-4 0,-3-5 0,1 1 0,5-1 0,2-1 0,4-5 0,-4 6 0,4 1 0,-4 3 0,-2 1 0,0 6 0,1 0 0,-3 9 0,-4 7 0,-5 7 0,-4 3 0,-2 3 0,0 5 0,0 1 0,-2 1 0,-4 4 0,-3-4 0,-8 5 0,-1-5 0,1-9 0,0 3 0,0-9 0,0-6 0,-1 1 0,1-11 0,0-6 0,0-9 0</inkml:trace>
  <inkml:trace contextRef="#ctx0" brushRef="#br2" timeOffset="108">29685 4986 8912,'10'-8'0,"-3"5"0,-7-9 0,0 8 0,0-3 0,0 7 0,0 9 0,0 6 0,-2 8 0,-3 4 0,3 2 0,-6 5 0,8 2 0,0 5 0,-6-5 0,0 4 0,3-2 0,1 2 0,2-5 0,0-1 0,7 0 0,-5-20 0,4 3 0,4-11 0,-1 1 0</inkml:trace>
  <inkml:trace contextRef="#ctx0" brushRef="#br2" timeOffset="109">30201 5227 8912,'0'17'0,"0"0"0,0 8 0,0 4 0,8 3 0,-4 8 0,7 0 0,-5 6 0,5-6 0,-1 0 0,3-5 0,-1-1 0,-3-1 0,3-5 0,-5-11 0,-7-9 0</inkml:trace>
  <inkml:trace contextRef="#ctx0" brushRef="#br2" timeOffset="110">29616 2665 8912,'0'-12'0,"-2"1"0,-4-2 0,-5-1 0,-4 1 0,-3 1 0,1 9 0,0-3 0,-8 4 0,-3 2 0,-7 4 0,-5 7 0,-4 1 0,-8 20 0,-1-3 0,-5 3 0,-1 5 0,-6 1 0,4 2 0,2-2 0,1 6 0,9-6 0,3 6 0,6-2 0,3 0 0,3-4 0,-1 5 0,1 0 0,0 3 0,-1 0 0,1 0 0,-1 2 0,3 1 0,3 3 0,-1-2 0,7-4 0,0 1 0,5-5 0,1 2 0,0 4 0,0 2 0,7 7 0,3 2 0,-1 2 0,4 12 0,-7 13 0,5 0-323,-6 6 0,7 3 323,-1-47 0,0 2 0,4 4 0,0 2 0,-1 2 0,1 1 0,0-1 0,2 0 0,-1-3 0,2-3 0,6 38 0,5-15 0,3-20 0,16-7 0,3-20-15,3-5 15,7-4 0,0-3 0,7-5 0,7-3 0,-1-8 0,-2-2 0,-1-4 0,-3-5 0,1-5 0,4-3 0,-7-2 0,-10-2 0,-1-1 0,-11 1 0,-3-6 0,1-3 0</inkml:trace>
  <inkml:trace contextRef="#ctx0" brushRef="#br2" timeOffset="111">26312 6258 8912,'-2'12'0,"-2"-1"0,-1 3 0,1-1 0,10-2 0,7-3 0,8 0 0,-2-6 0,15 5 0,-1-7 0,9 0 0,8 0 0,7-2 0,20-3 0,9-9 0,-39 4 0,1-1 0,4 1 0,-1-1 0,2-2 0,0-1 0,-2 2 0,1 0 0,-2 0 0,-1 1 0,35-5 0,-1 5 0,-3 5 0,0 4 0,-1 4 0,-5 4 0,-3 5 0,-2 5 0,0-1 0,0-2 0,-1-1-138,1-8 0,6 9 138,-1-7 0,10 5 0,2-5 0,-7 2 0,1-3 0,-7-3 0,-4 4 0,0-4 0,7 6 0,4 3 0,4 4 0,1 2 0,-3 1 0,-2-1 0,8-8 0,-6 5 0,4-8 0,-2 7-233,8-2 1,-42-6-1,2 0 233,2 1 0,1-1 0,-1 1 0,-1 0 0,-4 2 0,-1 1 0,46 2 0,-8 1 0,4-8 0,-42-1 0,1-1 0,49 0 0,-45-1 0,1-2 0,-4 1 0,-1-2-190,43-3 1,-4 3 189,-2-4 0,-8 4 0,-5 2 0,-8 0 0,-7 2 0,-13 4 0,-3 3 0,-22 9 246,-9-1-246,-7 0 0,-12-2 0,-3-3 687,-5-7-687,-8-3 0,-3-17 0,-8-4 0</inkml:trace>
  <inkml:trace contextRef="#ctx0" brushRef="#br2" timeOffset="112">30029 4883 8912,'-11'0'0,"-1"0"0,-1 0 0,5 2 0,2 3 0,5-3 0,2 6 0,5-8 0,4-8 0,-1 5 0,-3-9 0,-4 1 0,-2 1 0,-2 2 0,-4 8 0,4 8 0,-3 4 0,3 3 0,2 2 0,7 0 0,3 0 0</inkml:trace>
  <inkml:trace contextRef="#ctx0" brushRef="#br2" timeOffset="113">30717 4900 8912,'10'-2'0,"-4"-4"0,-4 4 0,0-11 0,3 7 0,-3-7 0,6 3 0,-8-7 0,2 6 0,4-1 0,-5 9 0,7-13 0,-8 14 0,0-5 0,0 7 0,-8 9 0,-5 8 0,-8 10 0,-6 6 0,-7 1 0,-1 2 0,3 3 0,3 1 0,-3 6 0,3-6 0,4 0 0,2-6 0,10-1 0,3-5 0,3-5 0,1-4 0,8-7 0,4-3 0,5-1 0,6-2 0,6-6 0,6 0 0,5-8 0,5-2 0,1 1 0,0-6 0,-6 3 0,5 3 0,-5-3 0,-3 8 0,-14-1 0,-8 3 0,-1 11 0,-8 8 0,-2 8 0,-6 10 0,-9-1 0,-6 2 0,-5 4 0,-5 3 0,4 2 0,-3-3 0,-3 0 0,9-5 0,-5 3 0,8-12 0,2-5 0,10-3 0,3-9 0,8 0 0,0-7 0,2 4 0,4-8 0,3-8 0,10 4 0,4-7 0,6-2 0,3 1 0,3-3 0,-1-4 0,1 0 0,-1-2 0,1-2 0,-1-4 0,0-7 0</inkml:trace>
  <inkml:trace contextRef="#ctx0" brushRef="#br2" timeOffset="114">30855 5124 8912,'6'-27'0,"0"4"0,7 4 0,-2 2 0,5-1 0,1 1 0,0 0 0,6 7 0,0 5 0,0 3 0,-4 2 0,4 0 0,-11 7 0,9 3 0,-16 7 0,1 6 0,-6 0 0,0 8 0,0-3 0,0 5 0,-8-5 0,-3 1 0,-4 0 0,-3 5 0,1-7 0,0 3 0,2-7 0,3-2 0,-3-2 0,3-1 0,-1-1 0,2 0 0,-5-7 0,14-3 0,-5-7 0,7-7 0,0-3 0</inkml:trace>
  <inkml:trace contextRef="#ctx0" brushRef="#br2" timeOffset="115">31062 5020 8912,'9'0'0,"-1"0"0,-8 0 0,0 0 0,0 8 0,0-6 0,0 13 0,0-1 0,0 7 0,0 0 0,0 7 0,0 3 0,0 1 0,0 3 0,0-7 0,0 1 0,0 2 0,6-1 0,-1-1 0,1-4 0,2-16 0,1 6 0,8-5 0</inkml:trace>
  <inkml:trace contextRef="#ctx0" brushRef="#br2" timeOffset="116">31285 5261 8912,'-9'0'0,"-6"0"0,13 2 0,-4 4 0,-2 3 0,2 8 0,1 1 0,5-1 0,0 0 0,0 0 0,0 0 0,0 1 0,0-7 0,0 1 0,0 1 0,0 2 0,0-5 0,2-3 0,3-7 0,-3 0 0,6-1 0,-8-5 0,0-10 0,0-6 0,0-7 0,0 4 0,0-2 0,0-1 0,-2-5 0,-2 3 0,-2 1 0,-7 0 0,9-3 0,-5 1 0,1 3 0,2 7 0,6-2 0,0-4 0,0 14 0,0-5 0,8 7 0,3-1 0,5 7 0,1 3 0,6-4 0,0 0 0,2 1 0,-2 5 0,-4 0 0,13 0 0,-5 0 0</inkml:trace>
  <inkml:trace contextRef="#ctx0" brushRef="#br2" timeOffset="117">31423 5072 8912,'-10'0'0,"3"8"0,7-6 0,0 7 0,0-3 0,0-4 0,6 7 0,-1-3 0,9-4 0,-5 11 0,8-7 0,1-2 0,-1-2 0,0 3 0,0 1 0,0-2 0,1-2 0,-1-2 0,0 0 0,-5-6 0,-1 0 0,1 1 0,-3-3 0,-1 6 0,-3-4 0,1 12 0,0 4 0,-6 7 0,0 2 0,0 2 0,0 2 0,0 8 0,0-3 0,0 5 0,-8 1 0,4-1 0,-7-5 0,5 5 0,-5-5 0,5-3 0,-5 0 0,-3 0 0,-1-6 0,-2 2 0,-1-6 0,1-3 0,8-8 0,-7 3 0,15-14 0,-7-5 0,8-11 0,8-4 0,1-7 0</inkml:trace>
  <inkml:trace contextRef="#ctx0" brushRef="#br2" timeOffset="118">31664 5313 8912,'0'9'0,"0"7"0,2-7 0,4 8 0,-4 0 0,3 1 0,-3-1 0,-2 0 0,0 0 0,2-5 0,2-1 0,2 3 0,-1 1 0,-5 2 0,0 0 0,0 0 0</inkml:trace>
  <inkml:trace contextRef="#ctx0" brushRef="#br2" timeOffset="119">31630 4917 8912,'17'-9'0,"-6"-5"0,1 9 0,-1-9 0,6 5 0</inkml:trace>
  <inkml:trace contextRef="#ctx0" brushRef="#br2" timeOffset="120">31905 5399 8912,'-10'-2'0,"3"-2"0,-1-2 0,6 0 0,-7 6 0,3 0 0,6 0 0,0 0 0,7 0 0,11 0 0,-1 0 0,0 0 0,0 0 0,6 0 0,0 0 0,0 0 0,2 0 0,-4 0 0,6 0 0,-2 0 0,-2 0 0,-6-5 0,0-1 0,0-7 0,0 3 0</inkml:trace>
  <inkml:trace contextRef="#ctx0" brushRef="#br2" timeOffset="121">31974 5175 8912,'0'12'0,"0"-1"0,0 1 0,0 5 0,2 0 0,3 0 0,-3 8 0,12 7 0,-9 10 0,1 2 0,2 4 0,-6-4 0,3 2 0,3-8 0,-2 2 0,1-3 0,-1-5 0,6-3 0,-5-12 0,9-9 0,-7-8 0</inkml:trace>
  <inkml:trace contextRef="#ctx0" brushRef="#br2" timeOffset="122">32524 4866 8912,'0'-18'0,"0"1"0,0 0 0,0 8 0,0-7 0,-2 22 0,-3 0 0,-7 7 0,-9 10 0,-2 2 0,2 2 0,2 3 0,-6 3 0,6 1 0,-4-2 0,4-3 0,10 4 0,-5-14 0,7 4 0,-3-4 0,6 4 0,-2 0 0,4-8 0,10-2 0,4-7 0,3-2 0,2-2 0,0-2 0,1 0 0,-1-2 0,0-4 0,0 4 0,0-4 0,1 6 0,-3 6 0,-4 6 0,-3-5 0,-8 9 0,0-5 0,-2 10 0,-4 2 0,3 6 0,-9-5 0,-1 3 0,-3-4 0,-1 6 0,0-8 0,5 4 0,3-8 0,-1 0 0,1 0 0,5 0 0,-4-7 0,8-2 0,8-8 0,3-2 0,5-4 0,1 2 0,0-7 0,4-1 0,-4-5 0,12 7 0,-17-12 0,12 2 0</inkml:trace>
  <inkml:trace contextRef="#ctx0" brushRef="#br2" timeOffset="123">32559 5072 8912,'-10'0'0,"3"0"0,7 8 0,2 1 0,3 8 0,5 1 0,7-1 0,0 0 0,0 0 0,1-7 0,-1 5 0,0-4 0,0 5 0,8-7 0,-10-1 0,6-8 0,0 0 0,1 0 0,-5-2 0,0-4 0,-7-3 0,3-14 0,-7 0 0,-3 2 0,-1 2 0,4-4 0,0 0 0,-2 2 0,-2 2 0,-2 2 0,0-1 0,0 9 0,0 9 0,0 9 0,0 9 0,0-1 0,7 8 0,-5-4 0,4 7 0,-4-1 0,-2 2 0,0 3 0,0-5 0,0 0 0,-2 3 0,-4-5 0,-5 0 0,-5 0 0,-1-2 0,-2 0 0,-2-2 0,-2-6 0,0 2 0,8-13 0,1 5 0,3-1 0,7-2 0,-4-6 0,8-15 0,0-5 0</inkml:trace>
  <inkml:trace contextRef="#ctx0" brushRef="#br2" timeOffset="124">33041 5278 8912,'0'10'0,"0"5"0,0-5 0,0 7 0,0 0 0,7-7 0,-3 5 0,6-4 0,-3 5 0,-3 1 0,-2 0 0,-2 0 0,0 0 0,8-7 0,-6-2 0,13-1 0,-6 3 0</inkml:trace>
  <inkml:trace contextRef="#ctx0" brushRef="#br2" timeOffset="125">33041 5072 8912,'-8'-17'0,"6"0"0,-4-1 0,4 9 0,2-1 0,0 5 0,8 3 0,4-4 0,3 6 0,2 6 0,0-4 0,-5 11 0,-1-7 0,1 7 0,5-3 0</inkml:trace>
  <inkml:trace contextRef="#ctx0" brushRef="#br2" timeOffset="126">32662 5897 8912,'10'-2'0,"-3"-1"0,-1-5 0,0-2 0,5 5 0,-5-7 0,2 6 0,-3-5 0,-3 5 0,4-5 0,-2-1 0,2-5 0,-5 8 0,15-7 0,-14 7 0,5-1 0,-7 3 0,0 8 0,0 5 0,-7 4 0,-5 7 0,-3 0 0,-8 0 0,0 0 0,-6 8 0,4 2 0,-1 2 0,-5-1 0,-1 3 0,-3 1 0,3 3 0,1-1 0,2 1 0,8-9 0,-3 5 0,8-8 0,5-2 0,3-8 0,8-1 0,0-9 0,10 5 0,5-8 0,6 0 0,8 0 0,-6 0 0,5-6 0,-5 1 0,8-1 0,-12 6 0,4 0 0,-4 0 0,-8 0 0,-1 2 0,-2 4 0,-4 5 0,-3 4 0,-2 2 0,-5 1 0,-6-1 0,-3 0 0,-2 6 0,0 0 0,-1-2 0,1-2 0,2-7 0,2-1 0,1 2 0,6-5 0,-5-2 0,7-4 0,4-2 0,11 0 0,12 0 0,-2-8 0,8-2 0,2 1 0,-5-6 0,3 3 0,0-11 0,5-4 0</inkml:trace>
  <inkml:trace contextRef="#ctx0" brushRef="#br2" timeOffset="127">32765 6138 8912,'0'-12'0,"0"1"0,6 0 0,4-7 0,5 1 0,-2 0 0,14 6 0,-4-1 0,2 8 0,5-1 0,-1 3 0,-6 2 0,4 2 0,-4 3 0,-8 7 0,2 3 0,-13 8 0,6 2 0,-3 1 0,-9 3 0,-7 0 0,-8-1 0,-1-5 0,1 4 0,0-2 0,0-2 0,0-6 0,-1 0 0,-6 0 0,6-5 0,1-1 0,8-7 0,9 2 0,0-12 0,0-5 0,9-6 0,8-6 0,8-4 0,10-8 0</inkml:trace>
  <inkml:trace contextRef="#ctx0" brushRef="#br2" timeOffset="128">33075 6035 8912,'-11'0'0,"-1"0"0,6 2 0,-5 3 0,7-1 0,-2 8 0,-1-1 0,1 6 0,0 1 0,6-1 0,0 0 0,2 2 0,4 4 0,3-4 0,5 8 0,1-6 0,4 2 0,2 0 0,-4-6 0,1-2 0,-1-3 0,0 3 0,0-11 0,1 7 0,-7-7 0,0 2 0,1-4 0,3-10 0,-3-3 0,1-5 0,-7-1 0,-2 0 0,-1 2 0,3 3 0,-4-3 0,4 3 0,-4 5 0,-2-9 0,-6 13 0,0-9 0,1 8 0,-3-3 0,6 7 0,-6 7 0,8 3 0,0 7 0,0 0 0,0 0 0,0 1 0,0-9 0,0 7 0,0-15 0,0 7 0</inkml:trace>
  <inkml:trace contextRef="#ctx0" brushRef="#br2" timeOffset="129">33178 5949 8912,'0'-10'0,"0"3"0,8-1 0,2 4 0,7-7 0,0-1 0,0-5 0</inkml:trace>
  <inkml:trace contextRef="#ctx0" brushRef="#br2" timeOffset="130">33368 5691 8912,'0'-10'0,"0"3"0,0 7 0,2 0 0,3 0 0,7 0 0,-3 5 0,3 1 0,-1 2 0,6-2 0,1 5 0,-1-3 0,-6 7 0,1-4 0,-8-1 0,1 1 0,-3 3 0,-2-5 0,0 3 0,0-1 0,0 6 0,0-7 0,0 5 0,2-5 0,2 1 0,2 1 0,7-8 0,-1 1 0,3-3 0,2-2 0,0 0 0,1 0 0,6 0 0,3-15 0,8-4 0</inkml:trace>
  <inkml:trace contextRef="#ctx0" brushRef="#br2" timeOffset="131">33161 2493 8912,'0'-17'0,"2"2"0,4 1 0,7 5 0,8-1 0,8 1 0,3-5 0,10 6 0,4 3 0,4 3 0,2 2 0,-1 7 0,1 5 0,-2 9 0,-6 4 0,-8 3 0,-5 9 0,-12-1 0,0 12 0,-8 3 0,-3 5 0,-2 9 0,-6 4 0,-2 11 0,-4 10 0,1-41 0,0 1 0,0 4 0,1 1 0,0 5 0,0 0 0,1-4 0,0 1 0,0 3 0,1 0 0,0 0 0,0 1 0,1-2 0,0 0-635,1-1 1,0-1 634,0-2 0,0 0 0,1 0 0,0-1 0,1 1 0,2-1 0,1 0 0,1-1 0,1-1 0,1-1-140,1-2 1,0 0-1,8 44 140,0-7 0,-7 0 0,3 4 0,-7-4 0,-2-8 0,-3 3 0,1 1 0,2 8 0,-1-42 0,0 1 0,2 29 0</inkml:trace>
  <inkml:trace contextRef="#ctx0" brushRef="#br2" timeOffset="132">33866 5719 7224,'-7'75'0,"-4"15"0,3-41 0,0-1 0,-9 36 0,0 8 0,0-8 0,-1-6 0,3-3 0,4-4 0,-5-10 0,9-2 0,-5-7 0,-3-1 0,2 1 0,-8-1 0,-1-1 0,-8-4 0,-6-6 0,-8-4 0,-14-1 0,-1 3 0,-6-2 0,2-5 0,-2-5 0,-2-5 0,-10-1 0,-7-3 0,-9-2-1157,-3-4 1157,6 5 0,41-14 0,1 0 0,-40 9 0,4 2 0,19-3 0,7 1 0,7-3 0,14 5 0,10 1 0,10-3 0</inkml:trace>
  <inkml:trace contextRef="#ctx0" brushRef="#br2" timeOffset="133">8426 14983 8912,'-1'-7'0,"-3"0"0,-1 1 0,-2 0 0,1 3 0,-2 2 0,4 2 0,0 2 0,2-2 0,0 4 0,-1-1 0,-1-3 0,4 4 0,0-5 0,0 4 0,0-3 0,0 4 0,0-5 0,5 0 0,0-5 0,2 1 0,-1-3 0,1-2 0,3 3 0,0-3 0,-5-1 0,4 3 0,-2 1 0,2-2 0,-3-1 0,1-1 0,1 0 0,5 1 0,-2-2 0,2-3 0,-2 3 0,-1-2 0,3-1 0,2-1 0,0 0 0,3-3 0,-4 4 0,5-5 0,-3 4 0,3-1 0,1-2 0,0 7 0,0-2 0,-1 1 0,1-2 0,-3 3 0,-1-2 0,2 2 0,1 1 0,1-1 0,-1-1 0,1-1 0,0-5 0,0 6 0,0-4 0,0 2 0,0-3 0,-4 6 0,1-3 0,0 3 0,-2 1 0,3 0 0,-2 1 0,-1-1 0,0 3 0,-5 1 0,-1 2 0,-3 1 0,3-1 0,-3 1 0,-1-5 0,4 6 0,-3-4 0,-1 2 0,-2-2 0,2 4 0,0-7 0,3 3 0,-2 1 0,-4 0 0,3 1 0,-5 3 0,0-4 0,0 5 0,0 5 0,0 1 0,0 3 0,0 1 0,0 0 0</inkml:trace>
  <inkml:trace contextRef="#ctx0" brushRef="#br2" timeOffset="134">9101 14130 8912,'-10'0'0,"0"0"0,0 0 0,0 0 0,3 0 0,1 0 0,4 0 0,-3 0 0,13 0 0,2 0 0,2 0 0,-2 0 0,0 0 0,0 0 0,1 0 0,1 0 0,1 0 0,5 0 0,-7 0 0,3 0 0,0 0 0,-3 0 0,7 1 0,-5 2 0,-1 4 0,0 3 0,-3 3 0,1 5 0,0 4 0,-4 7 0,-2 8 0,-5 7 0,-2 5 0,-7 5 0,-1 0 0,-3-4-144,-1-6 1,4-4 143,-2-4 0,2 3 0,4-13 0,1 1 0,3-4 0,0-1 0,2 1 0,1 3 0,0-3 0,0 1 0</inkml:trace>
  <inkml:trace contextRef="#ctx0" brushRef="#br2" timeOffset="135">17100 14149 8912,'-6'5'0,"2"-4"0,0 3 0,-2 1 0,-3-3 0,2 3 0,0 0 0,4 1 0,-4-2 0,0 4 0,-2 2 0,-1 6 0,-5 4 0,-2 5 0,-7 8 0,-5 9 0,11-19 0,0 1 0,-1 3 0,-1 0 0,-2 1 0,1 0 0,0 2 0,1-1 0,-3 0 0,1 0 0,3-2 0,1 0 0,-9 19 0,7-9 0,7-9 0,6-8 0,3-8 0,4-8 0,0-10 0,0-9 0</inkml:trace>
  <inkml:trace contextRef="#ctx0" brushRef="#br2" timeOffset="136">16683 13019 8912,'0'-16'0,"0"3"0,0 2 0,-1 2 0,-2 3 0,1 1 0,-5 6 0,-2 3 0,-3 3 0,-5 6 0,-1 3 0,-2 7 0,0 4 0,-4 2 0,-3 3 0,-1 3 0,-2-1 0,0 0 0,-4 0 0,-4-1 0,-4 3 0,3-1 0,-1-2 0,5 1 0,5-1 0,1-1 0,3-1 0,6-3 0,7-2 0,3-5 0,3-5 0,4-2 0,2 0 0,1-8 0,0 1 0,4-5 0,2 2 0,0 1 0,1 1 0,1 3 0,1 1 0,-4-4 0,4 3 0,-4-4 0</inkml:trace>
  <inkml:trace contextRef="#ctx0" brushRef="#br2" timeOffset="137">19247 14339 8912,'-3'9'0</inkml:trace>
  <inkml:trace contextRef="#ctx0" brushRef="#br2" timeOffset="138">18996 14625 8912,'-6'0'0,"2"-4"0,8 3 0,2-5 0,3 3 0,6 1 0,1-5 0,6-1 0,3-4 0,0-1 0,2 0 0,2 0 0,1-1 0,0 1 0,0-1 0,-2 4 0,-1 0 0,-4 4 0,-7 6 0,-6 0 0,-10 5 0,-5 0 0</inkml:trace>
  <inkml:trace contextRef="#ctx0" brushRef="#br2" timeOffset="139">19075 14814 8912,'-10'0'0,"3"-4"0,1 1 0,2 0 0,-2 3 0,4 4 0,-3 2 0,5 5 0,0 2 0,0-2 0,0 2 0,0-2 0,0 0 0,0 1 0,0 1 0,0 1 0,0-4 0,5-5 0,-4 4 0,2-3 0,-2 3 0,0-3 0,3-3 0,-3 3 0,3-10 0,-4 3 0,0-9 0,1-1 0,3-2 0,-2-2 0,3-4 0,0 2 0,2-1 0,-1 1 0,0-1 0,1 2 0,0-3 0,-1 8 0,1-2 0,-4 5 0,4 3 0,1 0 0,-3 3 0,2 4 0,0 2 0,1 7 0,0 0 0,-1 3 0,-1 3 0,4 2 0,0 1 0,0 0 0,0 0 0,-4 3 0,0 1 0,-2 2 0,4 0 0,-2 4 0</inkml:trace>
  <inkml:trace contextRef="#ctx0" brushRef="#br2" timeOffset="140">20358 12792 8912,'0'-12'0,"0"1"0,0-1 0,0 1 0,0-1 0,0-1 0,0 3 0,2 1 0,4 1 0,-3-3 0,9 5 0,-8-7 0,5 11 0,-5-6 0,2 1 0,-1 5 0,-5-4 0,0 12 0,0-4 0,-5 13 0,-1-2 0,2 8 0,-5-2 0,5 8 0,-8-4 0,9-4 0,-3 4 0,2 2 0,-2-2 0,4 0 0,-3-6 0,3 0 0,2 0 0,0 0 0,0 1 0,0-1 0,0 0 0,-8 0 0,6-7 0,-6-3 0</inkml:trace>
  <inkml:trace contextRef="#ctx0" brushRef="#br2" timeOffset="141">20186 13067 8912,'0'11'0,"0"1"0,7-1 0,3-1 0,7-5 0,2-3 0,4-2 0,2 0 0,6 0 0,-3-2 0,3-3 0,0 1 0,-3-8 0,-3 9 0,0-20 0,2 4 0</inkml:trace>
  <inkml:trace contextRef="#ctx0" brushRef="#br2" timeOffset="142">20409 13239 8912,'-11'11'0,"1"1"0,3 1 0,-1 2 0,2 2 0,5 1 0,-5-1 0,4 0 0,2 0 0,0 0 0,-2-1 0,-4-5 0,4 4 0,-3-3 0,3-4 0,2-1 0,7-14 0,-3 3 0,6-8 0,-3-1 0,7-2 0,-5-3 0,7 1 0,-5 0 0,4 6 0,-3-1 0,3-1 0,2 5 0,1 0 0,-1 8 0,0 0 0,-6 2 0,-1 4 0,-2 6 0,5 3 0,-11 4 0,4 2 0,-4 2 0,-1 6 0,3-6 0,2-2 0,7-2 0,-3-2 0</inkml:trace>
  <inkml:trace contextRef="#ctx0" brushRef="#br2" timeOffset="143">20822 12379 8912,'0'-17'0,"-1"0"0,-5-1 0,4 1 0,-4 0 0,-1 6 0,-1 1 0,-2 2 0,7 1 0,-5 3 0,0-2 0,-3 2 0,1 3 0,-1-1 0,-3-4 0,-1 4 0,-2-4 0,0 4 0,-3 2 0,-2 0 0,2 2 0,-3 2 0,4 2 0,2 1 0,0-3 0,0 4 0,0 1 0,-1-5 0,1 10 0,0-7 0,0 3 0,-1 1 0,1 5 0,0-5 0,0 4 0,0-3 0,-1 3 0,1 2 0,0 0 0,2 1 0,3-1 0,-1-6 0,7 1 0,-7-1 0,11 6 0,-6 1 0,1-1 0,5 0 0,-12 2 0,9 4 0,-7-4 0,4 6 0,-1-2 0,-3 2 0,3 1 0,-7-5 0,13 10 0,-9-8 0,6 2 0,-5-2 0,7-4 0,-2 6 0,5-1 0,-5-4 0,0 3 0,2-4 0,2-2 0,2 8 0,0-6 0,0 6 0,0-1 0,0-3 0,0 8 0,0-2 0,0 1 0,0 5 0,0-6 0,0 1 0,0 1 0,0-8 0,2 10 0,4-8 0,-4-1 0,4-4 0,1-1 0,-1 0 0,5-6 0,-3 1 0,0 1 0,1 3 0,1 1 0,-6 0 0,9-6 0,-7 1 0,5-1 0,-5 7 0,7-1 0,-1 0 0,-3-6 0,3 1 0,1-1 0,3 1 0,1-1 0,0-7 0,0 9 0,2-5 0,4 2 0,-4-7 0,12 11 0,-8-8 0,6 1 0,-6-1 0,0 4 0,-1 1 0,1 0 0,8-7 0,-12 10 0,4-9 0,-4-1 0,-2 6 0,6-6 0,0 7 0,2-7 0,-4 2 0,2-5 0,6 1 0,-4 2 0,1 2 0,3 0 0,6-6 0,-1 0 0,2 0 0,4 0 0,-3 0 0,11-6 0,-8 0 0,-2 2 0,-2-3 0,-1 1 0,-9-7 0,5 11 0,-8-6 0,-2 0 0,-2 7 0,-7-13 0,-1 7 0,3-3 0,-7 4 0,-1-5 0,2 5 0,-3-5 0,7 5 0,-5-6 0,3-1 0,-6-2 0,11-2 0,-3-1 0,-3-1 0,3-2 0,1-4 0,2 1 0,2-1 0,1-6 0,-3 10 0,-4-7 0,3 6 0,-8 0 0,5 2 0,-5 3 0,-2 0 0,-2 0 0,-2 0 0,0-1 0,0 1 0,0 0 0,0-6 0,0-2 0,0-1 0,0-3 0,0 0 0,0 1 0,0-3 0,0-1 0,0-3 0,0 3 0,0 3 0,0-3 0,-6 7 0,0-6 0,2 3 0,-5-1 0,5-4 0,-6 3 0,3 1 0,-7 8 0,10-11 0,-5 3 0,-1-3 0,1-3 0,-3 3 0,-5 3 0,6-5 0,-1-1 0,3 7 0,-3-7 0,-3 5 0,3-5 0,-3 7 0,-2-1 0,2 8 0,1-2 0,3 4 0,-7 2 0,-6 0 0,-3-1 0,4 3 0,-6 4 0,1-3 0,-7 9 0,-1-7 0,-4 4 0,-6-1 0,4 5 0,-6-6 0,8 5 0,-2 3 0,5-4 0,3 4 0,7 2 0,6 0 0,12 0 0,-7 0 0,14 0 0,-3 0 0,10 0 0,-3 0 0,14 6 0,-7 2 0,1 1 0,13-5 0,-4 4 0</inkml:trace>
  <inkml:trace contextRef="#ctx0" brushRef="#br2" timeOffset="144">21545 11880 8912,'0'-17'0,"0"8"0,0 1 0,6 16 0,2 3 0,1 4 0,3 3 0,5-1 0,0 0 0,0 0 0,2 0 0,4 1 0,-2-7 0,8 1 0,-8-3 0,2 3 0,-2-7 0,2-3 0,-4-2 0,6 0 0,-8 0 0,0 0 0,-7 0 0,5-7 0,-3-5 0,-3-3 0,1-2 0,-2-1 0,-5 1 0,-1 0 0,-2 0 0,0 0 0,2 7 0,4 4 0,-4 4 0,5 4 0,-5 4 0,2 7 0,2 8 0,-2 8 0,5 4 0,-7 1 0,6 0 0,0 1 0,-7 5 0,5 0 0,-4 0 0,-2-5 0,0-3 0,-2-1 0,-2-5 0,-1-1 0,-9-2 0,5-6 0,-9 0 0,1-7 0,0-4 0,-6 1 0,0-1 0,2-2 0,2-2 0,2-4 0,-2-4 0,-4-5 0,4-5 0,-4-1 0,4-2 0,1-4 0,1-4 0,0-7 0,0 0 0</inkml:trace>
  <inkml:trace contextRef="#ctx0" brushRef="#br2" timeOffset="145">21425 11674 8912,'0'-17'0,"0"0"0,0 0 0,6 5 0,3 1 0,6-3 0,3 1 0,16 1 0,6-3 0,18 4 0,8-3 0,9 1 0,-2 1 0,-3-1 0,-8 5 0,-5-5 0,-11 7 0,-6 3 0,-19 1 0,2 2 0,-21 0 0,4 0 0,-12 2 0,-6 3 0,3 5 0,-3 7 0,-7-7 0,-7-3 0</inkml:trace>
  <inkml:trace contextRef="#ctx0" brushRef="#br2" timeOffset="146">20375 14820 8912,'-11'0'0,"-1"0"0,-1-1 0,-3-5 0,5 4 0,-1-4 0,9 4 0,-5 4 0,10 4 0,4 5 0,-4 12 0,11 4 0,-7 7 0,7 8 0,-1 6 0,3 8 0,-4 20 0,1 18 0,-6-42 0,1 1 0,1 4 0,-1 0 0,-1 2 0,0 1-704,0 0 1,-1 0 703,1 1 0,0-2 0,0-3 0,-1-1 0,0-3 0,0-2 0,3 37-18,5-16 1,-11-14 17,4-11 0,1-6 0,-1-11 0,0-10 0,-6-7 0,0-9 0,0 5 1401,0-8-1401,0 0 20,0-8 1,-2 1-21,-4-5 0,-3-3 0,-1 5 0,4-7 0,-3 0 0,7-8 0,-6-1 0</inkml:trace>
  <inkml:trace contextRef="#ctx0" brushRef="#br2" timeOffset="147">20754 15061 8912,'0'-17'0,"0"0"0,0 0 0,0 7 0,0 31 0,0 21 0,0 14 0,7 7 0,3 13 0,7 4 0,0 4 0,0 10 0,-7-46 0,0 1 0,1 2 0,1 0 0,7 44 0,4-5 0,-6-8 0,-4-9 0,-1-8 0,-1 1 0,1-25 0,-3-3 0,1-10 0,-3-7 0,1-2 0,-2-1 0,-6-1 0,2 0 0,3 0 0,-3 0 0,4 1 0,-4-9 0,-17 6 0,-4-5 0</inkml:trace>
  <inkml:trace contextRef="#ctx0" brushRef="#br2" timeOffset="148">19429 16798 8912,'9'-8'0,"-3"-3"0,-4-5 0,-2-1 0,0 0 0,0 0 0,2 1 0,2 3 0,1 2 0,1 7 0,-6 4 0,0 11 0,-8 5 0,-3 3 0,-4 2 0,-3 2 0,-6 7 0,2 3 0,-6 9 0,-3 2 0,-1-6 0,-3 2 0,7-2 0,-1 2 0,2-3 0,-2 3 0,7-6 0,2-5 0,3 3 0,8-13 0,3 4 0,4-9 0,2-3 0,8-7 0,3 2 0,4-5 0,5-1 0,1 0 0,2 0 0,5-5 0,-5-1 0,8-7 0,-12 11 0,4-4 0,-4 4 0,-2 2 0,-5 0 0,-1 0 0,-9 8 0,-2 3 0,-4 6 0,-13 6 0,4 4 0,-10 7 0,4 1 0,1-1 0,1 1 0,0-1 0,2-7 0,3-4 0,4-4 0,8-2 0,0 0 0,0-7 0,8-3 0,7-14 0,10-5 0,2-3 0,-4-4 0,6-4 0,-1 4 0,7-4 0,-3 4 0,-1 2 0,-4-1 0,-3 1 0,-8 0 0,-1-8 0,-5-2 0</inkml:trace>
  <inkml:trace contextRef="#ctx0" brushRef="#br2" timeOffset="149">19670 17004 8912,'0'-17'0,"0"0"0,0-1 0,0 1 0,1 6 0,5-1 0,4 9 0,7-3 0,2 4 0,2 2 0,4 0 0,2 0 0,-6 0 0,6 8 0,-5 3 0,-2 4 0,3 2 0,-6 6 0,-4 2 0,-1 2 0,-9-4 0,3 6 0,-6 5 0,-6 6 0,-3 0 0,-8-5 0,-2-1 0,-3 0 0,0 1 0,1-1 0,1-7 0,3-10 0,0-2 0,0-5 0</inkml:trace>
  <inkml:trace contextRef="#ctx0" brushRef="#br2" timeOffset="150">19979 16952 8912,'-17'0'0,"6"0"0,-1 0 0,8 8 0,-3-4 0,7 7 0,0 5 0,0 5 0,0 0 0,0 7 0,7-1 0,5 2 0,9 3 0,4-5 0,1 0 0,-3 3 0,6-7 0,-8 0 0,10-6 0,-6 0 0,1 1 0,-5-9 0,4 5 0,-8-9 0,1 1 0,-1-6 0,-8-8 0,-1-1 0</inkml:trace>
  <inkml:trace contextRef="#ctx0" brushRef="#br2" timeOffset="151">20323 17245 8912,'0'11'0,"0"1"0,0-7 0,0 7 0,0-1 0,0 8 0,0 2 0,0 4 0,2 0 0,4 0 0,-2 4 0,7-6 0,-7-1 0,12-4 0,-7-1 0,8 0 0</inkml:trace>
  <inkml:trace contextRef="#ctx0" brushRef="#br2" timeOffset="152">20323 17073 8912,'-7'-17'0,"3"-1"0,-8 1 0,9 0 0,-5 7 0,8 3 0,8 7 0,1 0 0,16 0 0,2 0 0</inkml:trace>
  <inkml:trace contextRef="#ctx0" brushRef="#br2" timeOffset="153">21390 16574 8912,'0'-17'0,"8"-8"0,0 4 0,3-8 0,-3 14 0,-8-2 0,0 4 0,-8 3 0,-3 4 0,-10 18 0,-4 7 0,-2 6 0,4-2 0,-6 5 0,6 1 0,-3 7 0,1 3 0,4 1 0,-6 7 0,8-10 0,-4 3 0,4-4 0,7-3 0,1-5 0,7 3 0,-2-8 0,4 0 0,4-14 0,4-3 0,6-4 0,3-2 0,2 0 0,6-6 0,0-2 0,-2-1 0,-2 3 0,-2-5 0,1 7 0,-1-4 0,0 8 0,-6-5 0,1-1 0,-1 8 0,-1 7 0,-4 8 0,-4 1 0,-8 1 0,-2 4 0,-1 3 0,-5 1 0,1 6 0,1-5 0,-3 5 0,13-6 0,-4-5 0,5-2 0,1-11 0,0 6 0,0-3 0,7-5 0,3 1 0,7-10 0,2-2 0,4-1 0,2-7 0,4 6 0,1-7 0,-7 4 0,-2-1 0,-2-3 0,-2 7 0,1-15 0,-1 2 0</inkml:trace>
  <inkml:trace contextRef="#ctx0" brushRef="#br2" timeOffset="154">21597 16729 8912,'0'-17'0,"8"1"0,3 5 0,4-4 0,10 11 0,4-6 0,5 3 0,6 3 0,-1 2 0,5 2 0,-2 0 0,-2 0 0,-13 2 0,-4 4 0,-6 3 0,-6 8 0,-3 8 0,-8 4 0,-4 3 0,-7 3 0,-3-1 0,-14 0 0,-3 1 0,4-1 0,0 1 0,1-1 0,-1 0 0,6-7 0,-4 4 0,8-8 0,7-8 0,3-7 0,14-8 0,3 0 0</inkml:trace>
  <inkml:trace contextRef="#ctx0" brushRef="#br2" timeOffset="155">22044 16643 8912,'0'-17'0,"0"0"0,0 7 0,0 6 0,0 16 0,0 3 0,0 19 0,0-3 0,0 17 0,0-6 0,0 2 0,0 0 0,0 1 0,0 5 0,6-14 0,2 4 0,1-3 0,3-3 0,5-5 0,0-4 0,0-6 0,1-10 0,-1-5 0,0-4 0,0-7 0,0-11 0,1-8 0</inkml:trace>
  <inkml:trace contextRef="#ctx0" brushRef="#br2" timeOffset="156">22354 16918 8912,'0'-9'0,"0"3"0,0 12 0,0 3 0,0 8 0,0 0 0,0 3 0,0 2 0,6-1 0,0 8 0,5-6 0,-5 6 0,5-8 0,-5 2 0,0-4 0,-6-2 0,7-7 0,3-3 0</inkml:trace>
  <inkml:trace contextRef="#ctx0" brushRef="#br2" timeOffset="157">22268 16643 8912,'0'-17'0,"0"0"0,2 1 0,4 5 0,-4 3 0,5 10 0,-7 4 0,0 3 0,0 9 0</inkml:trace>
  <inkml:trace contextRef="#ctx0" brushRef="#br2" timeOffset="158">21408 17657 8912,'-18'0'0,"1"0"0,0 0 0,5 0 0,1 0 0,15 0 0,7-5 0,26-3 0,14-2 0,16-3 0,17-4 0,-35 6 0,0-1 0,1-2 0,1-1-165,1 0 1,-1-2-1,3-3 1,0 0 164,-3 0 0,1 0 0,-1 0 0,-1 1 0,30-9 0,-15 7 0,-15 7 0,-15 9 0,-9 3 0,-18 4 0,-8 3 0,-8 5 0,-17 13 0,-3 2 0,-5 1 0,-9-5 0,-2 12 0,-7-6 0</inkml:trace>
  <inkml:trace contextRef="#ctx0" brushRef="#br2" timeOffset="159">21958 17898 8912,'-11'0'0,"-1"0"0,9 0 0,-5 0 0,8 8 0,0 3 0,0 1 0,0 3 0,0 4 0,0 4 0,0 0 0,0-2 0,0 8 0,2-7 0,4 7 0,-5-8 0,5 2 0,-4-4 0,0-2 0,4 1 0,-4-9 0,5-1 0,-1-16 0,0-3 0,7-12 0,-1-6 0,3-3 0,2-3 0,0 1 0,1-1 0,6 1 0,-5 2 0,4 3 0,-3 6 0,-3 6 0,0 3 0,0 5 0,0 1 0,-7 10 0,5 8 0,-5 9 0,-1 4 0,-1-4 0,-2 13 0,1-3 0,3 3 0,-6 3 0,5-7 0,-5 1 0,2 2 0,7-6 0,-11-1 0,6-6 0</inkml:trace>
  <inkml:trace contextRef="#ctx0" brushRef="#br2" timeOffset="160">23146 17021 8912,'-12'-6'0,"1"-1"0,-3-1 0,-1 1 0,5-7 0,3 10 0,9-5 0,3 1 0,7-3 0,9 5 0,4 2 0,2 2 0,1-3 0,7-1 0,-1 2 0,-5 2 0,-1 4 0,3 4 0,2 3 0,1 8 0</inkml:trace>
  <inkml:trace contextRef="#ctx0" brushRef="#br2" timeOffset="161">23249 17348 8912,'-15'-2'0,"3"-4"0,-3 4 0,13-7 0,-4 3 0,4-4 0,12-5 0,7 2 0,10 1 0,5 1 0,3-4 0,-1 1 0,1 3 0,-1 1 0,0-1 0,1-12 0,-1 4 0</inkml:trace>
  <inkml:trace contextRef="#ctx0" brushRef="#br2" timeOffset="162">23886 16781 8912,'-27'-2'0,"4"-4"0,11 4 0,12-6 0,14 8 0,7 0 0,8 0 0,1 6 0,1 2 0,-3 1 0,3 5 0,-6-5 0,0 3 0,-4 1 0,-4 2 0,4 2 0,-11 3 0,-1 1 0,-3 2 0,-4 1 0,-4-3 0,-4 2 0,-5 8 0,-10-4 0,-2 1 0,2 1 0,-6-8 0,10 4 0,-2-10 0,5-3 0,10 3 0,-3-13 0,14-2 0,3-10 0</inkml:trace>
  <inkml:trace contextRef="#ctx0" brushRef="#br2" timeOffset="163">24195 16729 8912,'-5'17'0,"-1"0"0,0 2 0,6 4 0,2 4 0,4 7 0,-2 1 0,7-1 0,1 1 0,5-1 0,0-5 0,0-1 0,6-7 0,0 0 0,-2-7 0,-2-9 0,-2-3 0,1-2 0,-1-2 0,0-3 0,-7-7 0,-5-11 0,-3-3 0,-2-9 0</inkml:trace>
  <inkml:trace contextRef="#ctx0" brushRef="#br2" timeOffset="164">23782 16540 8912,'-21'-2'0,"2"-2"0,4-2 0,9 1 0,-1 5 0,8 0 0,7 0 0,9 0 0,16 0 0,13 0 0,11-6 0,4 0 0,0 2 0,4-3 0,-7 1 0,-1-6 0,-7 7 0,-4 1 0,-2-4 0,-4 3 0,-11-9 0,3 5 0</inkml:trace>
  <inkml:trace contextRef="#ctx0" brushRef="#br2" timeOffset="165">25228 16471 8912,'9'-17'0,"-1"0"0,-2-2 0,2-2 0,-1-2 0,1 2 0,-4 9 0,-10 6 0,-6 4 0,-5 10 0,-6 4 0,-5 5 0,-5 6 0,-1 3 0,-1 9 0,3-1 0,3 1 0,-3-1 0,5 0 0,0 1 0,-4-7 0,8-1 0,2 0 0,2 0 0,10-6 0,-5 4 0,9-8 0,1-8 0,10-3 0,5-4 0,4-2 0,10 0 0,-6 0 0,4 0 0,-4 0 0,-1 0 0,-1-2 0,0-2 0,0-2 0,-7 3 0,-5 8 0,-3 5 0,-2 7 0,0 0 0,-7 8 0,-3-6 0,-7 14 0,0-5 0,0 3 0,-1-2 0,7 3 0,1-3 0,3 3 0,1-5 0,6-2 0,0-8 0,0 0 0,8-7 0,1 3 0,8-7 0,1-2 0,-1-4 0,2-6 0,2-4 0,2 1 0,0-6 0,-4 5 0,0-7 0,-2 0 0,12-1 0,-25 9 0,19-6 0,-14-3 0,8-8 0</inkml:trace>
  <inkml:trace contextRef="#ctx0" brushRef="#br2" timeOffset="166">25417 16677 8912,'10'-7'0,"5"-3"0,-5-7 0,7 0 0,6 7 0,0 3 0,-2-1 0,4 6 0,-2-4 0,-2 4 0,-2 4 0,-2 4 0,0 5 0,-2 11 0,-3 0 0,-4 9 0,-8-10 0,0 8 0,0 1 0,-2 3 0,-4-1 0,-6-1 0,-3-3 0,-2 1 0,-2 0 0,-4-1 0,4-7 0,-6 2 0,0-4 0,6-3 0,-4-5 0,4 4 0,9-13 0,-5 6 0,5-8 0</inkml:trace>
  <inkml:trace contextRef="#ctx0" brushRef="#br2" timeOffset="167">25607 16591 8912,'0'10'0,"0"-2"0,0 1 0,0 8 0,0 2 0,0 10 0,0 5 0,0 8 0,0 2 0,0 0 0,0 4 0,0-2 0,0-8 0,0 2 0,0-11 0,7 2 0,5-9 0,3-1 0,4-9 0,4-6 0,-4-4 0,14-18 0,-7-3 0</inkml:trace>
  <inkml:trace contextRef="#ctx0" brushRef="#br2" timeOffset="168">26295 16763 8912,'-17'0'0,"7"0"0,-5 0 0,5 2 0,1 4 0,-7 4 0,9 9 0,-7 4 0,3 5 0,7 5 0,-4 1 0,8 0 0,0 1 0,0-1 0,8-1 0,4-3 0,3-1 0,-6-8 0,7 4 0,-5-10 0,4-3 0,3 3 0,-9-13 0,14-2 0,-4-10 0</inkml:trace>
  <inkml:trace contextRef="#ctx0" brushRef="#br2" timeOffset="169">26192 16505 8912,'0'-17'0,"0"0"0,0 0 0,0 5 0,0 1 0,0 5 0,0-5 0,2 7 0,3-2 0,-3 12 0,13 3 0,-13 16 0,6 2 0</inkml:trace>
  <inkml:trace contextRef="#ctx0" brushRef="#br2" timeOffset="170">25107 17846 8912,'0'20'0,"0"1"0,-1 3 0,-5 3 0,4-4 0,-4 6 0,4 1 0,2 3 0,0-5 0,0-1 0,0 0 0,0 0 0,0-6 0,-7-4 0,-3-9 0</inkml:trace>
  <inkml:trace contextRef="#ctx0" brushRef="#br2" timeOffset="171">24901 17606 8912,'0'-12'0,"0"1"0,0 5 0,0-5 0,0 7 0,0-4 0,0 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1:46:04.80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17381 1307 8912,'9'-35'0,"1"7"0,-6-1 0,1 0 0,-1 3 0,-2 1 0,-4 8 0,-3-1 0,-7 9 0,-11 3 0,-6 4 0,-11 2 0,-4 10 0,-7 7 0,-7 17 0,-1 16 0,0 9 0,-1 8 0,-1 6 0,35-31 0,1 2 0,-3 1 0,2 1 0,6 1 0,2 0-166,1 0 0,1 1 0,2 3 0,2 2 166,2 1 0,2 0 0,3-2 0,1-2 0,-2 41 0,12-18 0,11-8 0,14-19 0,5-8 0,6-9 0,2-12 0,2-8 0,7-9 0,5 0 0,5-9 0,10-8 0,1-10 0,8-13 0,-7 4 0,7-8 0,0-4 0,-1-6 0</inkml:trace>
  <inkml:trace contextRef="#ctx0" brushRef="#br0" timeOffset="1">18052 1393 8912,'8'-23'0,"1"-2"0,1-2 0,-5-2 0,-3 1 0,-2-1 0,0 8 0,0-2 0,0 4 0,0 2 0,0 0 0,0 7 0,0 3 0,0 10 0,0 9 0,0 9 0,0 21 0,0 9 0,6 7 0,2 9 0,1-1 0,5 5 0,-7 2 0,9-6 0,-5-2 0,4-2 0,3 0 0,-7-8 0,1-5 0,1-6 0,2-14 0,2-13 0,1-9 0,-1-6 0,0-25 0,0-6 0</inkml:trace>
  <inkml:trace contextRef="#ctx0" brushRef="#br0" timeOffset="2">18482 1152 8912,'0'-10'0,"0"3"0,0 9 0,0 3 0,0 7 0,0 13 0,0 9 0,0 6 0,0 6 0,0 4 0,0-1 0,0 9 0,0-1 0,0 0 0,0 1 0,0-1 0,0-5 0,0-1 0,0-7 0,-15 6 0,-4-6 0</inkml:trace>
  <inkml:trace contextRef="#ctx0" brushRef="#br0" timeOffset="3">18052 1737 8912,'-10'-18'0,"5"1"0,3 6 0,2-1 0,0 1 0,4-1 0,7 1 0,12-3 0,9 5 0,9-3 0,3 9 0,13-11 0,2 7 0,2-3 0,2 6 0,4-9 0,-3 5 0,-7-1 0,-4-3 0,-1-5 0</inkml:trace>
  <inkml:trace contextRef="#ctx0" brushRef="#br0" timeOffset="4">18878 1565 8912,'-25'11'0,"-4"1"0,3-1 0,-3 6 0,8 6 0,-2 0 0,4 13 0,2-1 0,7 3 0,4-4 0,4 1 0,2-1 0,14-5 0,5-3 0,6-3 0,5-7 0,3-9 0,-1-5 0,-3-2 0,4 0 0,-7-7 0,9-5 0,-8-5 0,-5-6 0,-8 4 0,-5-6 0,-1 0 0,-2 6 0,-6-11 0,0 5 0,0-2 0,-2 6 0,-4-4 0,-5 0 0,-3 6 0,3-4 0,3 4 0,8 2 0,0 7 0,0-5 0,0 4 0,8-12 0,1-4 0</inkml:trace>
  <inkml:trace contextRef="#ctx0" brushRef="#br0" timeOffset="5">19222 1513 8912,'0'10'0,"0"5"0,0-11 0,0 7 0,0 2 0,0 3 0,0 3 0,0 2 0,0 2 0,0 7 0,6-5 0,1 4 0,3-6 0,2 4 0,7-8 0,2 4 0,2-4 0,1-10 0,-3-3 0,4-4 0,2-2 0,2 0 0,-2-4 0,-4-6 0,-4-7 0,-2-11 0,-2 1 0,-3-7 0,1-1 0,-7 1 0,-1 5 0,-5 2 0,0 3 0,0 1 0,0 5 0,0 13 0,0 10 0,0 5 0,6 22 0,2-5 0,1 0 0,3 5 0,5-13 0,0 4 0,6-3 0,0-3 0,2-8 0,-4-3 0,2-4 0,6-4 0,-6-4 0,-2-5 0,-2-4 0,-2-10 0,-2 4 0,-3-8 0,-3 6 0,-3-6 0,-4 7 0,4-7 0,-10 8 0,-2-2 0,-7-2 0,1 2 0,3 6 0,-3 5 0,7 3 0,-7-3 0,8 5 0,-3 7 0,14-8 0,3-1 0</inkml:trace>
  <inkml:trace contextRef="#ctx0" brushRef="#br0" timeOffset="6">20926 1393 8912,'-19'-8'0,"-4"-3"0,-4-3 0,0 3 0,-5-3 0,5 9 0,-2 1 0,1 4 0,-3 6 0,-2 11 0,7 6 0,3 9 0,4 6 0,1 4 0,1 2 0,2 4 0,3-2 0,5 0 0,7-2 0,0-4 0,0-4 0,2-11 0,3-8 0,7-9 0,3-6 0,2-6 0,2-8 0,4-11 0,-3-15 0,4-6 0,-4-7 0,2-1 0,-2 1 0,1 1 0,-6 2 0,-4 2 0,1-7 0,3-1 0,-3-3 0,-7 4 0,-3 1 0,4 10 0,0 8 0,-1 7 0,-6 11 0,-3 7 0,-2 9 0,-7 15 0,9 12 0,-6 9 0,3 4 0,1-3 0,0 12 0,0-3 0,1 2 0,5-2 0,0-4 0,2-8 0,3 1 0,-3-1 0,14 0 0,-5-1 0,4-4 0,10 3 0,0-13 0,4 4 0,3-12 0,-5 5 0,7-7 0</inkml:trace>
  <inkml:trace contextRef="#ctx0" brushRef="#br0" timeOffset="7">18912 430 8912,'-15'-17'0,"2"-1"0,1 1 0,-1 0 0,-3 0 0,5 7 0,0 5 0,-1 5 0,3 5 0,-7 13 0,14 8 0,-3 9 0,3-1 0,2 0 0,0 1 0,0-3 0,2-1 0,3-3 0,5-6 0,5 0 0,-3-2 0,11-11 0,-12-1 0,12-8 0,-4 0 0,-2 0 0,1-8 0,-3-3 0,-4-5 0,5-1 0,-14-6 0,3-2 0,-3-1 0,-2 5 0,-7-6 0,-5 4 0,-3 10 0,-2-5 0,-1 7 0,-1-1 0,-4 7 0,4 3 0,-4 2 0,6 2 0,6 3 0,-5 5 0,14 7 0,-3 0 0,10 1 0,7-1 0,3 0 0,18 0 0,3 0 0</inkml:trace>
  <inkml:trace contextRef="#ctx0" brushRef="#br0" timeOffset="8">19222 499 8912,'0'-35'0,"2"7"0,4-1 0,3 8 0,9-2 0,-9 12 0,12 3 0,-4 8 0,4 2 0,-3 4 0,4 5 0,1 10 0,-2 2 0,-1 7 0,-3-1 0,0 4 0,0 1 0,-7 0 0,3-5 0,-7 0 0,0-8 0,-6 2 0,0-4 0,0-2 0,0-9 0,0-8 0,0-8 0,0-17 0,0-4 0,0-3 0,0-10 0,2 0 0,3-6 0,7 2 0,5 0 0,6-3 0,6 3 0,3 6 0,10-4 0,2 0 0,8-8 0</inkml:trace>
  <inkml:trace contextRef="#ctx0" brushRef="#br0" timeOffset="9">21304 1375 8912,'-5'-17'0,"-1"0"0,0 2 0,0 1 0,1 3 0,-3 7 0,4 0 0,-3 8 0,-3 9 0,-3 9 0,3 6 0,0 10 0,1 4 0,-1 2 0,7 0 0,-3 4 0,4-4 0,2-2 0,0-8 0,0-5 0,2-8 0,4 0 0,5-8 0,4-9 0,3-8 0,4-11 0,1-8 0,6-9 0,-6-3 0,0 1 0,-12-8 0,-1 6 0,-2-4 0,-3 9 0,-5-3 0,0 3 0,0 4 0,-7-5 0,-5 20 0,-11 1 0,4 1 0,-4 5 0,-2 5 0,4 7 0,6 3 0,-2 1 0,15-1 0,-6 5 0,8-5 0</inkml:trace>
  <inkml:trace contextRef="#ctx0" brushRef="#br0" timeOffset="10">21631 1479 8912,'-17'0'0,"0"0"0,0 0 0,-1 0 0,1 0 0,8 0 0,3 0 0,12 0 0,3 0 0,16-8 0,4-2 0,3 1 0,3-6 0,-1-1 0,1-7 0,-1 2 0,-7 2 0,3 2 0,-9 0 0,-3 0 0,-5-1 0,-9-4 0,2-1 0,-12 2 0,-6 9 0,-9-1 0,-2 7 0,-7 0 0,1 6 0,-5 2 0,-5 4 0,-1 5 0,6 10 0,5 2 0,8 14 0,-2-3 0,4 12 0,9-10 0,5 6 0,3 0 0,4-5 0,3 3 0,9-6 0,7-5 0,6-4 0,9-8 0,4 0 0,-2-8 0,8-3 0,-2-6 0,4-6 0,-2-5 0,-2-12 0,2-6 0,0-3 0,-10-2 0,-3-1 0,-11 3 0,1 3 0,-3-5 0,-3-1 0,-2 7 0,-3-7 0,1 5 0,-7-5 0,-1 9 0,-5 3 0,0 4 0,0 9 0,0 2 0,0 8 0,0 2 0,0 6 0,0 9 0,6 8 0,2 9 0,1 1 0,5-1 0,1 0 0,2 1 0,-1-1 0,-5 1 0,4-1 0,-11 0 0,6-1 0,-3-4 0,-5 3 0,-11-5 0,-10 1 0,-6 1 0,-12-8 0,-9 2 0,-5-2 0,-7 2 0,5-12 0,-6 7 0,7-13 0,0-3 0,-1 2 0,-4-8 0,3-13 0,-5-10 0</inkml:trace>
  <inkml:trace contextRef="#ctx0" brushRef="#br0" timeOffset="11">23559 1118 8912,'-18'-23'0,"1"0"0,-2 4 0,-4 5 0,-4 8 0,-3 5 0,-1 4 0,1 9 0,-7 7 0,9 19 0,-5 8 0,4 2 0,5 15 0,3 2 0,7 2 0,5 1 0,5-5 0,11 1 0,9-3 0,5-6 0,9-5 0,-1-16 0,4-9 0,1-8 0,0-9 0,3-8 0,1-8 0,2-9 0,6-8 0,-6-9 0,6-8 0,-6-4 0,0-4 0,-7-1 0,-4-1 0,-8 2 0,-8 4 0,-5 4 0,-8 8 0,-18 0 0,-10-1 0,-12 3 0,-12 3 0,-5 6 0,-1 12 0,-5-3 0,4 9 0,-2 1 0,13 10 0,2 5 0,10 10 0,7 2 0,4 8 0,10-10 0,3 5 0,7-1 0,3-2 0,9-13 0,3 5 0,7-6 0</inkml:trace>
  <inkml:trace contextRef="#ctx0" brushRef="#br0" timeOffset="12">23008 1513 8912,'-15'11'0,"3"1"0,-3-6 0,3 5 0,5-7 0,1 5 0,12-5 0,5 2 0,12 0 0,10-6 0,11-2 0,13-4 0,8-3 0,12-11 0,3-2-779,4-7 779,2-4 0,-8 5 0,-5 1 0,-8 2 0,-13 2 0,-6 8 0,-14 2 0,-11 1 0,-9 8 0,-22-3 0,-7 7 0,-16-8 0,-11-2 0</inkml:trace>
  <inkml:trace contextRef="#ctx0" brushRef="#br0" timeOffset="13">22905 1049 8912,'11'-8'0,"1"-3"0,7-7 0,9-4 0,5-7 0,3-5 0,4-7 0,6-4 0,4-5 0,2-2 0,-3 1 0,-3-1 0,-6 1 0,-11 7 0,-6 4 0,-4 11 0,-9 27 0,-3 15 0,-7 27 0,8 4 0,2 10 0,1 3 0,1 4 0,1 0 0,2-1 0,8-9 0,0 1 0,-2-1 0,6-7 0,-6-4 0,8-11 0,-3 0 0,3-12 0,4 2 0,-5-13 0,-3 0 0,0-22 0,-8-3 0</inkml:trace>
  <inkml:trace contextRef="#ctx0" brushRef="#br0" timeOffset="14">24643 1135 8912,'0'-12'0,"0"1"0,0-3 0,0-1 0,0-2 0,-6 0 0,-2 0 0,-1-1 0,5 7 0,-2-1 0,-3 9 0,7-3 0,-4 12 0,4 3 0,4 10 0,2 4 0,2 4 0,-3 0 0,5 5 0,-2-3 0,-2 3 0,-2 3 0,3-1 0,1 0 0,0-5 0,-6 0 0,0-1 0,0 1 0,0 0 0,0-1 0,0-1 0,0-4 0,0-4 0,-8-2 0,-9-15 0,-10-4 0</inkml:trace>
  <inkml:trace contextRef="#ctx0" brushRef="#br0" timeOffset="15">24505 997 8912,'-2'-17'0,"-3"0"0,3 7 0,-6-5 0,8 4 0,0-5 0,0-1 0,13 0 0,5 0 0,10 7 0,3 4 0,7 4 0,-2 2 0,5 2 0,-7 4 0,-5 6 0,-5 3 0,-6 10 0,-1 3 0,-8 11 0,-3 1 0,-4 0 0,-6-6 0,-7 1 0,-3 3 0,-14-4 0,5 8 0,-6-13 0,0 7 0,-3-17 0,3 4 0,-1-6 0,7-5 0,2-6 0,2-5 0,1-1 0</inkml:trace>
  <inkml:trace contextRef="#ctx0" brushRef="#br0" timeOffset="16">24953 1152 8912,'-18'0'0,"7"0"0,-1 0 0,7 6 0,-7-1 0,-1-1 0,5-2 0,1-2 0,8 0 0,5 0 0,0-2 0,9-2 0,4-3 0,0-3 0,6-1 0,-2-6 0,0 5 0,-6 1 0,-5 1 0,-3-3 0,-1 1 0,4 7 0,-7-7 0,-7 8 0,-9-2 0,-4 5 0,-10 2 0,-4 7 0,-3 9 0,-3 1 0,6 14 0,1-3 0,7 3 0,-2 3 0,11-1 0,7 0 0,3 1 0,6-3 0,7-3 0,6-6 0,16-10 0,-1-3 0,5-3 0,1-1 0,-6-6 0,-1-2 0,-2-4 0,-8-3 0,11-16 0,-5-2 0</inkml:trace>
  <inkml:trace contextRef="#ctx0" brushRef="#br0" timeOffset="17">25125 1135 8912,'0'-17'0,"0"5"0,0 1 0,0 5 0,0-6 0,7 9 0,3-3 0,7 12 0,0 5 0,0 4 0,6 4 0,0 4 0,2-2 0,-4 6 0,0 0 0,-5 0 0,1-1 0,-6 3 0,-3-4 0,-2-8 0,-4 0 0,-2 0 0,-2-1 0,-4-5 0,-4 4 0,-7-13 0,0 2 0,2-8 0,3-9 0,6-8 0,5-6 0,1-7 0,1-1 0,5 1 0,11 0 0,10-3 0,8-1 0,-1-2 0,8 0 0,2-2 0,8-2 0</inkml:trace>
  <inkml:trace contextRef="#ctx0" brushRef="#br0" timeOffset="18">25865 860 8912,'-2'-35'0,"-2"1"0,-2-1 0,-5 9 0,3 3 0,-2 4 0,5 3 0,-7 5 0,8-4 0,-9 15 0,5 2 0,1 13 0,-1 12 0,-3 7 0,5 6 0,-6 12 0,7 11 0,1 4 0,2 1 0,2 1 0,0-6 0,0-2 0,0-1 0,0-5 0,6-2 0,-1-1 0,9-10 0,-3-8 0,-3-7 0,7-17 0,-13 5 0,6-5 0</inkml:trace>
  <inkml:trace contextRef="#ctx0" brushRef="#br0" timeOffset="19">25658 1204 8912,'-9'-18'0,"3"1"0,4 6 0,2-1 0,0 6 0,4-3 0,7 1 0,1-5 0,18 11 0,-7-4 0,8 2 0,-2 1 0,3-3 0,-3 0 0,-3 6 0,-1 0 0,-2 0 0,-6 0 0,1 0 0,-9 0 0,-3 8 0,-12 3 0,-5 5 0,-5 6 0,-1 1 0,2 8 0,3-2 0,-1 1 0,7-1 0,1 1 0,5-7 0,0 8 0,0-12 0,0 4 0,2-6 0,5-5 0,10-7 0,1-3 0,6-4 0,1-3 0,-6-5 0,6-9 0,-7-2 0,-1-2 0,0-8 0,-8 7 0,-3-5 0,-4 4 0,-2 2 0,0 0 0,0 0 0,-8 6 0,-3 0 0,-4 5 0,-2 1 0,-1 7 0,1-11 0,0 5 0</inkml:trace>
  <inkml:trace contextRef="#ctx0" brushRef="#br0" timeOffset="20">26157 1152 8912,'0'-12'0,"0"1"0,0 5 0,2-3 0,4 1 0,-2 2 0,7 6 0,3 0 0,1 0 0,4 6 0,4 0 0,-4 13 0,4-2 0,-4 2 0,-2 6 0,-1 0 0,-5 0 0,-5 0 0,-4 5 0,-2-11 0,0 4 0,0-4 0,0-9 0,-8 3 0,-3-7 0,-5 0 0,5-6 0,1-2 0,3-4 0,1-5 0,6-12 0,0 2 0,0-8 0,8 0 0,1-3 0,10 1 0,4 3 0,-4-1 0,8 0 0,-4 3 0,4 1 0,0 4 0,-3 2 0,-6 3 0,-1 5 0,0 5 0,0 4 0,0 2 0,-5 2 0,-1 4 0,1 5 0,-3 5 0,-1 1 0,-8-8 0,0 1 0,0-4 0,0-4 0,0 5 0,0-5 0,0 4 0,8-4 0,-6 13 0,11-11 0,-7 7 0,-1-5 0,-5 5 0,0 3 0,0 1 0,0-3 0,0-1 0,0 1 0,0 5 0,0-8 0,0-1 0,2-10 0,4-4 0,-4-5 0,4-10 0,-2-4 0,1-2 0,-3-1 0,14-1 0,-7 2 0,1 2 0,5 2 0,-11 2 0,7 2 0,3 4 0,-5 7 0,3-3 0,-1 7 0,1-2 0,-1 12 0,1 9 0,3 8 0,-4-2 0,3 4 0,-9-2 0,7 6 0,-6-6 0,-3-2 0,-1-2 0,-2-2 0,6 0 0,0 0 0,0-7 0,-1-10 0,1-12 0,7-5 0,-1-6 0,3 2 0,2-7 0,3-1 0,2-5 0,-2-1 0,-1 8 0,-8 5 0,1 2 0,5 3 0,0 10 0,-2 7 0,-3 9 0,3 14 0,-13 4 0,6 7 0,-1 1 0,-5-1 0,14-5 0,-5-1 0,4 3 0,-5-6 0,13 0 0,-4-8 0</inkml:trace>
  <inkml:trace contextRef="#ctx0" brushRef="#br0" timeOffset="21">28274 1118 8912,'-33'5'0,"1"1"0,1 0 0,-1 1 0,1 5 0,1 5 0,3 4 0,4 2 0,-2 13 0,4-1 0,6 1 0,5-2 0,10-3 0,2-4 0,4-3 0,5-2 0,14-11 0,8-5 0,5-4 0,15-16 0,-1-3 0,9-17 0,-3-1 0,-3-3 0,-3-2 0,-7 0 0,5 0 0,-23 0 0,-4-1 0,-14 3 0,-9 2 0,-9 2 0,-14 1 0,-15 4 0,-10 10 0,-4 10 0,1 1 0,-1 4 0,0 10 0,8 9 0,6 10 0,8 2 0,7 2 0,11 5 0,5-2 0,8-3 0,5-6 0,6-4 0,11-2 0,11 1 0,10-1 0</inkml:trace>
  <inkml:trace contextRef="#ctx0" brushRef="#br0" timeOffset="22">28790 963 8912,'-9'7'0,"3"5"0,4 5 0,2 6 0,-8-4 0,6 14 0,-3-7 0,3 3 0,0 0 0,-4 1 0,4-5 0,-4 0 0,4-2 0,2 0 0,0-8 0,-7 0 0,5-15 0,-4 0 0,4-13 0,2-10 0,2-13 0,4 1 0,-4-5 0,5 2 0,1-2 0,-4 0 0,7 5 0,-5 3 0,4 3 0,-1 6 0,1 4 0,-6 2 0,11 7 0,-4 5 0,5 3 0,1 17 0,0 8 0,0 10 0,1 5 0,-1 2 0,6 6 0,2-6 0,1-2 0,3-2 0,7-3 0,5-5 0,-3-5 0,8-11 0,0 3 0,5-5 0</inkml:trace>
  <inkml:trace contextRef="#ctx0" brushRef="#br0" timeOffset="23">29719 688 8912,'-11'-2'0,"-1"-4"0,9 4 0,-5-5 0,16 7 0,3 1 0,4 5 0,3 11 0,-1 12 0,-2 3 0,-3 3 0,3 7 0,-6 6 0,1 5 0,-2 4 0,-1-1 0,-5-3 0,6-1 0,-8-2 0,0-5 0,-2-3 0,-2-9 0,-2-4 0,-7-6 0,2-12 0,3-3 0,-7-8 0,5-8 0,-7-9 0,0-10 0</inkml:trace>
  <inkml:trace contextRef="#ctx0" brushRef="#br0" timeOffset="24">29478 653 8912,'-7'-11'0,"-5"-1"0,-3-1 0,5-2 0,-3-2 0,7-1 0,3 3 0,8 2 0,7 1 0,11 3 0,5-5 0,5 3 0,9 7 0,2-9 0,9 7 0,5 2 0,-5 2 0,14 4 0,-4 4 0,-5 5 0,-5 12 0,-5 6 0,-10 11 0,2 2 0,-11 4 0,-6 4 0,-11-7 0,-7 1 0,-3 6 0,-2-4 0,-2 2 0,-3-2 0,-7 1 0,-11-7 0,-4 6 0,-7-6 0,0-5 0,-1-7 0,-5-1 0,0 2 0,0 1 0,5-7 0,1 0 0,5-7 0,2-3 0,3-2 0,1-7 0,7 2 0,5-12 0,3-5 0,8-12 0,15-4 0,5-7 0</inkml:trace>
  <inkml:trace contextRef="#ctx0" brushRef="#br0" timeOffset="25">30666 499 8912,'-12'-8'0,"3"-4"0,1-3 0,2 4 0,6-1 0,0 1 0,8-1 0,4 1 0,3 7 0,2-2 0,0 4 0,0 2 0,3 0 0,1 0 0,2 0 0,7 0 0,-11 14 0,4 3 0,-4 4 0,-1 4 0,-1 2 0,-2 7 0,-3 0 0,-5 1 0,-1-1 0,0 2 0,-3 5 0,-8-5 0,1 4 0,-8-11 0,1 5 0,-6 0 0,0-5 0,1 5 0,5-1 0,-3-6 0,9 1 0,-7-7 0,6 2 0,3-4 0,-7 6 0,1 2 0</inkml:trace>
  <inkml:trace contextRef="#ctx0" brushRef="#br0" timeOffset="26">30804 1341 8912,'-10'2'0,"4"4"0,-3 3 0,5 7 0,-8-5 0,9 4 0,-5-11 0,8 8 0,0-9 0,0 5 0,8-8 0,3 0 0,4 0 0,1-2 0,-5-4 0,4 4 0,-5-13 0,7 4 0,-7 1 0,-5-1 0,-10-1 0,-1 3 0,-11 3 0,3 6 0,-9 6 0,4-4 0,2 5 0,0 1 0,7-6 0,3 5 0,14-7 0,3 0 0</inkml:trace>
  <inkml:trace contextRef="#ctx0" brushRef="#br0" timeOffset="27">31113 189 8912,'12'-19'0,"1"-2"0,6-2 0,10 2 0,9 2 0,0 9 0,10 7 0,6 6 0,-3 17 0,5 16 0,-8 13 0,-6 18 0,-10 12 0,-5 9 0,-8 1 0,-6 3 0,-10-41 0,-2 1 0,2-2 0,-2 0-553,-1-1 0,-4 1 553,-13 42 0,5-42 0,-3 1 0,-2-2 0,-2-1 0,-1 3 0,0-1 0,-1-1 0,-2-2 0,-6 1 0,-1 0 0,-2-3 0,0 1 0,-1 3 0,0 0 0,-3-1 0,1 1 0,-1 1 0,-1-1 0,0 1 0,0 0 0,-6 2 0,0 1 0,2-4 0,1-1 0,2 3 0,0-1 0,1 2 0</inkml:trace>
  <inkml:trace contextRef="#ctx0" brushRef="#br0" timeOffset="28">24953 3181 8912,'-18'0'0,"1"0"0,-2 0 0,-4 0 0,4 0 0,-4 0 0,12-2 0,7-2 0,8-2 0,5 1 0,8 5 0,6 0 0,2 0 0,2 0 0,-4 0 0,4 0 0,-3 0 0,-1 1 0,-5 5 0,1 6 0,4 3 0,-12 2 0,10 2 0,-15 4 0,0 4 0,-6 7 0,0 1 0,0-1 0,-8 0 0,-3 1 0,-12 5 0,-6 0 0,-4-2 0,5-9 0,-1-6 0,2-4 0,-1-4 0,5-3 0,-2 1 0,4-9 0,5-6 0,7-6 0,9-11 0,0-4 0,8-11 0,1-10 0</inkml:trace>
  <inkml:trace contextRef="#ctx0" brushRef="#br0" timeOffset="29">25211 3112 8912,'-18'8'0,"1"3"0,0 4 0,0 3 0,0 1 0,-1 5 0,1 11 0,0 1 0,0 10 0,7 0 0,-3 4 0,7-5 0,2-5 0,4-3 0,6-3 0,4-7 0,7-2 0,0-10 0,0-4 0,8-3 0,2-8 0,7 0 0,-5-9 0,0-9 0,-1-6 0,7-11 0</inkml:trace>
  <inkml:trace contextRef="#ctx0" brushRef="#br0" timeOffset="30">26777 3078 8912,'11'-6'0,"-1"-2"0,-1-1 0,1-5 0,-6 5 0,-1-1 0,-6 3 0,1 3 0,-4 9 0,4 7 0,2 9 0,0 2 0,2 0 0,4 2 0,-2-6 0,7 4 0,-5-2 0,5-2 0,3-2 0,-5 4 0,3-10 0,1-3 0,10-2 0,-4-4 0,4-2 0,-4 0 0,-2 0 0,6-8 0,0-5 0,-2-6 0,-2-4 0,-7 0 0,-1 4 0,3-4 0,-7 4 0,1-6 0,-6 9 0,4 5 0,-4-4 0,5 15 0,-7 0 0,0 9 0,6 16 0,2 8 0,1 5 0,-5 10 0,9 1 0,-7 9 0,6 1 0,-7-2 0,7 2 0,-6 2 0,-3-9 0,-1 0 0,-2-18 0,-2 2 0,-3-5 0,-7-10 0,-11 0 0,-5-6 0,-5-3 0,-1-9 0,-6 5 0,-1-8 0,-5-8 0,6-3 0,-6-10 0,6-2 0,-4-8 0,8 5 0,5-3 0,5 0 0,3 1 0,5-7 0</inkml:trace>
  <inkml:trace contextRef="#ctx0" brushRef="#br0" timeOffset="31">25899 3026 8912,'12'0'0,"-1"0"0,-7 0 0,3 4 0,-7 7 0,2 16 0,2 17 0,2 19 0,2 29 0,-6-36 0,-1 4 0,2 8 0,0 2 0,-1 8 0,0 2 0,-1 5 0,0 2 0,-1 7 0,0 1-499,0 0 0,0 0 1,1-30-1,1 2 1,1-1 498,-1 32 0,1-1 0,1-1 0,0-1 0,-1-8 0,0-2 0,2 1 0,1 0 0,2 0 0,0 0 0,-3 1 0,-1 0 0,-1-4 0,0 0-286,-2-6 1,0-1 285,-1-4 0,0-1 0,0-3 0,0 0 0,0-2 0,0-1-19,0-1 0,0-1 1,0-8-1,0-2 1,0-1-1,0 0 1,-1-2-1,0-1 19,-5 46 0,5-44 0,0 0 0,-6 38 0,7-1 0,0-13 0,-8-16 0,4-9 0,-6-16 0,3-9 545,-7-14 1,11-3-1,-9-10-545,-1-4 0,-4-7 0,-4-16 0,-4-11 0,-2-7 0,-9-13 0,-8-1 0</inkml:trace>
  <inkml:trace contextRef="#ctx0" brushRef="#br0" timeOffset="32">23576 4522 8912,'11'-2'0,"1"-2"0,5-4 0,10-1 0,23-10 0,32-10 0,-29 13 0,5 0 0,9-2 0,3 1 0,12-3 0,5 0 0,-23 6 0,3 1 0,0 0 0,5 0 0,0 0 0,0 1-253,3-1 1,-1 1 0,1 1-1,3-1 1,1 0 0,-1 1 0,2 0-1,-1-1 1,1 1 0,3-1-1,0 1 1,0-1 252,2 1 0,1 0 0,-1-1 0,-5 1 0,0-1 0,-1 1 0,1 0 0,0 0 0,-1 0 0,-4 1 0,-1 1 0,1-1 0,1 1 0,0 0 0,-1 1 0,0 0 0,-1 2 0,-1-1 0,0-1 0,-1 0 0,-1 1 0,-2 0 0,-2 0 0,0 0 0,29-3 0,-3 1 0,-15 0 0,-3 0 0,-6 2 0,-4-1 0,-10 3 0,-3-1 894,28-10-894,-43 15 244,-14-7 0,-33 8-244,-7 0 0,-10 8 0,-13 3 0,-19 2 0,-16-1 0,-7 3 0,-4-5 0</inkml:trace>
  <inkml:trace contextRef="#ctx0" brushRef="#br0" timeOffset="33">24213 4642 8912,'-10'-17'0,"2"0"0,8 0 0,0-1 0,8 3 0,4 2 0,3 1 0,4 8 0,4-1 0,4 3 0,1 4 0,1 3 0,-2 1 0,3 9 0,-1 5 0,-8 1 0,2-2 0,-4 4 0,-9 3 0,-5 7 0,-3-3 0,-2-1 0,0 0 0,-7-1 0,-5-1 0,-3-2 0,-2-2 0,0-6 0,-1 0 0,1-5 0,0-3 0,0-1 0,-1-4 0,1-10 0,0-4 0</inkml:trace>
  <inkml:trace contextRef="#ctx0" brushRef="#br0" timeOffset="34">24574 4505 8912,'17'5'0,"0"1"0,-7 2 0,-4-3 0,-4-3 0,-4 12 0,-4-7 0,-6 3 0,5 9 0,-7 0 0,9 4 0,1-4 0,2 4 0,2 2 0,0 0 0,0 0 0,0-2 0,8-6 0,3 0 0,4 0 0,10-7 0,-4 3 0,8-7 0,-8-1 0,2-5 0,4-7 0,-1-3 0</inkml:trace>
  <inkml:trace contextRef="#ctx0" brushRef="#br0" timeOffset="35">24970 4694 8912,'0'17'0,"0"0"0,0 0 0,0 1 0,-8-1 0,6 0 0,-4 0 0,5 0 0,1 0 0,-6 1 0,0-1 0,2 0 0,2 0 0,-3-5 0,-1-1 0,0 1 0,-1 5 0,-3 0 0</inkml:trace>
  <inkml:trace contextRef="#ctx0" brushRef="#br0" timeOffset="36">24935 4556 8912,'0'-17'0,"0"0"0,0 0 0,-7-1 0,5 1 0,-4 0 0,4 7 0,4 3 0,4 7 0,5 0 0,5 0 0,1 0 0,0 0 0,8 7 0,2 3 0</inkml:trace>
  <inkml:trace contextRef="#ctx0" brushRef="#br0" timeOffset="37">26329 4453 8912,'-7'10'0,"-5"-5"0,3-1 0,-3 2 0,6-4 0,-5 4 0,7 3 0,-2 3 0,4 3 0,2 2 0,2-2 0,4-3 0,6 3 0,9-4 0,2 5 0,-2-1 0,-2-3 0,6-5 0,-6-1 0,4 0 0,-4-1 0,-2-5 0,0-2 0,0-3 0,1-5 0,-1-7 0,-2 0 0,-2 0 0,-1-1 0,-6 1 0,5 0 0,-7 0 0,4 7 0,-6 5 0,3 10 0,-3 7 0,4 9 0,-4 2 0,5 7 0,-5-3 0,4 5 0,-4-3 0,-2 4 0,0-5 0,0 5 0,0-1 0,0-3 0,-2-2 0,-4-6 0,-5 2 0,-4-8 0,-5 0 0,-2-3 0,2-5 0,-3-1 0,4-4 0,2-2 0,6-2 0,-1-4 0,8-11 0,-3-10 0</inkml:trace>
  <inkml:trace contextRef="#ctx0" brushRef="#br0" timeOffset="38">27293 4625 8912,'0'10'0,"0"5"0,0-4 0,0 5 0,0 8 0,0 3 0,0 8 0,0-5 0,-2 3 0,-2 3 0,-2 2 0,3 4 0,1-6 0,2 1 0,0-9 0,0-1 0,0 2 0,0-6 0,0-4 0,0-2 0,0-8 0,-8-1 0,-1-8 0</inkml:trace>
  <inkml:trace contextRef="#ctx0" brushRef="#br0" timeOffset="39">27155 4419 8912,'-11'9'0,"-1"-3"0,7-4 0,-7-2 0,8 0 0,-3-2 0,7-4 0,2 4 0,3-3 0,-3 3 0,14 9 0,-7 3 0</inkml:trace>
  <inkml:trace contextRef="#ctx0" brushRef="#br0" timeOffset="40">24918 5381 8912,'-7'18'0,"-5"-3"0,-1-2 0,-1-3 0,5-1 0,1 1 0,-3 1 0,7 5 0,6-5 0,5-3 0,11-1 0,-1 3 0</inkml:trace>
  <inkml:trace contextRef="#ctx0" brushRef="#br0" timeOffset="41">25039 5846 8912,'-18'0'0,"1"0"0,0 7 0,6-5 0,-1 4 0,8-4 0,4-2 0,10 0 0</inkml:trace>
  <inkml:trace contextRef="#ctx0" brushRef="#br0" timeOffset="42">25107 6379 8912,'-11'17'0,"1"0"0,3 0 0,-7-5 0,3-1 0,3-7 0,1 4 0,14-8 0,3 0 0,7 0 0</inkml:trace>
  <inkml:trace contextRef="#ctx0" brushRef="#br0" timeOffset="43">25090 6877 8912,'-11'17'0,"-1"1"0,-1-1 0,-2 0 0,5-7 0,-3 5 0,7-4 0,0-3 0,8 0 0,4-8 0,-2 0 0,7 0 0,-1 2 0,3 1 0,-1 3 0,1-2 0,-5 5 0,1-7 0,-3 4 0,-4 4 0,13-1 0,-5 8 0</inkml:trace>
  <inkml:trace contextRef="#ctx0" brushRef="#br0" timeOffset="44">27052 5450 8912,'-11'0'0,"-1"0"0,-1 0 0,-3 0 0,-1 0 0,0 0 0,0 0 0,1 2 0,3 2 0,2 2 0,7 7 0,-2-1 0,-3 3 0,-1 2 0</inkml:trace>
  <inkml:trace contextRef="#ctx0" brushRef="#br0" timeOffset="45">27138 6207 8912,'-17'0'0,"0"0"0,-1 0 0,1 0 0,8 0 0,1 0 0</inkml:trace>
  <inkml:trace contextRef="#ctx0" brushRef="#br0" timeOffset="46">27310 6740 8912,'-7'15'0,"-3"-2"0,0-1 0,-5-8 0,4 1 0,3-3 0,0-2 0,10 0 0,4 0 0,5 0 0,5-7 0,1 5 0,0-4 0,0 6 0,1 6 0,-3-2 0,-4 7 0,3-5 0,-9 5 0,1 1 0,-6 5 0,0 0 0,0 0 0,0-7 0,2-3 0,4-7 0,3-7 0,9-3 0</inkml:trace>
  <inkml:trace contextRef="#ctx0" brushRef="#br0" timeOffset="47">28325 2906 8912,'0'17'0,"0"-6"0,0 1 0,0 1 0,-5 2 0,-1 3 0,2-1 0,2 0 0,2 0 0,0 0 0,2 1 0,4-1 0,3 0 0,9-2 0,-1-1 0,0-3 0,0-7 0,6 4 0,0-8 0,-2 0 0,-2-2 0,-1-4 0,5-4 0,-1-7 0,1 0 0,-7-2 0,-3-2 0,-3-2 0,-3 2 0,5-4 0,-7 2 0,1 0 0,-6 6 0,0 0 0,0 0 0,0 7 0,0 2 0,0 24 0,0 7 0,0 9 0,2 8 0,4 6 0,-2 6 0,7 5 0,-5 4 0,5 8 0,-7-8 0,2-4 0,-4-5 0,-2-6 0,0-4 0,0-10 0,0-3 0,-8-4 0,-3-8 0,-5-6 0,-1-1 0,0-2 0,0-3 0,-6-5 0,0-2 0,2-3 0,-4-5 0,2-7 0,0-6 0,6-2 0,0 0 0,0 1 0,7-5 0,4 6 0,4 0 0,2 0 0,0 0 0,0 2 0,16-6 0,3 1 0</inkml:trace>
  <inkml:trace contextRef="#ctx0" brushRef="#br0" timeOffset="48">28945 3146 8912,'10'0'0,"5"-7"0,-4-5 0,5 5 0,1-1 0,2 0 0,4-3 0,-2 1 0,8-1 0,-1 7 0,7-9 0,-1 7 0,-1 0 0,-3 6 0,-1 0 0,-16 0 0,10-7 0,-13-3 0</inkml:trace>
  <inkml:trace contextRef="#ctx0" brushRef="#br0" timeOffset="49">28979 3473 8912,'-9'10'0,"1"-3"0,8-7 0,10-2 0,7-3 0,12-7 0,7-3 0,4-2 0,0-1 0,0 1 0,1 0 0,-1 0 0,2 0 0,2-1 0</inkml:trace>
  <inkml:trace contextRef="#ctx0" brushRef="#br0" timeOffset="50">29960 2888 8912,'0'-11'0,"0"0"0,0 7 0,0-12 0,-7 15 0,-5-5 0,-3 6 0,-2 6 0,-1 5 0,1 4 0,0 10 0,-2 4 0,-2 5 0,-2 6 0,2 4 0,9 8 0,-1 1 0,7 1 0,3-1 0,1-3 0,9-10 0,3 0 0,7-11 0,0-6 0,2-6 0,4-6 0,-2-3 0,8-8 0,-6-2 0,6-4 0,1-7 0,3-8 0,1-6 0,1-9 0,-3-4 0,-3-4 0,-4-2 0,-1 0 0,-12 2 0,-1-2 0,-7 4 0,-8 2 0,-7 0 0,-8 2 0,-16 9 0,1 6 0,-2 6 0,-5 6 0,5 3 0,-6 8 0,8 0 0,-1 8 0,1 3 0,-1 4 0,9 8 0,5 2 0,7 2 0,7-4 0,7 4 0,0-3 0,7-1 0,3-13 0,7 5 0,0-5 0</inkml:trace>
  <inkml:trace contextRef="#ctx0" brushRef="#br0" timeOffset="51">29737 3284 8912,'24'-8'0,"3"1"0,8-7 0,-1 3 0,0 1 0,1-1 0,-1-3 0,-1 9 0,-5-1 0,-5-2 0,2 6 0,-2-3 0,-2 3 0,-9 2 0,-3 0 0,-3 0 0,-4 0 0,6 0 0,-8 0 0</inkml:trace>
  <inkml:trace contextRef="#ctx0" brushRef="#br0" timeOffset="52">30356 2373 8912,'-2'-18'0,"-4"1"0,5 8 0,-7 3 0,8 14 0,0 7 0,0 6 0,0 9 0,0-1 0,0 2 0,0-1 0,0-1 0,8 0 0,-7-1 0,5 1 0,-4 1 0,-2-5 0,0-2 0,0 2 0,-2-2 0,-4-4 0,-5-6 0,3 3 0,-15-14 0,4 5 0</inkml:trace>
  <inkml:trace contextRef="#ctx0" brushRef="#br0" timeOffset="53">30064 2476 8912,'-18'0'0,"1"0"0,6 0 0,-1 0 0,8-8 0,-1 4 0,10-7 0,5 5 0,7-5 0,8 1 0,4-1 0,5-5 0,6 5 0,-3 3 0,7-5 0,-6 7 0,2 2 0,-2 2 0,-9 2 0,3-7 0,-5-3 0</inkml:trace>
  <inkml:trace contextRef="#ctx0" brushRef="#br0" timeOffset="54">30545 2888 8912,'-15'-1'0,"4"-5"0,7 4 0,15-4 0,1 4 0,11 4 0,-4 4 0,4-2 0,0 7 0,2 3 0,-4 7 0,2 1 0,-1 1 0,-4-5 0,-3 5 0,-4-1 0,-3 3 0,-8-2 0,-4 2 0,-5 6 0,-8-3 0,-14-1 0,-3 2 0,-1-3 0,-5-3 0,2-4 0,-1 2 0,-1-7 0,6-7 0,5-7 0,16 0 0,-18-15 0,12-4 0</inkml:trace>
  <inkml:trace contextRef="#ctx0" brushRef="#br0" timeOffset="55">30941 2820 8912,'0'-23'0,"0"0"0,0 2 0,-2 2 0,-3 2 0,-5 7 0,-7 6 0,0 16 0,-8 7 0,-4 15 0,-2 14 0,1 5 0,1 7 0,8-5 0,-2 10 0,12-8 0,5-1 0,4-3 0,2-1 0,15-10 0,8-8 0,10-9 0,7-14 0,-2-3 0,8-8 0,0-2 0,-2-4 0,-2-3 0,0-16 0,2-2 0</inkml:trace>
  <inkml:trace contextRef="#ctx0" brushRef="#br0" timeOffset="56">30201 2441 8912,'0'10'0,"0"-2"0,2-8 0,4 0 0,-2 0 0,7 0 0,8 0 0,2-2 0,8-4 0,2-4 0,1 1 0,8-4 0,0 5 0,-1 0 0,-3 1 0,-2 3 0,-5 2 0,-4 4 0,-4 3 0,-6 7 0,-9-4 0,2-1 0</inkml:trace>
  <inkml:trace contextRef="#ctx0" brushRef="#br0" timeOffset="57">28102 2527 8912,'15'-11'0,"-3"-1"0,-7-1 0,-3-2 0,-2-2 0,0 7 0,-6 12 0,1 15 0,1 12 0,2 9 0,2 8 0,0 11 0,0 6 0,0 4 0,8 17 0,1 10 0,-3-42 0,0 3 0,0 4 0,-1 2 0,-2 0 0,0 0 0,2 5 0,-1 0-37,1 1 1,-2 0 0,0-6 0,-2-2-1,-3-1 1,-2-1 0,-1-4 0,-1-1 36,-2-3 0,0-1 0,0 4 0,-1-2 0,-2 24 0,-1 1 0,8-22 0,-1-1 0,3-18 0,2 0 0,2-11 0,3 0 0,5-9 0,7-5 0,0-1 0,8-2 0,4-6 0,11-2 0,6-4 0,11-4 0,6-7 0,4 0 0,10-6 0,3 0 0,6-7-240,6 1 0,-37 13 0,3-1 240,7 0 0,2 0 0,1 2 0,1 1 0,6 0 0,0 0 0,0-1 0,1-1 0,0 0 0,1 0 0,4-1 0,0-1 0,0 1 0,-1 0 0,-4-1 0,1 2 0,-1 2 0,-1 1 0,-13 1 0,0 1 0,2 4 0,0 2 0,-2 2 0,-2 1 0,1 0 0,-1 2 0,-8 0 0,-3 0 0,41 0-626,-11 0 626,-9 0 0,1 0-59,4 0 0,-12 0 59,0 0 0,-13-6 0,-5 0 0,-6-7 0,1 2 0,-10-5 464,-1-1 1,-6 0-465,6 0 0,-8-1 0,2 1 685,-4 0-685,-2 0 0,-6-2 0,1-2 0,1-4 46,3-2 1,-5-3 0,1-9-47,1-1 0,-5-7 0,7 1 0,-6-12 0,1-5 0,-2-4 0,-3-11 0,1-8-1116,-2-9 1116,1 44 0,0 0 0,-4 0 0,1-1 0,3 1 0,0-1 0,-1 1 0,0-1-52,-1 0 0,-1 1 0,4-39 0,0 8 52,-2 9 0,-4 22 0,-6 18 0,-8 8 0,-7 10 0,2-2 0,-7 9 0,3-3 0,-6 5 0,-4 4 0,-1 2 0,0 0 1090,-1 0-1090,1 0 0,5 0 117,0 0 0,1 0-117,-7 0 0,-1 0 0,-2 0 0,-2 0 0,-1 0 0,-1 0 0,-2 0 0,0 0 0,-5 0 0,10 0 0,-6 0 0,-3 0 0,6 0 0,-6-6 0,6 1 0,-2 1 0,-2-6 0,-11 8 0,-3-3 0,-1 3 0,-2-6 0,-12 6 0,-3-4 0,-6 5-84,9 1 0,-11 0 0,12 0 84,-7 0 0,-3 0 0,-13 0 0,47 0 0,0 1 0,0 2 0,1 0 0,-43-1 0,-3 11 0,1-5 0,43-3 0,-1 0-88,0-4 1,0 2 0,-6 4 0,0 1 0,3-3-1,1 1 88,0 2 0,1 0 0,-1-3 0,1 1 0,-1 0 0,0-1 0,-1 2 0,0 0 0,-2 0 0,1 1 0,2 0 0,1 1 0,1 2 0,0 1 0,-39 11 0,14 0 0,14-6 0,13 6 0,22 0 0,5-2 0,4-9 0,9 3 0,4-4 0,4 5 0,2-5 0,0 1 0,0 1 119,0-5 1,2 7-120,4-4 0,11 8 0,12-1 0,3 3 0,3-19 0,-1 5 0</inkml:trace>
  <inkml:trace contextRef="#ctx0" brushRef="#br0" timeOffset="58">28618 5416 8912,'0'-17'0,"0"-1"0,0 1 0,6 0 0,1 0 0,3 0 0,1-1 0,7 1 0,-7 8 0,1 1 0,1 2 0,2 1 0,-5-9 0,-1 12 0,-5-1 0,2 6 0,-2 9 0,-10 11 0,-5 5 0,-12 5 0,-6 1 0,-5 8 0,-7 2 0,-5 0 0,-3 6 0,-3-4 0,1 3 0,-1 3 0,2-2 0,4-5 0,6-4 0,6-7 0,7-5 0,10-6 0,9-4 0,6-10 0,4-1 0,4-8 0,3 0 0,16-2 0,4-4 0,3-5 0,10-5 0,4-1 0,-4 0 0,2 0 0,-3 0 0,-5 1 0,4 3 0,-4 2 0,-9 7 0,-4-4 0,-4 2 0,-2 1 0,-7 7 0,-4 9 0,-8 12 0,-10 6 0,-9 11 0,-19 6 0,-6 13 0,-11 10 0,3-6-871,-3 5 871,3-3 0,10-4 0,4-3 0,6-7 0,7-7 0,10-9 0,7-9 0,10-8 0,8-9 0,4-3 0,3-4 0,10-2 0,3 0 0,5-8 0,1-3 0,1-5 0,-1-1 435,1 0 1,-1 0-436,0 0 0,1 7 0,-3-5 0,-3 3 0,3-11 0,-5-3 0</inkml:trace>
  <inkml:trace contextRef="#ctx0" brushRef="#br0" timeOffset="59">29306 5210 8912,'-17'9'0,"0"-3"0,0-4 0,0-2 0,-1 0 0,1 7 0,0 5 0,0 5 0,-1 6 0,1 13 0,0 16 0,2 9 0,3 6 0,5 7 0,7 1 0,0-3 0,0-1 0,2-4 0,3-4 0,3-10 0,5-9 0,-1-2 0,-3-1 0,3-7 0,3-9 0,-3-6 0,3-8 0,2-3 0,0-2 0,1-6 0,-1-4 0,0-8 0,0-7 0,0-15 0</inkml:trace>
  <inkml:trace contextRef="#ctx0" brushRef="#br0" timeOffset="60">29427 5536 8912,'0'-17'0,"0"7"0,0 3 0,0 20 0,0 4 0,0 6 0,0-2 0,0 4 0,2 0 0,3 0 0,-3-2 0,12-6 0,-8 0 0,7-5 0,-2-1 0,5-5 0,1 3 0,0-1 0,0-4 0,1-2 0,-1-2 0,-6-8 0,1-3 0,1-5 0,-5-1 0,5 0 0,-7 0 0,0-2 0,-5-2 0,5-2 0,-4 6 0,4 5 0,-4 8 0,-2-3 0,0 10 0,0 9 0,2 1 0,3 16 0,5 3 0,0 7 0,5-3 0,-8 8 0,5-4 0,1 2 0,-5 4 0,2-6 0,-7-4 0,3-1 0,-4-1 0,-4-2 0,-4-3 0,-5-6 0,-4-4 0,-10-7 0,-4-3 0,-2-1 0,1-4 0,1-2 0,8-4 0,-2-4 0,4-9 0,2-8 0,7-8 0,3 2 0,7-9 0,0-2 0,0 0 0,7-2 0,3-2 0</inkml:trace>
  <inkml:trace contextRef="#ctx0" brushRef="#br0" timeOffset="61">29960 5811 8912,'0'17'0,"0"1"0,0-9 0,0 1 0,0-4 0,2 1 0,2 7 0,2-3 0,-2 2 0,-2 3 0,3 1 0,1 0 0,0 0 0,-1 0 0,1 1 0,-2-1 0,0 0 0,2 0 0,-5 0 0,7-1 0,0-5 0,-6-3 0,5-8 0</inkml:trace>
  <inkml:trace contextRef="#ctx0" brushRef="#br0" timeOffset="62">30046 5433 8912,'-26'10'0,"3"-3"0,4-1 0,1 0 0,9 1 0,1-3 0,0 2 0,7 2 0,-5-3 0,4-3 0,2 6 0,0-8 0,8 0 0,-5-2 0,9-4 0,-6 2 0,3-7 0,-1-2 0,-2 5 0,-5 0 0,5 8 0,-4 0 0,6 0 0,-8 0 0,0 0 0</inkml:trace>
  <inkml:trace contextRef="#ctx0" brushRef="#br0" timeOffset="63">30201 5760 8912,'0'11'0,"0"1"0,0-9 0,0 5 0,0-8 0,2-2 0,4-4 0,2 3 0,3-9 0,4 6 0,-3-5 0,3-2 0,10 5 0,-10-2 0,8 5 0,-8 1 0,8-8 0,-3 9 0,-3-3 0,0-4 0,8 1 0,2-8 0</inkml:trace>
  <inkml:trace contextRef="#ctx0" brushRef="#br0" timeOffset="64">30855 5588 8912,'-17'0'0,"0"-2"0,0-4 0,5 4 0,1-4 0,7-3 0,-6 7 0,4-4 0,5 6 0,-5 6 0,4 4 0,2 7 0,0 8 0,0 3 0,0 5 0,0 1 0,0 1 0,6 5 0,-1 0 0,9 0 0,-3-6 0,3-5 0,-1-2 0,-2-3 0,1-3 0,5-9 0,0-4 0,1-8 0,5-2 0,-1-6 0,-1-9 0,-1 0 0,-5-16 0,-2 5 0,-1-5 0,1-1 0,-5-1 0,-2 1 0,-5 0 0,-1-1 0,0 6 0,0 1 0,-7 7 0,-3-2 0,-1 6 0,-1 5 0,-1 6 0,-2 5 0,-3 1 0,1 0 0,0 0 0,7 7 0,-3-3 0,7 8 0,-7-1 0,3 6 0</inkml:trace>
  <inkml:trace contextRef="#ctx0" brushRef="#br0" timeOffset="65">30735 5811 8912,'-12'16'0,"1"-3"0,-3-2 0,7-7 0,-1 4 0,8-10 0,0-4 0,10 2 0,7-7 0,2 1 0,10-3 0,1 2 0,-3 1 0,2-1 0,-3-5 0,3 7 0,-6-1 0,-4-5 0,-2 5 0,1-7 0</inkml:trace>
  <inkml:trace contextRef="#ctx0" brushRef="#br0" timeOffset="66">31044 5261 8912,'10'10'0,"0"3"0,-7-5 0,3 1 0,0 3 0,-6 5 0,0 2 0,0 4 0,0 2 0,0 3 0,0 5 0,0-6 0,0-1 0,0 7 0,0-5 0,0-1 0,-2 0 0,-4-2 0,4-2 0,-13-14 0,5 7 0,-7-7 0</inkml:trace>
  <inkml:trace contextRef="#ctx0" brushRef="#br0" timeOffset="67">30872 5244 8912,'-11'0'0,"-1"0"0,9-2 0,-3-4 0,4-3 0,4-3 0,4 1 0,5-3 0,6 5 0,6-3 0,2 7 0,4-7 0,3 8 0,-3-1 0,3 3 0,1 2 0,-4 0 0,3 7 0,-5 3 0</inkml:trace>
  <inkml:trace contextRef="#ctx0" brushRef="#br0" timeOffset="68">31320 5571 8912,'0'-10'0,"0"-5"0,0 13 0,2-12 0,3 9 0,-1-1 0,8 6 0,-7 0 0,7 0 0,-1 6 0,7-1 0,-7 9 0,1-3 0,-1 5 0,-1 3 0,-5 4 0,-3-4 0,-2 6 0,0-8 0,0 6 0,0 0 0,-7 1 0,-5-3 0,-3 2 0,-4 0 0,-4-6 0,4-7 0,-6 3 0,8-7 0,-1 0 0,1-6 0,8-8 0,1-1 0</inkml:trace>
  <inkml:trace contextRef="#ctx0" brushRef="#br0" timeOffset="69">31630 5519 8912,'-12'6'0,"1"-1"0,-3-1 0,5 0 0,-3 2 0,-1 5 0,3-1 0,-1 1 0,1 1 0,-1 5 0,1 2 0,4 4 0,5-4 0,-7 8 0,8-4 0,2-4 0,4 6 0,5 0 0,4-6 0,2 4 0,1-4 0,-1-8 0,0 1 0,6-9 0,0 3 0,-2-4 0,-2-2 0,-2 0 0</inkml:trace>
  <inkml:trace contextRef="#ctx0" brushRef="#br0" timeOffset="70">31784 5725 8912,'10'8'0,"-2"-4"0,-8 7 0,0 1 0,0 5 0,0 0 0,0 0 0,0 0 0,0 8 0,0-6 0,0 4 0,0-4 0,0-1 0,2 1 0,3 4 0,-3-10 0,4 4 0,-4-11 0,5 9 0,3-5 0</inkml:trace>
  <inkml:trace contextRef="#ctx0" brushRef="#br0" timeOffset="71">31836 5416 8912,'-10'-17'0,"1"5"0,3 1 0,4 7 0,-5-4 0,7 8 0,0 2 0,0 4 0,0-4 0,0 13 0,0-13 0,2 6 0,3-8 0,-3 0 0,6 0 0,-8 0 0,-2 0 0,-4 0 0,-3 0 0,-9 0 0</inkml:trace>
  <inkml:trace contextRef="#ctx0" brushRef="#br0" timeOffset="72">31733 4969 8912,'17'-15'0,"0"3"0,8 4 0,4 8 0,11 0 0,4 8 0,9 5 0,3 10 0,-1 14 0,-5 12 0,-6 11 0,-6 18 0,-3 6-1231,-9 6 1231,-18-41 0,-2 1 0,1 38 0,-8 4 0,-5-8 0,-6-10 0,-9-1 105,-2-16 1,-1 0-106,1-5 0,3-2 0,-2-4 0,2-6 0,3-12 0,6-3 0,-1-8 0,1-7 0,-6-3 232,-1-7 1,1-15-1,0-4 1</inkml:trace>
  <inkml:trace contextRef="#ctx0" brushRef="#br0" timeOffset="73">32335 4384 8912,'2'-17'0,"4"0"0,3 0 0,3-1 0,-1 1 0,6 0 0,8 0 0,2 0 0,-4 5 0,4 3 0,-2 1 0,5 2 0,-11 14 0,2 3 0,-5 7 0,-5 5 0,-7 3 0,2 11 0,-4 3 0,-10 4 0,-2 1 0,-7-1 0,0-2 0,0 4 0,0-6 0,-1-1 0,7-3 0,-1-2 0,9-7 0,-3-4 0,4-4 0,2-2 0,2-7 0,4-4 0,11-5 0,12-1 0,3 0 0,10-7 0,4-5 0,4-3 0,-1-8 0,-3 0 0,-6 2 0,-3 2 0,-7 8 0,-5 1 0,-8 2 0,-11 3 0,0 7 0,-14 5 0,-11 9 0,-13 5 0,-18 17 0,-11-2 0</inkml:trace>
  <inkml:trace contextRef="#ctx0" brushRef="#br0" timeOffset="74">28412 7135 8912,'0'12'0,"-2"-3"0,-2 1 0,-4-1 0,0 5 0,1 1 0,1 2 0,6 0 0,0 1 0,0 1 0,0 2 0,0 3 0,0 3 0,2-4 0,2 4 0,3-2 0,3-4 0,2 4 0,5-3 0,0-1 0,0-9 0,0-6 0,1-4 0,-9-2 0,14-16 0,-4-3 0</inkml:trace>
  <inkml:trace contextRef="#ctx0" brushRef="#br0" timeOffset="75">28377 6843 8912,'0'11'0,"0"1"0,0-6 0,0 5 0,0-7 0,0 11 0,0-5 0,0 7 0,0 0 0,8-7 0,-4-3 0,7-7 0,2 0 0,3 0 0,-5-7 0,-1-5 0,-3-3 0,-3-2 0,4 5 0,-2 1 0,-1-1 0,-10 1 0,-1-1 0,-8 16 0,5-2 0,-8 15 0</inkml:trace>
  <inkml:trace contextRef="#ctx0" brushRef="#br0" timeOffset="76">29685 7410 8912,'-17'6'0,"0"2"0,1 1 0,3 5 0,1 5 0,1 7 0,1 9 0,3 9 0,7-2 0,0 2 0,2 2 0,3 5 0,9 1 0,7-1 0,0-5 0,6-2 0,-1-2 0,1-4 0,-6-1 0,2-5 0,-4-3 0,-2-6 0,1-4 0,-1-2 0,-8-15 0,-1-19 0,-8-20 0</inkml:trace>
  <inkml:trace contextRef="#ctx0" brushRef="#br0" timeOffset="77">30098 7273 8912,'8'-10'0,"-6"3"0,11 10 0,-5 9 0,1 11 0,-5 9 0,2 8 0,-2 10 0,-1 9 0,3 2 0,0 2 0,-6 6 0,0-6 0,0 0 0,0-4 0,0 1 0,0-11 0,0-5 0,2-4 0,3-5 0,5-16 0,7-4 0</inkml:trace>
  <inkml:trace contextRef="#ctx0" brushRef="#br0" timeOffset="78">28429 8923 8912,'-8'-9'0,"6"-1"0,-4 4 0,5 4 0,2-3 0,5 10 0,6 9 0,5 7 0,6 8 0,-2 5 0,8 6 0,3 8 0,6 7 0,-1-1 0,3 5 0,-4 0 0,-2-5 0,-1 1 0,-4-7 0,1-8 0,-7-11 0,0 1 0,-6-7 0,-7 0 0,-2-13 0,-8-3 0,0-9 0,0-3 0,-2-7 0,-4-9 0,-6-2 0,-3-7 0,-10-5 0,-1-9 0</inkml:trace>
  <inkml:trace contextRef="#ctx0" brushRef="#br0" timeOffset="79">28842 8872 8912,'0'-12'0,"0"1"0,7 7 0,-5-11 0,4 3 0,-4 5 0,-2-3 0,0 4 0,-2 6 0,-2 2 0,-2 13 0,1 10 0,-3 12 0,-3 3 0,-5 4 0,-1 7 0,-2 8 0,-4 4 0,-4-1 0,-7 1 0,-1-8 0,1 2 0,0 3 0,-1-3 0,1-7 0,-1-12 0,3-6 0,3-3 0,4-8 0,8-4 0,8-9 0,1-16 0,16 2 0,3-9 0,4-6 0,3-4 0,6-11 0,3-8 0,8-8 0</inkml:trace>
  <inkml:trace contextRef="#ctx0" brushRef="#br0" timeOffset="80">29272 9267 8912,'2'-15'0,"4"3"0,-4-3 0,11 6 0,-7-9 0,7 1 0,-3 0 0</inkml:trace>
  <inkml:trace contextRef="#ctx0" brushRef="#br0" timeOffset="81">29427 9044 8912,'0'-18'0,"2"1"0,2 0 0,1 0 0,1 0 0,-6-1 0,0 1 0,0 0 0,0 0 0,0 0 0,0-1 0,0 9 0,0 1 0,-2 8 0,-4 0 0,-3 2 0,-1 4 0,-5 11 0,5 4 0,-7 8 0,0 1 0,0 10 0,0 2 0,-1 8 0,1 2 0,6-5 0,-1 11 0,1-5 0,1 1 0,4 3 0,5-3 0,2 3 0,5-6 0,6-5 0,5-9 0,6-9 0,2-9 0,3-1 0,5-9 0,-4-9 0,3-2 0,2-5 0,1-9 0,-1-7 0,1-3 0,-1-3 0,-5-7 0,-1-4 0,-6 3 0,0-3 0,-4 4 0,-7 1 0,-3 3 0,-8 3 0,-2-3 0,-4 1 0,-5-7 0,-12 9 0,-4-9 0,-7 13 0,1 1 0,4-1 0,-1 4 0,7 9 0,-6-1 0,6 7 0,0 0 0,6 6 0,0 0 0,7 8 0,5 4 0,3 3 0,2-6 0,0 7 0,0-7 0</inkml:trace>
  <inkml:trace contextRef="#ctx0" brushRef="#br0" timeOffset="82">29375 9439 8912,'-7'10'0,"-3"-3"0,-5-5 0,3 4 0,3-4 0,3 4 0,4-5 0,-4-1 0,12 0 0,5 0 0,7 0 0,3 0 0,2 0 0,7-1 0,-3-3 0,2-4 0,-1-2 0,1 7 0,4-11 0,-5 7 0,-5-3 0,-4 6 0,-1-5 0,-1 3 0,0 4 0,-2-7 0,-3 3 0,-5 4 0,-7-6 0,0 8 0,-7 0 0,3 6 0,-8 0 0,9-1 0,-7 1 0,4 0 0,4 0 0,-13-6 0,6 0 0</inkml:trace>
  <inkml:trace contextRef="#ctx0" brushRef="#br0" timeOffset="83">30184 9250 8912,'-17'9'0,"0"-1"0,-1-2 0,1 0 0,10-1 0,7-5 0,9-2 0,6-3 0,10 1 0,4-6 0,3 3 0,3-5 0,-1 5 0,1-3 0,-3-1 0,-3 1 0,1 2 0,-7 6 0,-2-3 0,-1 3 0,-3-6 0,-8 8 0,-9 0 0,-9 0 0,-8 0 0,7 0 0,-5 0 0,5 0 0</inkml:trace>
  <inkml:trace contextRef="#ctx0" brushRef="#br0" timeOffset="84">30700 8940 8912,'-17'0'0,"6"0"0,-1 0 0,6 2 0,-5 4 0,7-2 0,-2 7 0,4 1 0,2 5 0,2 0 0,4 0 0,6 1 0,11-1 0,-2-6 0,7 1 0,-7-7 0,2 7 0,2-8 0,-2 1 0,6-3 0,-6-4 0,-2-3 0,4-5 0,-4-7 0,-4 0 0,-4 0 0,-1-1 0,-1-5 0,1 1 0,-9-7 0,3 6 0,-4 0 0,-2 6 0,0 0 0,0-1 0,0 9 0,0 3 0,0 12 0,0 5 0,0 14 0,0 10 0,0 7 0,0 9 0,0 3 0,0 3 0,0-4 0,0 5 0,0-5 0,2-1 0,2-2 0,2-5 0,-1-3 0,-5-7 0,-7-1 0,-5 1 0,-9 3 0,-2-4 0,-13 2 0,-1-13 0,-5-2 0,-5-1 0,-11-11 0,3-1 0,-8-8 0,0-12 0,-6-11 0,-8-11 0,-1-18 0</inkml:trace>
  <inkml:trace contextRef="#ctx0" brushRef="#br0" timeOffset="85">27672 9061 8912,'5'-19'0,"1"-2"0,-2-2 0,-2 2 0,-4 9 0,-2 10 0,-2 12 0,1 11 0,5 17 0,0 4 0,0 2 0,5 8 0,1 7 0,0 2 0,1 4 0,3-6 0,1 6 0,-1-6 0,0 3 0,-1 2 0,1-10 0,1-2 0,3-12 0,-7-2 0,1-8 0,1-9 0,1-7 0,-6-7 0,11-7 0,-7-9 0,5-8 0,-1-10 0,-9-13 0,13-12 0,-7-9 0</inkml:trace>
  <inkml:trace contextRef="#ctx0" brushRef="#br0" timeOffset="86">27999 8923 8912,'0'-28'0,"0"-1"0,0 0 0,0 3 0,0 1 0,0 8 0,0-1 0,0 1 0,0 8 0,0 30 0,0 19 0,0 9 0,7 20 0,-3-4 0,6 15 0,-3 2-183,-1-5 0,0 1 183,-1-3 0,7-3 0,-4 7 0,-1-5 0,3-7 0,-1-8 0,-5-5 0,9-8 0,-5-4 0,2-6 0,1-13 0,6-10 0,-1-9 0,-5-6 0,12-13 0,-4-12 0</inkml:trace>
  <inkml:trace contextRef="#ctx0" brushRef="#br0" timeOffset="87">31303 8631 8912,'-12'-2'0,"1"-2"0,-3-2 0,5-5 0,-3 5 0,8 1 0,-3 12 0,7 7 0,0 7 0,0 9 0,0 8 0,5 6 0,3 10 0,2 1 0,3 3 0,2 6 0,-3-2 0,-1 4 0,3-3 0,-7-5 0,1-10 0,-2-4 0,-1-2 0,1-10 0,-6-7 0,0-8 0,2-2 0,4-3 0,-2-6 0,7-12 0,1-11 0,5-10 0</inkml:trace>
  <inkml:trace contextRef="#ctx0" brushRef="#br0" timeOffset="88">31561 8528 8912,'-12'-17'0,"1"-1"0,-3 1 0,7 8 0,-9 1 0,15 16 0,-7 9 0,8 13 0,0 9 0,0 5 0,2 7 0,4 1 0,-3-1 0,9 1 0,-6 1 0,3 3 0,-1 1 0,5 0 0,-5-5 0,3 0 0,5-7 0,-5 1 0,-1-2 0,-1 2 0,1-6 0,-1-4 0,1-9 0,1-4 0,5-11 0,-7 3 0,8-6 0</inkml:trace>
  <inkml:trace contextRef="#ctx0" brushRef="#br0" timeOffset="89">31836 9181 8912,'-8'-17'0,"6"0"0,-11 0 0,7-1 0,3 1 0,1 6 0,4-1 0,3-1 0,7-2 0,11 3 0,7 3 0,7-1 0,3 0 0,2 7 0,-2-3 0,-6 6 0,1 6 0,-1 3 0,-17 10 0,1 4 0,-3 4 0,-9 9 0,-2 4 0,-12 4 0,-9 8 0,-2-6 0,-10 0 0,0-6 0,-3 4 0,1-2 0,2-4 0,8-8 0,-2-1 0,10-10 0,2-2 0,7 1 0,-4-16 0,12 3 0,7-10 0,9-5 0,16-7 0,4 0 0,-4-8 0,14 4 0,-6-6 0,0 2 0,-2 2 0,-8 6 0,-1 0 0,-4 0 0,1-1 0,-7 1 0,-8 0 0,1-8 0,-7-2 0</inkml:trace>
  <inkml:trace contextRef="#ctx0" brushRef="#br0" timeOffset="90">31819 8201 8912,'2'-44'0,"3"4"0,7 6 0,5 3 0,6 2 0,2 14 0,6 0 0,-3 5 0,-7 5 0,4 5 0,-2 2 0,0 1 0,-2 3 0,4 9 0,-2 3 0,0-1 0,-8 15 0,-2-3 0,-1 3 0,-8 3 0,2-1 0,-5 1 0,-1-1 0,0 0 0,0 1 0,0-1 0,0-5 0,0-1 0,6-7 0,0 2 0,7-9 0,-1-5 0,3-1 0,10-2 0,2-8 0,7-4 0,8-9 0,4-8 0,4-6 0,1 6 0,1 0 0,0 6 0,-1 0 0,-7 0 0,-2 7 0,-9 4 0,-4 4 0,-10 2 0,-8 0 0,-7 8 0,2 4 0,-4 3 0,-2 2 0,-8 0 0,-2 0 0</inkml:trace>
  <inkml:trace contextRef="#ctx0" brushRef="#br0" timeOffset="91">5421 5192 8912,'9'-7'0,"-1"-3"0,-8 1 0,0-1 0,0 4 0,2 4 0,2-1 0,1 6 0,9 7 0,-1 7 0,8 0 0,0 8 0,8 4 0,2 3 0,3 3 0,4-1 0,2 0 0,-1 1 0,5-1 0,-10 1 0,0-1 0,1-7 0,-7-4 0,-5-4 0,-5-2 0,-1-7 0,-15-3 0,3-7 0,-10 0 0,-7 0 0,3-6 0,-3 1 0,1-9 0,-6-3 0,-1-10 0</inkml:trace>
  <inkml:trace contextRef="#ctx0" brushRef="#br0" timeOffset="92">5903 5055 8912,'-18'23'0,"-1"3"0,-4 7 0,-3 5 0,-9 16 0,1 3 0,-6 4 0,-3 8 0,1-2 0,0-4 0,4-10 0,8-9 0,5-4 0,6-7 0,-2-14 0,21-6 0,0-9 0,9-6 0,6-5 0,4-18 0,4-4 0,-3-3 0,4-3 0</inkml:trace>
  <inkml:trace contextRef="#ctx0" brushRef="#br0" timeOffset="93">6643 5192 8912,'-10'2'0,"2"2"0,1 4 0,-5-1 0,-3 1 0,-2 0 0,0-3 0,1 7 0,3 3 0,1 2 0,1 2 0,-4 2 0,3 2 0,-1 14 0,7-3 0,2 2 0,2 1 0,2-3 0,8 0 0,1-1 0,9-4 0,1-7 0,4-2 0,-2-5 0,7-4 0,-5-3 0,4-8 0,-2 0 0,6-8 0,-5-3 0,3-6 0,0-6 0,-1-4 0,-1-7 0,-4-1 0,0-5 0,-6 0 0,2 0 0,-13 4 0,-2-5 0,-2 5 0,-4-6 0,-6 10 0,-9 3 0,0 4 0,-16 8 0,5 2 0,-5 3 0,-1 5 0,1 7 0,5 0 0,5 0 0,4 7 0,1 3 0,3 7 0,4 0 0,-5 0 0,14 2 0,-3 4 0,3-4 0,2 6 0,0-8 0</inkml:trace>
  <inkml:trace contextRef="#ctx0" brushRef="#br0" timeOffset="94">6453 5502 8912,'-7'15'0,"-5"-3"0,3-3 0,-3-3 0,1 3 0,1 1 0,4-2 0,12-8 0,6 0 0,5 0 0,6 0 0,3-2 0,9-4 0,-8 4 0,5-11 0,-3 5 0,1 0 0,-1 1 0,2-5 0,-6 7 0,1 1 0,-5-6 0,4 8 0,-8-3 0,-1 1 0,-5-2 0,-3 4 0,-8-6 0,0 8 0,-2 0 0,-4 0 0,-3 0 0,-9 0 0</inkml:trace>
  <inkml:trace contextRef="#ctx0" brushRef="#br0" timeOffset="95">6384 5141 8912,'0'17'0,"-5"0"0,-3 0 0,-2 1 0,5-9 0,-7-3 0,8-4 0,-3-2 0,7-2 0,0-4 0,6 2 0,-1-7 0,9-8 0,-7 0 0,5-4 0,3 2 0,-3-2 0,-3 4 0,3-4 0,-7 4 0,5 1 0,-2 1 0,-1 2 0,-3 2 0,2 1 0,7 1 0,-11-7 0,6 9 0,-1 1 0,3 8 0,5 2 0,-3 4 0,3-2 0,-4 7 0,3-5 0,-3 5 0,5-1 0,-5 1 0,4 5 0,3-5 0,-1-1 0,0 1 0,0-5 0,0 3 0,1-1 0,6 5 0,3-3 0</inkml:trace>
  <inkml:trace contextRef="#ctx0" brushRef="#br0" timeOffset="96">7314 5364 8912,'-12'10'0,"1"-4"0,7-5 0,-4-1 0,8 0 0,2 0 0,4 0 0,5 0 0,5 0 0,1 0 0,0 0 0,8-5 0,4-1 0,-3-5 0,1 3 0,0-2 0,0-3 0,-6 5 0,11-15 0,-5 4 0</inkml:trace>
  <inkml:trace contextRef="#ctx0" brushRef="#br0" timeOffset="97">7744 5124 8912,'0'11'0,"0"0"0,2 3 0,4 1 0,1-3 0,7-1 0,-1 2 0,6 3 0,-2 1 0,6 0 0,2-7 0,-2-5 0,6-3 0,-6-2 0,2 0 0,-4-2 0,2-5 0,-2-10 0,-4-1 0,-6-5 0,5-1 0,-5 1 0,-3 0 0,-3 6 0,-3-1 0,-2 1 0,0 6 0,0-1 0,0 8 0,0-1 0,0 10 0,0 5 0,0 7 0,0 8 0,0 4 0,0 3 0,0 3 0,0 5 0,0 0 0,2 0 0,4-6 0,-4 1 0,4-1 0,-5-5 0,-1-1 0,0-7 0,0 2 0,-1-4 0,-5-1 0,-6-7 0,-11 1 0,2-9 0,-7 3 0,5-4 0,-6-2 0,2 0 0,-1 0 0,-3-2 0,8-4 0,0-3 0,6-8 0,2-1 0,3 1 0,5-8 0,7-1 0,0-9 0</inkml:trace>
  <inkml:trace contextRef="#ctx0" brushRef="#br0" timeOffset="98">8467 5072 8912,'0'-10'0,"0"5"0,0 10 0,0 5 0,0 7 0,0 8 0,0 4 0,0 9 0,0 4 0,0 0 0,0 0 0,5 6 0,1-2 0,0-4 0,-6-2 0,6-10 0,-1-3 0,-1-2 0,0-2 0,2-6 0,-2-7 0,7-5 0,-5-10 0,5-7 0,6-5 0,6-6 0,0-4 0,-5-7 0</inkml:trace>
  <inkml:trace contextRef="#ctx0" brushRef="#br0" timeOffset="99">8828 4986 8912,'0'10'0,"2"-1"0,4-3 0,-4-2 0,3 7 0,-1 1 0,2 5 0,-4-8 0,5 12 0,-7-2 0,0 6 0,0-4 0,0 14 0,0-1 0,0 2 0,0 8 0,0-2 0,0-2 0,0-5 0,0-1 0,0 1 0,0-1 0,0-2 0,0-3 0,0-4 0,-7 0 0,-3 2 0</inkml:trace>
  <inkml:trace contextRef="#ctx0" brushRef="#br0" timeOffset="100">4922 5055 8912,'0'-8'0,"-2"8"0,-2 12 0,-2 9 0,0 5 0,6 11 0,0 3 0,0 6 0,0 5 0,0 7 0,0 1 0,0 4 0,0-8 0,0-5 0,0-4 0,0-8 0,0 2 0,0-11 0,0-6 0,0-14 0,0-9 0,6-7 0,0-11 0,5-7 0,-5-3 0,8-12 0,-5-4 0</inkml:trace>
  <inkml:trace contextRef="#ctx0" brushRef="#br0" timeOffset="101">5094 4986 8912,'11'-23'0,"1"0"0,-8 0 0,1 6 0,-3 0 0,-2 7 0,0 3 0,0 9 0,0 3 0,0 7 0,0 11 0,0 5 0,0 12 0,0 6 0,0-2 0,0 2 0,0 2 0,0 2 0,0 1 0,0 1 0,0-3 0,0-3 0,0 2 0,0-8 0,0 0 0,0-5 0,0-9 0,0-3 0,0-4 0,0-7 0,0-1 0,0-7 0,0 2 0,0-12 0,0-5 0,0-12 0,0-4 0</inkml:trace>
  <inkml:trace contextRef="#ctx0" brushRef="#br0" timeOffset="102">9086 4900 8912,'17'0'0,"1"0"0,-1 0 0,0 0 0,0 0 0,-1-2 0,-3-2 0,-2-1 0,5 1 0,5 2 0,-2-4 0,4 0 0,-4 1 0,-2 5 0,0 0 0,-5 0 0,-3 2 0,-1 3 0,-2 5 0,-6 7 0,-8 6 0,-3 2 0,-5 2 0,-1 3 0,0 3 0,0 1 0,-1 0 0,1-7 0,8 4 0,3-8 0,4 0 0,2-6 0,8-2 0,5-4 0,8-5 0,8-4 0,9-4 0,4-4 0,2-5 0,-6-4 0,4-2 0,-7-1 0,-3 1 0,-3 0 0,-4-8 0,-8-2 0</inkml:trace>
  <inkml:trace contextRef="#ctx0" brushRef="#br0" timeOffset="103">4457 4917 8912,'15'-11'0,"-1"-1"0,-5-1 0,-1-2 0,-2 5 0,-6 6 0,0 14 0,0 7 0,0 2 0,0 8 0,0 2 0,0 1 0,0-1 0,0 3 0,0-3 0,0 1 0,0-1 0,2 4 0,1-7 0,3 1 0,0 0 0,-6-6 0,2 2 0,4-2 0,-5-10 0,-1 5 0,-9-7 0</inkml:trace>
  <inkml:trace contextRef="#ctx0" brushRef="#br0" timeOffset="104">4354 5502 8912,'-10'7'0,"3"-5"0,7 6 0,0-8 0,7-2 0,7-4 0,7-5 0,5-4 0,9-4 0,-1-3 0,1 0 0,-1-1 0,2 7 0,1 3 0,-3 2 0,-3 7 0,-14-4 0,-7 23 0,-3 4 0</inkml:trace>
  <inkml:trace contextRef="#ctx0" brushRef="#br0" timeOffset="105">4560 5674 8912,'18'7'0,"-1"5"0,-8-5 0,-1 9 0,-8-14 0,0 13 0,0-4 0,0-1 0,0 1 0,0 1 0,0 5 0,0 0 0,-2 2 0,-4 4 0,4-4 0,-5 4 0,-1-4 0,6-7 0,-4-1 0,5 1 0,-7-3 0,6-1 0,-6-16 0,8-5 0,0-8 0,0 0 0,0-8 0,2 1 0,4-7 0,-2 7 0,7-1 0,1 8 0,5-2 0,0 4 0,0 2 0,2 1 0,4 5 0,-2 3 0,8 8 0,0 8 0,5 3 0,1 12 0,-1 6 0,-5 2 0,-1-1 0,3-1 0,-4-1 0,0 5 0,-3-4 0,7-5 0,-4-6 0</inkml:trace>
  <inkml:trace contextRef="#ctx0" brushRef="#br0" timeOffset="106">9895 5605 8912,'11'0'0,"1"0"0,1 0 0,3 0 0,3-2 0,6-4 0,7-3 0,6-1 0,8-5 0,-4 3 0,0-3 0,0-2 0,-1 7 0,-9 3 0,-3-1 0,1 6 0,-7-3 0,-5 3 0,-7 2 0,-9 0 0,-2 0 0,0 0 0,-23 7 0,4 3 0</inkml:trace>
  <inkml:trace contextRef="#ctx0" brushRef="#br0" timeOffset="107">10428 5210 8912,'10'0'0,"5"0"0,-3 0 0,3 0 0,2 0 0,0 0 0,14 1 0,4 5 0,1 6 0,6 3 0,-2 2 0,0 6 0,-5 0 0,-3 8 0,-3-5 0,-6 1 0,-4 5 0,-10-5 0,-3 6 0,-4-5 0,-10 5 0,-3-12 0,-12 8 0,-4-1 0,0-1 0,-3-4 0,7-12 0,-6 3 0,6-9 0,-7 1 0,3-6 0</inkml:trace>
  <inkml:trace contextRef="#ctx0" brushRef="#br0" timeOffset="108">11254 5364 8912,'10'0'0,"-2"-2"0,-8-3 0,0 3 0,7-6 0,-5 10 0,4 4 0,-4 3 0,-2 8 0,0 3 0,0 2 0,0-2 0,0 4 0,0-6 0,0-1 0,0-8 0,0 7 0,0-5 0,0 4 0,0-3 0,0-1 0,0-7 0,0 2 0,0-12 0,0-5 0,0-12 0,0-6 0,0-11 0,0-4 0,0-8 0,6-5 0,1 0 0,3 1 0,1 5 0,5 5 0,-3 8 0,-2 7 0,1 6 0,5 10 0,0 4 0,1 5 0,-1 4 0,0 12 0,0 7 0,0 10 0,1 5 0,-1 4 0,0 2 0,0 3 0,0 6 0,-5-10 0,-1 3 0,3-4 0,-7-3 0,1-3 0,-2-3 0,0-2 0,5 3 0,-5-5 0,-1 0 0,-5-6 0,0-7 0,0 5 0,0-13 0,0 6 0</inkml:trace>
  <inkml:trace contextRef="#ctx0" brushRef="#br0" timeOffset="109">11237 5313 8912,'25'-10'0,"6"2"0,7 1 0,4 3 0,6-7 0,-2-3 0,7-1 0,8-2 0</inkml:trace>
  <inkml:trace contextRef="#ctx0" brushRef="#br0" timeOffset="110">11788 5227 8912,'2'17'0,"4"0"0,-4-7 0,5 5 0,-7-4 0,0-1 0,0 1 0,8-7 0,-6 12 0,5-7 0,1 1 0,-4 3 0,7-7 0,-7 1 0,2-1 0,-2-4 0,1 4 0,-3-4 0,6-2 0,0-8 0,-6-2 0,5-7 0,1 0 0,-6 0 0,11-6 0,-5 0 0,1 2 0,5 2 0,7 2 0,2 0 0,2 5 0,-2 1 0,3 7 0,9-12 0,-1 7 0</inkml:trace>
  <inkml:trace contextRef="#ctx0" brushRef="#br0" timeOffset="111">12442 5261 8912,'0'-9'0,"0"-1"0,0 4 0,-8 2 0,-3-7 0,-5 7 0,-1-5 0,0 3 0,0 4 0,0-4 0,-1 4 0,1 2 0,0 8 0,2 2 0,1 7 0,3 0 0,7-6 0,-2 1 0,4 1 0,2 2 0,0 3 0,0-7 0,0 1 0,2-9 0,4 3 0,-2-4 0,7-2 0,1-2 0,5-2 0,0-1 0,0-9 0,1 3 0,-1-5 0,0-1 0,0 0 0,-1 6 0,-5-1 0,4 8 0,-11-1 0,6 10 0,-3 7 0,-1 3 0,0 10 0,1 4 0,3 3 0,-6 2 0,3 1 0,-1 1 0,0 4 0,0-3 0,-6-1 0,0-7 0,-2-1 0,-4 7 0,-4-9 0,-9-3 0,-4-4 0,4-1 0,-11-9 0,7-3 0,-2-4 0,4-2 0,-2 0 0,2 0 0,8-10 0,1-7 0,8-2 0,-2-10 0,5-7 0,1-8 0</inkml:trace>
  <inkml:trace contextRef="#ctx0" brushRef="#br0" timeOffset="112">13113 5106 8912,'-10'0'0,"-5"0"0,13 2 0,-3 4 0,-5-4 0,8 13 0,-4-3 0,4 5 0,2 6 0,0 4 0,0 7 0,0 6 0,0 0 0,2 8 0,4-2 0,-4-2 0,4 2 0,1-10 0,-1-2 0,6-1 0,-5-10 0,1-2 0,1-4 0,1-6 0,-6-3 0,11-8 0,-5 0 0</inkml:trace>
  <inkml:trace contextRef="#ctx0" brushRef="#br0" timeOffset="113">13302 5330 8912,'-2'17'0,"-1"0"0,-5 0 0,-2 1 0,5 1 0,-7 4 0,8-4 0,-9 11 0,7-5 0,2 0 0,2 0 0,2 4 0,2-7 0,4-1 0,4-1 0,3-9 0,2-1 0,4-3 0,3-1 0,-5-6 0,0 0 0,6-2 0,0-4 0,-4-7 0,-4-6 0,-3-4 0,-8 0 0,3-2 0,-7-2 0,0 1 0,0-7 0,-7 12 0,-5-6 0,-3 3 0,-2 1 0,-1 11 0,1 3 0,0 1 0,5 2 0,1 6 0,-2 0 0,-3 0 0,7 16 0,1 3 0</inkml:trace>
  <inkml:trace contextRef="#ctx0" brushRef="#br0" timeOffset="114">13991 5244 8912,'-18'-8'0,"7"6"0,-1-3 0,-1 3 0,2 2 0,-7 0 0,9 0 0,-12 2 0,0 3 0,0 5 0,4 9 0,-1 4 0,1-4 0,2 12 0,3-7 0,7 3 0,3-6 0,2 10 0,2-8 0,3-2 0,5-2 0,7-8 0,2 1 0,2-1 0,2-1 0,6-3 0,-6-7 0,6 2 0,-7 4 0,7-4 0,-6 4 0,-2-4 0,-2 5 0,-7-5 0,-1 4 0,-7 3 0,0 3 0,-8 3 0,-6 2 0,-12 1 0,-1-1 0,-6-6 0,6 1 0,-6-3 0,6 3 0,0-3 0,6-5 0,0 2 0,0 0 0,1-8 0,5-4 0,5-6 0,4-3 0,10-2 0,2-8 0,14-2 0,3-7 0</inkml:trace>
  <inkml:trace contextRef="#ctx0" brushRef="#br0" timeOffset="115">14369 5227 8912,'12'0'0,"-1"0"0,-5 0 0,5 0 0,-7-2 0,2-4 0,-4 4 0,-16-5 0,-3 7 0,-2 0 0,-8 0 0,1 1 0,-9 5 0,1 6 0,-1 5 0,3 4 0,1 4 0,3 1 0,7-5 0,-4 10 0,7-8 0,9 6 0,3-7 0,4 1 0,4-5 0,4-1 0,3 0 0,9-2 0,1-1 0,4-3 0,-4-7 0,6 2 0,-2-4 0,0-2 0,7 7 0,-11-5 0,4 4 0,-4-2 0,-1 1 0,-1-1 0,0 8 0,-7-1 0,-7 6 0,-6 1 0,-15-1 0,-10 2 0,-12 4 0,1-4 0,-7 4 0,-5 2 0,-7-2 0,-1 1 0,2-1 0,-4-4 0,-8 4-84,0-4 1,-8-9 0,-1-2-1</inkml:trace>
  <inkml:trace contextRef="#ctx0" brushRef="#br0" timeOffset="116">4629 6585 8912,'-11'-2'0,"-1"-4"0,8 12 0,-1 0 0,3 7 0,2 6 0,0 4 0,2 2 0,1 6 0,3-3 0,0 1 0,2-2 0,-7 5 0,7-5 0,-2 2 0,0-1 0,-1-1 0,-5 2 0,0-6 0,0-4 0,0-2 0,0 0 0,0 0 0,-2-7 0,-3-5 0,3-3 0,-12-15 0,9-6 0,1-6 0,2-4 0,2-5 0,0 0 0,0-3 0,0-3 0,0 4 0,2-4 0,4 4 0,-5 9 0,15 2 0,-5 8 0,5 0 0,1 7 0,0 2 0,0 10 0,0 4 0,6 5 0,0 12 0,-2 6 0,-2 4 0,-1 1 0,-1 0 0,0 1 0,-2-1 0,-3 0 0,1-1 0,-7-4 0,-2-6 0,-2-4 0,-2-2 0,0 0 0,0 0 0,0-7 0,0-5 0,0-12 0,0-10 0,0-10 0,0-6 0,0-1 0,0 0 0,0-6 0,0-1 0,0-1 0,0 2 0,5 10 0,1-5 0,6 7 0,-7-1 0,3 6 0,-2 12 0,-2 1 0,7 4 0,-1 6 0,3 0 0,-2 10 0,3 5 0,1 2 0,2 6 0,1 0 0,-1 0 0,0-6 0,0 1 0,0-1 0,1 0 0,-1-8 0,0 5 0,0-8 0,0-1 0,1-5 0,-7 0 0,1 0 0,1 0 0,-3-2 0,-1-3 0,-1-7 0,-3-3 0,-5 3 0,0 1 0,0 0 0,0-7 0,0 1 0,-1 2 0,-5 3 0,4-3 0,-11 11 0,5-5 0,-2 1 0,-1 2 0,-6 6 0,-1 8 0,7 2 0,-1 7 0,9 6 0,-3 0 0,4 5 0,2-3 0,0 2 0,8-6 0,-5 9 0,11-7 0,5-2 0,0-9 0,10-6 0,3-5 0,7-1 0,-3-7 0,6-10 0,0-18 0,2-9 0</inkml:trace>
  <inkml:trace contextRef="#ctx0" brushRef="#br0" timeOffset="117">5696 6465 8912,'-32'24'0,"3"-6"0,-4-3 0,5-9 0,3 7 0,-8-5 0,5 3 0,3 4 0,2-3 0,11 3 0,7 2 0,3 2 0,2 2 0,2 2 0,3-2 0,5-3 0,7-7 0,0 4 0,1-13 0,-1 4 0,6-6 0,0-4 0,-2-2 0,-2-15 0,4 10 0,0-12 0,0-2 0,-6 2 0,0-7 0,0 1 0,0-3 0,-5 3 0,-2 0 0,-3-1 0,-3-3 0,6-1 0,-9-1 0,5 1 0,-6 5 0,-6 1 0,5 7 0,-5-2 0,-2 9 0,2 3 0,-7 7 0,11 6 0,-4 15 0,4 8 0,2 11 0,0 5 0,2 2 0,2 9 0,2 0 0,7-7 0,-1 1 0,3-6 0,2 4 0,1-2 0,-1-1 0,0-15 0,0-3 0,0-9 0,1-3 0,-1-7 0,0 2 0,0-18 0,-2-7 0,-1-6 0,-3-5 0,3-3 0,-7-1 0,7 5 0,-8 0 0,-1 3 0,-5-3 0,0-2 0,0 9 0,0-1 0,0 5 0,0 9 0,0 1 0,-5 10 0,-1 4 0,2 5 0,2 10 0,2 4 0,2 2 0,4 3 0,-4-5 0,11 8 0,-7-5 0,5-1 0,-5 2 0,5-8 0,-3 2 0,2-4 0,-7-8 0,3 1 0,4-8 0,-8 7 0,3-11 0,-10-11 0,-5-16 0</inkml:trace>
  <inkml:trace contextRef="#ctx0" brushRef="#br0" timeOffset="118">5971 6413 8912,'0'-11'0,"-2"-1"0,-3-1 0,3 3 0,-4-1 0,4 7 0,2-6 0,0 5 0,8 3 0,3-6 0,12 8 0,-2 0 0,8 0 0,0 0 0,5 0 0</inkml:trace>
  <inkml:trace contextRef="#ctx0" brushRef="#br0" timeOffset="119">6470 6379 8912,'-17'9'0,"0"-1"0,0-8 0,0 0 0,-1 2 0,1 3 0,0-3 0,0 6 0,0-8 0,-1 0 0,7 6 0,-1 1 0,-1 3 0,3 1 0,-1 7 0,7-1 0,-2 0 0,5 0 0,1 0 0,0 1 0,0-1 0,7 0 0,3-2 0,7-3 0,0-7 0,0-3 0,1-2 0,1 0 0,4 0 0,-4-7 0,11 3 0,-5-8 0,2-1 0,-6-2 0,2-2 0,-4-1 0,-2 1 0,1 0 0,-7 2 0,0 3 0,-5-3 0,6 4 0,-9 3 0,5-7 0,-8 13 0,0-6 0,0 16 0,0 3 0,0 4 0,0 3 0,0-1 0,0 0 0,0 0 0,0 0 0,0 1 0,0-1 0,0 0 0,2-6 0,4 1 0,3-8 0,1 3 0,5-7 0,-11-5 0,7-1 0,-7-7 0,2 1 0,-2-7 0,2 2 0,-4-4 0,3 9 0,-3-3 0,-2-2 0,6 5 0,0 1 0,-1 7 0,-5-2 0,0 12 0,2-2 0,4 7 0,-4 1 0,4 5 0,-4 0 0,0-5 0,3-1 0,-3-5 0,4 5 0,-2-7 0,1 2 0,-1-4 0,8-2 0,-1-8 0,1-1 0,-1-9 0,1 1 0,5 2 0,-2 2 0,-1 1 0,-3-1 0,0-3 0,7 7 0,-1 3 0,-8-3 0,7 7 0,-5-4 0,5 12 0,-5 1 0,0 5 0,-1 3 0,3-3 0,-1 1 0,-1 0 0,-1-1 0,5-8 0,-5 11 0,7-6 0</inkml:trace>
  <inkml:trace contextRef="#ctx0" brushRef="#br0" timeOffset="120">7692 6052 8912,'10'0'0,"-3"0"0,-5 0 0,4 0 0,-4 0 0,6 0 0,-8 0 0,0 0 0,-2-6 0,-4 1 0,4-1 0,-6 6 0,8 0 0,0 0 0,-7 0 0,5-8 0,-6 6 0,8-5 0,0 7 0,0 0 0,0-8 0,0 6 0,0-6 0,0 8 0,0 0 0,-7 0 0,5 0 0,-8 0 0,4 0 0,-5 0 0,-4 8 0,-3 5 0,-1 8 0,-4 8 0,-3 11 0,-3 14 0,0 14 0,-1 11 0,14-33 0,1 1 0,0 5 0,1 1 0,2 5 0,1 1-554,1 3 1,1 0 553,0 5 0,1 0 0,3-5 0,1 0 0,0-1 0,2-2 0,0-8 0,2-2 0,2 31 0,4-17 0,3-15 0,8-8 0,1-8 0,-1-9 0,2-2 0,4-15 0,-2 0 0,8-6 0,-7 0 0,7 0 0,-6-10 0,6-7 0,-8-8 0,4-9 0</inkml:trace>
  <inkml:trace contextRef="#ctx0" brushRef="#br0" timeOffset="121">8071 6396 8912,'0'-19'0,"0"-2"0,-2-2 0,-2 2 0,-2 2 0,1 9 0,7 4 0,3 12 0,-1 11 0,8 12 0,1 5 0,8 5 0,4 3 0,0 2 0,0 3 0,5 3 0,-9 0 0,8-3 0,0-3 0,-1 0 0,1 0 0,0-6 0,5 3 0,-7-5 0,-2-9 0,-8-4 0,0-6 0,0-6 0,1-5 0,-1-4 0,-6-4 0,1-4 0,-9-3 0,3-9 0,-4-6 0,-2-3 0</inkml:trace>
  <inkml:trace contextRef="#ctx0" brushRef="#br0" timeOffset="122">8587 6361 8912,'-9'-11'0,"3"0"0,2 5 0,-2-6 0,4 9 0,-13-5 0,4 8 0,-5 15 0,-1 8 0,0 10 0,0 7 0,-6 0 0,0 8 0,0 1 0,-2-1 0,6 0 0,-4 3 0,2-1 0,-2-4 0,10-4 0,-3-10 0,7-3 0,1-4 0,2-8 0,4-7 0,-5-3 0,14-22 0,3-4 0</inkml:trace>
  <inkml:trace contextRef="#ctx0" brushRef="#br0" timeOffset="123">8949 6465 8912,'9'11'0,"-3"1"0,-4-1 0,-2 6 0,0 0 0,-6 1 0,-2 1 0,-1 4 0,5-2 0,-2 7 0,4 1 0,2 11 0,0 0 0,0 0 0,0-5 0,2-3 0,4-3 0,9-4 0,8-8 0,2-2 0,-2-3 0,4-5 0,7-7 0,1 0 0,-1-13 0,0-4 0,1-12 0,-1 0 0,1-3 0,-9-8 0,-3 0 0,-3 0 0,-5 5 0,-4 1 0,-3-1 0,-10 1 0,-4 0 0,-9 5 0,-10 2 0,-2 2 0,-1 10 0,-7 2 0,1 7 0,-1 0 0,3 6 0,3 0 0,-1 2 0,7 4 0,0 9 0,6 8 0,-1 0 0,1 2 0,0-6 0,0 4 0,0-4 0,-1-2 0</inkml:trace>
  <inkml:trace contextRef="#ctx0" brushRef="#br0" timeOffset="124">8949 6723 8912,'9'7'0,"-1"-5"0,-6 6 0,3-8 0,-3 0 0,14 0 0,-5 0 0,4 0 0,3 0 0,-1 0 0,8 0 0,1-8 0,9-1 0,-1-1 0,3-5 0,1 3 0,0-3 0,-5-2 0,1 0 0,-15-8 0,6-2 0</inkml:trace>
  <inkml:trace contextRef="#ctx0" brushRef="#br0" timeOffset="125">8914 6344 8912,'10'10'0,"-3"-3"0,-7-7 0,0 0 0,0-7 0,2-3 0,4-7 0,-2 0 0,7-2 0,3-4 0,-5 2 0,3-8 0,-1 6 0,6-3 0,1-1 0,-1 0 0,0 6 0,-6-4 0,1 8 0,-8 6 0,3 1 0,1 2 0,-6 3 0,11 12 0,-7 5 0,6 11 0,-7 5 0,9 5 0,-3 1 0,-3 1 0,7-1 0,-3 0 0,3 1 0,2-3 0,0-3 0,0 1 0,1-7 0,-1-2 0,0-3 0,0-7 0,8-3 0,2-8 0</inkml:trace>
  <inkml:trace contextRef="#ctx0" brushRef="#br0" timeOffset="126">9843 6654 8912,'6'17'0,"0"0"0,7-7 0,-9-3 0,8-7 0,-1-7 0,0 5 0,1-4 0,-6 2 0,5-2 0,-1 3 0,3-7 0,-1 2 0,-1 1 0,6 1 0,0 4 0,-5-5 0,-1 7 0,-5-6 0,6 0 0,1 2 0,2 2 0,-5 2 0,5-7 0,-5-3 0,7-7 0</inkml:trace>
  <inkml:trace contextRef="#ctx0" brushRef="#br0" timeOffset="127">10291 6499 8912,'-12'11'0,"1"1"0,7-8 0,-4 11 0,1-13 0,5 13 0,-6-5 0,8 1 0,0 1 0,2-3 0,2 5 0,2-3 0,7-7 0,-3 4 0,7-8 0,0 0 0,0 0 0,0 0 0,3 0 0,2 0 0,-2-8 0,3-4 0,-4-3 0,-2-2 0,-2 0 0,-3 0 0,3-1 0,-7 1 0,3 0 0,-3 0 0,-8 0 0,7-1 0,-5 1 0,6 8 0,-8 9 0,0 11 0,2 10 0,4 2 0,-5 15 0,9-9 0,-4 11 0,-4 4 0,5 0 0,1 0 0,-6 4 0,4-8 0,-4 6 0,-2-6 0,-2-4 0,-4-5 0,-11 1 0,-4-13 0,-8 4 0,0-6 0,-5-3 0,-1-3 0,1-7 0,0 2 0,1-4 0,4-2 0,3-6 0,3 0 0,9-13 0,-1 2 0,5-2 0,-3-16 0,4-1 0</inkml:trace>
  <inkml:trace contextRef="#ctx0" brushRef="#br0" timeOffset="128">10532 6052 8912,'17'0'0,"0"0"0,0-6 0,1 1 0,-1 6 0,6 11 0,2 11 0,1 7 0,5 9 0,1 6 0,3 13 0,3 3 0,-2 10 0,-3 3 0,-10-3 0,0 3 0,-4-3 0,-10-4 0,-5-4 0,-8-6 0,-5-3 0,-10 1 0,-4-3 0,2 1 0,-10-13 0,-5-2 0,-6-1 0,-10-3 0</inkml:trace>
  <inkml:trace contextRef="#ctx0" brushRef="#br0" timeOffset="129">8226 6086 8912,'-2'10'0,"-4"-4"0,-5-4 0,1-1 0,-1 3 0,-3 4 0,-1 1 0,-2 5 0,-1 9 0,-1 5 0,-2 7 0,-2 5 0,0-4 0,1 22 0,-1 1 0,2 11 0,1 1 0,9 21 0,1 0 0,6-43 0,1 1 0,0 1 0,2-1 0,-1 48-191,10-12 0,1-12 191,8-11 0,3-4 0,2-9 0,7-4 0,4-4 0,1-15 0,0-5 0,1-2 0,7-11 0,4-3 0,0-2 0,5-6 0,9-6 0,5-1 0</inkml:trace>
  <inkml:trace contextRef="#ctx0" brushRef="#br0" timeOffset="130">11392 6275 8912,'-11'0'0,"-1"0"0,-1 0 0,-2 0 0,5 0 0,0 0 0,5 0 0,3 0 0,-6 0 0,16 0 0,3 0 0,5 0 0,-5 0 0,0 0 0,3 0 0,-1 2 0,1 4 0,-5 6 0,-1 3 0,5 2 0,-11 0 0,4 2 0,-4 4 0,-2-4 0,0 14 0,0-4 0,-2 3 0,-4 2 0,2-5 0,-5 0 0,1 1 0,0-5 0,5-2 0,-3-4 0,0-2 0,8-1 0,4-5 0,3-3 0,14-8 0,2-2 0,2-4 0,2 2 0,5-7 0,0 1 0,1-1 0,5-5 0,0 7 0,-4-3 0,-5 1 0,2-8 0,-7-8 0</inkml:trace>
  <inkml:trace contextRef="#ctx0" brushRef="#br0" timeOffset="131">11840 6155 8912,'0'-17'0,"0"0"0,0 0 0,0-1 0,0 1 0,7 2 0,5 3 0,3 7 0,2 3 0,2 6 0,4 7 0,8 14 0,7 11 0,0 16 0,8 11 0,-6 9 0,4 7 0,-2 3 0,-5 8 0,-22-44 0,0 1 0,3 1 0,-3 2 0,-7 4 0,-3 1 0,3-2 0,0 1 0,-3-4 0,-1-1 0,0 39 0,-16-10 0,-7-9-313,-6 0 313,-3-1 0,-7-12 0,1-5 0,0-7 0,-1-4 0,1 1 0,-6-20 0,-1 3 0,3-4 0,2-7 0</inkml:trace>
  <inkml:trace contextRef="#ctx0" brushRef="#br0" timeOffset="132">12958 6723 8912,'-17'0'0,"0"0"0,0 0 0,-1 0 0,11 0 0,7 0 0,15 0 0,14 0 0,5 0 0,6-2 0,6-4 0,4-2 0,3-5 0,1 1 0,-2-1 0,-5-2 0,-12-2 0,-1 5 0,-1 1 0,-5-1 0,-5 3 0,-4 1 0,-9 8 0,-2 0 0,-22 0 0,-3 0 0,-4 0 0,10-2 0,-1-4 0,1 4 0,-7-21 0,1 4 0</inkml:trace>
  <inkml:trace contextRef="#ctx0" brushRef="#br0" timeOffset="133">13371 6241 8912,'-11'0'0,"-1"0"0,8 0 0,-5-6 0,3 1 0,4-1 0,-5 6 0,7 0 0,7 6 0,5-1 0,3-1 0,2 6 0,0 1 0,8 1 0,4 3 0,3 4 0,3 2 0,-1-4 0,1 8 0,-1 0 0,0 6 0,1-3 0,-8-1 0,-4 2 0,-6 3 0,-6-5 0,-5 1 0,-4 1 0,-2-8 0,-8 10 0,-5-8 0,-8-2 0,2 5 0,-12-7 0,8 4 0,-5-9 0,5-3 0,0-5 0,5 5 0,9-11 0,3-5 0,20-13 0,5-16 0</inkml:trace>
  <inkml:trace contextRef="#ctx0" brushRef="#br0" timeOffset="134">14197 6396 8912,'10'-12'0,"-5"1"0,-3-2 0,-2-3 0,8-1 0,2 8 0,9 3 0,4 4 0,-4 4 0,6 4 0,-2 5 0,0 4 0,5 4 0,-5 2 0,-2 2 0,2 6 0,-4-6 0,-3-2 0,-9 4 0,3 0 0,-3 1 0,-1-5 0,-8 4 0,-4-8 0,3-1 0,-7-3 0,2-2 0,-5-7 0,2 2 0,3-12 0,-5-9 0,7-8 0,0-7 0,6 1 0,8-4 0,3-1 0,4 0 0,3-1 0,5 3 0,2 1 0,1 3 0,-5 7 0,12-10 0,-6 10 0,-1 4 0,-3 5 0,-4 5 0,6 1 0,2 6 0</inkml:trace>
  <inkml:trace contextRef="#ctx0" brushRef="#br0" timeOffset="135">14834 6361 8912,'-10'0'0,"1"0"0,3 0 0,2 2 0,-7 4 0,7-4 0,-4 13 0,8-3 0,0 3 0,-7 2 0,5 0 0,-4 1 0,4-1 0,2 0 0,8 0 0,3 0 0,4-7 0,3-2 0,-1-8 0,0 0 0,0 0 0,1-2 0,-1-4 0,0-6 0,-6-3 0,1-2 0,-8 0 0,1 0 0,-3-1 0,-2 1 0,-2 0 0,-3 0 0,-3 0 0,-5-1 0,1 1 0,1 2 0,-6 4 0,-1-5 0,9 14 0,-7-13 0,15 5 0,-7-7 0</inkml:trace>
  <inkml:trace contextRef="#ctx0" brushRef="#br0" timeOffset="136">15092 6104 8912,'-6'-18'0,"-1"3"0,-3 4 0,6-5 0,-3 14 0,7-5 0,0 11 0,0 7 0,0 12 0,0 8 0,0 3 0,0 0 0,0 6 0,0 1 0,5-1 0,1-6 0,0 0 0,-4 1 0,3-1 0,-3 1 0,12-3 0,-9-3 0,-1-6 0,-2-12 0,0 3 0,4-9 0,-2 1 0,7-6 0,1-8 0,-1-1 0,1-8 0,-1-6 0,6 0 0,0-2 0,1 4 0,-1-2 0,0 0 0,0 6 0,1 0 0,1-1 0,2 3 0,2 4 0,0-3 0,-6 9 0,0-1 0,-7 14 0,-5 3 0,-3 6 0,-2 6 0,-7-4 0,-7 4 0,-5-2 0,-6 0 0,-2 2 0,-1 0 0,-1-6 0,2-2 0,2-3 0,2 3 0,1-13 0,-1 4 0,7-4 0,1-10 0,5-1 0</inkml:trace>
  <inkml:trace contextRef="#ctx0" brushRef="#br0" timeOffset="137">15539 6258 8912,'0'10'0,"0"5"0,0-3 0,0 3 0,0 2 0,0 0 0,0 0 0,0 6 0,0 0 0,0-2 0,8-2 0,-4-3 0,7-5 0,1 4 0,5-13 0,0 6 0,0-8 0,1-8 0,-1-3 0,0-4 0,-7-10 0,3 4 0,-5-6 0,1 2 0,-5-3 0,2 5 0,-4 2 0,-2 1 0,7 3 0,-5 0 0,6 8 0,-8 5 0,0 15 0,8 1 0,-5 20 0,9-3 0,-3 1 0,3-1 0,3 2 0,-3-7 0,3 3 0,4-6 0,2 2 0,2-4 0,0-9 0,-6-5 0,0-3 0,1-2 0,-1-2 0,0-3 0,0-11 0,0-6 0,-1-7 0,-5 6 0,3-8 0,-9 3 0,1-3 0,-6 3 0,0-5 0,0 6 0,0 1 0,0 1 0,0 8 0,0-1 0,0 9 0,0 1 0,0 23 0,8-1 0,3 14 0,5-7 0,1 12 0,0-4 0,0 3 0,0 2 0,-1-1 0,-3-2 0,-1-3 0,-9-1 0,3 3 0,-4-3 0,-2-2 0,0-2 0,-8-6 0,-3-2 0,-4-3 0,-3 3 0,-5-13 0,0 4 0,2-4 0,-3-2 0,1 0 0,0 0 0,5-16 0,1-3 0,0-15 0</inkml:trace>
  <inkml:trace contextRef="#ctx0" brushRef="#br0" timeOffset="138">16589 5828 8912,'-9'8'0,"1"-6"0,8 19 0,-2 0 0,-4 10 0,4 9 0,-3 17 0,3 4 0,2 10 0,0 3 0,2-9 0,3 4 0,3-17 0,5-3 0,-1-5 0,-1-7 0,-1-7 0,5-5 0,-13-8 0,13-7 0,-5-3 0</inkml:trace>
  <inkml:trace contextRef="#ctx0" brushRef="#br0" timeOffset="139">16297 6241 8912,'-16'-11'0,"5"-1"0,-3 1 0,9-6 0,-1 7 0,8-3 0,4 7 0,11 0 0,19 0 0,14-1 0,5-3 0,16 6 0,-2-1 0,2 1 0,-1-2 0,-1 4 0,-2-5 0,-4 7 0,-11-8 0,-10-2 0</inkml:trace>
  <inkml:trace contextRef="#ctx0" brushRef="#br0" timeOffset="140">17639 5880 8912,'-10'-17'0,"3"9"0,7 8 0,0 10 0,0 13 0,0 5 0,0 7 0,0 3 0,0 2 0,2 8 0,1-2 0,3 3 0,0-5 0,0 4 0,-1-8 0,1-2 0,2-1 0,-6 1 0,3-4 0,-3-3 0,-9-14 0,-3 0 0</inkml:trace>
  <inkml:trace contextRef="#ctx0" brushRef="#br0" timeOffset="141">17398 6241 8912,'-6'-17'0,"0"0"0,-5 0 0,5-1 0,1 1 0,12 8 0,7 1 0,7 0 0,5 6 0,11-5 0,1 7 0,2 0 0,8 0 0,-10 0 0,6 0 0,0 0 0,0 0 0,-6 0 0,2 0 0,-3 0 0,-5 0 0,-3 0 0,-12 2 0,-11 3 0,-4 5 0,-2 7 0,-8 0 0,-1 6 0,-9 2 0,1 2 0,8-6 0,-5 9 0,9-7 0,-1 0 0,6-6 0,0 1 0,0-1 0,2-8 0,3-3 0,7-4 0,3-2 0,2 0 0,6-8 0,0-3 0,0-10 0,-6-4 0,1-2 0,-3 4 0,-4-5 0,-3-1 0,-8-5 0,-2 5 0,-4 0 0,-3 8 0,-16-3 0,-4 8 0,-3 5 0,-3-4 0,-7 13 0,-2-6 0,-7 8 0</inkml:trace>
  <inkml:trace contextRef="#ctx0" brushRef="#br0" timeOffset="142">15815 7118 8912,'-17'23'0,"-1"0"0,1-2 0,0 0 0,2 0 0,3 2 0,-1 2 0,7-4 0,2 2 0,2-1 0,4-6 0,6-3 0,9-1 0,0-9 0,6 3 0,-2-6 0,0-6 0,2-5 0,-2-4 0,6-3 0,-10-1 0,2-2 0,-5-2 0,-10 1 0,9 2 0,-7-3 0,-2 2 0,-10-5 0,-6 1 0,-9 2 0,-2 6 0,-2 5 0,4 3 0,-3 1 0,-3 4 0,6 2 0,-4 2 0,8 2 0,0 4 0,7 4 0,4 7 0,-3 0 0,-1 0 0</inkml:trace>
  <inkml:trace contextRef="#ctx0" brushRef="#br0" timeOffset="143">16228 7118 8912,'0'-17'0,"0"0"0,-8-1 0,6 9 0,-7 1 0,3 8 0,4 0 0,-6 8 0,8 3 0,0 5 0,0 1 0,0 0 0,6 0 0,2 0 0,-1 2 0,3 1 0,0-3 0,-7 4 0,13-14 0,-5 5 0,4 1 0,3-7 0,-1 0 0,-6-6 0,-1-2 0,-1-4 0,1-5 0,3-5 0,-5-1 0,0-2 0,-6-2 0,1-4 0,3 0 0,-2 0 0,-2 3 0,-2 4 0,0 1 0,0 8 0,6 3 0,-1 12 0,1 3 0,0 14 0,0 0 0,7 6 0,-2-6 0,5 5 0,1-5 0,0-2 0,0-2 0,6-1 0,0-3 0,0-4 0,0-5 0,0-4 0,6-2 0,-6 0 0,5-13 0,-5-7 0,-2-4 0,-2-7 0,2-1 0,-3-3 0,3 1 0,-19-1 0,3 1 0,-3-8 0,-2-2 0,0 0 0,0 2 0,-5 10 0,-1 3 0,-2 4 0,2 8 0,5 7 0,-13 10 0,8 14 0,3 7 0,1 11 0,2 10 0,0 0 0,0 0 0,5 4 0,3-4 0,0 0 0,-1 0 0,7-2 0,-7-7 0,7-3 0,-3-1 0,1-8 0,5 4 0,-2-8 0,-1-2 0,-3-3 0,1 3 0,5-21 0,0 4 0</inkml:trace>
  <inkml:trace contextRef="#ctx0" brushRef="#br0" timeOffset="144">16641 7187 8912,'17'0'0,"10"-2"0,5-2 0,7-2 0,3-5 0,-2 5 0,2-7 0,4 1 0,3-11 0,-5 4 0,8-6 0</inkml:trace>
  <inkml:trace contextRef="#ctx0" brushRef="#br0" timeOffset="145">17312 6808 8912,'-10'-7'0,"3"5"0,5-6 0,-4 8 0,4 8 0,-4 3 0,5 12 0,1 4 0,0 7 0,0 3 0,0 1 0,0 2 0,0 0 0,0 0 0,1 0 0,5-1 0,-2-9 0,7-1 0,1-8 0,5 2 0,0-12 0,2-5 0,4-6 0,6-6 0,-12-3 0,6-8 0,-11-3 0,3-1 0,0-3 0,-3-3 0,3-2 0,-13 0 0,4 3 0,-4 1 0,5 2 0,-5 6 0,6 0 0,-8 7 0,0 10 0,0 12 0,2 9 0,2 3 0,1 3 0,3-6 0,-2 2 0,-2 2 0,5-2 0,1-2 0,-1-2 0,-3-2 0,5 0 0,3 1 0,-7-9 0,9-1 0,-7-16 0,9-1 0</inkml:trace>
  <inkml:trace contextRef="#ctx0" brushRef="#br0" timeOffset="146">17604 6826 8912,'-17'17'0,"6"-8"0,1-1 0,3 0 0,-5-4 0,6 7 0,1-5 0,5 5 0,0 1 0,2 3 0,3-2 0,9-3 0,7-3 0,-2-1 0,8-6 0,-6 0 0,2 0 0,7 0 0,-5-2 0,4-3 0,-4-5 0,-8-7 0,0-2 0,0-4 0,-7 4 0,-5-4 0,-3-2 0,-2 0 0,0-2 0,-7 6 0,-5-2 0,-5 4 0,-4 4 0,-4 2 0,-2 1 0,6 8 0,-9-1 0,5 10 0,-2 7 0,6 11 0,-2 5 0,-4 5 0,14 7 0,-2 2 0,5 2 0,4-6 0,6 10 0,2-8 0,4-2 0,11-3 0,12-7 0,-4-10 0,7-11 0,-5-7 0,8 0 0</inkml:trace>
  <inkml:trace contextRef="#ctx0" brushRef="#br0" timeOffset="147">18104 6929 8912,'-12'0'0,"1"0"0,5-2 0,-6-4 0,9 4 0,-7-7 0,4 3 0,2 4 0,-7-4 0,7 3 0,-4-1 0,1-2 0,5 0 0,-6 6 0,8 0 0,0 0 0,0 8 0,0-6 0,2 5 0,4-7 0,-4 0 0,7 2 0,-3 2 0,6 2 0,5 0 0,6-6 0,5 0 0,-1-6 0,2-2 0,1-1 0,1-3 0,-2-5 0,-4 0 0,-8-6 0,-2 0 0,-3 2 0,-5 2 0,-7 2 0,0 0 0,-7 5 0,-7 3 0,-7 1 0,-8 4 0,-9 12 0,-4 9 0,-2 10 0,-2 13 0,-3 2 0,3 7 0,6 1 0,3 4 0,3-1 0,7 1 0,10 1 0,11-3 0,4-9 0,10-6 0,3-9 0,12-3 0,6-8 0,11-7 0,6-4 0,4-4 0,1-2 0,9-8 0,3-3 0,-4-12 0,-2-6 0,-3-3 0,-3-3 0</inkml:trace>
  <inkml:trace contextRef="#ctx0" brushRef="#br0" timeOffset="148">18517 6894 8912,'0'-11'0,"0"0"0,0-3 0,0-1 0,1 3 0,5 3 0,6 1 0,3 2 0,2 6 0,2 2 0,2 4 0,2 6 0,8 3 0,-12 4 0,4 4 0,-6-2 0,-3 8 0,-3 1 0,-7-3 0,2 2 0,-5-8 0,-1 1 0,0-2 0,0-3 0,-7 0 0,3-7 0,-7-5 0,7-3 0,-10-4 0,9-5 0,1-11 0,4-6 0,5-13 0,7-1 0,3-2 0,2-8 0,8 4 0,4-7 0,5 5 0,7 0 0,3 6 0,7-4 0,1 2 0,-8 2 0,-2 5 0</inkml:trace>
  <inkml:trace contextRef="#ctx0" brushRef="#br0" timeOffset="149">19291 6637 8912,'-10'0'0,"-5"1"0,4 3 0,-5 2 0,-1 0 0,0-1 0,-2 3 0,-4 2 0,8-5 0,-8 7 0,13 1 0,-7 10 0,9-4 0,-3 4 0,7 4 0,-2-6 0,12 8 0,3-3 0,11 5 0,2-2 0,0-3 0,6 3 0,1 3 0,0-12 0,-3 4 0,-1 1 0,-2-6 0,-6 4 0,-7-4 0,-6-1 0,-8-1 0,-19-2 0,-11-4 0,-14 5 0,-4-5 0,-7 5 0,-18-1 0,-5-2-195,-8-1 0,-5-9 1,43 1-1,0 0 0</inkml:trace>
  <inkml:trace contextRef="#ctx0" brushRef="#br0" timeOffset="150">18585 4436 8912,'-5'-23'0,"-3"0"0,0 0 0,-1 0 0,1 0 0,0 2 0,3 2 0,7 10 0,3 3 0,7 4 0,5 2 0,6 0 0,-2 6 0,8 1 0,-1 3 0,-1 3 0,4 2 0,-8 3 0,5 14 0,-5 8 0,6 10 0,-6 7 0,-6 12 0,-7 13 0,-1 8 0,-4-42 0,0 1 0,2 2 0,-1 0 0,-1 0 0,0 1 0,1 0 0,-1-1-83,-1 44 0,17-3 1,-4-12 82,2-5 0,6-22 0,-2-12 0,2-13 0,-2-11 0,4-7 0,7-2 0,-1-8 0,-5 0 0,5 0 0,-6-2 0,1-4 0,1-6 0,-8-3 0,2-2 0,-11 0 0,3-6 82,-4 0 1,3-6 0,-3 6-83,-5 2 0,2 2 0,-3 2 0,1 6 0,-6-1 0,0 10 0,0 2 0,0 12 0,0 16 0,-6 12 0,1 23 0,-7 10 0,6 19 0,3-37 0,1 2 0,2 9 0,2 2-88,-1 7 1,3 1-1,3-1 1,3-1-1,4 3 1,1-1-1,0-1 1,1-1 87,-2 0 0,0-1-273,0-2 1,-3-1 0,-2 2 0,-2-2 272,-1-6 0,-1-2 0,-1-6 0,-2-1 0,-8 36 0,-13-5-13,-16-5 0,-7 6 0,-11-8 0,-3-7 0,-3-7 13,-2-5 0,6-3 0,-10-13 0,7-4 0,-1-10 0,2-1 0,1-8 0,-7 2 0,-2-4 0,8-9 0,5-5 0,12-3 0,9-2 0,14-7 0,4 3 307,7-8 1,2 1-308,10-6 0,0 0 0,13-3 1160,11-2-1160,10-5 0,20-8 0,3 1 0,9-6 0,3-2 0,-4 0 0,-4-2 0,-4 0 0,-15-2 0,13-4 0,-15 5 0,0 3 0</inkml:trace>
  <inkml:trace contextRef="#ctx0" brushRef="#br0" timeOffset="151">19842 5983 8912,'-18'0'0,"1"-2"0,0-2 0,0-1 0,7-1 0,4 6 0,12 0 0,6 2 0,5 2 0,6 1 0,4 1 0,7-6 0,0 0 0,7 0 0,1 0 0,2 0 0,0-6 0,3-1 0,-1-3 0,-7 5 0,1-7 0,-4 6 0,-3-3 0,-5 1 0,-3 2 0,-10 5 0,-3-5 0,-5 4 0,-7-6 0,-1 8 0,-5 0 0,-6 0 0,-3 0 0,-2 0 0,-8-7 0,-2-3 0</inkml:trace>
  <inkml:trace contextRef="#ctx0" brushRef="#br0" timeOffset="152">20255 5674 8912,'-27'-2'0,"4"-2"0,4-2 0,2-7 0,7 11 0,2-6 0,22 16 0,5 3 0,6 5 0,3 7 0,7 0 0,1 1 0,4-1 0,-5 2 0,1 6 0,-7-3 0,-4 3 0,-2 3 0,-6 6 0,-8 4 0,-3 8 0,-14 5 0,-9 1 0,-10 7 0,-13-2-146,-4 3 0,-15-12 1,-2-4-1</inkml:trace>
  <inkml:trace contextRef="#ctx0" brushRef="#br0" timeOffset="153">20702 6035 8912,'0'23'0,"0"0"0,2-4 0,4-6 0,-4-5 0,7-8 0,-3-2 0,5-4 0,-1-3 0,1-9 0,3 1 0,1 0 0,2 0 0,0 0 0,-1-1 0,-3-1 0,-1-4 0,-1 4 0,1-6 0,-3 8 0,-1 0 0,-2 0 0,-8 0 0,-4-1 0,-4 9 0,-7-4 0,-2 7 0,-4 2 0,4 2 0,-12 10 0,6 3 0,-1 4 0,5 3 0,-4 7 0,8 3 0,-1 5 0,3 3 0,2 4 0,3 4 0,3 0 0,1 6 0,13-14 0,5 4 0,5-6 0,6-5 0,4-4 0,7-10 0,1-3 0,7-5 0,2-14 0,7-5 0,1-3 0,0-4 0,-1-4 0,1-6 0,-10 4 0,-8 2 0,-3-1 0,-14 1 0,2-2 0,-13 2 0,0 4 0,-6-6 0,0 0 0,-8 6 0,-1-6 0,-11 8 0,-3 0 0,4 0 0,-7 5 0,5 3 0,-2 1 0,2 4 0,3 4 0,5 4 0,1 2 0,1 7 0,0 2 0,1 10 0,2 2 0,3-6 0,5 4 0,0-2 0,0 0 0,0 0 0,1-6 0,5 0 0,-2 0 0,8 0 0,-3-5 0,4-3 0,-1-1 0,-1-2 0,7-6 0,-1-2 0,0-4 0,0-5 0,0-5 0,1-7 0,-1 0 0,-6-1 0,1 1 0,-3 2 0,3-6 0,-6 2 0,3 2 0,-7 6 0,6 0 0,-8 7 0,0 10 0,0 10 0,0 7 0,0 0 0,0 0 0,0 1 0,0-1 0,0 0 0,0-6 0,2 1 0,3 1 0,-1-3 0,8 1 0,-9-7 0,7 9 0,-4-7 0,-2 0 0,7-6 0,-7 0 0,4 0 0,-8 0 0,0-8 0,0 6 0,0-13 0,0 11 0,0-7 0,0 7 0,0-11 0,0 13 0,0-8 0,0 5 0,0 3 0,0-6 0,0 6 0,0-4 0,0 4 0,0-5 0,0 7 0,0 0 0,7-8 0,-5 6 0,6-7 0,-8 3 0,7 4 0,3-13 0,7 3 0,-7 5 0,5-9 0,-3 5 0,-3-4 0,1-3 0,-1 1 0,1 0 0,3 0 0,-5 0 0,1-6 0,-3 0 0,-4 0 0,6 6 0,-8 0 0,0 7 0,0-5 0,-2 15 0,-2 0 0,-2 9 0,-5 12 0,5 4 0,2 2 0,2-6 0,-4 11 0,1-3 0,-1-4 0,6 0 0,0-1 0,8-4 0,-5 4 0,9-6 0,-6-1 0,5 0 0,1 0 0,5-2 0,0-1 0,0-3 0,0-1 0,1 3 0,-1-1 0,0-8 0,-7 11 0,-5-4 0,-3 5 0,-4 1 0,-3 2 0,-7 4 0,-3-4 0,-8 8 0,-2-6 0,-2 2 0,4-1 0,-3-6 0,1-5 0,4-5 0,2-4 0,1-10 0,1-1 0</inkml:trace>
  <inkml:trace contextRef="#ctx0" brushRef="#br0" timeOffset="154">21821 5760 8912,'-18'9'0,"1"-3"0,0 2 0,0-3 0,0 7 0,1-5 0,5 3 0,3-6 0,8 11 0,0-5 0,2 5 0,4-4 0,11 3 0,10-8 0,0-3 0,11-1 0,-4-2 0,4 0 0,-3 0 0,-1 0 0,-7-7 0,6-3 0,-7-7 0,1 0 0,-2-1 0,-14 1 0,1 0 0,-8 0 0,1 0 0,-3 0 0,-2-1 0,0 1 0,0 6 0,-2 1 0,-3 2 0,1 5 0,-8 8 0,7 7 0,-5 13 0,2 9 0,3 8 0,5 12 0,0 3 0,0 6 0,0 4 0,0 2 0,0-1 0,0 1 0,7 0 0,-5-10 0,4-7 0,-4-3 0,-2-9 0,-8-7 0,-5-8 0,-8 0 0,2-14 0,-21 12 0,-1-12 0,-6-3 0,-20-8 0,-4-9 0</inkml:trace>
  <inkml:trace contextRef="#ctx0" brushRef="#br0" timeOffset="155">20960 6465 8912,'-9'-18'0,"-7"1"0,16 10 0,0 7 0,14 15 0,9 14 0,5 5 0,-3 8 0,2 10 0,-6 1 0,2 8 0,-4-2 0,-2-1 0,-1 1 0,-3 4 0,-4 2 0,-1-2 0,-2-4 0,-8-7 0,-4-1 0,-3-7 0,-16-4 0,-4-11 0,-11-12 0,-4-9 0</inkml:trace>
  <inkml:trace contextRef="#ctx0" brushRef="#br0" timeOffset="156">20754 7118 8912,'15'-12'0,"-4"1"0,3 5 0,-8-5 0,7 5 0,-2-5 0,5-1 0,1-3 0,0 3 0,10-3 0,7 4 0,1-5 0,14-1 0,-3 0 0,2-6 0,-2 0 0,-6 2 0,2 4 0,-4 6 0,-5 3 0,-8 0 0,-6 6 0,-9-5 0,-3 14 0,-7 5 0,0 3 0,0 4 0,0 4 0,0 4 0,0 5 0,0-3 0,0 2 0,0-9 0,0 7 0,0-6 0,0-2 0,2-8 0,4-3 0,5-2 0,5-10 0,1-8 0,0-7 0,0-8 0,-1-4 0,-5-3 0,2-8 0,-7 0 0,0 0 0,-6 5 0,0 1 0,-8 5 0,-3 1 0,-10 8 0,-2 3 0,-2 8 0,2 9 0,2 9 0,-8 8 0,1 12 0,1 9 0,-6 6 0,7 8 0,-9-1 0</inkml:trace>
  <inkml:trace contextRef="#ctx0" brushRef="#br0" timeOffset="157">20599 7892 8912,'-6'-18'0,"0"1"0,-1 8 0,1 3 0,4 6 0,-4 6 0,4 7 0,2 8 0,0 8 0,8 3 0,-6 5 0,4 1 0,-4 2 0,-1-2 0,5-2 0,-4-7 0,4 0 0,3-1 0,-7-1 0,6-4 0,-2-4 0,-1-2 0,1 0 0,-6 1 0</inkml:trace>
  <inkml:trace contextRef="#ctx0" brushRef="#br0" timeOffset="158">20461 7685 8912,'-19'-15'0,"-4"4"0,4-5 0,-4 5 0,-4-4 0,10 3 0,0 1 0,7 7 0,12-4 0,6 8 0,9 0 0,8-7 0,9 5 0,1-4 0,-1 4 0,1 2 0,-1 0 0</inkml:trace>
  <inkml:trace contextRef="#ctx0" brushRef="#br0" timeOffset="159">20840 7909 8912,'0'27'0,"-6"-3"0,0-6 0,-1-3 0,3-2 0,-4-1 0,-1 1 0,5 2 0,-2 3 0,4-1 0,-4-6 0,1 1 0,1 1 0,2 2 0,2 3 0,0-9 0,-2 4 0,-4-7 0,4-8 0,-5-9 0,7-12 0,0-6 0,0-3 0,2-3 0,3 1 0,-1 5 0,8 1 0,-7 1 0,7-2 0,-3 4 0,3 8 0,3 0 0,-3 2 0,3 3 0,2-1 0,0 7 0,2 4 0,4 6 0,-3 6 0,4 9 0,-5 2 0,4 2 0,-3 7 0,4-9 0,-6 6 0,-1-2 0,0-2 0,-5-8 0,-1-2 0,2-1 0,3-8 0,-5 1 0,1-10 0,-1-12 0,6-10 0</inkml:trace>
  <inkml:trace contextRef="#ctx0" brushRef="#br0" timeOffset="160">21253 7341 8912,'-12'0'0,"1"0"0,-3 0 0,7 0 0,-7 2 0,9 4 0,-7 4 0,6 9 0,3 6 0,1 9 0,2 8 0,0 10 0,7 7 0,5 2 0,3 2 0,2 0 0,1-8 0,-1 3 0,2-7 0,4-5 0,-4-6 0,4-11 0,2-6 0,-2-12 0,-2-5 0,-2-4 0,-2-2 0,-6-10 0,1-7 0,-8 0 0,9-15 0,-7 3 0,2-4 0,-3-1 0,-3 3 0,4-1 0,-4-4 0,-2-1 0,0 9 0,-2 5 0,-4 4 0,4 2 0,-5-1 0,7 9 0,0 3 0,0 12 0,0 7 0,0 8 0,0 0 0,0 8 0,2-2 0,3 1 0,-3 5 0,13-12 0,-3 7 0,-2-9 0,1 1 0,2-7 0,-3-3 0,1 1 0,3-5 0,1-4 0,2-4 0,1-4 0,-1-5 0,0-5 0,0-1 0,-2-2 0,-1-2 0,-3-2 0,3 2 0,-5 0 0,3-2 0,-8 12 0,5-12 0,-3 11 0,-4 5 0,5 7 0,-5 9 0,2 8 0,2 0 0,7 3 0,-1 3 0,3-2 0,2 7 0,0-5 0,1 6 0,5-8 0,0 2 0,-1-4 0,-4-2 0,-1 0 0,0 0 0,-7-7 0,-3-2 0,-7-8 0</inkml:trace>
  <inkml:trace contextRef="#ctx0" brushRef="#br0" timeOffset="161">21115 7874 8912,'-17'10'0,"-8"-2"0,6-8 0,-4 0 0,13-2 0,14-4 0,17-5 0,10-7 0,19-3 0,5-2 0,4 2 0,-1 0 0,5 0 0,2-2-142,9 1 1,-9 4 141,4 1 0,-4-8 0,4-1 0</inkml:trace>
  <inkml:trace contextRef="#ctx0" brushRef="#br0" timeOffset="162">22062 7462 8912,'0'17'0,"0"0"0,0 0 0,0 1 0,0-1 0,0 2 0,0 4 0,7-4 0,-5 13 0,4-3 0,3 4 0,3 1 0,3 0 0,2 3 0,1 3 0,6-4 0,-4 6 0,2-8 0,-2-5 0,-3 0 0,-6-3 0,-1 3 0,-3-6 0,-3-4 0,-9-9 0,-5-10 0,-7-10 0</inkml:trace>
  <inkml:trace contextRef="#ctx0" brushRef="#br0" timeOffset="163">21941 7445 8912,'8'-10'0,"-6"-5"0,5 11 0,-5-6 0,4 3 0,2-1 0,3 2 0,12 4 0,-10-7 0,16 3 0,-6 4 0,6-3 0,1 3 0,9 4 0,-1 3 0,-6 7 0,1 3 0,-10 2 0,0 6 0,-6 0 0,-8 6 0,-3-6 0,-4 7 0,-4-1 0,-4 3 0,-3-5 0,-8 0 0,-1-6 0,1 2 0,0-8 0,0 0 0,0-20 0,-1-5 0,1-17 0</inkml:trace>
  <inkml:trace contextRef="#ctx0" brushRef="#br0" timeOffset="164">22423 7324 8912,'21'6'0,"-4"0"0,-2-2 0,-7-3 0,2-1 0,-5 0 0,-3 0 0,14 0 0,-5 0 0,4 0 0,3 0 0,-1 0 0,0 0 0,0 0 0,0 0 0,8 0 0,-6 0 0,6-1 0,0-5 0,-6 4 0,6-11 0,-8 5 0,0-2 0,-7-1 0,3-6 0,-7 0 0,6-1 0,-7 1 0,-1 0 0,-4 0 0,-6 1 0,-5 5 0,-4-2 0,-3 7 0,1-6 0,0 7 0,-2 3 0,-4 6 0,4 5 0,-4 8 0,4 6 0,2 0 0,5 6 0,3-4 0,1 1 0,2 1 0,6 2 0,0 1 0,0-7 0,8 0 0,7-6 0,10-1 0,2-5 0,0-3 0,3-8 0,-1 0 0,-1-14 0,7-3 0,-1-11 0,1-1 0,-1-4 0,-1-1 0,-5 0 0,-1-3 0,-4-3 0,-4 4 0,0-8 0,-9 4 0,-2-6 0,-3-4 0,-5-1 0,0 5 0,0 0 0,0 8 0,-2-4 0,-3 8 0,3 13 0,-4 3 0,-2 16 0,1 8 0,-3 15 0,6 10 0,-5 11 0,3 4 0,4 9 0,-4 4 0,4 2 0,10-5 0,-4 3 0,9-7 0,6-1 0,6-1 0,10-4 0,-1-4 0,6-10 0,0-3 0,-1-6 0,1-12 0,-6-5 0,3-4 0,-15-2 0,0-4 0,-3-7 0,-2-9 0,0-22 0,0-2 0</inkml:trace>
  <inkml:trace contextRef="#ctx0" brushRef="#br0" timeOffset="165">22922 6929 8912,'-27'15'0,"4"-3"0,4 1 0,2-7 0,5 5 0,5-5 0,5-2 0,21-2 0,25-10 0,19-3 0,17-12 0,6-6 0,2-4 0,0-7-126,-2 0 0,-42 13 1,-2-1-1,1 1 1,0 0-1</inkml:trace>
  <inkml:trace contextRef="#ctx0" brushRef="#br0" timeOffset="166">3223 8727 8912,'-2'-9'0,"-1"2"0,-3 0 0,-4 3 0,4-3 0,3 5 0,1 6 0,4 14 0,3 3 0,-3 4 0,5 9 0,-2 4 0,1 5 0,1 3 0,-4 3 0,3-1 0,-3 0 0,-1 2 0,-2 2 0,0 2 0,0-2 0,0-7 0,0-4 0,0-2 0,-5-7 0,-1-5 0,1-7 0,3-4 0,-3-11 0,3-3 0,-5-2 0,5-9 0,-1-7 0,-3-9 0,-6-5 0,-5-10 0,-8-1 0</inkml:trace>
  <inkml:trace contextRef="#ctx0" brushRef="#br0" timeOffset="167">3110 8840 8912,'16'-7'0,"0"-2"0,1-7 0,-1 0 0,2 0 0,1-2 0,3-4 0,14-3 0,-8-2 0,15 0 0,-5 8 0,3-1 0,-2 8 0,-5 6 0,-5 4 0,1 2 0,-17 4 0,1 5 0,-5 7 0,-3 11 0,-13 0 0,-4 10 0,-4-3 0,-1 4 0,0-4 0,-2 0 0,-3 3 0,3-3 0,-7 6 0,3-8 0,4-5 0,-3 0 0,1-2 0,1 2 0,-3-6 0,1-3 0,10-9 0,0-4 0,8-3 0,-5-4 0,8-3 0,8 3 0,6-10 0,7 6 0,3 1 0,-3 5 0,4 0 0,7 0 0,1 2 0,-1 3 0,0 6 0,0-2 0,1 1 0,-1 3 0,-2 1 0,-3 2 0,0 0 0,-11 1 0,4-3 0,-9-3 0,-4 3 0,0-5 0,-7 7 0,0-7 0,-2-4 0,-3-10 0,3-4 0,-12-14 0,5-2 0</inkml:trace>
  <inkml:trace contextRef="#ctx0" brushRef="#br0" timeOffset="168">3739 8260 8912,'16'-1'0,"0"-5"0,-7 4 0,5-12 0,-3 3 0,3-3 0,2 0 0,1 3 0,4-2 0,1 8 0,-3 1 0,-1 3 0,-2 1 0,0 0 0,0 0 0,-1 1 0,-3 5 0,-1 5 0,-7 10 0,1 6 0,-10 3 0,-6 2 0,-9 1 0,-1-1 0,-6 5 0,5 1 0,3-2 0,1-2 0,2-2 0,0-7 0,5 4 0,2-8 0,2-1 0,1-2 0,6-2 0,7-7 0,4-4 0,5-3 0,4-2 0,2 0 0,6 0 0,-1 0 0,3-2 0,3-3 0,-1-4 0,-2-2 0,-1 0 0,-2-1 0,-7 5 0,3-2 0,-7 5 0,0-1 0,0-1 0,0 6 0,0 0 0,-7 0 0,6 0 0,-6 0 0</inkml:trace>
  <inkml:trace contextRef="#ctx0" brushRef="#br0" timeOffset="169">4271 9001 8912,'-17'0'0,"9"0"0,2 0 0,12 0 0,4 0 0,6 0 0,4 0 0,3 0 0,2 0 0,0-5 0,4-3 0,-2 0 0,-7 2 0,1-5 0,4 1 0,0-6 0</inkml:trace>
  <inkml:trace contextRef="#ctx0" brushRef="#br0" timeOffset="170">4319 9323 8912,'-9'9'0,"2"-2"0,7-7 0,0 0 0,7-2 0,6-3 0,4-6 0,5-3 0,7-2 0,-3 0 0,5 0 0,1 0 0,0-1 0,1 1 0,-3 0 0,-3 0 0,3 0 0,-5 0 0</inkml:trace>
  <inkml:trace contextRef="#ctx0" brushRef="#br0" timeOffset="171">5012 8663 8912,'0'16'0,"0"7"0,0 6 0,0 7 0,0 7 0,0 5 0,0 6 0,2 3 0,3 0 0,-3 4 0,3-6 0,-1 1 0,1-1 0,-3-8 0,3-11 0,-1-8 0,1-6 0,-3-4 0,5-4 0,0-3 0,-3-4 0,7-7 0,-2-7 0,3-4 0,-1-3 0,0-17 0,5-3 0</inkml:trace>
  <inkml:trace contextRef="#ctx0" brushRef="#br0" timeOffset="172">5415 9001 8912,'-9'25'0,"-4"-7"0,8-7 0,0-1 0,5 6 0,1-1 0,5-4 0,5-4 0,10-7 0,6 0 0,3 0 0,8 0 0,0 0 0,5-2 0,-6-3 0,6-3 0,-5-2 0,-1-5 0,-4 5 0,-7-3 0,1 2 0,-7-1 0,1 6 0,-3-6 0,-9 10 0,-3-5 0,-12 7 0,3 5 0,-8 1 0,6 4 0,-6-4 0,7 6 0,-8-8 0,6 7 0,1-8 0,3 4 0,-3-7 0,3 8 0,-12-7 0,5 6 0</inkml:trace>
  <inkml:trace contextRef="#ctx0" brushRef="#br0" timeOffset="173">6801 8164 8912,'-6'-11'0,"1"0"0,-2 8 0,3-1 0,-1 8 0,-2 14 0,3 14 0,-1 9 0,1 7 0,3 6 0,-5 5 0,1 9 0,1 2 0,2-2 0,2-2 0,0 0 0,0 4 0,-1-11 0,-3 0 0,-1-9 0,1-7 0,2-6 0,2-10 0,0-3 0,7-17 0,4-9 0,4-12 0,-7-17 0,14-17 0,-4-9 0</inkml:trace>
  <inkml:trace contextRef="#ctx0" brushRef="#br0" timeOffset="174">6962 8244 8912,'0'-16'0,"0"7"0,0 2 0,0 9 0,2 5 0,3 9 0,-3 7 0,7 17 0,-5 3 0,1 3 0,2 8 0,-2-1 0,-3 8 0,5-3 0,-7 6 0,6-7 0,-1-3 0,-1-4 0,-3-4 0,-1-3 0,0-5 0,0-11 0,0-4 0,2-14 0,4-4 0,-5-10 0,5-6 0,3-17 0,0-6 0</inkml:trace>
  <inkml:trace contextRef="#ctx0" brushRef="#br0" timeOffset="175">7188 8437 8912,'16'0'0,"0"15"0,7-3 0,4 15 0,3-5 0,3 4 0,4 1 0,3 5 0,-1 1 0,2-1 0,0 0 0,-5-7 0,2-2 0,-11-7 0,-4 1 0,-7-1 0,-2-6 0,-3 1 0,-2-7 0,-3 1 0,-5-10 0,7 1 0,-8-7 0,7-7 0,2-7 0</inkml:trace>
  <inkml:trace contextRef="#ctx0" brushRef="#br0" timeOffset="176">7768 8325 8912,'-7'10'0,"-4"1"0,-3 0 0,-2 5 0,-6 2 0,1 3 0,-10 6 0,1 13 0,-8 6 0,-3 6 0,-2 2 0,-4-1 0,4 1 0,4-6 0,7-5 0,7-7 0,3 0 0,4-8 0,9-4 0,2-14 0,7 1 0,7-7 0,4-4 0,9-13 0,1-6 0,8-7 0,-4-13 0,7-2 0</inkml:trace>
  <inkml:trace contextRef="#ctx0" brushRef="#br0" timeOffset="177">8284 8437 8912,'-8'-9'0,"7"1"0,-7 4 0,3-3 0,-2 0 0,-2-1 0,-2 3 0,-5 5 0,0 2 0,0 3 0,0 8 0,0 6 0,0 7 0,-1 6 0,1 2 0,0 3 0,5 3 0,1 3 0,6-2 0,-1-4 0,5-3 0,3 4 0,4-6 0,2-5 0,4-4 0,8-9 0,6-3 0,-2-4 0,2-7 0,0 0 0,5-1 0,1-5 0,-1-3 0,0-7 0,-2-7 0,-3-4 0,2-3 0,-8-3 0,1 5 0,-6-4 0,-5 3 0,0-9 0,-8 3 0,3-3 0,-6 4 0,-6-3 0,-8 4 0,-8 6 0,3 6 0,1 3 0,-4 9 0,1 4 0,-3 3 0,3 2 0,3 2 0,-3 3 0,8 4 0,2 7 0,2 0 0,-1 0 0,4 1 0,4-1 0,-5 7 0,-2 2 0</inkml:trace>
  <inkml:trace contextRef="#ctx0" brushRef="#br0" timeOffset="178">8042 8647 8912,'-9'0'0,"-4"2"0,8 3 0,0-3 0,5 5 0,7-7 0,5 0 0,10 0 0,10 0 0,9 0 0,6 0 0,3-7 0,4-4 0,-4-3 0,3-1 0,-2 5 0,-10-5 0,-4 5 0,-4-3 0,-6 2 0,-11 4 0,-9 7 0,-9 0 0,-3 0 0,-6 2 0,-3 3 0,-3 2 0,1 4 0,-7 3 0,-2-5 0</inkml:trace>
  <inkml:trace contextRef="#ctx0" brushRef="#br0" timeOffset="179">7945 8115 8912,'0'16'0,"0"1"0,0-7 0,0 1 0,0-7 0,0 3 0,0-9 0,0-3 0,6 1 0,1-7 0,2-1 0,1-3 0,6-1 0,1 0 0,1-2 0,3-3 0,-3-4 0,5-7 0,-1-1 0,-1 1 0,1 0 0,-1 2 0,1 1 0,-3 2 0,-1 7 0,-3-3 0,-5 7 0,-3 7 0,-7 4 0,2 10 0,4 6 0,-5 10 0,8 10 0,-5 8 0,3 2 0,0 2 0,0-2 0,6 6 0,-4-13 0,7 3 0,0-3 0,0-1 0,-1-8 0,-5-4 0,10-3 0,-4-2 0,11-14 0,-2-4 0</inkml:trace>
  <inkml:trace contextRef="#ctx0" brushRef="#br0" timeOffset="180">8960 8518 8912,'-8'9'0,"0"-2"0,8-7 0,2 0 0,4 0 0,2 0 0,10 0 0,2 0 0,2 0 0,1 0 0,-3 0 0,1 0 0,-1 0 0,-2 0 0,-2 0 0,0 0 0,0 0 0,-7 0 0,5 0 0,-5 0 0</inkml:trace>
  <inkml:trace contextRef="#ctx0" brushRef="#br0" timeOffset="181">9363 8357 8912,'0'9'0,"0"-2"0,0-5 0,0 3 0,0-3 0,0 7 0,0-4 0,0 4 0,0 7 0,0 0 0,2-1 0,4-3 0,3-1 0,-1 2 0,7-5 0,-4 3 0,5-5 0,5 4 0,-3-6 0,4 1 0,-5-3 0,0-2 0,-1-7 0,0-4 0,0-3 0,0-2 0,-2-2 0,-1-2 0,-2-1 0,-8-1 0,3 6 0,-5 0 0,-1 0 0,0 0 0,0 0 0,0 7 0,0 9 0,0 12 0,0 8 0,6 5 0,-1 7 0,2 6 0,-1-1 0,-5 8 0,14-4 0,-4 8 0,-4-8 0,0-4 0,0-3 0,-5 6 0,5-12 0,-7 3 0,0-6 0,-2-6 0,-3-1 0,-11-2 0,-4-5 0,-5-2 0,0-2 0,0-3 0,-2-2 0,-5-2 0,5 0 0,0 0 0,7-2 0,-1-4 0,5-3 0,3-7 0,4 0 0,2 0 0,2-2 0,5-3 0,0-4 0,0-7 0</inkml:trace>
  <inkml:trace contextRef="#ctx0" brushRef="#br0" timeOffset="182">9944 8148 8912,'0'-9'0,"-6"5"0,1 15 0,-1 0 0,6 26 0,0 1 0,0 6 0,2 6 0,2 2 0,3 4 0,2 1 0,-5-5 0,4 2 0,-4-10 0,1-1 0,8-7 0,-11 2 0,3-12 0,-1-4 0,1-11 0,-3-4 0,7-7 0,-4 0 0,-1-14 0,5-8 0,-2-7 0,13-3 0,-2 0 0</inkml:trace>
  <inkml:trace contextRef="#ctx0" brushRef="#br0" timeOffset="183">10185 8067 8912,'0'9'0,"0"5"0,0-3 0,0 3 0,0 2 0,0 8 0,0 4 0,0 8 0,0 12 0,2 4 0,3 7 0,-3-5 0,4 5 0,1-7 0,-2 2 0,-1-4 0,-1-9 0,3-4 0,-4-8 0,3-4 0,-3-2 0,-2-3 0,0-9 0,0-4 0,7-7 0,2-7 0,7-2 0</inkml:trace>
  <inkml:trace contextRef="#ctx0" brushRef="#br0" timeOffset="184">10395 8679 8912,'0'-11'0,"0"0"0,0 8 0,2-4 0,3 7 0,6 0 0,-2-6 0,1 1 0,3 1 0,1 4 0,2 6 0,-1 5 0,-5 3 0,-2 2 0,-8 5 0,0 1 0,0 7 0,0-3 0,-2 3 0,-4-2 0,3 3 0,-6-5 0,0 2 0,2-2 0,0-2 0,1-1 0,6-6 0,0-7 0,0 5 0,7-12 0,6 3 0,7-3 0,-1-11 0,6-5 0,-1-6 0,3-3 0,-6 2 0,1 1 0,-6-7 0,0 0 0,0-5 0</inkml:trace>
  <inkml:trace contextRef="#ctx0" brushRef="#br0" timeOffset="185">10427 7713 8912,'0'-16'0,"0"-2"0,2-2 0,3-1 0,6 1 0,3 4 0,2 5 0,2-3 0,2 5 0,2 0 0,-3 4 0,6 3 0,-7 4 0,4 5 0,-4 9 0,-4 2 0,-3 9 0,-4 1 0,-7 8 0,0 3 0,0 2 0,-7-5 0,3 4 0,-5-6 0,2 3 0,-6-3 0,10 6 0,-6-8 0,2 0 0,1-7 0,6-4 0,0 5 0,0-9 0,2 5 0,4-11 0,10-4 0,12-7 0,8-2 0,7-3 0,4-6 0,8-3 0,-3-1 0,7 5 0,-9-3 0,-1 8 0,-8-6 0,-11 6 0,-3 1 0,-4 2 0,-6-5 0,-1-2 0</inkml:trace>
  <inkml:trace contextRef="#ctx0" brushRef="#br0" timeOffset="186">6624 9404 8912,'-11'5'0,"0"0"0,8 1 0,-3-6 0,12 0 0,4 0 0,12 0 0,3 0 0,7 0 0,7 0 0,4 0 0,4 0 0,8 0 0,5 0 0,9 0 0,7 0 0,13 0 0,-39 0 0,2 0 0,7 0 0,2 0-314,7 0 0,0 0 1,-1 0-1,1 0 314,4 0 0,1 0 0,1 0 0,0 0-926,4 0 0,0 0 926,1 0 0,1 0 0,3-1 0,-1 0 0,-1-2 0,-1 0 0,5 2 0,0-1-275,-4-3 0,0-1 0,0 1 0,1-1 275,-4-2 0,-1 0 0,5 2 0,-1 2 0,-3-1 0,-2 1-172,-2 0 1,-1 0 0,-6-1 0,-1 0 171,-7 2 0,0 0 0,-1 0 0,0 1 0,0 1 0,-1 0 0,-1 0 0,-1-1 158,-4-1 1,-2 0-1,41-2-158,-15 5 0,-11 0 0,-3-2 0,-7-3 0,-2 3 504,-9-3 0,-5 3 0,-10 2-504,-1 0 1337,-14 0-1337,1 0 555,-21 0 1,-6 2-556,-14 3 0,-7 2 0,-14 4 0,-9 3 0,-8-3 0,1 3 0,-8 2 0</inkml:trace>
  <inkml:trace contextRef="#ctx0" brushRef="#br0" timeOffset="187">6978 9565 8912,'-2'-11'0,"-1"0"0,-4 0 0,-2 2 0,5 4 0,-3 12 0,2 8 0,-1 8 0,3 7 0,1-1 0,2 16 0,0-4 0,0 5 0,0-6 0,0 8 0,0-2 0,0 1 0,0 1 0,0-1 0,0-4 0,0-8 0,0-6 0,0 0 0,0-8 0,0-1 0,0-9 0,0 3 0,2-12 0,1 1 0,4-8 0,2-11 0,2-7 0,5-10 0,7-6 0,2-2 0</inkml:trace>
  <inkml:trace contextRef="#ctx0" brushRef="#br0" timeOffset="188">7123 9532 8912,'7'-9'0,"-5"-5"0,5 12 0,0-12 0,-5 12 0,5 2 0,-7 13 0,0 6 0,0 14 0,0 8 0,0 9 0,0 4 0,0-3 0,0 8 0,0 0 0,0-1 0,0-3 0,0-8 0,0-4 0,0-4 0,0-7 0,0-7 0,0-3 0,0-4 0,0-8 0,0 1 0,0-7 0,-7-11 0,-2-11 0</inkml:trace>
  <inkml:trace contextRef="#ctx0" brushRef="#br0" timeOffset="189">7526 9854 8912,'0'-9'0,"-2"2"0,-3 7 0,3 2 0,-3 3 0,3-1 0,2 7 0,0 1 0,2 3 0,1 1 0,5 0 0,0 0 0,3 4 0,5-3 0,0-2 0,1-1 0,-1-5 0,0 2 0,2-8 0,1 3 0,3-6 0,-2-4 0,-2-1 0,-2-15 0,0 9 0,-2-10 0,-3 3 0,1-3 0,-6-1 0,-3 2 0,4 2 0,-1 2 0,-1 0 0,-5 0 0,0 7 0,0 2 0,0 11 0,0 6 0,0 12 0,0 6 0,0 5 0,0 6 0,0-3 0,2 7 0,3 1 0,-3-4 0,11 5 0,-8-8 0,0 1 0,-5-6 0,0 0 0,0-7 0,-1-2 0,-3-6 0,-3-1 0,-4-2 0,-7-3 0,2 3 0,-9-12 0,4 3 0,-6-3 0,3-9 0,-4 3 0,6-7 0,-5 1 0,6-6 0,-6-6 0,6 1 0,1 1 0,2 2 0,9 7 0,4 1 0,3-3 0,5 4 0,8-2 0,0 8 0,27-19 0,-4 5 0</inkml:trace>
  <inkml:trace contextRef="#ctx0" brushRef="#br0" timeOffset="190">8203 10096 8912,'0'16'0,"0"-7"0,0-2 0,0-5 0,0 3 0,13-3 0,3 3 0,2-3 0,1-2 0,3 0 0,-4-7 0,5 5 0,-7-3 0,0 1 0,0-1 0,0 3 0,1-3 0,-7-2 0,1 1 0,-7 1 0,8 3 0,-7-3 0,3 3 0,-3-3 0,4-4 0,7 0 0</inkml:trace>
  <inkml:trace contextRef="#ctx0" brushRef="#br0" timeOffset="191">8960 10015 8912,'-10'0'0,"-1"0"0,7 0 0,-8 8 0,6 2 0,1-3 0,5 8 0,0-5 0,2 5 0,3 1 0,4-2 0,7-1 0,0-3 0,1 1 0,4-2 0,1-3 0,1 1 0,-2-2 0,-3 0 0,4-5 0,-4 0 0,5-7 0,-5-2 0,3-5 0,-5 1 0,-5 3 0,2-6 0,-8-6 0,6 1 0,-6 5 0,1 0 0,-6-1 0,0 1 0,0 6 0,0-1 0,0 9 0,0 2 0,0 9 0,0 5 0,0 10 0,0 1 0,1 5 0,5-3 0,-4 3 0,5-5 0,-7 8 0,0-1 0,0-7 0,0 3 0,0-6 0,0-2 0,-2-3 0,-3 0 0,1-3 0,-7-3 0,0 1 0,-5-5 0,0 0 0,0 1 0,0-3 0,-2-5 0,-3 0 0,3-7 0,-4-4 0,4-3 0,2-2 0,0 0 0,0-8 0,5 5 0,2-6 0,2 1 0,2-11 0,5 1 0</inkml:trace>
  <inkml:trace contextRef="#ctx0" brushRef="#br0" timeOffset="192">8864 9806 8912,'2'-9'0,"3"4"0,6 3 0,10-3 0,6-1 0,3-1 0,4 4 0,2-5 0,2-1 0,0-1 0,-8 1 0,-1 2 0,-3-1 0,-6 7 0,3-7 0,-14 10 0,-3 4 0,-4 3 0,-8 1 0,1 1 0,-8 0 0,4 5 0</inkml:trace>
  <inkml:trace contextRef="#ctx0" brushRef="#br0" timeOffset="193">9653 9790 8912,'0'-16'0,"0"0"0,0 0 0,0 0 0,-1 1 0,-5 5 0,5-5 0,-7 21 0,8-3 0,2 19 0,4 4 0,-5 7 0,5 4 0,3-3 0,-8 11 0,5-7 0,-4 4 0,-2-4 0,0 5 0,0-5 0,0-3 0,0-6 0,0-4 0,0 0 0,0 0 0,0-5 0,0-4 0,0-9 0,0-7 0,7-9 0,4-7 0,3-7 0,2-9 0,0-1 0</inkml:trace>
  <inkml:trace contextRef="#ctx0" brushRef="#br0" timeOffset="194">9863 9693 8912,'0'16'0,"0"1"0,0 0 0,0 5 0,0 5 0,0 10 0,0-1 0,0 7 0,0 2 0,0 0 0,0-3 0,0 3 0,0-7 0,0-1 0,0-4 0,5-1 0,1-2 0,-3-3 0,-1 2 0,-2-8 0,0-1 0,0-2 0,0-2 0</inkml:trace>
  <inkml:trace contextRef="#ctx0" brushRef="#br0" timeOffset="195">10105 10144 8912,'0'-11'0,"0"1"0,2 4 0,3-4 0,-2-1 0,8-5 0,-7 0 0,10 7 0,-3 2 0,3-1 0,2 7 0,2-5 0,4 5 0,-4 1 0,5 7 0,-7 3 0,-7 5 0,-4 1 0,-3 0 0,-2 5 0,0 1 0,-7 6 0,0-2 0,-4 6 0,-3-5 0,3-2 0,-2 0 0,3 0 0,-3-4 0,8 6 0,-6-7 0,6 1 0,-1-8 0,6-3 0,0-6 0,9 3 0,7-7 0,2 0 0,9-2 0,4-3 0,4-6 0,-1-3 0,4-2 0,-9 0 0,-2 0 0,-8 1 0,3 5 0,-4-5 0,-4 5 0,-3-5 0,-2 5 0,-4-1 0,-3 0 0,5-12 0,-7-2 0</inkml:trace>
  <inkml:trace contextRef="#ctx0" brushRef="#br0" timeOffset="196">10395 9500 8912,'0'-16'0,"2"2"0,3 1 0,6 2 0,10 8 0,-1-10 0,5 8 0,0 1 0,0 3 0,-5 1 0,1 1 0,-3 5 0,-2 3 0,-7 9 0,-3 1 0,-5 3 0,-1 6 0,-1-1 0,-5 9 0,-6 2 0,-8-3 0,2 5 0,-3-3 0,5 1 0,5-6 0,-2-2 0,8-3 0,0-3 0,5-8 0,1-2 0,6-3 0,10-6 0,6-3 0,11-4 0,4-5 0,4-9 0,10 0 0,2-6 0,-4 4 0,-5 2 0,-6 0 0,-6 0 0,-1 0 0,-7 7 0,-9 2 0,-16 7 0,-11 0 0,-17 14 0,-6 4 0</inkml:trace>
  <inkml:trace contextRef="#ctx0" brushRef="#br0" timeOffset="197">12716 9436 8912,'-11'0'0,"2"2"0,2 3 0,0 2 0,3 6 0,-1-3 0,1 3 0,4 1 0,5 2 0,-1 0 0,7 0 0,-1 1 0,8-1 0,4 0 0,3-7 0,5-4 0,-1-3 0,-2-2 0,2 0 0,1 0 0,2-7 0,0-4 0,1-11 0,-6 3 0,-2-6 0,-2 2 0,-3-1 0,-8 5 0,-3-3 0,-2 2 0,6 10 0,-11-5 0,5 17 0,-7 4 0,0 6 0,0 20 0,0-3 0,2 23 0,1-2 0,3 5 0,-1 4 0,0 4 0,1-2 0,-3-2 0,-1-9 0,-2-2 0,-2-3 0,-3-11 0,-6-5 0,-3-4 0,-2-11 0,-2-2 0,-4-6 0,-5-3 0,-3-1 0,-2-2 0,1-7 0,4-4 0,-3-5 0,3-5 0,4-10 0,1-6 0,4-6 0,2 5 0,0-6 0,-7-5 0,-2-8 0</inkml:trace>
  <inkml:trace contextRef="#ctx0" brushRef="#br0" timeOffset="198">12571 9130 8912,'0'-11'0,"0"0"0,0 6 0,0-6 0,0 8 0,1-5 0,5 8 0,4 0 0,12 0 0,3 0 0,9 0 0,4 0 0,5 0 0,12-1 0,8-5 0,5-4 0,2-5 0,-13-1 0,-5 2 0,-7 3 0,-6-3 0,-16 10 0,-6-6 0,-9 6 0,-9-3 0,-5 7 0,-4 0 0,1 0 0,-2 0 0,7 0 0,-3 0 0,7 2 0,0 3 0,0-3 0,7 12 0,2-5 0</inkml:trace>
  <inkml:trace contextRef="#ctx0" brushRef="#br0" timeOffset="199">13844 9661 8912,'11'0'0,"-1"0"0,-6 0 0,10 0 0,-12 0 0,5 7 0,-12-3 0,-2 5 0,-2-2 0,5-2 0,-5-5 0,4 0 0,-4 0 0,-7 0 0,7-7 0,-6 4 0,5-8 0,2 7 0,-4-5 0,5 6 0,-2-3 0,3 1 0,-4 5 0,6 0 0,-3-2 0,7-3 0,0 3 0,0-5 0,2 7 0,5 0 0,9 0 0,2 0 0,9-2 0,1-3 0,3 3 0,1-11 0,0 6 0,1 0 0,-3 0 0,-3 3 0,2-3 0,-8 2 0,-7 0 0,1 5 0,-5 0 0,-2 0 0,-8 0 0,-9 5 0,-7 0 0,-8 15 0,-1-2 0</inkml:trace>
  <inkml:trace contextRef="#ctx0" brushRef="#br0" timeOffset="200">13747 9999 8912,'7'-9'0,"2"-5"0,7 3 0,6-3 0,1-2 0,0 0 0,1 0 0,4 0 0,-3-1 0,8 1 0,-1 0 0,-5 6 0,-2-1 0,-2-2 0,-1-1 0,-6-2 0</inkml:trace>
  <inkml:trace contextRef="#ctx0" brushRef="#br0" timeOffset="201">14843 9758 8912,'0'-16'0,"0"-2"0,0-2 0,0-1 0,0 1 0,-2-3 0,-1 1 0,-5 3 0,-1 1 0,-1 2 0,-6 1 0,0 3 0,-2 3 0,-4 2 0,4 3 0,-5 11 0,0 9 0,5 0 0,-7 15 0,7-4 0,2 3 0,-4 9 0,11-3 0,-5 5 0,3-1 0,4-8 0,7-5 0,0 0 0,0-2 0,0-2 0,2-9 0,3-3 0,4-4 0,7-7 0,5-2 0,3-3 0,1-6 0,-5-10 0,8 1 0,-6-7 0,-3-1 0,-1-1 0,-2 0 0,-1 3 0,-5-3 0,5 6 0,-13-8 0,5 6 0,0 0 0,-5-5 0,5 12 0,-7-4 0,0 12 0,-7-5 0,5 15 0,-3 0 0,3 11 0,2 9 0,7-2 0,-4 7 0,8-6 0,2 3 0,1 6 0,2-10 0,0 4 0,0-6 0,1-5 0,-1 3 0,0-5 0,0 0 0,0-2 0,0-7 0,0 0 0,0 0 0,-1-7 0,-5-4 0,-4-3 0,3-2 0,-7 0 0,3-1 0,-1 1 0,1 0 0,-3 0 0,3 0 0,-3 5 0,-2 1 0,0 6 0,0-3 0,0 7 0,7 7 0,2-5 0,7 10 0,0-6 0,0-3 0,0-1 0,1-2 0,-1 0 0,0 0 0,0 0 0,0 0 0,-7 0 0,-2-2 0,-7-3 0,0 3 0,7-5 0,2 7 0,7 0 0</inkml:trace>
  <inkml:trace contextRef="#ctx0" brushRef="#br0" timeOffset="202">15455 9709 8912,'-7'9'0,"5"-1"0,-12-8 0,12 0 0,-5 0 0,9 0 0,3 0 0,6 0 0,3-2 0,3-4 0,-1-1 0,0-3 0,0-5 0,0 6 0,0-7 0,0 5 0,0 1 0,-5-1 0,-2-5 0,-2 0 0,-1 0 0,-6 0 0,-2 5 0,-4 0 0,-3 8 0,-7-3 0,0 4 0,0 2 0,0 0 0,-4 7 0,4 4 0,-4 5 0,12 6 0,-1 5 0,0-2 0,5 0 0,-1-2 0,-1 4 0,6-6 0,7 1 0,4-6 0,4 0 0,1-7 0,5-2 0,1-7 0,6 0 0,-1 0 0,4-12 0,-1-5 0,-3 0 0,2-7 0,-8 1 0,-1 0 0,-2 0 0,-2-6 0,-7 11 0,-4-3 0,-3 3 0,-2 2 0,0 7 0,0 3 0,0 12 0,0 4 0,-6 5 0,1 1 0,2 0 0,1 0 0,7 0 0,0 0 0,8-2 0,-2-3 0,5 4 0,5-5 0,-3-3 0,4-1 0,3-4 0,0-2 0,0 0 0,5 0 0,-6 0 0,4 0 0,-3-2 0,-1-4 0,-3-3 0,-5-7 0,-7 7 0,4-5 0,-8 3 0,1 4 0,-8-7 0,-4 3 0,-3 4 0,-1-6 0,1 6 0,2-2 0,-6 6 0,11-4 0,-10 8 0,6 5 0,3 5 0,1-4 0,2 7 0,0-3 0,0 3 0,0 2 0,0 0 0,0 0 0,2 0 0,3 1 0,-3-1 0,12-6 0,-3 1 0,0-7 0,5 1 0,-4-3 0,10-2 0,3-5 0,2-1 0,3-12 0,2 2 0,1-4 0,-1 4 0,0 0 0,0 7 0,-7-5 0,-3 3 0,-4-1 0,-2 1 0,-7-3 0,-9 12 0,-9-5 0,-7 7 0,0 0 0,-8 0 0,7 0 0,-5 0 0,4 0 0,2 0 0,0 0 0,0 0 0,0 0 0,5 0 0,0 0 0,8 0 0,-5 0 0,8 2 0,0 3 0,0 6 0,0 3 0,8 2 0,1 0 0,7 0 0,0 0 0,0 2 0,0 4 0,6-3 0,-1 8 0,2-5 0,-3 5 0,1 1 0,-1 3 0,-2 1 0,-2-5 0,0-1 0,-5 0 0,0 0 0,-6 3 0,4-6 0,-2 0 0,-3 1 0,-9-5 0,-6-8 0,-4 3 0,-1-3 0,-5-4 0,-1-1 0,-5-4 0,6-2 0,0 0 0,4 0 0,1 0 0,7-15 0,2 4 0,7-12 0,0 0 0,7-2 0,6-6 0,7 3 0,6 1 0,-2 0 0,6-5 0,-3 0 0,3 1 0,3 5 0,-1-5 0,0 4 0,6-8 0,-1-3 0,1 0 0,-8 6 0,-3-2 0,-5-3 0,-4 4 0,-2 1 0,-7 2 0,-4 8 0,-3 6 0,-4 7 0,-3 2 0,-4 2 0,-7 8 0,0 8 0,-6 2 0,1 13 0,-1 7 0,6 4 0,2 8 0,3-2 0,4-2 0,7 0 0,0-1 0,0-3 0,2-7 0,3-1 0,6-2 0,10-7 0,1-2 0,8-10 0,4 0 0,9-3 0,0-12 0,9-4 0,2-3 0,7-9 0,-4-3 0</inkml:trace>
  <inkml:trace contextRef="#ctx0" brushRef="#br0" timeOffset="203">17889 9516 8912,'-11'0'0,"2"-2"0,2-3 0,2 5 0,5 0 0,0 7 0,7 11 0,4 2 0,3 3 0,2 2 0,0 2 0,2 5 0,4 0 0,-4-5 0,3-2 0,-3-1 0,-2-5 0,0-1 0,0-2 0,0 0 0,-7-7 0,-1-9 0,-8-11 0,0-3 0,0-2 0,0 7 0,0-5 0,0 3 0,0-3 0,0-2 0,0 0 0,0 5 0,0 0 0,0 8 0,0-5 0,0 8 0,0 0 0,0 8 0,0-7 0,0 14 0,0-14 0,0 7 0,0-8 0,0 7 0,0-4 0,0 8 0,0-7 0,-8 3 0,-1-7 0</inkml:trace>
  <inkml:trace contextRef="#ctx0" brushRef="#br0" timeOffset="204">17970 9548 8912,'-11'-1'0,"0"-5"0,8 3 0,-3-8 0,-3 7 0,7-3 0,-5 14 0,7 4 0,0 3 0,0 10 0,7-5 0,4 8 0,3-5 0,3 3 0,-1-2 0,2 0 0,3-1 0,-3-10 0,5 4 0,-1-1 0,-1-1 0,1-5 0,-1-2 0,1-7 0,-3 0 0,-1-7 0,-2-2 0,1-9 0,-1-3 0,-2 1 0,-1-7 0,-5-2 0,0-1 0,-3-2 0,0 5 0,1 2 0,-3 2 0,-1 1 0,-2 6 0,0 7 0,-2 9 0,-1 13 0,-3 6 0,1 15 0,3 13 0,-1 7 0,-3 3 0,1 2 0,5 11-147,0-1 0,0 3 147,0-2 0,2-4 0,3 4 0,-3-6 0,3-5 0,-3 2 0,-2-9 0,0-6 0,0 1 0,-2-11 0,-3-6 0,-6-7 0,-3-12 0,-2-4 0,0-7 0,-1-7 0,3-9 0,3-11 0,-3-5 0,5-4 0,0-3 0,2-2 294,0-4-294,5 6 0,-5-8 0,7 6 0,0 0 0,2 1 0,3 8 0,-3 0 0,10 5 0,-6 0 0,6 8 0,-1-1 0,3 6 0,2 3 0,8 7 0,-6-17 0,5 3 0</inkml:trace>
  <inkml:trace contextRef="#ctx0" brushRef="#br0" timeOffset="205">18856 9565 8912,'0'-9'0,"7"1"0,-3 16 0,6 2 0,1 12 0,5 5 0,0 8 0,1 5 0,-1 1 0,0 0 0,-2 2 0,-3-5 0,3-4 0,-7-9 0,4-4 0,-6-3 0,4-9 0,0-7 0,0-11 0,6-2 0,-6-21 0,5 1 0,-3-4 0,3-10 0,-5 4 0,7-8 0,0 8 0,0 2 0,0 0 0,-5 6 0,0 1 0,1 9 0,3 7 0,1 5 0,0 6 0,0 3 0,6 2 0,1 0 0,2 0 0,-5 14 0,3 4 0</inkml:trace>
  <inkml:trace contextRef="#ctx0" brushRef="#br0" timeOffset="206">19613 9597 8912,'-8'-7'0,"-7"5"0,4-4 0,-3-3 0,-2 8 0,-2-5 0,-3 5 0,3 8 0,-4 5 0,3 8 0,-3 7 0,4-4 0,-3 7 0,8-5 0,2 1 0,6 2 0,-6-6 0,8-1 0,-5-5 0,10-2 0,4-3 0,3-4 0,7-7 0,2-1 0,1-5 0,3-5 0,-1-10 0,1 1 0,-1-6 0,1 4 0,-6-5 0,0 8 0,-2-3 0,-1 4 0,-2 2 0,-1 0 0,6 7 0,-5 2 0,0 7 0,-7 7 0,3 7 0,-6 10 0,5 1 0,-3-6 0,6 5 0,0-3 0,0 1 0,2-1 0,5-5 0,0-2 0,0-3 0,-7-4 0,6-7 0,-5 0 0,12 0 0,3 0 0</inkml:trace>
  <inkml:trace contextRef="#ctx0" brushRef="#br0" timeOffset="207">20032 9323 8912,'-10'-5'0,"-1"-1"0,7-6 0,-3 10 0,0-5 0,5 16 0,-3 7 0,3 2 0,2 9 0,0 1 0,0 8 0,0 3 0,0 1 0,0-1 0,7-1 0,0-6 0,6 0 0,-2 0 0,-1-5 0,7 0 0,-7-13 0,1 2 0,0-10 0,0 1 0,-1-9 0,3-3 0,1-6 0,1-9 0,-3-3 0,-1-2 0,0-2 0,5-5 0,-2 0 0,-3 0 0,1 1 0,-6 4 0,4-3 0,-4 3 0,1 4 0,-4 1 0,3 4 0,-3 2 0,-1 7 0,-2 2 0,0 7 0,0 7 0,0 4 0,0 3 0,0 3 0,0-1 0,2 0 0,3 0 0,-3 0 0,7-2 0,-5-1 0,1-2 0,6-6 0,-6 6 0,8-6 0,-3 6 0,-1-8 0,2 3 0,2-5 0,1-1 0,-3 0 0,0 0 0,1 0 0,-5-7 0,8 4 0,-5-8 0,-1 7 0,2-1 0,0 3 0,-1 2 0,1 0 0,0 0 0,5 7 0,0 4 0,0 3 0,0 3 0,2-1 0,4 0 0,5 0 0,3 0 0,2-2 0,1-3 0,-1 2 0,0-8 0,0-2 0,1-1 0,-3-9 0,-1-5 0,-4-6 0,-2-6 0,-3-1 0,-2-1 0,-8-7 0,-1 1 0,-2 0 0,-3 5 0,-9 0 0,-4 0 0,-13 2 0,-1 6 0,-2 6 0,-4 8 0,-1 3 0,5 9 0,-4 4 0,8 10 0,-1 1 0,6 10 0,0-3 0,0 8 0,7 3 0,5-1 0,6 0 0,7 2 0,5 1 0,6-7 0,21-1 0,8-7 0,6-9 0,13 0 0,7-5 0,2-12-1038,15-1 1038,-8-7 0,-34-1 0,0-2 0,-3 1 0,-1 0 0,42-7 0,-8 4 0</inkml:trace>
  <inkml:trace contextRef="#ctx0" brushRef="#br0" timeOffset="208">3400 10917 8912,'-10'0'0,"-1"-2"0,0-3 0,0-4 0,1-2 0,-1 1 0,2-3 0,-4-1 0,6-2 0,-2-1 0,6 1 0,-5 0 0,8 7 0,2 17 0,2 13 0,3 8 0,2 3 0,-4 7 0,6 4 0,-6 4 0,6 1 0,-7 0 0,3 1 0,-2-1 0,1 0 0,1-1 0,-2-4 0,-3 0 0,3-11 0,-1-7 0,1-6 0,-3-10 0,5-1 0,-7-23 0,0-6 0,-2-10 0,-3-6 0,-6-4 0,-8-8 0,-3 1 0,2 0 0,3-1 0,0 1 0,-2 0 0,3 0 0,-2 6 0,12 5 0,1 5 0,5 5 0,4 3 0,6 8 0,12 2 0,6 3 0,10 2 0,0 4 0,6 3 0,-1-3 0,-3 3 0,-3 2 0,-8 2 0,-2 3 0,-9-1 0,-2 7 0,-2-1 0,-8 6 0,-1 2 0,-7 2 0,-3 1 0,-6-1 0,-3 5 0,-2 2 0,-6-2 0,1 2 0,-1 0 0,6 5 0,5-5 0,1 0 0,1-6 0,-2 6 0,4-7 0,7 1 0,0-3 0,7-4 0,4-3 0,8-4 0,5-7 0,1-2 0,3-3 0,3-2 0,1-4 0,-2-3 0,-3 3 0,2-3 0,-8-2 0,-6-8 0,6-1 0,-3-7 0</inkml:trace>
  <inkml:trace contextRef="#ctx0" brushRef="#br0" timeOffset="209">3723 10482 8912,'0'-16'0,"0"6"0,0-1 0,0 0 0,0 0 0,0 1 0,7 6 0,4-1 0,3 3 0,2 2 0,0 2 0,0 3 0,0 6 0,0 3 0,-5 2 0,0 0 0,-6 8 0,6 2 0,-7-1 0,1 2 0,-3-2 0,-2 2 0,0 2 0,0-8 0,0 1 0,0-6 0,0 0 0,0 0 0,2-2 0,3-1 0,7-4 0,8-2 0,2-2 0,10-5 0,-3-5 0,10-2 0,0-2 0,4-4 0,2-1 0,-2-2 0,4-7 0,-6-2 0</inkml:trace>
  <inkml:trace contextRef="#ctx0" brushRef="#br0" timeOffset="210">5109 11126 8912,'7'-9'0,"-5"-5"0,3 3 0,-3-3 0,-2 5 0,0 4 0,0 10 0,0 8 0,0 6 0,0 5 0,0 6 0,0 0 0,0 4 0,0 2 0,0-4 0,0 1 0,0-1 0,0-7 0,0-2 0,0-1 0,0-1 0,0 1 0,0-6 0,0-9 0,0-9 0,0-12 0,0-15 0,0-8 0,7-10 0,4-1 0,-2-1 0,1-4 0,1 4 0,-2 6 0,4 2 0,-8 4 0,6 10 0,-6 0 0,8 15 0,-3 8 0,5 8 0,1 6 0,0 12 0,-4 8 0,5 8 0,-8-1 0,12-4 0,-7-1 0,8 0 0,-6-2 0,-5-3 0,3-4 0,-3-6 0,3-1 0,-5 0 0,0-7 0,-4-4 0,-3-10 0,4-6 0,2-5 0,3-6 0,4-1 0,1-4 0,-2-3 0,-1 5 0,-3 0 0,3 3 0,-4 6 0,2 5 0,-6-1 0,6 7 0,-8-1 0,12 6 0,-8 7 0,3 4 0,5 3 0,-6 1 0,7-3 0,0-3 0,0-2 0,0-1 0,0-6 0,0 0 0,1 0 0,-7-2 0,1-3 0,-6 1 0,6-7 0,-7 1 0,1-7 0,-10 1 0,-4 7 0,-7 4 0,0 5 0,-1 5 0,7 4 0,-1 9 0,0 2 0,2 1 0,-3 3 0,6-3 0,1-1 0,5 7 0,5-8 0,1 3 0,12-4 0,-2-2 0,11-7 0,1-4 0,8-3 0,7-2 0,-2-2 0,2-3 0,-2-4 0,2-7 0,2-6 0,-7 1 0,-8-3 0,-8 3 0,-6 3 0,-5-3 0,-4-3 0,-7 3 0,0 1 0,0 2 0,-7 4 0,-4 3 0,-4-1 0,-1 6 0,6 1 0,-1 5 0,5 0 0,-4 0 0,4 7 0,-3 4 0,2 3 0,4 2 0,-5 0 0,3 1 0,0-1 0,5 0 0,0 0 0,0 0 0,0 0 0,0 0 0,2-2 0,1-1 0,2-2 0,3-8 0,-3 3 0,-3-5 0,12-1 0,-5-1 0,5-5 0,-3-4 0,2-5 0,-8-1 0,0 0 0,-5 0 0,8 0 0,-7 0 0,8 5 0,-3 0 0,-3 9 0,8 2 0,-2 2 0,2 9 0,3 0 0,-3 5 0,3-5 0,2-1 0,0-1 0,0 2 0,1-2 0,-1-4 0,0-3 0,0 3 0,0-3 0,0-2 0,0-5 0,0 0 0,-7-8 0,-3 2 0,1-3 0,-2-2 0,1 0 0,-6 0 0,0 0 0,0-1 0,0 1 0,0 6 0,0-1 0,0 7 0,0-3 0,0 14 0,5 2 0,2 7 0,2 0 0,-3 2 0,4 2 0,1 3 0,-2 2 0,3-5 0,-6 1 0,5-1 0,-6 2 0,0-4 0,-5 3 0,0-3 0,0-2 0,-7 0 0,-4 0 0,-1 0 0,1 0 0,-7-5 0,8 0 0,-8-8 0,7 3 0,4-4 0,-8-10 0,6-1 0</inkml:trace>
  <inkml:trace contextRef="#ctx0" brushRef="#br0" timeOffset="211">6946 11030 8912,'-9'0'0,"-5"0"0,12 7 0,-11 2 0,8 7 0,0 0 0,5 0 0,0 0 0,0 2 0,0 2 0,0 1 0,5 1 0,0-6 0,8 0 0,-2 0 0,-2 0 0,1 0 0,-1-5 0,2 0 0,3-8 0,-3 3 0,3-4 0,-3-4 0,0-4 0,-2-4 0,2-12 0,1-1 0,-7-4 0,6-3 0,-5 3 0,4 2 0,-3 0 0,1 1 0,-1 5 0,0 1 0,-2 2 0,-3 7 0,5-5 0,-7 19 0,0 0 0,6 13 0,-1 4 0,0 4 0,-3-2 0,2-1 0,1 0 0,6-1 0,-6-6 0,6 0 0,-6 0 0,8-5 0,-2-2 0,3-2 0,2-2 0,-2-12 0,-3-4 0,4-5 0,-7-3 0,3-5 0,0-1 0,-6 4 0,6-6 0,-6 7 0,6-1 0,-7 3 0,1 2 0,4 0 0,-5 7 0,6 3 0,-4 5 0,5 1 0,-6 1 0,6 5 0,-1 5 0,-1 3 0,6 2 0,-5 0 0,5-2 0,1-3 0,0 2 0,0-8 0,0 6 0,0-6 0,2 0 0,4-5 0,-10 0 0,4 0 0,-3-5 0,1-2 0,-1-2 0,-2-4 0,-8 4 0,2-1 0,-3-1 0,-2-5 0,-7 7 0,-2 2 0,-7 7 0,0 2 0,0 3 0,1 4 0,5 7 0,-5 5 0,6 3 0,1 1 0,2 3 0,4-3 0,2 2 0,0-5 0,0 5 0,13-8 0,3 3 0,5-10 0,1-3 0,3-2 0,0-3 0,6-6 0,-5-9 0,5 1 0,1-12 0,-5-3 0,0-2 0,-7-3 0,1-2 0,-3 5 0,-4 0 0,-3 0 0,-6 2 0,3 2 0,-3 7 0,0 5 0,-5 0 0,0 8 0,0-3 0,0 12 0,0 6 0,0 8 0,0 0 0,0 6 0,0 0 0,0 0 0,0 5 0,0-4 0,0 1 0,0-1 0,0 2 0,0-8 0,-2 1 0,-3 1 0,-4-5 0,-7 3 0,-7-5 0,-4-5 0,-5 3 0,-6-3 0,4 3 0,-5 3 0</inkml:trace>
  <inkml:trace contextRef="#ctx0" brushRef="#br0" timeOffset="212">9283 10965 8912,'0'-16'0,"-2"0"0,-2 0 0,-1 0 0,0 9 0,5 10 0,0 17 0,0 16 0,5 10 0,0 8 0,1 3 0,1 1 0,-3 4 0,6-3 0,-6-2 0,3 1 0,0-3 0,4-3 0,-2-7 0,2-2 0,-8-15 0,3-1 0,-5-7 0,-1-4 0</inkml:trace>
  <inkml:trace contextRef="#ctx0" brushRef="#br0" timeOffset="213">9154 11384 8912,'18'-14'0,"3"3"0,6-5 0,11 0 0,5-2 0,10-9 0,5 0 0,6-5 0,-8 5 0,-8 0 0,-7 6 0,-12-4 0,-6 2 0,-7 3 0,-12 9 0,-4 6 0,-7 3 0,-9 2 0,-1 0 0,1 2 0,2 3 0,3 6 0,4 5 0,7 5 0,0-1 0,0 7 0,0 0 0,0 5 0,0-5 0,0 0 0,0 0 0,2 3 0,2-1 0,1-3 0,0-6 0,-5 2 0,7-5 0,-5 0 0,7-8 0,-3-4 0,-5-3 0,12-4 0,-8-3 0,8-4 0,-2-8 0,3 1 0,2 0 0,0 0 0,0 5 0,0 1 0,-5 6 0,0-1 0,0 1 0,5-1 0,2 3 0,3-3 0,-3 3 0,3 2 0,3 0 0,-3 0 0,8-6 0,-2 1 0,1-6 0,1 4 0,-4-2 0,-2-3 0,-1-3 0,-6-1 0,-2 0 0,-3 0 0,-4 0 0,-9 2 0,-3 3 0,-4 4 0,-7 7 0,-2 0 0,-3 0 0,3 12 0,-4 4 0,6 4 0,5 3 0,-1-3 0,6 7 0,1-2 0,5 2 0,0 1 0,0-6 0,9 1 0,7-1 0,7-6 0,10 0 0,6-2 0,4-8 0,4-1 0,1-5 0,7-7 0,3-9 0,6-9 0</inkml:trace>
  <inkml:trace contextRef="#ctx0" brushRef="#br0" timeOffset="214">11201 10772 8912,'-11'0'0,"0"0"0,2 2 0,-2 3 0,-3-3 0,3 4 0,-3 2 0,0 1 0,1 9 0,4 2 0,2 1 0,2 8 0,5-2 0,2 9 0,3 1 0,-2 8 0,8-2 0,-2-4 0,2-1 0,1 1 0,-6-1 0,5-1 0,-6-4 0,0-7 0,-5 1 0,0-7 0,0 1 0,0-3 0,0-2 0</inkml:trace>
  <inkml:trace contextRef="#ctx0" brushRef="#br0" timeOffset="215">10862 11287 8912,'0'-16'0,"0"0"0,2 0 0,3 0 0,6 5 0,11 1 0,4-1 0,12-5 0,1 0 0,4 0 0,4-4 0,-4 4 0,-4-4 0,-1 9 0,-6-1 0,-5 1 0,2 4 0,-8 7 0,-1 0 0,-9 2 0,-6 3 0,-3 4 0,-2 7 0,0 7 0,0 4 0,0-2 0,0 2 0,5-5 0,1 4 0,-1-4 0,-5 5 0,0-8 0,0 3 0,0-4 0,0-2 0,0 0 0,0 0 0,0-7 0,0-2 0,0-7 0,0 0 0</inkml:trace>
  <inkml:trace contextRef="#ctx0" brushRef="#br0" timeOffset="216">11297 10949 8912,'0'-9'0,"0"-5"0,0 12 0,0-12 0,8 12 0,0-12 0,9 5 0</inkml:trace>
  <inkml:trace contextRef="#ctx0" brushRef="#br0" timeOffset="217">11813 10740 8912,'-16'-7'0,"5"3"0,0-6 0,8 6 0,-4-1 0,7 10 0,0 6 0,0 10 0,0 6 0,0 11 0,0 4 0,0 5 0,0 7 0,0-1 0,0 6 0,0-5 0,2 0 0,3-6 0,2-7 0,4-3 0,3-11 0,-3-6 0,3-5 0,2-5 0,-5-4 0,0-7 0,1-4 0,3-6 0,1-3 0,0-14 0,-7 1 0,-2-7 0</inkml:trace>
  <inkml:trace contextRef="#ctx0" brushRef="#br0" timeOffset="218">11716 11094 8912,'-14'2'0,"3"3"0,-3-3 0,12 5 0,-5 0 0,16-5 0,7 4 0,15-6 0,12-6 0,3-3 0,2-7 0,3-2 0,2-3 0,-3 1 0,4-7 0,3 1 0,1-7 0</inkml:trace>
  <inkml:trace contextRef="#ctx0" brushRef="#br0" timeOffset="219">12893 11030 8912,'-2'-16'0,"-3"0"0,-4 0 0,-2-1 0,2 1 0,0 2 0,0 3 0,4-1 0,-6 6 0,7 10 0,-1 12 0,3 11 0,2 9 0,0 5 0,0 5 0,0-1 0,0-2 0,6-5 0,-1 5 0,8-9 0,-3-2 0,5 0 0,-1-7 0,-1-2 0,-3-7 0,1-1 0,5-10 0,0 0 0,0-5 0,-1-1 0,-5-5 0,5-3 0,-5-7 0,3-5 0,-2-1 0,-2-1 0,-6 3 0,3-1 0,-1-1 0,-5 6 0,2 7 0,3 4 0,-1 3 0,7 2 0,-8 7 0,2 4 0,4-2 0,2 2 0,4 1 0,1-3 0,0 2 0,0-7 0,0 3 0,0-14 0,-2-4 0,-3-11 0,-4 4 0,-7-5 0,0 0 0,0-4 0,0 2 0,0-2 0,0 2 0,0-2 0,0 4 0,0 7 0,-7 0 0,5 7 0,-5 11 0,7 14 0,0 2 0,2 8 0,3 3 0,4 2 0,7 1 0</inkml:trace>
  <inkml:trace contextRef="#ctx0" brushRef="#br0" timeOffset="220">13538 11175 8912,'-8'-16'0,"7"5"0,-5 0 0,-3 8 0,0-5 0,-5 16 0,3 2 0,-1 10 0,5 3 0,-1 2 0,1 4 0,2-4 0,5 2 0,0-7 0,0 1 0,0-3 0,0-2 0,0 0 0,7-7 0,2-2 0,7-7 0</inkml:trace>
  <inkml:trace contextRef="#ctx0" brushRef="#br0" timeOffset="221">13393 10965 8912,'-17'-25'0,"1"-3"0,0 6 0,5 1 0,1 5 0,6 7 0,-3 2 0,14 7 0,9 0 0,11 0 0,4 1 0,1 3 0,0 1 0,0-1 0,8-2 0,1-9 0,7-2 0</inkml:trace>
  <inkml:trace contextRef="#ctx0" brushRef="#br0" timeOffset="222">13876 10804 8912,'-9'-1'0,"4"-5"0,3 4 0,2-5 0,-5 9 0,-1 3 0,1 4 0,5 7 0,5 6 0,1-1 0,4 10 0,-4 1 0,4 0 0,-2 8 0,-1-3 0,0 1 0,4 1 0,-6-1 0,0-4 0,-5 3 0,0-3 0,0-2 0,0-6 0,-7-3 0,-2-7 0</inkml:trace>
  <inkml:trace contextRef="#ctx0" brushRef="#br0" timeOffset="223">13715 11175 8912,'-2'-16'0,"-3"0"0,3-6 0,-3 1 0,3-1 0,2 6 0,12 2 0,4 3 0,11-3 0,0 3 0,5-2 0,6 3 0,1-5 0,4 5 0,4 1 0,-4-2 0,2 2 0,-4-4 0,-7 5 0,-6 0 0,-8-4 0,2 8 0,-12-6 0,-2 6 0,-16-3 0,-1 9 0,-7 3 0,6 4 0,-1 7 0,5 0 0,-4 0 0,1 7 0,-2 4 0,-2 2 0,8 0 0,0-3 0,-2 3 0,3 0 0,-7-3 0,8 3 0,-3-7 0,5-1 0,1-5 0,-6 0 0,1 0 0,-1-7 0,6-2 0,8-15 0,2-9 0,10-6 0,3-9 0,1 0 0,-1 0 0,5-1 0,-1 1 0,-2 7 0,2 4 0,-5 3 0,5 2 0,-6 7 0,6 3 0,-7 6 0,1 6 0,-3 4 0,-2 12 0,0 5 0,0 3 0,-1 2 0,-5 1 0,5-1 0,-4 0 0,3-2 0,2-3 0,0-4 0,7-6 0,2-1 0</inkml:trace>
  <inkml:trace contextRef="#ctx0" brushRef="#br0" timeOffset="224">15246 10917 8912,'-25'0'0,"3"0"0,-1 0 0,2 0 0,-1 2 0,-1 3 0,5 10 0,-4 6 0,5 9 0,0 3 0,8 1 0,4 9 0,3 1 0,2 3 0,9 1 0,7 0 0,2-6 0,9-5 0,0-10 0,5-6 0,0-4 0,1-7 0,-6-3 0,-1-7 0,-6-7 0,3-5 0,-1-8 0,-1-7 0,1-3 0,-6-2 0,-2-6 0,-3 1 0,2-8 0,-8 2 0,0-2 0,-5 2 0,0-2 0,0 8 0,-7-1 0,-4 6 0,-8 9 0,-3 7 0,-5 7 0,6 9 0,-6 2 0,6 3 0,1 7 0,2 8 0,4-2 0,3 4 0,-3 3 0,5 0 0</inkml:trace>
  <inkml:trace contextRef="#ctx0" brushRef="#br0" timeOffset="225">14875 11239 8912,'-16'0'0,"0"0"0,0 0 0,7 0 0,4 0 0,10 0 0,11 0 0,13 0 0,6 0 0,8 0 0,9 0 0,2 0 0,5-2 0,-5-3 0,-2 1 0,-9-6 0,2 4 0,-8-4 0,-1 1 0,-9-2 0,-9-2 0,-7 8 0,-8-2 0,1 3 0,-8-1 0,1 0 0,-8 5 0,0 0 0,-5 0 0,0 0 0,0-8 0,0-1 0</inkml:trace>
  <inkml:trace contextRef="#ctx0" brushRef="#br0" timeOffset="226">14972 10804 8912,'-16'6'0,"1"1"0,3 0 0,1 0 0,0-1 0,1-6 0,-1 0 0,7 0 0,-3 0 0,14 0 0,4-2 0,3-4 0,4-1 0,4-3 0,-2-5 0,5 5 0,-2-7 0,-3-4 0,3 1 0,-2-7 0,3 1 0,-3-7 0,-3 1 0,4 0 0,-3-2 0,3-4 0,-4 4 0,3-3 0,-8 8 0,-4 4 0,0 2 0,0 3 0,-4 9 0,6 6 0,-6 10 0,6 6 0,-6 11 0,6 5 0,0 10 0,5 6 0,-6 2 0,1-2 0,0 1 0,5-6 0,0 0 0,0-6 0,-5-5 0,0-1 0,0-6 0,5 2 0,0-12 0,0-3 0,0-7 0</inkml:trace>
  <inkml:trace contextRef="#ctx0" brushRef="#br0" timeOffset="227">16551 10804 8912,'-9'-16'0,"4"0"0,1 0 0,-1 0 0,5 11 0,0 10 0,9 15 0,7 14 0,4 5 0,1 0 0,-1 1 0,0 3 0,-1-4 0,3 0 0,-2 1 0,3-8 0,-2-7 0,-1-4 0,-2-6 0,-2-6 0,0-9 0,0-9 0,0-7 0,1-11 0,-1-9 0,3-5 0,-3-7 0,2-2 0,-12-4 0,-1 4 0,-5-4 0,0 4 0,0 2 0,0 7 0,0 3 0,-2 6 0,-3 5 0,3 4 0,-5 14 0,7 14 0,0 11 0,2 9 0,3-3 0,4 6 0,7-3 0</inkml:trace>
  <inkml:trace contextRef="#ctx0" brushRef="#br0" timeOffset="228">17647 10692 8912,'0'-27'0,"0"2"0,0 2 0,0 3 0,0 2 0,-7 4 0,-5 3 0,-6 7 0,-4 8 0,-5 5 0,6 7 0,-6 7 0,5 4 0,1-2 0,5 2 0,5-2 0,0 2 0,8 1 0,-3-6 0,5 5 0,1-6 0,0 1 0,0-6 0,0 0 0,1 0 0,5 0 0,5 0 0,5-5 0,5 0 0,-3-2 0,4 1 0,1-1 0,-2-3 0,6-3 0,-5 8 0,-1-6 0,-5 6 0,-5-7 0,-2 3 0,-2 0 0,-3 4 0,-4-2 0,-6 1 0,-10-1 0,-11 2 0,-3 2 0,-2-8 0,-2 6 0,-4-6 0,4 2 0,-4-1 0,4-5 0,2 5 0,2-4 0,3-2 0,-4-8 0,6-1 0</inkml:trace>
  <inkml:trace contextRef="#ctx0" brushRef="#br0" timeOffset="229">18824 10804 8912,'-6'-10'0,"-1"1"0,0 0 0,-2 2 0,0-1 0,6 5 0,-3 8 0,4 6 0,4 9 0,2 1 0,3 1 0,2 1 0,2-5 0,5 3 0,0-3 0,0-2 0,0-1 0,0-5 0,0 3 0,0-8 0,1-1 0,-1-2 0,0-2 0,0 0 0,0 0 0,0 0 0,0-8 0,0-4 0,-1-6 0,-5-4 0,3 1 0,-8 5 0,6 0 0,-6 0 0,1 0 0,-6-1 0,0 9 0,0 2 0,0 13 0,0 9 0,2 9 0,3 13 0,2 10 0,4 11 0,1 4 0,-6 1 0,5 1 0,-4-3 0,0-2 0,0-7 0,-2-10 0,-5-5 0,0-6 0,0-5 0,-1-9 0,-5-8 0,-8-6 0,-8 1 0,-6-3 0,1-2 0,-3-2 0,-3-3 0,-1 1 0,-3-6 0,8-3 0,-3-8 0,5 1 0,0-7 0,4 6 0,7-6 0,5-2 0,0-8 0,0-5 0,-5-6 0</inkml:trace>
  <inkml:trace contextRef="#ctx0" brushRef="#br0" timeOffset="230">18759 10595 8912,'-21'-5'0,"-1"-2"0,3-2 0,8 5 0,7-3 0,15 7 0,9-7 0,17-4 0,6-2 0,4 3 0,8-10 0,4 4 0,4 0 0,2 3 0,-3-1 0,-3 3 0,-5 4 0,-11 2 0,-7 3 0,-7 2 0,-12 0 0,-6 0 0,-7 0 0,3 0 0,-12 2 0,-3 1 0,-1 3 0,4 6 0,-6-1 0,8 3 0,-4 2 0,7 0 0,7-7 0,2-1 0</inkml:trace>
  <inkml:trace contextRef="#ctx0" brushRef="#br0" timeOffset="231">16606 12517 8912,'0'-10'0,"0"2"0,0 1 0,0 3 0,0-8 0,0 7 0,0-7 0,-2 8 0,-3-1 0,-7 3 0,-3 2 0,-2 0 0,0 0 0,-1 0 0,1 2 0,0 2 0,0 1 0,-4 9 0,2-3 0,3 6 0,1 6 0,5-4 0,1 6 0,1 0 0,4 4 0,2-4 0,2-3 0,0-2 0,0-3 0,2-2 0,4-4 0,-2 3 0,7-8 0,1-1 0,11-9 0,0-7 0,0 0 0,-6-12 0,2-4 0,4-2 0,-4-9 0,4-2 0,-4-2 0,-2 2 0,1 3 0,-1-3 0,-8-2 0,-3 2 0,2 2 0,-3 9 0,-1 6 0,-2 4 0,-2 8 0,0-1 0,-2 9 0,-3-3 0,3 12 0,-4 5 0,4 4 0,2 3 0,0-1 0,0 2 0,0 4 0,0 3 0,0 9 0,0-1 0,0 1 0,0 5 0,0 0 0,0-2 0,0-2 0,6-1 0,-1-1 0,1 1 0,-6-1 0,6-2 0,0-3 0,5-2 0,-5-4 0,5-4 0,-5 4 0,13-10 0,-2-1 0,4-9 0,4 5 0,2-8 0</inkml:trace>
  <inkml:trace contextRef="#ctx0" brushRef="#br0" timeOffset="232">22251 10729 8912,'9'-2'0,"-3"-4"0,-4 4 0,-2-13 0,0 15 0,0 0 0,0 9 0,0 7 0,-6 5 0,1 5 0,1 12 0,2 10 0,2 11 0,0 22 0,0 16 0,0-37 0,0 2 0,0 7 0,0 2-418,0 7 1,0 2 0,0 6 0,0 2 417,0 9 0,0 1 0,0-31 0,0 1 0,0 0 0,0 0 0,0 2 0,0-2 0,0 30 0,0-1 0,0-9 0,0-2 0,0-4 0,0-2 0,0-5 0,0-1 0,0-7 0,0-2-133,0-4 0,0-2 0,0-5 1,0-3 132,0 41 0,0-12-143,0-5 0,0 1 143,0-1 0,0-9 0,0-8 0,2 1 0,2-2 0,1-3 0,-1-6 0,-2-14 1510,-2-11-1510,0-4 612,0-9-612,0-3 0,0-9 182,0-3 0,0-7-182,0-11 0,0-11 0,0-12 0,6-13 0,-1-10 0,-6-23 0,-4 40 0,0-1 0</inkml:trace>
  <inkml:trace contextRef="#ctx0" brushRef="#br0" timeOffset="233">23060 10763 8912,'11'0'0,"-1"-2"0,-3-4 0,-1 4 0,-6 2 0,0 12 0,0 5 0,0 6 0,-6 6 0,1 9 0,1 4 0,2 2 0,2 2 0,0 5 0,0 3 0,0 1 0,0 0 0,0-5 0,0-6 0,0-10 0,0-5 0,0 0 0,-2-10 0,-4-2 0,-5-9 0,-5-6 0,-1-10 0,0-2 0</inkml:trace>
  <inkml:trace contextRef="#ctx0" brushRef="#br0" timeOffset="234">22853 10900 8912,'10'0'0,"5"0"0,-5-5 0,7-1 0,8-2 0,3 3 0,12 3 0,6-4 0,4 4 0,2 2 0,-1 2 0,1 4 0,-4 11 0,-8 12 0,-11 3 0,-8 2 0,-14 8 0,-7 4 0,-15-2 0,-14 2 0,-11-2 0,-6 2 0,-5 2 0,-7-8 0,7 0 0,-1-6 0,8-7 0,10-4 0,5-4 0,2-4 0,2-3 0,10-7 0,9-10 0,4-12 0,2-10 0</inkml:trace>
  <inkml:trace contextRef="#ctx0" brushRef="#br0" timeOffset="235">23490 11330 8912,'-10'0'0,"3"0"0,7 0 0,2-2 0,3-1 0,7-3 0,9-8 0,2 3 0,5-4 0,-3-2 0,0-3 0,0-3 0,4 4 0,-6-4 0,-6-1 0,-6 1 0,-7 0 0,2 6 0,-6-1 0,-6 1 0,-9 8 0,-8 3 0,-6 4 0,6 2 0,-7 8 0,3 3 0,0 6 0,4 6 0,4-2 0,2 8 0,7 5 0,5 6 0,3 1 0,2-7 0,2 0 0,3 1 0,7-7 0,11 1 0,-2-8 0,9 0 0,5-8 0,3-7 0,8-4 0,-6-2 0,8-8 0,-4-5 0,0-8 0,-2-6 0,-8-7 0</inkml:trace>
  <inkml:trace contextRef="#ctx0" brushRef="#br0" timeOffset="236">23954 11176 8912,'2'15'0,"4"-4"0,-4-1 0,4-4 0,-4-3 0,-2 9 0,0 1 0,0-3 0,0 1 0,0 1 0,0 5 0,0 0 0,0 0 0,0 0 0,0 1 0,0-1 0,0 0 0,0-4 0,0 5 0,0-11 0,0 10 0,0-9 0,0 4 0,0-9 0,0 5 0,0-10 0,0-4 0,7-3 0,3-10 0,1-2 0,1-2 0,-1-8 0,7 3 0,-1-5 0,0-1 0,-6 7 0,1 4 0,-3 4 0,3 2 0,3 0 0,-5-1 0,1 9 0,1 3 0,-8 12 0,1 5 0,-3 5 0,4 1 0,0 0 0,1 0 0,-1 0 0,-2-5 0,7-1 0,-7-5 0,4 4 0,-1-3 0,5-3 0,-3-2 0,3-2 0,-6 0 0,5 0 0,-1-8 0,1-3 0,5-4 0,-5-3 0,-3 7 0,-3-1 0,5 1 0,-1-6 0,1 7 0,-2 10 0,-8 12 0,0 5 0,0 4 0,0 2 0,0-2 0,0-2 0,0-2 0,7 0 0,3-1 0,7-5 0,0-3 0,1-8 0,-7 0 0,0 0 0,1-6 0,5 0 0,-2-13 0,-3 2 0,-4-6 0,-8 0 0,0 2 0,-2-6 0,-4 2 0,-6 4 0,-9 2 0,-2 2 0,-7 2 0,1 3 0,4 5 0,2 7 0,4 2 0,2 3 0,2-1 0,3 8 0,5-1 0,7 6 0,-8 1 0,-2-1 0</inkml:trace>
  <inkml:trace contextRef="#ctx0" brushRef="#br0" timeOffset="237">24746 11193 8912,'10'0'0,"-3"0"0,-7 0 0,0 2 0,-2 1 0,-3 3 0,1 2 0,-8-2 0,9-3 0,-5 9 0,2 1 0,0 3 0,1 1 0,5 0 0,-6 0 0,0 0 0,0 0 0,6 1 0,-1-3 0,-5-4 0,4 5 0,-6-7 0,8 1 0,2-10 0,4-12 0,3-5 0,1-6 0,5-4 0,-3-7 0,3 2 0,2 1 0,0 2 0,1-1 0,-7 5 0,1 2 0,-1 6 0,6 5 0,-7-3 0,3 15 0,-7 0 0,5 8 0,-5 9 0,2 0 0,-4 0 0,1 1 0,-1-1 0,4 0 0,-2 0 0,5 0 0,-3-1 0,1-5 0,3 2 0,5-7 0,-6 0 0,1-6 0,-3-2 0,3-4 0,3 2 0,-3-7 0,-3 1 0,3-1 0,-3-4 0,3 3 0,-3 5 0,-3 1 0,-4-4 0,6 6 0,-8-7 0,0 7 0,0-3 0,0 14 0,7 3 0,3 5 0,7-4 0,-5-1 0,-1-4 0,0-4 0,7 3 0,-1-3 0,0-2 0,0 0 0,1 0 0,-1-5 0,0-1 0,0-8 0,0 3 0,-5-2 0,-1 1 0,-7-3 0,4 5 0,-2 3 0,-1 7 0,1 2 0,-6 9 0,0 1 0,0 5 0,0 0 0,0 0 0,0 6 0,0 0 0,0 0 0,0-6 0,0 0 0,0 0 0,0 1 0,0-9 0,0-1 0,0-8 0</inkml:trace>
  <inkml:trace contextRef="#ctx0" brushRef="#br0" timeOffset="238">25297 10935 8912,'-12'9'0,"1"-3"0,5-4 0,-5-2 0,5-2 0,-6-4 0,10 4 0,2-3 0,14 3 0,9 2 0,7 0 0,-3 0 0</inkml:trace>
  <inkml:trace contextRef="#ctx0" brushRef="#br0" timeOffset="239">25658 11176 8912,'-9'7'0,"-7"-5"0,5 4 0,3 3 0,-5 1 0,7 7 0,0 0 0,1 1 0,-1-1 0,2 2 0,2 4 0,2-4 0,0 4 0,0-10 0,0-1 0,0-1 0,0-1 0,0-3 0,8-11 0,3-7 0,-1 0 0,1-12 0,1-4 0,5-2 0,-2-1 0,-1-1 0,-3 2 0,2-1 0,3 3 0,1-2 0,-2 8 0,-3-2 0,3 6 0,-3 6 0,3-4 0,2 15 0,0 0 0,-1 7 0,-5 10 0,2 2 0,-7 4 0,7-2 0,-1 6 0,3-2 0,2-4 0,1 2 0,-1-6 0,0 4 0,0-11 0</inkml:trace>
  <inkml:trace contextRef="#ctx0" brushRef="#br0" timeOffset="240">26157 11141 8912,'-17'-9'0,"0"3"0,0 2 0,-1-2 0,-1 4 0,-4-3 0,4 3 0,-4 2 0,10 7 0,1 5 0,1 3 0,-6 2 0,7 6 0,4 0 0,3 2 0,-3-2 0,4-4 0,-2 2 0,6-6 0,4-3 0,7-6 0,-1 5 0,3-7 0,2 2 0,2-6 0,4-6 0,-4-4 0,4-7 0,2-2 0,-2-4 0,0 4 0,-6-4 0,2 4 0,4 2 0,-9 1 0,3 3 0,-2 4 0,0 1 0,-3-4 0,-1 7 0,1-1 0,5 6 0,-5 8 0,-1 3 0,-7 4 0,2 3 0,3-1 0,-1 0 0,3 0 0,5-5 0,-5-1 0,-1-7 0,1 2 0,1-4 0,5-2 0</inkml:trace>
  <inkml:trace contextRef="#ctx0" brushRef="#br0" timeOffset="241">26570 10763 8912,'0'-10'0,"0"3"0,0 7 0,6 2 0,0 3 0,-1 11 0,-5 7 0,0 7 0,0-1 0,0 9 0,0 2 0,0 6 0,0-6 0,0 2 0,0-2 0,0-3 0,0 3 0,-5-4 0,-3-4 0,-2-3 0,-3-6 0,5-12 0,-15 5 0,4-7 0</inkml:trace>
  <inkml:trace contextRef="#ctx0" brushRef="#br0" timeOffset="242">26467 11038 8912,'10'-8'0,"-1"5"0,-3-9 0,-2 8 0,7-1 0,-5-3 0,5 2 0,1-5 0,5 5 0,2-2 0,4 3 0,-2 3 0,8-4 0,-1 2 0,-1-2 0,4 4 0,-8-3 0,5 3 0,-5 2 0,-2 2 0,-9 3 0,1-1 0,-7 8 0,-2 5 0,-10 6 0,2 7 0,-7-1 0,-6 2 0,-6-3 0,2 5 0,9-5 0,-1 3 0,7-2 0,2-6 0,2-4 0,2-2 0,0 0 0,2-7 0,4-5 0,3-3 0,9-2 0,5-7 0,0-5 0,0-5 0,-6-6 0,0-2 0,0-3 0,-7-5 0,-5 4 0,-3-1 0,-2 1 0,-2 2 0,-3 5 0,-5 2 0,-7-2 0,0 4 0,0 7 0,5-3 0,1 9 0,-1-9 0,-5 5 0,0-8 0</inkml:trace>
  <inkml:trace contextRef="#ctx0" brushRef="#br0" timeOffset="243">27241 10969 8912,'0'12'0,"0"-1"0,0 1 0,0 5 0,2 2 0,4 4 0,-4 4 0,6 7 0,-3 0 0,1 1 0,0-1 0,-6 1 0,0-3 0,0-3 0,0-5 0,0-6 0,-8-1 0,6-8 0,-5-10 0,7-15 0,0-9 0,0-7 0,1-1 0,5-12 0,4 4 0,7-4 0,2 5 0,2-3 0,4 5 0,2 6 0,-4 1 0,5-3 0,1-1 0,5 1 0</inkml:trace>
  <inkml:trace contextRef="#ctx0" brushRef="#br0" timeOffset="244">28067 10986 8912,'-11'16'0,"1"-3"0,1-3 0,-1-3 0,6 7 0,-3-5 0,1 3 0,0-1 0,-5 1 0,5 5 0,0 6 0,6 0 0,0-2 0,0-2 0,2 0 0,4 4 0,4-10 0,7 4 0,2-5 0,4-1 0,-4-3 0,4-8 0,-2 0 0,2 0 0,-4-8 0,4-3 0,-4-6 0,-2-6 0,0 2 0,1-8 0,-3 6 0,-4-4 0,-3 3 0,0 2 0,-6 3 0,3 2 0,-3 6 0,-2-1 0,0 8 0,0-1 0,0 10 0,-2 5 0,-3 7 0,3 2 0,-4 4 0,2-4 0,0 4 0,-1-4 0,1-1 0,0-1 0,-2 0 0,4-6 0,-3 1 0,3-8 0,4 3 0,3-7 0,7-2 0,11-3 0,-2-5 0,6-7 0,-1 0 0,1 0 0,-4 1 0,4 3 0,-2 3 0,-4 3 0,4 1 0,-3 6 0,1 0 0,-5 0 0,-7 8 0,-1 3 0,-1 4 0,1 3 0,-6 4 0,1 1 0,-3 0 0,-2-5 0,-2 4 0,-3-1 0,-5-3 0,0-5 0,-12-2 0,2 7 0</inkml:trace>
  <inkml:trace contextRef="#ctx0" brushRef="#br0" timeOffset="245">28016 10780 8912,'-17'-11'0,"-1"-1"0,1 6 0,0-5 0,0-2 0,7 3 0,4-1 0,6 7 0,8-2 0,9 4 0,10 2 0,13 0 0,6 0 0,9 0 0,3 0 0,15 8 0,-3 1 0</inkml:trace>
  <inkml:trace contextRef="#ctx0" brushRef="#br0" timeOffset="246">28979 10832 8912,'10'11'0,"-4"1"0,-4-9 0,-2 13 0,0-5 0,0 12 0,0-2 0,0 8 0,-6 7 0,0 10 0,0 4 0,6 1 0,0 3 0,0 3 0,-2-4 0,-3 5 0,1-5 0,-8-1 0,7-8 0,-7-4 0,3-6 0,-3-5 0,-3-12 0,3-11 0,-3-20 0,-2-5 0</inkml:trace>
  <inkml:trace contextRef="#ctx0" brushRef="#br0" timeOffset="247">28893 10918 8912,'18'0'0,"-1"0"0,0 0 0,0 0 0,0 0 0,1 0 0,-1 0 0,0 0 0,6 0 0,0 0 0,6 0 0,-6 0 0,5 0 0,-7 2 0,-4 3 0,-3 7 0,-10 3 0,1 2 0,-5 2 0,-5 4 0,-13-2 0,-10 8 0,-5 0 0,-1 3 0,1-1 0,5-3 0,3-1 0,8 2 0,-1-3 0,1-3 0,8-4 0,3 4 0,6-5 0,6-5 0,7-4 0,8-1 0,6-2 0,7-6 0,3 0 0,3 0 0,-2-2 0,8-4 0,-8-3 0,2-9 0,-3 1 0,-3-8 0,0-1 0</inkml:trace>
  <inkml:trace contextRef="#ctx0" brushRef="#br0" timeOffset="248">29392 10625 8912,'10'0'0,"5"-5"0,-3-1 0,-3 0 0,3 6 0,-6 0 0,5 0 0,-1 2 0,1 4 0,-3 5 0,-1 5 0,-5 6 0,4 1 0,-4 8 0,-2-2 0,0 3 0,0 2 0,-6-5 0,0-2 0,1 0 0,-3-1 0,6-5 0,-4 2 0,4-9 0,2-3 0,2-7 0,4 2 0,4-4 0,7-2 0,2 0 0,4 0 0,4-8 0,7-3 0,8-12 0,2-4 0</inkml:trace>
  <inkml:trace contextRef="#ctx0" brushRef="#br0" timeOffset="249">22062 10814 8912,'-12'0'0,"1"0"0,7-7 0,-10-3 0,7-7 0,-3 0 0,4-2 0,-3-2 0,1-2 0,2-2 0,6 4 0,0-2 0,0 2 0,0-4 0,0 2 0,2 2 0,4 2 0,4 2 0,7 0 0,0 0 0,0-1 0,1 9 0,1 1 0,4 3 0,5-1 0,5 0 0,1 6 0,8 0 0,4 0 0,13-2 0,10-2 0,8-3 0,1-3 0,4 4 0,-7-5 0,7 5-267,-2-5 0,10-1 267,2-5 0,0 6 0,-6 1 0,0 1 0,0-1 0,4 0 0,-4-1 0,-4-2 0,-13 7 0,2-6 0,3 7 0,9-7 0,3 6 0,-4-5 0,-13 3 0,-1 1-71,1-1 0,-2-3 71,-4 5 0,10 0 0,-4 6 0,11-6 0,0 1 0,5-1 0,-1 6 0,-2 0 0,-2 0 0,-3-6 0,9 0 0,4 1-180,-39 5 1,1 0 0,-1-3 0,1 0 179,0 1 0,-1-2 0,3-1 0,-1-1 0,5 3 0,-1 0 0,-3-3 0,1 1 0,5 1 0,1 0 0,-3 0 0,0-2 0,-1 0 0,-1-1 0,1 2 0,-1 1 0,-1-2 0,-1 0 0,-2 1 0,1 1 0,2-2 0,-1 0 0,-1-1 0,-1 1 0,0 2 0,-1 2 0,0-2 0,0 0 0,-2 1 0,-1 1 0,40 0 0,-9-4 0,-1 4 0,0 2 0,5 0 0,8 0 0,-3 0 46,4 0 1,-12-2-47,-5-4 0,3 4 0,3-3 0,1 3 0,-2 2 0,2 0 0,-7 0 0,-6 0 66,-6 0 0,-9 2-66,-3 3 0,-1-3 0,-8 6 0,2-2 368,4-1 0,1 7-368,3-6 0,0 1 0,-1-1 0,3-4 0,3 4 0,-3-4 108,3-2 0,-1 5 0,-1 1 0,6-2-108,6-2 0,-8-2 0,10 0 0,-4 0 0,4 0 0,0 0 0,0 0 0,-6 0 0,0 0 0,-8-2 0,3-2 0,-5-2 0,-1 3 0,0 1 0,-1 2 0,7 0 0,-1 0 0,8-2 0,-2-4 0,-2 4 0,2-4 0,-7 4 0,1 2 0,-1 0 0,1 0 0,-4 0 0,5 0 0,-5 0 0,-1 0 0,0 0 0,-1 0 0,1 0 0,-1 0 0,-5 0 0,0 0 0,-6-5 0,4-1 0,0 2 0,0 2 0,-5 2 0,1 0 0,4-2 0,2-3 0,1 3 0,-1-4 0,4 4 0,-4 2 0,-4-6 0,-2 1 0,-4 1 0,-1 2 0,-8 2 0,-4 0 0,-10-6 0,-2 0 0,-7 1 0,12 5 0,-7 0 0,3 0 0,-1 0 0,-5 0 0,5 0 0,-7 0 0,4 0 0,-8 0 0,-2 0 0,-4 0 0,-5 0 0,-12 0 0,-4 0 0,-8 0 0</inkml:trace>
  <inkml:trace contextRef="#ctx0" brushRef="#br0" timeOffset="250">30184 11004 8912,'0'-12'0,"0"1"0,0 7 0,0-4 0,-2 8 0,-4 0 0,4 8 0,-3 3 0,3 12 0,2 4 0,-2 2 0,-4-1 0,4 7 0,-3 5 0,1 0 0,-2-6 0,4 1 0,-4-3 0,4-3 0,2-6 0,0-4 0,0-2 0,-7-7 0,5-3 0,-6-14 0,10-7 0,2-7 0,2-7 0,1-5 0,-1-1 0,-2-1 0,7 1 0,-5-6 0,6 0 0,-7 5 0,7 7 0,-7 5 0,7-6 0,-6 10 0,5 2 0,-5 1 0,5 13 0,3 5 0,-1 7 0,-1 14 0,1-2 0,-7 8 0,5 5 0,-5 6 0,0-2 0,-6-9 0,2 4 0,3-5 0,-3-3 0,4-2 0,-4-4 0,-2-2 0,0 0 0,0-7 0,0-10 0,0-11 0,0-10 0,0-2 0,6-8 0,-1 2 0,7-1 0,-6 1 0,7-3 0,-2 5 0,3 0 0,-3 4 0,5 10 0,-5 1 0,4 9 0,3-3 0,-7 4 0,1 2 0,-1 8 0,6 3 0,-2 6 0,-3 6 0,3-4 0,-3 4 0,3-9 0,2-5 0,0 1 0,1-1 0,-1-5 0,0 2 0,-5-4 0,-1-2 0,0-2 0,7-4 0,-1-3 0,0-9 0,-5 1 0,-1 0 0,-7 0 0,2-2 0,-4-2 0,-2-2 0,0 6 0,0 5 0,-8 6 0,-4-5 0,-3 7 0,-4 0 0,-2 8 0,-2 8 0,-2 10 0,2 7 0,6-2 0,0 2 0,1-3 0,11 5 0,-1-3 0,-2 3 0,8-6 0,0-2 0,4-4 0,13-2 0,4-2 0,14-3 0,-1-5 0,3-7 0,1-1 0,2-5 0,2-4 0,-2-7 0,-9-6 0,3 0 0,-11 0 0,0 6 0,-4 0 0,-2 0 0,-7 5 0,-4 1 0,-4-1 0,-2-5 0,0 6 0,-2 1 0,-2 1 0,-2-1 0,-7 6 0,1-2 0,-3 5 0,-2 1 0,5 0 0,1 0 0,-1 1 0,-5 5 0,0 4 0,0 7 0,5 0 0,3 0 0,-1 1 0,1-1 0,5 0 0,-2 0 0,4 0 0,2 1 0,2-3 0,4-4 0,-2-3 0,7-8 0,1 0 0,5 0 0,-6 0 0,1 0 0,-1-6 0,6 0 0,-5-5 0,-1 5 0,-1-7 0,3 3 0,-1 1 0,-8-1 0,1 4 0,5 5 0,-8-7 0,5 8 0,-7 0 0,8 0 0,-4 0 0,7 0 0,3 0 0,-5-2 0,3-4 0,-3 2 0,3-7 0,3 5 0,-3-5 0,1-1 0,-2-5 0,5 0 0,-5 0 0,-3 5 0,-2 1 0,1-1 0,-1-5 0,0 0 0,-6 7 0,0 3 0,0 22 0,0-3 0,0 14 0,0-3 0,2-4 0,1 6 0,5-2 0,2 0 0,1 0 0,6-6 0,-1 2 0,-5 4 0,3-4 0,-9 4 0,7-4 0,-7-2 0,1-5 0,-6-1 0,-2 1 0,-5 5 0,-9-2 0,-5-3 0,-7 1 0,5-7 0,-6 0 0,6-6 0,0 0 0,6 0 0,2-2 0,3-4 0,-3-11 0,5-10 0</inkml:trace>
  <inkml:trace contextRef="#ctx0" brushRef="#br0" timeOffset="251">31526 11090 8912,'-17'-8'0,"0"-2"0,5 1 0,1 3 0,7 4 0,-4 4 0,8 6 0,0 7 0,0 6 0,0 8 0,0-6 0,6 1 0,0-1 0,5-4 0,-5 4 0,6-3 0,-7-3 0,9 0 0,-3 0 0,-1-7 0,1-5 0,1-3 0,5-2 0,0 0 0,0-2 0,1-1 0,-1-3 0,0-13 0,0 2 0,-5-12 0,-1 0 0,-1 2 0,1 1 0,-3-1 0,-1 0 0,-5 6 0,4-2 0,-4 12 0,-2-4 0,0 15 0,0 1 0,2 13 0,4 7 0,-4 2 0,3-6 0,-1 6 0,2 0 0,-2 0 0,7-6 0,-5-2 0,5-3 0,1 1 0,5-7 0,0 1 0,0-1 0,-5-4 0,-1 2 0,5-6 0,5-4 0,-2-7 0,4 1 0,-4-11 0,-2-5 0,6 1 0,0-2 0,-6 7 0,-5-7 0,-3 6 0,3-6 0,1 14 0,-7-2 0,0 3 0,-14 5 0,-4 3 0,-1 12 0,2 5 0,-3 5 0,8 1 0,-5 6 0,5 0 0,-1 0 0,1-6 0,4 0 0,-4 0 0,4 0 0,2 1 0,0-1 0,0 0 0,2-6 0,4 1 0,4-8 0,7 1 0,-4-3 0,4-2 0,-3 0 0,9 0 0,-2-7 0,2-5 0,-4-3 0,4-2 0,-4-2 0,-2-2 0,0-2 0,0 2 0,1 2 0,-1 1 0,-6-5 0,1 1 0,-8 4 0,1 7 0,-3-1 0,-2 3 0,0-6 0,0 13 0,0-4 0,0 12 0,0-4 0,2 11 0,4-7 0,5-2 0,-1 3 0,1-1 0,1 7 0,3-3 0,-3 7 0,1-6 0,-7 1 0,0-1 0,-6 7 0,0-1 0,0 0 0,0 0 0,0 0 0,-2 1 0,-2-1 0,-2 0 0,-7-8 0,1-3 0,-3 2 0,-2-2 0,0-3 0,-1-1 0,1-2 0,0 0 0</inkml:trace>
  <inkml:trace contextRef="#ctx0" brushRef="#br0" timeOffset="252">22819 12276 8912,'-10'-8'0,"1"1"0,5-7 0,-4 3 0,-1-3 0,5 11 0,-2 8 0,4 13 0,2 18 0,0 4 0,0 6 0,0 11 0,0 6 0,0 4 0,2 2 0,2-2 0,2-4 0,5-4 0,-5-8 0,-1-1 0,-5-4 0,2-6 0,2-11 0,2-6 0,-8-19 0,-8-6 0</inkml:trace>
  <inkml:trace contextRef="#ctx0" brushRef="#br0" timeOffset="253">22457 12723 8912,'-19'-8'0,"-2"4"0,15-7 0,-7 7 0,19-3 0,0 7 0,16-6 0,13 0 0,3-7 0,14 1 0,-4-9 0,9-2 0,-4-2 0,-1 3 0,4-5 0,-3-8 0,-5 3 0,-4 3 0,-6-3 0,-9 3 0,-6 4 0,-12 2 0,-3 4 0,-8 2 0,-2 6 0,-4-1 0,2 6 0,-7-5 0,5 7 0,-5-2 0,7 5 0,-4 14 0,8 6 0,0 8 0,0 9 0,0 2 0,0 14 0,0-4 0,0 9 0,0-4 0,0-1 0,0-6 0,0 0 0,0-2 0,0 1 0,0-8 0,0-9 0,0-7 0,0 4 0,0-17 0,0-8 0,6-13 0,0-10 0,5-8 0,-5 2 0,2-3 0,-5-1 0,3 5 0,-2 5 0,-2 4 0,5 2 0,3 7 0,7 4 0,-5 12 0,-1 5 0,3 5 0,9 1 0,-2 2 0,7 4 0,1-4 0,5 4 0,6-6 0,1-5 0,-1-7 0,2-3 0,-6-2 0,4 0 0,-5-7 0,-5-7 0,-3-7 0,-2-7 0,-10 1 0,-9-2 0,-4 6 0,-2-5 0,-2 5 0,-4-6 0,-9 14 0,-8-2 0,-6 11 0,6 0 0,-5 6 0,5 6 0,0 3 0,6 9 0,-1 6 0,3 5 0,2 4 0,1 1 0,8 0 0,1 1 0,6-1 0,9 0 0,5-5 0,6 0 0,6-10 0,11-2 0,4-7 0,9-10 0,5 0 0,5 0 0,-4-8 0,-1-3 0,3-20 0,0-5 0</inkml:trace>
  <inkml:trace contextRef="#ctx0" brushRef="#br0" timeOffset="254">24367 12345 8912,'16'-12'0,"-5"1"0,-3-1 0,0 3 0,-7-7 0,5 5 0,-4 1 0,-2-1 0,-8 7 0,5-3 0,-9 7 0,8 1 0,-3 5 0,1 8 0,0 7 0,-1 7 0,1 12 0,4-1 0,-4 6 0,4 1 0,2-2 0,0 4 0,0-8 0,0 6 0,0-6 0,0 0 0,0-5 0,2-3 0,4-3 0,-2-5 0,7-6 0,1-9 0,5-3 0,0-12 0,0-3 0</inkml:trace>
  <inkml:trace contextRef="#ctx0" brushRef="#br0" timeOffset="255">24660 12671 8912,'10'-11'0,"-5"-1"0,-3-1 0,-4 5 0,-3 3 0,-5 3 0,-7 2 0,5 7 0,1 5 0,1 9 0,-3 2 0,3 0 0,3 2 0,1-6 0,6 4 0,0-4 0,0-2 0,0 0 0,0 0 0,8 0 0,1-1 0,8-5 0,1-5 0,-1-4 0,2-10 0,4-3 0,-4-12 0,4-4 0,-4-2 0,-2 1 0,-1-1 0,-5-5 0,-3 5 0,-8 0 0,-2 8 0,-4-2 0,-5 6 0,-12 6 0,2 3 0,-8 8 0,2 2 0,-2 4 0,5-2 0,6 7 0,3 2 0,4 3 0,3 1 0,16 0 0,1 0 0</inkml:trace>
  <inkml:trace contextRef="#ctx0" brushRef="#br0" timeOffset="256">25107 12413 8912,'10'0'0,"-2"0"0,-10 0 0,-4 0 0,-4 0 0,-7 0 0,0 0 0,0 0 0,0 0 0,-1 0 0,1 6 0,0 0 0,6 7 0,-1-1 0,6-3 0,-3 5 0,-1 3 0,1 4 0,5 2 0,-2-6 0,4 0 0,2 0 0,6 1 0,0-1 0,7 0 0,-2 0 0,5 0 0,1 1 0,0-1 0,-2 0 0,-1-2 0,-3-3 0,1 3 0,5-4 0,-2 5 0,-3 1 0,3 0 0,-13 0 0,4 0 0,-4 1 0,-10-1 0,-2-2 0,-7-3 0,6-3 0,-1-3 0,7-4 0,-7 4 0,8-5 0,-3-8 0,7-3 0</inkml:trace>
  <inkml:trace contextRef="#ctx0" brushRef="#br0" timeOffset="257">25538 12413 8912,'0'-22'0,"0"-1"0,0 0 0,-2 5 0,-4 1 0,-4 8 0,-7 3 0,0 4 0,0 2 0,-6 2 0,-2 2 0,-2 5 0,-3 7 0,5-3 0,2 10 0,6-4 0,5-2 0,-1 6 0,7 0 0,2 6 0,10-6 0,7 0 0,8 1 0,0-4 0,8 2 0,0-2 0,5-3 0,-3-2 0,3-3 0,-9 3 0,9-4 0,-11-1 0,0 1 0,-3 1 0,-3 5 0,-2-6 0,-4 1 0,-7-1 0,-8-1 0,-13 5 0,-11-3 0,-5 3 0,-1 2 0,-8-2 0,-4-3 0,2 3 0,-2-3 0,2-5 0,-2-1 0,2 2 0,4-3 0,4 1 0,-7-6 0</inkml:trace>
  <inkml:trace contextRef="#ctx0" brushRef="#br0" timeOffset="258">26519 12585 8912,'5'-17'0,"1"0"0,0 0 0,-6 0 0,0 7 0,0 2 0,0 24 0,0-3 0,0 14 0,0 0 0,0-1 0,0 1 0,0 2 0,6 1 0,-1-7 0,3 0 0,-2-6 0,3-1 0,8-5 0,1-3 0,-1-8 0,0 0 0,0 0 0,0-8 0,1-3 0,-3-10 0,-4-2 0,3 0 0,-8 6 0,-1-1 0,-5 1 0,0 6 0,0-1 0,0 8 0,0-3 0,0 14 0,0 5 0,0 3 0,0 2 0,0 1 0,2-3 0,4-4 0,0 3 0,9-9 0,4-1 0,0-2 0,6-6 0,-2-7 0,6-3 0,-6-14 0,0 1 0,-6-2 0,-2-3 0,-3 3 0,-5-3 0,-7-3 0,-2 3 0,-3 3 0,-9 6 0,-7 4 0,2 4 0,-4 4 0,4-3 0,2 8 0,0 1 0,-1 5 0,7 7 0,-1 5 0,9-3 0,-3 3 0,-4-8 0,1 3 0</inkml:trace>
  <inkml:trace contextRef="#ctx0" brushRef="#br0" timeOffset="259">27155 12242 8912,'0'-12'0,"0"1"0,0-1 0,0-5 0,0 5 0,0 1 0,0 7 0,0 4 0,0 12 0,0 11 0,0 5 0,0 14 0,0 10 0,0-1 0,0 7 0,0-1 0,0-5 0,2 3 0,4-9 0,-4-4 0,4-2 0,1 0 0,-1-5 0,0-11 0,-6-12 0,0-10 0,0-2 0,0-16 0,0-12 0,0-5 0,0-1 0,2-6 0,3 0 0,-3 5 0,4 7 0,-2 1 0,2-2 0,-5-3 0,15 15 0,-5-1 0,5 11 0,1 7 0,0 5 0,0 11 0,0 7 0,1 2 0,-1-3 0,0-2 0,0 2 0,0-2 0,1-5 0,-1-4 0,0-5 0,2 2 0,4-3 0,-4-5 0,4-5 0,2-11 0,-2-1 0,0-2 0,-6-10 0,0 8 0,-1-1 0,-5 2 0,-5 3 0,1 0 0,-1 0 0,0 7 0,-6 3 0,-2 9 0,-4 3 0,4 5 0,-3 7 0,3 8 0,2 2 0,0 1 0,0 1 0,0-2 0,0 1 0,0 3 0,0-8 0,5 0 0,1-6 0,8 0 0,-5 0 0,6-9 0,-3-8 0,-6-10 0,-4-13 0,-2-3 0</inkml:trace>
  <inkml:trace contextRef="#ctx0" brushRef="#br0" timeOffset="260">27517 12224 8912,'17'0'0,"-8"0"0,1 0 0,-4 0 0,-4 0 0,13 0 0,-4 0 0,5 0 0,1 0 0,2-5 0,4-1 0,4-8 0,7 5 0</inkml:trace>
  <inkml:trace contextRef="#ctx0" brushRef="#br0" timeOffset="261">27999 12104 8912,'0'-17'0,"0"0"0,0 7 0,0 12 0,0 15 0,0 8 0,0 9 0,0 8 0,0 4 0,0 4 0,0 1 0,0 7 0,0-1 0,5 6 0,1-6 0,7-1 0,-1-10 0,3-6 0,2-12 0,1-3 0,-1-7 0,6-11 0,0-7 0,7-9 0,-1-14 0,3-6 0,3-3 0,-3-9 0,-3 1 0,-4-6 0,-8 6 0,-7 0 0,-5 6 0,-3-1 0,-2 1 0,-7 9 0,-5 8 0,-5 2 0,-6 9 0,2 2 0,-6 10 0,2 7 0,4 8 0,-2 6 0,6 7 0,-2 7 0,13-1 0,-5 0 0,5-6 0,0 1 0,6-1 0,10-5 0,7-1 0,10-9 0,13-1 0,4-3 0,8-9 0,-1-5 0,1-4 0,0-7 0,-1-7 0,1-8 0,-8-2 0,-2-7 0</inkml:trace>
  <inkml:trace contextRef="#ctx0" brushRef="#br0" timeOffset="262">28997 12310 8912,'17'0'0,"-8"0"0,-1 0 0,-8 0 0,2 0 0,4 0 0,-4 8 0,3 3 0,-3 7 0,-2 5 0,8-4 0,3 4 0,-1 1 0,1-1 0,1 0 0,5-6 0,0-1 0,0-5 0,1-3 0,-1-8 0,6 0 0,0 0 0,-2-2 0,-2-4 0,-2-9 0,0-8 0,-5 0 0,-1 6 0,-1-6 0,1 0 0,-3 0 0,-8 6 0,0 7 0,0-5 0,0 15 0,0 2 0,0 11 0,0 8 0,0 10 0,0-2 0,0-3 0,0 3 0,0-2 0,0 1 0,2-3 0,4-8 0,3-1 0,8-5 0,1-3 0,-1-8 0,0-2 0,0-4 0,0-5 0,1-12 0,-1 2 0,0-8 0,-5 0 0,-1-5 0,-7 0 0,2-1 0,1 1 0,-1-1 0,0 9 0,-6 3 0,0 4 0,0 2 0,0-1 0,0 11 0,0 7 0,5 2 0,1 9 0,9 1 0,3 5 0,-1 6 0,6 0 0,2 5 0,-2-5 0,0 6 0,-6-4 0,0-1 0,0 1 0,-7 4 0,-4-6 0,-5 6 0,-1-7 0,-7 1 0,-5-5 0,-9-1 0,-2 0 0,-5-6 0,5 1 0,-6-8 0,6 1 0,0-5 0,6-5 0,0-7 0,-1-11 0,1-3 0</inkml:trace>
  <inkml:trace contextRef="#ctx0" brushRef="#br0" timeOffset="263">29943 12310 8912,'0'12'0,"0"-1"0,0-7 0,0 11 0,0-5 0,0 1 0,0 1 0,2-3 0,4 3 0,-2 1 0,7-7 0,-5 7 0,5-1 0,-5-3 0,5 3 0,3-1 0,1-1 0,-3-3 0,-1-7 0,1 0 0,5 0 0,0 0 0,0 0 0,0 0 0,1 0 0,-1-7 0,0-5 0,0-3 0,0-2 0,1 0 0,-1-1 0,0 1 0,-5 2 0,-1 4 0,-1-5 0,3 7 0,-3-3 0,-3 1 0,-1 7 0,2-4 0,-7 8 0,7 0 0,-8 0 0,0 0 0,0 8 0,0-6 0,-6 7 0,-1-5 0,-3 2 0,6 7 0,-3-3 0,7 7 0,0 0 0,0 0 0,0 3 0,0 2 0,0-1 0,0 8 0,2 2 0,3 1 0,-1 8 0,8 0 0,-9 1 0,3-7 0,2 0 0,-2 1 0,-1-3 0,-5-3 0,0-2 0,0-5 0,-2-8 0,-3 3 0,-7-4 0,-3-3 0,-4-4 0,-4-12 0,-4-11 0,-7-10 0</inkml:trace>
  <inkml:trace contextRef="#ctx0" brushRef="#br0" timeOffset="264">29737 12104 8912,'0'-11'0,"0"-1"0,-6 6 0,0-5 0,0 5 0,6-5 0,0 7 0,10-10 0,7 9 0,8-1 0,9-2 0,1-1 0</inkml:trace>
  <inkml:trace contextRef="#ctx0" brushRef="#br0" timeOffset="265">24299 14030 8912,'-18'0'0,"1"0"0,0 0 0,2 2 0,3 3 0,7 7 0,3 5 0,2 4 0,2 4 0,3 1 0,5 1 0,9 4 0,2-4 0,2-3 0,8-1 0,-3-7 0,5-5 0,1-5 0,1-4 0,-1-2 0,-2 0 0,-3 0 0,2-10 0,-8-7 0,-2-2 0,-8-8 0,-3 0 0,-3 1 0,5 3 0,-6-6 0,-1 8 0,-5-2 0,0 4 0,0 2 0,0 9 0,0 8 0,2 15 0,4 14 0,-2 11 0,7 6 0,1 6 0,5 5 0,-2-4 0,-3 5 0,1-5 0,-7-1 0,-1-8 0,-5-4 0,0-6 0,-1-5 0,-5-6 0,-6-4 0,-11-4 0,-5-3 0,-7-5 0,-5-7 0,2 0 0,-8 0 0,6-7 0,-6-5 0,8-11 0,-2-5 0,9-5 0,4-3 0,4-2 0,8-2 0,-2-12 0,5 6 0,5-9 0,1 3 0,-4-7 0,1-10 0</inkml:trace>
  <inkml:trace contextRef="#ctx0" brushRef="#br0" timeOffset="266">24023 13703 8912,'-9'0'0,"1"2"0,8 4 0,2-5 0,4 5 0,5-4 0,12-2 0,10-2 0,7-4 0,13-5 0,-1-12 0,11-4 0,0-7 0,4 0 0,2-1 0,-2 3 0,-4 3 0,-6 4 0,-11 8 0,-4 7 0,-15-5 0,-10 15 0,-13 0 0,-8 10 0,2 5 0,-11 2 0,7 0 0,0 1 0,6-1 0,0-8 0,0 7 0,0-7 0</inkml:trace>
  <inkml:trace contextRef="#ctx0" brushRef="#br0" timeOffset="267">25693 14098 8912,'0'-17'0,"0"0"0,-2 2 0,-2 1 0,-4 3 0,-1-2 0,3-1 0,-6 1 0,-1 3 0,-2 3 0,-2-5 0,-1 6 0,1 1 0,0-3 0,-2 6 0,-2-2 0,-2 8 0,2 8 0,2 9 0,1 1 0,1 9 0,2-2 0,2 1 0,1-1 0,8 3 0,-2-3 0,5-4 0,1-2 0,7-4 0,7-4 0,7-3 0,0-7 0,7-10 0,1-7 0,5-11 0,-5 2 0,0-7 0,-8-1 0,2-5 0,-4-1 0,-2 1 0,-7-1 0,-5 1 0,-3 5 0,-2 3 0,0 1 0,0 4 0,0 9 0,0 5 0,0 22 0,0 4 0,0 15 0,0 1 0,0-1 0,8 1 0,3-1 0,3-7 0,-3-4 0,10-4 0,-3-2 0,3-7 0,-4-5 0,2-3 0,2-4 0,2-5 0,-2-11 0,-2-1 0,-2-9 0,0-1 0,1-5 0,-3-7 0,-4 1 0,3 2 0,-8 10 0,1-3 0,-3 8 0,2 2 0,-2 2 0,-2 9 0,-2 3 0,0 22 0,1 8 0,5 7 0,4 11 0,7-1 0,0 6 0,0-6 0,1 6 0,-1-6 0,6 0 0,0-6 0,-6-1 0,-8-3 0,-1-3 0,-4-2 0,-2-2 0,-2-6 0,-8-2 0,-3-3 0,-12 3 0,-6-4 0,-3-3 0,-3-2 0,3-4 0,3-2 0,-2 0 0,8-2 0,2-4 0,2-5 0,10-12 0,-7-4 0,7-7 0</inkml:trace>
  <inkml:trace contextRef="#ctx0" brushRef="#br0" timeOffset="268">26846 13565 8912,'0'-17'0,"-8"8"0,6-7 0,-11 16 0,7 0 0,0 10 0,6 13 0,0 7 0,0 9 0,2-1 0,4 8 0,1-2 0,5 1 0,3 5 0,-3-4 0,3 2 0,2-2 0,0 1 0,-1-7 0,-5-1 0,-5-3 0,-4-9 0,-2 5 0,0-5 0</inkml:trace>
  <inkml:trace contextRef="#ctx0" brushRef="#br0" timeOffset="269">26622 14047 8912,'15'-12'0,"-3"1"0,-3 5 0,-3-5 0,-2-1 0,7-5 0,-3 4 0,9-5 0,4 3 0,13-13 0,3 5 0,3-6 0,4 6 0,8-4 0,-3 2 0,-3 4 0,-4-3 0,-7 1 0,-9 0 0,-3 6 0,-9-1 0,-3 1 0,-7 6 0,2-1 0,-10 7 0,-2-7 0,-7 8 0,9-3 0,-6 8 0,3 5 0,3 6 0,2 3 0,2 2 0,0 6 0,0 0 0,0 2 0,0-2 0,6-2 0,0 7 0,1-7 0,-1 2 0,-4-4 0,4-1 0,-3 5 0,3 0 0,-4-1 0,6-12 0,-8-2 0,0-16 0,5-2 0,1-7 0,6 6 0,-7-1 0,9 9 0,-3-3 0,-1 4 0,1 2 0,3 0 0,9 0 0,-4 0 0,6 0 0,-1 2 0,5 4 0,4-5 0,1 5 0,2-4 0,5-2 0,-5 0 0,4 0 0,-6-8 0,-5-3 0,-2-4 0,-4-3 0,-10-4 0,3-1 0,-7 0 0,-5-2 0,-4 6 0,-6-4 0,-9 6 0,-8 5 0,-6 5 0,6 7 0,-5 0 0,5 0 0,-6 7 0,6 7 0,2 7 0,2 7 0,7-1 0,1 2 0,7-1 0,-2 7 0,4-7 0,2 1 0,10-2 0,7 1 0,8 3 0,10-8 0,7 0 0,3-6 0,-1-7 0,4-5 0,2-3 0,0-2 0,3-7 0,-13-5 0,8-3 0,-4-18 0,8-3 0</inkml:trace>
  <inkml:trace contextRef="#ctx0" brushRef="#br0" timeOffset="270">28412 13651 8912,'-10'0'0,"-5"0"0,13 0 0,-6 10 0,8 7 0,0 4 0,0 13 0,2 1 0,4 16 0,-2-1 0,7 13 0,1 0 0,5 4 0,0-2 0,0-2 0,0-9 0,1-3 0,-3-7 0,-4-10 0,3-5 0,-9 0 0,1-16 0,-6-5 0,-7-18 0,-3-7 0</inkml:trace>
  <inkml:trace contextRef="#ctx0" brushRef="#br0" timeOffset="271">28188 13720 8912,'6'-23'0,"-1"0"0,3 0 0,-2 6 0,-3 0 0,9 0 0,1 1 0,10 5 0,4-2 0,7 7 0,9 0 0,2 6 0,-1 2 0,2 4 0,-7 1 0,1 5 0,-6 9 0,-5-4 0,-6 2 0,-4 0 0,-8 0 0,1 4 0,-8-4 0,1 4 0,-3 2 0,-2-2 0,-5 6 0,-1-6 0,-8 0 0,5-6 0,-8 0 0</inkml:trace>
  <inkml:trace contextRef="#ctx0" brushRef="#br0" timeOffset="272">28687 13703 8912,'17'0'0,"-5"0"0,-1 0 0,-5 0 0,5 0 0,1 0 0,5 0 0,0 0 0,-2 2 0,-1 4 0,-3 5 0,1-1 0,5 1 0,-2 2 0,-3 10 0,1-4 0,-7 4 0,5-4 0,-5-1 0,0-1 0,-6 0 0,0 0 0,-6-9 0,0-8 0,-1-8 0,1-9 0,4-6 0,-4 0 0,4-2 0,2 4 0,0-2 0,0 2 0,0-3 0,0 1 0,8 0 0,3 6 0,5 5 0,1 1 0,2 7 0,4-2 0,-4 4 0,4 2 0,2 8 0,0 3 0,2 5 0,3 1 0,-3-6 0,2 1 0,-6-1 0,5 6 0,-1-7 0,2-4 0,-4-4 0,-8-2 0,0 0 0,0 0 0,-5 0 0,-3-2 0,-1-4 0,-4-6 0,-4-1 0,-6 2 0,2-5 0,-7 5 0,-3-3 0,-9 3 0,4 3 0,-4 8 0,4-5 0,2-1 0,2 4 0,3 6 0,-1 0 0,7 7 0,-5 1 0,5 5 0,0 0 0,6 0 0,8 2 0,3 2 0,6 2 0,6-2 0,4-7 0,8-3 0,1-1 0,4 1 0,4-3 0,8-8 0,-3-2 0,-3-4 0,2-4 0,-8-7 0,-2 0 0,-11 0 0,-10 0 0,-9 0 0,-8 5 0,-6 1 0,-5 1 0,-12-1 0,-4 3 0,-7 8 0,5 0 0,0 0 0,3 8 0,-3 3 0,6 2 0,4-1 0,4 3 0,3-3 0,-1 3 0,7 2 0,0 0 0,6 0 0,2-1 0,4-5 0,3-3 0,9-8 0,5 0 0,0 0 0,5-8 0,-5-3 0,6-10 0,-6-2 0,5-10 0,-5-1 0,0-2 0,-5-10 0,3 4 0,-2-8 0,-6-5 0,-3-4 0,1 9 0,-5-2 0,0 20 0,-6 3 0,0 14 0,0 3 0,-6 10 0,0 2 0,-5 12 0,5 17 0,0 1 0,6 18 0,0 3 0,0 5 0,0 1 0,0-5 0,8-1 0,3 1 0,-1-8 0,1-4 0,1-6 0,5-5 0,2-4 0,2-10 0,2-3 0,-2-7 0,0-5 0,2-5 0,-2-5 0,8-7 0,-8-8 0,2-4 0,-4 3 0,-2-3 0,-5 0 0,-3-3 0,-1 1 0,-4 3 0,3 7 0,-1-2 0,0 4 0,-6 1 0,0 7 0,0-1 0,0 9 0,0-3 0,0 12 0,0 5 0,0 4 0,0 4 0,0 4 0,6-2 0,-1 8 0,1-8 0,-6 2 0,2-4 0,4-2 0,-4 1 0,3-1 0,-3 0 0,-2 0 0,8-7 0,-6 5 0,11-15 0,-7 0 0,0-15 0,-6-12 0</inkml:trace>
  <inkml:trace contextRef="#ctx0" brushRef="#br0" timeOffset="273">30201 13651 8912,'-27'-32'0,"5"3"0,2-3 0,3 3 0,2-3 0,3-3 0,-1 8 0,7 5 0,1-5 0,5 8 0,3 2 0,9 11 0,5 4 0,16 2 0,-1 2 0,4 4 0,3 3 0,-5 8 0,8 0 0,2 1 0</inkml:trace>
  <inkml:trace contextRef="#ctx0" brushRef="#br0" timeOffset="274">30717 13462 8912,'-45'0'0,"-1"0"0,9 2 0,3 4 0,1-2 0,11 7 0,-7 1 0,6 5 0,6 6 0,5 0 0,8 9 0,-1 3 0,3-1 0,2 6 0,4-4 0,7-1 0,0-7 0,12 1 0,4-8 0,2 0 0,3-8 0,3-7 0,1-4 0,4-2 0,-1-8 0,6-3 0,-6-10 0,1-2 0,-4-8 0,-1 1 0,-1-8 0,0 1 0,1-5 0</inkml:trace>
  <inkml:trace contextRef="#ctx0" brushRef="#br0" timeOffset="275">30976 13325 8912,'0'-18'0,"0"1"0,-6 0 0,0 0 0,0 5 0,6 1 0,-2 7 0,-3-2 0,3 8 0,-4 10 0,4 1 0,0 18 0,-2 3 0,-1 4 0,-1 4 0,6-2 0,0-3 0,0 3 0,0-4 0,2-1 0,2-3 0,1-3 0,3-4 0,-2-8 0,3-2 0,9-4 0,-1-3 0,0-8 0,0 0 0,0 0 0,1-8 0,-1-3 0,0-6 0,0-6 0,0 2 0,1-8 0,-7 8 0,1-2 0,-3 4 0,3 2 0,-5 6 0,-5 1 0,4 2 0,-4 3 0,11 14 0,-7 8 0,0 1 0,-6 4 0,2 3 0,3-2 0,-3 6 0,4-6 0,-2 2 0,2-2 0,-4-4 0,3 4 0,-1-12 0,2-5 0,5-4 0,5-10 0,1-1 0</inkml:trace>
  <inkml:trace contextRef="#ctx0" brushRef="#br0" timeOffset="276">31320 13290 8912,'-17'-28'0,"-1"-1"0,7 8 0,-1-2 0,9 4 0,-5 2 0,16 7 0,3 4 0,4 5 0,3 1 0,5 7 0,-1 5 0,7 5 0,-6 6 0,6-4 0,-6 4 0,0 4 0,-6-1 0</inkml:trace>
  <inkml:trace contextRef="#ctx0" brushRef="#br0" timeOffset="277">30872 13686 8912,'-26'9'0,"1"-1"0,8-8 0,1-2 0,5-4 0,3 2 0,8-7 0,10 0 0,7-7 0,10 1 0,13 0 0,6 0 0,3 0 0,5-1 0,3 1 0,4 0 0,8 0 0,0 0 0</inkml:trace>
  <inkml:trace contextRef="#ctx0" brushRef="#br0" timeOffset="278">31733 13411 8912,'9'0'0,"-1"0"0,-23 0 0,3 7 0,-11 5 0,6 3 0,6 2 0,-5 6 0,5 0 0,3 8 0,2-3 0,5-1 0,1 2 0,0-8 0,0 2 0,7-4 0,5-2 0,-3-8 0,3-3 0,1-4 0,2-2 0,4-2 0,4-4 0,-3-9 0,3-8 0,-4-7 0,-2 1 0,0-3 0,2-1 0,2 3 0,2 1 0,6 0 0,-6-5 0,0 5 0,-6 1 0,8 7 0,2-4 0</inkml:trace>
  <inkml:trace contextRef="#ctx0" brushRef="#br0" timeOffset="279">32077 13393 8912,'0'12'0,"0"-1"0,-6 1 0,0 5 0,1-6 0,5 1 0,0-1 0,0 7 0,0-7 0,0 1 0,0 1 0,0 2 0,0 2 0,-2 1 0,-4-1 0,4-8 0,-5 1 0,7-4 0,0-12 0,0-2 0,0-15 0,0-2 0,0 3 0,1-5 0,5-8 0,4 7 0,7-1 0,2 2 0,4-1 0,-2 3 0,8 8 0,-6-1 0,5 3 0,5 4 0,5 5 0,-2 12 0,5 5 0,-5 14 0,-2 9 0,-5 3 0,0 9 0,-8-8 0,4 4 0</inkml:trace>
  <inkml:trace contextRef="#ctx0" brushRef="#br0" timeOffset="280">25314 15216 8912,'0'-17'0,"0"-2"0,-2-2 0,-4-2 0,-5 2 0,-6-4 0,-4 4 0,-4 4 0,-2 3 0,4 10 0,-6-1 0,8 3 0,-2 6 0,6 5 0,6 8 0,-3 14 0,9 3 0,-1 10 0,6 14 0,2 5 0,3 3 0,-1 9 0,8-1 0,-1 7 0,6-7 0,1-1 0,-1-3 0,-2-3 0,-3-4 0,1-5 0,-7-12 0,-1-6 0,-5-12 0,-15-10 0,-4-11 0</inkml:trace>
  <inkml:trace contextRef="#ctx0" brushRef="#br0" timeOffset="281">24918 15800 8912,'-9'-15'0,"1"4"0,8-14 0,4 8 0,7 0 0,3 5 0,16 1 0,5-5 0,3-5 0,12 2 0,1-4 0,1-2 0,5 3 0,-3-1 0,-3 5 0,-9 3 0,-7 4 0,-8 3 0,-10 8 0,-8 2 0,-3 4 0,-6 11 0,-4 13 0,-3 9 0,-3 6 0,1-1 0,-3 2 0,-1-2 0,7 2 0,0-4 0,6-8 0,2-5 0,4 0 0,-2-10 0,7-2 0,1-7 0,5-10 0,6-2 0,0-4 0,-2-7 0,-2-8 0,-2-6 0,0-8 0,-7-1 0,-4-4 0,-4 4 0,-2-4 0,-2 9 0,-4 2 0,-4 6 0,-7-5 0,0 7 0,0-2 0,-6 11 0,0 7 0,2 3 0,2 2 0,7 0 0,1 0 0,7 2 0,-2 3 0,4-3 0,2 14 0,0-7 0</inkml:trace>
  <inkml:trace contextRef="#ctx0" brushRef="#br0" timeOffset="282">25693 15543 8912,'9'0'0,"-1"0"0,-8 0 0,0 0 0,7 0 0,3 0 0,7 0 0,-3 7 0,3 5 0,-4 3 0,10 2 0,-2 0 0,2 1 0,-4 4 0,4 1 0,-4 0 0,-2-5 0,-5-7 0,-2 0 0,-3 3 0,-1-7 0,-6-1 0,0-12 0,-6-11 0,0-11 0,1-5 0,5-1 0,0-3 0,0-3 0,0-4 0,0 0 0,9 1 0,8 2 0,1 5 0,14-14 0,-5 7 0</inkml:trace>
  <inkml:trace contextRef="#ctx0" brushRef="#br0" timeOffset="283">27138 15474 8912,'6'-17'0,"0"-1"0,-3 1 0,-1 0 0,-2 0 0,0-2 0,-2-2 0,-3-2 0,-5 0 0,-7 6 0,0 0 0,-1-1 0,1 9 0,0 3 0,-6 4 0,-2 4 0,0 4 0,1 5 0,-1 6 0,2 6 0,4 2 0,-4 4 0,5 3 0,7-3 0,-2-2 0,7-1 0,2-1 0,2-4 0,4-7 0,4-3 0,3-7 0,10 2 0,2-6 0,2-6 0,8-6 0,-2-10 0,1 1 0,-1-8 0,2 2 0,-8-1 0,-1-3 0,-4 8 0,-3-6 0,-4 6 0,-1 1 0,-4 4 0,-4 9 0,5 1 0,-7 10 0,0 4 0,0 7 0,0 8 0,0 8 0,6 5 0,0 6 0,7-3 0,-1 3 0,3-6 0,2-5 0,0-4 0,1-8 0,1-2 0,4-3 0,-2-5 0,7-7 0,-5-9 0,6-10 0,0-12 0,-3-7 0,5-10 0,-8 2 0,0-5 0,-6-7 0,-7 3 0,-5-8 0,-3 7 0,-2-1 0,-2-2 0,-3 2 0,-5-6 0,-7 5 0,5 5 0,1 11 0,-2 7 0,5 20 0,0 2 0,8 18 0,0 20 0,0 15 0,2 10 0,4 7 0,-2-1 0,7 7 0,1-8 0,5 2 0,0-3 0,0-2 0,2-3 0,4-3 0,-2-6 0,8-11 0,0-4 0,5-8 0,1-9 0,-1-8 0,0-10 0,1-13 0,-1-9 0,1-9 0,-3-6 0,-3 1 0,-4-2 0,-8 2 0,0-5 0,-2 1 0,-1-5 0,-3-1 0,-7-3 0,2 2 0,-12-8 0,-5 2 0,-5 11 0,-1 6 0,6 18 0,-1 10 0,6 18 0,-5 18 0,7 14 0,-2 14 0,5 11 0,1 6 0,0 2 0,0-2 0,1 2 0,5-8 0,-2 7 0,7-7 0,1-7 0,5-10 0,6-4 0,4-2 0,3-1 0,7-5 0,3-10 0,0-13 0,4-5 0,8-5 0,-1-5 0,9-22 0,1-5 0</inkml:trace>
  <inkml:trace contextRef="#ctx0" brushRef="#br0" timeOffset="284">28549 14838 8912,'0'-12'0,"0"1"0,0 7 0,2-9 0,4 7 0,5 2 0,5 2 0,1 2 0,2 8 0,2 3 0,2 6 0,-2 6 0,-2-2 0,-2 8 0,-1 0 0,-5 5 0,-3-1 0,-8-5 0,0 5 0,0-5 0,-2-1 0,-4 2 0,-5-6 0,-12 5 0,2-7 0,-8 2 0,2-6 0,-3-3 0,3-5 0,2-1 0,8 3 0,5-5 0,8-8 0,-3-7 0,7-8 0</inkml:trace>
  <inkml:trace contextRef="#ctx0" brushRef="#br0" timeOffset="285">28893 14683 8912,'-17'0'0,"0"6"0,0-1 0,0 15 0,-1-3 0,1 17 0,0 0 0,0 14 0,-1 4 0,9 1 0,3 10 0,8-9 0,10-3 0,11-9 0,7-5 0,12-7 0,4-7 0,6-11 0,5-8 0,2-6 0,4-4-276,-3-4 0,-9-22 0,1-4 0</inkml:trace>
  <inkml:trace contextRef="#ctx0" brushRef="#br0" timeOffset="286">22251 13703 8912,'11'-2'0,"-1"-4"0,-3-5 0,-5-4 0,-4-3 0,-3 1 0,-9 6 0,3-1 0,3 7 0,1-5 0,-1 2 0,6 4 0,-4 10 0,4 6 0,2 13 0,0 9 0,0 10 0,0 6 0,0 16 0,0 9 0,8 15 0,-3-40 0,2 3 0,0 5 0,1 2-119,0 8 1,1 2-1,0 11 1,-1 4-1,2 7 1,-1 1 0,-2-26-1,0 1 1,0 0 118,1 3 0,-1 1 0,1 1 0,2 1 0,0 1 0,-1-1 0,-1-1 0,0 0 0,-1-1 0,-1-3 0,0-2 0,-1-1 0,1 23 0,0-2 0,0-2 0,1-2 0,1-2 0,-1-1 0,-1-7 0,0-1 0,-1-5 0,1-2 0,-1-7 0,2-2 0,1-6 0,1-2 0,8 42-228,0 1 0,1-5 228,-1-5 0,0-13 0,0-10 0,-2-13 0,-3-4 0,3-7 0,-3-5 0,-5-12 1013,1-10-1013,-8-7 0,0-1 254,0-5 1,0-6-255,0-11 0,-6 2 0,1-7 0,-9-1 0,-3-21 0,-10-3 0</inkml:trace>
  <inkml:trace contextRef="#ctx0" brushRef="#br0" timeOffset="287">2375 16781 8912,'-10'-18'0,"-3"7"0,7-1 0,0 9 0,6-5 0,2 8 0,4 0 0,-4 2 0,6 2 0,-1 1 0,5-1 0,3 0 0,2 2 0,8-4 0,4 3 0,3-3 0,3-2 0,9 0 0,7 0 0,9 0 0,8 0 0,1-2 0,0-3 0,0 1 0,2-6 0,3 1 0,7-1 0,-5 1 0,-1-3 0,1-1-172,-1 7 0,5-5 172,-5 5 0,-9 0 0,-8 6 0,3 0 0,4-2 0,6-2 0,3-1 0,9-1 0,-3 6 0,4 0 0,2 0 0,0-6 0,0 1 0,-6-1 0,1 6 0,1 0 0,10 0 0,-4-6 0,2 0 0,-8 2 0,-8 3 0,5-1 0,1-4 0,10 4 0,2-4 0,-1-1 0,-5 1 0,1-6 0,-1 7 0,0-7 0,0 5 0,2-1 0,3 0 0,5-5 0,-44 7 0,-1 1 0,37-3 0,-7 2 0,-7-2 0,1 3 0,-1-7 0,12 7 0,-2-3 0,12 4 0,-4-4 0,-8-1 0,2 3 0,-6-5 0,-1 5 0,1-5 0,0 5 0,6-6 0,-5 3 0,-1-3 0,-7-3 0,1 4 0,-5 1 0,-2-1 0,0-1 0,4 3 0,7-5 0,-3 8 0,-1-5 0,-5 5 0,0-1 0,0 1 0,-8 4 0,-4-4 0,-1 4 0,1 2 0,8 0 0,8 0 0,-1 0 0,9 0 0,-9 0-111,3 0 1,-8 0 110,2 0 0,-12 0 0,6 0 0,0-5 0,0-1 0,4 0 0,2 4 0,0-2 0,0-1 0,-6-1 0,0 6 0,-4 0 0,10 0 0,-4 0 0,10 0 0,3-6 0,2 0 0,1-1 0,5 1 0,-10 4 0,6-4 0,-7 3 0,-8-3 0,4 4 0,3-4 0,1 4 19,-6 2 1,5 0-20,1 0 0,1-2 0,-1-3 0,-10 3 0,4-4 0,3 4 0,9 2 0,5 0 0,5 0 0,-8 0 0,3 0 0,-12 0 0,1 0 0,-10-6 0,-2 1 0,-2-1-25,2 6 0,2 0 25,-7 0 0,1-6 0,-6-1 0,1-1 110,-4 0 1,-10-3-111,0 5 0,-4-5 0,-1 5 0,-1-2 0,1 3 0,-1 1 151,0-8 0,1 7-151,-1-7 0,-1 8 13,-5-1 0,5 1 1,-4 0-1,3-2-13,2 2 0,1 2 0,-1 2 0,-5-5 0,0-1 0,-3 0 0,3 6 0,4-5 0,-5-1 0,11-6 0,1 7 0,6-9 0,-6 5 0,-2-1 0,-2-5 0,-1 5 0,-1 1 0,6-5 0,0 9 0,3-7 0,-3 6 0,-6 1 0,1 5 0,-3-6 0,-9 0 0,-6 0 0,-5 6 0,-7 0 0,7 0 0,-8 0 0,11 0 0,-13 0 0,6 0 0,-8 0 0,0 0 0,-8 0 0,6 0 0,-15 2 0,0 4 0,-8 4 0,-10 7 0,-9 2 0,-7 4 0,-9-4 0,-8 6 0</inkml:trace>
  <inkml:trace contextRef="#ctx0" brushRef="#br1" timeOffset="288">2977 8064 8912,'-17'-25'0,"0"-2"0,-1 0 0,9 10 0,3 11 0,10 12 0,2 6 0,-1 3 0,-3 2 0,2 2 0,2 4 0,0 4 0,-6 7 0,0 1 0,0 1 0,0 2 0,0 2 0,0 8 0,0-2 0,0 3 0,0 3 0,-6 0 0,-2 1 0,1 2 0,-1 3 0,-3 1 0,5-2 0,-6-1 0,7 7 0,-7 0 0,6 6 0,-7-1 0,3 1 0,-1-2 0,-1-4 0,1 2 0,-6-8 0,5-1 0,1-10 0,5 1 0,-5-7 0,5 1 0,-6-7 0,7 0 0,-7 1 0,8-9 0,-1-3 0,3 4 0,2-8 0,0-2 0,0-9 0,0-8 0,0 0 0,7 0 0,5 0 0,-3 0 0,3 0 0,-1 8 0,7 3 0,-1-1 0,0 1 0,2-5 0,4 5 0,-2-5 0,8 6 0,-6-3 0,5 3 0,1 1 0,7-5 0,3-1 0,1 1 0,6 3 0,-6-5 0,8 2 0,-2-3 0,3-3 0,1 4 0,-2-2 0,-2 2 0,-6-4 0,6 3 0,-2-3 0,2-2 0,-4 0 0,-8 0 0,8 0 0,4 0 0,-2-2 0,2-2 0,2-3 0,1-3 0,5 6 0,3-1 0,-3-3 0,3 2 0,-5 1 0,-6 5 0,3 0 0,-3 0 0,-2 0 0,2 0 0,-8 0 0,5 0 0,-1 0 0,3 0 0,5 0 0,2 0 0,-1 2 0,1 3 0,2-3 0,3 4 0,-4-4 0,5-2 0,-7 0 0,-5 0 0,2 0 0,-8 0 0,6 0 0,-6 0 0,1 6 0,-7-1 0,2 3 0,4-2 0,-3-4 0,3 3 0,-6-3 0,-5-2 0,4 6 0,-5 0 0,3-1 0,-3-5 0,3 0 0,-8 0 0,6 6 0,-6 0 0,-2-2 0,-2-2 0,0-2 0,4 0 0,-4 0 0,4 0 0,-2 1 0,2 5 0,-4-4 0,4 4 0,-4-4 0,-2-2 0,0 5 0,1 1 0,-1 0 0,0-6 0,6 6 0,0-1 0,-2 1 0,-2 2 0,-2-6 0,1 3 0,-1-1 0,0 2 0,0-4 0,0 4 0,1-3 0,-1 3 0,6-4 0,0 4 0,-6-2 0,-6 1 0,1-3 0,5 4 0,8 4 0,-6-7 0,4 9 0,2-8 0,-2 3 0,-2-1 0,-2 0 0,-2 1 0,0-1 0,1-2 0,-1 7 0,6-5 0,0 6 0,0-7 0,-6 7 0,2-8 0,4 1 0,-2 3 0,8-2 0,-8 5 0,2-5 0,1 5 0,-1-5 0,6 2 0,-4-4 0,0 3 0,0 3 0,0-6 0,-3 1 0,3 3 0,4-2 0,-2 5 0,-4-5 0,-4 5 0,4-5 0,2 6 0,-2-7 0,0 3 0,-6-2 0,0-3 0,0 9 0,0-6 0,1 5 0,-1-7 0,0 2 0,0 1 0,0-1 0,6 2 0,0-3 0,0-3 0,-4 6 0,2-2 0,2-1 0,8 1 0,-2-6 0,-3 6 0,3 0 0,0-1 0,5-5 0,1 6 0,-1 0 0,0 0 0,1-6 0,-1 5 0,1 1 0,-1-2 0,0-2 0,1 3 0,-1 1 0,3 0 0,3-6 0,-4 0 0,4 0 0,2 6 0,-1-1 0,1 1 0,-2-6 0,-4 0 0,4 0 0,-3 0 0,-3 0 0,0 0 0,1 0 0,-1 0 0,1 0 0,-1 6 0,0 0 0,1-1 0,-1-5 0,1 2 0,1 2 0,2 2 0,2-2 0,3-2 0,-3-2 0,-2 0 0,6 0 0,-2 0 0,-4 0 0,0 0 0,3 0 0,-5 0 0,4 0 0,-4 0 0,-1 0 0,-1-6 0,1 0 0,-7 0 0,1 6 0,-2 0 0,1 0 0,5-5 0,-4-1 0,1 0 0,-1 6 0,3 0 0,-3-2 0,4-2 0,1-1 0,0-1 0,1 6 0,-6-6 0,-1 0 0,1-1 0,5 1 0,-5 2 0,0-7 0,-6 5 0,5-5 0,1 1 0,5-1 0,1-3 0,-1 9 0,1-9 0,-1 5 0,1-1 0,-1 4 0,0-1 0,1 1 0,-1-2 0,1 4 0,-1-1 0,0 1 0,-1 0 0,-4-2 0,1 4 0,-7-3 0,6 1 0,-6-2 0,5 4 0,-5-3 0,2-3 0,-2 2 0,-2-7 0,8 1 0,-8 3 0,2-3 0,-4 7 0,-2-7 0,2-1 0,4-3 0,-4-1 0,4 0 0,-4 0 0,-1 0 0,-1-2 0,0-4 0,0 4 0,1-4 0,-1-4 0,0-2 0,0-1 0,0 1 0,6-5 0,0-1 0,2-1 0,-2-10 0,2 2 0,4-2 0,1-3 0,-7 3 0,6-4 0,-6-1 0,-2-1 0,-2 0 0,-4 1 0,-3-1 0,1 3 0,-7-1 0,0 0 0,1-3 0,-5-3 0,4 5 0,-2-8 0,1-5 0,-3-8-123,4-3 1,2 1 122,-3 5 0,7 2 0,-6 4 0,5-2 0,-5 8 0,0 5 0,-6 7 0,0 6 0,0-3 0,0 2 0,0 0 0,0 0 0,0 6 0,-6-1 0,0 1 0,0-1 0,-1 1 0,5 5 0,-4 1 0,-2 7 0,3-2 0,-7-2 122,6 2 1,-1 0-123,1 6 0,-2 0 0,-3-1 0,-4 1 0,3 0 0,3 6 0,-3-1 0,-1 1 0,-3 1 0,-1-5 0,0 3 0,0 5 0,0 1 0,-8-2 0,-4 3 0,-3-7 0,-3 6 0,1-5 0,-1 5 0,1-5 0,0 5 0,-7-5 0,1 5 0,-6-6 0,6 7 0,-6-7 0,4 5 0,-2-1 0,-4 0 0,4 1 0,-1 1 0,6 4 0,-1-4 0,-2-1 0,2 1 0,0 0 0,5 6 0,1 0 0,0 0 0,-7-6 0,1 1 0,0-1 0,6 6 0,-3 0 0,-1 0 0,-2 0 0,2 0 0,-6 0 0,-2 0 0,2 0 0,-2 0 0,0 2 0,2 4 0,2-4 0,8 3 0,-3-3 0,-3-2 0,4 0 0,-4 0 0,-2 0 0,1 0 0,-1 0 0,2 0 0,-2 0 0,-4 0 0,2 0 0,4 0 0,-6 6 0,-11 0 0,3 1 0,-3-3 0,3 2 0,3-2 0,-7 0 0,1 1 0,-6-3 0,6 4 0,-1-2 0,7 1 0,-1-3 0,0 4 0,1-4 0,-1-2 0,-5 0 0,-1 0 0,-7 2 0,2 4 0,4-4 0,2 3 0,3-1 0,2 2 0,1-4 0,-1 3 0,3 3 0,1-2 0,2-2 0,-2-2 0,-2-2 0,-1 0 0,-1 0 0,0 0 0,7 0 0,-1 0 0,0 0 0,-6 0 0,2 0 0,5 0 0,-5 0 0,4 0 0,-6 5 0,-5 1 0,3 0 0,-3-4 0,4 1 0,1 3 0,0 0 0,1-6 0,1 0 0,4 0 0,6 0 0,4 0 0,-1 0 0,-3 0 0,2 0 0,-8 0 0,6 0 0,-6 0 0,-2 0 0,-9 0 0,1 0 0,-7 0 0,8 0 0,-3 0 0,5 0 0,1 0 0,8 0 0,4 0 0,4 0 0,1 0 0,1 0 0,-1 0 0,7-2 0,-1-2 0,0-2 0,3 3 0,-13 1 0,5 2 0,-12 0 0,0 0 0,2-6 0,-2 0 0,-3 1 0,-3 5 0,2 0 0,10 0 0,4 0 0,-4 0 0,3 0 0,3 0 0,5 0 0,1 0 0,5 0 0,-4 0 0,2 0 0,4 0 0,-4 0 0,2 0 0,-2-6 0,2 0 0,-1 0 0,-5 6 0,-4 0 0,5 0 0,-5 0 0,-1 0 0,-1 0 0,1 0 0,-1 0 0,1 0 0,2 0 0,1 0 0,2 0 0,-1 0 0,3 0 0,-2 0 0,8 0 0,-4 0 0,2 0 0,0 0 0,-5 0 0,5 0 0,-2 0 0,2 0 0,4 6 0,-4 0 0,-2 0 0,2-6 0,-6 0 0,7 0 0,-7 1 0,6 5 0,-6-4 0,6 4 0,-5 1 0,3 1 0,-2 0 0,-4-1 0,5 5 0,-3-6 0,8 5 0,-4-3 0,2-1 0,0 1 0,-2 3 0,2-5 0,4 6 0,-4-7 0,-2 7 0,2-6 0,-5 5 0,5-5 0,0-1 0,6-5 0,-6 6 0,0 0 0,0 0 0,6-6 0,-2 0 0,-1 2 0,3 3 0,-4-3 0,10 4 0,-5-2 0,-1 2 0,-6-5 0,0 7 0,2-2 0,2 0 0,2 5 0,0-5 0,0 5 0,-1-3 0,1 1 0,6 1 0,-1 1 0,8 5 0,-9-7 0,7 8 0,2 1 0,2-1 0,2 2 0,0 4 0,-5-2 0,-1 8 0,0-1 0,6 7 0,0-1 0,0 0 0,0 1 0,0-1 0,0 2 0,0 5 0,0-3 0,0 8 0,0-1 0,0 7 0,0 3 0,0 8 0,0 0 0,0 12 0,-7-4 0,-3-3 0</inkml:trace>
  <inkml:trace contextRef="#ctx0" brushRef="#br1" timeOffset="289">3098 8906 8912,'-12'-6'0,"3"-1"0,-1-1 0,0 0 0,-3 5 0,3-5 0,-1 2 0,-2 2 0,-3 2 0,-1 2 0,0 0 0,0 0 0,-1 0 0,-1 0 0,-4 0 0,4 0 0,-4 0 0,2 0 0,-2 0 0,2 6 0,-7 0 0,5 5 0,-6-5 0,-2 7 0,-7-1 0,-4 3 0,-2 2 0,6 6 0,-2 0 0,3 2 0,3-2 0,-2-2 0,-4 8 0,9-1 0,-3 7 0,3-1 0,-3 1 0,-1 1 0,1 4 0,-3 4 0,-1 7 0,-4 1 0,-2 0 0,-2 1 0,-5 4 0,1-3-144,4 3 0,-2-1 144,8 1 0,0-2 0,5 8 0,7-7 0,-1 1 0,2-3 0,-1-3 0,-3 5 0,8 5 0,0 6 0,-2-3 0,6 5 0,-4-6 0,10 4 0,1 2 0,1-10 0,-6-7 0,5-1 0,1-5 0,5 6 0,-6 5 0,7-2 0,-7 9 0,7-7 0,-7 6 0,6 8 0,-3 7 0,-1 0 0,1-3 0,5-3 0,-2 3 0,4 5 0,2 4 0,0-6 0,0-3 0,0-10 0,0-4 0,0-2 144,0-3 0,6-3-144,0-1 0,5-1 0,-5 1 0,7 1 0,-1 5 0,3-5 0,2 4 0,0-3 0,1-2 0,-1 1 0,0 4 0,2-3 0,2 3 0,2-3 0,-2-3 0,-2 8 0,-1 4 0,4 2 0,1-2 0,6 4 0,-6-4 0,8-3 0,-3-3 0,11-6 0,1-5 0,2-4 0,-2-7 0,4 5 0,8 0 0,-3-4 0,-3-5 0,4 1 0,-4-3 0,3 3 0,3 3 0,-2-7 0,-4 1 0,1-8 0,-6 2 0,6 2 0,-1-2 0,-2 2 0,2-4 0,2 2 0,2-2 0,9 3 0,4-1 0,-4 6 0,-1-6 0,-5 2 0,1-4 0,-1 2 0,-1-2 0,3-2 0,-9-2 0,2 0 0,-2 0 0,4-1 0,-6-5 0,0-3 0,-4-1 0,-4-3 0,-1 8 0,5-8 0,0 1 0,-2-3 0,-7-2 0,-1 0 0,7 0 0,-3 0 0,6 0 0,4-2 0,2-3 0,4 3 0,3-4 0,1 4 0,-3 2 0,3 0 0,-14 0 0,0 6 0,-5 1 0,-3 3 0,-3 3 0,-4 3 0,-8 1 0,2 0 0,4 0 0,-2 0 0,8 1 0,-2-1 0,1 0 0,10 0 0,-3 0 0,11 0 0,0 1 0,3-7 0,3 1 0,0-7 0,1 5 0,1-2 0,-3-5 0,-3 5 0,-13-2 0,5 1 0,0-3 0,-2 2 0,-2-2 0,1-2 0,3-2 0,-2 0 0,8 0 0,0 0 0,6 0 0,-1 0 0,1 0 0,-6 0 0,0 0 0,-2 0 0,1 0 0,-4 0 0,-11 0 0,-3 2 0,-2 3 0,-2-1 0,-6 8 0,6-7 0,0 7 0,0-7 0,-6 7 0,6-6 0,0 5 0,0-7 0,-6 2 0,2 1 0,4-1 0,-4 2 0,4-3 0,2-3 0,0 4 0,2-2 0,3 2 0,-5-4 0,-2 3 0,-4 3 0,-2-2 0,1-1 0,-1-3 0,0 2 0,0 2 0,0 0 0,1-6 0,-1 7 0,0-5 0,0 6 0,1-1 0,-1-3 0,0 8 0,0-8 0,0 1 0,-5-1 0,-1 2 0,1-2 0,5 5 0,0-1 0,0-4 0,1-1 0,-1 3 0,0-4 0,0 4 0,0-4 0,-1 0 0,-5 3 0,4-3 0,-5 6 0,2-8 0,-1 2 0,2 4 0,-3-5 0,1 5 0,-5-2 0,6 2 0,-1-4 0,6 7 0,1-3 0,-7-4 0,0 4 0,-5-4 0,6-2 0,-7 5 0,7 1 0,-1 0 0,-1-6 0,5 0 0,-13 0 0,8 5 0,-5 1 0,-3 0 0,8-6 0,-4 0 0,-4 0 0,5 8 0,-7 3 0,0-3 0,-7 7 0,-3-6 0</inkml:trace>
  <inkml:trace contextRef="#ctx0" brushRef="#br1" timeOffset="290">7314 14820 8912,'9'8'0,"5"-4"0,-7 7 0,3 5 0,3 5 0,1 0 0,-1 5 0,-3 1 0,-3 0 0,1 0 0,-2 1 0,-5 5 0,5-5 0,-6 11 0,-6 1 0,-7 8 0,-16-1 0,-13 7 0,-11 3 0,16-24 0,-3-1 0,-4-1 0,0-1 0</inkml:trace>
  <inkml:trace contextRef="#ctx0" brushRef="#br1" timeOffset="291">2117 9078 8912,'9'-8'0,"7"6"0,-5-3 0,4 3 0,3 2 0,6-6 0,7 0 0,9 1 0,12-3 0,9 4 0,13-7 0,3 1 0,3-1 0,-5-5 0,-14 7 0,-9-3 0,-10 1 0,-6 7 0,-17-4 0,-4 8 0,-20 2 0,-3 4 0,-1 7 0,-5 8 0,-1 0 0,-2 8 0,-1 0 0,1 5 0,0 1 0,0-1 0,0 0 0,-1 1 0,1-1 0,0 0 0,5 7 0,3 1 0,1 2 0,4 3 0,-5 5 0,-3 5 0,3 4 0,-3 8 0,-7-8 0,-7-2 0</inkml:trace>
  <inkml:trace contextRef="#ctx0" brushRef="#br1" timeOffset="292">1876 8872 8912,'-23'9'0,"0"-1"0,2-1 0,9 3 0,7 7 0,18-7 0,10-4 0,9-5 0,9-1 0,4-1 0,11-5 0,1-4 0,-1 1 0,-1-5 0,3 9 0,-5-3 0,4 2 0,-3 4 0,0-3 0,5 1 0,10-2 0,-6 4 0,6-4 0,-12 4 0,0 2 0,-5 2 0,-6 4 0,-12 2 0,-11 3 0,-11 6 0,-7 1 0,-3 1 0,-4 9 0,-3 3 0,-7 1 0,-9 5 0,-2 3 0,-7 0 0,1 12 0,2-5 0,-2 11 0,-1-5 0,-10-1 0,1 7-177,-6 4 1,-1-4-1,-6 0 1</inkml:trace>
  <inkml:trace contextRef="#ctx0" brushRef="#br1" timeOffset="293">13526 16523 8912,'-8'-18'0,"5"3"0,-7 2 0,2 1 0,3 10 0,5 4 0,0 14 0,0 8 0,0 11 0,2 9 0,3 7 0,5 10 0,-1 6 0,7 2 0,-5 0 0,4 0 0,3-3 0,-1-1 0,0-2 0,-5-9 0,-1-2 0,-7-16 0,2-13 0,-5-4 0,-1-2 0,0-7 0,-7-5 0,-7-10 0,-7-7 0,-13-18 0,-10-7 0</inkml:trace>
  <inkml:trace contextRef="#ctx0" brushRef="#br1" timeOffset="294">13061 16574 8912,'-34'0'0,"0"0"0,7-6 0,4 1 0,11-9 0,5 12 0,22-13 0,8 4 0,17-12 0,10-6 0,9-3 0,8-3 0,-2-5 0,10 0 0,1-4-143,-1 10 0,-8-3 143,-10 14 0,-4 6 0,-1 6 0,-8 9 0,-4 2 0,-19 15 0,-9 14 0,-8 3 0,-12 10 0,-2 2 0</inkml:trace>
  <inkml:trace contextRef="#ctx0" brushRef="#br1" timeOffset="295">13784 16763 8912,'-9'-2'0,"3"-3"0,-4-5 0,8-1 0,-3-1 0,3 8 0,9-5 0,5 3 0,3 4 0,2-4 0,2 5 0,3 2 0,2 5 0,3 6 0,-4 3 0,6 2 0,-8 8 0,2 4 0,-4 3 0,-2 2 0,-7 1 0,-5-1 0,3 1 0,-2-1 0,-1 0 0,-5 1 0,-5-8 0,-3-5 0,0-2 0,1-3 0,-1-8 0,2-3 0,5-4 0,-7-4 0,8-4 0,0-5 0,0-12 0,0-4 0,0-7 0,2-1 0,4 1 0,-3-2 0,9-1 0,1 1 0,2 4 0,3 1 0,-1-3 0,0 5 0,0 0 0,8 1 0,2-7 0</inkml:trace>
  <inkml:trace contextRef="#ctx0" brushRef="#br1" timeOffset="296">14507 16712 8912,'-17'0'0,"-1"7"0,1-5 0,8 14 0,-1-9 0,4 5 0,5 3 0,-5-4 0,6 5 0,6 1 0,-3 2 0,9 4 0,-3-2 0,3 8 0,3-8 0,-3 3 0,3-1 0,2 0 0,-2-6 0,-3-5 0,3-6 0,-3 5 0,3-7 0,2 2 0,0-12 0,-1-4 0,-5-7 0,4-6 0,-5-3 0,1-5 0,1-5 0,-2-8 0,1 4 0,-1-6 0,-5 6 0,-3 7 0,4 10 0,3-3 0,-7 6 0,6 5 0,-8 15 0,0 10 0,0 5 0,2 10 0,4 3 0,-2 5 0,7 1 0,-5-1 0,5-5 0,1 5 0,5-4 0,-6-5 0,1-1 0,1-5 0,10-7 0,-4 2 0,6-7 0,-2-2 0,0-2 0,8-10 0,-3-3 0,5-5 0,1-1 0,1-8 0,-1-3 0,-1-7 0,-5-5 0,-3 4 0,-10-4 0,-3 4 0,-6 1 0,-12 1 0,-6-1 0,-9 3 0,-2 3 0,-7 6 0,1 12 0,-3 5 0,-3 12 0,7 5 0,1 12 0,0 8 0,0 7 0,12 6 0,-2 8 0,11-1 0,0 1 0,4-6 0,2-1 0,16-6 0,7 1 0,15-6 0,8-7 0,3-10 0,3-9 0,5-6 0,1-2 0,3-2 0,-9-4 0,-5-4 0,-12-14 0,-1-3 0</inkml:trace>
  <inkml:trace contextRef="#ctx0" brushRef="#br1" timeOffset="297">6625 17382 8912,'-17'-2'0,"0"-3"0,5-3 0,1-5 0,-2 1 0,3 10 0,0 2 0,3 10 0,3 5 0,2 10 0,2 4 0,0 3 0,0 2 0,0 1 0,0 1 0,-2 2 0,-4 2 0,5 6 0,-5-6 0,4 1 0,0-5 0,-2 2 0,-2 2 0,-1 0 0,1-5 0,4-7 0,-4 1 0,-1-8 0,-1 2 0,-1-6 0,-5-5 0,-1-5 0,-10-14 0,-2-3 0</inkml:trace>
  <inkml:trace contextRef="#ctx0" brushRef="#br1" timeOffset="298">6143 17571 8912,'-7'-34'0,"-5"0"0,5 7 0,-1 10 0,10 9 0,4 8 0,5-8 0,12-3 0,6-4 0,11-3 0,2-4 0,4-1 0,4 5 0,-4 7 0,1 7 0,-1-2 0,0 6 0,-11 6 0,-1 6 0,-17 11 0,4 3 0,-11 9 0</inkml:trace>
  <inkml:trace contextRef="#ctx0" brushRef="#br1" timeOffset="299">6212 18276 8912,'-17'16'0,"0"-5"0,0-5 0,-1-4 0,13-2 0,10 0 0,13-8 0,18-5 0,4-6 0,6-4 0,10-6 0,1 6 0,0-6 0,-5 6 0,0-7 0,-1 1 0,1-3 0,-1-3 0</inkml:trace>
  <inkml:trace contextRef="#ctx0" brushRef="#br1" timeOffset="300">7021 17589 8912,'-34'-25'0,"-1"6"0,1-4 0,5 11 0,1 7 0,1 3 0,-2 2 0,0 7 0,12 5 0,-2 3 0,13 2 0,1 8 0,5 6 0,0 5 0,0 4 0,0 0 0,0-5 0,7 5 0,5 0 0,3 6 0,2-6 0,-1 0 0,-5-6 0,2 1 0,-7-1 0,6 6 0,-7 0 0,1 0 0,-6-5 0,-15-1 0,-4 1 0</inkml:trace>
  <inkml:trace contextRef="#ctx0" brushRef="#br1" timeOffset="301">6660 18122 8912,'0'-18'0,"0"1"0,0 0 0,0 0 0,9 0 0,9-1 0,6 1 0,13 0 0,3 0 0,6 0 0,9-1 0,3 1 0,8-6 0,3 0 0,0-7 0,8 3 0</inkml:trace>
  <inkml:trace contextRef="#ctx0" brushRef="#br1" timeOffset="302">7451 17623 8912,'-7'-17'0,"-5"0"0,5-1 0,-3 9 0,4 3 0,4 8 0,-3 9 0,3 9 0,2 14 0,5 6 0,1 0 0,2 8 0,-2-2 0,1 5 0,5 7 0,1-5 0,-7 5 0,5 1 0,-5 0 0,-2 2 0,-2 4 0,-2-13 0,0-7 0,0-6 0,-8-20 0,-1-4 0</inkml:trace>
  <inkml:trace contextRef="#ctx0" brushRef="#br1" timeOffset="303">7503 17675 8912,'6'-29'0,"-1"0"0,15 2 0,-3-1 0,6 1 0,0 4 0,3 4 0,9-4 0,3 0 0,-3 6 0,1-2 0,-13 13 0,-6 0 0,-6 6 0,-7 10 0,2 7 0,-14 10 0,-9 13 0,-10 8 0,-5 7 0,-1-1 0,5 3 0,-3-3 0,8-3 0,0 1 0,6-1 0,0-5 0,0 0 0,1-14 0,5 3 0,3-12 0,8 0 0,0-4 0,14-10 0,5-3 0,6-6 0,5-6 0,3-3 0,1-8 0,2-6 0,3-2 0,-1-2 0,-6-3 0,3-3 0,-8-1 0,7-1 0</inkml:trace>
  <inkml:trace contextRef="#ctx0" brushRef="#br1" timeOffset="304">7882 17296 8912,'7'-17'0,"5"0"0,9-2 0,2-4 0,7 4 0,-1-4 0,-2 4 0,1 2 0,-7 7 0,2 4 0,-4 4 0,-3 10 0,-5 3 0,-3 12 0,-8 6 0,0 4 0,0 1 0,0 2 0,0 4 0,-6-1 0,0 4 0,3 1 0,1 0 0,2-11 0,0 1 0,0-5 0,0 0 0,0-3 0,0-3 0,7-11 0,5-1 0,11-7 0,5-4 0,5-2 0,1-4 0,1 4 0,-1-21 0,1 4 0</inkml:trace>
  <inkml:trace contextRef="#ctx0" brushRef="#br1" timeOffset="305">8604 17846 8912,'-17'0'0,"0"0"0,2 2 0,3 4 0,5-2 0,7 7 0,7 1 0,5 5 0,3-5 0,2-1 0,6-5 0,0 5 0,2-1 0,-2 1 0,-4-1 0,4-6 0,-4 1 0,-2-1 0,0-2 0,1-2 0,-1 0 0,-6 0 0,1 0 0,-6-6 0,5 1 0,-7-15 0,2 3 0,-3-4 0,3-4 0,-4 4 0,4-7 0,1 1 0,-1-2 0,2-1 0,-2 7 0,3 0 0,3 13 0,-1 5 0,2 3 0,-3 11 0,1 8 0,-7 8 0,2 10 0,-4 1 0,-2 4 0,0-4 0,0 3 0,0-7 0,0-3 0,0-2 0,0 1 0,-8-1 0,-3-4 0,-3-10 0,3 4 0,-4-5 0,3-1 0,-3-3 0,-2-10 0,-1-4 0,-6-11 0,-3-10 0</inkml:trace>
  <inkml:trace contextRef="#ctx0" brushRef="#br1" timeOffset="306">8587 17537 8912,'-17'-27'0,"0"4"0,7 4 0,4 2 0,-1 6 0,3 1 0,6 2 0,6 3 0,9 5 0,8 0 0,3 0 0,12-16 0,4-3 0</inkml:trace>
  <inkml:trace contextRef="#ctx0" brushRef="#br1" timeOffset="307">9310 17313 8912,'-17'10'0,"-1"-2"0,1-8 0,0 0 0,6 0 0,-1 0 0,8 2 0,-1 3 0,3-1 0,2 8 0,7 5 0,5 6 0,-3 7 0,3 1 0,1 5 0,2 4 0,3 8 0,-1-2 0,-6 2 0,1-3 0,-8 3 0,1-8 0,-3-1 0,-2-11 0,0 5 0,0-14 0,0-2 0,0-9 0,0-16 0,0-3 0,8-10 0,3-4 0,5-2 0,1-4 0,-2 7 0,-3 1 0,3-2 0,-4 2 0,5 4 0,1 5 0,0-1 0,0 11 0,1-7 0,-7 7 0,1-2 0,-7 6 0,7 6 0,-7-2 0,7 7 0,-2 1 0,1 5 0,2-6 0,-7 1 0,8-1 0,-3 7 0,-1-9 0,-1-1 0,1-3 0,-1 1 0,3 0 0,5-6 0,0 0 0,-5-6 0,-1 0 0,1-7 0,3 4 0,-4-9 0,-3 9 0,0-7 0,-6 15 0,7-7 0,-3 8 0,-4 8 0,3 3 0,-1-1 0,2 1 0,-4 1 0,4 5 0,-3-6 0,3 1 0,-4-1 0,6 6 0,-8-7 0,0-3 0,0-20 0,0-4 0,0-2 0,-6-6 0,0 2 0,-5-8 0,5 3 0,-7 1 0,1-2 0,3 7 0,-3-7 0,3 8 0,-3-2 0,3 6 0,3 5 0,4-3 0,-6 13 0,16-6 0,3 8 0,12-7 0,4-3 0</inkml:trace>
  <inkml:trace contextRef="#ctx0" brushRef="#br1" timeOffset="308">10308 17503 8912,'-33'0'0,"5"0"0,-3 0 0,8 0 0,0 5 0,4 3 0,-4 2 0,6 1 0,0 6 0,7 0 0,10 1 0,0-1 0,0 0 0,0 0 0,0 0 0,0 6 0,0 0 0,6 6 0,0-6 0,5 0 0,-5-6 0,2 0 0,-3 0 0,-3 6 0,4 0 0,2 0 0,-3-6 0,3 0 0,-2 1 0,-2 5 0,7-1 0,-1 3 0,1-4 0,-3 2 0,-1-2 0,-5 4 0,4-2 0,-4 6 0,-2-6 0,0-2 0,0-2 0,-2 4 0,-4 0 0,-1-6 0,-5-6 0,-3-5 0,3 5 0,3-7 0,-3 2 0,9-19 0,-5-6 0</inkml:trace>
  <inkml:trace contextRef="#ctx0" brushRef="#br1" timeOffset="309">10428 17331 8912,'0'-10'0,"0"2"0,0 31 0,0-2 0,0 20 0,0-3 0,0 2 0,0-4 0,0 4 0,0 2 0,0-2 0,2 6 0,4-6 0,-4 1 0,4-7 0,-4-5 0,-2-1 0,-2-1 0,-4 2 0,4-5 0,-6-6 0,1-1 0,5-8 0,-6-3 0,8-12 0,0-3 0,0-8 0,8-1 0,3 1 0,5-2 0,1-4 0,0 10 0,0-4 0,0 5 0,1 1 0,5 1 0,0 4 0,1 5 0,-3-5 0,2 4 0,-2 2 0,-1 8 0,-3 3 0,0 4 0,0 2 0,0 1 0,1-1 0,-1 0 0,0 0 0</inkml:trace>
  <inkml:trace contextRef="#ctx0" brushRef="#br1" timeOffset="310">11289 17864 8912,'0'-12'0,"0"1"0,0 7 0,0-2 0,0 12 0,0 5 0,0 5 0,0 7 0,0 0 0,-6 7 0,0-1 0,-1 3 0,1 3 0,2-1 0,-5 0 0,-1 1 0,1-1 0,3-1 0,-6-5 0,1-3 0,-6-8 0,-1 1 0</inkml:trace>
  <inkml:trace contextRef="#ctx0" brushRef="#br1" timeOffset="311">11564 17520 8912,'8'-44'0,"-6"9"0,4 13 0,-5 2 0,-1 3 0,2 10 0,4 7 0,-4 13 0,4 14 0,-4 3 0,-2 7 0,0 8 0,0 1 0,0 2 0,0-2 0,0 7 0,0-5 0,0-2 0,0-2 0,0 2 0,0-6 0,-2 6 0,-4-6 0,4-2 0,-4-9 0,-3-4 0,-1-8 0</inkml:trace>
  <inkml:trace contextRef="#ctx0" brushRef="#br1" timeOffset="312">11495 17898 8912,'-9'-27'0,"-1"2"0,5 8 0,3 0 0,-6 0 0,8 0 0,8 0 0,3-1 0,6 1 0,6 0 0,4 0 0,7 0 0,-5-6 0,0 0 0,-2 0 0,1 6 0,3-1 0,-8 1 0,-2 2 0,-2 3 0,-9-3 0,5 6 0,-13-1 0,5 2 0,-7 8 0,-5 2 0,-1 4 0,0 0 0,6 11 0,0-2 0,0 12 0,0 0 0,0 0 0,0 1 0,0 7 0,0-1 0,0 0 0,0 1 0,0-1 0,0-5 0,0-1 0,6-7 0,0 2 0,-3-4 0,-1-1 0,-2-7 0,0 1 0,0-9 0,0-3 0,0-11 0,2-10 0,4-2 0,-4-6 0,6 4 0,-3 1 0,1-1 0,2 2 0,-3 6 0,-1 7 0,8 4 0,-7-1 0,7 1 0,-1 0 0,7 6 0,-1 2 0,0 4 0,2 2 0,4 3 0,-2 4 0,8-3 0,-1-3 0,7 3 0,5-8 0,0 1 0,0-3 0,-5-2 0,-3-2 0,-3-3 0,-4-5 0,-8-7 0,-2-2 0,-3-2 0,-6-4 0,-5-2 0,-2 4 0,-5-5 0,-11 9 0,-12 1 0,-4 3 0,-1 9 0,-6 2 0,0 10 0,0 11 0,5 12 0,3 4 0,3 1 0,4 0 0,8 1 0,0 5 0,-1 0 0,9 6 0,3-6 0,8 6 0,10-6 0,1-6 0,18-5 0,3-2 0,4-6 0,8 0 0,-6-16 0,8 1 0,-2-6 0,-4 0 0,-2-2 0,-4-3 0,-9-13 0,-2-8 0</inkml:trace>
  <inkml:trace contextRef="#ctx0" brushRef="#br1" timeOffset="313">14989 17468 8912,'-17'-17'0,"-1"7"0,1 5 0,2 5 0,1 7 0,3 11 0,-2 8 0,-1 9 0,1 7 0,3 7 0,3 7 0,1 7 0,6-6 0,0 6 0,0-5 0,6-1 0,-1-6 0,9-7 0,-5-5 0,3-7 0,-1-3 0,-7-8 0,2 2 0,1-10 0,-1-2 0,0-7 0,-6 8 0,0-12 0,0-8 0,0-13 0,0-6 0</inkml:trace>
  <inkml:trace contextRef="#ctx0" brushRef="#br1" timeOffset="314">15178 17554 8912,'0'-11'0,"0"-1"0,0 8 0,0 6 0,0 16 0,0 8 0,0 14 0,2 4 0,4 8 0,-4 0 0,3-1 0,-3 1 0,-2-1 0,2-1 0,2-2 0,2-4 0,-2-2 0,3-2 0,-1-6 0,2 1 0,-3-1 0,-1-5 0,8-1 0,-7-12 0,7 1 0,-1-12 0,7-12 0,-1-12 0</inkml:trace>
  <inkml:trace contextRef="#ctx0" brushRef="#br1" timeOffset="315">15436 17657 8912,'0'-9'0,"2"1"0,4 8 0,-2 0 0,7 0 0,1 10 0,5 5 0,2 8 0,4 4 0,-2-4 0,8 5 0,-6 1 0,5 5 0,-5-1 0,6-5 0,-6 5 0,5-4 0,-7-5 0,2-1 0,-3-4 0,-3-1 0,0-1 0,-6-2 0,1-3 0,-8-5 0,-4-14 0,-10-3 0</inkml:trace>
  <inkml:trace contextRef="#ctx0" brushRef="#br1" timeOffset="316">15780 17623 8912,'-25'8'0,"6"1"0,-4 8 0,2 14 0,-2 3 0,-1 12 0,-5 0 0,2 9 0,4 3 0,4-1 0,-4-7 0,6-3 0,5-1 0,5-7 0,7 1 0,0-6 0,0-5 0,2-6 0,3-12 0,5-3 0,7-8 0,0-16 0,1-3 0,-1-15 0</inkml:trace>
  <inkml:trace contextRef="#ctx0" brushRef="#br1" timeOffset="317">16193 17657 8912,'-9'-17'0,"-1"8"0,5 3 0,-5 4 0,-7 6 0,1 7 0,3 12 0,2 8 0,7 5 0,-2 4 0,4-2 0,2 8 0,0-8 0,0 3 0,2 1 0,4-2 0,3-8 0,9-9 0,-1-4 0,0-2 0,0-7 0,0-4 0,2-4 0,4-2 0,-3-8 0,2-4 0,3-5 0,-2-6 0,0-1 0,-6-5 0,-5-4 0,-1 5 0,-7-5 0,2 1 0,-4 1 0,-2 3 0,-8 7 0,-3-2 0,-5 0 0,-1 6 0,0-3 0,0 15 0,5-1 0,1 6 0,-1 2 0,-5 4 0,0 3 0,0 8 0</inkml:trace>
  <inkml:trace contextRef="#ctx0" brushRef="#br1" timeOffset="318">16142 17915 8912,'-10'-9'0,"4"-5"0,12 9 0,4-7 0,7 6 0,8-7 0,3 2 0,5-3 0,-1 1 0,-1 1 0,-2-1 0,-1 0 0,7 1 0,-8-3 0,-4 3 0,-4-3 0,-2-2 0</inkml:trace>
  <inkml:trace contextRef="#ctx0" brushRef="#br1" timeOffset="319">16073 17485 8912,'-2'-15'0,"-4"4"0,4 3 0,-5 0 0,7 6 0,0-5 0,0 5 0,0-4 0,5 2 0,3-7 0,2-1 0,3 3 0,2-6 0,3 3 0,-7-9 0,0-2 0,-1-2 0,2 2 0,3 2 0,-4-7 0,-1 7 0,1-2 0,-7 4 0,2 2 0,2-1 0,-3 1 0,3 8 0,-2 3 0,-4 17 0,3 7 0,-1 10 0,2 1 0,-2 3 0,7 3 0,-7-1 0,2 0 0,1 1 0,-1-1 0,7 4 0,-1-3 0,-2 3 0,-1-11 0,1 0 0,-1-5 0,3-2 0,5-3 0</inkml:trace>
  <inkml:trace contextRef="#ctx0" brushRef="#br1" timeOffset="320">16916 17692 8912,'0'-10'0,"0"-5"0,0 5 0,0-7 0,0 6 0,0-1 0,8 1 0,1 1 0,9-3 0,-1 7 0,-6 0 0,1 6 0,-8 0 0,5 0 0,-3 0 0,-4 0 0,5 0 0,1 0 0,-6 8 0,6-6 0,-8 6 0</inkml:trace>
  <inkml:trace contextRef="#ctx0" brushRef="#br1" timeOffset="321">17191 17434 8912,'10'-8'0,"-2"4"0,-8-7 0,0 5 0,0-5 0,0 7 0,0-2 0,0 12 0,0 3 0,0 9 0,0 5 0,0 0 0,0-2 0,0-2 0,5-2 0,1 0 0,8 0 0,-3 0 0,-1-1 0,1-5 0,1-3 0,5-8 0,2 0 0,4 0 0,-4-2 0,4-4 0,-4-3 0,-4-9 0,-1-1 0,-3-4 0,-1 4 0,1-4 0,-3 4 0,-8 2 0,0 0 0,0 0 0,0 7 0,0 10 0,0 13 0,0 8 0,0 8 0,0 6 0,0 5 0,0-2 0,0 8 0,6-2 0,-1 1 0,1 3 0,-6-8 0,2-1 0,4-3 0,-4-4 0,3-3 0,-10-4 0,-7-8 0,-3 0 0,-2 0 0,-3-7 0,-2-4 0,0-4 0,-6-2 0,5 0 0,-6 0 0,8 0 0,-2 0 0,4 0 0,2 0 0,0-6 0,-1 0 0,7-7 0,0 1 0,7-5 0,-2-6 0,4-4 0,2-7 0</inkml:trace>
  <inkml:trace contextRef="#ctx0" brushRef="#br1" timeOffset="322">17673 17228 8912,'0'-18'0,"0"1"0,0 0 0,0 7 0,0 5 0,0 10 0,0 13 0,0 10 0,0 12 0,0 6 0,0 4 0,0 1 0,0 7 0,0-1 0,6 2 0,0-1 0,5 1 0,-5 2 0,0-8 0,1-5 0,-3-10 0,8 3 0,-1-5 0,1-11 0,-1-8 0,-1-9 0,3-16 0,-1-9 0,-1-8 0,6-10 0</inkml:trace>
  <inkml:trace contextRef="#ctx0" brushRef="#br1" timeOffset="323">17811 17142 8912,'10'0'0,"-3"0"0,-7 7 0,2 5 0,4 11 0,-4 5 0,3 12 0,-3 4 0,-2 8 0,6 7 0,0 4 0,5 2 0,-3 0 0,2-4 0,3-2 0,-4-1 0,3-7 0,-6-1 0,5-4 0,-7-10 0,2-7 0,-4-8 0,-2 2 0,0-4 0,0-10 0,-8-1 0,-2-8 0</inkml:trace>
  <inkml:trace contextRef="#ctx0" brushRef="#br1" timeOffset="324">18069 17743 8912,'8'-17'0,"-1"0"0,5 0 0,3 0 0,-3-1 0,3 3 0,2 4 0,6-3 0,0 9 0,6-7 0,-6 6 0,-2 2 0,-2 3 0,-8 1 0,1 0 0,-8 7 0,1 5 0,-5 11 0,-5 5 0,-5 5 0,-7 1 0,0 1 0,-1-1 0,1 0 0,0 1 0,2-1 0,3 0 0,-1-1 0,7-4 0,0 1 0,6-7 0,0-6 0,0-5 0,2-3 0,4 3 0,5-5 0,11-9 0,2-3 0,3-7 0,2-3 0,5-2 0,1-6 0,-1 0 0,-7-2 0,-4 2 0,-4 4 0,-2-4 0,-7 4 0,5-6 0,-5-2 0</inkml:trace>
  <inkml:trace contextRef="#ctx0" brushRef="#br1" timeOffset="325">18207 16660 8912,'7'-15'0,"5"3"0,5-3 0,6 4 0,-2 1 0,8-1 0,-8 7 0,4-2 0,-2 4 0,0 2 0,-6 10 0,-6 7 0,-7 2 0,2 10 0,-6 7 0,-6 10 0,-4 2 0,-7-1 0,2-1 0,4 2 0,-5-6 0,5-2 0,1 2 0,-1-2 0,7-7 0,-2-10 0,4-4 0,4-4 0,4-3 0,5-7 0,5-3 0,1-8 0,0 1 0,6-9 0,0 3 0,6 1 0,-6-1 0,1 1 0,-1-1 0,2 3 0,4 8 0,-2 0 0,-4 0 0,-4 0 0,4 4 0,-4 6 0,-2 7 0,-5 4 0,-1-4 0,-7 0 0,11 0 0,-5 1 0</inkml:trace>
  <inkml:trace contextRef="#ctx0" brushRef="#br1" timeOffset="326">19084 17571 8912,'0'-9'0,"-5"5"0,-1 15 0,2 12 0,2 8 0,2 3 0,2 6 0,2 3 0,4-1 0,1 0 0,-3-2 0,5-6 0,3-1 0,1-5 0,2-3 0,0-10 0,1-3 0,-1-6 0,-2-6 0,-1-6 0,-3-8 0,2-7 0,3-3 0,1-5 0,-6-4 0,-1 5 0,0-5 0,-1-1 0,1 1 0,1 5 0,2 1 0,-7 4 0,6 4 0,-7-4 0,9 12 0,-3 5 0,-3 8 0,-2 9 0,1 3 0,-1 14 0,2-1 0,-3 2 0,-3 7 0,4-7 0,-4 7 0,-2-7 0,6-3 0,-1 3 0,1-2 0,-8 1 0,-3-5 0,-7-4 0,-5 4 0,-6 0 0,-2 0 0,-4-6 0,-3-7 0,3-4 0,-3-4 0,-3-2 0</inkml:trace>
  <inkml:trace contextRef="#ctx0" brushRef="#br1" timeOffset="327">18981 17554 8912,'0'-32'0,"0"3"0,0-1 0,0 7 0,0 5 0,0 7 0,8 7 0,3-2 0,5 4 0,1 2 0,8 0 0,3 0 0,5-7 0,1-3 0</inkml:trace>
  <inkml:trace contextRef="#ctx0" brushRef="#br1" timeOffset="328">19876 17056 8912,'-10'0'0,"3"9"0,7 8 0,-6 8 0,0 10 0,1-1 0,5 0 0,0 8 0,0 4 0,0-2 0,0 2 0,0 2 0,0 1 0,0 3 0,0 0 0,2-8 0,3-4 0,-3-4 0,4-2 0,3-7 0,3-4 0,3-12 0,2-3 0</inkml:trace>
  <inkml:trace contextRef="#ctx0" brushRef="#br1" timeOffset="329">20048 17382 8912,'-9'0'0,"1"8"0,8 3 0,0 5 0,0 1 0,2 0 0,4 0 0,3 6 0,8 0 0,1 0 0,-1-6 0,0-2 0,0-1 0,2-5 0,4-1 0,-4-2 0,4-6 0,-4 0 0,-1 0 0,-7-8 0,1-3 0,-9-5 0,3-1 0,-4-2 0,-2-4 0,-2 4 0,-4-4 0,-5 4 0,-4 2 0,-3 0 0,1-1 0,0 1 0,0 0 0,1 6 0,5-1 0,-4 1 0,5-7 0</inkml:trace>
  <inkml:trace contextRef="#ctx0" brushRef="#br1" timeOffset="330">20427 17331 8912,'0'-18'0,"0"1"0,0 0 0,0 8 0,0-7 0,0 14 0,0-3 0,0 10 0,0 7 0,0 9 0,0 2 0,0 2 0,0-4 0,0 3 0,0 3 0,2-6 0,3 2 0,-1-4 0,8-2 0,-7 1 0,7-1 0,-6-2 0,5-3 0,1-5 0,5-7 0,0 0 0,-6-2 0,1-3 0,-3-5 0,3-7 0,1 0 0,-7-1 0,6-4 0,-7-1 0,3 5 0,-4 7 0,1-2 0,1 3 0,-6-1 0,2 7 0,4-2 0,-4 12 0,11 9 0,-7 8 0,7 0 0,-1-6 0,3 6 0,2 0 0,0-2 0,1-2 0,-1-4 0,0-3 0,2-5 0,4-7 0,-4-2 0,4-3 0,2-5 0,-2-7 0,-6-8 0,-5-3 0,-3-5 0,3-1 0,-5-1 0,-9 1 0,-3-1 0,-7 1 0,-3 2 0,-2 3 0,-6-2 0,0 8 0,-2 6 0,2 6 0,2 7 0,-8-2 0,8 12 0,-2 5 0,4 5 0,-6 1 0,-1 0 0</inkml:trace>
  <inkml:trace contextRef="#ctx0" brushRef="#br1" timeOffset="331">20100 18259 8912,'-10'-17'0,"3"2"0,-1 3 0,6 3 0,-2 5 0,8-2 0,7 0 0,12 6 0,4 0 0,0 0 0,5 0 0,-5 0 0,2 0 0,0 0 0,-1 0 0,5 0 0,-3 0 0,-1 0 0,-8 0 0,2 0 0,-4 0 0,-2 0 0,1 0 0,-7 0 0,0 0 0,-7-7 0,4-3 0,-8-7 0</inkml:trace>
  <inkml:trace contextRef="#ctx0" brushRef="#br1" timeOffset="332">20065 18551 8912,'-9'-7'0,"-7"5"0,15-6 0,2 1 0,17-5 0,8 3 0,15-3 0,3-1 0,9-8 0,3-2 0,1 2 0,-5 2 0,-7 1 0,-6 7 0,1 0 0,-6-1 0,-5-5 0,-4 7 0,-16-13 0,-1 4 0</inkml:trace>
  <inkml:trace contextRef="#ctx0" brushRef="#br1" timeOffset="333">20203 18053 8912,'17'-10'0,"0"3"0,1 7 0,6 0 0,5 0 0,2 0 0,-3 0 0,5 7 0,-6 7 0,1 7 0,1 7 0,-8 5 0,2 1 0,-4 6 0,-2 0 0,-7 8 0,-4-2 0,-4-2 0,-2 2 0,-4-2 0,-6 3 0,-7-1 0,-2 2 0,-8-6 0,-2-2 0,-5-3 0,-6-3 0,-4-7 0,-8-3 0</inkml:trace>
  <inkml:trace contextRef="#ctx0" brushRef="#br1" timeOffset="334">21425 18104 8912,'0'-17'0,"2"0"0,2 0 0,1 0 0,-1-1 0,-2 1 0,-4 2 0,-4 3 0,3 5 0,-9 7 0,-3 0 0,-6 0 0,2 0 0,-6 2 0,0 3 0,-4 7 0,2-3 0,-1 3 0,7 1 0,-4 8 0,2 4 0,0 2 0,2 2 0,9 5 0,3-5 0,3-1 0,4-5 0,-2 4 0,8-2 0,8-4 0,11-10 0,5-5 0,5-4 0,1-2 0,1-8 0,-1-3 0,1-6 0,-1-6 0,-5 4 0,-1-4 0,-7-2 0,2 0 0,-5 0 0,-7 0 0,2 2 0,-7 6 0,2 8 0,-3 3 0,-3-4 0,6 18 0,-8 3 0,0 14 0,0 15 0,0 10 0,0 7 0,-2 8 0,-4-2 0,3 8 0,-9-2 0,6 3 0,-5-10 0,-2-1 0,-3-4 0,-1-11 0,0-6 0,-2-11 0,-4-6 0,4-4 0,-4-2 0,4-8 0,1-3 0,1-4 0,0-2 0,0-8 0,0-3 0,1-4 0,5-3 0,1-6 0,6-5 0,-1-2 0,1 3 0,8-5 0,1 5 0,11-5 0,1-1 0,2-1 0,10 1 0,-6 5 0,5 1 0,1 1 0,5-4 0,1 5 0,-1 1 0,6 2 0,1 6 0,-1-1 0,-6 1 0,4 6 0,-3-1 0,-5 7 0,-12-7 0,-7 6 0,1-5 0,-16 7 0,2-2 0,-15 12 0,-1 4 0,1 7 0,0 8 0,0 3 0,5 11 0,3 1 0,1-2 0,4-2 0,2-3 0,2-5 0,0 3 0,0-8 0,2 0 0,4-6 0,-2-8 0,7-3 0,1-4 0,5-4 0,0-5 0,0-11 0,1-1 0,-1-9 0,0-1 0,0-5 0,-7-7 0,-5 1 0,-3 0 0,-2 6 0,0 5 0,-2 2 0,-3 3 0,-7 3 0,-3 2 0,-2 9 0,1 4 0,5 12 0,3 4 0,8 7 0,0 0 0</inkml:trace>
  <inkml:trace contextRef="#ctx0" brushRef="#br1" timeOffset="335">21975 18345 8912,'-17'0'0,"0"0"0,6 0 0,-1 0 0,3 8 0,-3 3 0,-1 4 0,7 3 0,0 1 0,6 4 0,0-4 0,0 4 0,0-4 0,0-2 0,2 0 0,4 0 0,3-5 0,9-1 0,-1-7 0,0 2 0,6-4 0,0-2 0,-4-8 0,-2-3 0,-9-5 0,9-1 0,-9 2 0,1 2 0,-1 1 0,-4-1 0,-2-3 0,-2-1 0,-2 0 0,-4 0 0,2 5 0,-7 1 0,5 5 0,-5-5 0,5 7 0,-6-2 0,9-3 0,-5-1 0</inkml:trace>
  <inkml:trace contextRef="#ctx0" brushRef="#br1" timeOffset="336">22371 18414 8912,'-23'-6'0,"0"0"0,-7-1 0,1 1 0,2 6 0,-1 0 0,1 8 0,-2 9 0,4 8 0,8 3 0,2 5 0,3 1 0,5-1 0,7-5 0,0 5 0,0-5 0,2-5 0,3-5 0,5-3 0,7-9 0,0-3 0,1-3 0,-1-5 0,0-5 0,0-7 0,0-8 0,1-4 0,-1-3 0,0-2 0,-6-1 0,1 1 0,-2-6 0,3 0 0,-4-1 0,-1-1 0,4 4 0,-7-8 0,1 6 0,-6-6 0,2 10 0,4 2 0,-4-1 0,5 16 0,-7-4 0,0 12 0,-2 5 0,-1 14 0,-3 9 0,-2 8 0,4 9 0,-1 2 0,1 5 0,0 3 0,-2 7 0,4 5 0,-3-5 0,3 4 0,2-9 0,0-2 0,2 2 0,3 0 0,7-2 0,3-2 0,2-8 0,2-7 0,4-4 0,12-12 0,9-3 0</inkml:trace>
  <inkml:trace contextRef="#ctx0" brushRef="#br1" timeOffset="337">22974 17932 8912,'0'-24'0,"0"5"0,0-4 0,0 11 0,0-3 0,0 15 0,-2 0 0,-4 11 0,-6 10 0,-3 2 0,-2 12 0,-2-3 0,-4 14 0,4 0 0,-4 5 0,4 7 0,1-1 0,1 2 0,0-1 0,6-5 0,-1 4 0,8 3 0,-1-3 0,3-6 0,4-7 0,3-2 0,7-3 0,-5-11 0,-1-5 0,4-4 0,-8-9 0,5-3 0,-7-7 0</inkml:trace>
  <inkml:trace contextRef="#ctx0" brushRef="#br1" timeOffset="338">22629 18517 8912,'0'-17'0,"0"0"0,2 5 0,4 1 0,4 1 0,7-1 0,8-3 0,3 9 0,7-9 0,5 5 0,4-3 0,0 1 0,4 5 0,-8-5 0,0 5 0,-6-6 0,-5 7 0,0-7 0,-14 8 0,2-1 0,-11 10 0,0 7 0,-4 9 0,-2 2 0,0 7 0,0-1 0,0 3 0,0 3 0,0-7 0,0 1 0,0 0 0,0 5 0,0-7 0,0-2 0,-2-4 0,-4-4 0,4 4 0,-4-10 0,-3-3 0,7-2 0,-4-12 0,-1-5 0,1-12 0,0 2 0,6-8 0,0 0 0,0-5 0,0 0 0,-2-3 0,-2-1 0,-1-2 0,-3-2 0,2 2 0,2 4 0,-7-5 0,7 5 0,-2 2 0,4 5 0,2 0 0,0 8 0,2-3 0,4 6 0,4 9 0,9 3 0,4 4 0,5 2 0,11 0 0,1 0 0,15 0 0,-1 0 0</inkml:trace>
  <inkml:trace contextRef="#ctx0" brushRef="#br1" timeOffset="339">23834 17692 8912,'0'-35'0,"0"1"0,0 7 0,0 10 0,-8 21 0,-3 19 0,-4 11 0,-3 18 0,-5 7 0,0 4 0,1 2 0,4-2 0,7 4 0,1-4 0,3 2 0,3-2 0,2 2 0,2-8 0,8-1 0,3-11 0,4-4 0,3-5 0,4-9 0,1-5 0,0-2 0,-5-3 0,6-8 0,-4-1 0,4-16 0,-6-1 0</inkml:trace>
  <inkml:trace contextRef="#ctx0" brushRef="#br1" timeOffset="340">23731 18156 8912,'-21'-17'0,"4"0"0,-5-1 0,21 1 0,-7 8 0,23-7 0,8 5 0,17 1 0,12-1 0,7-2 0,10-10 0,2 3-170,3-2 0,-3-3 170,4 2 0,-5-15 0,-1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1:46:05.145"/>
    </inkml:context>
    <inkml:brush xml:id="br0">
      <inkml:brushProperty name="width" value="0.05292" units="cm"/>
      <inkml:brushProperty name="height" value="0.05292" units="cm"/>
      <inkml:brushProperty name="color" value="#FF8000"/>
    </inkml:brush>
  </inkml:definitions>
  <inkml:trace contextRef="#ctx0" brushRef="#br0">11994 10230 8912,'10'-12'0,"-4"1"0,-4-2 0,-2-3 0,-6-1 0,0 0 0,2 0 0,-3 5 0,1 1 0,0 5 0,4-5 0,-3-3 0,3 5 0,-4-3 0,4 8 0,2-3 0,0 7 0,0 2 0,0 3 0,0 20 0,0 15 0,0 18 0,0 12 0,0 16 0,0-36 0,0 2 0,0 2 0,0 2 0,0 4 0,0 1 0,1-4 0,0 0-157,1 1 1,2-1-1,-1-7 1,1-1 156,2 1 0,0-2 0,9 38 0,-3-12 0,-3-9 0,3-19 0,-7-12 0,7-11 0,-8-4 0,3-9 0,1-2 0,-6-10 0,4-4 0,-5-5 313,-1-12 0,2-4-313,4-8 0,-4-7 0,4-3 0,1-13 0,-1-5 0,0-11 0,-6-5 0,0-7 0</inkml:trace>
  <inkml:trace contextRef="#ctx0" brushRef="#br0" timeOffset="1">12425 10075 8912,'0'-17'0,"0"-6"0,0 0 0,0 0 0,0 6 0,2 2 0,3 3 0,-3-3 0,6 13 0,-8 4 0,0 15 0,0 12 0,2 11 0,4 12 0,-3 16 0,9 18 0,-3 8 0,-2-42 0,0 1 0,-2 0 0,-1-1 0,0 0 0,0-1 0,2 3 0,1-1-133,-1-4 0,0 0 0,-1 0 0,-1 1 133,2-1 0,0-1 0,3 44 0,3-12 0,1-19 0,-7-15 0,5-9 0,-5-9 0,0-3 0,-6-15 0,-2-3 0,-4-7 0,-5 0 0,-10-2 0,-2-3 0,-8-13 0,4-8 0</inkml:trace>
  <inkml:trace contextRef="#ctx0" brushRef="#br0" timeOffset="2">11874 11021 8912,'-34'17'0,"1"0"0,4 0 0,10-5 0,8-1 0,9-7 0,2 2 0,15-6 0,14-6 0,13-11 0,10-12 0,9-3 0,13-3 0,5-5-251,7 0 1,-8 0 250,-3 6 0,-6 7 0,-6 6 0,-6 6 0,-3 3 0,-18 8 0,-7-1 0,-16 3 0,-5 9 0,-8-3 0,0 8 0,0-9 0,-6 7 501,0-4-501,0-4 0,6 5 0,2-1 0,4 0 0,-4-1 0,6-5 0</inkml:trace>
  <inkml:trace contextRef="#ctx0" brushRef="#br0" timeOffset="3">13165 10763 8912,'-18'0'0,"1"0"0,0 0 0,0 0 0,0 0 0,-1 6 0,1 1 0,2 5 0,3 7 0,-1 6 0,7 9 0,1 2 0,5 4 0,1 4 0,5 8 0,4-2 0,7-4 0,2-6 0,4-4 0,-2-9 0,8-4 0,-6-6 0,5-6 0,-7-3 0,2-8 0,2-10 0,-2-7 0,0-8 0,-6-9 0,-1-2 0,-5-4 0,2-3 0,-7-2 0,0-5 0,-6 4 0,-2 2 0,-4-2 0,-5 8 0,-10-2 0,-4 6 0,-2 5 0,0 10 0,-1 7 0,3 9 0,8-3 0,1 6 0,5 6 0,3 3 0,8 8 0,2 1 0,4-1 0,3 0 0,9 0 0,5-2 0,0-3 0,7 3 0,-3-5 0</inkml:trace>
  <inkml:trace contextRef="#ctx0" brushRef="#br0" timeOffset="4">13526 10763 8912,'-10'-8'0,"-5"6"0,11-5 0,-7 7 0,7 0 0,-4 7 0,8 5 0,0 5 0,0 6 0,2-2 0,4 8 0,2-1 0,3 7 0,4-7 0,-3 1 0,3 0 0,2-3 0,1-1 0,-1-8 0,0 1 0,0-1 0,0-8 0,1-3 0,5-4 0,0-2 0,-6-8 0,-6-3 0,1-6 0,3-6 0,-4-4 0,-5 0 0,2-5 0,-2 3 0,-1-3 0,-5-3 0,0 9 0,0 3 0,0 3 0,0 3 0,0 8 0,0 11 0,0 15 0,0 10 0,2 13 0,2 6 0,4 1 0,1-1 0,5 4 0,9-4 0,-2-4 0,7-4 0,3-9 0,1-12 0,3-8 0,-1-9 0,1-11 0,-1-12 0,-1-11 0,-5-18 0,3-2 0,-8-3 0,-2-4 0,-8-6 0,-3 2 0,-3 2 0,-3 6 0,-9-6 0,-1 7 0,-11-1 0,5 13 0,-5 10 0,0 7 0,5 10 0,5 7 0,1 3 0,12 7 0,5 2 0,12 3 0,4-3 0,7 6 0,1-8 0</inkml:trace>
  <inkml:trace contextRef="#ctx0" brushRef="#br0" timeOffset="5">16314 10677 8912,'0'-12'0,"0"1"0,0-2 0,0-3 0,0-1 0,-2 0 0,-4 0 0,-5 0 0,-5-1 0,-1 7 0,-2-1 0,-2 1 0,-2 1 0,-7 3 0,1 9 0,-6 3 0,-5 7 0,2 18 0,-6 13 0,2 12 0,4 14 0,1 3 0,3 14 0,9-4 0,8 10 0,7-12 0,12-7 0,4-8 0,5-8 0,12-21 0,6-13 0,6-11 0,5-12 0,4-17 0,7-12 0,-7-13 0,-4-15 0,1-10-226,-7-8 0,2-7 226,-13 2 0,0-4 0,-6-2 0,-7-2 0,-6-4 0,-5 44 0,-2-1 0,-2-2 0,-2 1 0,0 0 0,-1 0 0,-9-41 0,0 8 0,0 20 0,1 19 0,5 16 0,1 14 0,6 11 0,-1 6 0,-1 17 0,6 14 0,0 10 0,0 13 0,2 12 0,4 11 0,-4 6-274,3 6 1,3-4 273,-2 3 0,7-8 0,-2-3 0,5-6 0,1 7 0,2-16 0,2-4 0,4-12 213,2-9 0,-4-9-213,5-2 0,1-16 0,5-2 0,-5-9 0,0-7 0,-2-5 0,3-9 0,-3-4 0,-2-6 0,-10-11 0,-9-6 0,3-3 0,1-3 0</inkml:trace>
  <inkml:trace contextRef="#ctx0" brushRef="#br0" timeOffset="6">16727 10746 8912,'9'7'0,"-3"5"0,-6 3 0,-6 2 0,3 0 0,-9 1 0,6 7 0,-5 3 0,-1 5 0,-5 1 0,6 6 0,-1 0 0,8 2 0,-1-2 0,3-5 0,2-1 0,7-7 0,5-10 0,9-2 0,4-3 0,0-6 0,0-4 0,3-16 0,-5-3 0,6-17 0,-6-3 0,-4-5 0,-6-6 0,1-1 0,-9-3 0,-1 6 0,-10 1 0,-5 1 0,-12-2 0,2 4 0,-8 7 0,-5 3 0,-6 3 0,-6 12 0,6 11 0,1 4 0,11 2 0,3 10 0,10 7 0,3 10 0,6 5 0,16-3 0,13 0 0,6-3 0,17 3 0,1-8 0,3-8 0,2 3 0,-1-7 0</inkml:trace>
  <inkml:trace contextRef="#ctx0" brushRef="#br0" timeOffset="7">18207 10488 8912,'-17'-8'0,"-1"-1"0,1-1 0,0 2 0,-2 10 0,-2 6 0,-2 9 0,0 16 0,4 13 0,0 5 0,1 6 0,-1 5 0,14 4 0,1-1 0,2-2 0,11-5 0,9 5 0,1-10 0,9-1 0,-5-10 0,4-14 0,0-7 0,0-7 0,-6-1 0,2-7 0,-4-2 0,-2-10 0,0-3 0,0-9 0,1-7 0,-1-3 0,0-5 0,0-1 0,0-8 0,1-4 0,-7 4 0,1 2 0,-7-2 0,7 2 0,-6 5 0,5 7 0,-7 7 0,3 4 0,-7 13 0,0 15 0,0 4 0,0 18 0,0 3 0,0 1 0,0-1 0,0-2 0,2-7 0,4-4 0,4-6 0,9-5 0,2-7 0,2-3 0,5-4 0,-5-3 0,6-7 0,-6-11 0,0-4 0,-8-5 0,-1 1 0,-3 3 0,-7-1 0,2-5 0,-4-3 0,-2-1 0,0-2 0,0 2 0,0 7 0,0 3 0,0 7 0,0-2 0,0 4 0,0 1 0,7 9 0,5 3 0,3 4 0,2 2 0,0 0 0,8 8 0,2 1 0</inkml:trace>
  <inkml:trace contextRef="#ctx0" brushRef="#br0" timeOffset="8">19016 10780 8912,'-18'6'0,"1"1"0,0 3 0,5-6 0,3 3 0,1 1 0,10-6 0,15 6 0,12-8 0,0-8 0,5-3 0,-3-5 0,9-1 0,-4-6 0,-3-2 0,-3 1 0,-1-1 0,-8-4 0,2 6 0,-6-6 0,-5 7 0,-5-3 0,-7 2 0,-3 4 0,-9-4 0,-1 11 0,-18 7 0,-5 5 0,-8 5 0,0 12 0,-2 12 0,0 13 0,-6 10 0,6 7 0,1 10 0,8 1 0,5 3 0,13 1 0,11-1 0,18-10 0,12-6 0,13-7 0,17-10 0,5-9 0,0-20 0,6-3 0,-5-8 0,-3 0 0,-9 0 0,4-15 0,-6-4 0</inkml:trace>
  <inkml:trace contextRef="#ctx0" brushRef="#br0" timeOffset="9">20977 10660 8912,'12'-17'0,"-3"-3"0,-1-1 0,-4-1 0,-4 1 0,-6-1 0,-5 0 0,1 8 0,-1-1 0,-3 5 0,1 8 0,-1 14 0,3 11 0,7 9 0,-2 10 0,5 12 0,1 13 0,0 3 0,0 9 0,0-1 0,0 0 0,7 3 0,5 5 0,-3-6 0,3 0 0,-1-15 0,4-2 0,-1-8 0,-3-3 0,-7-10 0,2-8 0,-4-7 0,-2-17 0,-4-6 0,-8-16 0,-7-15 0,-15-17 0</inkml:trace>
  <inkml:trace contextRef="#ctx0" brushRef="#br0" timeOffset="10">20616 10935 8912,'-25'-61'0,"6"3"0,-4 13 0,12 3 0,5 7 0,4 8 0,2 4 0,10 6 0,7 6 0,8-4 0,11 3 0,4-3 0,6-2 0,6 1 0,5 5 0,10-3 0,7 9 0,1-1 0,-6 6 0,-10 2 0,-7 4 0,-12 7 0,-10 8 0,-12 0 0,-13 8 0,-5 5 0,-5 6 0,-13 6 0,-10-4 0,-5 0 0,-1 0 0,-6 4 0,0-6 0,-1 8 0,7-2 0,0-4 0,-1-2 0,10-10 0,6-3 0,6-2 0,13-10 0,6-9 0,3-19 0,31-14 0,-3-17 0</inkml:trace>
  <inkml:trace contextRef="#ctx0" brushRef="#br0" timeOffset="11">21442 10677 8912,'0'-12'0,"0"1"0,0 7 0,0 6 0,0 15 0,0 2 0,0 10 0,0 5 0,0 7 0,2-3 0,4-2 0,-3 4 0,9 0 0,-6 0 0,5-5 0,-1-1 0,1 1 0,3-9 0,-7-5 0,3-7 0,-6-7 0,3-22 0,-7-4 0</inkml:trace>
  <inkml:trace contextRef="#ctx0" brushRef="#br0" timeOffset="12">21459 10213 8912,'-28'0'0,"1"0"0,2 0 0,4 0 0,4-2 0,5-4 0,5 4 0,8-5 0,5 7 0,4-8 0,7 0 0,-2-5 0,-1 3 0,-3 3 0,-7-7 0,11 12 0,-13-13 0,6 15 0,-8 0 0,2 10 0,2 11 0,1 2 0,9 7 0,-5-3 0</inkml:trace>
  <inkml:trace contextRef="#ctx0" brushRef="#br0" timeOffset="13">21941 10505 8912,'-42'-17'0,"6"5"0,-4 1 0,3 7 0,1 0 0,-2 8 0,-3 8 0,1 10 0,6 7 0,7 11 0,4 6 0,10 6 0,1 5 0,10-4 0,2 5 0,16-10 0,12-3 0,13-6 0,3-1 0,1-8 0,1-7 0,0-6 0,6-5 0,-1-4 0,1-8 0,-8-10 0,-4-7 0,-3-2 0,-3-12 0,0-5 0,1-6 0,-1-10 0</inkml:trace>
  <inkml:trace contextRef="#ctx0" brushRef="#br0" timeOffset="14">22423 9783 8912,'-27'-8'0,"2"6"0,8 10 0,0 15 0,0 17 0,-1 12 0,3 14 0,4 17 0,5 6 0,4 9 0,2-48 0,0 1 0,0 1 0,0-1 0,2 45 0,2-6 0,3-8 0,3-8 0,1-7 0,7-10 0,-3-3 0,-4-20 0,3 3 0,-7-16 0,3-6 0,1-6 0,7-9 0,-1-15 0,0-8 0,6-9 0,0-8 0,0-4 0,-6-8 0,6-5 0,0-1 0,6-12 0,-6 1 0,-2-2 0,-2 1 0,-2 7 0,0 0 0,0 7 0,1-1 0,-9 11 0,-1 12 0,-12 20 0,-7 22 0,-12 19 0,-8 15 0,-9 9 0,0 7 0,-8-5 0,2 4 0,4-3 0,2-3 0,11-1 0,6-4 0,6 2 0,7-10 0,12-6 0,14-7 0,10-6 0,15-2 0,8-7 0,9-4 0,7-6 0,-2-6 0,4-5 0,1-5 0,1-9 0,-7-1 0,-3-9 0</inkml:trace>
  <inkml:trace contextRef="#ctx0" brushRef="#br0" timeOffset="15">25314 9852 8912,'-29'-27'0,"3"6"0,1 6 0,4 5 0,1 2 0,11 12 0,3 13 0,4 14 0,2 13 0,6 6 0,2 16 0,1 5 0,5 0 0,1 5 0,4 1 0,2 1 0,2 4 0,6-5 0,-4-5 0,-1-7 0,1-8 0,-4-5 0,-9-6 0,-5-12 0,-22-17 0,-4-9 0</inkml:trace>
  <inkml:trace contextRef="#ctx0" brushRef="#br0" timeOffset="16">24953 10436 8912,'-27'-25'0,"2"6"0,8-4 0,7 10 0,8 3 0,12 3 0,9 1 0,15 6 0,14-6 0,4 1 0,11-7 0,0 3 0,8-5 0,9-5 0,0-10 0,12 1 0,-6-12-225,-6-6 0,-16 0 225,-13-6 0,-18 5 0,-5-11 0,-14 3 0,-8-2 0,-12 3 0,-6-3 0,-1 5 0,0 8 0,1 10 0,1 7 0,1 21 0,4 12 0,2 19 0,-1 21 0,3 13 0,-4 10 0,-2 5 0,3 7 0,-1-3 112,6-4 1,0-3-1,0 4 1,0-5-113,0-1 0,2-10 0,4-7 0,1-8 0,5-10 0,3-7 0,-3-4 0,-5-12 0,1-11 0,-8-11 0,2-4 0,2-5 0,1-2 0,-1-7 0,4-2 0,-3 3 0,9-5 0,-3 5 0,-1 3 0,1 2 0,-5 11 0,6 7 0,-1 3 0,6 4 0,-1 3 0,-5 7 0,10 9 0,-4 2 0,6 7 0,0-1 0,-2 2 0,8-3 0,0 3 0,5-8 0,6-6 0,0-6 0,8-9 0,-4-2 0,2-11 0,0-10 0,-8-6 0,2-7 0,-11-3 0,-6-3 0,-10 4 0,-1-4 0,-8-2 0,1 2 0,-10 7 0,-7 10 0,-5 12 0,-6 5 0,-6 8 0,-3 9 0,-5 9 0,-3 14 0,6 8 0,-1 4 0,5 3 0,13 3 0,3-6 0,14 0 0,10-8 0,7 2 0,23-13 0,18-10 0,24-9 0,-34-11 0,3-2 0,7-3 0,3-3 0,6-4 0,1-3 0,0-1 0,0-4-219,2-1 1,-2-3 0,-6-5 0,-2-3-1,-4 0 1,-1-1 0</inkml:trace>
  <inkml:trace contextRef="#ctx0" brushRef="#br0" timeOffset="17">20599 13222 8912,'-46'-18'0,"2"1"0,2 2 0,4 3 0,-1 7 0,1 5 0,-2 5 0,0 7 0,7 11 0,5 7 0,5 9 0,4 4 0,1 11 0,3 1 0,4 3 0,3 5 0,10-8 0,4-3 0,5-5 0,4-10 0,3-3 0,-1-7 0,0-12 0,0-3 0,0-7 0,1-3 0,-1-2 0,2-7 0,4-5 0,-4-11 0,6-7 0,0-9 0,3-6 0,-1-5 0,2-2 0,-6-1 0,5-4 0,-6-10 0,0-8 0,-4-1 0,-5 1 0,-3-5 0,-3-4 0,-1-4 0,-6 8 0,0 2 0,0 20 0,0 14 0,0 10 0,-2 19 0,-2 5 0,-1 12 0,-9 17 0,3 16 0,1 12 0,-1 11 0,1 7 0,-1-2 0,-3 3 0,8 3 0,1 11 0,5 1 0,0-5 0,0-3 0,2 1 0,3 1 0,11-3 0,7-9 0,1-7 0,-1-14 0,4-10 0,0-5 0,5-12 0,-3-9 0,9-8 0,3-9 0,4-8 0,-4-16 0,4-1 0,-4-2 0,-5-4 0,-5-2 0,-8 5 0,-12-1 0,-3-2 0,-8 2 0,-4 0 0,-8 6 0,-1 5 0,-16 0 0,1 14 0,-5 0 0,2 5 0,3 6 0,7 16 0,-2 5 0,6 14 0,5 3 0,4 2 0,8 10 0,2-8 0,6 3 0,11-5 0,14-2 0,18-7 0,18-4 0,8-12-211,9-5 0,-2-6 211,-4-6 0,-3-11 0,-9-12 0,-12-3 0,-4-2 0,-16 5 0,-6 0 0,-12 1 0,-9 1 0,-11-4 0,-9 8 0,-12-5 0,-6 5 0,-3 0 0,-3 6 0,-5-4 0,0 4 0,2-3 0,7 15 0,4 1 211,2 2 0,-3 8-211,5-1 0,2 11 0,9 1 0,-1 0 0,7 6 0,1 4 0,5 1 0,0 3 0,1-2 0,5-6 0,6-4 0,5-2 0,6 0 0,9-7 0,8-5 0,3-5 0,-3-5 0,-4-5 0,4-7 0,-11-6 0,-6 0 0,-4 2 0,-4 8 0,-3 1 0,-7-1 0,-3 5 0,-2 8 0,-5 17 0,-3 14 0,-2 7 0,1 12 0,-3 7 0,5 14 0,7-1 0,0 9 0,0 9 0,0-8 0,0 6 0,5-12 0,1 1 0,6-6 0,-7-6 0,1-12 0,-6-13 0,-2-7 0,-4-8 0,3-12 0,-9-5 0,6-4 0,-5-2 0,-1-2 0,-5-4 0,6-5 0,-1-12 0,8-4 0,-1-7 0,3-10 0,2-8 0,0-9 0,0-13 0,0-6 0,7-5 0,3-1 0</inkml:trace>
  <inkml:trace contextRef="#ctx0" brushRef="#br0" timeOffset="18">21717 13273 8912,'10'-8'0,"-1"5"0,-3-9 0,-2 6 0,8-5 0,1 7 0,10-2 0,-2 5 0,8 2 0,1 7 0,3 9 0,1 10 0,0 13 0,-1 2 0,-4 4 0,-4 4 0,-8-4 0,-2 1 0,-4-1 0,3 2 0,-8-8 0,-3-8 0,-8-9 0,3-9 0,-6-5 0,0-1 0,1-10 0,-5-9 0,5-12 0,7-6 0,0-11 0,0-6 0,2-6 0,3-5 0,5 2 0,7-8 0,2 2 0,4-2 0,-2 3 0,10 11 0,3 3 0,4 6 0,5 5 0,-3 7 0,-6 10 0,1 13 0,-3 3 0,-9 2 0,0 9 0,-6 9 0,-7 6 0,-5 11 0,-3 5 0,-4 0 0,-3-2 0,-7-1 0,-5-9 0,-6 1 0,4-2 0,-4 1 0,6 3 0,5-8 0,-3 0 0,13-6 0,-2-2 0,8-3 0,11-5 0,8-7 0,14-2 0,-3-3 0,10-7 0,-4-11 0,6 2 0,-6-7 0,0 1 0,-5-2 0,-3-7 0,-3 5 0,-8 1 0,-8-3 0,-5 1 0,-8-3 0,0 7 0,0-1 0,-13 8 0,-4-2 0,-12 4 0,0 2 0,2 7 0,-1 5 0,-1 3 0,-5 2 0,1 13 0,3 6 0,3 8 0,2 9 0,2 8 0,6 13 0,7-1 0,4 7 0,5-2 0,1 2 0,15 2 0,8-8 0,15-5 0,8-10 0,4-6 0,1-9 0,1-14 0,-1-7 0,1-4 0,0-2 0,-6-15 0,0-8 0,-6-10 0,6-7 0,-8 2 0,2-8 0,-6 2 0,-5-2 0,-6-3 0,-10 5 0,-3-4 0,-2-4 0,-3 10 0,-5-9 0,-7 5 0,-5 0 0,-3 6 0,-2 11 0,-6 12 0,-2 11 0,0 6 0,0 6 0,-5 13 0,1 16 0,4 3 0,2 13 0,4-3 0,2 9 0,7 3 0,4-3 0,8 0 0,10-5 0,11-10 0,21-8 0,11-9 0,10-6 0,8-9 0,13-5 0,0-12-310,0-10 0,2-10 310,-42 8 0,0-2 0,0 0 0,0 0 0,1-4 0,1 0 0,-2 0 0,0-1 0,0-2 0,0 0 0</inkml:trace>
  <inkml:trace contextRef="#ctx0" brushRef="#br0" timeOffset="19">15557 8339 8912,'-12'-18'0,"1"1"0,-3 0 0,-1 2 0,-2 3 0,0 7 0,-1 3 0,1 2 0,-2 9 0,-4 8 0,-4 10 0,1 6 0,-5 9 0,6 5 0,0 9 0,0 7 0,2-2 0,8 2 0,4 2 0,5 2 0,4 7 0,2-1 0,2-6 0,4-8 0,11-13 0,12-6 0,5-11 0,4-8 0,4-8 0,2-7 0,-4-6 0,6-6 0,-7-11 0,3-10 0,-8-7 0</inkml:trace>
  <inkml:trace contextRef="#ctx0" brushRef="#br0" timeOffset="20">15884 8665 8912,'-35'0'0,"1"0"0,5 0 0,2 2 0,2 4 0,4 5 0,0 7 0,-2 5 0,10 3 0,-4 9 0,11 7 0,2 2 0,8 2 0,8-1 0,5-8 0,6-3 0,9-7 0,8-10 0,8-2 0,-2-3 0,-4-5 0,-2-7 0,-9-9 0,-2-8 0,-8-2 0,2-10 0,-6-4 0,-6-5 0,-3 2 0,-8-4 0,-8-2 0,-3 2 0,-14 0 0,-9 5 0,-3 3 0,-9 3 0,6 0 0,-6 12 0,10-2 0,0 13 0,5 2 0,12 10 0,2 6 0,11 9 0,17 2 0,10 5 0,20-5 0,-5 0 0,21-6 0,-3 1 0</inkml:trace>
  <inkml:trace contextRef="#ctx0" brushRef="#br0" timeOffset="21">16176 8769 8912,'-9'-18'0,"-5"7"0,8-1 0,1 7 0,5-7 0,2 8 0,3-1 0,7 3 0,3 4 0,2 3 0,1 7 0,-1 11 0,2-2 0,4 7 0,-4 1 0,4 5 0,-10 1 0,-1-1 0,-6 1 0,3-3 0,-1-1 0,-4-3 0,-3-7 0,-1 2 0,0-4 0,-7-9 0,-5-4 0,-1-6 0,1-6 0,-1-11 0,7-12 0,1-11 0,5-6 0,2-4 0,3-1 0,7-3 0,11-3 0,3 5 0,9 1 0,5 1 0,0 10 0,8 8 0,-2 9 0,-4 6 0,-2 5 0,-5 4 0,-7 8 0,5-7 0,-7-3 0</inkml:trace>
  <inkml:trace contextRef="#ctx0" brushRef="#br0" timeOffset="22">16641 8046 8912,'-10'0'0,"4"4"0,12 8 0,6 11 0,11 9 0,5 8 0,11 10 0,3 9 0,0 4 0,0 8 0,-2-1 0,-6 11 0,-9-7 0,-8 6 0,-7-5 0,-12 3 0,-6-1 0,-9-5 0,-15-3 0,-14-6 0,-10 2-206,-1-8 1,-6 1 205,6-7 0,-1-7 0,5-2 0,-1-7 0,2-1 0,5 0 0</inkml:trace>
  <inkml:trace contextRef="#ctx0" brushRef="#br0" timeOffset="23">13113 8614 8912,'0'-27'0,"0"2"0,0 8 0,0 0 0,0 0 0,0-1 0,-2 3 0,-4 4 0,-5 3 0,-14 8 0,-9 0 0,-10 0 0,-14 2 0,-7 4 0,-9 7 0,-12 8 0,39-11 0,-2 1 0,-6 3 0,-3 1 0,-5 0 0,-2 0 0,-8 1 0,-1 1 0,-3 1 0,-1 0-123,-5 2 1,0 0-1,-2-1 1,-1 0-1,-4 4 1,-1 0-1,28-7 1,-1 0 0,0 0 122,-2 0 0,0 0 0,1 2 0,2 0 0,1 2 0,-1-1-307,0 0 0,0 0 0,0 0 1,-26 13-1,2-1 307,0-2 0,2 0 0,8 2 0,3 1 0,4-4 0,2 1 0,9 0 0,2-1 0,2-2 0,3 0 0,5-1 0,4 1-112,-34 26 1,16 2 111,9 3 0,16-2 0,13 8 0,12 6 0,5 6 0,4 9 0,2 2 0,0 0 0,0 5 0,2-42 0,2 0 0,-1 3 0,1 1 0,1 5 0,0 2 0,2 5 0,-1 0 0,-1 0 0,0 0-242,1 0 1,-1 2 0,-2 5 0,0 3 241,3 4 0,0 2 0,-4 8 0,-1 2 0,2 0 0,0 1 0,-2 4 0,0-1 0,0-2 0,0 0 0,1 3 0,0 1 0,-1-31 0,1 1 0,1 0 0,0 2 0,1 1 0,0-1 0,-2 0 0,-1 0 0,2 0 0,1-1 0,1 0 0,-1 0-98,0-3 0,0 0 0,0 0 0,0 1 0,1 0 0,-1 1 98,0 1 0,-1 1 0,1 0 0,1-1 0,1 0 0,-1 0 0,-1 0 0,-1-1 0,1-1 0,3 29 0,2-3 83,-1-5 1,1-2-1,-1-2 1,1-2 0,-1-4-1,1-1 1,0-2-1,1-1-83,1-3 0,1-2 0,1-9 0,1-3 0,2-7 0,2-1 0,3-3 0,2-2 0,29 37 0,2-2-69,9-15 0,5-3 69,7-26 0,-27-15 0,3-4 0,5-4 0,1-4 0,10-2 0,2-1 0,7-1 0,1-2 0,3-2 0,1-2 0,-1-2 0,0-1 0,6-3 0,0-1-56,6-7 0,0-1 0,-1 1 0,0 0 56,-5 0 0,0-1 0,-1-1 0,0-2 0,-7 2 0,-1-2 0,-2-2 0,1 0 0,0 3 0,-1 0 0,-6 1 0,-1 0 205,-2 0 1,-2 2 0,-4 3-1,-3 1-205,-5 1 0,-1 1 0,41-8 265,-17 2 1,-18 1-266,-23 5 0,-16 3 196,-18 8 1,-2 0-197,-10 0 379,8 0 1,-11 0-1,6 0 1</inkml:trace>
  <inkml:trace contextRef="#ctx0" brushRef="#br0" timeOffset="24">25142 12723 8912,'0'-17'0,"-8"5"0,-3 1 0,-5-3 0,-1 7 0,0 1 0,7 6 0,5 6 0,3 5 0,2 6 0,0 4 0,2 4 0,3 2 0,-1 0 0,6 3 0,-1-3 0,1-2 0,-4 4 0,3-6 0,1-2 0,-1-2 0,-5-2 0,6-2 0,-6-2 0,1-1 0,1-8 0,-6 3 0,0-14 0,0-5 0,0-3 0,0 4 0,0-1 0,0 6 0,0-5 0,0 7 0,0-11 0,0 13 0,0-8 0,0 5 0,0 3 0,0-6 0,0 8 0,0 0 0,0 0 0</inkml:trace>
  <inkml:trace contextRef="#ctx0" brushRef="#br0" timeOffset="25">25193 12895 8912,'-9'9'0,"-4"1"0,5-6 0,-2 2 0,7-1 0,-5-5 0,10 0 0,4 0 0,-5 0 0,7 0 0</inkml:trace>
  <inkml:trace contextRef="#ctx0" brushRef="#br0" timeOffset="26">25262 12809 8912,'0'-17'0,"0"0"0,0-1 0,-5 1 0,-1 0 0,-6 5 0,7 1 0,-7 5 0,5-3 0,-3 1 0,-3 4 0,-3 12 0,-1 9 0,0 10 0,0 13 0,5-2 0,1 8 0,7 0 0,-2 5 0,4-1 0,2-4 0,0-4 0,0-8 0,10-3 0,7-8 0,2-2 0,10-15 0,1-4 0,11-14 0,-5-9 0,4-19 0,-4 2 0,-1-8 0,-8 0 0,-4-6 0,-12 3 0,-5 1 0,-8 4 0,-10 2 0,-1 2 0,-16 6 0,1 7 0,-7 4 0,-3 11 0,4 7 0,-3 5 0,14 5 0,0 11 0,8 9 0,4 1 0,5 5 0,6 1 0,6 3 0,11-9 0,9-1 0</inkml:trace>
  <inkml:trace contextRef="#ctx0" brushRef="#br0" timeOffset="27">26037 12293 8912,'-23'-23'0,"0"-2"0,2 1 0,2-1 0,1 2 0,1 6 0,0 1 0,0 5 0,5 7 0,1 15 0,7 10 0,-2 20 0,4 4 0,2 13 0,-1 3 0,-5 8 0,4-1 0,-4 1 0,4 0 0,2 0 0,0 0 0,2-3 0,2-3 0,2-5 0,5-7 0,-5-5 0,0-4 0,-6-7 0,0-9 0,7-1 0,3-8 0</inkml:trace>
  <inkml:trace contextRef="#ctx0" brushRef="#br0" timeOffset="28">25727 12860 8912,'-25'-7'0,"6"-3"0,-4-7 0,12 6 0,3 1 0,0 2 0,14 1 0,0 1 0,15 4 0,7-4 0,20-3 0,10-3 0,14 3 0,9-3 0,5 1-800,5-6 800,-3 0 0,-37 8 0,0 0 0,44-8 0</inkml:trace>
  <inkml:trace contextRef="#ctx0" brushRef="#br0" timeOffset="29">28033 11984 8912,'-25'-44'0,"6"4"0,-4 11 0,-2-4 0,-2 5 0,-1-3 0,-3 3 0,-5 8 0,7 9 0,-1 7 0,1-2 0,-2 6 0,8 6 0,-5 11 0,3 12 0,0 5 0,0 7 0,4 2 0,10 9 0,-3 5 0,8 1 0,1 7 0,5-2 0,0 4 0,0 1 0,0-5 0,0 0 0,2 0 0,3 6 0,5-8 0,7-3 0,-5-7 0,-1-5 0,-1 2 0,1-8 0,-3-2 0,-8-9 0,0-6 0,0-4 0,-16-10 0,-3-1 0</inkml:trace>
  <inkml:trace contextRef="#ctx0" brushRef="#br0" timeOffset="30">27259 12878 8912,'-6'-12'0,"-2"1"0,-1-3 0,5-1 0,-4-2 0,8 0 0,8 1 0,5 3 0,8 2 0,8-3 0,13-1 0,10-2 0,1 0 0,10-1 0,6 1 0,6 0 0,11 5-128,-6 1 1,-7 5 127,-16-5 0,-3 7 0,-11-11 0,0 5 0</inkml:trace>
  <inkml:trace contextRef="#ctx0" brushRef="#br0" timeOffset="31">28239 12551 8912,'8'10'0,"-6"-1"0,4-3 0,-4-2 0,-2 7 0,0 1 0,0 5 0,0 0 0,0 0 0,0 6 0,0 0 0,0 6 0,0-5 0,0 1 0,0 0 0,0-2 0,0-6 0,7 0 0,5 1 0,3-9 0,2-3 0,8-4 0,2-2 0</inkml:trace>
  <inkml:trace contextRef="#ctx0" brushRef="#br0" timeOffset="32">28412 12138 8912,'-33'8'0,"10"-6"0,-11 4 0,3 1 0,-3-1 0,7 5 0,6-3 0,7 2 0,9 3 0,3-3 0,2 1 0,4-1 0,7 1 0,8-3 0,16-8 0,5 0 0,0 0 0,0-2 0,-5-4 0,-9-3 0,-3-9 0,-4-1 0,-1-4 0,-9 4 0,-3-4 0,-4 2 0,-2-2 0,-2 4 0,-4-4 0,-5 4 0,-10 4 0,-4 2 0,-2 1 0,6 8 0,-2-1 0,10 3 0,1 2 0,8 0 0,12 7 0,11 3 0</inkml:trace>
  <inkml:trace contextRef="#ctx0" brushRef="#br0" timeOffset="33">29083 11605 8912,'0'-34'0,"0"-4"0,0 3 0,0 5 0,-8 22 0,-3 8 0,-5 19 0,-1 21 0,-6 8 0,0 21 0,-6 9 0,7 14 0,12-43 0,2-1 0,-1 46 0,1 2 0,6-47 0,0 1 0,1 0 0,0 1-150,1 1 1,0-1 0,2 43 149,4-8 0,9-8 0,8-9 0,14-10 0,-3-7 0,6-18 0,0-17 0,2-1 0,4-11 0,8 1 0,-8-6 0,5-8 0,-11-3 0,-5-6 0,-6-6 0,1-6 0,3-3 0</inkml:trace>
  <inkml:trace contextRef="#ctx0" brushRef="#br0" timeOffset="34">29048 12431 8912,'-44'7'0,"4"1"0,11 3 0,12-3 0,10-8 0,24 0 0,13 0 0,18-2 0,13-4 0,14-3 0,5-8 0,2-1-633,-1 1 633,-5-8 0,-7-1 0,0-9 0</inkml:trace>
  <inkml:trace contextRef="#ctx0" brushRef="#br0" timeOffset="35">30666 11313 8912,'25'-44'0,"1"2"0,9 8 0,7 1 0,2 7 0,-2 6 0,-8 7 0,1 11 0,-6 2 0,-5 10 0,-1 13 0,-4 3 0,-1 9 0,-3 7 0,-4 4 0,-5 5 0,-4 7 0,-2-5 0,0 4 0,0-3 0,0-3 0,-2 3 0,-4 3 0,-1 2 0,-5 4 0,-9-1 0,4-5 0,-6-2 0,0 8 0,4-7 0,-4 1 0,4-3 0,2-3 0,7 1 0,-5-1 0,5 1 0</inkml:trace>
  <inkml:trace contextRef="#ctx0" brushRef="#br0" timeOffset="36">31027 12929 8912,'-34'0'0,"5"6"0,0 0 0,3 7 0,-3-1 0,6 3 0,12 2 0,5 0 0,4 0 0,4 1 0,4-1 0,5-6 0,12 1 0,4-8 0,7 1 0,6-3 0,1-2 0,-7-2 0,-5-3 0,-8-5 0,2-7 0,-6 0 0,-6-1 0,-3-1 0,-8-4 0,-2 2 0,-4-5 0,-7-1 0,-8 0 0,2 6 0,-4-2 0,2 4 0,-2 2 0,9 0 0,-3 0 0,11-1 0,1 1 0,3 8 0,2-14 0,0 4 0</inkml:trace>
  <inkml:trace contextRef="#ctx0" brushRef="#br0" timeOffset="37">31062 8923 8912,'-18'-7'0,"3"-5"0,4-3 0,7-2 0,17 1 0,16 5 0,21 1 0,18 5 0,19 1 0,-37-2 0,3 0 0,3 3 0,2 1 0,7-4 0,2 0 0,5 0 0,2 1-486,3 0 1,3 0 0,3 0 0,2 1 485,1 0 0,0 2 0,-2 1 0,-2 0 0,-7-2 0,-1 0 0,-1 5 0,-2 2 0,-4 2 0,-2 1 0,-4 3 0,-2 1 53,-5 3 1,-3 1 0,32 19-54,-32 6 0,-14-1 0,-15 7 0,-2 5 0,-5 10 0,-4 6 0,-5 10 0,-4 12 0,-2 9 0,-1-38 0,0 2 0,-1 3 0,-2 2 0,0 2 0,-1 1-284,0 3 1,0-1 0,-2 3 0,1-1 283,2 6 0,2 1 0,-1 3 0,0 0 0,3 2 0,0 0 0,0-1 0,0-2 0,0-5 0,0-1 0,0 3 0,0 0 0,0 0 0,0 1 0,3 4 0,0 0 0,0-5 0,0 0 0,0 6 0,0 0 0,-3-5 0,0-1 0,-4 3 0,0 0 0,-1 0 0,-2 0 0,-2 3 0,-3 0 0,2-5 0,-3-2 0,-1-3 0,-2-3 0,3-10 0,-1-1 0,0-3 0,-1 0 0,2-2 0,0-1 0,1 0 0,-1-1 0,-2-4 0,-1-1 0,-11 38 0,-7-8 0,-8-7 450,-4 1 0,-6-13-450,-5-9 0,0-1 0,-12-5 0,0-4 0,-17-2 0,8-5 0,-14-7 0,41-12 0,-1-1-44,-10-3 0,-3-1 1,-4 2-1,-3-1 1,-8-2-1,-3-1 0,-1 1 1,-2-1 43,0-1 0,-2-1 0,-2-3 0,-1 0-319,-4 2 0,0-1 0,5-2 1,1 0 318,4 3 0,3-1 0,11-2 0,3 0 0,3 2 0,3 2 0,-27 4 0,31 6 0,16 4 0,19-3 0,8-5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1:46:05.183"/>
    </inkml:context>
    <inkml:brush xml:id="br0">
      <inkml:brushProperty name="width" value="0.05292" units="cm"/>
      <inkml:brushProperty name="height" value="0.05292" units="cm"/>
      <inkml:brushProperty name="color" value="#FF8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6901 928 8912,'-27'0'0,"2"0"0,2 0 0,-2 2 0,0 4 0,1 6 0,-1 18 0,4 10 0,0 12 0,5 11 0,1 8 0,9 14 0,2 1 0,3 0 0,10-7 0,6-5 0,10-5 0,8-6 0,-3-13 0,11-16 0,2-9 0,3-14 0,4-5 0,2-4 0,-1-17 0,1-10 0,0-9 0,-1-7 0,-5-12 0,0 1 0,-10-9 0,-1 4 0,-8-2 0,-12 3 0,-2-5 0,-1-6 0,-10 8 0,-2-10 0,-12 6 0,-17 0 0,-1 4 0,-16 7 0,2 16 0,-4 9 0,2 12 0,-2 9 0,5 8 0,-3 10 0,13 1 0,-1 16 0,13-6 0,3 5 0,3 1 0,9 5 0,3-1 0,8-4 0,7 1 0,11-7 0,-4 0 0,13-6 0,-5 0 0</inkml:trace>
  <inkml:trace contextRef="#ctx0" brushRef="#br0" timeOffset="1">6677 1547 8912,'0'18'0,"0"-1"0,2-2 0,4-3 0,5-5 0,12-7 0,4-7 0,11-5 0,6-5 0,8-6 0,15 2 0,-2-6 0,0 0 0,2 1 0,-8 5 0,-2-2 0,-7 6 0,-10 5 0,-9 3 0,-20 3 0,4 4 0,-15-6 0,0 8 0,-9 0 0,-6 8 0,-3 1 0,7 9 0,-1-1 0,9-8 0,-5-1 0</inkml:trace>
  <inkml:trace contextRef="#ctx0" brushRef="#br0" timeOffset="2">7761 1754 8912,'-11'0'0,"-1"0"0,-1 0 0,-3 0 0,-1 0 0,0 0 0,0 2 0,0 3 0,-1 7 0,1 3 0,8 4 0,3 4 0,4-2 0,2 8 0,0 1 0,0 3 0,8-5 0,3-1 0,6-2 0,6-4 0,-2-2 0,8-2 0,-6-7 0,4-4 0,-1-4 0,1-2 0,-4-8 0,6-4 0,-8-5 0,2-6 0,-10 2 0,-1-7 0,-8-1 0,1-5 0,-5-1 0,-5 1 0,-5 1 0,-7 3 0,-2 3 0,-4 2 0,2 2 0,-6 8 0,2 2 0,4 1 0,2 3 0,2-3 0,-1-11 0,1 4 0</inkml:trace>
  <inkml:trace contextRef="#ctx0" brushRef="#br0" timeOffset="3">7985 499 8912,'-15'-18'0,"3"1"0,4 2 0,3 2 0,-1 1 0,0 10 0,6 2 0,0 10 0,0 13 0,0 5 0,2 11 0,4 1 0,-4 5 0,5-4 0,-1-1 0,0 2 0,2-4 0,-5 6 0,3-2 0,-2-4 0,0-2 0,0-1 0,1-3 0,-1-3 0,0-4 0,2-8 0,-4-7 0,13-3 0,-6-7 0</inkml:trace>
  <inkml:trace contextRef="#ctx0" brushRef="#br0" timeOffset="4">8140 636 8912,'-2'-9'0,"-4"5"0,-4 8 0,1 7 0,-6 4 0,3 4 0,-3 2 0,-2 2 0,-1 8 0,1-2 0,6 3 0,1 2 0,3-1 0,3-4 0,2 1 0,2-7 0,2 0 0,3-6 0,7-5 0,11-1 0,-2-7 0,8 2 0,-1-4 0,7-2 0,-7-2 0,1-4 0,0-4 0,5-7 0</inkml:trace>
  <inkml:trace contextRef="#ctx0" brushRef="#br0" timeOffset="5">8570 1599 8912,'-6'17'0,"-1"0"0,-1 1 0,0-1 0,-5 0 0,1 0 0,-3 2 0,-2 4 0,5-2 0,1 8 0,-1-1 0,3-1 0,-4 0 0,7-6 0,2 4 0,2 2 0,2-6 0,0 1 0,2-4 0,4-7 0,3 4 0,16-13 0,2 6 0</inkml:trace>
  <inkml:trace contextRef="#ctx0" brushRef="#br0" timeOffset="6">8897 1204 8912,'-17'-8'0,"5"8"0,1 0 0,5 15 0,-4 16 0,3 5 0,3 4 0,2 10 0,2 1 0,2 3 0,4 9 0,3-8 0,8 3 0,3-7 0,1-7 0,3-8 0,3-5 0,2-18 0,5-1 0,-1-10 0,-4-8 0,5-11 0,0-12 0,-1-5 0,1-6 0,1-2 0,-7-4 0,-3-4 0,-2 4 0,-6-3 0,-5-3 0,-4 6 0,-8 0 0,-8-5 0,-4-7 0,-11 3 0,-7 7 0,-6 4 0,-5 2 0,-5 6 0,6 13 0,0 8 0,6 15 0,5 4 0,0 7 0,1 12 0,1 8 0,2 5 0,8 4 0,0-4 0,-1 14 0,1-6 0</inkml:trace>
  <inkml:trace contextRef="#ctx0" brushRef="#br0" timeOffset="7">8656 1633 8912,'-17'18'0,"7"-9"0,12-3 0,15-12 0,8 2 0,12-7 0,1-3 0,2-1 0,8-2 0,-2 0 0,5 0 0,7-1 0,-3 7 0,8-1-548,0 1 0,-2-14 1,-1-2-1</inkml:trace>
  <inkml:trace contextRef="#ctx0" brushRef="#br0" timeOffset="8">9620 1582 8912,'-10'17'0,"2"0"0,8 0 0,0 6 0,0 2 0,0 2 0,0 3 0,0 3 0,0 1 0,0-1 0,2-3 0,2-1 0,2 2 0,2-7 0,-3-1 0,-3 4 0,8-8 0,-4 4 0,-5-11 0,7-5 0,-8-14 0,0-3 0</inkml:trace>
  <inkml:trace contextRef="#ctx0" brushRef="#br0" timeOffset="9">9775 464 8912,'0'-17'0,"0"0"0,0 7 0,0 5 0,0 10 0,0 5 0,0 9 0,0 4 0,0 6 0,0 9 0,0 2 0,1 2 0,5-2 0,-4-4 0,4 4 0,-4-1 0,-2-1 0,2 2 0,3-2 0,-3-2 0,4-1 0,-4-8 0,-2-5 0,0-2 0,0-3 0,0-8 0,0-1 0,0-12 0,2-7 0,4-12 0,-4-8 0,5-3 0</inkml:trace>
  <inkml:trace contextRef="#ctx0" brushRef="#br0" timeOffset="10">10170 533 8912,'-11'0'0,"-1"0"0,1 8 0,-8 3 0,-4 6 0,-6 6 0,-9 4 0,-2 7 0,0 1 0,7-1 0,4 0 0,6 1 0,6-3 0,6-3 0,3-4 0,8-8 0,10-2 0,9-3 0,13-6 0,12-5 0,6-8 0,2-5 0,-1-3 0,1-2 0,-2 0 0,-4-1 0,-1-1 0,-10-4 0,3-3 0,-11-9 0</inkml:trace>
  <inkml:trace contextRef="#ctx0" brushRef="#br0" timeOffset="11">8776 774 8912,'-9'-8'0,"-5"-2"0,9-7 0,1 0 0,2 0 0,4 0 0,4 0 0,5-3 0,4-2 0,8-3 0,2-6 0,2 2 0,4-1 0,-1-1 0,1 1 0,-4 3 0,-3 2 0,-1 10 0,-5 9 0,-1 4 0,-2 6 0,-3 8 0,3 1 0,-6 16 0,3 3 0,-1 6 0,1-3 0,3 1 0,-2-6 0,-1 1 0,-1-4 0,7 1 0,-1-5 0,0 6 0,-2-14 0,-1 1 0,-3-7 0,8 5 0,8-5 0</inkml:trace>
  <inkml:trace contextRef="#ctx0" brushRef="#br0" timeOffset="12">6608 808 8912,'-11'12'0,"-1"-3"0,-1-1 0,-2-3 0,5-12 0,4-5 0,4-3 0,4-8 0,4 0 0,5 0 0,5-2 0,1-1 0,0-9 0,0 7 0,1-1 0,1-2 0,4-1 0,-8 5 0,8 4 0,-14 10 0,9 1 0,1 9 0,4 1 0,0 11 0,1 14 0,-2 10 0,6 7 0,1 4 0,5 7 0,6 1 0,1-1 0,14-1-136,2-4 1,16-4 0,5-8 0</inkml:trace>
  <inkml:trace contextRef="#ctx0" brushRef="#br0" timeOffset="13">11323 1238 8912,'0'-19'0,"-2"-2"0,-1-4 0,-5 0 0,0 0 0,-1 4 0,-1 2 0,-1 2 0,-8 2 0,-2 3 0,-2 6 0,0 6 0,-2 6 0,4 13 0,-6 16 0,2 9 0,4 5 0,2 9 0,2 1 0,1 0 0,5 0 0,3-3 0,8-10 0,0 1 0,0-7 0,2-3 0,4-7 0,4-13 0,7-11 0,6-6 0,0-6 0,5-5 0,-5-12 0,2-9 0,-2-8 0,-4-6 0,4 4 0,-6 0 0,-5 0 0,1-6 0,-7 2 0,0 4 0,-6 2 0,5 4 0,1 1 0,0 14 0,-6 4 0,0 11 0,0 0 0,0 12 0,0 6 0,0 11 0,0 7 0,0 8 0,2-1 0,4 3 0,5-4 0,12-2 0,-2-5 0,8 0 0,-3-10 0,5 0 0,-2-8 0,1-3 0,-3-2 0,2-6 0,-8-8 0,2-3 0,-6-10 0,-6-2 0,-3 0 0,0-2 0,-6 0 0,3-3 0,-3-3 0,-2 8 0,0 0 0,0 6 0,0 0 0,0 7 0,0 4 0,0 12 0,6 4 0,0 7 0,7 0 0,-1 0 0,3-1 0,2-5 0,0 2 0,1-7 0,4 0 0,1-6 0,0 0 0,2 0 0,-6-2 0,4-4 0,-2-3 0,2-9 0,-9 1 0,3 0 0,-6 0 0,1 0 0,-5 0 0,-7-1 0,-1 1 0,-5 2 0,-6 3 0,-3 5 0,-2 7 0,0 7 0,-1 5 0,7 5 0,-1 6 0,9-2 0,-3 8 0,4 1 0,2 3 0,2-5 0,4 1 0,5-6 0,12 6 0,6-10 0,11-2 0,4-2 0,9-9 0,5-2 0,5-2 0,-4-4 0,-2-4 0,-3-11 0,-10-10 0,-2-7 0</inkml:trace>
  <inkml:trace contextRef="#ctx0" brushRef="#br0" timeOffset="14">12648 1032 8912,'-26'0'0,"-5"0"0,8 0 0,0 9 0,6 6 0,0 8 0,-1 4 0,9 2 0,3 5 0,4 2 0,2 5 0,2-7 0,6 2 0,7-7 0,6-4 0,10-4 0,-3-10 0,3-3 0,-2-8 0,3-2 0,-3-4 0,2-5 0,-3-10 0,-5-4 0,-4-2 0,-9-2 0,-4-5 0,1 0 0,-1-1 0,-8 1 0,-9 0 0,-7 5 0,-5 0 0,-1 8 0,-7-2 0,4 6 0,2 6 0,-3 3 0,5 8 0,2 8 0,9 3 0,-1 4 0,7 3 0,0-1 0,14 0 0,2 0 0</inkml:trace>
  <inkml:trace contextRef="#ctx0" brushRef="#br0" timeOffset="15">13233 1032 8912,'-7'-18'0,"5"9"0,-6-1 0,8 5 0,-5 5 0,-1 0 0,0 9 0,6 14 0,0 6 0,0 11 0,0 6 0,0 3 0,0 3 0,0-1 0,0 1 0,0 0 0,0-1 0,0 1 0,6-8 0,0-4 0,5-4 0,-3-1 0,-1-3 0,1-3 0,-2-12 0,-4-11 0,3-12 0,-3-11 0,6-18 0,-8-9 0</inkml:trace>
  <inkml:trace contextRef="#ctx0" brushRef="#br0" timeOffset="16">13165 1066 8912,'0'-34'0,"0"5"0,0 0 0,0 8 0,0-2 0,7 10 0,5 3 0,3 3 0,2 3 0,6 2 0,0 2 0,8 8 0,-3 3 0,5 4 0,1 3 0,-1-7 0,-4 1 0,1-1 0,-7 6 0,-4 0 0,-5 1 0,-1-1 0,-7 0 0,-2 2 0,-10 4 0,-4-4 0,-9 6 0,-2-2 0,-2 0 0,-6 0 0,7-6 0,-3 0 0,2 0 0,4-1 0,-4-5 0,4 4 0,1-5 0</inkml:trace>
  <inkml:trace contextRef="#ctx0" brushRef="#br0" timeOffset="17">13715 688 8912,'-17'0'0,"0"0"0,5 0 0,1 0 0,7 13 0,-2 4 0,4 14 0,2 1 0,0 8 0,0 4 0,0 8 0,0 5 0,8 1 0,4-7 0,3 1 0,2-1 0,-5-9 0,-1-7 0,2-10 0,3-6 0,-5-4 0,1-4 0,-1-3 0,6-8 0,-5-8 0,-1-3 0,1-12 0,5-6 0,-2 3 0,-1-3 0,-3-2 0,3-1 0,-5 3 0,3 1 0,-7 7 0,7-2 0,-8 9 0,1 3 0,-3 7 0,-2-2 0,0 12 0,0 7 0,0 8 0,0 0 0,0 8 0,0-6 0,0 6 0,2-6 0,4 5 0,-4-7 0,4 2 0,-5-4 0,-1-2 0,8-7 0,4-4 0,3-4 0,2-18 0,0-3 0</inkml:trace>
  <inkml:trace contextRef="#ctx0" brushRef="#br0" timeOffset="18">13991 705 8912,'-18'-10'0,"7"-5"0,-1 4 0,9 3 0,-5-7 0,8 13 0,2 0 0,4 8 0,3 1 0,8-1 0,1-4 0,-1 13 0,0-5 0</inkml:trace>
  <inkml:trace contextRef="#ctx0" brushRef="#br0" timeOffset="19">13457 1221 8912,'0'-17'0,"2"-1"0,4 1 0,5 0 0,12-6 0,6 0 0,17-2 0,9 2 0,8-3 0,8-1 0,2-4 0,-4 8 0,-8-7 0,-2 3 0</inkml:trace>
  <inkml:trace contextRef="#ctx0" brushRef="#br0" timeOffset="20">14404 860 8912,'-8'17'0,"4"-2"0,-7-1 0,-3-3 0,1-5 0,1 5 0,-1-5 0,7 5 0,-1 3 0,3 7 0,-2 2 0,2-2 0,2 4 0,2-3 0,0 7 0,0-6 0,0 6 0,0-6 0,0 0 0,0-6 0,0 0 0,0 0 0,2-7 0,4-5 0,-4-3 0,6-4 0,-8-3 0,0-7 0,0-11 0,0 2 0,0-7 0,2-7 0,3-5 0,-1-6 0,8 6 0,-7-6 0,7 6 0,-1 2 0,-1 2 0,5 9 0,-3 4 0,-3 4 0,3 2 0,-1 7 0,6 4 0,0 12 0,1 6 0,-7 11 0,1 5 0,-3 5 0,5 1 0,-5 0 0,-1 1 0,-2-1 0,-6 1 0,5-9 0,1-3 0,0-4 0,-6-1 0,0-1 0,0-8 0,0-3 0,0-12 0,7-9 0,5-8 0,3-7 0,2 1 0,2-2 0,4 3 0,-3-3 0,3 8 0,-4 2 0,-2 10 0,0-3 0,0 9 0,0 1 0,1 2 0,-3 4 0,-4 3 0,5 5 0,-5 7 0,5 6 0,1 0 0,0 0 0,0-6 0,6-2 0,2-3 0,2-6 0,3-4 0,1-2 0,-2 0 0,3-2 0,-3-4 0,-4-6 0,-2-10 0,-10 2 0,-2-2 0,-5-3 0,4 0 0,-3 0 0,-3 0 0,-10 2 0,-5 6 0,-4 2 0,-3 3 0,1 5 0,0 7 0,-2 0 0,-4 0 0,-2 4 0,-4 7 0,-1 2 0,7 14 0,0 0 0,-2 0 0,6-1 0,-4 3 0,10 2 0,1-9 0,8 1 0,-1-5 0,3-1 0,4-8 0,3-3 0,13-6 0,10-6 0,5-5 0,1-10 0,-1-4 0,-5-2 0,3 4 0,-8-5 0,0 7 0,-6-2 0,-2 4 0,-3 1 0,3 1 0,-13 0 0,6 8 0,-8 3 0,0 12 0,0 5 0,0 10 0,0 4 0,0 0 0,0 0 0,0 5 0,0-1 0,13 1 0,4-1 0,4-4 0,-3-8 0,6-6 0,5 1 0,-2-8 0,0 1 0,-1-5 0,1-5 0,0-12 0,2-12 0,1-6 0,-7-5 0,2 4 0,-2-4 0,-10-4 0,5-2 0,-7-4 0,0-1 0,-5-1 0,-4 1 0,-2-3 0,0-3 0,-2 5 0,-4 1 0,-1 9 0,-5 13 0,-3 12 0,7 11 0,-3 12 0,-4 13 0,3 15 0,3 16 0,-1 13 0,0 6 0,1 5 0,-1-3 0,-1 4 0,3-5-109,8-1 0,-6 0 109,1 0 0,-1-8 0,6-4 0,0-3 0,0-3 0,6-9 0,1-7 0,3-13 0,3-8 0,-5-7 0,3-7 0,1 0 0,7 0 0</inkml:trace>
  <inkml:trace contextRef="#ctx0" brushRef="#br0" timeOffset="21">16589 808 8912,'-17'0'0,"0"0"0,0 0 0,-3 2 0,-1 4 0,-2 5 0,2 4 0,2 10 0,2 6 0,0 5 0,0 4 0,7 8 0,4-2 0,6 2 0,6-3 0,4-2 0,9-11 0,4-3 0,5-6 0,5-12 0,-1-5 0,-1-4 0,-2-2 0,-1-4 0,7-8 0,-8-1 0,-6-16 0,-6-1 0,-4-3 0,-7-7 0,2 0 0,-6-8 0,-6 2 0,-3 3 0,-10-1 0,-3 2 0,0 3 0,-9 5 0,2 5 0,4 4 0,2 8 0,-1 8 0,1 3 0,5 4 0,7 2 0,7 2 0,-2 4 0,4-4 0,10 13 0,2-6 0</inkml:trace>
  <inkml:trace contextRef="#ctx0" brushRef="#br0" timeOffset="22">16985 756 8912,'0'-17'0,"0"6"0,0-1 0,2 9 0,4-3 0,-4 8 0,3 9 0,-3 3 0,-2 14 0,0 1 0,0 5 0,0 1 0,0-1 0,0 0 0,0 1 0,0-3 0,0-3 0,0-4 0,0-8 0,0 0 0,0-7 0,0-5 0,0-10 0,2-14 0,2-14 0,2-7 0,-3-4 0,5-2 0,-2-5 0,5 1 0,-5 4 0,7-4 0,-1 5 0,1 5 0,-1 5 0,1 8 0,-5 12 0,1 4 0,5 5 0,-5 6 0,3 6 0,-1 13 0,6 15 0,1 2 0,-1 10 0,0-2 0,0 2 0,1 2 0,-1-6 0,0 0 0,0 0 0,0-4 0,1-9 0,-1-1 0,0-10 0,8-5 0,-6-13 0,6 0 0</inkml:trace>
  <inkml:trace contextRef="#ctx0" brushRef="#br0" timeOffset="23">18086 774 8912,'0'-12'0,"0"1"0,0-5 0,0-3 0,0-4 0,0 2 0,0 2 0,6 8 0,0-1 0,0 16 0,-6 4 0,1 11 0,5 10 0,-4 5 0,6 6 0,-3 6 0,1 4 0,0-1 0,-4-1 0,2-4 0,1-2 0,3 4 0,-2-6 0,-4-2 0,5-9 0,-1-6 0,0-4 0,7-10 0,-3-1 0</inkml:trace>
  <inkml:trace contextRef="#ctx0" brushRef="#br0" timeOffset="24">18344 791 8912,'0'17'0,"-1"0"0,-3 0 0,-2 1 0,0-1 0,4 0 0,-3 2 0,-7 4 0,-3-2 0,-2 8 0,-1-6 0,1 5 0,-2-5 0,-2 4 0,-4-2 0,-2-4 0,6-4 0,-2-6 0,4 5 0,2-14 0,8 5 0,3-9 0,12-3 0,3-3 0,8-5 0,2 1 0,4-1 0,-2-2 0,8-3 0,-6 1 0,6 0 0,-3 2 0,3 3 0,2-3 0,-8 3 0,7 5 0,-3-8 0,7 5 0</inkml:trace>
  <inkml:trace contextRef="#ctx0" brushRef="#br0" timeOffset="25">18499 1066 8912,'8'10'0,"-6"-1"0,4-3 0,-4-4 0,-1 5 0,5-7 0,-2 0 0,7 0 0,3 0 0,1 0 0,2 0 0,1 0 0,-1 0 0,2-7 0,4-5 0,-2-3 0,8-2 0,-1-8 0,7-2 0</inkml:trace>
  <inkml:trace contextRef="#ctx0" brushRef="#br0" timeOffset="26">18947 550 8912,'-8'17'0,"6"8"0,-4 4 0,-1 3 0,1 3 0,0 7 0,6 4 0,0-2 0,0 1 0,0 3 0,0 2 0,6-6 0,0-4 0,5-10 0,-5-1 0,0-8 0,1 4 0,3-8 0</inkml:trace>
  <inkml:trace contextRef="#ctx0" brushRef="#br0" timeOffset="27">18740 946 8912,'10'-18'0,"-1"7"0,-3 0 0,4 5 0,9-4 0,4 1 0,5-1 0,11 4 0,1-5 0,8 5 0,-3-5 0,-1-1 0,0-5 0,-1 0 0,-5 0 0,-4-1 0,-5 1 0,-6 0 0,-12 0 0,5 0 0,-5 0 0,-3 7 0,-1-5 0,-14 13 0,-5-4 0,-1 14 0,1 9 0,3 2 0,3 10 0,2-1 0,-7 7 0,7-1 0,-2 0 0,-1-1 0,1-4 0,-6 3 0,7-3 0,-1-4 0,4-3 0,-2-2 0,-2-3 0,1-8 0,5-1 0,0-16 0,5-3 0,3-12 0,2-6 0,3 3 0,10-3 0,-4 8 0,4-2 0,-2 4 0,0 4 0,4 3 0,2 6 0,-4 4 0,5 2 0,-5 2 0,6 4 0,-6 4 0,6 7 0,-3-6 0,3 1 0,2-1 0,-8 6 0,7-7 0,5-2 0,9-8 0</inkml:trace>
  <inkml:trace contextRef="#ctx0" brushRef="#br0" timeOffset="28">20409 705 8912,'-17'0'0,"0"0"0,0 0 0,0 0 0,-1 0 0,1 6 0,0 1 0,0 3 0,0 3 0,-1 8 0,1 2 0,2 0 0,3 2 0,-1-4 0,7 8 0,1-8 0,5 2 0,0-4 0,0-2 0,1-2 0,5-3 0,6-5 0,11-7 0,-2-2 0,7-5 0,3-9 0,1-5 0,1-9 0,-4 1 0,1-9 0,-7-2 0,0-2 0,-6 2 0,4-4 0,-3-8 0,1-1 0,-14-5 0,1-1 0,-6-4 0,-2 6 0,-3 11 0,-5 4 0,-7 15 0,1 12 0,5 15 0,-4 17 0,5 19 0,-1 12 0,-1 8 0,6 8 0,-5 0 0,7-3 0,-2 2 0,4-6 0,2 6 0,0-4 0,0-1 0,8-3 0,4-15 0,3 0 0,2-5 0,8-11 0,4-6 0,5-9 0,4-11 0,4-3 0,2-7 0,-5-11 0,1-6 0,-4-5 0,-2-6 0,-7 4 0,-4-4 0,0 3 0,-4 5 0,-5 1 0,-5 3 0,-3 7 0,-6-2 0,-8 4 0,-3 1 0,-4 3 0,-3 4 0,-1 3 0,-4 8 0,2 0 0,-7 0 0,7 8 0,-2 3 0,-2 4 0,2 3 0,2-1 0,2 0 0,7-2 0,1-3 0,5 3 0,-6-4 0,9 5 0,-5-5 0,8 1 0,0-9 0,8 5 0,3-8 0,4 0 0,3 0 0,5-8 0,0-1 0,-1-3 0,3 1 0,-6 5 0,4-5 0,-4 7 0,-1-2 0,-7 4 0,1 2 0,-1 2 0,6 4 0,1 5 0,-9 10 0,-3 2 0,1 2 0,-1-2 0,2-2 0,-2 8 0,-3-8 0,9 2 0,-6-4 0,5-2 0,1-6 0,5 1 0,0-8 0,2 0 0,4-8 0,-4-21 0,6-11 0</inkml:trace>
  <inkml:trace contextRef="#ctx0" brushRef="#br0" timeOffset="29">21236 241 8912,'-10'0'0,"0"0"0,5 0 0,3 9 0,-4 8 0,4 8 0,2 10 0,0 7 0,2 5 0,2 7 0,2 3 0,-1 6 0,-5-5 0,6 5 0,0-6 0,0 0 0,-6-7 0,0-4 0,0-6 0,0-6 0,0-5 0,-8-6 0,-4-12 0,3-3 0,-3-8 0,-7-8 0,-8-1 0</inkml:trace>
  <inkml:trace contextRef="#ctx0" brushRef="#br0" timeOffset="30">20874 722 8912,'0'-17'0,"0"0"0,0 0 0,8 1 0,3 5 0,8-3 0,10 9 0,4-1 0,18 6 0,7 0 0,16 0 0,-3-2 0,3-4 0,-5 4 0,-4-5 0,-2-1 0,0-1 0,6-9 0</inkml:trace>
  <inkml:trace contextRef="#ctx0" brushRef="#br0" timeOffset="31">21649 585 8912,'-35'0'0,"3"0"0,3 0 0,-2 1 0,8 5 0,-5-2 0,5 7 0,-6 1 0,6 5 0,2 0 0,10 1 0,-3 4 0,8 1 0,1 0 0,5-6 0,0 1 0,0-1 0,0-6 0,2-1 0,3-2 0,7-5 0,-3-1 0,3-2 0,-1 0 0,7 0 0,-1-2 0,0-3 0,-6-7 0,1-9 0,1-2 0,3 2 0,-5-4 0,1 2 0,-3-5 0,3 5 0,1 0 0,-7 6 0,5 0 0,-5-1 0,2 9 0,-3 3 0,-3 4 0,8 4 0,-4 4 0,-5 5 0,5 12 0,4-2 0,-1 8 0,3 0 0,-1-3 0,6-1 0,6-8 0,2-1 0,-2-5 0,2 2 0,4-7 0,1 0 0,-7-6 0,8-10 0,-2-7 0,-5 0 0,-1-6 0,-4-4 0,-1-1 0,-7 1 0,1-2 0,-9 1 0,3-7 0,-4 8 0,-2 5 0,0 0 0,0 0 0,-2 8 0,-4-3 0,5 11 0,-7-1 0,8 9 0,0 3 0,0 5 0,0 9 0,0 4 0,0 6 0,0-3 0,0 3 0,0 0 0,2 3 0,2-1 0,1-3 0,1 1 0,-6 5 0,6-7 0,0-4 0,-1 2 0,-5-2 0,0 0 0,0-6 0,0-6 0,0 1 0,0-8 0,-2 3 0,-3-7 0,3-7 0,-4-5 0,12-11 0,3-4 0</inkml:trace>
  <inkml:trace contextRef="#ctx0" brushRef="#br0" timeOffset="32">22475 550 8912,'-25'0'0,"7"-2"0,1-3 0,0 3 0,15-6 0,-6 8 0,16 0 0,4 0 0,11 0 0,5 0 0,5 0 0,1 0 0,1-6 0,-1 1 0,-5-9 0,-1 3 0,-7-3 0,2 3 0,-4-4 0,-1 3 0,-9-3 0,-3-2 0,-4-1 0,-2 1 0,-10 0 0,-7 0 0,-6 7 0,-6 5 0,-9 5 0,4 5 0,-6 7 0,0 11 0,3-2 0,-3 7 0,9 3 0,3 9 0,7-4 0,-2 4 0,11 2 0,7-1 0,5-3 0,7-8 0,12-3 0,14-2 0,11-10 0,13-9 0,-1-4 0,7-2 0,-2-4 0,2-7 0,-6-1 0,-11-11 0,2-4 0,-8-1 0,-2 1 0,-9-2 0,-4 3 0,-8-3 0,-5-2 0,-3 7 0,-1-3 0,-4-4 0,-2 5 0,-2-3 0,0-2 0,0-9 0,5 2 0,1-6 0,-2 2 0,-2 4 0,0 9 0,3 6 0,-3 4 0,4 6 0,-4 7 0,-2 12 0,0 22 0,-8 18 0,-3 23 0,-6 2 0,-6 9 0,4 0-254,-4 6 0,4 4 254,1-4 0,9-2 0,3-10 0,4-9 0,4 2 0,4-7 0,5-11 0,10-7 0,2-13 0,8-12 0,-2-11 0,-5-8 0,-1-10 0,2-7 0,-2-15 0,-2-8 0,-9-4 0,11-4 0,-4-1 0</inkml:trace>
  <inkml:trace contextRef="#ctx0" brushRef="#br0" timeOffset="33">22819 413 8912,'-35'7'0,"10"-3"0,8 8 0,10-7 0,12 7 0,22-8 0,21 1 0,21-5 0,21-5 0,-40 3 0,3 0 0,6-3 0,2-2 0,3-1 0,0-1-383,2-2 1,0-1 0,2-3 0,0 0 382,1 1 0,0-1-378,-4-4 0,0-2 0,-1 0 0,0-2 1,-4-3-1,0 0 0</inkml:trace>
  <inkml:trace contextRef="#ctx0" brushRef="#br0" timeOffset="34">18723 10935 8912,'-17'-10'0,"5"1"0,1 3 0,-3-5 0,5 3 0,-3 2 0,1 4 0,-6 2 0,5 2 0,1 4 0,-1 7 0,3 8 0,-6 6 0,3 7 0,-1 8 0,1 4 0,-1 10 0,7 1 0,0 6 0,6-6 0,0 3 0,0-3 0,8-6 0,5 1 0,6-10 0,4-6 0,10-11 0,1-8 0,8-7 0,10-10 0,0-2 0,-1-4 0,-1-11 0,-4-12 0,2-5 0,-8-6 0,-2 2 0,-9-8 0,-4 0 0,-8-6 0,-8 5 0,-3-5 0,-8 10 0,-9-9 0,-3 3 0,-14-4 0,-1 8 0,-5 4 0,-1 11 0,1 7 0,1 4 0,5 7 0,-3 3 0,8 8 0,0 2 0,6 4 0,7 3 0,5 11 0,3 1 0,2 1 0,2 1 0,3-5 0,5-1 0,7 0 0,-5-2 0,-1-3 0,8 3 0,8-5 0</inkml:trace>
  <inkml:trace contextRef="#ctx0" brushRef="#br0" timeOffset="35">18499 11451 8912,'-9'-2'0,"5"-2"0,8-4 0,7-1 0,12 3 0,6-5 0,13-1 0,8-5 0,5 0 0,1-1 0,3 1 0,-2 0 0,1 2 0,-9 1 0,-3 5 0,-6 1 0,-11 3 0,-6 5 0,-10 1 0,-1 5 0,-8 4 0,3 7 0</inkml:trace>
  <inkml:trace contextRef="#ctx0" brushRef="#br0" timeOffset="36">19291 11399 8912,'9'-8'0,"5"5"0,-6-9 0,1-1 0,-5 3 0,2-1 0,-4 7 0,-2-2 0,0 14 0,0 7 0,0 6 0,-2 10 0,-4-3 0,4 5 0,-4 3 0,4 2 0,2 2 0,0 8 0,0-2 0,0-4 0,0 0 0,2-2 0,4 0 0,-2-1 0,7-11 0,-7-3 0,2-8 0,3-7 0,1-10 0,7-10 0</inkml:trace>
  <inkml:trace contextRef="#ctx0" brushRef="#br0" timeOffset="37">19635 11433 8912,'-17'0'0,"0"2"0,-1 4 0,-1-2 0,-2 5 0,-2 1 0,2 0 0,-4 7 0,3 6 0,1 2 0,9-4 0,6 1 0,4-1 0,4 4 0,4-2 0,6 6 0,10-6 0,5-6 0,8-6 0,7-7 0,4 2 0,-2-4 0,1-2 0,-6-6 0,1 0 0,-4-7 0,-1 2 0,-1-12 0,0-4 0</inkml:trace>
  <inkml:trace contextRef="#ctx0" brushRef="#br0" timeOffset="38">18585 10660 8912,'-11'2'0,"-1"1"0,-1 3 0,-2-2 0,5-2 0,3-2 0,8-8 0,5-3 0,-2-4 0,9-3 0,5-1 0,3-4 0,2-3 0,-6-9 0,0 5 0,0-5 0,6 5 0,0-9 0,-4 7 0,-5 3 0,1 8 0,-4-2 0,-3 4 0,-2 2 0,3 8 0,-7 3 0,4 12 0,2 11 0,-3 11 0,3 11 0,-2 1 0,-2 6 0,7-6 0,0 6 0,7-6 0,1-2 0,2-8 0,4-3 0,1-2 0,1-2 0,2-6 0,11-7 0,-4-3 0</inkml:trace>
  <inkml:trace contextRef="#ctx0" brushRef="#br0" timeOffset="39">19876 10196 8912,'0'-10'0,"0"4"0,0 12 0,0 7 0,0 8 0,0 8 0,0 11 0,0 4 0,0 0 0,0 6 0,2-4 0,2 3 0,1 3 0,1-6 0,-6-1 0,0-6 0,0-1 0,0-8 0,0-7 0,0-4 0,-7-9 0,-3-2 0</inkml:trace>
  <inkml:trace contextRef="#ctx0" brushRef="#br0" timeOffset="40">19497 10264 8912,'-11'0'0,"-1"0"0,11 6 0,1 0 0,11-1 0,18-5 0,9-1 0,21-5 0,8-6 0,6-3 0,9-8 0,-2 0 0,8 0-281,-2 6 0,0-4 281,-17 4 0,-13-2 137,-22 13-137,-7 0 0,-18 6 0,-9 8 0,-11 3 0,-6-1 0,-4 1 0,-2 1 0,2-2 0,2 5 0,1-4 0,1-1 106,0 1 0,0-7 1,0 4-1</inkml:trace>
  <inkml:trace contextRef="#ctx0" brushRef="#br0" timeOffset="41">20461 10711 8912,'-17'0'0,"0"0"0,-1 0 0,1-2 0,0-3 0,8 1 0,5-6 0,8 3 0,11 1 0,8 6 0,0 0 0,2 0 0,1 2 0,7 2 0,-3 3 0,-1 3 0,-6 3 0,4 8 0,-2 2 0,-4-2 0,-2 0 0,-2 2 0,-7 4 0,-5 7 0,-3 1 0,-2-1 0,-2 0 0,-3 1 0,-11 1 0,-9 2 0,1 1 0,-1-7 0,0 0 0,2-9 0,4-2 0,-4-9 0,9 1 0,3-7 0,7 0 0,-3-14 0,7-3 0,0-12 0,0-6 0,15-11 0,4-4 0</inkml:trace>
  <inkml:trace contextRef="#ctx0" brushRef="#br0" timeOffset="42">20909 10608 8912,'-18'0'0,"1"0"0,-2 4 0,-4 7 0,-4 3 0,-7 14 0,-1 9 0,1 11 0,2 5 0,3 4 0,12 8 0,11-2 0,6 2 0,6-2 0,7-11 0,16-12 0,7-11 0,16-6 0,7-12 0,4-5 0,2-4 0,-2-2-421,-4-8 0,1-9 0,1-10 0</inkml:trace>
  <inkml:trace contextRef="#ctx0" brushRef="#br0" timeOffset="43">17656 10453 8912,'0'-11'0,"0"0"0,0-3 0,0 5 0,0-3 0,2 6 0,4-5 0,-4 5 0,3-5 0,-3 7 0,-2-2 0,0 12 0,-2 3 0,-3 9 0,-5 1 0,-7 4 0,-8-2 0,-4 9 0,-5 5 0,-6 3 0,-4 4 0,-8-2 0,6-2 0,0 8 0,8-8 0,-2 2 0,6-5 0,5-7 0,4 3 0,8-8 0,7 0 0,5-6 0,3-7 0,4-3 0,3-7 0,5 0 0,7 0 0,2 0 0,4 0 0,4-2 0,7-3 0,1 1 0,-1-6 0,1 1 0,-1-1 0,0 6 0,1-1 0,-1 1 0,1-2 0,-7 4 0,1-4 0,-8 4 0,2 2 0,-12 2 0,-5 4 0,-6 6 0,-6 12 0,-7 11 0,-8 9 0,-11 5 0,-9 3 0,-1 1 0,2 5 0,11-7 0,1 1 0,7-2 0,4-10 0,7-2 0,4-9 0,4-5 0,2-6 0,10-7 0,7-1 0,10-3 0,5-3 0,5-4 0,3-6 0,-2-5 0,8-12 0,0 2 0,6-8 0,-9 6 0,-2-5 0,-5 7 0,-2-2 0,-1 4 0,-4 1 0,-5 9 0,-14 1 0,-4 16 0,-12 3 0,-11 12 0,-10 4 0</inkml:trace>
  <inkml:trace contextRef="#ctx0" brushRef="#br0" timeOffset="44">17656 11880 8912,'0'-17'0,"0"6"0,0-1 0,0 1 0,0 9 0,0 10 0,0 9 0,0 6 0,2 7 0,2-1 0,2 5 0,-3 6 0,-1-3 0,-2 3 0,0-6 0,2-3 0,2-4 0,2-3 0,0 5 0,-6-6 0,0 0 0,1-8 0,5-3 0,-4-5 0,11-16 0,-7-8 0,8-1 0,-5-22 0,8 4 0</inkml:trace>
  <inkml:trace contextRef="#ctx0" brushRef="#br0" timeOffset="45">17897 11898 8912,'-8'9'0,"5"1"0,-9-5 0,1-1 0,-7 8 0,7-1 0,-1 6 0,1 1 0,1-1 0,-3 0 0,7 0 0,1 0 0,5 1 0,1-1 0,5 0 0,6-7 0,11-5 0,3-3 0,9-2 0,-1 0 0,1 0 0,5-7 0,2-7 0,2-7 0,-6-6 0,4-7 0</inkml:trace>
  <inkml:trace contextRef="#ctx0" brushRef="#br0" timeOffset="46">16434 10144 8912,'8'10'0,"-6"-1"0,4-3 0,-5-2 0,-1 9 0,0 4 0,0 4 0,0 10 0,0-1 0,0 9 0,0 6 0,2 3 0,2 0 0,4-2 0,1 2 0,-3-5 0,4-1 0,-3-3 0,-3-7 0,-2-3 0,-2-1 0,-2-5 0,-4-11 0,-5-6 0,-4-5 0,-10-1 0,-2 0 0</inkml:trace>
  <inkml:trace contextRef="#ctx0" brushRef="#br0" timeOffset="47">16107 10797 8912,'-7'17'0,"5"1"0,-6-9 0,8-1 0,8-8 0,3 0 0,5 0 0,3 0 0,4 0 0,5 0 0,5 0 0,1 0 0,3-6 0,3 0 0,0-5 0,10 3 0,3-1 0,1-5 0,5-1 0,-2-2 0,-5 2 0,-6 3 0,-10-3 0,-1 3 0,-9-1 0,-10 0 0,-5 1 0,-3 8 0,-10-3 0,-4 7 0,0 2 0,-11 3 0,4 3 0,-10 3 0,-4 12 0,0-3 0</inkml:trace>
  <inkml:trace contextRef="#ctx0" brushRef="#br0" timeOffset="48">16297 10935 8912,'17'0'0,"0"0"0,-7 2 0,-5 3 0,-3-1 0,-2 8 0,0 1 0,0 2 0,0 5 0,0 1 0,0 1 0,0 1 0,0-5 0,-2-1 0,-3 0 0,3 0 0,-4 0 0,4 1 0,2-9 0,0-1 0,0-8 0,0-2 0,0-4 0,8 2 0,3-7 0,4-1 0,3-3 0,-1 2 0,0 1 0,0 8 0,0-1 0,3-3 0,3 2 0,-6 2 0,0 10 0,0-2 0,-7 8 0,-1 1 0,-3 2 0,-4 4 0,-2 4 0,0-4 0,0 4 0,-6-4 0,0-1 0,-7-1 0,2 0 0,-8 0 0,1 0 0,-8-7 0,8-4 0,-3-5 0,-4-1 0,-1 0 0</inkml:trace>
  <inkml:trace contextRef="#ctx0" brushRef="#br0" timeOffset="49">16314 10969 8912,'9'0'0,"7"0"0,-7 0 0,8 0 0,3-2 0,3-3 0,9 1 0,8-8 0,6 1 0,-6-4 0,-2 3 0,-1 6 0,-5-1 0,-3 1 0,3 0 0,-12 14 0,3 3 0,-4 5 0,-2 1 0</inkml:trace>
  <inkml:trace contextRef="#ctx0" brushRef="#br0" timeOffset="50">16796 11072 8912,'-10'0'0,"1"0"0,3 0 0,4 2 0,-4 4 0,2 4 0,-1 7 0,3 2 0,-4 2 0,4 4 0,2 1 0,0 1 0,0 2 0,0-2 0,0-6 0,2 0 0,4-6 0,-2 0 0,7-9 0,0 0 0,7-6 0,1-8 0,4-3 0,-6-12 0,0-6 0,0-3 0,-5-3 0,-3 1 0,3-1 0,-8 1 0,0 1 0,-6 5 0,-4 5 0,-9 6 0,-3 5 0,1 5 0,-6 7 0,4 0 0,2 0 0,5 7 0,1 5 0,7 3 0,-2 2 0,4 0 0,2 1 0,0-1 0,16 0 0,3 0 0</inkml:trace>
  <inkml:trace contextRef="#ctx0" brushRef="#br0" timeOffset="51">17019 11072 8912,'10'8'0,"5"-6"0,-13 7 0,4-3 0,-4-2 0,-2 8 0,-2 1 0,-2 8 0,-2 4 0,2 1 0,3-5 0,1 2 0,0 2 0,0-2 0,0 0 0,0-6 0,7-1 0,5-5 0,5 2 0,6-7 0,-4-2 0,4-10 0,-4-9 0,-2-10 0,-1-2 0,-5-3 0,-3-3 0,-8-1 0,0 1 0,0 5 0,-8-3 0,-3 8 0,-7 6 0,-5 6 0,4 7 0,-13-4 0,5 8 0</inkml:trace>
  <inkml:trace contextRef="#ctx0" brushRef="#br1" timeOffset="52">4388 13737 8912,'-40'0'0,"0"0"0,4 0 0,5 0 0,6 0 0,8 0 0,0 0 0,-1 0 0,9 0 0,3 0 0,12 0 0,3 0 0,9 0 0,-1 0 0,2 0 0,2 0 0,4 0 0,2 0 0,1 0 0,7 0 0,1 0 0,4 0 0,6 0 0,13 0 0,8 0 0,6 0 0,11-2 0,2-3 0,10-3-36,-42 3 1,1-1-1,-3-1 1,1 0-1,1 4 1,1 0-1,-2 1 1,-1 1 35,0-1 0,-1 2 0,45 0 0,-4 0 0,-12 0 0,-7 2 0,-10 1 0,-12 3 0,-1 6 0,-10-7 0,-7 7 0,-10-6 0,-12-1 0,-3-5 142,-8 0 0,-8 0-142,-3 0 0,-6 0 0,-6 0 0,-6 0 0,-11 0 0,-6 0 0,-4 0 0,-5 6 0,-8 0 0,0 1 0,-12-1 0,2-4 0,1 6 0,-7-3 0,-5 1 0,8 8 0,-10-3 0,3 6-226,-3 6 0,6-4 226,0 4 0,17 2 0,5-2 0,20 0 0,17-6 0,8 0 0,13-5 0,11-1 0,14-5 0,9 5 0,8-5 0,12 4 0,3-3 0,6-3 0,4-2 0,2-2 0,8 0 0,3 0 0,-2 0 0,5-2 0,5-2 0,7-1 0,-45 1 0,0 0-123,-1 1 0,-1 0 0,44 1 123,-12-3 0,2 3 0,-5 2 0,-1 0 0,1 0 0,-5-6 0,-8 0 0,-5-1 108,-8 1 1,-1 2 0,-6-8 0,-9 1-109,-11 1 0,-12 1 0,-6 3 0,-4 4 0,-12-7 0,-7 3 0,-10 4 0,-13-6 0,-8 1 0,-7-5 0,-12 5 0,-8 1 0,-7 4-44,2 2 1,-5 0 43,-1 0 0,6 0 0,0 0 0,-1 4 0,-5 7 0,37-5 0,-1 2 0,-2 5 0,1 2 0,1-1 0,2 1 0,-38 19 0,4 1 0,13-3 0,12-3 0,13-6 0,11-4 0,26-9 0,7-5 0,15 3 0,14-2 0,11-1 0,6-5 0,13 0 0,10 0 0,15 0 0,13-2 0,-46 0 0,0-1 0,0-2 0,1-2 0,0 0 0,-1-1-176,1 0 1,0-1 0,5-3-1,0-1 176,1-1 0,-1-1 0,1 2 0,-1 0 0,-5-2 0,-1 1 0,-1 1 0,-1-1 0,43-15 0,-15 7 440,-16 2-440,-19 11 0,-25 1 0,-17 8 0,-13 0 0,-8 0 0,-8 0 0,-13 0 0,-10 0 0,-9 0 0,-12 0 0,-1 0 0,-6 0-196,5 0 1,-7 0 195,1 0 0,5 0 0,1 0 0,5 0 0,1 0 0,-2 0 0,-3 0 0,3 0 0,-4 0 0,12 6 0,8 0 0,5-1 352,4 3 1,15 0-353,3 3 0,14 4 0,9-3 0,3-3 0,6 3 0,7 1 0,12 3 0,11 1 0,12 0 0,10-2 0,18-3 0,10-5 0,8-7 0,-42 0 0,0-2 0,45-3 0,-46-1 0,0-2 0,0-1 0,-1-3 0,0 0 0,0-2-142,1-3 1,-1-1 0,2 1-1,0 0 142,-4 0 0,0-1 0,0 1 0,-1 0 0,41-17 0,-17 7 397,-11 4-397,-20 4 0,-21 7 0,-13 3 0,-8 1 0,-13 3 0,-12 5 0,-13 0 0,-9 0 0,-16 5 0,-14 1 0,-5 0-312,-6-6 0,-3 5 312,43-2 0,1 0 0,2 3 0,0 0 0,0-4 0,1 1 0,-1 3 0,0 0 0,-2-2 0,-1-1 0,-1 3 0,1 0 0,-3 3 0,1 1 0,-36 7 124,4 6 0,19 2-124,9-2 0,13 6 0,4-7 0,13 1 0,5-5 0,4-1 0,9 0 0,4-7 0,12-5 0,6 3 160,11-2 0,11 1 0,14-3 1,7 2-161,8-2 0,14-4 0,9-6 0,-36 2 0,3-2-123,7-2 1,1-1 0,-4 1 0,0-1 122,3 1 0,1-1 0,-2-2 0,0-1 0,4 0 0,0-1 0,3 0 0,0-1 0,3-1 0,-2 0 0,-5-1 0,-1-1 0,-3 0 0,-2 0 0,34-10 0,-15 4 0,-12-4 0,-35 8 0,-6 2 0,-28 11 0,-6 5 0,-11-1 0,-5-4 0,-7 4 0,-5-4 0,-6 4 0,-11 2 0,-12 0 0,-11 0 0,-4 2 0,-6 2 0,-4 4 0,45-4 0,1 1 0,-2 0 0,0 2 58,-42 10 1,44-6 0,-1 1-59,-5-1 0,-1 1 0,-1 3 0,1 0 0,-3-1 0,1 1 0,8 1 0,3 0 0,-35 19 0,12-1 0,12 1 0,15-3 0,15-3 0,12-10 0,15-8 0,9-1 0,9 1 0,3 5 0,13-5 0,1 2 0,16-1 0,7 1 0,16-7 0,12 0 0,12-6 0,-49 0 0,1 0 0,48 0 0,-48-3 0,1-2-176,-3 0 0,1-1 1,7-2-1,1-2 176,1 0 0,-1-2 0,2-1 0,-1-1 0,-3-3 0,-1-1 0,-5 1 0,-1 0 0,1 0 0,0 0 0,37-18 0,-12 1 0,-16 1 592,-24 5-592,-7 3 0,-18 8 0,-11 7 0,-15 4 0,-8 4 0,-9 2 0,-10-5 0,-8-1 0,-9 0 0,-15 6 0,-10 0 0,-10 0 0,43 3 0,-1 0 0,0 0 0,-1 0 0,0 2 0,1 1 17,2-3 1,1 0-1,-2 3 1,1 1-18,-3-1 0,1 0 0,-4 1 0,-1 1 0,-1 0 0,0-1 0,3 0 0,3 0 0,2-2 0,2 1 0,-36 6-96,12 5 1,7 0 95,9 0 0,9 0 0,14 1 0,3-1 0,3-2 0,6-3 0,4-7 0,9-3 0,3-2 133,7 0 0,7 0 0,5 2 0,5 2 0,8 2-133,9-3 0,16-1 0,13-2 0,6 0 0,6 0 0,5-7 0,10-5 0,2-3 0,-3-2 0,-1 0-181,-2-1 1,0-6 180,1-5 0,-11-4 0,-9 1 0,-15 1 0,-16 3 0,-11 7 0,-14-2 0,-5 9 0,-12 3 0,-11 5 0,-15-3 0,-12 1 0,-14 4 0,-9 2 0,-7 2 0,-7 0-327,-10 0 0,-7 2 327,44 1 0,-1 0 0,5 1 0,1 2 0,-3 2 0,0 1 0,2-1 0,-1 1 0,0-1 0,1 1 0,-2 2 0,0 1 0,1-1 0,-1 1 0,4 2 0,1 1 0,-45 8 0,13 7 172,11-1 1,6-3-173,11 3 0,14-8 0,11 2 0,10-4 0,16-9 0,12-5 0,11 3 0,5-2 0,20 0 0,10-6 0,16 0 0,12 0 0,6-14 56,-43 6 1,0-1 0,1-2-1,1-1 1,-3 1 0,0-1-1,0-2 1,1 0-57,0-2 0,0-1 0,40-19-124,-42 16 1,-2 0 0,36-17 123,-7-3 0,-3 4 0,-6 3 0,-8 5 0,-11 5 0,-15 4 0,-14 9 0,-19 3 0,-15 7 0,-14 0 0,-13 0 0,-11 0 0,-20 0 0,-3 5 0,-8 1 0,5 7 0,1-1 0,0 1 0,-4 1 0,1-3 0,3 2 0,7 3 10,-1 1 1,9 0-11,2 0 0,15 0 0,4-1 0,13-3 564,14-1-564,8-9 0,18 11 0,8-8 0,16 7 0,13-2 0,13 3 0,10-3 0,7 4 0,10-5 0,1 1 0,-1 1 0,7-8 0,-44-1 0,0 0 0,48-3-46,-45-3 0,0 0 1,0-2-1,1-2 1,6-3-1,0-3 1,0 0-1,-1 0 46,1 0 0,-1-1 0,-3-2 0,-1-1 0,-5 3 0,-1 0 0,42-19 0,-44 16 0,0 0 0,44-10 0,-10 4 0,-13 4 0,-25 2 0,-6 2 200,-9 3-200,2-3 0,-12 11 0,0-7 0,-7 7 0,-12-4 0,-4 8 0,2 0 0,-7 0 0,-7 0 186,-5 0 0,-9 0-186,-2 0 0,-3 6 0,-9 0 0,-3 7 0,-5-2 0,4 5 0,1 1 0,5 2 0,-2 4 0,8-4 0,-3 4 0,7 4 0,5 1 0,6 1 0,12 4 0,5 3 0,4 0 0,6 0 0,8-1 0,1-8 0,16-5 0,-1-2 0,9-5 0,1-4 0,2-5 0,8-4 0,-2-2 0,3-8 0,3-3 0,-6-10 0,-2-4 0,-2-2 0,-4-3 0,-3-1 0,-7 2 0,-5-1 0,-11 7 0,-3-2 0,-3 2 0,-4 4 0,2-4 0,-8 4 0,-8 2 0,-3 0 0,-2 0 0,0 1 0,0 5 0,-1-3 0,1 9 0,8-9 0,1 12 0,8 2 0,0 12 0,0 3 0,0 4 0,0 4 0,0 6 0,0 9 0,2 2 0,4-2 0,-5-3 0,5-7 0,2 3 0,-2-8 0,1 2 0,-1-2 0,-2-10 0,7 4 0,1-11 0,5 2 0,0-8 0,0-14 0,1-3 0,-1-12 0,0 1 0,0-5 0,0-1 0,-5 1 0,-1 5 0,1-5 0,5 5 0,-7-5 0,-5-1 0,3 7 0,-2 4 0,-1 4 0,-5 2 0,0 7 0,0 10 0,0 10 0,-1 9 0,-5 4 0,4-2 0,-4 7 0,4-1 0,2 4 0,0-5 0,0-1 0,0-2 0,0-6 0,0 1 0,0-1 0,0 0 0,0-7 0,0-3 0,0-7 0,6-9 0,0-9 0,-1-1 0,-5-9 0,0 5 0,0-6 0,6 2 0,0-3 0,-2 3 0,-2 2 0,-2-3 0,0 5 0,0 0 0,0 6 0,-8 7 0,-3 2 0,-12 8 0,-4 8 0,-9 5 0,-3 8 0,-1 8 0,-13 11 0,1 6 0,-11 4-196,0 1 1,2-1 195,-3-4 0,3 2 0,-2-8 0,-2-6 0,8-7 0,1-4 0,3-8 0,7 0 0,0-9 0,6 0 0,-6-6 0,0-6 0,-7-4 0,-5-3 0,-5-6 0,-4-4 0,-2 0 0,2 2 0,4-8 0,4 7 0,7-5 0,3 0 0,3 0 0,6 8 195,11 2 1,4 2-196,8 9 0,-6 0 0,0 6 0,2 0 0,2 0 0,2 0 0,-1 0 0,9 0 0,1 0 0,8 0 0,0 0 0,-7 0 0,3-2 0,-8-3 0,-1-7 0,-2 3 0,-3-3 0,-5 8 0,1-1 0,-9 3 0,2 2 0,-3 0 0,-3 2 0,3 3 0,3 7 0,-3 11 0,3 5 0,4 5 0,2 1 0,4 3 0,2 3 0,2 2 0,3 4 0,-1 1 0,7-7 0,2-1 0,2-3 0,2-2 0,0-7 0,0-4 0,0-12 0,0-3 0,0-8 0,0-8 0,0-3 0,0-6 0,0-6 0,-2-6 0,-3-3 0,1-5 0,-8-3 0,7-4 0,-7-7 0,6-1 0,-5 1 0,5-3 0,-5-3 0,5 3 0,-6-3 0,9 11 0,-3 6 0,2 11 0,-2 6 0,4 14 0,-3 9 0,1 9 0,-2 14 0,4 12 0,-4 11 0,-1 3 0,1 3 0,0-1 0,6 1 0,0-2 0,0-4 0,0-6 0,0-4 0,6-4 0,0-3 0,1-4 0,-1-8 0,-4-7 0,6-3 0,-1-7 0,-5-7 0,6-3 0,-8-7 0,0-2 0,0-4 0,0-4 0,0-7 0,-2-1 0,-4 1 0,4-2 0,-3-4 0,1 3 0,-2-3 0,4 6 0,-4 5 0,3 2 0,-3 4 0,4 10 0,-4-4 0,4 9 0,2-3 0,0 15 0,0 1 0,0 11 0,0 7 0,0 3 0,0 9 0,6 5 0,0 0 0,5 4 0,-5-10 0,2 4 0,-5-11 0,5 2 0,2-1 0,-6-6 0,3 2 0,-5-14 0,4-4 0,-4-4 0,5-4 0,-7-4 0,0-6 0,0-10 0,0-9 0,0-7 0,0 0 0,0-8 0,0 6 0,0-6 0,0 6 0,0-6 0,0 6 0,0-6 0,0 8 0,0-1 0,0 9 0,0 7 0,0 10 0,0 1 0,0 8 0,0-2 0,0 12 0,0 6 0,0 11 0,0 5 0,0 5 0,6 1 0,0 1 0,5-1 0,-5 0 0,7 1 0,-1-1 0,-4-7 0,-3-4 0,3 2 0,0-3 0,1 0 0,-5-11 0,11-3 0,-13-8 0,12-2 0,-9-4 0,3 2 0,-4-9 0,2-4 0,-3-4 0,5-4 0,-2 2 0,5-2 0,-5-4 0,5-3 0,-5 3 0,2 2 0,-2-1 0,-5 7 0,5-2 0,-2 6 0,0 3 0,2 3 0,-1 7 0,1 4 0,0 11 0,7 12 0,-1 6 0,3 4 0,2 1 0,0 0 0,1 1 0,-1-7 0,0 1 0,2-6 0,4 6 0,4-8 0,7 2 0,-5-12 0,0-5 0,-1-4 0,9-2 0,-1-2 0,-2-4 0,10-4 0,-9-7 0,3-2 0,-4-4 0,7-2 0,1-5 0,2 1 0,3-1 0,-1 5 0,6 2 0,-4 0 0,9 6 0,2-4 0,-1 9 0,-1 5 0,-5 1 0,-1 4 0,1 2 0,-6 0 0,0 0 0,-6 0 0,6 0 0,5 0 0,7 0 0,1 0 0,-2 0 0,6 0 0,4 0 0,0 0 0,-4 0 0,-3-2 0,-9-4 0,-1 2 0,-4-7 0,2 0 0,-8-7 0,-2 1 0,-2 0 0,-9 0 0,-4 0 0,-4 7 0,-1 4 0,-3 2 0,-2 1 0,-1-3 0,1 2 0,-3 2 0,1 2 0,-7 0 0,5 6 0,-5 2 0,4-1 0,2 1 0,-5-1 0,7-1 0,1-4 0,10 4 0,-2 2 0,6-3 0,0-1 0,-1-2 0,3 4 0,5-1 0,1 1 0,-8 2 0,-2 1 0</inkml:trace>
  <inkml:trace contextRef="#ctx0" brushRef="#br1" timeOffset="53">9998 15543 8912,'0'-18'0,"0"1"0,0 0 0,0 0 0,0 0 0,0 7 0,0 2 0,0 22 0,0 3 0,-5 4 0,-1-4 0,-6 0 0,7 1 0,-9 6 0,1 5 0,-6 5 0,-4 7 0,-14 3 0,3 7 0,-6 3 0,0 3 0,-4 12-245,-8 11 0,24-36 0,-1 2 245,0-1 0,0 1 0,0 0 0,1 0 0,2-3 0,0 0 0,-20 35-135,1-3 0,8-14 135,3-9 0,9-16 0,13-13 0,5-4 0,7-10 0,2-7 0,3-7 0,-1-3 357,8 2 0,-1-1-357,6-5 0,1-3 145,-1 3 1,-2-3-146,-3-2 0,1 0 0,-7 0 0,0-8 0,1-2 0,3-7 0</inkml:trace>
  <inkml:trace contextRef="#ctx0" brushRef="#br1" timeOffset="54">9362 15715 8912,'-18'-25'0,"1"8"0,2-3 0,3 7 0,7 9 0,10-2 0,7-1 0,11 1 0,-2 0 0,7 6 0,3-5 0,7-3 0,4-2 0,2-3 0,10-2 0,9-2 0,4-6 0,2 0 0,5-8-137,1 3 1,-6 3 136,-6 2 0,-15 6 0,-2 5 0,-16-1 0,-7 7 0,-11 2 0,-7 10 0,-3 3 0,-2 9 0,0 7 0,-2 3 0,-2 7 0,-1 5 0,-7-4 0,6 4 0,1-4 136,5-1 1,-2-1-137,-4 1 0,4-3 0,-4-3 0,5-6 0,1-4 0,0-2 0,0 0 0,0 0 0,7 0 0,-5-5 0,4-1 0,3-7 0,-7 4 0,6-8 0</inkml:trace>
  <inkml:trace contextRef="#ctx0" brushRef="#br1" timeOffset="55">7142 16918 8912,'-12'0'0,"1"0"0,-1 2 0,3 4 0,1 11 0,8 12 0,0 5 0,0 6 0,0 4 0,0 8 0,6 1 0,-1 4 0,9-3 0,-5 1 0,3-7 0,-1-8 0,-5-4 0,6-1 0,-9-3 0,3-3 0,-4-4 0,-2-8 0,0 0 0,0-7 0,-15-18 0,-4-11 0</inkml:trace>
  <inkml:trace contextRef="#ctx0" brushRef="#br1" timeOffset="56">6918 17073 8912,'0'-17'0,"0"-1"0,0 1 0,0 0 0,2 0 0,4 0 0,5 5 0,12 1 0,4 1 0,7-1 0,2-5 0,5 5 0,1 3 0,4 3 0,-4-3 0,-8 2 0,-1 0 0,-5 6 0,-3 6 0,-8 0 0,-7 13 0,-4-2 0,-4 14 0,-4 1 0,-4 6 0,-6 1 0,-9 3 0,-2-2 0,0 0 0,6-6 0,0-1 0,0-5 0,0 3 0,-1-8 0,7-6 0,-1-5 0,9-1 0,-5-1 0,16-3 0,3-7 0,4 0 0,3 0 0,1-2 0,4-1 0,5-3 0,-1 0 0,2 6 0,-8 0 0,2 0 0,-6 8 0,-6 3 0,3 6 0,-8 4 0,-3 4 0,-1 2 0,-9 0 0,-5 1 0,-3 3 0,-2-8 0,-2 6 0,-2-5 0,-4 1 0,-2 0 0,6-2 0,-2-6 0,4-5 0,2-1 0,-1-7 0,9 4 0,1-8 0,16-16 0,1-3 0</inkml:trace>
  <inkml:trace contextRef="#ctx0" brushRef="#br1" timeOffset="57">7796 17228 8912,'-10'7'0,"-3"-3"0,7 7 0,-6 3 0,7 9 0,-7-2 0,6 9 0,3 5 0,1 3 0,2 8 0,0-6 0,0 6 0,0-6 0,0-2 0,0-2 0,0-9 0,0-4 0,0-12 0,-16-11 0,-3-9 0</inkml:trace>
  <inkml:trace contextRef="#ctx0" brushRef="#br1" timeOffset="58">7589 17124 8912,'-6'-32'0,"1"3"0,-3 1 0,2 10 0,4 5 0,-3 13 0,10 0 0,5 2 0,7 4 0,8 3 0,4 8 0,3 1 0,10-1 0,2 0 0</inkml:trace>
  <inkml:trace contextRef="#ctx0" brushRef="#br1" timeOffset="59">8226 17228 8912,'-35'0'0,"3"0"0,3 0 0,-3 5 0,3 1 0,4 7 0,2-1 0,4 9 0,4 2 0,3 0 0,7 2 0,3-1 0,2 5 0,2 2 0,3-8 0,-1 1 0,8-1 0,-7-9 0,7 3 0,-6-10 0,5 5 0,-5-8 0,5 1 0,-5-10 0,5-7 0,-5-5 0,6-6 0,1-5 0,2-5 0,-3-1 0,-1-1 0,-5 1 0,5-1 0,-5 3 0,6 3 0,-9-1 0,3 7 0,2 0 0,-2 6 0,-1 7 0,-5 3 0,0 8 0,0 5 0,2 11 0,2 12 0,2 4 0,-2 1 0,5-2 0,3-3 0,3 2 0,2-8 0,2-1 0,4-4 0,4-9 0,7-3 0,3-4 0,3-2 0,-4-10 0,4-7 0,-3-8 0,-3-9 0,1-1 0,-1 1 0,-7-2 0,-4-4 0,-10 3 0,-1-3 0,-9 6 0,3 5 0,-4 6 0,-2 4 0,-2 10 0,-4 3 0,4 4 0,-11 4 0,7 4 0,1 5 0,5 12 0,2 4 0,3 7 0,-1 1 0,8-1 0,-1 0 0,6 1 0,0-1 0,1 0 0,-1-7 0,-2-2 0,-1-4 0,-3-4 0,-7 4 0,2-9 0,-5-3 0,-1 3 0,-1-8 0,-5 1 0,-9 3 0,-8-2 0,-8 1 0,2-1 0,-5-4 0,-6 4 0,3-4 0,-3-2 0,4 0 0,2 0 0,-1 0 0,1 0 0,-1-8 0,1-2 0</inkml:trace>
  <inkml:trace contextRef="#ctx0" brushRef="#br1" timeOffset="60">9482 17193 8912,'-15'-2'0,"3"-3"0,-3 3 0,3-4 0,-3 4 0,-2 2 0,0 8 0,0 3 0,5 12 0,1 6 0,7 3 0,-2 2 0,4 7 0,2-1 0,0 0 0,0-6 0,8 1 0,3-1 0,5-2 0,1-3 0,0-12 0,0-11 0,0-4 0,1-2 0,1-4 0,4-7 0,-4-8 0,4-16 0,-6-1 0,-6-4 0,3 2 0,-9-8 0,-1 8 0,-9-3 0,-11-1 0,-10 2 0,-5 4 0,-5 5 0,-8 7 0,3 6 0,-4 9 0,4 3 0,7 6 0,5 6 0,16 3 0,1 9 0,9 4 0,3 1 0,15 0 0,12-5 0,17-1 0</inkml:trace>
  <inkml:trace contextRef="#ctx0" brushRef="#br1" timeOffset="61">9809 17193 8912,'-19'0'0,"-2"-2"0,-2-2 0,2-1 0,9-1 0,3 6 0,3 0 0,4 2 0,-2 4 0,6 7 0,4 8 0,5 6 0,-5 7 0,6-5 0,-7-1 0,1-1 0,-6 2 0,6 1 0,0-7 0,-1 0 0,-5-6 0,0 1 0,0-7 0,0 1 0,0-9 0,0 3 0,0-12 0,0-5 0,0-6 0,0-6 0,2-6 0,4-3 0,2-5 0,3-3 0,4 2 0,-3-8 0,3 8 0,2-2 0,1 9 0,-1 3 0,0 7 0,0-2 0,0 6 0,1 5 0,-1 6 0,0 12 0,0 7 0,0 8 0,-1 14 0,-5 11 0,5 3 0,-5 3 0,6-4 0,6 3 0,-4-9 0,4 10 0,2-6 0,0 0 0,2-6 0,1-4 0,7-2 0</inkml:trace>
  <inkml:trace contextRef="#ctx0" brushRef="#br1" timeOffset="62">9998 16781 8912,'-15'-2'0,"2"-4"0,1-4 0,1-1 0,-1 1 0,1 1 0,-3 1 0,-1 0 0,0 1 0,1 3 0,3-2 0,-1 4 0,-3 12 0,4 7 0,-3 19 0,8 5 0,1 8 0,5 9 0,0 5 0,0 3 0,0 5 0,0 4 0,0 3 0,0 8 0,5-6 0,3-2 0,0-1 0,-1-5 0,5-10 0,-6-11 0,1-7 0,-1-10 0,-4-5 0,4 0 0,-4-16 0,-2 2 0,-2-16 0,-4-5 0,-4-6 0,-7-11 0,-8-11 0,-1-10 0</inkml:trace>
  <inkml:trace contextRef="#ctx0" brushRef="#br1" timeOffset="63">9740 17279 8912,'-11'0'0,"-1"0"0,8-8 0,1 7 0,14-5 0,10-4 0,19-1 0,6-4 0,11-3 0,7 1 0,2 0 0,3 5 0,0 1 0,-8 1 0,-3-1 0,-12-2 0,-6 7 0,-12 0 0,-5 6 0,-11 0 0,-20 0 0,-11 0 0</inkml:trace>
  <inkml:trace contextRef="#ctx0" brushRef="#br1" timeOffset="64">11134 17228 8912,'-6'-12'0,"-1"3"0,-3 1 0,-3 4 0,-3 2 0,-1 2 0,0 2 0,0 4 0,0 7 0,-1 8 0,1 6 0,2 7 0,3 1 0,7-1 0,3 0 0,2 1 0,2-1 0,3 1 0,11-9 0,7-3 0,5-11 0,-3-7 0,2-3 0,4-2 0,1-7 0,2-5 0,-1-11 0,-4-5 0,-5-5 0,-6-1 0,-9-1 0,-3 1 0,-4 0 0,-4-1 0,-6 1 0,-9 0 0,-8 1 0,-9 4 0,-1 5 0,1 6 0,0 9 0,-1 3 0,8 4 0,4 2 0,6 8 0,6 3 0,3 5 0,8 1 0,15 0 0,5 0 0</inkml:trace>
  <inkml:trace contextRef="#ctx0" brushRef="#br1" timeOffset="65">11513 17107 8912,'-18'0'0,"1"0"0,0 0 0,0 0 0,0 0 0,-1 14 0,1 3 0,0 11 0,2-1 0,3 2 0,6-1 0,5 1 0,1 5 0,7-5 0,5 0 0,5-8 0,6 2 0,-2-6 0,8-6 0,-7 3 0,7-8 0,-8-1 0,2-5 0,-4-2 0,-2-3 0,1-5 0,-1-7 0,-6-6 0,1 0 0,-6-2 0,5 2 0,-7-4 0,2-7 0,-5 5 0,-1 1 0,6 5 0,0-6 0,0 8 0,-6-2 0,0 12 0,0 5 0,0 12 0,0 3 0,0 9 0,0 4 0,0 1 0,2 6 0,3-6 0,-1 6 0,8-6 0,-1-2 0,6-8 0,1-3 0,-1-3 0,0 5 0,0-7 0,0-1 0,1-10 0,-1 3 0,0-9 0,0 1 0,0-7 0,-1-4 0,-5-1 0,3 0 0,-7 6 0,1-1 0,0 1 0,-3 0 0,-5 5 0,0 1 0,0 7 0,0-3 0,0 14 0,0 5 0,2 3 0,4 2 0,-2 0 0,7 1 0,1-7 0,5 0 0,2 1 0,2 3 0,4-3 0,2-7 0,1-3 0,-1-2 0,4 0 0,-8 0 0,7 0 0,-11-15 0,6-4 0</inkml:trace>
  <inkml:trace contextRef="#ctx0" brushRef="#br1" timeOffset="66">13354 16866 8912,'0'-17'0,"0"4"0,0 7 0,0 16 0,2 20 0,2 9 0,1 6 0,3 7 0,-4 3 0,4 3 0,1-3 0,-3-1 0,5-3 0,1 1 0,-3-1 0,5-1 0,-9-2 0,-1-6 0,-2-6 0,-2 2 0,0-9 0,-7-12 0,-5-5 0,-11-9 0,-4-3 0</inkml:trace>
  <inkml:trace contextRef="#ctx0" brushRef="#br1" timeOffset="67">13337 16901 8912,'0'-10'0,"2"-3"0,3 7 0,-1 0 0,8 6 0,1 0 0,10 0 0,4 0 0,7 0 0,3 2 0,3 4 0,-6 0 0,0 11 0,-1-4 0,-10 10 0,-6-2 0,-5 2 0,-10 2 0,-2 4 0,-8 3 0,-11-5 0,-4 2 0,-6-1 0,-1-1 0,1 2 0,4-4 0,8-8 0,0-8 0,-1-3 0,1 4 0,0-1 0</inkml:trace>
  <inkml:trace contextRef="#ctx0" brushRef="#br1" timeOffset="68">13767 16970 8912,'11'-2'0,"1"-4"0,-6 4 0,5-4 0,-5 4 0,5 2 0,-5 8 0,6 4 0,-3 10 0,4 7 0,-1 4 0,1 1 0,-3-2 0,1-3 0,-5 4 0,6-5 0,-9-3 0,3-2 0,-4-4 0,6-2 0,-6-9 0,1-8 0,-6-10 0,1-13 0,-4-5 0,4-5 0,2-1 0,2-2 0,4-4 0,-3 3 0,9-3 0,-1 11 0,7 7 0,-1 2 0,2 3 0,2 2 0,2 4 0,0 3 0,-6 8 0</inkml:trace>
  <inkml:trace contextRef="#ctx0" brushRef="#br1" timeOffset="69">14300 17107 8912,'-17'0'0,"0"0"0,0 0 0,0 8 0,-1-6 0,3 7 0,4-3 0,3-4 0,16 6 0,3-8 0,4 0 0,10-8 0,2-2 0,2-1 0,-1-1 0,-7 3 0,2-3 0,-9-3 0,-3 4 0,-7 3 0,4-7 0,-16 13 0,-3-4 0,-12 4 0,-4 4 0,-2 2 0,0 2 0,8 7 0,-2-1 0,6 9 0,6 1 0,3 1 0,8-5 0,8-1 0,3 0 0,18-6 0,5 1 0,12-8 0,0 1 0,10-5 0,-1-5 0,-1-7 0,-1-3 0,-13-4 0,6-4 0,-9 2 0,-9-8 0,-3 8 0,-8-2 0,-7 10 0,-4 1 0,-14 9 0,-7-3 0,-8 4 0,-4 2 0,-8 8 0,-5 3 0,0 6 0,6 6 0,1-2 0,5 8 0,3-8 0,7 2 0,3-2 0,4 2 0,3-4 0,8 4 0,2-6 0,4-6 0,5-3 0,12-8 0,4 0 0,7 0 0,1-8 0,-1-5 0,1-6 0,-1-4 0,-5-13 0,-1 1 0,-1-5 0,2 0 0,-10 2 0,-8-8 0,-7 4 0,2-10 0,-4 10 0,-2-9 0,-2 5 0,-4 0 0,2 10 0,-7 7 0,5 14 0,-5-2 0,7 19 0,-2 3 0,4 16 0,2 8 0,0 5 0,0 7 0,0-1 0,0 11 0,0-11 0,0 6 0,0-2 0,0-4 0,2 0 0,4-5 0,-2-8 0,7-5 0,3-2 0,1-3 0,2-8 0,0-3 0,2-4 0,4-2 0,-4-8 0,4-3 0,-2-4 0,2-3 0,-3-1 0,2-4 0,-4 4 0,-7-4 0,4-2 0,-3 3 0,-4-7 0,-3 6 0,-1 2 0,2 2 0,-4 2 0,5 7 0,-7 2 0,0 16 0,0 4 0,0 9 0,0 2 0,0 5 0,0-5 0,0 8 0,2-5 0,2 1 0,2-4 0,5 2 0,-5-2 0,6-6 0,-7-6 0,3-5 0,-2 6 0,-4-8 0,5 1 0,-7-10 0,8-13 0,1-8 0</inkml:trace>
  <inkml:trace contextRef="#ctx0" brushRef="#br1" timeOffset="70">15109 16626 8912,'-17'-2'0,"0"-4"0,7 4 0,3-5 0,7 7 0,3 7 0,9 5 0,3 5 0,20 6 0,-3-4 0,14 4 0,-6-10 0,4-3 0,-2-3 0,6 7 0,-4-5 0</inkml:trace>
  <inkml:trace contextRef="#ctx0" brushRef="#br1" timeOffset="71">15488 16763 8912,'-23'-2'0,"0"-3"0,-8 3 0,3-4 0,1 12 0,-2 5 0,-3 12 0,-3 6 0,3 3 0,9 3 0,11 7 0,1 4 0,7 3 0,4 3 0,8-8 0,5-4 0,8-6 0,8-5 0,9 0 0,2-12 0,2-4 0,-2-13 0,-3-2 0,3-4 0,2-5 0,-2-12 0,-7-4 0,-1-7 0,-5 0 0</inkml:trace>
  <inkml:trace contextRef="#ctx0" brushRef="#br1" timeOffset="72">15884 16471 8912,'-18'-2'0,"1"-4"0,0 4 0,0-5 0,-6 14 0,0 5 0,2 11 0,9 6 0,-1 3 0,7 4 0,1 4 0,-3 6 0,6-2 0,-4 2 0,6-8 0,6 2 0,2-1 0,3 1 0,4-12 0,-3 1 0,-3-10 0,3-7 0,-6-3 0,5-3 0,-5-4 0,5 3 0,1-5 0,-3-5 0,7-5 0,-5-7 0,4-6 0,3 0 0,-1 0 0,0 6 0,0 0 0,0 0 0,1-1 0,-1 1 0,0 8 0,-5 3 0,-1 12 0,-7 9 0,2 8 0,-3 2 0,3-2 0,-4-2 0,6 5 0,-3-1 0,1-4 0,6 4 0,-7-2 0,9-6 0,-3-5 0,5-8 0,1 3 0,0-7 0,0-15 0,8-4 0,2-16 0</inkml:trace>
  <inkml:trace contextRef="#ctx0" brushRef="#br1" timeOffset="73">16228 16471 8912,'-23'0'0,"-2"0"0,0 0 0,0 0 0,2 0 0,6 0 0,0 2 0,0 4 0,-1 3 0,9 8 0,3 1 0,12-1 0,3-2 0,9-3 0,-1-7 0,0-3 0,0-2 0,-1-2 0,-5-3 0,-1-3 0,-5-4 0,-3-3 0,4 4 0,-6-3 0,-6 3 0,2 3 0,-7 8 0,0 0 0,-7 0 0,1 0 0,0 8 0,0 1 0</inkml:trace>
  <inkml:trace contextRef="#ctx0" brushRef="#br1" timeOffset="74">15608 16849 8912,'-27'0'0,"-5"-7"0,13-3 0,2 1 0,11-5 0,12 8 0,11-1 0,12 1 0,11 2 0,6-7 0,11 7 0,6-2 0,2-1 0,0-1 0,-2 0 0,2 1 0,10-14 0,3 2 0</inkml:trace>
  <inkml:trace contextRef="#ctx0" brushRef="#br1" timeOffset="75">16417 16677 8912,'-34'10'0,"-1"-4"0,-5 3 0,0 3 0,4 5 0,5 6 0,0 4 0,8 7 0,2 4 0,10-4 0,3 5 0,8-11 0,8-1 0,5 0 0,8-2 0,8-4 0,-2-10 0,2-5 0,-7-4 0,7-2 0,-8-8 0,2-3 0,-4-7 0,-2-4 0,-5 1 0,-1-8 0,-7 6 0,2-6 0,-4 3 0,-2-3 0,0 2 0,0 6 0,0-2 0,0 2 0,6 2 0,-1 2 0,1 5 0,-6 1 0,8 0 0,1-7 0</inkml:trace>
  <inkml:trace contextRef="#ctx0" brushRef="#br1" timeOffset="76">16710 16866 8912,'-10'10'0,"-5"5"0,11-7 0,-8 3 0,7 5 0,-7-5 0,8-3 0,-11 7 0,13-13 0,2-2 0,12-11 0,5-7 0,6-5 0,-4 4 0,4-4 0,2 4 0,-2 2 0,-2 0 0,-2 0 0,-2 7 0,0 4 0,1 5 0,-1 1 0,-6 9 0,1 8 0,-7 8 0,7 9 0,-1 1 0,7-1 0,-1 1 0,0-1 0</inkml:trace>
  <inkml:trace contextRef="#ctx0" brushRef="#br1" timeOffset="77">17863 16815 8912,'-18'-8'0,"1"-1"0,0-1 0,0 4 0,0 5 0,-1 4 0,1 9 0,0 11 0,7 9 0,5 8 0,-3-1 0,2 6 0,2 3 0,3 2 0,8-1 0,5-3 0,5-11 0,6-12 0,5-4 0,5-2 0,1-8 0,1-3 0,-1-12 0,1-5 0,-1-6 0,0-6 0,-5-4 0,-4-9 0,-4-2 0,-6-2 0,-9-6 0,0 6 0,-12-6 0,-5 6 0,-12-1 0,-6 7 0,-4 2 0,-1 3 0,-6 10 0,0 7 0,0 10 0,5 2 0,8 10 0,4 13 0,6-2 0,6 8 0,7 1 0,8 3 0,5-7 0,16 7 0,2-6 0</inkml:trace>
  <inkml:trace contextRef="#ctx0" brushRef="#br1" timeOffset="78">18637 16763 8912,'-11'-5'0,"-1"-1"0,-1 2 0,3 0 0,-1 0 0,-3-1 0,7-1 0,-1 6 0,8 0 0,-2 2 0,-4 4 0,4 3 0,-3 8 0,1 6 0,0 2 0,-2 2 0,2 3 0,1 3 0,-3 1 0,4-1 0,-4-5 0,-1 3 0,1-6 0,2 0 0,2-1 0,2-1 0,0-11 0,0-1 0,0-7 0,0 2 0,0-12 0,0-5 0,2-12 0,4-6 0,3-5 0,9-5 0,-1-1 0,0 2 0,0 2 0,0 1 0,-3 1 0,3 0 0,-4 1 0,10 5 0,-4 5 0,-1 11 0,-1 5 0,0 7 0,0 1 0,0 5 0,-5 11 0,-1 12 0,-5 5 0,6 7 0,-1 2 0,-1 1 0,3-2 0,-7-7 0,7-1 0,-1 1 0,-3-7 0,3-3 0,1-4 0,2-6 0,3-9 0,-1 2 0</inkml:trace>
  <inkml:trace contextRef="#ctx0" brushRef="#br1" timeOffset="79">19687 16798 8912,'-10'-12'0,"3"1"0,1-3 0,0-1 0,2-2 0,10 7 0,5 5 0,7 3 0,3 2 0,2 0 0,-2 0 0,4 5 0,-1 3 0,1 2 0,0 3 0,-2 2 0,-6 3 0,-1 1 0,-5 4 0,-1-2 0,-5 7 0,-3 1 0,2 5 0,-6 1 0,-4-1 0,-13 0 0,2 1 0,-6-1 0,0 1 0,-2-1 0,-3-2 0,5-3 0,4-6 0,1-10 0,1-1 0,8-8 0,1-4 0,8-10 0</inkml:trace>
  <inkml:trace contextRef="#ctx0" brushRef="#br1" timeOffset="80">20203 16643 8912,'-34'0'0,"-3"2"0,-1 2 0,-2 1 0,-6 15 0,6-3 0,0 11 0,5 1 0,3 11 0,3 6 0,12 4 0,11 1 0,8-1 0,9-4 0,5 0 0,18-12 0,-1-2 0,13-9 0,5-11 0,7-1 0,7-1 0,-2-4 0,-4-1 0,-2-5 0,5-7 0,-1-3 0</inkml:trace>
  <inkml:trace contextRef="#ctx0" brushRef="#br1" timeOffset="81">21356 15061 8912,'-2'-9'0,"-2"1"0,-2 0 0,-1 6 0,1-3 0,4 3 0,-5 2 0,7 0 0,0 0 0,7 0 0,3 0 0,7 0 0,8 0 0,4 0 0,3-2 0,2-4 0,8 4 0,4-5 0,4 1 0,2 0 0,-6 0 0,0 6 0,-14-1 0,2-5 0,-11 4 0,2-6 0,-17 8 0,-8 0 0,-2 8 0,-10 3 0,1 5 0,-8 1 0,-2 0 0,-2 0 0,-8-7 0,5 13 0,-9-4 0</inkml:trace>
  <inkml:trace contextRef="#ctx0" brushRef="#br1" timeOffset="82">21373 15525 8912,'-17'0'0,"5"0"0,1 0 0,5 0 0,-5 0 0,9-5 0,2-1 0,9 0 0,16 4 0,8-3 0,5-7 0,16-3 0,-3-2 0,12-1 0,0 1 0,-1 0 0,1 0 0,-10 2 0,-1 1 0,-10 5 0,-6 1 0,-11 0 0,-8 3 0,1 3 0,-18-6 0,0 8 0,-14 8 0,-9 3 0,-7 10 0,1 4 0,-4 0 0,-1 0 0,-8-2 0,6 1 0,-6 3 0</inkml:trace>
  <inkml:trace contextRef="#ctx0" brushRef="#br1" timeOffset="83">21924 16282 8912,'0'-10'0,"8"3"0,-7 7 0,7 0 0,-8-8 0,0 8 0,0 0 0,-8 8 0,-3 9 0,-4 8 0,-4 5 0,-6 9 0,-10 6 0,-1 7 0,-10 5 0,0 6-263,-5 12 1,24-32 0,2 2 262,-2 5 0,2 3 0,3-1 0,0 1 0,1 4 0,2 1 0,3-1 0,2 0 0,-2 3 0,3 0 0,4 4 0,3 0 0,-2 1 0,0-2 0,3 0 0,1-1 0,1-4 0,2-2 0,0-5 0,2-2-169,5 42 0,9-9 169,8-1 0,2-16 0,-2-2 0,3-10 0,9-7 0,-6-4 0,-1-8 0,3-3 0,1-8 0,-3 0 0,0-12 0,-3-3 0,3-2 760,-4-4-760,-8-2 365,-7 0-365,-3 0 0,-7-8 0,0-4 0,-7-3 0,-3-2 0</inkml:trace>
  <inkml:trace contextRef="#ctx0" brushRef="#br1" timeOffset="84">27878 16196 8912,'-11'-2'0,"-1"-4"0,-1-5 0,5 3 0,0 1 0,8 7 0,0 0 0,8 0 0,-4 0 0,7 0 0,-5 0 0,6 0 0,-1 5 0,6 3 0,0 0 0,1-1 0,5 7 0,0-3 0,7 4 0,-1 4 0,3 4 0,3 6 0,-1 5 0,1 7 0,-3 6 0,-3 9 0,1 12 0,-7 13 0,0 5 0,-7 7 0,-10-43 0,-1 2 0,-1 1 0,-2 0 0,-1 4 0,0-1-125,-1-4 0,0-1 1,0 0-1,0-2 125,0 37 0,-8 0 0,-3 0 0,-3-4 0,3-8 0,-5-3 0,5-20 0,-6 3 0,-4-12 0,-2-2 0,2-4 0,7-5 0,3-14 0,5-2 0,-5-3 0,7-4 0,-4-8 249,8 0 1,0-2-250,0-4 0,0 4 0,0-8 0,2 7 0,2-5 0,2-2 0,-1-1 0,-5-21 0,0-5 0</inkml:trace>
  <inkml:trace contextRef="#ctx0" brushRef="#br1" timeOffset="85">28876 15371 8912,'0'-23'0,"0"0"0,0 2 0,0 2 0,0 2 0,2 1 0,4 5 0,-4 3 0,13 8 0,-4 0 0,5 0 0,1 0 0,2 0 0,4 0 0,4-6 0,7 1 0,-1-1 0,-3 6 0,-1 0 0,2 0 0,-5 2 0,3 4 0,-8 3 0,2 8 0,-6 1 0,-5-1 0,-5 8 0,-7 3 0,-2 10 0,-5 4 0,-10 0 0,-10 0 0,-6 6 0,-1-2 0,-1-4 0,1-2 0,5-5 0,1-7 0,7 3 0,-2-8 0,4 0 0,9-6 0,18-8 0,15-3 0,15-4 0,10-4 0,7-2 0,8-1 0,6-9 0,6 3 0,-3-10 0,7-2 0,-1 2 0,0 2 0,3-4 0,5 0 0,-10 0 0,-7 6 0,-10 0 0,-13-1 0,-7 7 0,-16-1 0,-8 9 0,-15-5 0,-8 8 0,-3 0 0,1 0 0,-1 0 0,5 2 0,-6 4 0,9-4 0,-5 5 0,8-7 0,0 0 0,-8 8 0,1 1 0,-5 9 0,-3-1 0,-2 0 0,-10 0 0</inkml:trace>
  <inkml:trace contextRef="#ctx0" brushRef="#br1" timeOffset="86">19188 14288 8912,'9'-8'0,"-1"-2"0,-2-1 0,-1-1 0,-1-1 0,4 3 0,-2-1 0,-3-2 0,5 3 0,-2-1 0,0 7 0,-6-11 0,0 13 0,0-6 0,0 8 0,0 0 0,-8 0 0,-2 0 0,-7 0 0,0 0 0,0 0 0,-2 2 0,-4 4 0,-12-3 0,-11 9 0,-5 3 0,-7 6 0,-3-2 0,-8 4 0,0-4 0,1-1 0,8 3 0,9-4 0,3 4 0,14-10 0,-5-3 0,28 7 0,-5-13 0,24 6 0,-4-8 0,7 0 0,-7 0 0,12 0 0,-15 7 0,5 5 0,-4 3 0,-2 2 0,0 0 0,0 3 0,0 2 0,0-1 0,0 8 0,-6 0 0,1 5 0,-3 1 0,2-1 0,4 6 0,-3 2 0,1 2 0,-2 4 0,2 3 0,-7 7 0,5-3 0,-5 8 0,5-7 0,-6 1 0,7-4 0,-5 1 0,0 1 0,1 3 0,-1-1 0,-1-6 0,1-7 0,5-4 0,1 1 0,-8-7 0,8-3 0,-1-14 0,3 0 0,2-8 0,0-1 0,0-8 0,0 0 0,0-8 0,0 7 0,0-7 0,0 8 0,0 0 0,7 0 0,-3 0 0,8 0 0,-6 0 0,5 0 0,0 0 0,7 2 0,-1 4 0,6-5 0,0 5 0,0-4 0,2-2 0,-4 0 0,7 0 0,1 0 0,5 0 0,7 0 0,-1 0 0,6 0 0,-6 0 0,0 0 0,-4 0 0,2 0 0,3 0 0,4-6 0,-4 1 0,-1-3 0,-6 2 0,-5 4 0,0-3 0,-3-3 0,3 2 0,-4 1 0,-6 5 0,4 0 0,-10 0 0,5 0 0,-5 0 0,4 0 0,0 0 0,1 0 0,-1 0 0,0 0 0,0 0 0,0 0 0,1 0 0,-1 0 0,0 0 0,2 0 0,4 0 0,-4-2 0,4-4 0,2 4 0,-2-4 0,-2 2 0,-2-1 0,-2 3 0,1-13 0,-1 13 0,-6-6 0,1 8 0,-9 0 0,7-6 0,-4 0 0,-4 1 0,13 5 0,-13 0 0,13 0 0,-13 0 0,6-2 0,-8-4 0,2 4 0,3-4 0,-1-3 0,6-3 0,-3-3 0,5 4 0,-6-1 0,5 1 0,-5-6 0,5-6 0,-5 0 0,7-2 0,-3 4 0,0-2 0,-5 2 0,3-4 0,-2 2 0,5 0 0,-5 6 0,2 0 0,-3 0 0,-3 0 0,4-1 0,-4 1 0,-2 0 0,0 0 0,6 5 0,-1 1 0,1-1 0,-6-5 0,0 0 0,2 0 0,4 0 0,-4-1 0,3 1 0,-3 0 0,-2 0 0,0 0 0,0-1 0,2-5 0,4 1 0,-4-9 0,4 2 0,-5 3 0,-1-3 0,2 2 0,4-1 0,-4-3 0,4 8 0,-4-6 0,-2 6 0,0-5 0,0 5 0,0 2 0,0 2 0,0 2 0,0-1 0,0 1 0,0 0 0,0 0 0,0 0 0,0-1 0,-2 1 0,-4 0 0,4 0 0,-4 0 0,4 5 0,2 1 0,0-1 0,0-5 0,0 6 0,0-1 0,-5 1 0,-1-6 0,2-1 0,2 1 0,2 0 0,0 0 0,0 0 0,0-1 0,-7 1 0,5 0 0,-4 0 0,4 7 0,-4 1 0,1 3 0,-1 4 0,6-8 0,0 5 0,-6 1 0,0-8 0,-1 9 0,1-3 0,2-2 0,-7 3 0,5-3 0,-6 2 0,7 2 0,-7-7 0,1 5 0,-8-5 0,-4-3 0,4 5 0,-4-3 0,2 8 0,-2-1 0,2 1 0,-8-2 0,6 4 0,-6-3 0,6 3 0,-5 2 0,-1 0 0,2 0 0,-3 0 0,7 0 0,-2 0 0,2 0 0,2 0 0,-8 0 0,8 2 0,-2 3 0,4-3 0,2 6 0,0-2 0,0-1 0,5 7 0,1-7 0,1 3 0,-1-2 0,-5 3 0,7 9 0,-3-3 0,1-4 0,7-1 0,-2-4 0,4-4 0,2 5 0,0-7 0,0 0 0,0 8 0,-7 1 0,-3 9 0</inkml:trace>
  <inkml:trace contextRef="#ctx0" brushRef="#br1" timeOffset="87">22044 16970 8912,'12'-2'0,"-1"-4"0,-7-4 0,4-1 0,-8 0 0,0 7 0,0-4 0,0 8 0,0 2 0,-2 2 0,-2 3 0,-2 3 0,1 1 0,5 7 0,-2-1 0,-4 0 0,4 8 0,-4 4 0,-1 3 0,-1 4 0,0 2 0,1 3 0,-5 6 0,6-1 0,-5 2 0,5-2 0,0-4 0,6-8 0,0 1 0,0-1 0,0-2 0,2-3 0,4-6 0,-2-11 0,7-7 0,-5-3 0,6-2 0,1-2 0,10-3 0,-4-5 0,4-7 0,4-6 0,0-2 0,1 0 0,1 0 0,-2 2 0,1 6 0,-3 0 0,-8 0 0,1 5 0,-1 1 0,-8 7 0,-1-4 0,-16 10 0,-3 4 0,-4-4 0,-10 6 0,-2-8 0</inkml:trace>
  <inkml:trace contextRef="#ctx0" brushRef="#br1" timeOffset="88">22027 17262 8912,'-17'0'0,"0"0"0,7 0 0,4 0 0,12 0 0,0-6 0,9-1 0,4-1 0,0 0 0,8-3 0,2 5 0,1-5 0,-1 5 0,4-7 0,-5 3 0,5-2 0,1 1 0,1 7 0,-1-2 0,-7-1 0,-4 1 0,-4 0 0,-2 6 0,-7 0 0,-18 8 0,-11-6 0,-16 6 0</inkml:trace>
  <inkml:trace contextRef="#ctx0" brushRef="#br1" timeOffset="89">22027 17038 8912,'-17'0'0,"2"-2"0,3-3 0,-1 1 0,7-8 0,2 1 0,10-6 0,5 0 0,12-1 0,4 1 0,8-2 0,1-2 0,4-2 0,4-5 0,8 5 0,-8 0 0,-4 6 0,-6 1 0,-5 5 0,-6 5 0,-21 6 0,-14 6 0,-18 3 0,-14 9 0</inkml:trace>
  <inkml:trace contextRef="#ctx0" brushRef="#br1" timeOffset="90">22216 16901 8912,'-11'0'0,"-1"0"0,3 2 0,-3 4 0,-3 3 0,4 8 0,-3 8 0,3 4 0,-3 3 0,9 5 0,1 1 0,2 2 0,2 8 0,0-3 0,2-1 0,4 2 0,-3-2 0,9 2 0,-3-4 0,5-9 0,-3-3 0,3-1 0,-5-8 0,3 2 0,-8-4 0,1-2 0,-3-7 0,-9-3 0,-3-7 0</inkml:trace>
  <inkml:trace contextRef="#ctx0" brushRef="#br1" timeOffset="91">22561 17313 8912,'-12'-1'0,"1"-5"0,1 2 0,-1-7 0,3 7 0,8-4 0,2 8 0,4 0 0,-3 2 0,7 4 0,-2 5 0,-5 4 0,5 5 0,-2 3 0,0 3 0,1 1 0,-5 5 0,4-3 0,-4 4 0,-2-1 0,0-1 0,0-3 0,0-7 0,0 2 0,0-4 0,0-1 0,0-1 0,0 0 0,-2-2 0,-4-3 0,2-5 0,-7-7 0,-1 0 0,-5 0 0</inkml:trace>
  <inkml:trace contextRef="#ctx0" brushRef="#br1" timeOffset="92">22492 17262 8912,'0'-17'0,"0"0"0,2 1 0,3 5 0,5-3 0,7 9 0,2-7 0,2 6 0,4 3 0,2 1 0,7 2 0,7 0 0,-1 2 0,-8 1 0,-1 5 0,-3 2 0,-1 7 0,2 6 0,-6 0 0,-10-4 0,-3 2 0,-3 2 0,5 5 0,-6-5 0,-3 6 0,-8-4 0,-7 2 0,-3 3 0,-10 3 0,-4 1 0,-5-2 0,-6-3 0,2 4 0,-8-5 0,7-1 0,-1 2 0,6-10 0,5-2 0,-1 0 0,7-5 0,0-5 0,13-14 0,3-12 0</inkml:trace>
  <inkml:trace contextRef="#ctx0" brushRef="#br1" timeOffset="93">23421 16523 8912,'0'-12'0,"0"1"0,0-3 0,0 5 0,0-3 0,0 8 0,0-5 0,0 3 0,0 4 0,0-7 0,-2 5 0,-4-2 0,-5 2 0,-4 2 0,-3 2 0,-5 8 0,0 4 0,-13-3 0,2 3 0,-4-1 0,3 6 0,-1 0 0,-4 1 0,5-1 0,1 0 0,1 0 0,10 0 0,0-5 0,6-1 0,8 1 0,3 5 0,4 2 0,2 4 0,0 4 0,0 7 0,8 1 0,3-1 0,4 2 0,3 4 0,-1-3 0,0 3 0,-2 4 0,-3 0 0,-6 0 0,-5-4 0,5 2 0,0-2 0,0 6 0,-6-6 0,-6 0 0,0-6 0,0-5 0,6 0 0,0-8 0,0 2 0,0-10 0,0-2 0,2-7 0,4 4 0,6-2 0,3-1 0,8 1 0,0-6 0,7-6 0,-1 1 0,4-3 0,1 2 0,-7 2 0,-4-7 0,-4 7 0,-2-2 0,-7 4 0,-3 2 0,-30-7 0,-5-3 0</inkml:trace>
  <inkml:trace contextRef="#ctx0" brushRef="#br1" timeOffset="94">23593 16712 8912,'-9'-2'0,"1"-2"0,0-2 0,6-7 0,-3 1 0,3 3 0,4-1 0,3 3 0,-1-5 0,6 5 0,-3-3 0,-1 6 0,-14-3 0,-3 7 0,-4 0 0,-3 7 0,1 5 0,0 3 0,0 2 0,0 2 0,-1 4 0,3-2 0,4 8 0,3-2 0,8 3 0,0-1 0,0 1 0,0 9 0,0 1 0,6 0 0,-1-6 0,9 1 0,-3-1 0,-3-2 0,0-1 0,-3-4 0,1-2 0,0-1 0,-6-1 0,-2-4 0,-4 4 0,2-4 0,-7-1 0,1-7 0,-1 1 0,-12-9 0,4 5 0</inkml:trace>
  <inkml:trace contextRef="#ctx0" brushRef="#br1" timeOffset="95">23215 17124 8912,'7'-11'0,"5"-1"0,5 7 0,6-7 0,5 7 0,13-7 0,-3 3 0,6-5 0,0 3 0,0-3 0,-6 7 0,4-16 0,-7 4 0</inkml:trace>
  <inkml:trace contextRef="#ctx0" brushRef="#br1" timeOffset="96">23886 16591 8912,'-10'-7'0,"1"5"0,3-4 0,4 2 0,-4-1 0,4 3 0,2-8 0,0 4 0,0 4 0,0-5 0,0 7 0,0 0 0,0-8 0,0 6 0,-6 8 0,-1 13 0,-3 6 0,-3 11 0,-10 10 0,4 11 0,-4 6 0,4 12-246,2 5 0,-4 8 246,3-2 0,-1-6 0,13-17 0,1-7 0,5-16 0,5-2 0,3-17 0,2-6 0,3-7 0,2-6 0,3-2 0,-9 0 0,6-15 0,-5-5 0</inkml:trace>
  <inkml:trace contextRef="#ctx0" brushRef="#br1" timeOffset="97">24178 16935 8912,'-17'0'0,"6"0"0,1-2 0,2-3 0,3 3 0,5-6 0,0 8 0,-2 0 0,-4 0 0,4 0 0,-6 8 0,6 1 0,-3 8 0,3-5 0,-4-1 0,4 3 0,2 1 0,0 2 0,0 0 0,0 1 0,0-1 0,0 0 0,0-6 0,0 1 0,6-1 0,0 7 0,5-7 0,-5 0 0,0-7 0,-5 6 0,5-4 0,-4-4 0,6 5 0,-8-7 0,0 0 0,0-7 0,0 5 0,0-6 0,0 6 0,0-4 0,0 4 0,0-5 0,0 7 0,0 0 0,0-8 0,0-1 0</inkml:trace>
  <inkml:trace contextRef="#ctx0" brushRef="#br1" timeOffset="98">23903 16901 8912,'0'-12'0,"0"1"0,0 7 0,0-4 0,7 8 0,5 0 0,3 2 0,2 4 0,6 4 0,0 5 0,-2-4 0,4 5 0,-2-5 0,-2 6 0,-2 6 0,-1-4 0,-1 6 0,0-8 0,-6 1 0,-1-1 0,-2 2 0,-5 4 0,-8-4 0,-7 4 0,-5 2 0,-6-2 0,-4 0 0,-7-6 0,0 0 0,1 0 0,2-2 0,3-3 0,5 1 0,-6-7 0,8-8 0,-4-8 0</inkml:trace>
  <inkml:trace contextRef="#ctx0" brushRef="#br1" timeOffset="99">24281 16918 8912,'-7'-17'0,"5"0"0,-13 7 0,5 2 0,-1 18 0,-1 7 0,6 6 0,-3 8 0,1-1 0,4 7 0,2-3 0,2 6 0,-5-4 0,-1-1 0,0-7 0,6 1 0,0-8 0,0 2 0,0-4 0,0-2 0,2-7 0,4-4 0,5-5 0,5-1 0,1-7 0,0-5 0,0-11 0,0-3 0</inkml:trace>
  <inkml:trace contextRef="#ctx0" brushRef="#br1" timeOffset="100">24454 16884 8912,'-18'-18'0,"1"3"0,0 2 0,0 1 0,5 9 0,1-3 0,7 6 0,-2 6 0,4-3 0,2 9 0,0-1 0,0 6 0</inkml:trace>
  <inkml:trace contextRef="#ctx0" brushRef="#br1" timeOffset="101">24505 17245 8912,'0'-10'0,"0"3"0,0 8 0,0 5 0,6 4 0,0 7 0,5 2 0,-5 4 0,-2 6 0,-2 3 0,-10 8 0,-4 0 0,-5 8 0,-6-2 0,-3-4 0,-7-2 0,4-4 0,-11-1 0,4-1 0</inkml:trace>
  <inkml:trace contextRef="#ctx0" brushRef="#br1" timeOffset="102">24746 16918 8912,'-6'-17'0,"1"0"0,-9-1 0,10 9 0,-7 3 0,1 6 0,-1 6 0,5 5 0,4 10 0,2 2 0,0 6 0,0-4 0,0 3 0,0 9 0,0-3 0,0 6 0,0-3 0,0-3 0,2-5 0,4-3 0,3 1 0,1 0 0,5-6 0,-3 2 0,9-12 0,2-5 0,2-4 0,-2-2 0,-2-2 0,7-4 0,-1-3 0,2-9 0,-3-6 0,-4-3 0,0-2 0,0 1 0,-9 1 0,-2-2 0,-7-3 0,2 3 0,-8 2 0,-9-1 0,-3 7 0,-15-2 0,1 2 0,-7-2 0,7 9 0,-1-3 0,2 12 0,-3-1 0,3 4 0,2 2 0,2 0 0,6 8 0,0 1 0,-1 8 0,1 0 0</inkml:trace>
  <inkml:trace contextRef="#ctx0" brushRef="#br1" timeOffset="103">24574 17176 8912,'8'-10'0,"5"3"0,8 1 0,8 0 0,5-7 0,4 3 0,3-1 0,-3-1 0,4 3 0,-2-3 0,-2-1 0,-9 7 0,-4-5 0,-8 5 0,0-15 0,0 2 0</inkml:trace>
  <inkml:trace contextRef="#ctx0" brushRef="#br1" timeOffset="104">24574 16781 8912,'-11'-10'0,"1"2"0,0 3 0,1-1 0,3 0 0,-5 6 0,7-8 0,-4 7 0,10-7 0,4 8 0,3 0 0,7-2 0,-5-4 0,3 2 0,-7-5 0,1-1 0,-1 1 0,5 3 0,-6-5 0,5-1 0,-5-5 0,5 0 0,-5 0 0,6-1 0,-7 1 0,7 0 0,-5 0 0,1-2 0,0-4 0,-3 9 0,-5-3 0,8 4 0,-6-4 0,13 7 0,-11 2 0,8 10 0,1 4 0,2 6 0,-3 3 0,-1 2 0,1 6 0,5 0 0,0 6 0,0-7 0,-5 9 0,-1-2 0,-1-3 0,1 3 0,5-8 0,-7 4 0,8-8 0</inkml:trace>
  <inkml:trace contextRef="#ctx0" brushRef="#br1" timeOffset="105">25228 17159 8912,'-6'-12'0,"0"1"0,1 7 0,5-2 0,0 12 0,0 5 0,0 5 0,0 1 0,2 0 0,3 0 0,-3 1 0,4-1 0,-2 2 0,2 4 0,-5-4 0,5 4 0,-4-4 0,-2-2 0,0 0 0,0 0 0,-2 1 0,-4-1 0,-3 0 0,-8-7 0,-1-3 0</inkml:trace>
  <inkml:trace contextRef="#ctx0" brushRef="#br1" timeOffset="106">25211 17124 8912,'17'-15'0,"0"4"0,0-3 0,1 9 0,6-7 0,5 6 0,4-5 0,1 5 0,0 2 0,1 2 0,-8 4 0,-4 4 0,-1 4 0,-4 7 0,1 8 0,-13 1 0,-3 3 0,-1 0 0,-11-3 0,-8 3 0,-8 4 0,-10-5 0,-1 5 0,-4 1 0,3-5 0,-3-1 0,-2-5 0,2 4 0,4-2 0,5-4 0,1-10 0,7-5 0,0-4 0,5-2 0</inkml:trace>
  <inkml:trace contextRef="#ctx0" brushRef="#br1" timeOffset="107">25262 16299 8912,'18'0'0,"-1"-2"0,0-4 0,0-5 0,0 3 0,1 3 0,-3 5 0,-4 5 0,5 13 0,-5 10 0,6 5 0,6 1 0,-4 6 0,4 4 0,-4 4 0,-1 5 0,-1 5 0,0-1 0,0-2 0,-1 8 0,-3 0 0,-2-1 0,-7-5 0,2-11 0,-4-4 0,-2-8 0,-6 1 0,-1-3 0,-5-3 0,-7-6 0,2-4 0,-6-2 0,4 0 0,1 0 0,1-7 0,0-3 0</inkml:trace>
  <inkml:trace contextRef="#ctx0" brushRef="#br1" timeOffset="108">25245 15766 8912,'-8'-6'0,"8"1"0,10-1 0,5-2 0,10 6 0,4-3 0,5 1 0,6-2 0,-1 4 0,7-5 0,1 1 0,3 0 0,2 0 0,-3 6 0,-3 0 0,-6 0 0,-5 0 0,-6 0 0,-5 10 0,-8 5 0,-3 8 0,-1 4 0,-7 1 0,7 7 0,-8 5 0,1 0 0,-3 8 0,-2-2 0,6 5 0,0 7 0,5-5 0,-3 6 0,1-1 0,5-1 0,-1 0 0,-1-5 0,3-2 0,-4-5 0,5 3 0,1-8 0,0 8 0,0-2 0,-1-2 0,-5 2 0,3-1 0,-9 7 0,3 0 0,-2-1 0,-4-1 0,3-4 0,-3 1 0,-4-4 0,-2-1 0,-1 0 0,-9-4 0,3-10 0,1 3 0,-1-8 0,-3 6 0,-9-6 0,10-1 0,-4-4 0,-2-7 0,-4 1 0,-2-1 0,4 4 0,-4-1 0,-2-3 0,-3-5 0,-10 5 0,1-1 0,-7 1 0,8 3 0,-2-9 0,-2 1 0,2-6 0,2 0 0,9 0 0,-2 0 0,10-2 0,6-3 0,5-5 0,26-15 0,3-2 0</inkml:trace>
  <inkml:trace contextRef="#ctx0" brushRef="#br1" timeOffset="109">26346 17107 8912,'-22'0'0,"-1"0"0,2 0 0,3-2 0,7-3 0,3 3 0,22-6 0,5 6 0,6-2 0,5-1 0,8-7 0,3 4 0,-3 1 0,-2-1 0,-1 0 0,-1 3 0,-2 3 0,-3-6 0,-6 2 0,-4 1 0,-9-1 0,-3 6 0,-8 0 0,-5 0 0,-6 0 0,-11 2 0,-5 4 0,-3 3 0,2 1 0,-1 3 0,7-7 0,0 5 0,6-5 0,0 2 0,-1-3 0,1-3 0,8 6 0,1 0 0,10-6 0,4 3 0,5-3 0,4-2 0,3 0 0,-1 0 0,0 0 0,0 0 0,0 0 0,-7 0 0,5-7 0,-5-3 0</inkml:trace>
  <inkml:trace contextRef="#ctx0" brushRef="#br1" timeOffset="110">27155 16763 8912,'-7'-9'0,"5"-7"0,-4 5 0,4-4 0,-4 3 0,1 1 0,-9 7 0,3-2 0,1 4 0,1 4 0,-1 2 0,1 2 0,5 7 0,-2-1 0,-2 11 0,3 5 0,1 5 0,2 1 0,2 0 0,0 1 0,0 1 0,0 4 0,2-3 0,3 3 0,-1-2 0,8-2 0,-1 0 0,-1-3 0,-1-8 0,-3 3 0,-4-7 0,4 2 0,-4-4 0,-2-1 0,0-1 0,0 0 0,-8-7 0,-2-3 0,-7-7 0</inkml:trace>
  <inkml:trace contextRef="#ctx0" brushRef="#br1" timeOffset="111">26949 17124 8912,'-17'-2'0,"-1"-1"0,1-3 0,8-2 0,3 3 0,6 3 0,6-4 0,5 4 0,12 2 0,10-2 0,7-4 0,7 4 0,-3-5 0,0 1 0,-3 0 0,3-7 0,0 3 0</inkml:trace>
  <inkml:trace contextRef="#ctx0" brushRef="#br1" timeOffset="112">27310 16832 8912,'-9'8'0,"-1"-3"0,4 13 0,2-3 0,-5 14 0,1 3 0,4 6 0,-3 0 0,1 8 0,0-2 0,6 2 0,-5 2 0,-1-8 0,0-2 0,6-7 0,0-4 0,0-3 0,8-1 0,-6-13 0,13-10 0,-5-10 0</inkml:trace>
  <inkml:trace contextRef="#ctx0" brushRef="#br1" timeOffset="113">27379 17021 8912,'11'-2'0,"1"-2"0,1-1 0,3 1 0,1 2 0,0 2 0,0 0 0,-1 2 0,-3 2 0,-4 3 0,-1 3 0,4 3 0,-7 10 0,1-4 0,-6 4 0,0-4 0,0-1 0,-6 4 0,1 1 0,-9 0 0,5-5 0,-3-1 0,1 0 0,5-6 0,-5 1 0,7-1 0,-12-1 0,14-3 0,-5-14 0,7-3 0</inkml:trace>
  <inkml:trace contextRef="#ctx0" brushRef="#br1" timeOffset="114">27654 17038 8912,'-11'0'0,"-1"0"0,7 0 0,-7 0 0,3 8 0,-3 4 0,-1 3 0,7 2 0,-2 6 0,3 0 0,3 7 0,-4-3 0,4 2 0,2-1 0,2-7 0,4 2 0,-1-4 0,13-1 0,-5-3 0,10-4 0,-2-3 0,2-8 0,4-8 0,7-1 0</inkml:trace>
  <inkml:trace contextRef="#ctx0" brushRef="#br1" timeOffset="115">27826 16643 8912,'-9'-2'0,"3"-4"0,4 6 0,2 0 0,2 10 0,4 13 0,2 5 0,5 13 0,-2 6 0,3 9 0,-1-1 0,-1 8 0,-5 8-284,-7 9 0,-7 4 284,-5 2-269,-11 0 1,4-39 0,-4 0-1,-4 0 1,1 1 0</inkml:trace>
  <inkml:trace contextRef="#ctx0" brushRef="#br1" timeOffset="116">23008 6639 8912,'0'-5'0,"-1"-3"0,-2 4 0,0-2 0,0 3 0,3-4 0,0 5 0,0-3 0,0 5 0,-5 0 0,3 0 0,-3 1 0,0 3 0,2 1 0,-1 9 0,1 0 0,1 2 0,-3-1 0,2 2 0,0 2 0,3-3 0,1 0 0,1 0 0,3-1 0,0 1 0,2-4 0,-1-1 0,1-5 0,1-2 0,1 4 0,1-7 0,0 2 0,0-2 0,0-2 0,0-2 0,-1-4 0,-3-2 0,3-5 0,-6 3 0,2-4 0,0 1 0,-2 3 0,-3-5 0,0 4 0,0-1 0,0-1 0,-1 4 0,-3 0 0,-1 0 0,-5 5 0,0 1 0,3 3 0,0 1 0,1 0 0,-4 0 0,3 0 0,0 1 0,1 3 0,-1 1 0,0 1 0,5 7 0,-6-5 0,5 9 0,0-4 0,3 4 0,0-2 0,0 3 0,0-1 0,3-2 0,2 3 0,0-2 0,3-2 0,1-1 0,-3-3 0,1-1 0,1-2 0,1-3 0,1-4 0,0 0 0,0-1 0,1-2 0,1-4 0,2-3 0,-2-3 0,-4-3 0,-2-4 0,0 4 0,0-1 0,-1 0 0,-5 2 0,-1 0 0,-3 1 0,-1 3 0,-6-4 0,-1 3 0,-2 2 0,1-2 0,0 11 0,-1-3 0,2 3 0,1 1 0,1 0 0,0 0 0,1 5 0,1 1 0,3 4 0,0 4 0,2-3 0,3 7 0,0-4 0,0 2 0,4-4 0,1 6 0,2-4 0,0 2 0,0-4 0,2 1 0,-2-2 0,0-1 0,0-4 0,3-2 0,0-4 0,0 0 0,0 0 0,0 0 0,0 0 0,-1-4 0,-1-3 0,-3-2 0,0-1 0,-3 0 0,3-4 0,-4 3 0,3-4 0,-3 1 0,-6 3 0,3-5 0,-4 4 0,-2-1 0,0-1 0,0 4 0,2 1 0,-2 3 0,-1-3 0,2 8 0,1-3 0,3 3 0,-4 2 0,3 3 0,1 2 0,3 8 0,0 2 0,0 3 0,0-3 0,1 3 0,1-4 0,2 1 0,-1 3 0,0-8 0,2 2 0,0-2 0,-1-4 0,1 0 0,0 0 0,2-2 0,-4-1 0,3-4 0,2 0 0,-4-4 0,5-5 0,-3-5 0,-1-1 0,-1 1 0,0-4 0,0 1 0,-1 2 0,-3-2 0,-3 4 0,-1-4 0,-4 5 0,2-2 0,-3 3 0,-1 1 0,0 0 0,3 5 0,1 1 0,-1 3 0,-2 6 0,1 3 0,3 4 0,0 4 0,2 3 0,3 1 0,0 0 0,0 0 0,0 0 0,1 0 0,1-1 0,2-2 0,2-3 0,-1-4 0,-1 0 0,1 0 0,2-4 0,-4-2 0,3-4 0,1 0 0,3-7 0,-1-3 0,-1-3 0,-2-1 0,-4-1 0,2-1 0,-3-3 0,-1 2 0,0 3 0,0 0 0,0 3 0,-1 1 0,-1 0 0,-3 0 0,0 0 0,1 4 0,-2-1 0,-1 5 0,0-3 0,2 6 0,0 3 0,3 2 0,-4 8 0,5 0 0,-2 3 0,2 2 0,1-3 0,0 2 0,0 0 0,0-2 0,0-2 0,0-1 0,0-3 0,1-3 0,2 0 0,-2-1 0,8 0 0,-3-4 0,1-4 0,-1-5 0,-4-2 0,6-1 0,-4-1 0,-2-2 0,-1 2 0,-1-7 0,0 4 0,0-1 0,0 1 0,-1 0 0,-3 4 0,2 0 0,-4 0 0,0 4 0,-2 0 0,2 2 0,2-3 0,-2 4 0,-2 0 0,3 7 0,1 1 0,3 5 0,-3 0 0,3 4 0,-2-1 0,2 4 0,1-3 0,0 2 0,1-4 0,1 1 0,2-2 0,-1-1 0,-3 0 0,3-3 0,1 0 0,0-5 0,-1 1 0,-2-2 0,7-5 0,-4-3 0,-2-2 0,2-1 0,0 0 0,-1 0 0,-3 0 0,-1-3 0,-3 0 0,0-1 0,-4 4 0,2 0 0,-2 0 0,-1 0 0,0 0 0,2 0 0,-2 5 0,3 1 0,1 4 0,2 4 0,-2 2 0,2 8 0,0-2 0,3 5 0,0-1 0,0 3 0,0-2 0,0 2 0,0-8 0,1 1 0,1-3 0,1-2 0,2-2 0,-2 2 0,3-3 0,4-5 0,0-2 0,-5-3 0,4-7 0,-2-1 0,1-2 0,-2-2 0,2 0 0,-4 2 0,-1-2 0,-3 5 0,0-1 0,0 4 0,0 0 0,-1 0 0,-3 1 0,-2 3 0,1-3 0,-4 9 0,3 0 0,1 4 0,-2 6 0,2 1 0,1 3 0,-1 2 0,2 0 0,3 1 0,0 0 0,0 1 0,0-1 0,0-4 0,0-2 0,0-1 0,0 0 0,1-4 0,2-3 0,4-2 0,-3-1 0,5-4 0,-2-3 0,-1-2 0,0-1 0,-4 0 0,3-1 0,-2-1 0,1-1 0,-2 0 0,-1 2 0,-1-2 0,0 0 0,-1 3 0,-1 3 0,-2-1 0,2-1 0,-4 4 0,1 0 0,-2 5 0,2 3 0,0 3 0,2 2 0,3 9 0,0-1 0,0 0 0,0 3 0,0-5 0,0 4 0,0-1 0,0-5 0,1 1 0,2-2 0,3-5 0,1-2 0,-1-4 0,0-1 0,2-2 0,-2-5 0,1-3 0,-2-2 0,0-1 0,-2 1 0,1-1 0,-2-2 0,-1 4 0,-2-4 0,-3 4 0,-2-1 0,-3 0 0,-1 2 0,4 1 0,-3 0 0,3 0 0,-3 5 0,-1 1 0,3 3 0,2 2 0,0 3 0,3 2 0,1 8 0,1 1 0,0 5 0,0 0 0,0 0 0,0-1 0,0-1 0,0-2 0,0-2 0,4-1 0,3-3 0,2-4 0,1-2 0,0-4 0,-1-4 0,-1-4 0,-2-4 0,2-5 0,-4-2 0,1-1 0,-5 0 0,0 0 0,0 0 0,0 0 0,0 0 0,-5 4 0,-1-1 0,-3 5 0,-1-2 0,0 3 0,0 6 0,0 3 0,0 4 0,1 9 0,2 9 0,-2 4 0,8 5 0,-2-1 0,2-2 0,1-2 0,0-2 0,0-1 0,0-5 0,1-4 0,2-4 0,-1 0 0,5-5 0,-5-4 0,6-5 0,-4-4 0,-1-3 0,-3-1 0,0-1 0,0 0 0,0-1 0,-5-1 0,1 1 0,-4 0 0,1 2 0,4 0 0,-2 4 0,-1 1 0,0 3 0,4 1 0,-6 6 0,5 3 0,1 2 0,1 8 0,0 1 0,-3 1 0,3 2 0,-2-5 0,3 4 0,3-5 0,4-3 0,2 1 0,1-9 0,0 3 0</inkml:trace>
  <inkml:trace contextRef="#ctx0" brushRef="#br1" timeOffset="117">22778 7189 8912,'-7'0'0,"0"0"0,6-3 0,1 0 0,8-1 0,5 3 0,1-1 0,0-1 0,1-1 0,2 4 0,0 0 0,-1 0 0,1 0 0,-1 1 0,-2 2 0,-1 0 0,-2 5 0,-1-3 0,-1 6 0,-3 3 0,-1-2 0,-5 5 0,-1 0 0,-3 2 0,-1 1 0,-5-3 0,0 0 0,1-4 0,2 4 0,-2-9 0,4 2 0,-1-1 0,1-4 0,1-2 0,3-11 0,-8 2 0,4-9 0</inkml:trace>
  <inkml:trace contextRef="#ctx0" brushRef="#br1" timeOffset="118">22938 7149 8912,'-10'5'0,"4"-4"0,-2 8 0,5-3 0,-1 1 0,0 3 0,3-2 0,-1 6 0,4 1 0,4-1 0,4 4 0,0-1 0,0-2 0,0 2 0,3-3 0,2-3 0,0 3 0,-3-7 0,2 3 0,-3-5 0,-1 2 0,0-5 0,0-2 0,0-6 0</inkml:trace>
  <inkml:trace contextRef="#ctx0" brushRef="#br1" timeOffset="119">23138 7219 8912,'7'-5'0,"-1"1"0,1-1 0,3-1 0,0-4 0</inkml:trace>
  <inkml:trace contextRef="#ctx0" brushRef="#br1" timeOffset="120">23238 7329 8912,'-6'-1'0,"3"-2"0,2 2 0,2-5 0,2 4 0,4-1 0,-1-5 0,0 1 0,2-2 0,1-1 0,1 0 0,0 0 0</inkml:trace>
  <inkml:trace contextRef="#ctx0" brushRef="#br1" timeOffset="121">23358 7199 8912,'6'-4'0,"3"2"0,-3-5 0,3 4 0,1-4 0,1-1 0,3-1 0,1-5 0,5-2 0</inkml:trace>
  <inkml:trace contextRef="#ctx0" brushRef="#br1" timeOffset="122">23608 6989 8912,'-5'0'0,"0"0"0,2 1 0,0 3 0,-2 2 0,2 8 0,1 2 0,-5 8 0,4 1 0,-3 5 0,2 0 0,0 0 0,4 0 0,0-3 0,0-3 0,0-2 0,0 0 0,5-15 0,1 2 0,3-3 0,1-3 0,4-5 0,-1-5 0,5 0 0,-3-10 0,2-1 0,-1-1 0,-2-1 0,4 0 0,-7 0 0,3-4 0,-4-2 0</inkml:trace>
  <inkml:trace contextRef="#ctx0" brushRef="#br1" timeOffset="123">23598 7069 8912,'0'10'0,"0"1"0,0 3 0,4-2 0,0 5 0,2 2 0,1 3 0,7 3 0,-2 5 0,5 0 0,-1-1 0,4-2 0,0 2 0,0-3 0,3 1 0,-2-3 0,-2-4 0,-6-6 0,1 0 0</inkml:trace>
  <inkml:trace contextRef="#ctx0" brushRef="#br1" timeOffset="124">23698 6819 8912,'4'-15'0,"0"1"0,3 4 0,4 4 0,3 1 0,7 8 0,3 3 0,3 6 0,5 14 0,2 6 0,1 9 0,-18-17 0,0 0 0,-2 2 0,-1 0 0,1 6 0,-2 1-31,-1 0 0,-1 0 1,1 1-1,0 0 1,-3 0-1,0-1 0,0-2 1,-2-1-1,3 25 31,-5-5-516,-4-6 1,-10 0 0,-2-4-1</inkml:trace>
  <inkml:trace contextRef="#ctx0" brushRef="#br1" timeOffset="125">22808 6909 8912,'-1'-6'0,"-3"0"0,-2 2 0,-2 3 0,0 4 0,1 7 0,1 11 0,-4 12 0,0 12 0,0 9 0,5-24 0,1 0 0,0 4 0,2 0 0,2-1 0,1 0 0,3-1 0,1 0 0,2-2 0,3 0 0,2-1 0,3-1 0,1-1 0,2 0 0,2-2 0,1-1 0,3-2 0,2-2 0,1-5 0,2-3 0,-2 0 0,1-1 0,2-4 0,-1-2 0,27 4 0</inkml:trace>
  <inkml:trace contextRef="#ctx0" brushRef="#br1" timeOffset="126">22848 4020 8912,'-7'-4'0,"0"1"0,5 0 0,-3 3 0,1 0 0,3 0 0,-3 0 0,4 0 0,-5 0 0,3 0 0,-5 0 0,5 0 0,-2 0 0,-1 0 0,4 0 0,-3 0 0,4 0 0,-5 0 0,4 0 0,-3 0 0,4 0 0,0 4 0,0-2 0,0 5 0,0-4 0,1 4 0,2 0 0,3-1 0,-1 1 0,4 0 0,-2 3 0,2-4 0,1 1 0,0 0 0,0-2 0,0 1 0,0-4 0,0 1 0,0 0 0,0-2 0,-4-1 0,1 0 0,0-1 0,3-3 0,-5-1 0,-1-5 0,-3 0 0,-1 0 0,0 0 0,0 0 0,0 0 0,-4 0 0,0 0 0,-2 0 0,4 0 0,-7 0 0,3 0 0,-3 1 0,0 1 0,2 1 0,-2 4 0,3-4 0,-3 5 0,-1-1 0,0 1 0,0-2 0,0 3 0,3-3 0,0 4 0,0 0 0,-2 0 0,2 0 0,0 0 0,4 0 0,-3 1 0,2 2 0,-4-2 0,7 5 0,-2-3 0,2-1 0,1 5 0,0 0 0,0 3 0,3 1 0,1 1 0,2 1 0,2 0 0,-4-2 0,5 0 0,-2 2 0,1-2 0,-1 3 0,0-3 0,0-1 0,3 0 0,0-4 0,0 1 0,0-1 0,0 0 0,0-1 0,0-5 0,0 0 0,0 0 0,0 0 0,-4-5 0,0-1 0,-2-3 0,4-1 0,-7 0 0,3 0 0,-3 0 0,-1 0 0,0 0 0,0 0 0,-1 0 0,-3 0 0,-2 0 0,1 0 0,-5 0 0,1-1 0,-3-3 0,-1 4 0,3 0 0,0 0 0,0 4 0,-1-2 0,-3 1 0,6-1 0,-2 5 0,3 0 0,-3 3 0,3 0 0,0 0 0,1 0 0,-1 3 0,1 2 0,2 0 0,1 2 0,3 3 0,0-4 0,0 1 0,0 1 0,0 1 0,0 1 0,0 0 0,0 0 0,1 1 0,1 1 0,1 1 0,5 1 0,-1-4 0,2 0 0,1 0 0,0 2 0,0-2 0,0 2 0,0-7 0,0 2 0,0-1 0,0-2 0,0-1 0,0-2 0,0-1 0,0 0 0,0-1 0,0-3 0,-4-1 0,1-5 0,-4 0 0,3-1 0,-2-2 0,-1 0 0,-2 0 0,-1 3 0,0 0 0,0 0 0,-4-4 0,1 1 0,-5 0 0,2 3 0,-3 0 0,-1 0 0,-1 0 0,-3 0 0,3 0 0,-4 1 0,1 2 0,3-2 0,-2 3 0,2 1 0,1 2 0,0 2 0,0 1 0,0 0 0,0 0 0,3 4 0,0 3 0,5 2 0,-1 1 0,2 0 0,1 0 0,0 1 0,0 1 0,0 1 0,0 0 0,0-2 0,3 0 0,0 2 0,5-1 0,-1 4 0,2-2 0,1 0 0,0-4 0,1 0 0,1 0 0,1 0 0,0 0 0,-2-5 0,2 0 0,0-5 0,1 0 0,-4 0 0,0 0 0,0 0 0,0-1 0,0-3 0,0-1 0,-1-5 0,-3 0 0,-2 0 0,0 3 0,-1 0 0,1 1 0,-4-4 0,0 0 0,0 0 0,0-1 0,0-3 0,-5 3 0,0-3 0,-5 3 0,0-3 0,-4 3 0,1-2 0,-5 2 0,6 1 0,-5 0 0,0 0 0,1 1 0,0 1 0,2 3 0,2 0 0,1 2 0,1 3 0,1 1 0,2 2 0,3 3 0,4 4 0,0 0 0,0 0 0,0 1 0,0 2 0,0-2 0,0 3 0,0-2 0,0 1 0,0-2 0,1 4 0,1-4 0,1 2 0,5-1 0,-1 4 0,2-2 0,1-1 0,0-2 0,3-1 0,0 0 0,0 0 0,1-4 0,-1 0 0,0-2 0,-2 0 0,-1-4 0,1 0 0,1-1 0,1-2 0,0 0 0,-2-5 0,-5 3 0,1-5 0,-4-1 0,3-2 0,-2 0 0,0 0 0,-4 3 0,0 0 0,0 0 0,0 0 0,-4-1 0,0-2 0,-3 0 0,-4 1 0,1 1 0,-4 1 0,-1 0 0,0 0 0,-1 1 0,2 1 0,-1 1 0,4 2 0,-2-2 0,2 4 0,1 2 0,0 1 0,3 0 0,0 0 0,5 1 0,-1 2 0,2 4 0,1 2 0,0 1 0,0 1 0,0 1 0,0 1 0,1 1 0,1-3 0,2 1 0,2 1 0,1 1 0,-1-4 0,1 0 0,1 0 0,1-1 0,1-3 0,0 3 0,0-4 0,0 1 0,0 2 0,0-5 0,0 1 0,0-1 0,0 0 0,0 1 0,0-4 0,-4 0 0,1 0 0,0 0 0,-2-5 0,3 0 0,-5-5 0,0 0 0,-2 0 0,-1 0 0,0 0 0,0 0 0,-5-4 0,-1 1 0,-3 1 0,-1 1 0,-1 1 0,-2 0 0,-1 0 0,-2 0 0,4 0 0,-1 0 0,-2 3 0,2 0 0,0 5 0,3-2 0,0-1 0,4 4 0,-3-3 0,3 4 0,1 1 0,2 2 0,2-1 0,1 5 0,0-4 0,0 4 0,3 0 0,1 2 0,2-3 0,0 3 0,1-2 0,0 2 0,0 1 0,3-4 0,0 1 0,0 1 0,0 1 0,3 1 0,0 0 0,1-4 0,-3 1 0,1 0 0,1-1 0,0 1 0,-7-5 0,3 4 0,-2-3 0,2-2 0,-4 4 0,0-6 0,-5-3 0,-1-1 0,-3-6 0,-2-3 0,-3 3 0,-1-2 0,0-2 0,-1 1 0,-3-2 0,3 4 0,-2-1 0,-2 2 0,2 1 0,0 0 0,3 0 0,0 3 0,0 2 0,0 0 0,4 2 0,-3 3 0,8 1 0,-1 2 0,3 4 0,2 2 0,4 1 0,-4 0 0,5 2 0,-2-1 0,-1-2 0,4-1 0,-2 2 0,2 0 0,1 0 0,0 0 0,0 0 0,0 0 0,1 0 0,1 0 0,1 0 0,0 0 0,-2-5 0,-1 4 0,0-3 0,0-1 0,-1 1 0,-2-4 0,0 1 0,-5 1 0,3-4 0,-5-5 0,-1 0 0,-3-6 0,-2-2 0,-3 0 0,-1-1 0,0 0 0,-1 2 0,-3-5 0,3 5 0,-2-1 0,2 2 0,1 1 0,0 0 0,0 0 0,0 0 0,4 4 0,1 2 0,2 3 0,0-3 0,0 4 0,3 0 0,1 1 0,2 6 0,4 1 0,2 1 0,1 1 0,-4 0 0,1 0 0,1 0 0,1 0 0,1 0 0,0 0 0,-5-5 0,4 4 0,-8-8 0,5 7 0,-3-5 0,-3-3 0,0-4 0,-5-2 0,-4 0 0,-1-5 0,0-3 0,-4 3 0,0-3 0,-1 0 0,1 1 0,2 1 0,-4 1 0,5 1 0,-2 0 0,6 4 0,4 7 0,6 9 0,6 1 0,5 6 0,2 1 0,2 1 0,-3 0 0,2-3 0,-4 0 0,3-4 0,0 1 0,-2-2 0,0-3 0,0 1 0,-8-8 0,1 3 0,-5-3 0,3-6 0,-5-1 0,-1-3 0,-3-2 0,-1-2 0,-2 0 0,0 1 0,-3-3 0,-3 2 0,0-5 0,3 7 0,0-2 0,0 2 0,0 2 0,0 2 0,0-2 0,1 7 0,1-3 0,1 0 0,5 11 0,2 1 0,7 10 0,2 0 0,1 3 0,1 0 0,1 0 0,1 0 0,1-5 0,-4 3 0,-1-5 0,-3 0 0,3-3 0,-3-3 0,-1 0 0,0-5 0,-5 3 0,0-10 0,-14 0 0,-2-5 0</inkml:trace>
  <inkml:trace contextRef="#ctx0" brushRef="#br1" timeOffset="127">23048 4130 8912,'-10'5'0,"0"4"0,1-2 0,1 3 0,1 3 0,2 3 0,-3 4 0,3 0 0,0 0 0,3 0 0,-3 0 0,2 0 0,1 0 0,1-1 0,1-3 0,0 0 0,0-4 0,0 1 0,-5 1 0,0-4 0</inkml:trace>
  <inkml:trace contextRef="#ctx0" brushRef="#br1" timeOffset="128">23008 4600 8912,'-8'6'0,"-2"1"0,-1 1 0,0 1 0,1 1 0,4 0 0,3 0 0,2 0 0,1 0 0,1 1 0,2 1 0,4 1 0,1 5 0,-1-2 0,-1 0 0,-2 1 0,4-5 0,-7 7 0,8-8 0,-3 4 0</inkml:trace>
  <inkml:trace contextRef="#ctx0" brushRef="#br1" timeOffset="129">23078 5000 8912,'-10'10'0,"3"0"0,2 0 0,0 0 0,-3 0 0,6 0 0,-3 1 0,0 2 0,2-2 0,3 4 0,0-5 0,0 1 0,0 2 0,0-2 0,0 4 0,0-1 0,0-3 0,-1 4 0,-3-5 0,3 4 0,-3 2 0</inkml:trace>
  <inkml:trace contextRef="#ctx0" brushRef="#br1" timeOffset="130">23038 5400 8912,'-4'10'0,"0"0"0,-2 0 0,4 1 0,-1 2 0,-3-2 0,5 4 0,-2-5 0,2 3 0,1 0 0,-4 1 0,1-4 0,1 0 0,1 0 0,1 0 0,0 0 0,0 0 0,0 0 0,0 0 0,-5-5 0,4 4 0,-2-2 0,2 1 0,1 2 0,0 0 0,0 0 0,0 0 0,0 0 0,1 0 0,1 0 0,1 0 0,5 0 0,-6 2 0,5 1 0,-5-1 0,2 5 0,0-4 0,-1 3 0,0-1 0,-2 1 0,-1-1 0,0 2 0,0-4 0,-5-2 0,4-1 0,-2 0 0,-3 0 0,2-3 0,-3 0 0,-1-1 0,5 4 0,1 0 0,1 0 0,1 2 0,0 0 0,0 1 0,0 0 0,0 1 0,0-1 0,-5 5 0,0-3 0</inkml:trace>
  <inkml:trace contextRef="#ctx0" brushRef="#br1" timeOffset="131">22988 6319 8912,'-10'20'0,"0"0"0,1 0 0,2 0 0,3 0 0,0 0 0,1 1 0,1 3 0,1-8 0,2 8 0,2-8 0,2-1 0,2-2 0,0-2 0,0-1 0,-2 0 0,0 0 0</inkml:trace>
  <inkml:trace contextRef="#ctx0" brushRef="#br1" timeOffset="132">22828 3090 8912,'0'-7'0,"-1"1"0,-3-2 0,3 3 0,-3-4 0,4 8 0,0-8 0,-1 8 0,-3-2 0,2 2 0,-5 1 0,5 4 0,-6-1 0,5 3 0,0-2 0,2 2 0,-3 2 0,3 1 0,-2 1 0,2 0 0,-3-2 0,1 2 0,0-3 0,3 8 0,0-5 0,0 0 0,0 0 0,0 0 0,0-4 0,0 1 0,0-5 0,4 7 0,2-8 0,4 4 0,0-5 0,-4 0 0,1 0 0,-1-1 0,1-3 0,0-2 0,-1-3 0,0-1 0,3 0 0,-7 3 0,4 0 0,-2 0 0,0-2 0,-3-1 0,2 0 0,-2 0 0,3 0 0,-3 4 0,-1-3 0,0 3 0,-4 0 0,0 1 0,-2 0 0,4-3 0,-6 6 0,4-3 0,-2 0 0,3 2 0,-4 3 0,4 0 0,-4 0 0,4 4 0,-4 3 0,4 3 0,-4 3 0,5-2 0,-2 4 0,-1-1 0,4 2 0,-3 0 0,4 1 0,0 1 0,0-4 0,0 4 0,0-5 0,0 0 0,0 1 0,0-1 0,0 1 0,1-8 0,2 1 0,-1-4 0,5 4 0,-1-6 0,0-1 0,2-4 0,-4-6 0,2 0 0,0-4 0,0 1 0,3-5 0,-2 2 0,-2-3 0,2-1 0,-5 3 0,2 0 0,-3 5 0,-1-3 0,0 1 0,0 3 0,0-2 0,-5 2 0,1 4 0,-4 2 0,1 0 0,0 3 0,-2 1 0,3 1 0,-3 0 0,3 0 0,0 4 0,0 3 0,2 2 0,-3 1 0,4 0 0,0 1 0,3 2 0,0-2 0,0 3 0,0-2 0,0 1 0,0-2 0,0 4 0,0-5 0,0 0 0,0-5 0,0 4 0,1-3 0,2-1 0,-2 1 0,3-3 0,1-2 0,2 3 0,-2-3 0,2-1 0,-5-5 0,6 0 0,-5-5 0,4 0 0,-4 0 0,1 0 0,-4 0 0,0 0 0,0 3 0,0 0 0,0 1 0,0-4 0,0 0 0,-1 1 0,-3 2 0,3-2 0,-8 5 0,3-3 0,-3-2 0,2 8 0,0-2 0,1 3 0,0 3 0,2 3 0,0 4 0,1 0 0,0 0 0,3 1 0,0 2 0,0-2 0,0 3 0,0-3 0,0-1 0,0 0 0,0 0 0,0 0 0,1-4 0,2 1 0,3-4 0,4 4 0,-4-5 0,1 2 0,-4-3 0,4-2 0,1-3 0,-3-1 0,2-5 0,-5 0 0,6 2 0,-5-2 0,5-2 0,-7-4 0,3 3 0,-3 2 0,-1 4 0,0 0 0,0 0 0,0-2 0,0-1 0,-5 3 0,-1 1 0,1 3 0,0-1 0,2 5 0,0 2 0,1 4 0,-3 5 0,2 2 0,0 3 0,3-1 0,0-1 0,0 3 0,0-5 0,0-4 0,4-4 0,3-5 0,2-5 0,1 0 0</inkml:trace>
  <inkml:trace contextRef="#ctx0" brushRef="#br1" timeOffset="133">22147 2800 8912,'6'0'0,"-2"0"0,-3 4 0,1 3 0,2 2 0,4 1 0,-3 1 0,5 2 0,0 3 0,0 4 0,0 0 0,0 0 0,0 0 0,0 0 0,0 0 0,0 0 0,-3 0 0,0 0 0,-5-5 0,1-1 0,-2-3 0,-1-1 0</inkml:trace>
  <inkml:trace contextRef="#ctx0" brushRef="#br1" timeOffset="134">22117 2840 8912,'6'0'0,"-2"0"0,-1-1 0,1-3 0,-1 3 0,2-8 0,1 3 0,3-3 0,1 0 0,0 2 0,3-2 0,1 3 0,-1-2 0,-3 1 0,0 3 0,0 4 0,0 0 0,-1 4 0,-2 3 0,-3 6 0,-4 4 0,0 2 0,0 1 0,-3 1 0,-2 1 0,0 2 0,-2-1 0,1-6 0,-1-1 0,5-4 0,-4-2 0,3-6 0,2-3 0,-8-10 0,3-2 0</inkml:trace>
  <inkml:trace contextRef="#ctx0" brushRef="#br1" timeOffset="135">22327 2790 8912,'6'7'0,"-3"-1"0,-1-2 0,2 2 0,-3-4 0,3 3 0,-4-1 0,4-1 0,0 2 0,2 0 0,-3 2 0,4 0 0,-2 2 0,2 1 0,2 0 0,-3 0 0,-1 0 0,-1 0 0,-4 0 0,1-3 0,3-1 0,-3-4 0,3 7 0,-4-9 0,-1 1 0,-2-3 0,2-6 0,-4 0 0,4-7 0,-1 1 0,-1-1 0,-1-1 0,4 1 0,0 0 0,0-2 0,4 1 0,0 2 0,2-1 0,0 4 0,4-3 0,0 4 0,0 3 0,0 1 0,0 0 0,0-1 0,0 4 0,0 2 0,0 1 0,0 0 0,0 4 0,0 2 0,0 4 0,-4 0 0,-2-5 0,-4 4 0,0-6 0,0 3 0,0-4 0,4 4 0,0-4 0,2 2 0,-4-1 0,7-3 0,-2 0 0,-3 0 0,2 0 0,-3 0 0,-2-5 0,3 0 0,0-2 0,-1 1 0,-1 2 0,-5-2 0,-3-1 0,-4 1 0,0 3 0,5 2 0,-4 1 0,7 1 0,-5 2 0,5 3 0,-1 3 0,5-1 0,1-2 0,5-4 0,-1 2 0,5-3 0,1-1 0,2-1 0,-2-3 0,-2-1 0,4-5 0,-1 0 0,-3 0 0,2 0 0,-1 0 0,-6 0 0,1 0 0,-2 0 0,2 0 0,-4 0 0,-1 0 0,-2 3 0,0 1 0,-5 3 0,-2 0 0,-1 2 0,-1 5 0,2 3 0,-1 5 0,5 3 0,1 0 0,1-3 0,1 6 0,0-4 0,0 2 0,0-2 0,1-1 0,1-3 0,2 0 0,2 0 0,-3-1 0,4-3 0,1-2 0,-4-3 0,4-6 0,-5-1 0,4-8 0,-4-2 0,1-4 0,-4-2 0,0-2 0,0-4 0,0 3 0,0-1 0,-2-3 0,-1 3 0,-1-3 0,-4 0 0,1 2 0,5 7 0,-6 6 0,5 4 0,0 9 0,3 7 0,0 16 0,0 6 0,5 11 0,4 8 0,3 2 0,3 0 0,-2-3 0,3-1 0,5-5-372,2 0 372,7-5 0,6-1 0,4-8 0,-4-1 0,1-5 0,1 0 0,1 0 0</inkml:trace>
  <inkml:trace contextRef="#ctx0" brushRef="#br1" timeOffset="136">23218 4000 8912,'9'-10'0,"-2"0"0,-3 4 0,-4 3 0,0 7 0,0 6 0,0 5 0,0 5 0,1 0 0,2 0 0,0 3 0,3 1 0,2 1 0,1-1 0,1-1 0,-4 2 0,2-4 0,-1 1 0,2-3 0,1-2 0,-1-5 0,-2 2 0,0-7 0,-3 0 0,-1-5 0,-3 3 0,0-5 0</inkml:trace>
  <inkml:trace contextRef="#ctx0" brushRef="#br1" timeOffset="137">23238 4200 8912,'0'5'0,"-4"0"0,2-1 0,-2-3 0,4 4 0,0-5 0,6-5 0,2-3 0,5-3 0,-1-2 0,-1-5 0,3 3 0,2-5 0</inkml:trace>
  <inkml:trace contextRef="#ctx0" brushRef="#br1" timeOffset="138">23408 4070 8912,'0'10'0,"0"-5"0,0 0 0,1-5 0,3 0 0,1 0 0,5 0 0,0 0 0,0 0 0,0 0 0,1 4 0,1 3 0,2 2 0,-2 1 0,-1 0 0,-1 0 0,-1 3 0,-2 0 0,1 1 0,-5-4 0,0 0 0,-3 0 0,0 0 0,0 0 0,0-6 0,-1-5 0,-2-8 0,1-5 0,-4-7 0,2-3 0,0 2 0,4-5 0,1 5 0,2-1 0,0 2 0,5 1 0,-3 0 0,5 0 0</inkml:trace>
  <inkml:trace contextRef="#ctx0" brushRef="#br1" timeOffset="139">23658 3990 8912,'4'6'0,"-1"1"0,0-4 0,-3 4 0,5 0 0,-4 3 0,3 0 0,1 0 0,-4-5 0,3 4 0,-3-2 0,2 2 0,0 1 0,1 0 0,-1 0 0,0 0 0,5-5 0,-6 4 0,5-2 0,-5-3 0,7 0 0,-3-8 0,3 3 0,-2-8 0,-1 1 0,-2-3 0,-2-2 0,3-4 0,-2 4 0,1-4 0,0 4 0,-3-4 0,2 4 0,2 3 0,-2 3 0,0 1 0,-1-3 0,1 2 0,-1 3 0,4 5 0,-2 2 0,4 3 0,-6 4 0,5 1 0,1 1 0,0 1 0,2 1 0,0-4 0,0 0 0,0 0 0,0 0 0,0 0 0,0-5 0,1 0 0,-1-5 0,0 0 0,0-5 0,-4 0 0,0-6 0,-2-3 0,3 0 0,-4-4 0,-1 1 0,0 4 0,-2-4 0,0 5 0,0-1 0,0 2 0,-5 1 0,3 4 0,-5 3 0,-1 2 0,4 10 0,0 2 0,4 9 0,0 0 0,0 0 0,0 3 0,1 1 0,2 1 0,4-1 0,2 0 0,1-4 0,4-5 0,3-1 0,3-4 0,3-4 0,-2-1 0,4-14 0,-5-2 0</inkml:trace>
  <inkml:trace contextRef="#ctx0" brushRef="#br1" timeOffset="140">24229 7029 8912,'1'6'0,"2"-3"0,4-2 0,-2-1 0,2 0 0,1 0 0,1 0 0,-3 0 0,1 0 0,-5-4 0,6 2 0,-5-5 0,1 5 0,-4-3 0,0 5 0,0-4 0,0 3 0,0-5 0,0 3 0,0 2 0,3-5 0,0 3 0,2 1 0,-2-5 0,-2 4 0,3-4 0,-3-1 0,-1 3 0,0-2 0,0 4 0,0-4 0,0 0 0,0 2 0,0-4 0,0 8 0,0-4 0,0 5 0,0 5 0,0 3 0,1 4 0,2 4 0,-2 4 0,3 4 0,1-3 0,-4 8 0,3-3 0,0 3 0,1 1 0,0 0 0,-3-4 0,2-3 0,1-6 0,-4-3 0,4-5 0,-1-2 0,-3-4 0,4-6 0,-1-4 0,-3-6 0,4-3 0,-5-4 0</inkml:trace>
  <inkml:trace contextRef="#ctx0" brushRef="#br1" timeOffset="141">24289 7089 8912,'-7'4'0,"0"-1"0,5 0 0,-7-3 0,9 0 0,0 0 0,6-1 0,7-2 0,3-4 0,4-6 0,0 2 0,3-7 0,1 5 0,-2 0 0,-1-2 0,-1-1 0</inkml:trace>
  <inkml:trace contextRef="#ctx0" brushRef="#br1" timeOffset="142">24519 7099 8912,'4'6'0,"-2"-2"0,2-4 0,-4 0 0,4 0 0,2 0 0,1-4 0,-1-3 0,2-2 0,1-5 0,1 3 0,-1-3 0,-2 3 0,0 1 0,-3 0 0,0 0 0,-2 0 0,2 0 0,-1 0 0,-7 5 0,-3 1 0,-2 4 0,-1 4 0,3 2 0,1 8 0,3 1 0,-4 5 0,3 0 0,2 0 0,1 0 0,1 0 0,0 0 0,1 0 0,2 0 0,3-4 0,5-3 0,2-2 0,-1-5 0,6-2 0,-2-5 0,1-2 0,-1-4 0,0-6 0,1-4 0,0-2 0,-3-1 0,-2 0 0,-5 5 0,0-4 0,-3 2 0,-2-2 0,-1 4 0,-1 0 0,0 5 0,0 5 0,0 1 0,0 9 0,0 4 0,0 3 0,0 5 0,1-3 0,3 2 0,1-4 0,5 6 0,-1-4 0,-2 2 0,2-4 0,-3 1 0,0-2 0,1-1 0,-5 0 0,7 0 0,-8 0 0,2 0 0,-3 0 0,-3-1 0,-3-1 0,1-1 0,-4-5 0,2 1 0,3-2 0,-5-1 0,8-9 0,-4-2 0</inkml:trace>
  <inkml:trace contextRef="#ctx0" brushRef="#br1" timeOffset="143">24959 6899 8912,'0'6'0,"4"4"0,0-1 0,2 3 0,-1 6 0,2-2 0,2 8 0,-5-3 0,4 3 0,-1 0 0,0-1 0,-2 0 0,-1-3 0,1 0 0,-4 0 0,2-4 0,-6-3 0,-4-2 0,-2 4 0,-1 0 0</inkml:trace>
  <inkml:trace contextRef="#ctx0" brushRef="#br1" timeOffset="144">24919 7079 8912,'10'-1'0,"0"-2"0,5-3 0,1-4 0,4 3 0,4-2 0,2-2 0,3-1 0,6-8 0,0-1 0</inkml:trace>
  <inkml:trace contextRef="#ctx0" brushRef="#br1" timeOffset="145">25350 6929 8912,'-6'5'0,"-3"-3"0,2 5 0,1-1 0,-2 4 0,0 0 0,-3 4 0,4 0 0,-1 2 0,2 0 0,-2 3 0,5-2 0,0-2 0,3-1 0,0-3 0,1 2 0,2-2 0,3-1 0,4-3 0,0-1 0,0-2 0,0 0 0,0-1 0,0 0 0,0-1 0,1-1 0,2-1 0,-2 0 0,4 0 0,-5 0 0,-5 0 0,0 5 0,-5 1 0,0 3 0,0 1 0,-6 0 0,-4 0 0,0 0 0,-4 1 0,0 2 0,1 0 0,-2-1 0,3-4 0,-1-1 0,0-5 0,3 2 0,0-8 0,0-2 0</inkml:trace>
  <inkml:trace contextRef="#ctx0" brushRef="#br1" timeOffset="146">25550 6989 8912,'0'10'0,"-1"-4"0,-3-3 0,-5 2 0,-4-2 0,0 5 0,3-6 0,0 5 0,0 0 0,0 7 0,0-3 0,1 3 0,2 1 0,3-3 0,4 4 0,0-2 0,0-2 0,0-1 0,1-2 0,2-2 0,-2-3 0,8-4 0,-3-1 0,4-2 0,0-3 0,0-4 0,-4 0 0,1 0 0,0 0 0,2 0 0,-3 0 0,3 0 0,-3 0 0,0 0 0,1 0 0,-5 5 0,7-3 0,-2 5 0,-3-5 0,5 7 0,-2-3 0,-3 8 0,4-2 0,-5 5 0,5-1 0,-2 3 0,3-1 0,-3-1 0,3-5 0,-2 2 0,2 0 0,1-1 0,0 0 0,-5-3 0,9-4 0,-3-2 0</inkml:trace>
  <inkml:trace contextRef="#ctx0" brushRef="#br1" timeOffset="147">25740 7009 8912,'0'10'0,"0"-3"0,0 0 0,0-5 0,0 7 0,0-3 0,0 3 0,0 1 0,0 0 0,0 0 0,0 0 0,0 0 0,0 0 0,0 0 0,3 4 0,2-1 0,0-1 0,-3-1 0,4-2 0,-3-2 0,-2-3 0,4-4 0,-4-4 0,1-3 0,2-3 0,-1-3 0,1-4 0,-3-2 0,7 3 0,-3-1 0,0-1 0,-3 4 0,6-1 0,-4 5 0,3 0 0,-4 5 0,3 1 0,2 3 0,-2 1 0,-1 3 0,0 3 0,-1 1 0,-1 6 0,0-2 0,2-1 0,0 0 0,-1 0 0,-1 0 0,-1 0 0,2-3 0,-4 0 0,1-5 0,2 1 0,-1-2 0,6-2 0,-2-2 0,0-4 0,-1-3 0,-2-3 0,0 2 0,3-3 0,-2 2 0,1 0 0,0-1 0,-2 4 0,0 0 0,2 3 0,0 1 0,-1 0 0,2 5 0,-2 0 0,2 0 0,-3 5 0,0 1 0,3-1 0,-4 4 0,4-3 0,-2-1 0,2-2 0,-2 2 0,2-2 0,1 0 0,3-3 0,0 0 0,-4 0 0,3-1 0,-4-2 0,1-4 0,3-2 0,-7 2 0,4-3 0,-2 2 0,1-6 0,1 4 0,-2 3 0,1 0 0,-2 0 0,-3 2 0,0 0 0,0 6 0,0 3 0,0 1 0,0 5 0,0 5 0,0 1 0,0 3 0,0 1 0,0 0 0,0 0 0,0 0 0,5-4 0,-4 3 0,2-3 0,-2 3 0,-1-3 0,0-2 0,0-4 0,0 4 0,0-1 0,0-3 0,0-3 0,0-5 0,0 2 0,0-4 0,0-4 0,0-2 0</inkml:trace>
  <inkml:trace contextRef="#ctx0" brushRef="#br1" timeOffset="148">26090 6929 8912,'0'10'0,"0"0"0,0-3 0,0 0 0,0-5 0,5 3 0,1-1 0,8-3 0,-3 3 0,2-4 0,2 0 0,-2 0 0,0 0 0,-3 0 0,0 0 0,0 1 0,-1 3 0,-2 2 0,-3 3 0,-5 5 0,-2-1 0,-4-1 0,-2 4 0,-2-2 0,-1 3 0,-1-3 0,0 0 0,2-1 0,1-4 0,0-5 0,-4-4 0,-2 0 0</inkml:trace>
  <inkml:trace contextRef="#ctx0" brushRef="#br1" timeOffset="149">26250 6849 8912,'0'-10'0,"0"5"0,0 0 0,0 19 0,0-2 0,0 13 0,0-1 0,0-2 0,0 5 0,0 0 0,1-2 0,2-2 0,1-1 0,2 2 0,0-8 0,4 3 0,0-10 0,0-2 0,5-3 0,-3-4 0,5-2 0,0-5 0,1-4 0,0-10 0,-2-1 0,-2-1 0,-5-5 0,-1 7 0,-5-3 0,-1 4 0,-5 4 0,-4-1 0,-5 7 0,-1 5 0,-5 3 0,1 7 0,-2 5 0,-1 5 0,0 9 0,5 2 0,1 7 0,3 0 0,1 5 0,5-4 0,1 3 0,9-4 0,5-6 0,7-4 0,5-3 0,4-3 0,3-3 0,1-8 0,0-6 0,0-6 0</inkml:trace>
  <inkml:trace contextRef="#ctx0" brushRef="#br1" timeOffset="150">28702 6549 8912,'6'0'0,"-2"-4"0,-4 3 0,0-4 0,-1 5 0,-2 0 0,2 0 0,-8 0 0,6 0 0,-3 0 0,2 4 0,-2-1 0,-1 5 0,-2-3 0,1 4 0,2-2 0,-1 2 0,0-3 0,2 7 0,-1 0 0,1-1 0,3-4 0,-2-1 0,3-1 0,1 4 0,0-3 0,0 0 0,5-5 0,-3 2 0,4-4 0,2 0 0,1 0 0,1-1 0,0-2 0,0 1 0,0-5 0,-1 4 0,-1-4 0,-1-1 0,-5-1 0,6 3 0,-5-1 0,0 0 0,-3-3 0,0 0 0,0 0 0,0 0 0,-1 4 0,-2-1 0,-3 0 0,0 2 0,-1 1 0,3 3 0,-2 1 0,-1 1 0,-3 3 0,3 2 0,2 7 0,-1 1 0,1 2 0,3-3 0,-2 4 0,3-5 0,1 2 0,0 1 0,0-4 0,0 3 0,0-4 0,0 0 0,5-4 0,1-3 0,3-2 0,1-2 0,0-2 0,0-4 0,0-2 0,-3-2 0,0-2 0,-4 1 0,4-5 0,-5 5 0,1-2 0,-2 0 0,-1 0 0,-1-1 0,-1 1 0,-1 1 0,-5 7 0,6-2 0,-5 5 0,0-1 0,-3 4 0,3 5 0,1 1 0,-1 8 0,-2 2 0,1 3 0,3 1 0,0 0 0,2 0 0,3-3 0,0 0 0,0-2 0,0 2 0,0-4 0,0-6 0,5 1 0,1-5 0,3-1 0,1-1 0,0-2 0,0-2 0,0-4 0,-3-2 0,0-1 0,-1-4 0,0 2 0,-2-4 0,0 1 0,-1-1 0,0 4 0,-3-2 0,0 3 0,0 1 0,-1 0 0,-2 0 0,2 5 0,-8 0 0,2 6 0,-2 3 0,4 1 0,-3 5 0,3 1 0,0 3 0,3-3 0,-4 3 0,3-4 0,2 0 0,-3 0 0,3 0 0,1 0 0,0 0 0,0 0 0,0-4 0,1-2 0,3-4 0,2 0 0,-1-4 0,4-1 0,-3-3 0,3-2 0,0 4 0,-1-6 0,-1 0 0,-5-1 0,1 3 0,-1 0 0,2 0 0,-3 0 0,2 0 0,-2 0 0,-4 0 0,-2 1 0,0 3 0,-3 2 0,-1 3 0,3 1 0,-1 1 0,-1 3 0,4 6 0,-4 2 0,4 5 0,-2-2 0,2 3 0,2-1 0,1-1 0,1 0 0,0 3 0,0-8 0,1 1 0,3-4 0,-3 1 0,8-8 0,-3 2 0,3-2 0,1-1 0,0-1 0,0-2 0,0-3 0,-3-5 0,0-2 0,-4 2 0,4-3 0,-5 0 0,1 1 0,-2 0 0,-1 1 0,0 0 0,-1-1 0,-2 0 0,2 2 0,-7 1 0,3 0 0,0 0 0,-2 5 0,1-1 0,-1 4 0,-1-1 0,3 0 0,-2 8 0,0 4 0,2 3 0,-4 6 0,8-3 0,-3 5 0,3 1 0,1 1 0,0-1 0,0-2 0,0-1 0,0-3 0,1-1 0,3-4 0,1 0 0,2-4 0,0-3 0,0-2 0,2-5 0,1-3 0,-3-2 0,0-1 0,-5 0 0,1 0 0,2-3 0,-2 0 0,-1 0 0,-1 2 0,-1 1 0,0 0 0,-1-3 0,-1 0 0,-1 0 0,-1 7 0,1-3 0,-2 3 0,0 1 0,2-1 0,-4 3 0,0 6 0,-2-2 0,3 9 0,0 1 0,3 3 0,2-2 0,-3 4 0,3-2 0,1-2 0,0-1 0,0-1 0,0 0 0,0 0 0,0 0 0,0-4 0,5 2 0,1-6 0,3-3 0,-2-4 0,0-5 0,-4 0 0,4 0 0,-5 0 0,2-1 0,1-2 0,-4 2 0,3-4 0,-4 5 0,0 0 0,-1 0 0,-2 0 0,2 4 0,-3-1 0,-1 5 0,3-3 0,-5 5 0,4 1 0,-3 3 0,2 2 0,-3 3 0,4 1 0,-2 4 0,2-1 0,2 0 0,-3-3 0,3 0 0,1 0 0,0 0 0,0 0 0,0 0 0,0-4 0,0-2 0,1-5 0,3-2 0,-3 2 0,3-8 0,-4 2 0,0-2 0,5-1 0,-4 0 0,2 0 0,-2 0 0,-1 0 0,-1 0 0,-2 0 0,2 0 0,-4 4 0,5-1 0,-1 5 0,-2-2 0,0 8 0,-3 2 0,4 3 0,-2 1 0,3 4 0,1-1 0,-3 1 0,-1-1 0,2 0 0,1-1 0,1-4 0,0-1 0,0 0 0,0-2 0,1-1 0,3-4 0,-3 0 0,6-4 0,-3-3 0,2-2 0,-2-1 0,-2 0 0,3 0 0,-2 0 0,-1 0 0,-1 0 0,-1 0 0,0 0 0,0 0 0,-1 4 0,-2-1 0,1 5 0,-4 0 0,0 4 0,1 4 0,3 3 0,-6 1 0,3 1 0,0 3 0,3-8 0,-3 8 0,5-8 0,0 3 0,0 1 0,0-4 0,0-2 0,3-5 0,2-1 0,0-1 0,-2-5 0,4 2 0,-3-4 0,-1 4 0,-3-1 0,0-1 0,0-1 0,0 4 0,0-1 0,0 3 0,0 3 0,0 0 0,-4 4 0,3 3 0,-3 0 0,3 0 0,1-2 0,-1 4 0,-1-3 0,-2 3 0,1-2 0,3 0 0,0-5 0,0 2 0,5-4 0,-4 0 0,3-1 0,-4-2 0,5-3 0,0-4 0</inkml:trace>
  <inkml:trace contextRef="#ctx0" brushRef="#br1" timeOffset="151">28452 3880 8912,'-7'-7'0,"1"0"0,3 4 0,0-4 0,2 5 0,1-7 0,-1 5 0,-2-3 0,0 3 0,-3 5 0,-2 2 0,-1 3 0,1 5 0,0 1 0,1 1 0,-5 4 0,6-2 0,-3 0 0,0-2 0,2 4 0,2-5 0,3 2 0,-2-3 0,1-1 0,4-5 0,2-1 0,4-3 0,6-1 0,0 0 0,3 0 0,1-5 0,3-1 0,0-3 0,0-1 0,-3 0 0,-2 0 0,0 0 0,-2 0 0,-3 0 0,-3 0 0,-1 0 0,-3 0 0,0 0 0,-3 1 0,-3 1 0,-4 1 0,-2 0 0,-1 1 0,0-1 0,0 5 0,0-2 0,0-1 0,3 4 0,1-2 0,-1 2 0,-3 1 0,0 0 0,0 0 0,1 1 0,1 1 0,2 1 0,2 5 0,-2-1 0,3 2 0,0 1 0,2 0 0,-2 0 0,-1 0 0,1-4 0,3 1 0,0 1 0,1 1 0,2 1 0,3-5 0,4-1 0,0-3 0,0-1 0,4 0 0,1-1 0,3-3 0,-2-2 0,-2 0 0,2-1 0,-3 1 0,0-4 0,-2 0 0,-4 3 0,-1 0 0,-3 1 0,0-4 0,-5 0 0,-2 0 0,-5 3 0,-1 2 0,-5 0 0,-4-2 0,-1 4 0,0 0 0,0 3 0,4 0 0,-1 1 0,2 2 0,1 4 0,-1 2 0,3 1 0,5 0 0,0 0 0,3 1 0,2 2 0,1-2 0,2 3 0,2-3 0,4-1 0,6 0 0,-2 0 0,4-1 0,-1-3 0,-3 0 0,4-4 0,-2 1 0,1 0 0,-1-2 0,-3-1 0,1 0 0,1-1 0,2-3 0,-2-2 0,-1-3 0,-2-1 0,-1 0 0,-2 0 0,-3 0 0,0 0 0,-2 0 0,-1 0 0,0 0 0,-1 0 0,-2 0 0,-4 0 0,-5 1 0,-2 2 0,0 3 0,1 4 0,-4 0 0,-1 1 0,1 2 0,0 3 0,3 5 0,2 2 0,-2-1 0,0 4 0,3 0 0,3-1 0,-1-3 0,8 4 0,-2-3 0,2-2 0,1 3 0,0-3 0,4-2 0,3-3 0,2-1 0,1-1 0,0-3 0,3 3 0,2-7 0,0 0 0,2-5 0,-1 3 0,-3-5 0,-2 0 0,-1 0 0,0 0 0,-4 0 0,1 0 0,-3 0 0,-2 0 0,-1 0 0,-2 0 0,-2 0 0,-4 0 0,-2 4 0,-2-2 0,-1 5 0,-2 1 0,0 1 0,2 1 0,-2 1 0,2 2 0,1 3 0,2 4 0,1 0 0,2 0 0,3 3 0,0 0 0,2 0 0,1-2 0,0-1 0,1 0 0,2 0 0,4 0 0,2-4 0,1 0 0,0-2 0,0-1 0,0-2 0,0-1 0,0 0 0,0 0 0,0-5 0,0 0 0,0-2 0,0 0 0,-4 1 0,2-4 0,-1 0 0,-2 0 0,-1 0 0,-1 0 0,1 0 0,-2 1 0,-4 1 0,-3 3 0,0 0 0,-2 2 0,-4 3 0,-1 0 0,-2 1 0,2 2 0,1 4 0,1 2 0,0 1 0,1 0 0,2 0 0,-1 0 0,6 0 0,-1 0 0,2 0 0,2-1 0,2-3 0,4-1 0,2-1 0,1-3 0,0 4 0,0-10 0,0 0 0</inkml:trace>
  <inkml:trace contextRef="#ctx0" brushRef="#br1" timeOffset="152">28842 3770 8912,'0'-7'0,"0"0"0,-4 5 0,3-2 0,-7 8 0,5 3 0,-2 5 0,2 1 0,2 5 0,-3-1 0,3 2 0,1 1 0,0 0 0,0 0 0,0 0 0,0 0 0,0 0 0,0-1 0,0-2 0,0-1 0,0-2 0,5 4 0,-4-7 0,2 3 0,-2-3 0,-5-6 0,-2 0 0</inkml:trace>
  <inkml:trace contextRef="#ctx0" brushRef="#br1" timeOffset="153">28762 3980 8912,'-10'0'0,"5"0"0,0-5 0,5 4 0,6-4 0,4 1 0,2 2 0,8-5 0,-1 2 0,6-3 0,0 1 0,2 4 0,-5-4 0,-3 0 0,5-2 0,-3-1 0</inkml:trace>
  <inkml:trace contextRef="#ctx0" brushRef="#br1" timeOffset="154">28962 3980 8912,'15'0'0,"-4"3"0,2 0 0,-2 5 0,-4-3 0,-1 2 0,-2 0 0,1 0 0,-3 3 0,1 0 0,-1 0 0,-1-5 0,-4 4 0,0-2 0,-5-3 0,7 1 0,-4-5 0,5-1 0,0-3 0,0-2 0,5-7 0,2 0 0,5-5 0,1 3 0,-1-1 0,3-2 0,-2 5 0,0 1 0,2 1 0,-4 1 0,2 0 0,-5 4 0,-1 3 0,-5 2 0,7 1 0,-8 0 0,4 0 0,-5 0 0,-2 3 0,-1 0 0,2 5 0,-3-6 0,4 5 0,0 1 0,0-4 0,0 5 0,0-2 0,0-2 0,0 2 0,4-5 0,-3 7 0,8-3 0,-7-1 0,5-1 0,-5-3 0,7-1 0,-2 0 0,-2-4 0,1 0 0,-1-2 0,1-1 0,-4-2 0,3 2 0,-4 0 0,2 0 0,-2 2 0,4 0 0,-5 1 0,0 3 0,0-2 0,1 5 0,2 1 0,-2 5 0,4-1 0,-4 5 0,2 1 0,3 1 0,4-4 0,0 0 0,0 0 0,0 0 0,3-1 0,0-3 0,5-1 0,-1-5 0,2 0 0,1 0 0,-1-1 0,-2-4 0,-1-4 0,-2-3 0,-1 0 0,-2-4 0,-5 5 0,0-3 0,-2-1 0,0 9 0,-9-8 0,-2 9 0,-6-1 0,2 2 0,-8 5 0,3 3 0,-3 6 0,-1 5 0,1 5 0,1 0 0,1 0 0,5 0 0,1 3 0,4 0 0,6 2 0,1-2 0,10-3 0,11 1 0,8-3 0,1-6 0,9 2 0,-2-8 0,0-1 0,-4-5 0,0-9 0,-7-2 0</inkml:trace>
  <inkml:trace contextRef="#ctx0" brushRef="#br1" timeOffset="155">23168 12109 8912,'7'0'0,"-2"-1"0,0-3 0,-2 2 0,-3-5 0,0 5 0,-1-1 0,-3 6 0,3 3 0,-2 5 0,2 2 0,1-2 0,-1 4 0,-1-2 0,-2 0 0,1 1 0,3-4 0,0 0 0,0 0 0,0 0 0,0 0 0,0 0 0,0-5 0,0 0 0,0-5 0,0-5 0,0-1 0,3-3 0,1-1 0,-1 0 0,-3 0 0,0 0 0,0 3 0,0 0 0,-3 4 0,-1-4 0,-4 5 0,7-1 0,-2 6 0,2 3 0,1 4 0,0 1 0,0 2 0,0-1 0,0 4 0,0-2 0,4 0 0,2-2 0,4-1 0,0-2 0,0-6 0,1 0 0,1-1 0,2-2 0,3-5 0,-2-5 0,2-5 0,-4-1 0,-2-3 0,-5 7 0,-3-4 0,-2 2 0,-1-4 0,-1 8 0,-4-1 0,-5 3 0,0 5 0,-4-3 0,1 2 0,-1 2 0,1 5 0,3 0 0,0 7 0,0 2 0,0 4 0,1 3 0,2-2 0,3 5 0,4 1 0,0 1 0,0-6 0,0-1 0,1-2 0,2-7 0,5-1 0,4-4 0,0-1 0,5-4 0,-3-1 0,3-7 0,0-7 0,-2-1 0,-2-2 0,-2 0 0,-5 0 0,-2 0 0,-4 1 0,0 2 0,-4 3 0,-4 4 0,-4 1 0,-5 2 0,-2 3 0,2 4 0,1 0 0,3 0 0,0 0 0,2 4 0,2 3 0,2 2 0,3 1 0,4 0 0,0 0 0,0 0 0,0 0 0</inkml:trace>
  <inkml:trace contextRef="#ctx0" brushRef="#br1" timeOffset="156">23038 12599 8912,'-14'6'0,"1"0"0,1-1 0,2 1 0,3 2 0,4-4 0,6-1 0,3-1 0,5-2 0,2 0 0,2 0 0,2-2 0,0-1 0,1-4 0,1-1 0,1-2 0,0 0 0,-1 0 0,-1 0 0,-2 0 0,-4 0 0,7-5 0,-3 0 0</inkml:trace>
  <inkml:trace contextRef="#ctx0" brushRef="#br1" timeOffset="157">23428 12489 8912,'0'-10'0,"-1"4"0,-2 3 0,2 2 0,-5-3 0,3 2 0,-4 3 0,-2 5 0,-1 7 0,0 4 0,-4 2 0,3 4 0,-3 1 0,3 2 0,1 1 0,1-2 0,2-2 0,4-1 0,2-4 0,1-1 0,0-4 0,0-1 0,4-7 0,6 0 0,7-5 0,2-6 0,1-4 0,0-6 0,5-2 0,-1-2 0,3 0 0,-3 0 0,-5 0 0,-2 0 0,-3 0 0,-4 0 0,0 0 0</inkml:trace>
  <inkml:trace contextRef="#ctx0" brushRef="#br1" timeOffset="158">23418 12529 8912,'-5'0'0,"0"4"0,5 3 0,1 4 0,3 5 0,2 7 0,8 10 0,-2 3 0,4 5 0,2 2-138,1 3 1,-2 2 0,0 0 137,0-1 0,2-6 0,-17-37 0</inkml:trace>
  <inkml:trace contextRef="#ctx0" brushRef="#br1" timeOffset="159">28632 7049 8912,'-17'-4'0,"2"-3"0,2-2 0,3 0 0,3 2 0,2 0 0,2 5 0,4-2 0,3 8 0,1 0 0,6 3 0,3-4 0,1-2 0,5-1 0,0 0 0,0 0 0,0-1 0,0-2 0,1-2 0,2-2 0,0 0 0,0 0 0,-7-3 0,7-4 0,-2-2 0</inkml:trace>
  <inkml:trace contextRef="#ctx0" brushRef="#br1" timeOffset="160">28952 6909 8912,'6'0'0,"-2"0"0,-4 5 0,0-4 0,0 4 0,0-1 0,0-2 0,0 5 0,-1 3 0,-2 3 0,-3 6 0,-4 1 0,-1 1 0,-2 6 0,2-2 0,-3 2 0,3-4 0,2 2 0,3-3 0,2-3 0,3-5 0,1-7 0,6-3 0,5-4 0,8 0 0,5-9 0,6-2 0,1-10 0,3-2 0,-4-3 0,0-4 0,0 0 0,-5 0 0</inkml:trace>
  <inkml:trace contextRef="#ctx0" brushRef="#br1" timeOffset="161">28962 6959 8912,'-6'7'0,"0"0"0,2 0 0,0 3 0,4 4 0,5 1 0,1 11 0,8 3 0,2 3 0,-1 6 0,4-2 0,-2 7 0,1 0 0,-1 4 0,-1-4 0,-2-1 0,-5-1 0,-5-1 0</inkml:trace>
  <inkml:trace contextRef="#ctx0" brushRef="#br1" timeOffset="162">28532 12169 8912,'0'10'0,"0"-4"0,-1 1 0,-2 0 0,-3 0 0,-1 2 0,1 2 0,0 2 0,-2-3 0,2 0 0,2 0 0,-1 0 0,0 0 0,3 0 0,1 0 0,1 0 0,1-5 0,2-2 0,4-1 0,-2-7 0,3 0 0,-1-5 0,1 0 0,-1 0 0,1 0 0,-2-2 0,0-1 0,-2 7 0,-4-8 0,0 8 0,0-3 0,0 2 0,0 0 0,0 5 0,-4-2 0,-3 4 0,1 4 0,0 3 0,2 2 0,-1 2 0,0 2 0,2-2 0,-1 4 0,2-5 0,-1 0 0,6-5 0,4-3 0,6-7 0,4-5 0,-2-7 0,4-2 0,-3-4 0,-1-1 0,-2 0 0,-5 3 0,-3-1 0,0 4 0,-3 5 0,-5 6 0,-4 4 0,-2 2 0,-1 3 0,0 5 0,0 4 0,-3 9 0,-1 0 0,2 3 0,4 0 0,2 0 0,0 0 0,-1-3 0,3 2 0,4-5 0,1-3 0,4-2 0,5-4 0,0-3 0,9-5 0,-4-9 0,5-2 0</inkml:trace>
  <inkml:trace contextRef="#ctx0" brushRef="#br1" timeOffset="163">28402 12669 8912,'-10'1'0,"0"1"0,0 1 0,3 1 0,1-4 0,3 0 0,7 0 0,7-2 0,4 0 0,7-1 0,1-5 0,5 1 0,-2-1 0,1-5 0,2 2 0,-2 2 0,-3 3 0,-4-1 0,0-6 0,0 2 0</inkml:trace>
  <inkml:trace contextRef="#ctx0" brushRef="#br1" timeOffset="164">28832 12459 8912,'-5'0'0,"-1"0"0,3 0 0,1 1 0,-5 2 0,4-1 0,-4 5 0,-1 1 0,3 1 0,-2 1 0,5 4 0,-2 3 0,0-2 0,1 3 0,0 3 0,1-4 0,0 3 0,-1-1 0,0 0 0,2-4 0,5 0 0,-1-5 0,5-5 0,-2-2 0,8-1 0,2-2 0,3 0 0,1-9 0,5 2 0,0-7 0,1-1 0,2 4 0,-5-3 0,0 0 0,2 1 0,-8 4 0,1 0 0,-12 8 0,-2-3 0,-4 4 0</inkml:trace>
  <inkml:trace contextRef="#ctx0" brushRef="#br1" timeOffset="165">28862 12559 8912,'0'-6'0,"0"2"0,0 4 0,0 4 0,0 4 0,0 4 0,0 4 0,0 4 0,0 1 0,0 2 0,1 3 0,4 4 0,4 0 0,3 0 0,6-5 0,-3 3 0,5-5 0,0 1 0,0-4 0</inkml:trace>
  <inkml:trace contextRef="#ctx0" brushRef="#br1" timeOffset="166">28532 9319 8912,'-7'0'0,"1"0"0,2 0 0,-2 0 0,3 0 0,-5 0 0,1 0 0,1 0 0,0 0 0,3 1 0,-1 1 0,1 3 0,-1 0 0,1-2 0,3 5 0,0-1 0,0 2 0,0 1 0,0 0 0,1-3 0,2-1 0,-1-3 0,6 4 0,-1-3 0,2-2 0,1-1 0,0-1 0,0-4 0,3 1 0,1-3 0,-2-2 0,-2-1 0,-3-1 0,2 0 0,-7 0 0,3 0 0,0 0 0,-3 0 0,-1 0 0,-5 1 0,-3 2 0,-2 4 0,-2-1 0,-2 0 0,0 1 0,-3 3 0,3 4 0,-1 2 0,4 4 0,0 3 0,0 1 0,0 2 0,1-1 0,2 0 0,3 1 0,4 1 0,0-4 0,0-2 0,0-1 0,4-1 0,3-2 0,2-4 0,4-2 0,1-1 0,2-1 0,-2-2 0,2-3 0,-2-4 0,2 0 0,-2 0 0,-1 0 0,-3 0 0,-4 0 0,-3 0 0,-2 0 0,-1 0 0,0 0 0,-1 0 0,-2 0 0,-4 1 0,-5 1 0,-2 2 0,-3 0 0,1-1 0,0 4 0,3 2 0,-2 1 0,3 0 0,-1 2 0,2 5 0,1 0 0,3 11 0,2-1 0,0 2 0,2 1 0,3 0 0,0-1 0,0-2 0,3 0 0,2-3 0,0-2 0,3-1 0,4-2 0,2-2 0,0-3 0,-1-4 0,0-1 0,3-2 0,-3-3 0,4-5 0,-3-2 0,-2 0 0,-5-3 0,0 2 0,-3-2 0,-1 3 0,-3 0 0,-1 1 0,-2 0 0,-4-2 0,-3-2 0,-3 2 0,2 1 0,-8 4 0,3 1 0,0 2 0,-1 2 0,2-1 0,1 0 0,-1 3 0,2 1 0,3 5 0,0 3 0,0 2 0,4 5 0,-1 1 0,3 2 0,1 1 0,3-1 0,0 1 0,0-1 0,0 0 0,0-3 0,1-2 0,1-1 0,2-1 0,3-1 0,0-2 0,-1-3 0,0-4 0,1 0 0,3 0 0,0 0 0,0-1 0,0-2 0,0-3 0,0-4 0,0 0 0,-1-1 0,-1-1 0,-2-2 0,-2 0 0,1 2 0,0-2 0,-3-2 0,-5 2 0,-3-2 0,-4 2 0,0 1 0,-3 3 0,-1 1 0,2 2 0,1 0 0,1 3 0,0 3 0,0 3 0,0 5 0,1 8 0,1 3 0,2 5 0,3 0 0,-1 0 0,4 2 0,0-1 0,0 0 0,0-6 0,3 1 0,1-5 0,3-2 0,0-5 0,2 1 0,2-6 0,2 1 0,-1-6 0,2-4 0,0-2 0,1-4 0,2-1 0,-3-3 0,-4 0 0,-1-2 0,-2-1 0,2 0 0,-8 1 0,1 1 0,-4 2 0,-4 3 0,-4 0 0,-4 2 0,-1 2 0,-2 2 0,0 3 0,2 4 0,1 1 0,-1 4 0,3 5 0,1 4 0,4 10 0,1 3 0,3 3 0,0 1 0,2-1 0,1-4 0,0-4 0,4-2 0,8-4 0,8-4 0,6-7 0,6-8 0,0-11 0,2-12 0</inkml:trace>
  <inkml:trace contextRef="#ctx0" brushRef="#br1" timeOffset="167">22958 9279 8912,'-14'-3'0,"1"-1"0,1 1 0,1 0 0,1-1 0,0 2 0,0 1 0,0 1 0,0 0 0,0 0 0,3 1 0,1 2 0,1 3 0,-1 0 0,4 2 0,-3-2 0,2 4 0,0 0 0,0 3 0,3 1 0,0-2 0,0-1 0,0-1 0,0 0 0,0 0 0,0 0 0,4 0 0,-2-1 0,5-2 0,1-4 0,1 2 0,1-3 0,0 2 0,0-4 0,0-3 0,0-2 0,0 0 0,0-2 0,0-3 0,-1 0 0,-3 0 0,-2 0 0,-3 0 0,-1 0 0,0 0 0,-1 0 0,-3 0 0,-1 3 0,-5 1 0,-4 0 0,1-1 0,0 4 0,-2 2 0,4 1 0,-7 0 0,5 0 0,1 8 0,5 2 0,-1 6 0,5 2 0,1 4 0,1 0 0,1 2 0,0-4 0,4-1 0,3-2 0,5-1 0,2-5 0,2-3 0,2-2 0,1-4 0,5-1 0,-2-7 0,3-2 0,-3-6 0,-4-1 0,-3-3 0,-1 0 0,-4 1 0,-5 0 0,-1 3 0,-4 1 0,-4 3 0,-6-1 0,-6-2 0,0 5 0,-1-2 0,1 3 0,-4 0 0,0 3 0,1 1 0,2-1 0,4 2 0,2 5 0,1 4 0,0 2 0,1 5 0,2 3 0,-1 3 0,5 2 0,1 2 0,1-1 0,1-1 0,0-1 0,0-2 0,4-4 0,3 1 0,2-3 0,1-2 0,0-5 0,0-3 0,0 0 0,0-2 0,0-2 0,0-2 0,0-4 0,0-5 0,-1-2 0,-3 2 0,3 1 0,-7 1 0,4-1 0,-2-2 0,-1 1 0,-7-1 0,-2 1 0,-3-1 0,-1 1 0,0-1 0,0 3 0,0 3 0,-5-1 0,4 6 0,-2-1 0,2 2 0,4 2 0,0 4 0,0 5 0,-1 4 0,1 7 0,3 2 0,0 3 0,1 0 0,0 1 0,3-3 0,1-2 0,2-1 0,3-5 0,0-2 0,1-5 0,1-2 0,1 0 0,1-3 0,0-2 0,3-5 0,0-5 0,0-4 0,-2-4 0,2-1 0,0 1 0,0-2 0,-6-1 0,0-1 0,-5 0 0,3 4 0,-5 2 0,-1 1 0,-3-1 0,-1 1 0,-5 4 0,0 2 0,0 3 0,0 1 0,0-1 0,0 2 0,0 5 0,0 4 0,3 2 0,0 1 0,2 4 0,-2 3 0,-1-1 0,5 0 0,0 1 0,2-1 0,-2-3 0,0-2 0,0-5 0,3 2 0,0-6 0,3 1 0,0-6 0,1-4 0,0-2 0,-3-5 0,4 2 0,-5-1 0,0 2 0,0 1 0,0 4 0,0 3 0,0 6 0,0 3 0,-1 5 0,-3 2 0,3-1 0,-2 1 0,3-2 0,3-1 0,3 0 0,4 0 0</inkml:trace>
  <inkml:trace contextRef="#ctx0" brushRef="#br1" timeOffset="168">22337 8529 8912,'-6'-5'0,"0"0"0,0 2 0,2-2 0,0 0 0,-1 3 0,2-2 0,1 0 0,-5 0 0,5 1 0,-3 3 0,5 0 0,5 0 0,-3 0 0,5 0 0,-5 0 0,7 0 0,-3 0 0,3 0 0,1 1 0,0 3 0,4-3 0,0 3 0,2-1 0,1 1 0,-1 2 0,1-2 0,4 4 0,0-6 0,2 4 0,0 0 0,-1 2 0,1-2 0,2 0 0,-3 2 0,1-2 0,-1 2 0,-5 1 0,2-2 0,-2-1 0,-2 0 0,2 1 0,-5 2 0,2-3 0,-2 3 0,1 1 0,-2 0 0,3 1 0,-3 3 0,-1-2 0,0 3 0,0 1 0,0-1 0,-5-2 0,4 1 0,-2-4 0,2 0 0,-3-4 0,1-3 0,-5-2 0,3-1 0,-5 0 0,-5 0 0,3-1 0,-5-2 0,1 0 0,-4-3 0,0 4 0,-5-12 0,0 3 0</inkml:trace>
  <inkml:trace contextRef="#ctx0" brushRef="#br1" timeOffset="169">22708 8699 8912,'-6'0'0,"2"0"0,4 0 0,4-3 0,3-1 0,2 2 0,1-2 0,0 0 0,0 2 0,0 1 0,0 1 0,0-3 0,0-1 0,0 2 0,0 1 0,0 1 0,0 0 0,0 0 0,0 0 0,-4 0 0,0-1 0,-2-2 0,4-3 0,-2-4 0</inkml:trace>
  <inkml:trace contextRef="#ctx0" brushRef="#br1" timeOffset="170">22888 8529 8912,'-9'5'0,"2"1"0,-1 3 0,5 1 0,0 5 0,3 1 0,0 3 0,0 1 0,0 0 0,3 0 0,1 0 0,2 0 0,1 0 0,2-1 0,-3-2 0,-1-3 0,-10-8 0,0-2 0</inkml:trace>
  <inkml:trace contextRef="#ctx0" brushRef="#br1" timeOffset="171">21547 8179 8912,'-10'0'0,"0"0"0,4 0 0,2 5 0,5 1 0,2 3 0,3 2 0,4 1 0,-1 3 0,-3 0 0,3 2 0,-2 4 0,2 1 0,1 2 0,-1-1 0,-2-3 0,0 0 0,-1 0 0,1 0 0,0 0 0,-5-4 0,2-3 0,-3-2 0,-1-1 0,0 0 0,-5-4 0,0-2 0,-10-13 0,0-2 0</inkml:trace>
  <inkml:trace contextRef="#ctx0" brushRef="#br1" timeOffset="172">21507 8289 8912,'0'-10'0,"-4"-3"0,0-1 0,-2 2 0,4 1 0,-2 1 0,4 0 0,0 0 0,3 0 0,1 0 0,2 0 0,4 0 0,3 0 0,1 0 0,0 0 0,-3 0 0,4 5 0,-4 0 0,2 1 0,-2 3 0,4-4 0,-5 10 0,0 1 0,-1 6 0,-3 2 0,-1 0 0,-4-2 0,1 3 0,1 0 0,1 2 0,-4 3 0,0 1 0,0 3 0,0-3 0,-4 3 0,1-4 0,-4-3 0,4-1 0,-5-3 0,3 0 0,-1-2 0,-3-1 0,8-9 0,-2-4 0,2-9 0,1-5 0,0-2 0,1-1 0,1 0 0,1 0 0,5 5 0,-2-3 0,4 4 0,0 2 0,0 1 0,0 2 0,0 3 0,3 0 0,0 3 0,-3 2 0,-3-3 0,1 3 0,1 1 0,1 1 0,0 3 0,-1-2 0,-1 3 0,-3 1 0,0-1 0,2 2 0,-6 3 0,4 0 0,-1 0 0,-1-3 0,3-1 0,-4 1 0,4 3 0,-4 0 0,2 0 0,-1-3 0,-3-1 0,3-2 0,1 2 0,-1-3 0,-3 1 0,0-4 0,-3-1 0,-1-2 0,2-4 0,1-6 0,-2 0 0,-1-2 0,2-1 0,1 1 0,1 3 0,0-2 0,0 0 0,0 0 0,3 1 0,2 3 0,0 0 0,2 0 0,0 3 0,-1 1 0,1 4 0,2-1 0,-3 6 0,3-2 0,-6 8 0,3-3 0,1 3 0,3 1 0,0 0 0,0-4 0,3-2 0,1-4 0,-2 0 0,-1 0 0,-1-1 0,1-2 0,2-4 0,-1-2 0,2-1 0,-5 0 0,-2 0 0,0 0 0,-3 0 0,-1 0 0,-3 0 0,-4 0 0,-3 1 0,-3 3 0,-3 2 0,1 3 0,-2 1 0,4 0 0,-1 5 0,-2 1 0,5 3 0,-2 1 0,1 0 0,4 3 0,2 2 0,2-1 0,1 1 0,0-2 0,1 0 0,2 1 0,4-2 0,2-1 0,5-2 0,2-1 0,0-2 0,2-3 0,-1 0 0,2-3 0,1-3 0,0-3 0,0-5 0,0-2 0,-3-2 0,-2-3 0,0 2 0,-6-1 0,0 0 0,-3 1 0,-1 4 0,-2-2 0,-2 3 0,-2 1 0,-2 0 0,-4 1 0,-2 3 0,-5 1 0,3 2 0,-3 0 0,2-5 0,-1 1 0,2-2 0,-2-1 0,6 0 0,-2-4 0,4-1 0,-3-2 0,3-1 0,0-2 0,3-2 0,-2 2 0,0 3 0,1 5 0,2 1 0,-2 4 0,2 5 0,-4-3 0,4 5 0,-2 0 0,2 5 0,-3 1 0,0 3 0,0 2 0,2 3 0,1 1 0,1 6 0,0 2 0,0 0 0,0 5 0,5-3 0,1 5 0,4 4 0,2-1 0,4-1 0,2-1 0,3-1 0,1 0 0,5-2 0,0-5 0,-1-4 0,-6-9 0</inkml:trace>
  <inkml:trace contextRef="#ctx0" brushRef="#br1" timeOffset="173">28092 2990 8912,'0'-10'0,"0"0"0,0 0 0,1 0 0,2 0 0,3 4 0,4 3 0,1 1 0,2-2 0,3 3 0,4-2 0,0 2 0,0 2 0,0 2 0,3 2 0,1 3 0,-2-2 0,-1 1 0,-1 3 0,0-3 0,0-1 0,0 2 0,0 1 0,0 4 0,-1 1 0,-2-2 0,-1 2 0,-4 1 0,-2 0 0,-1 3 0,-2-4 0,-7 2 0,0-4 0,0 1 0,0 5 0,-3-10 0,-2 2 0,0-1 0,2-5 0,-5 1 0,1-5 0,-6 0 0,-3 0 0</inkml:trace>
  <inkml:trace contextRef="#ctx0" brushRef="#br1" timeOffset="174">28302 3200 8912,'0'-7'0,"0"0"0,1 5 0,2-2 0,4-1 0,2 0 0,5-2 0,3 0 0,2 0 0,1 2 0,3-2 0,2 2 0,0 0 0,-2 1 0,0-1 0,-2-1 0,-1 1 0,-4-2 0,3-3 0,-4 0 0</inkml:trace>
  <inkml:trace contextRef="#ctx0" brushRef="#br1" timeOffset="175">28612 2950 8912,'0'11'0,"0"2"0,0-2 0,0 8 0,1-2 0,3 2 0,-3 1 0,4 0 0,-3 0 0,2-1 0,-2-3 0,-1 3 0,-5-8 0,-2 4 0</inkml:trace>
  <inkml:trace contextRef="#ctx0" brushRef="#br1" timeOffset="176">27892 2480 8912,'0'-10'0,"0"0"0,-2 0 0,0 0 0,-1 0 0,0 3 0,3 1 0,0-2 0,0 4 0,0 4 0,0 5 0,0 6 0,0 2 0,0 4 0,4-3 0,-2 5 0,4-2 0,-2 2 0,-2 1 0,3-1 0,-2-3 0,4 2 0,-4-4 0,1 0 0,-4-1 0,3-2 0,0 3 0,-1-3 0,0-1 0,-2 0 0,0 0 0,0-5 0,0 0 0,-5-14 0,0-2 0</inkml:trace>
  <inkml:trace contextRef="#ctx0" brushRef="#br1" timeOffset="177">27892 2510 8912,'-6'-10'0,"3"0"0,2 0 0,1 0 0,0 0 0,0 0 0,1 0 0,2 0 0,4 0 0,2 0 0,1 1 0,0 1 0,0 2 0,0 0 0,0-1 0,0 3 0,0 4 0,-4 0 0,1 0 0,0 4 0,-1 2 0,0 4 0,-2 0 0,4 0 0,-7 0 0,3 1 0,-3 2 0,-1-2 0,0 5 0,0-4 0,0 2 0,0-2 0,0-1 0,-4 0 0,1 2 0,-5-2 0,-1 4 0,-4-5 0,0 0 0,3 0 0,-4 0 0,1 0 0,0-5 0,7 0 0,2-11 0,4-4 0,4-4 0,2-6 0</inkml:trace>
  <inkml:trace contextRef="#ctx0" brushRef="#br1" timeOffset="178">28132 2440 8912,'5'-6'0,"0"-3"0,-1 8 0,3-2 0,-2 6 0,2 4 0,0 2 0,3 1 0,-5 0 0,4 3 0,-3 2 0,-1 0 0,4-3 0,-8 3 0,3-5 0,-3 3 0,-1 1 0,0-1 0,0-3 0,-1-5 0,-3-1 0,3-3 0,-7-6 0,5-1 0,0-3 0,3-1 0,1-5 0,1 0 0,1-1 0,5-1 0,-1 3 0,1 0 0,-2 0 0,3 3 0,-2-2 0,2 2 0,1-4 0,0 0 0</inkml:trace>
  <inkml:trace contextRef="#ctx0" brushRef="#br1" timeOffset="179">28312 2480 8912,'0'5'0,"0"0"0,0-5 0,1 3 0,2 1 0,0-1 0,3-3 0,2 0 0,1-5 0,1 3 0,0-4 0,3 2 0,1-2 0,-1 0 0,-3-1 0,-1-2 0,-1 4 0,-3-2 0,0 1 0,-3-2 0,-1 3 0,-1-4 0,-1 8 0,-2-2 0,-4 2 0,-5 1 0,-2 0 0,1 4 0,3 2 0,0 4 0,0 0 0,0 3 0,1 2 0,1-1 0,2 1 0,3-2 0,-1-3 0,5 0 0,2 0 0,3 0 0,5-5 0,2-1 0,4-3 0,2-1 0,4-1 0,1-3 0,-2-2 0,2-4 0,0-2 0,-2-2 0,-1 2 0,-5 1 0,-3 1 0,-6 0 0,0 0 0,-3 0 0,-2 4 0,-5 3 0,-4 2 0,-2 1 0,-1 1 0,0 2 0,0 4 0,-3 2 0,-1 1 0,2 0 0,1 0 0,1 0 0,1 0 0,2 0 0,0 0 0,2-1 0,0-3 0,2 3 0,-1-3 0,4-1 0,1 0 0,2-6 0,4-3 0,3-2 0,2-4 0,2-4 0,3-1 0,-4-5 0,3 0 0,-3 0 0,0 0 0,1-1 0,0-3 0,-1 3 0,-3-2 0,-1 0 0,-2 2 0,-3 3 0,1 2 0,-4 3 0,2 3 0,-2 4 0,-5 3 0,-3 6 0,-3 11 0,-2 8 0,-2 6 0,-3 4 0,2 8 0,-1 0 0,4 3 0,7 2 0,0 0 0,8 2 0,8 3 0,8 0 0,6 0-550,4-5 0,6-5 1,0-5-1</inkml:trace>
  <inkml:trace contextRef="#ctx0" brushRef="#br1" timeOffset="180">28182 8319 8912,'5'-10'0,"0"0"0,-2 0 0,2 0 0,0 1 0,3 3 0,2-2 0,2 4 0,3 2 0,0 1 0,2 1 0,3 1 0,0 3 0,0 2 0,0 4 0,0 4 0,0 2 0,0 3 0,0-2 0,-1-1 0,-1 1 0,-2-1 0,0 1 0,2-3 0,-2-2 0,-3-1 0,0-1 0,-2 0 0,-1 0 0,-4 0 0,1-3 0,-3-1 0,-1-2 0,-3 2 0,0-3 0,-4 1 0,-2-4 0</inkml:trace>
  <inkml:trace contextRef="#ctx0" brushRef="#br1" timeOffset="181">28392 8569 8912,'-10'-3'0,"1"-2"0,2 0 0,-2-2 0,8 2 0,-2-4 0,6 2 0,4-1 0,6 2 0,0-3 0,3 2 0,1-2 0,4-1 0,2 0 0,0 1 0,2 1 0,1 2 0,-1-2 0,-2 4 0,4-5 0,-3 2 0,-1-2 0,-7-5 0,-2-2 0</inkml:trace>
  <inkml:trace contextRef="#ctx0" brushRef="#br1" timeOffset="182">28682 8309 8912,'0'10'0,"0"0"0,0 5 0,0-3 0,0 3 0,0 0 0,0 3 0,-1-4 0,-2 3 0,-3 2 0,-4-4 0</inkml:trace>
  <inkml:trace contextRef="#ctx0" brushRef="#br1" timeOffset="183">27801 7799 8912,'-6'0'0,"-1"0"0,-1 0 0,4 1 0,1 4 0,3 5 0,3 5 0,1 4 0,4 2 0,-1 3 0,-1-2 0,3 3 0,-1 1 0,-1 0 0,-2-3 0,3 1 0,-2-1 0,-2-5 0,1-4 0,-2-1 0,-2-2 0,-1-5 0,-5-2 0</inkml:trace>
  <inkml:trace contextRef="#ctx0" brushRef="#br1" timeOffset="184">27751 7889 8912,'0'-10'0,"0"0"0,0 0 0,0 5 0,0-4 0,0 2 0,0-2 0,5 3 0,2-1 0,1 1 0,2 0 0,0 1 0,0 2 0,0 0 0,0-1 0,1 4 0,-1 0 0,0 0 0,-5 5 0,-2 1 0,-1 4 0,-2 4 0,-2 1 0,-1 5 0,-2 0 0,-4 0 0,2 0 0,-2 1 0,2 2 0,-2 0 0,3-3 0,-1-3 0,5-5 0,-1 1 0,1-2 0,2-5 0,0-2 0,5-13 0,0-2 0</inkml:trace>
  <inkml:trace contextRef="#ctx0" brushRef="#br1" timeOffset="185">27952 7889 8912,'5'5'0,"3"-3"0,-5 5 0,2-2 0,-3 3 0,1-1 0,0 0 0,-2 2 0,-1 1 0,0 0 0,0 0 0,0-3 0,0 0 0,0-5 0,0 2 0,1-4 0,1-1 0,2-2 0,2-4 0,2-2 0,-4-1 0,6 0 0,0 0 0,0 0 0,4 0 0,-3 0 0,-1 0 0,0 4 0,0-1 0,0 5 0,0-2 0,0 3 0,0 2 0,0 3 0,-4 0 0,1 3 0,0 1 0,3-5 0,0 4 0,0-4 0,0 0 0,-1-7 0,-3-3 0,3 3 0,-9-5 0,0 2 0,0 3 0,-9-4 0,3 5 0,-3 0 0,-1 2 0,0 1 0,0 0 0,-4 0 0,1 0 0,0 5 0,4 1 0,2 3 0,-1 1 0,5 0 0,1 0 0,1 0 0,1 0 0,1 0 0,2 0 0,5 0 0,9 0 0,0-4 0,10-3 0,1-2 0,4-5 0,2-3 0,3-2 0,-6-5 0,3-3 0,-6 2 0,-3-1 0,0 2 0,-8 0 0,-7 4 0,-5 0 0,-4 0 0,-7 5 0,-4 2 0,-5 6 0,-4 2 0,-1 5 0,0 0 0,0 5 0,0 1 0,4 2 0,3-1 0,2 2 0,1-3 0,4 2 0,3-1 0,2-4 0,1-2 0,4-1 0,3-1 0,2-2 0,5-3 0,-1-5 0,3-2 0,1-4 0,3-6 0,0-3 0,-1-5 0,-1-2 0,-2-4 0,-2 0 0,1-1 0,0-4 0,-2 0 0,-7 6 0,-2-1 0,0-1 0,-2 4 0,1 4 0,-5 6 0,-3 4 0,0 4 0,2 2 0,0 8 0,-1 7 0,0 9 0,-2 9 0,2 10 0,2 6 0,1 2 0,1 6 0,1-2 0,2-1-127,7 0 0,7 2 0,8-2 127,5-4 0,4-4 0,6-2 0,0 0 0,0 0 0</inkml:trace>
  <inkml:trace contextRef="#ctx0" brushRef="#br1" timeOffset="186">14197 16127 8912,'-2'-23'0,"-3"0"0,3 0 0,-4 6 0,2 2 0,0 2 0,-2 1 0,3-1 0,1 3 0,2-1 0,0 5 0,0-5 0,0 7 0,0-4 0,0 16 0,0 3 0,0 12 0,0 6 0,0 3 0,0 4 0,0 5 0,0 4 0,2-1 0,3 2 0,-3-8 0,12 4 0,-5-9 0,7-4 0,1-5 0,17-6 0,6-13 0,18-10 0,12-18 0,-27-1 0,0-4 0,6-3 0,0-3 0,8-11 0,1-3 0,4-3 0,2 0-437,2-2 1,2-1 0,4-4 0,1 0 436,2 1 0,-1-1 0,-4 1 0,-2 0 0,-1 1 0,-2 3 0,-15 6 0,-3 4 0,-8 10 0,-3 3 0,12-8 0,-25 20 0,-12 15 0,-5 3 0,-4 9 0,-2 14 0,0 6 0,-8-4 0,-1-1 0</inkml:trace>
  <inkml:trace contextRef="#ctx0" brushRef="#br1" timeOffset="187">21735 14047 8912,'-12'0'0,"1"0"0,-1-2 0,3-4 0,1 2 0,8-7 0,0-2 0,6 3 0,-1-2 0,9 1 0,-5-6 0,9 0 0,-1-1 0,-8 1 0,5 6 0,-9-1 0,1 7 0,-6-7 0,0 6 0,0-5 0,0 7 0,0-11 0,-2 13 0,-2-6 0,-1 1 0,-9 5 0,5-6 0,-8 8 0,5 0 0,1-2 0,-3-2 0,-1-1 0,-2-1 0,0 6 0,-1 0 0,1 0 0,-2 0 0,-4 0 0,2 0 0,-8 0 0,6 0 0,-3 2 0,-1 2 0,0 1 0,6 1 0,-10 0 0,7 1 0,-3 3 0,6-6 0,-6 9 0,6-5 0,-2 1 0,0-3 0,6 6 0,5-7 0,1 5 0,-1-1 0,3 1 0,-4-4 0,7 5 0,-6-5 0,7 5 0,-9 1 0,3 5 0,3-7 0,-7 5 0,3-4 0,-3 7 0,-2 4 0,0-2 0,-1 2 0,1-2 0,0-3 0,0 0 0,0 0 0,-1 0 0,7-5 0,1-1 0,1 1 0,-1-3 0,6 7 0,-3-7 0,7 8 0,0 1 0,0-1 0,0 0 0,0 0 0,0 0 0,0 0 0,0 3 0,0 1 0,0 2 0,0-1 0,0-4 0,0-1 0,0 0 0,0 0 0,0-5 0,0-1 0,2 1 0,3 5 0,-3 0 0,12-6 0,-9 1 0,1-8 0,0 11 0,0-4 0,7-3 0,-3 0 0,1-3 0,0 1 0,1 8 0,5-13 0,2 7 0,4 0 0,-4-6 0,8 11 0,-6-5 0,2 1 0,0-5 0,-4 4 0,2-3 0,2 1 0,0 0 0,-6-6 0,1 0 0,-1 0 0,0 0 0,6 0 0,0 0 0,-2 0 0,-2-2 0,-2-4 0,6 2 0,0-7 0,2 1 0,-4-3 0,2 4 0,-2 1 0,6-6 0,-6 7 0,5-7 0,-1 3 0,0 1 0,-2-1 0,-2-4 0,8 3 0,-8-3 0,2-2 0,-4 0 0,-2-1 0,2-1 0,4-4 0,-9 4 0,3-4 0,-6 4 0,1 2 0,1-6 0,-7 0 0,5-5 0,-5 5 0,6-6 0,-7 6 0,1-8 0,0 7 0,0-5 0,-1-2 0,-5 8 0,0-5 0,-2 3 0,-3-2 0,-5 6 0,-7-2 0,-8 4 0,-4 2 0,-7 0 0,-10 0 0,-2 1 0,-15 5 0,6 3 0,-6 10 0,-4 8 0,-6 13 0,2 5 0,-3 18 0,3 6-298,2 5 0,8 0 1,2-5-1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1:46:05.37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28670 16248 8912,'-18'-18'0,"3"1"0,4 0 0,-5 0 0,5 0 0,-4-1 0,3 9 0,3 1 0,-1 2 0,0 1 0,-3 1 0,5 2 0,1 2 0,7 2 0,0 4 0,0 5 0,0-1 0,0 1 0,6-5 0,-1 5 0,1-7 0,-6 4 0,0-8 0,0 0 0,0 7 0,0 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1:46:05.37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8570 4230 8912,'-2'-16'0,"-2"3"0,-2 1 0,3-1 0,-1 3 0,0-1 0,-2-2 0,1 3 0,5-1 0,0 7 0,0-4 0,0 8 0,-8 0 0,4 0 0,-7 0 0,5 0 0,-6 0 0,-1 0 0,-2 2 0,-3 4 0,1 3 0,-2 3 0,-4-1 0,2 1 0,-8 5 0,1 0 0,-1 6 0,0 2 0,-1 2 0,-1 1 0,3 7 0,-5-1 0,8 8 0,-3 4 0,-3-2 0,8 4 0,2 5 0,-4 1 0,2 9 0,0-2 0,6 4 0,0-4 0,0-2 0,-1-2 0,7-3 0,-1 3 0,1-1 0,-6 7 0,0-8 0,-1 2 0,1-3 0,0-3 0,2-7 0,3-4 0,-1-11 0,5-4 0,-1 0 0,5-14 0,-4 12 0,8-21 0,0 6 0,0-8 0,0 0 0,-8 0 0,5 0 0,-9 2 0,-1 3 0,-4-1 0,-6 8 0,3-1 0,-4 6 0</inkml:trace>
  <inkml:trace contextRef="#ctx0" brushRef="#br0" timeOffset="1">7451 5261 8912,'-15'-11'0,"4"-1"0,-5 8 0,12-1 0,-5 10 0,1 9 0,4 7 0,-3 7 0,1 14 0,4 10 0,4 9 0,4 6 0,7 11 0,-1 8 0,9-5 0,2 3 0,0-8 0,1-9 0,3-4 0,8-6 0,-7-19 0,1-3 0,-8-12 0,12-14 0,-3-7 0,8-11 0,-1-10 0,3-16 0,-2-7 0,2-4 0,-3-3 0,3-3 0,-4 0 0,-2 1 0,-7-8 0,-2-2 0</inkml:trace>
  <inkml:trace contextRef="#ctx0" brushRef="#br0" timeOffset="2">9035 4040 8912,'0'-11'0,"0"-1"0,0-1 0,0-2 0,0-2 0,0 5 0,0 1 0,0-3 0,0 5 0,0-3 0,0-1 0,-2 5 0,-4 3 0,2 12 0,-5 10 0,1 10 0,4 6 0,2 9 0,2 3 0,0 5 0,0 2 0,8-3 0,3-3 0,5-6 0,1-3 0,8-12 0,3-8 0,5-8 0,1-11 0,1-3 0,-3-13 0,-3-12 0,-6-8 0,-6-4 0,-6-4 0,5-4 0,-16 8 0,0-4 0,-10 0 0,-13 10 0,-5 4 0,-11 5 0,-1 4 0,0 2 0,6 15 0,-1 2 0,1 2 0,7 2 0,10 8 0,11 4 0,4 3 0,10 8 0,3 0 0,12 0 0,6-6 0,3 0 0,3 0 0,7-7 0,2-3 0</inkml:trace>
  <inkml:trace contextRef="#ctx0" brushRef="#br0" timeOffset="3">9602 3920 8912,'-9'0'0,"-6"0"0,7 8 0,-4 3 0,5 4 0,7 5 0,0 2 0,0-1 0,2 6 0,3-2 0,5 6 0,1-12 0,1 4 0,1-4 0,3-2 0,-5 0 0,1-2 0,1-3 0,-3-4 0,1-8 0,2 0 0,3-8 0,-1-4 0,-2-11 0,-1-5 0,-6-5 0,5-1 0,-7 0 0,2-1 0,-4 1 0,-2-1 0,5 7 0,1 1 0,-2 2 0,-2 4 0,-2 10 0,0 3 0,2 8 0,1 2 0,3 4 0,6 3 0,-7 8 0,9 1 0,-5-1 0,9 0 0,-1 0 0,0 0 0,6-7 0,0-4 0,2-4 0,-4-2 0,2 0 0,5-2 0,-5-2 0,-2-6 0,-2-5 0,-1 2 0,-1-12 0,0 8 0,0-1 0,-7-6 0,3 5 0,-7-4 0,0 9 0,-6 3 0,0 7 0,0-4 0,0 10 0,0 4 0,0 3 0,0 9 0,0 1 0,0 4 0,0-2 0,0 5 0,0-1 0,0-2 0,0-6 0,5 1 0,3-1 0,2 0 0,1 0 0,6-7 0,-1-6 0,-5-8 0,4-6 0,-5-7 0,5-2 0,-3-4 0,3 4 0,-13-8 0,4 4 0,-4 4 0,-2-4 0,0 10 0,0 1 0,0 9 0,0-3 0,0 12 0,-2 5 0,-4 4 0,4 2 0,-6 1 0,8-1 0,0 0 0,0 0 0,2 0 0,4-1 0,6-3 0,3-1 0,2-9 0,0 3 0,6-4 0,0-2 0,8-8 0,-5-1 0,1-1 0,-2-13 0,0 12 0,2-14 0</inkml:trace>
  <inkml:trace contextRef="#ctx0" brushRef="#br0" timeOffset="4">10428 3954 8912,'2'-11'0,"2"-1"0,4 1 0,-1 0 0,1-1 0,0 6 0,-2-5 0,-5-1 0,7-5 0</inkml:trace>
  <inkml:trace contextRef="#ctx0" brushRef="#br0" timeOffset="5">10342 4006 8912,'-1'11'0,"-5"1"0,4-8 0,-6 3 0,8-7 0,0 0 0,2-5 0,4-1 0,-4 0 0,13-1 0,-3-3 0,3-1 0,2-1 0,0 1 0,-5-7 0,-1-1 0,1-2 0,-3-2 0,-1-1 0,-8 1 0,0 2 0,0-6 0,0 2 0,-8-6 0,4 14 0,-7 0 0,-6 2 0,-6 9 0,0 0 0,6 6 0,-1 8 0,3 5 0,4 8 0,-3 14 0,7 11 0,-1 3 0,0 3 0,3-1 0,12 1 0,5 0 0,5-8 0,6-4 0,4-6 0,7-7 0,0-10 0,3-7 0,1-10 0,2-2 0,-2-4 0,-9-11 0,4-10 0,-7-7 0</inkml:trace>
  <inkml:trace contextRef="#ctx0" brushRef="#br0" timeOffset="6">10790 3903 8912,'-17'0'0,"-1"0"0,7 0 0,-1 0 0,9 0 0,-3 0 0,12 2 0,7 2 0,8 1 0,-2 9 0,4-3 0,4 4 0,-8 5 0,4 2 0,2-1 0,-2 8 0,0-6 0,-8 4 0,-4-2 0,3-2 0,-6-6 0,1 0 0,-5 0 0,4-7 0,-8-5 0,0-10 0,-2-11 0,-2-10 0,-2-7 0,0-5 0,6-12 0,0 3 0,0 1 0,0 0 0,0 2 0,2 4 0,4 3 0,4 3 0,1 9 0,0 8 0,1 2 0,5 9 0,0 2 0,1 2 0,-1 10 0,0 9 0,0 10 0</inkml:trace>
  <inkml:trace contextRef="#ctx0" brushRef="#br0" timeOffset="7">11392 3765 8912,'17'0'0,"1"0"0,-9 0 0,-1 0 0,-8 0 0,0 0 0,6 2 0,-1 4 0,7-2 0,-5 7 0,1 3 0,0 1 0,5 10 0,-11-6 0,4 4 0,1-2 0,-1 2 0,0-4 0,-6 4 0,6-4 0,-1-2 0,1-7 0,-6-5 0,0-10 0,0-5 0,0-9 0,0-4 0,0-4 0,0-7 0,0-6 0,0 0 0,2 1 0,4 3 0,-4 7 0,3 1 0,3 7 0,-2-2 0,1 6 0,-1 5 0,-4 5 0,13 8 0,-3 5 0,-5 4 0,7 9 0,-7 2 0,3 2 0,0 5 0,1-3 0,-3 0 0,-1 0 0,-5-10 0,6 1 0,-6-5 0,4 4 0,-5-5 0,7-3 0,-8-7 0,2-3 0,2-7 0,3-7 0,3-2 0,-4-8 0,5 0 0,3 1 0,-7-7 0,9 14 0,-5-4 0,4 4 0,3 2 0,-1 1 0,0 5 0,0 3 0,0 8 0,1 2 0,-1 4 0,0-4 0,6 11 0,0-7 0,8 5 0,-3-5 0,-1 0 0,2-6 0,1 0 0,-3 0 0,0-2 0,-2-2 0,-4-2 0,-2-7 0,-4 4 0,-3-9 0,-7 1 0,-3 0 0,-2 0 0,0 0 0,-2-1 0,-3 1 0,-3 0 0,-5 0 0,1 0 0,1 5 0,-7 3 0,1 1 0,0 2 0,5 6 0,3 2 0,1 4 0,-5 11 0,11 2 0,-6 6 0,1 0 0,5-6 0,-4 6 0,4-2 0,2 0 0,0 0 0,0-6 0,0 0 0,8 0 0,1-7 0,9-3 0,-1-7 0,6-7 0,0-7 0,0-5 0,1-4 0,-4-5 0,2 5 0,-8-6 0,-3 6 0,-1 0 0,1 6 0,5 0 0,-14 7 0,7 3 0,-5 9 0,2 3 0,7-3 0,-3 12 0,7-7 0,0 3 0,0-6 0,2 3 0,4-7 0,-2 0 0,8 0 0,-6-7 0,6-5 0,-8-11 0,4-4 0</inkml:trace>
  <inkml:trace contextRef="#ctx0" brushRef="#br0" timeOffset="8">12769 3284 8912,'-17'0'0,"7"0"0,-5 0 0,11 0 0,-8 0 0,9 0 0,-5 8 0,8-5 0,0 9 0,0-1 0,2 6 0,4 1 0,-4-1 0,11 0 0,-7 2 0,-2 2 0,-3 2 0,-1 0 0,0-6 0,0 0 0,0 1 0,0-7 0,0 1 0,0-9 0,8 5 0,-6-16 0,4-3 0,-4-4 0,3-10 0,1-4 0,-2-3 0,5-8 0,1-1 0,2 5 0,-1 6 0,-7-3 0,11 12 0,-5-6 0,-1 2 0,7 8 0,-5 6 0,-3 7 0,7-4 0,-4 8 0,-1 2 0,1 4 0,-1 4 0,3 7 0,-1 0 0,-1 0 0,-1 0 0,5 1 0,-11-1 0,7-2 0,3-4 0,1 5 0,-3-14 0,-1 3 0,3-3 0,-7-2 0,8 0 0,-3 0 0,1-2 0,-1-3 0,1 1 0,-7-8 0,7 1 0,-11-6 0,13 0 0,-13 5 0,4 1 0,-4 7 0,-2-6 0,0 4 0,8 5 0,3-5 0,-3 4 0,1 4 0,-3 2 0,6 1 0,-5 1 0,9-6 0,-5 0 0,4 0 0,3 0 0,-1-2 0,0-4 0,0-3 0,-2-8 0,-1 0 0,-3-1 0,-7 1 0,6 2 0,-6 1 0,1 3 0,1 0 0,-6-1 0,0 1 0,0 7 0,0 0 0,0 15 0,0 3 0,2 14 0,2 3 0,1 2 0,1 1 0,-4 8 0,2 2 0,2 0 0,-1 5 0,-5-6 0,0 2 0,-7 3 0,-5-8 0,-11 6 0,-5-6 0,-13 0 0,-2-5 0</inkml:trace>
  <inkml:trace contextRef="#ctx0" brushRef="#br0" timeOffset="9">13870 2837 8912,'-9'-8'0,"3"-3"0,4-5 0,4 7 0,4 3 0,5 6 0,4 6 0,3 5 0,-1 7 0,0 5 0,0 5 0,0-1 0,1 0 0,-1-1 0,0 1 0,0 0 0,-1 2 0,-5-7 0,-1-2 0,-7-3 0,3 0 0,-2 0 0,-2-7 0,-2-3 0,0-9 0,0-3 0,0-9 0,0-7 0,0-7 0,0-12 0,0-6 0,0-4 0,0-2 0,0 7 0,0-1 0,6 9 0,-1 3 0,9 2 0,-3 9 0,6 2 0,6 9 0,-3 6 0,2 10 0,-2 2 0,-3 7 0,-8-3 0,14 7 0,-4 0 0</inkml:trace>
  <inkml:trace contextRef="#ctx0" brushRef="#br0" timeOffset="10">14490 2699 8912,'0'-9'0,"-8"-7"0,6 15 0,-7-7 0,3 8 0,4 2 0,-4 4 0,4 9 0,2 10 0,0 1 0,0 3 0,6 0 0,2-3 0,1-1 0,-3 0 0,5-4 0,3 2 0,1-2 0,2-9 0,1-5 0,-1-7 0,0 0 0,0 0 0,0-2 0,1-3 0,-1-11 0,0-7 0,-2-7 0,-1 1 0,-3-3 0,-7-3 0,2 1 0,-4 0 0,-2 5 0,0 0 0,0 8 0,0 4 0,0 11 0,0 12 0,0 5 0,2 10 0,3 2 0,-3 8 0,4-2 0,3-5 0,3-1 0,3-9 0,2-3 0,-3-1 0,3 1 0,-4-3 0,10-8 0,-3-2 0,-3-4 0,0-5 0,0-5 0,-2-1 0,-1 0 0,-3 0 0,-7-8 0,4 6 0,-8-4 0,0 4 0,0 2 0,0 0 0,0-1 0,0 9 0,0 1 0,0 10 0,0 6 0,0 9 0,0 0 0,0 8 0,0-8 0,5 6 0,1 0 0,0 0 0,-6-6 0,0 0 0,2-5 0,2-1 0,1 3 0,1-7 0,-6 1 0,0-10 0,0-4 0,0-5 0,2-12 0,4-6 0,-2-5 0,5-4 0,1-3 0,-1 3 0,-5-6 0,11 8 0,-3-4 0,-3 11 0,3 6 0,-1 6 0,7 6 0,-1 13 0,-2 15 0,-1 10 0,-3 5 0,0 10 0,7-4 0,1 6 0,4-2 0,-4-9 0,8-3 0,-6-9 0,2-5 0,0-7 0,-1-9 0,1-2 0,-2-5 0,-1-11 0,-3-6 0,0-11 0,0-7 0,0-4 0,-5-3 0,-1-3 0,-7-5 0,2-1 0,2-5 0,-3 8 0,-1 5 0,-2-1 0,-2 16 0,0 1 0,0 9 0,0 14 0,0 3 0,6 18 0,1 5 0,3 6 0,1 9 0,12-3 0,2 8 0,2-1 0,-6-7 0,10 5 0,-8-5 0,-2 0 0,-2-4 0,-2 1 0,0-1 0,-7 2 0,-8-2 0,-12 6 0,-19 11 0,-22 6 0,-8-4 0,-12 7 0,-2-3-227,-1 4 0,-1-2 227,6-8 0,0 2 0,4-15 0,8-3 0,7 1 0</inkml:trace>
  <inkml:trace contextRef="#ctx0" brushRef="#br0" timeOffset="11">13887 6069 8912,'-15'2'0,"2"2"0,1 2 0,-1-3 0,5-1 0,1-2 0,7 0 0,0 0 0,0-7 0,0 5 0,5-8 0,1 5 0,2-5 0,-4-7 0,3 0 0,3-1 0,3 1 0,-5-8 0,7-1 0,-3-9 0,3 1 0,2-8 0,2-2 0,2-10 0,2-3 0,8 4 0,-10-14 0,7 6 0,3-1 0,2-2 0,1 6 0,0 5 0,1 5 0,-1 6 0,3 8 0,3-1 0,2 1 0,4-1 0,5-1 0,-1-2 0,5-2-206,10-16 1,-9 9 205,7-16 0,2 0 0,-28 28 0,1 1 0,3-2 0,2 1 0,2-1 0,1 1 0,3 1 0,0 0 0,0 0 0,0 3 0,29-21 0,-4 1 0,-3 7 0,-2 3 0,-13 7 0,-5 5 0,-9-1 0,4 7 0,-8 6 0,1 5 0,-9-1 0,1 3 0,-8-1 0,0 7 0,-12-4 0,1 8 0,-9-7 411,13 5-411,-14-6 0,11 6 0,-7-3 0,-1 3 0,-5-6 0,0 8 0,0 0 0,0 8 0,0-6 0,0 13 0,0-6 0</inkml:trace>
  <inkml:trace contextRef="#ctx0" brushRef="#br0" timeOffset="12">15780 3679 8912,'-17'25'0,"2"-6"0,1-7 0,3-5 0,7-3 0,-2-10 0,14 5 0,9-5 0,14 4 0,9 2 0,8 0 0,-2 2 0,3 5 0,3 11 0,-2 1 0,-4 9 0,-4 3 0,-8 7 0,1 2 0,-9 8 0,-8-10 0,-13 6 0,-3-2 0,-2-2 0,-9 2 0,-7 2 0,-5 0 0,-7-2 0,5-9 0,2-3 0,2-1 0,1-16 0,1 3 0,0-16 0</inkml:trace>
  <inkml:trace contextRef="#ctx0" brushRef="#br0" timeOffset="13">16985 3456 8912,'0'-12'0,"0"1"0,0-1 0,-2-3 0,-4 2 0,-5 1 0,-4 8 0,-3-1 0,1 3 0,0 4 0,0 3 0,0 7 0,-1 11 0,1 7 0,0 9 0,0 7 0,1-3 0,5 3 0,-2-2 0,7 2 0,0 0 0,8-10 0,4-5 0,5-4 0,10-12 0,2-9 0,2-5 0,-4-2 0,2-5 0,0-11 0,-2-4 0,-4-8 0,4 0 0,-9-5 0,-3 0 0,3-1 0,-8 1 0,1-1 0,-3 3 0,-2 1 0,0 5 0,0 1 0,0 2 0,0 11 0,0 1 0,0 7 0,0 6 0,0 13 0,0 6 0,8 10 0,1-10 0,9 8 0,-1-1 0,2 5 0,4-5 0,-2-1 0,8-4 0,-3-6 0,5 2 0,-2-7 0,1-5 0,-5-1 0,-8-6 0,-1-8 0,-7-1 0</inkml:trace>
  <inkml:trace contextRef="#ctx0" brushRef="#br0" timeOffset="14">17243 3370 8912,'0'17'0,"0"0"0,0 2 0,2 4 0,4 6 0,3 3 0,14 3 0,2-1 0,2-1 0,3-5 0,-3-3 0,2-8 0,2 1 0,1-9 0,-5-1 0,-4-10 0,-4-4 0,-8-5 0,-1-12 0,-2-6 0,-3-3 0,-5-3 0,-2-5 0,-3 0 0,-3 0 0,-4 5 0,-3 1 0,6 2 0,-1 3 0,-5 4 0,13 8 0,-4 0 0,4 7 0,2 3 0,8 7 0,3 0 0,12 7 0,4 3 0</inkml:trace>
  <inkml:trace contextRef="#ctx0" brushRef="#br0" timeOffset="15">17777 3318 8912,'17'0'0,"-8"0"0,7 0 0,-14 0 0,5 0 0,-7 0 0,0 0 0,0-7 0,0 5 0,0-14 0,0 15 0,-2-13 0,-3 8 0,-7 3 0,4 1 0,-5 4 0,7 3 0,-5-1 0,5 8 0,-5-1 0,5 6 0,2 0 0,-6 1 0,9-1 0,-5 0 0,4 0 0,2 0 0,0 1 0,8-9 0,1-1 0,8-8 0,1-8 0,-1-3 0,0-6 0,0-6 0,0 2 0,1-8 0,-1-2 0,-2 7 0,-2-1 0,-3 2 0,-2 0 0,5 8 0,-11-1 0,4 5 0,3 3 0,-7 1 0,6 8 0,-8 5 0,6 4 0,-1 7 0,9 0 0,-3 0 0,4 1 0,10-9 0,-6-1 0,4-8 0,4 0 0,2 0 0,-2-2 0,1-4 0,-5-2 0,6-3 0,-2-4 0,3 3 0,-1-3 0,-8 0 0,4 1 0,-2 3 0,0-3 0,-8 7 0,0-8 0,-13 5 0,6-7 0,-8 0 0,-8 7 0,-1-3 0,-9 7 0,7-2 0,0 4 0,-3-1 0,7-1 0,-9 6 0,14 8 0,-5 1 0,7 8 0,0 1 0,0-1 0,0 0 0,0 0 0,0 0 0,0 1 0,7-1 0,-3-8 0,8-3 0,-1-4 0,6-10 0,0-3 0,-1-4 0,-5-3 0,5 1 0,-5 0 0,-1 0 0,1 0 0,-7-1 0,4 3 0,-1 4 0,-5-5 0,6 14 0,-6-5 0,3 7 0,-1 7 0,8 5 0,-3 11 0,5 4 0,-3 1 0,2 1 0,3 0 0,1 5 0,0 0 0,0 1 0,1-1 0,-3 0 0,-4 1 0,3-6 0,-8-3 0,-3-1 0,-1-4 0,-2-2 0,0-7 0,0-1 0,-7-7 0,-5 2 0,3-4 0,-3-2 0,1-2 0,-7-4 0,7 2 0,-1-9 0,-1-6 0,5 1 0,-5-8 0,7 5 0,2-4 0,3 0 0,1 0 0,0-5 0,0 1 0,0 4 0,7-7 0,5 5 0,3 0 0,2 2 0,0 8 0,1 0 0,-1 0 0,8 0 0,1 1 0,3 3 0,0 1 0,-1 1 0,15-14 0,1-2 0</inkml:trace>
  <inkml:trace contextRef="#ctx0" brushRef="#br0" timeOffset="16">18981 3078 8912,'-11'0'0,"-1"0"0,-1 0 0,-1-2 0,3-4 0,3 4 0,10-6 0,6 6 0,9-3 0,2-5 0,10-9 0,1-2 0,1-2 0,-2 2 0,3-6 0,-13 6 0,4-5 0,-5-1 0,-7 0 0,2 4 0,-7-4 0,-2 3 0,-10 3 0,-5 7 0,-6 5 0,-6 1 0,3 2 0,-12 10 0,3 8 0,-3 1 0,-3 16 0,9 5 0,3 6 0,9 6 0,3-6 0,7 6 0,-2-6 0,14 0 0,9-5 0,10-5 0,7-5 0,6-8 0,12-11 0,4 2 0,5-10 0,-2-4 0,-9-4 0,-1-14 0,-5-3 0</inkml:trace>
  <inkml:trace contextRef="#ctx0" brushRef="#br0" timeOffset="17">18396 3954 8912,'-17'0'0,"0"0"0,-1 0 0,1 0 0,2 2 0,2 4 0,3 7 0,2 8 0,-3 2 0,5 12 0,0-3 0,6 14 0,2 2 0,4 2 0,4-1 0,7-3 0,0 4 0,0-4 0,0 3 0,1-5 0,-1-4 0,-2-5 0,-3-7 0,-5-3 0,-7-8 0,0-7 0,0-2 0</inkml:trace>
  <inkml:trace contextRef="#ctx0" brushRef="#br0" timeOffset="18">18138 4058 8912,'2'-10'0,"2"2"0,1 1 0,1 3 0,-4-6 0,4 3 0,-2-5 0,7 7 0,1-1 0,5 6 0,0 0 0,8 0 0,2 0 0,5 0 0,-3 0 0,3 7 0,-13-3 0,6 8 0,0 1 0,-11 2 0,3 3 0,-12-1 0,9 0 0,-8 0 0,-1 6 0,-5 0 0,-7 2 0,-5-4 0,-3 4 0,0 0 0,3-1 0,-3-3 0,3-9 0,-3 3 0,-2-5 0</inkml:trace>
  <inkml:trace contextRef="#ctx0" brushRef="#br0" timeOffset="19">18465 4126 8912,'9'0'0,"5"-7"0,-8-5 0,5 3 0,-3-3 0,1 1 0,5 1 0,-5-3 0,3 7 0,-1 0 0,6 6 0,1 0 0,-1 0 0,0 0 0,0 0 0,0 8 0,1 3 0,-9 5 0,-3 1 0,-2 0 0,0 0 0,1 1 0,1-1 0,-6 0 0,0 0 0,-6-5 0,1-1 0,-3-7 0,2 2 0,-3-4 0,-1-6 0,4-8 0,4 1 0,2-12 0,0-2 0,0 2 0,0 2 0,0-4 0,2 2 0,4 2 0,6 2 0,3 2 0,-4 7 0,1 5 0,-1-3 0,6 2 0,1 1 0,-1 5 0,-6 7 0,1 5 0,-1-5 0,6 7 0,1-9 0,-1 7 0,0-6 0,0-1 0,1-5 0,-1 0 0,0 0 0,-7 0 0,5 0 0,-13-2 0,3-3 0,-3 3 0,-2-8 0,0 5 0,0 3 0,0-14 0,0 13 0,0-9 0,0 8 0,-7-3 0,-5 7 0,-3 0 0,-2 7 0,5 3 0,1 7 0,5 2 0,-5 4 0,7-4 0,-2 6 0,4 0 0,2-4 0,0 7 0,4-7 0,7 2 0,1-3 0,22-11 0,-1-3 0,7-4 0,4-2 0,-4-10 0,6-7 0,0-8 0,6-9 0</inkml:trace>
  <inkml:trace contextRef="#ctx0" brushRef="#br0" timeOffset="20">19463 3972 8912,'-17'0'0,"0"0"0,-1 0 0,1 2 0,0 3 0,0-1 0,0 8 0,-1-1 0,1 6 0,2 0 0,3 2 0,7 3 0,3 0 0,2-1 0,0-1 0,0-3 0,0 0 0,2-2 0,3-1 0,7-5 0,3-1 0,2-4 0,1-10 0,-1-4 0,0-7 0,0-6 0,0 0 0,1-9 0,-3-1 0,-2-5 0,-3-2 0,-3-2 0,-1-2 0,-6-8 0,0 1 0,0-1 0,0 1 0,0-1 0,0 10 0,0 8 0,-7 7 0,3 12 0,-8 3 0,8 12 0,-5 16 0,5 10 0,-2 7 0,1-3 0,5 20 0,0-4 0,0-2 0,0 2 0,5-8 0,3 2 0,2-4 0,1-3 0,6-5 0,0-5 0,1-4 0,6-1 0,-4-9 0,3-3 0,3-12 0,1-5 0,0-5 0,5-7 0,-3 1 0,-4-9 0,0 4 0,-10-5 0,-3 3 0,3-3 0,-13 13 0,3-4 0,-3 3 0,-2 3 0,0 8 0,-2 1 0,-3 8 0,3 8 0,-4 3 0,4 10 0,2 2 0,0 6 0,0-6 0,0-2 0,8 4 0,3-3 0,-3 1 0,7-5 0,-3-3 0,3-4 0,2 5 0,0-14 0,1 3 0,-1-10 0,0-13 0,0-8 0</inkml:trace>
  <inkml:trace contextRef="#ctx0" brushRef="#br0" timeOffset="21">19876 3542 8912,'-17'11'0,"0"1"0,-1 1 0,9-5 0,1-1 0,8-7 0,0 0 0,0-7 0,6 3 0,0-8 0,7 1 0,-3-6 0,-1 0 0,-1 7 0,-1-5 0,3 5 0</inkml:trace>
  <inkml:trace contextRef="#ctx0" brushRef="#br0" timeOffset="22">20289 3611 8912,'-34'9'0,"-1"-3"0,1-4 0,-1 0 0,3 1 0,3 5 0,6 2 0,4 3 0,2 10 0,7-2 0,5 8 0,3-1 0,4 5 0,3-5 0,7 3 0,11-8 0,-2 0 0,7-6 0,1-2 0,6-3 0,5-5 0,0-8 0,-2-5 0,-2-4 0,-1-7 0,-1-8 0,1-3 0,-9-5 0,7-9 0,-6-2 0</inkml:trace>
  <inkml:trace contextRef="#ctx0" brushRef="#br0" timeOffset="23">20427 3146 8912,'-18'0'0,"1"0"0,6 0 0,-1 0 0,9 8 0,-11 2 0,8 9 0,3 4 0,1 11 0,2 8 0,0 6 0,0-2 0,7 3 0,5 3 0,3 3 0,2-11 0,0 0 0,1-8 0,-1-7 0,0-8 0,0 0 0,1-8 0,-1-7 0,0-4 0,0-2 0,0-2 0,-1-5 0,-5-11 0,4-1 0,-3-9 0,1 5 0,-1-6 0,3 0 0,-11-5 0,7 0 0,-7 5 0,2 0 0,-2 8 0,1-2 0,-3 4 0,6 10 0,-8 1 0,0 18 0,0 5 0,0 6 0,0 9 0,0-1 0,0 2 0,0-3 0,6 3 0,0-8 0,5 0 0,-5-6 0,7 0 0,-9-7 0,7-5 0,3-3 0,1-2 0,2-7 0,0-11 0,1-8 0</inkml:trace>
  <inkml:trace contextRef="#ctx0" brushRef="#br0" timeOffset="24">20805 3078 8912,'-11'0'0,"-1"0"0,1 0 0,-6 0 0,7 0 0,1 0 0,3 0 0,4 0 0,-6 0 0,16 7 0,3 5 0,10 3 0,2 2 0,0 0 0,-6 1 0,1-1 0,-1 0 0,-8 0 0,-1 0 0</inkml:trace>
  <inkml:trace contextRef="#ctx0" brushRef="#br0" timeOffset="25">20409 3628 8912,'-17'0'0,"0"0"0,0 0 0,5-2 0,12-4 0,12-3 0,22-9 0,3 1 0,3 0 0,11 0 0,3 0 0,5-1 0,-1-1 0,-1-2 0,-2-2 0,7-7 0,-1 3 0</inkml:trace>
  <inkml:trace contextRef="#ctx0" brushRef="#br0" timeOffset="26">21236 3301 8912,'-10'0'0,"-5"8"0,5-1 0,-7 5 0,0 3 0,-1-2 0,1 8 0,0-1 0,6 12 0,1-3 0,2 3 0,-3 1 0,5-5 0,0 5 0,6-14 0,0 4 0,8-4 0,2-4 0,7-3 0,0-14 0,0-15 0,-1-3 0,-5-8 0,2 5 0,-5-4 0,2 2 0,-5-3 0,7 5 0,-8 0 0,1 6 0,-3-1 0,0 3 0,2 2 0,2 1 0,0 8 0,1-11 0,3 13 0,7-5 0</inkml:trace>
  <inkml:trace contextRef="#ctx0" brushRef="#br0" timeOffset="27">21511 3473 8912,'0'10'0,"0"5"0,0-4 0,0 5 0,-2-5 0,-2 1 0,-2 1 0,-7 2 0,5 2 0,-3 1 0,-4-9 0,13 6 0,-4-3 0,4-5 0,2 3 0,0-4 0,2-6 0,4 2 0,5-8 0,4-4 0,10-1 0,-4-12 0,8 0 0,-8 0 0,2 6 0,2-6 0,-2 0 0,-2 2 0,-10 2 0,5-6 0,-7-2 0</inkml:trace>
  <inkml:trace contextRef="#ctx0" brushRef="#br0" timeOffset="28">13526 5794 8912,'-8'-17'0,"6"7"0,-5 1 0,7 3 0,0 2 0,-2-7 0,-4-3 0,4 7 0,-5-1 0,5 10 0,-2 4 0,-2 5 0,2 5 0,2 1 0,4 2 0,4 4 0,-2-4 0,7 4 0,1 2 0,7-1 0,2 1 0,2 0 0,8 4 0,-3-6 0,7 0 0,5-6 0,-4-8 0,8-1 0,-6-8 0,2 0 0,6-8 0,-6-3 0,1-4 0,-9-3 0,-1 1 0,-3 0 0,-7 7 0,10-3 0,-8 7 0,2 1 0,-2 5 0,-2 0 0,8 0 0,1 0 0,3 0 0,1 2 0,0 3 0,7-3 0,-1 4 0,8 2 0,-4-3 0,0-1 0,-1-2 0,-2-2 0,-5 0 0,4 0 0,4 0 0,-6-8 0,8-3 0,2-4 0,7-3 0,3 1 0,7 0 0,-6-6 0,4 0 0,2 0 0,-7 8 0,-5 2 0,-5 1 0,-8 8 0,-9-1 0,-3 3 0,1 2 0,4 0 0,-3 0 0,-1 0 0,0 0 0,7 0 0,4 0 0,-4 5 0,4 1 0,-1 0 0,1-6 0,-2 6 0,8-1 0,-8 1 0,2-6 0,2 0 0,1 0 0,1 0 0,-1 0 0,3 0 0,-5 0 0,-13 0 0,5-6 0,-5-1 0,5-3 0,-6 6 0,-4-1 0,1-3 0,-1 2 0,8-1 0,-2 1 0,-3 2 0,1-7 0,0-1 0,0 3 0,-4-5 0,5 8 0,-7-1 0,2 1 0,-3 4 0,-3-4 0,0 5 0,8 1 0,-12 0 0,4 0 0,-3 0 0,3 0 0,0 0 0,0 0 0,1 0 0,-1 0 0,0 0 0,0 0 0,0 0 0,1 0 0,-1 0 0,0 0 0,6 0 0,0 0 0,2 0 0,-2 0 0,-4 0 0,4 0 0,-4 0 0,-2 0 0,0 0 0,1 0 0,-1 0 0,0 0 0,0 0 0,0 0 0,-5 0 0,-1 0 0,1 0 0,-1 0 0,1 0 0,-1 0 0,6 7 0,-5-5 0,-1 4 0,1-4 0,-1-2 0,1 0 0,1 0 0,-3 5 0,1 1 0,1 0 0,-1-6 0,1 0 0,-7 0 0,7 0 0,-8 0 0,3 0 0,-7 0 0,0 0 0,-7 0 0,5 0 0,-6 0 0,8 0 0,0 0 0,-8 0 0,7 0 0,-7 0 0,8 0 0,0 0 0,0 8 0,0-7 0,0 7 0,-2-8 0,-4 0 0,4 0 0,-5 0 0,7 0 0,0 0 0,-8 0 0,6 0 0,-6 0 0,8 0 0,0 0 0,0 0 0</inkml:trace>
  <inkml:trace contextRef="#ctx0" brushRef="#br0" timeOffset="29">17604 5674 8912,'-11'0'0,"0"0"0,7 0 0,-4 0 0,8 0 0,2 0 0,4 0 0,5 0 0,4 0 0,3 0 0,-1 0 0,-8 0 0,5 7 0,-7 5 0,1 5 0,0 6 0,3-2 0,-5 8 0,5-1 0,-3 7 0,2-1 0,3 0 0,-3-1 0,1-3 0,2-1 0,-5 0 0,2-2 0,-5-5 0,-1-2 0,8-3 0,-8-6 0,1 1 0,-3-8 0,6 3 0,1-7 0</inkml:trace>
  <inkml:trace contextRef="#ctx0" brushRef="#br0" timeOffset="30">7314 5725 8912,'-10'-17'0,"-3"6"0,7-1 0,0 10 0,6 2 0,0 0 0,0 8 0,0-8 0,0 2 0,0 4 0,0-5 0,0 7 0,0-8 0,0 0 0,-7 0 0,3 2 0,-8 4 0,3-2 0,-3 7 0,-3-7 0,11 9 0,-7-7 0,-1 7 0,-5-1 0,0 3 0,0 10 0,-3-4 0,-2 8 0,8-6 0,-3 5 0,4 3 0,-5 7 0,1 2 0,0 8 0,5 1 0,1 11 0,-2 1 0,-3 4 0,5 2 0,1 1 0,3 1 0,1 0 0,6 0 0,0 0 0,0-8 0,0-4 0,2-9 0,4-4 0,5-2 0,4-10 0,3-9 0,-1-4 0,0-2 0,8 1 0,-6-3 0,4-4 0,-2 5 0,2-5 0,-4-1 0,4 1 0,-4-7 0,-2 2 0,-5 1 0,-1-1 0,-5 2 0,5-3 0,-5-3 0,6 4 0,-9 4 0,5-9 0,-8 7 0,0-8 0,0 0 0,8 0 0,-6 8 0,5-6 0,1 5 0,1-7 0</inkml:trace>
  <inkml:trace contextRef="#ctx0" brushRef="#br0" timeOffset="31">19188 5416 8912,'-18'-29'0,"3"1"0,2 3 0,3 4 0,3 3 0,1 11 0,6 7 0,0 9 0,0-1 0,0 0 0,0-8 0,0 0 0,2 5 0,2 3 0,1 2 0,-1 3 0,0-3 0,2 1 0,-2 6 0,7 6 0,2-2 0,3-2 0,1 6 0,2-4 0,2 8 0,2 1 0,8-5 0,-5 8 0,9-5 0,-1 10 0,1 4 0,1 2 0,4 4 0,-6 4 0,1 5 0,-3 6 0,-7 14 0,2 9-213,-14-8 0,8 14 213,-15-12 0,6-4 0,-7-1 0,1-1 0,-6-3 0,0-6 0,0-4 0,0 2 0,0-4 0,0 2 0,-8-5 0,-7-3 0,-8-7 0,2 2 0,-6 2 0,-1 1 0,3-7 0,-8 4 0,5-8 0,3-6 0,0-7 0,2-2 0,0-4 0,2-8 0,8-3 426,1-3-426,8-1 0,-3-6 0,7 0 0,0-2 0,0-3 0,0 3 0,-10 23 0,-7 21 0,-10 13 0,-13 0 0,-4 5 0</inkml:trace>
  <inkml:trace contextRef="#ctx0" brushRef="#br0" timeOffset="32">18998 533 8912,'-11'-27'0,"-1"2"0,-1 1 0,5 14 0,5 6 0,6 19 0,9 18 0,5 9 0,4 10 0,2-1 0,-2 1 0,0 5 0,0 0 0,2-1 0,-2-3 0,-2-1 0,6-1 0,-8-7 0,2-5 0,-5-9 0,-8-5 0,5-8 0,-7-15 0,4-6 0,-8-19 0,0-11 0,0-12 0,1-9 0,5-3 0,-4-5 0,6 4 0,-3 0 0,1 2 0,-2 7 0,-2 6 0,4 11 0,-1 5 0,9-5 0,1 22 0,8-1 0,2 18 0,-2 9 0,6 6 0,3 10 0,2-4 0,1 7 0</inkml:trace>
  <inkml:trace contextRef="#ctx0" brushRef="#br0" timeOffset="33">19773 774 8912,'-33'-16'0,"3"3"0,1 3 0,-2 3 0,7 1 0,-3 8 0,4 4 0,4 11 0,-6 12 0,4 3 0,4 2 0,-3 8 0,15 2 0,1 0 0,2 6 0,4-14 0,2 4 0,1-3 0,17-11 0,-11-3 0,12-11 0,-4-6 0,-2-4 0,0-2 0,-5-8 0,-1-4 0,-5-9 0,4-3 0,-1-3 0,1-4 0,-6 6 0,5-7 0,-5 5 0,2 0 0,0 3 0,-5 6 0,5 1 0,-4 6 0,4-1 0,-2 8 0,1-1 0,-1 10 0,8 7 0,-3 3 0,5 4 0,-3 4 0,1-2 0,5 8 0,0-8 0,0 2 0,0-4 0,1-2 0,-7-2 0,1-3 0,-1-4 0,6-1 0,0 3 0</inkml:trace>
  <inkml:trace contextRef="#ctx0" brushRef="#br0" timeOffset="34">19910 877 8912,'10'7'0,"3"-3"0,-7 8 0,2-6 0,-2 5 0,-5-7 0,13 11 0,-8-3 0,7-1 0,-2 6 0,5-3 0,1 8 0,0-2 0,0 4 0,1 3 0,-3 0 0,-4-4 0,-3 4 0,-2-8 0,-1 4 0,-1-4 0,-2-2 0,-2 0 0,-8-7 0,1-5 0,-5-10 0,7-7 0,3-11 0,2-7 0,4-7 0,7-3 0,1-7 0,18 8 0,-7-7 0,10 3 0,1-3 0,0 4 0,7 7 0,-5 1 0,6-1 0,2 1 0</inkml:trace>
  <inkml:trace contextRef="#ctx0" brushRef="#br0" timeOffset="35">20857 481 8912,'-19'-2'0,"-4"-1"0,-4-3 0,0 2 0,-3 6 0,7 9 0,-6 9 0,6 14 0,0 8 0,6 6 0,0 7 0,0 8 0,7 12 0,2 1 0,8 4 0,0-5 0,8-4 0,2-10 0,7-4 0,6-5 0,0-7 0,0-10 0,-6-14 0,0-8 0,0-5 0,-5-8 0,-3-2 0,-1-4 0,13-11 0,-2-10 0</inkml:trace>
  <inkml:trace contextRef="#ctx0" brushRef="#br0" timeOffset="36">21012 602 8912,'-10'0'0,"3"2"0,7 3 0,0 5 0,13 15 0,4 3 0,4 7 0,4 5 0,0 4 0,4 7 0,3 7 0,-3-1 0,-2-2 0,1-9 0,-7 2 0,2-8 0,-4-2 0,-7-9 0,-1-6 0,-7-4 0,4-11 0,-8-8 0,0-10 0,2-13 0,3-5 0,-3-13 0,6-2 0</inkml:trace>
  <inkml:trace contextRef="#ctx0" brushRef="#br0" timeOffset="37">21408 585 8912,'-8'17'0,"4"-6"0,-7 1 0,-1 1 0,-5 10 0,-8 4 0,-5 9 0,-9 4 0,-5 12 0,-2 9 0,2 8 0,2-1 0,4 1 0,9-8 0,6-3 0,12-14 0,5-10 0,4-7 0,4-18 0,4-3 0,5-4 0,11-4 0,0-4 0,1-3 0,-5-16 0,-1-4 0,8-11 0,1-4 0</inkml:trace>
  <inkml:trace contextRef="#ctx0" brushRef="#br0" timeOffset="38">21356 430 8912,'0'-10'0,"2"3"0,4 7 0,3 2 0,8 3 0,8 7 0,4 13 0,5 9 0,5 10 0,1 6 0,-8 9 0,-1 4 0,-8 9 0,-2 3 0,-4 13 0,-6-2 0,-5-6 0,-12-9 0,-5-6 0,-4-10 0,-2 2 0,-6-11 0,0-6 0,0-11 0,5-6 0,1-4 0,2-11 0,3-8 0,-3-16 0,6-10 0</inkml:trace>
  <inkml:trace contextRef="#ctx0" brushRef="#br0" timeOffset="39">22182 842 8912,'-10'0'0,"3"0"0,7 0 0,2 0 0,3 0 0,7 0 0,11 0 0,7 0 0,9 0 0,7 0 0,-4 0 0,5 0 0,-6 0 0,4 0 0,-4 0 0,-9 0 0,-7 0 0,-8 0 0</inkml:trace>
  <inkml:trace contextRef="#ctx0" brushRef="#br0" timeOffset="40">22234 1221 8912,'9'0'0,"6"0"0,-3 0 0,11-8 0,6-3 0,3-5 0,10-3 0,4-4 0,4-5 0,1-5 0,1-1 0</inkml:trace>
  <inkml:trace contextRef="#ctx0" brushRef="#br0" timeOffset="41">23559 499 8912,'2'-18'0,"1"1"0,3 0 0,-2 0 0,-2 0 0,-2-1 0,0 1 0,0 0 0,0 8 0,0 3 0,0 12 0,0 5 0,-2 10 0,-2 4 0,-2 2 0,1 1 0,5 9 0,-2 1 0,-4 2 0,4 8 0,-6-6 0,8 5 0,0-1 0,-7 8 0,5-1 0,-4 5 0,4-5 0,8-3 0,4-3 0,3-5 0,6-5 0,10-7 0,-1-20 0,13-4 0,8-12 0,9-6 0,5-9 0,-6-2 0,4-7 0,-9 1 0,1 3 0,-14 1 0,-7 6 0,-7-2 0,-15 11 0,-10 0 0,-8 3 0,-25-1 0,-3-1 0</inkml:trace>
  <inkml:trace contextRef="#ctx0" brushRef="#br0" timeOffset="42">23438 825 8912,'-17'0'0,"0"0"0,0 0 0,-1 0 0,9 0 0,5-2 0,15-1 0,12-3 0,8 0 0,3 4 0,3-4 0,3-5 0,4 3 0,4-7 0,1 4 0,5-5 0,1-1 0,-3 2 0,-2 1 0,-4 3 0,3 0 0,-12-1 0,3 1 0,-12 5 0,-5-6 0,-15 9 0,-14-3 0,-19 4 0,-18 2 0</inkml:trace>
  <inkml:trace contextRef="#ctx0" brushRef="#br0" timeOffset="43">23473 619 8912,'0'-17'0,"2"1"0,1 3 0,3 2 0,9 5 0,1-6 0,5-1 0,9-2 0,1-2 0,7-1 0,-2 1 0,14 2 0,-6 2 0,0 1 0,-2 3 0,-9-5 0,-5 5 0,-5 1 0,-11-5 0,-5 3 0,-22-7 0,-4 0 0</inkml:trace>
  <inkml:trace contextRef="#ctx0" brushRef="#br0" timeOffset="44">23662 258 8912,'0'9'0,"2"7"0,2-5 0,1 4 0,9 10 0,-10 8 0,7 11 0,2 5 0,-5 7 0,7 14 0,-3 7 0,3 9 0,-5 0 0,-5 6 0,-3-5 0,-2-3-173,0-3 1,0-7 172,0-11 0,2-19 42,4-15 1,-2-10-43,7-8 0,1-3 0,3-16 0,-3-3 0,-5-20 0,-7-5 0</inkml:trace>
  <inkml:trace contextRef="#ctx0" brushRef="#br0" timeOffset="45">25125 224 8912,'-18'-12'0,"1"2"0,0 3 0,0 3 0,-2 2 0,-2 2 0,-4 2 0,-2 4 0,4 5 0,-6 14 0,-1 9 0,-1 10 0,1 16 0,1 8 0,-2 11 0,7 5 0,1 6 0,5 3 0,12-44 0,1 0 0,-2 2 0,1 1 0,0 39 0,2-5 0,2-9 0,10-7 0,3-18 0,10-12 0,4-17 0,0-6 0,2-5 0,-1-6 0,3-5 0,0-2 0,-1-5 0,1-11 0,6-10 0</inkml:trace>
  <inkml:trace contextRef="#ctx0" brushRef="#br0" timeOffset="46">25159 533 8912,'0'-17'0,"0"0"0,0 22 0,2 7 0,4 24 0,5 4 0,4 6 0,3 4 0,5 1 0,2-1 0,1-4 0,3 3 0,5-5 0,1 0 0,-7 2 0,-1-9 0,-2-5 0,2-9 0,-10 0 0,2-10 0,-13-1 0,0-9 0,-6 3 0,0-12 0,0-3 0,0-8 0,0 0 0</inkml:trace>
  <inkml:trace contextRef="#ctx0" brushRef="#br0" timeOffset="47">25572 636 8912,'-17'0'0,"0"-2"0,-1-3 0,-1 3 0,-4-4 0,2 6 0,-7 6 0,-3 5 0,2 6 0,-5 6 0,9 6 0,-9 11 0,1 6 0,8 3 0,-5 5 0,7 3 0,2-5 0,9-1 0,5-7 0,7-11 0,0-5 0,0-3 0,7-9 0,5-5 0,3-5 0,4-12 0,2-5 0,2-5 0,0-1 0,-6-6 0,1-2 0,-1-1 0,8-11 0,1-7 0</inkml:trace>
  <inkml:trace contextRef="#ctx0" brushRef="#br0" timeOffset="48">25813 825 8912,'-10'0'0,"7"0"0,14 0 0,8-7 0,18 5 0,3-4 0,6 4 0,3 2 0,3 0 0,0-2 0,-1-4 0,-7 5 0,-2-7 0,-9 8 0,-5 0 0,-8 0 0,-9 0 0,-7 0 0,2 0 0,-12 0 0,-6 0 0,5 0 0,-9 0 0,15 0 0,-15 0 0,14 0 0,-5 0 0,7 0 0,0-8 0,0-1 0</inkml:trace>
  <inkml:trace contextRef="#ctx0" brushRef="#br0" timeOffset="49">26880 516 8912,'-8'-10'0,"6"1"0,-3 3 0,1 4 0,-2-4 0,4 6 0,-4 6 0,5 6 0,1 3 0,0 4 0,0 4 0,0 5 0,0 5 0,0 1 0,0 1 0,0-1 0,7 0 0,5 1 0,3-1 0,2 1 0,0-1 0,2-7 0,3-4 0,0-4 0,9-2 0,-4-7 0,7-5 0,1-3 0,-1-2 0,0-7 0,1-5 0,-1-3 0,-7-2 0,-6-1 0,-7 1 0,-9 0 0,5-8 0,-16 6 0,4-6 0</inkml:trace>
  <inkml:trace contextRef="#ctx0" brushRef="#br0" timeOffset="50">26914 739 8912,'-9'0'0,"1"8"0,16-6 0,3 5 0,12-7 0,4-5 0,7-3 0,1 0 0,-1-1 0,1-1 0,-1 7 0,-5-13 0,-1 5 0,-14-4 0,16-3 0,-10 1 0</inkml:trace>
  <inkml:trace contextRef="#ctx0" brushRef="#br0" timeOffset="51">26828 533 8912,'-11'0'0,"1"-2"0,3-4 0,3-1 0,10-5 0,11-1 0,11 7 0,5-7 0,15 5 0,3-5 0,3 1 0,-1 8 0,-1-3 0,-2 1 0,-4 0 0,-4-7 0,-8 3 0</inkml:trace>
  <inkml:trace contextRef="#ctx0" brushRef="#br0" timeOffset="52">27482 464 8912,'0'10'0,"0"-3"0,8 1 0,3 4 0,-1 5 0,1 6 0,1-4 0,11 15 0,2-1 0,0 5 0,1 2 0,1 2 0,-6-6 0,4 6 0,-8-7 0,0-3 0,1-3 0,-3-4 0,-2-10 0,-1-4 0,-8-3 0,11-8 0,-6-15 0,9-4 0</inkml:trace>
  <inkml:trace contextRef="#ctx0" brushRef="#br0" timeOffset="53">27826 533 8912,'-17'0'0,"0"0"0,0 0 0,-6 8 0,0 3 0,2 4 0,-4 10 0,2 4 0,-6 3 0,6 5 0,2 1 0,2 2 0,2-2 0,8-2 0,1-1 0,8-3 0,0-3 0,2-4 0,4-8 0,7-2 0,8-3 0,-2-5 0,14-7 0,-7-15 0,9-4 0</inkml:trace>
  <inkml:trace contextRef="#ctx0" brushRef="#br0" timeOffset="54">27981 258 8912,'2'-17'0,"2"0"0,2-1 0,5 7 0,-3-1 0,1 1 0,5 1 0,1 5 0,2 10 0,2 13 0,2 12 0,2 8 0,0 14 0,-5 11 0,-1 4 0,0 2 0,-2 5 0,-3 1 0,-3-7-295,-3-5 295,-4-7 0,6 5 0,-8-8 0,0-1 0,-8-4 0,2-16 0,-11-3 0,6-4 0,-9-8 0,7-2 0,0-3 0,5-5 0,-5-9 0,7-3 0,0-13 0,6-8 0</inkml:trace>
  <inkml:trace contextRef="#ctx0" brushRef="#br0" timeOffset="55">28584 241 8912,'-10'-12'0,"4"1"0,4-3 0,4 7 0,4 1 0,6 4 0,3 2 0,8 0 0,2 0 0,-1 0 0,1 0 0,4 2 0,-6 4 0,-4 5 0,-6 5 0,1 3 0,-8 2 0,-3 3 0,-1 3 0,-9 2 0,-3 11 0,-9 0 0,-2-2 0,-2-1 0,0-3 0,6 0 0,7-5 0,5 0 0,5-8 0,7 2 0,10-4 0,12-10 0,19-3 0,15-6 0,13-6 0,16-3 0,-6-8 0,0-1 0,-9 1 0,-16 0 0,-9 0 0,-5 1 0,-12 5 0,-12 3 0,-16 8 0,-22 0 0,-4 0 0</inkml:trace>
  <inkml:trace contextRef="#ctx0" brushRef="#br0" timeOffset="56">7176 2682 8912,'0'-17'0,"0"-2"0,0-6 0,0-11 0,0-14 0,-2-13 0,-6-10 0,-9-7 0,-10-4 0,-5-8 0,14 46 0,0-1 0,-1 1 0,-1 0 0,-20-42 0,0 14 0,6 20 0,-1 12 0,8 10 0,5 16 0,2 5 0,3 3 0,8 10 0,3 4 0,4-4 0,4 6 0,4-8 0,3-4 0,8-8 0,1 1 0,-1-14 0</inkml:trace>
  <inkml:trace contextRef="#ctx0" brushRef="#br0" timeOffset="57">6797 1616 8912,'0'-17'0,"0"0"0,0 5 0,0 1 0,-7 7 0,-5-2 0,-3 4 0,-4 12 0,-2 9 0,-2 14 0,-10 3 0,-1 10 0,1 0 0,-3 5 0,7-1 0,5-4 0,1-4 0,7-10 0,5-3 0,5-6 0,4-12 0,18-18 0,3-13 0</inkml:trace>
  <inkml:trace contextRef="#ctx0" brushRef="#br0" timeOffset="58">6832 1530 8912,'0'17'0,"0"1"0,2 1 0,3 4 0,7 5 0,5 3 0,8-1 0,9-1 0,10-8 0,14 0 0,5-8 0,4-13 0,2-9 0</inkml:trace>
  <inkml:trace contextRef="#ctx0" brushRef="#br0" timeOffset="59">1480 567 8912,'-6'-34'0,"0"0"0,3 1 0,1 4 0,2 7 0,0 12 0,0 12 0,0 11 0,0 8 0,5 16 0,1-3 0,8 12 0,-3 0 0,-1-2 0,-1 0 0,-1-1 0,-4 1 0,3 0 0,-1 2 0,2-4 0,-3-7 0,-3-1 0,4 0 0,-4 1 0,-4-8 0,-4-5 0,4-10 0,-21-4 0,4-8 0</inkml:trace>
  <inkml:trace contextRef="#ctx0" brushRef="#br0" timeOffset="60">1239 722 8912,'-6'-17'0,"1"0"0,-1 0 0,6-1 0,0 1 0,15 0 0,8 0 0,8-2 0,5-2 0,4-2 0,4 0 0,6 0 0,-2 0 0,-2 2 0,-1 4 0,-1 5 0,6-3 0,-14 5 0,6-7 0</inkml:trace>
  <inkml:trace contextRef="#ctx0" brushRef="#br0" timeOffset="61">1876 911 8912,'2'-17'0,"3"0"0,5 2 0,7 3 0,0-3 0,1 3 0,-1-7 0,-2 0 0,-2 4 0,-1 0 0,-8-1 0,3 5 0,-7-1 0,-1 3 0,-5-3 0,-4 5 0,-7 7 0,0 0 0,0 5 0,-1 3 0,1 2 0,2 3 0,3 10 0,-1-2 0,7 8 0,1-1 0,5 7 0,0-1 0,1-1 0,5-5 0,6 3 0,11-8 0,3-2 0,9-10 0,-1 3 0,1-9 0,-1-1 0,0-10 0,1-9 0,-1-8 0,-1-7 0,-5 1 0,-5-4 0,-11-1 0,3-8 0,-5-2 0</inkml:trace>
  <inkml:trace contextRef="#ctx0" brushRef="#br0" timeOffset="62">2254 447 8912,'-2'-10'0,"-3"5"0,3-5 0,-6 8 0,8-5 0,0 16 0,0 8 0,0 8 0,0 10 0,0 1 0,0 2 0,0 2 0,6 2 0,0-2 0,7-3 0,-9 5 0,7-10 0,3-3 0,-7-4 0,9-4 0,-5-4 0,4-8 0,3-5 0,-1-4 0,-6-9 0,1-9 0,1-10 0,2-10 0,-5 1 0,3-12 0,-7 3 0,6-4 0,-7-1 0,1 5 0,-6 0 0,0 2 0,0-4 0,0 2 0,0 16 0,0 1 0,0 8 0,0 4 0,-8 7 0,6 5 0,-3 10 0,1 7 0,-2 11 0,4 11 0,-3 12 0,5-2 0,3 2 0,3 2 0,7 1 0,-1 3 0,-2-3 0,1-3 0,0-4 0,7-7 0,5-9 0,1-1 0,3 0 0,-6-13 0,2-1 0,2-7 0,-2-6 0,-2-4 0,6-3 0,-14-16 0,4-4 0,-1-3 0,-1-3 0,-4 1 0,-1-2 0,-2-3 0,-4 1 0,-3 6 0,-1-3 0,0 11 0,0-5 0,0 4 0,0 15 0,0 3 0,0 30 0,8-8 0,4 18 0,3-7 0,2 5 0,0-3 0,0-1 0,1 0 0,-1-2 0,-2 3 0,-3-5 0,1 0 0,-7-6 0,0 1 0,-6-1 0,-2 2 0,-4 4 0,-9-4 0,-10 2 0,-2-8 0,6 3 0,-2-7 0,4 1 0,2-4 0,7-5 0,2-2 0,8-5 0,0-4 0,0-15 0,0-1 0</inkml:trace>
  <inkml:trace contextRef="#ctx0" brushRef="#br0" timeOffset="63">3338 516 8912,'-7'-10'0,"-1"1"0,-3 3 0,3 4 0,8-4 0,0 12 0,0 7 0,0 8 0,0-1 0,8 4 0,3-6 0,-1 4 0,1 1 0,1 0 0,5-5 0,0-1 0,0 0 0,1-6 0,-1-1 0,0-2 0,2-3 0,2-5 0,2 0 0,-2 0 0,-2 0 0,-7-9 0,-1-8 0,-1-1 0,1-5 0,3-3 0,-9-3 0,1-2 0,-6 3 0,0 3 0,0 6 0,0-4 0,0 11 0,0-10 0,0 27 0,2 3 0,4 15 0,-2 6 0,7-7 0,-1 7 0,1-6 0,6-2 0,-1-8 0,5-1 0,3-8 0,-3 1 0,2-3 0,0-2 0,-5 0 0,-1-9 0,2-8 0,4-10 0,-12 2 0,12-7 0,-13 3 0,-1-4 0,-1-1 0,-8 0 0,0 7 0,0 4 0,0 4 0,0 2 0,2 9 0,2 8 0,1 10 0,-1 5 0,6 10 0,-1 1 0,9 9 0,-7-3 0,1-3 0,-3 3 0,5-5 0,-3 0 0,-7 3 0,2-7 0,-6-2 0,-6-1 0,-4-3 0,-13 0 0,0 0 0,-7-7 0,1-5 0,2-3 0,-1-2 0,-3 0 0,-1-7 0,-3-11 0,1-8 0</inkml:trace>
  <inkml:trace contextRef="#ctx0" brushRef="#br0" timeOffset="64">4973 120 8912,'-7'-11'0,"-5"1"0,-3 3 0,3 1 0,3 8 0,1 6 0,4 9 0,2 9 0,2 15 0,0 4 0,0 5 0,0 2 0,0-1 0,2 1 0,2-1 0,2 1 0,0-8 0,-6-4 0,0-11 0,0-6 0,0-4 0,0-12 0,2-7 0,3-9 0,5-14 0,1-4 0,1-7 0,1-1 0,-5-7 0,7 6 0,-3-4 0,3 9 0,2 3 0,-5 9 0,-1 0 0,2 5 0,-3 5 0,2-3 0,-7 6 0,5 14 0,-3 9 0,5 2 0,-6 10 0,-3 2 0,7 9 0,-8-6 0,4 0 0,1-1 0,-1-10 0,6 5 0,-7-5 0,9-5 0,-3-9 0,4-1 0,-3-2 0,-1-6 0,1-8 0,3-4 0,-1-5 0,-3-6 0,0-3 0,7-9 0</inkml:trace>
  <inkml:trace contextRef="#ctx0" brushRef="#br0" timeOffset="65">5352 361 8912,'0'-17'0,"0"0"0,0-1 0,0 9 0,0 1 0,-2 10 0,-2 4 0,-2 5 0,1 7 0,5 5 0,0 3 0,0 9 0,0-7 0,0 1 0,0 0 0,2 3 0,3-3 0,7-6 0,3-4 0,10-2 0,-6-6 0,4-1 0,-4-2 0,-2-3 0,1-12 0,-1-7 0,0-7 0,-7-5 0,-3-9 0,-7 3 0,0 3 0,-7-3 0,-3 5 0,-7-6 0,0 5 0,-1 3 0,-3 8 0,4-1 0,-4 9 0,10 3 0,3 4 0,0 2 0</inkml:trace>
  <inkml:trace contextRef="#ctx0" brushRef="#br0" timeOffset="66">5713 413 8912,'0'-18'0,"0"1"0,-7 0 0,5 0 0,-4 0 0,4 7 0,2-5 0,0 15 0,0 0 0,0 9 0,0 7 0,8 3 0,3 4 0,-1-4 0,1 4 0,-5-4 0,5-2 0,-1 0 0,1 0 0,5-5 0,-5-1 0,5-7 0,1 2 0,0-4 0,0-10 0,-5 4 0,-3-9 0,-1-6 0,5 2 0,-9-8 0,8 8 0,-9-1 0,3 1 0,-4 0 0,6 8 0,-6 1 0,5 8 0,1 0 0,-4 0 0,7 0 0,1 0 0,5 0 0,0 0 0,0-2 0,-1-4 0,-5-5 0,4 3 0,-7-7 0,3 3 0,-3-11 0,-8 4 0,0-4 0,-2 4 0,-4 2 0,3 8 0,-9 3 0,-1 4 0,3-4 0,-1 2 0,-3 6 0,7-2 0,-1 8 0,8 0 0,0 1 0</inkml:trace>
  <inkml:trace contextRef="#ctx0" brushRef="#br0" timeOffset="67">6625 258 8912,'-5'-12'0,"-1"1"0,0 7 0,6-3 0,0 8 0,0 5 0,0 6 0,0 5 0,0 6 0,0-2 0,0 7 0,0 1 0,6 0 0,0-3 0,-3-1 0,-1 4 0,-2-6 0,0-2 0,0-2 0,0-9 0,2 3 0,4-7 0,-4-1 0,6-7 0,-8-3 0,1-12 0,5-12 0,-2-4 0,6-1 0,-3 0 0,7-8 0,-11 7 0,7-1 0,-2 5 0,5 10 0,-11-3 0,6 8 0,-1 5 0,1 5 0,3 12 0,-1 3 0,-4 9 0,-3 6 0,7 5 0,-2 3 0,5-5 0,-5 4 0,3-8 0,4 2 0,-3-3 0,-2-4 0,1 1 0,2-6 0,-5-9 0,7 4 0,-3-8 0,3 0 0,2-2 0,-1-6 0,-3-7 0,-2-6 0,1-2 0,5 0 0,-2-2 0,-3-2 0,3-1 0,-11-1 0,6 2 0,-3 2 0,-1 3 0,-6 10 0,0 1 0,0 9 0,0 2 0,0 7 0,0 16 0,0 0 0,0-2 0,0 6 0,0-8 0,0 4 0,0-4 0,0-2 0,0 0 0,6-5 0,-1-1 0,9-7 0,-5 4 0,9-8 0,-1 0 0,0-2 0,-2-4 0,-1-5 0,-3-5 0,1-1 0,5 0 0,-2 0 0,-3 0 0,1-1 0,-5 1 0,1 0 0,-5 0 0,4 7 0,-8-5 0,0 21 0,0 0 0,-6 7 0,0 4 0,2 0 0,2 8 0,2-6 0,0 4 0,0-4 0,0-2 0,2-1 0,2-3 0,2-1 0,7-3 0,-1 3 0,3-7 0,2-3 0,-5-2 0,-1 0 0,3 0 0,-7 0 0,9-15 0,-7-4 0</inkml:trace>
  <inkml:trace contextRef="#ctx0" brushRef="#br0" timeOffset="68">7520 344 8912,'-7'-10'0,"5"-5"0,-14 13 0,14-6 0,-5 8 0,7 8 0,0 5 0,0 9 0,6-1 0,1 5 0,3-1 0,-1 6 0,5-5 0,-3 1 0,3-4 0,1-4 0,2-2 0,0 1 0,0-9 0,1-3 0,-1-4 0,0-2 0,8-16 0,2-3 0</inkml:trace>
  <inkml:trace contextRef="#ctx0" brushRef="#br0" timeOffset="69">7899 155 8912,'-17'0'0,"-1"-8"0,1 6 0,8-5 0,1 8 0,8 5 0,-6 9 0,0 8 0,1 8 0,5-4 0,0 7 0,0 0 0,2 7 0,1-1 0,3-2 0,-2-2 0,-2-9 0,0-2 0,4-8 0,-4 0 0,13-7 0,-6-5 0,9-10 0,-1-12 0,0-12 0,0-4 0,0-1 0,1 2 0,-1 1 0,0 2 0,-5 8 0,-1-2 0,0 6 0,7 6 0,-1 3 0,-6 10 0,1 4 0,1 5 0,2 12 0,3 4 0,-1 7 0,0 1 0,2-3 0,2-1 0,2-3 0,8-7 0,-12-3 0,6-11 0</inkml:trace>
  <inkml:trace contextRef="#ctx0" brushRef="#br0" timeOffset="70">8794 327 8912,'-27'11'0,"4"1"0,4 1 0,2 4 0,1 6 0,5 6 0,-3-3 0,9 3 0,1 2 0,2 1 0,2 1 0,2-5 0,4-7 0,5-5 0,4-5 0,-1-7 0,3 2 0,0-6 0,6-6 0,0-6 0,-11-10 0,3 0 0,2-4 0,-2-1 0,-3 0 0,-6-3 0,-5 5 0,-1-6 0,0 8 0,0 0 0,0 6 0,-7 0 0,-5 0 0,-3 7 0,-2 5 0,0 3 0,-1 2 0,1 0 0,0 2 0,2 3 0,3 7 0,5-5 0,7 9 0,0-7 0</inkml:trace>
  <inkml:trace contextRef="#ctx0" brushRef="#br0" timeOffset="71">9069 258 8912,'-2'-15'0,"-4"3"0,4-3 0,-7 13 0,3-4 0,4 12 0,-5 5 0,7 12 0,0 4 0,0 7 0,0-5 0,0 0 0,1-1 0,5-1 0,-2 0 0,7-4 0,-1-4 0,2 4 0,3-6 0,-4-5 0,5-3 0,1-3 0,6-4 0,0 3 0,0-10 0,-6-7 0,6-11 0,0-5 0,-2-5 0,-8 5 0,-3-1 0,-1-2 0,1-1 0,-6 5 0,1 4 0,-1 6 0,2 6 0,-4-5 0,6 16 0,-8 0 0,0 16 0,5 10 0,3 9 0,1-1 0,3 0 0,5-1 0,0-3 0,1-3 0,-1-2 0,0-2 0,0-6 0,0-7 0,1-5 0,-1-3 0,0-2 0,-2-7 0,-3-5 0,1-5 0,-7-4 0,-2-2 0,5-7 0,-7 9 0,4-6 0,-4 2 0,-2 2 0,0 6 0,0 0 0,0-1 0,0 9 0,0 9 0,2 15 0,4 8 0,3 8 0,8-5 0,0 1 0,1 6 0,1-9 0,2 7 0,4-4 0,1-4 0,5-8 0,9 2 0,4-7 0</inkml:trace>
  <inkml:trace contextRef="#ctx0" brushRef="#br0" timeOffset="72">10394 241 8912,'10'-2'0,"-5"-4"0,-3 6 0,-2 0 0,0 10 0,0 13 0,0 7 0,0 8 0,0 8 0,0 10 0,0 3 0,0 2 0,0 4 0,0-6 0,2-4 0,2-5 0,2-4 0,7-15 0,-11 9 0,-2-29 0,-10 4 0</inkml:trace>
  <inkml:trace contextRef="#ctx0" brushRef="#br0" timeOffset="73">10256 189 8912,'8'-9'0,"3"3"0,7 4 0,5 2 0,3 0 0,7 0 0,-2 0 0,-3 0 0,1 0 0,3 2 0,-3 4 0,-6 5 0,-6 4 0,-5 3 0,-5 6 0,-9 1 0,-3 6 0,-7-3 0,-11 9 0,-2-7 0,-5 5 0,1-3 0,8-1 0,-2-3 0,4-3 0,2-8 0</inkml:trace>
  <inkml:trace contextRef="#ctx0" brushRef="#br0" timeOffset="74">10652 378 8912,'12'-11'0,"-1"-1"0,-5 1 0,5-6 0,-7 7 0,4 2 0,-6 8 0,2 2 0,1 4 0,9 4 0,-5 9 0,3 2 0,-1 2 0,-7 0 0,9 0 0,-7-1 0,0 7 0,-6-6 0,2 0 0,3-6 0,-3 0 0,6-7 0,-8-2 0,-2-8 0,-2-4 0,-1-8 0,-3-1 0,4-16 0,-2 1 0,3 1 0,1-6 0,2 5 0,2 1 0,3-2 0,-1 3 0,8-3 0,5 4 0,6 10 0,-2 3 0,6-3 0,-8 13 0,6-4 0,-1 5 0,-5 6 0,4 3 0,-3 1 0,-3 5 0,0 9 0,-7-4 0,-3 4 0,1-4 0,-6-2 0,3 0 0,-3 0 0,-2-5 0,0-1 0,0-7 0,-2 11 0,-3-3 0,3-4 0,-6 7 0,8-13 0,8 13 0,1-13 0,9 6 0,-1-10 0,-2-4 0,-2-4 0,-3-1 0,-2-1 0,5 1 0,-11-6 0,4 0 0,-4-1 0,-2 1 0,0 0 0,0 0 0,0 0 0,0 7 0,-2-3 0,-4 7 0,-4 2 0,-5 10 0,2 5 0,1 5 0,1 1 0,1 6 0,5 2 0,3 1 0,2-5 0,0 10 0,2-8 0,3-2 0,5-2 0,9-2 0,4-2 0,6-3 0,3-4 0,2-8 0,3-2 0,3-4 0,-4-4 0,12-7 0,-8-2 0,-2-4 0,-1 4 0,-5-12 0,-5 9 0,-10 1 0,-7 1 0,-10 3 0,0 0 0,-14 2 0,-5 3 0,-4 7 0,-1 3 0,-7 4 0,2 3 0,-1 5 0,-1 9 0,2 4 0,8-4 0,2 12 0,10-7 0,1 3 0,-5 2 0,11-1 0,-4-1 0,4-2 0,10 0 0,3-6 0,5 0 0,1-4 0,0-9 0,2 2 0,2-10 0,2-4 0,0-11 0,-6-4 0,0-8 0,1-1 0,-1-10 0,-2 1 0,-3-7 0,1 6 0,-7-5 0,-2-3 0,-1-2 0,3-1 0,-4-1 0,6 10 0,-8 8 0,0 9 0,0 13 0,-8 5 0,6 14 0,-6 10 0,8 14 0,0 7 0,0 4 0,0 8 0,0-2 0,0-1 0,0 7 0,0-6 0,0 3 0,2-1 0,4-10 0,-4-6 0,4 1 0,1-3 0,-1-9 0,6-6 0,-5-7 0,3-2 0,1-5 0,5-8 0,-5-7 0,4-5 0,-3-6 0,1-4 0,-1-7 0,3 5 0,-4 1 0,-3 1 0,-2-4 0,-4 3 0,-2 7 0,5-10 0,1 8 0,0 0 0,-6 14 0,0 11 0,0 13 0,0 6 0,0 9 0,0-3 0,0 6 0,0-5 0,0 5 0,0-8 0,0 3 0,0 3 0,0-8 0,2-2 0,4-2 0,-4-10 0,5-1 0,-7-16 0,0-1 0</inkml:trace>
  <inkml:trace contextRef="#ctx0" brushRef="#br0" timeOffset="75">11771 241 8912,'-17'-6'0,"1"-2"0,5-1 0,-5 5 0,15-4 0,-5 8 0,12 0 0,3 0 0,8 0 0,1 0 0,6 0 0,3 0 0</inkml:trace>
  <inkml:trace contextRef="#ctx0" brushRef="#br0" timeOffset="76">11977 361 8912,'-7'10'0,"3"-1"0,-8-3 0,1 3 0,1 3 0,5-1 0,-3 1 0,2 5 0,-5 2 0,5 2 0,2 2 0,2 6 0,2-4 0,0 1 0,0 5 0,8-6 0,-4 0 0,7-8 0,1-2 0,5-4 0,0-3 0,0-8 0,8-8 0,2-1 0</inkml:trace>
  <inkml:trace contextRef="#ctx0" brushRef="#br0" timeOffset="77">12218 120 8912,'-17'-2'0,"0"-1"0,0-3 0,7 0 0,-5 6 0,13 8 0,-4 3 0,4 18 0,2 5 0,0 12 0,0 0 0,0 4 0,0 1 0,0 1 0,0-1 0,2-7 0,4-4 0,-2-3 0,7-3 0,1-7 0,5-4 0,-6-12 0,1-5 0,-1-6 0,6-6 0,1-3 0,-1-8 0,6-3 0,0-2 0,2-3 0,-4-4 0,2 6 0,-1 4 0,-6 2 0,-3 2 0,-1 3 0,-9-3 0,7 13 0,-4-4 0,-4 4 0,5 10 0,-7 3 0,0 5 0,0 1 0,-5 0 0,-1 0 0,0 0 0,6 1 0,0-1 0,8-8 0,-6-1 0,21-16 0,-4-1 0</inkml:trace>
  <inkml:trace contextRef="#ctx0" brushRef="#br0" timeOffset="78">12528 189 8912,'0'12'0,"0"-1"0,0-7 0,0 4 0,0-1 0,0 3 0,0-1 0,0 7 0,0-7 0</inkml:trace>
  <inkml:trace contextRef="#ctx0" brushRef="#br0" timeOffset="79">12115 464 8912,'-17'-6'0,"-1"1"0,9-1 0,1-2 0,8 5 0,0-9 0,10 8 0,7-1 0,10-3 0,13 2 0,4-5 0,8 3 0,-3 0 0,-3 1 0,4-1 0,-6 4 0,0-1 0,6-9 0,-14 5 0,6-9 0</inkml:trace>
  <inkml:trace contextRef="#ctx0" brushRef="#br0" timeOffset="80">12700 309 8912,'-10'8'0,"-5"2"0,11 7 0,-7 0 0,7 0 0,-4 0 0,8 1 0,0-1 0,0 0 0,0 0 0,0 0 0,8-7 0,2 3 0,7-7 0,0-2 0,0-10 0,0-5 0,1-5 0,-1-8 0,0 4 0,0-4 0,0-1 0,-7 6 0,3-6 0,-7 8 0,8-1 0,-11 7 0,9 0 0,-8 7 0,3-2 0,-7 12 0,0 5 0,2 4 0,2 3 0,2-1 0,-2 0 0,-2 0 0,-2 0 0,0 1 0,0 5 0,0-1 0,0 1 0,-2-5 0,-4-1 0,4 0 0,-8 0 0,5 0 0,3-7 0,-14 5 0,15-15 0,-5 0 0,4-9 0,2-14 0,8 2 0,3-8 0,-1 6 0,1-6 0,1 7 0,5-5 0,0 2 0,0 2 0,0 6 0,-7 0 0,5 7 0,-3 4 0,3 4 0,2 2 0,-2 8 0,-1 4 0,-3 3 0,3 2 0,1 0 0,2-1 0,2-3 0,4-2 0,-4-7 0,14 2 0,-6-10 0,-1-2 0,5-15 0,-8-2 0,8-7 0,-3-5 0,-3 1 0,-4 0 0,-7-1 0,-1 3 0,-7 3 0,-1 4 0,-5 8 0,0 8 0,-2 1 0,-1 10 0,-3 4 0,-7 11 0,3 6 0,-5 9 0,3 4 0,-3 3 0,13 3 0,-6 2 0,1 0 0,5 0 0,-4-6 0,2 4 0,-2 2 0,-3-6 0,-8-2 0,-2-9 0,-4-2 0,-4-2 0,-8-6 0</inkml:trace>
  <inkml:trace contextRef="#ctx0" brushRef="#br0" timeOffset="81">2616 1358 8912,'-17'-17'0,"7"6"0,4-1 0,6 8 0,6 0 0,7 10 0,8 11 0,8 10 0,4 8 0,1 5 0,0 4 0,1 0 0,-1-1 0,1-4 0,-1 1 0,-7 0 0,3-8 0,-7-3 0,-2-6 0,-7-12 0,-3-5 0,-7-13 0,2-11 0,-4-8 0,-8-15 0,0-4 0,-1-5 0,1-2 0,4 8 0,-4 4 0,4 4 0,2 2 0,8 7 0,3 4 0,5 12 0,1 5 0,0 4 0,2 2 0,4 0 0,4 15 0,7 4 0</inkml:trace>
  <inkml:trace contextRef="#ctx0" brushRef="#br0" timeOffset="82">3459 1479 8912,'10'9'0,"-5"-1"0,-10-8 0,1 0 0,-8 0 0,1 0 0,-6 0 0,-1 0 0,1 0 0,0 2 0,0 3 0,-6-1 0,0 8 0,2 1 0,2 2 0,1 3 0,9-1 0,-5 0 0,9 0 0,1 0 0,2 1 0,4-9 0,4-3 0,5-4 0,4-2 0,5-8 0,3-3 0,-4-7 0,4-4 0,1 1 0,-1-8 0,-2 0 0,-1 2 0,-3-3 0,0 7 0,0 2 0,-7 2 0,3 7 0,-7 1 0,5 9 0,-5 2 0,-2 10 0,5 5 0,-7 8 0,6 0 0,0-2 0,1-2 0,3-2 0,-1 0 0,3 0 0,1-7 0,2-2 0,0-8 0,2 0 0,4 0 0,-4-8 0,4-4 0,-4-3 0,-1-2 0,-7-6 0,1 0 0,-7-2 0,7 2 0,-8 4 0,1-4 0,-5 4 0,-5 2 0,1 6 0,-8-1 0,1 8 0,-6-3 0,-1 7 0,9 0 0,-4 2 0,7 3 0,2 7 0,2-3 0,4 3 0,4-1 0,5-1 0,4 5 0,3-11 0,-1 5 0,0-1 0,0 5 0,1-9 0,-1 6 0,0-3 0,8 7 0,-12-5 0,4 9 0,-5-7 0,1 1 0,-1-1 0,-1 0 0,-1 1 0,-3-8 0,1 3 0,4-7 0,-5 0 0,8 0 0,-3 0 0,-2-2 0,1-3 0,0-5 0,9-7 0,3 0 0,-10-2 0,4-4 0,-4 4 0,5-4 0,-1 11 0,-8-3 0,-1 5 0,0 1 0,-6-1 0,3 5 0,-3 3 0,-2-4 0,0 12 0,2 3 0,4 8 0,-2-5 0,7-1 0,3 3 0,1 1 0,2-4 0,0-1 0,1-2 0,-1-3 0,0-5 0,2 0 0,4 0 0,-4 0 0,6-7 0,-8-5 0,-5 3 0,-1-3 0,-1 1 0,1-6 0,-3-1 0,-6 3 0,4 4 0,-5 3 0,7 10 0,-8 6 0,0 9 0,0 4 0,2 11 0,4 5 0,-4 8 0,3 1 0,-3 6 0,-2 5 0,0 4 0,0 8 0,-2-2 0,-3-4 0,-5-4-51,-7 0 0,-8-13 0,-2 4 1</inkml:trace>
  <inkml:trace contextRef="#ctx0" brushRef="#br0" timeOffset="83">5713 1186 8912,'0'-17'0,"2"0"0,2 0 0,2 0 0,-1-1 0,-5 1 0,-1 0 0,-5 0 0,-4 0 0,-7 1 0,0 5 0,0 5 0,-1 4 0,1 2 0,-6 0 0,0 2 0,2 4 0,2 5 0,4 14 0,3 10 0,-1 1 0,7 10 0,2 1 0,3 3 0,1 9 0,0-7 0,0-1 0,7 5 0,5-10 0,3 5 0,2-11 0,0-1 0,1-11 0,5 3 0,-1-10 0,0-6 0,-11-5 0,4-10 0,-5 0 0</inkml:trace>
  <inkml:trace contextRef="#ctx0" brushRef="#br0" timeOffset="84">5438 1513 8912,'27'-2'0,"7"-4"0,4-3 0,14-8 0,-4-1 0,11 1 0,-9 0 0,-4 0 0,3-8 0,-5-2 0</inkml:trace>
  <inkml:trace contextRef="#ctx0" brushRef="#br0" timeOffset="85">5868 1358 8912,'17'0'0,"-5"6"0,-1 0 0,1 5 0,5-3 0,0 1 0,0 3 0,1 5 0,-1 0 0,-2 0 0,-3 1 0,1-1 0,-5 0 0,1 0 0,-5-7 0,4-3 0,-8-10 0,0-9 0,0-1 0,0-16 0,0 8 0,2-10 0,3 9 0,-1-7 0,8 6 0,-7 0 0,7 6 0,-1 0 0,6-1 0,1 1 0,-1 8 0,0 1 0,2 2 0,4 1 0,4-1 0,7 6 0</inkml:trace>
  <inkml:trace contextRef="#ctx0" brushRef="#br0" timeOffset="86">6419 1289 8912,'-12'6'0,"1"0"0,-1 7 0,-5-1 0,8-5 0,-5 3 0,9-4 0,-1 3 0,6 3 0,0-1 0,0-7 0,0 6 0,2-7 0,3 3 0,5 0 0,7-6 0,0 0 0,1 0 0,-7-6 0,1-2 0,1-1 0,-5-3 0,-1-5 0,-7 0 0,0 0 0,0 0 0,-2-1 0,-3 1 0,-5 0 0,-1 8 0,1 1 0,2 0 0,-5 6 0,3-13 0,-7 6 0</inkml:trace>
  <inkml:trace contextRef="#ctx0" brushRef="#br0" timeOffset="87">6643 1221 8912,'0'-12'0,"0"1"0,0 5 0,0-5 0,0 7 0,0-12 0,0 15 0,1-5 0,3 12 0,2 5 0,2 4 0,-3 3 0,-3 4 0,4 1 0,2 8 0,-3-4 0,-1-1 0,0 1 0,2-4 0,-4-4 0,5 6 0,-7-8 0,0 0 0,0-7 0,0-10 0,0-15 0,0-8 0,0 0 0,0 6 0,2-6 0,2 0 0,2 2 0,7 2 0,-9 3 0,8 5 0,-9-4 0,13 13 0,-5-4 0,-1 10 0,1 2 0,-7 7 0,2-2 0,-4-1 0,-2 1 0,7 1 0,-5-3 0,13-1 0,-5-8 0,7-8 0,0-3 0,-1-4 0,-3-3 0,-1 1 0,-1 0 0,6 6 0,1 1 0,-1 2 0,0-5 0,0 11 0,0-4 0,-5 6 0,-1 6 0,1 6 0,3 9 0,-3 2 0,-5 7 0,1-9 0,1 6 0,3-2 0,-1-4 0,1 4 0,5-3 0,0-6 0,0-1 0,1-5 0</inkml:trace>
  <inkml:trace contextRef="#ctx0" brushRef="#br0" timeOffset="88">7882 1307 8912,'-18'-6'0,"1"0"0,6 0 0,-1 6 0,3 8 0,-5 5 0,5 7 0,1 3 0,-5 7 0,11-3 0,-4 5 0,4-1 0,2-2 0,0-7 0,2 5 0,4-2 0,3-2 0,9-13 0,1-3 0,4-7 0,-4-7 0,2-5 0,-8-3 0,1-10 0,-7-2 0,1-1 0,-1-1 0,-1 8 0,-8-10 0,-3 8 0,1 0 0,-8 6 0,-5 6 0,-6-1 0,-2 9 0,4-3 0,-2 4 0,0 2 0,6 0 0,0 8 0,0 1 0</inkml:trace>
  <inkml:trace contextRef="#ctx0" brushRef="#br0" timeOffset="89">8226 1255 8912,'-6'-11'0,"-2"1"0,-1 1 0,-5-1 0,5 6 0,-3-2 0,1-3 0,1 15 0,3 3 0,7 12 0,0 8 0,2 1 0,3 3 0,5-1 0,7-3 0,0 3 0,1-3 0,-1-4 0,0-2 0,0-4 0,0-2 0,1-5 0,-1-1 0,0-7 0,0 2 0,0-6 0,1-6 0,-1-6 0,-2-9 0,-3-3 0,-5-3 0,1-4 0,-6-1 0,5-3 0,-7 3 0,0 3 0,0-3 0,0 13 0,0-4 0,0 4 0,0 17 0,0 15 0,0 16 0,8 7 0,2-15 0,7 8 0,0-8 0,0 2 0,6-4 0,0-2 0,-2 0 0,-2-7 0,0-4 0,4-5 0,-3-1 0,4-7 0,-6-5 0,-1-5 0,0-6 0,-2 2 0,-1-6 0,-3 3 0,-1-7 0,1 4 0,-3-1 0,-1-1 0,-5 8 0,6-4 0,-8 8 0,0 9 0,0 8 0,0 16 0,6 5 0,0 7 0,-3 3 0,-1 1 0,0-3 0,2 0 0,2 1 0,7-5 0,-3-2 0,1-4 0,1-2 0,-1-7 0,12 3 0,0-7 0,-2-2 0,6-2 0,-8-10 0,6-2 0</inkml:trace>
  <inkml:trace contextRef="#ctx0" brushRef="#br0" timeOffset="90">9861 1410 8912,'5'-12'0,"1"1"0,-2-2 0,-2-3 0,-2-1 0,-2 6 0,-6-1 0,-9-1 0,0 3 0,-8 1 0,2 1 0,0 4 0,-6 2 0,6 2 0,2 0 0,-3 0 0,3 2 0,1 4 0,1 5 0,14 10 0,-7 2 0,1 0 0,9-6 0,-4 1 0,4-1 0,2 0 0,0 0 0,2-5 0,4-3 0,5-1 0,4-2 0,3-6 0,-1 0 0,0-8 0,0-3 0,0 1 0,1-2 0,-1-1 0,0 5 0,0-1 0,1 5 0,-1-2 0,-8 1 0,7 7 0,-5 1 0,4 3 0,-3 7 0,-1-1 0,3 3 0,1 2 0,2 1 0,-5 5 0,-1-1 0,1-1 0,5-9 0,0 3 0,0-3 0,0-5 0,1-1 0,-1-4 0,8-10 0,1-1 0</inkml:trace>
  <inkml:trace contextRef="#ctx0" brushRef="#br0" timeOffset="91">10067 1238 8912,'-11'0'0,"-1"0"0,8 0 0,-3 0 0,7 0 0,2 8 0,3 3 0,7 4 0,3 8 0,2 2 0,0 2 0,1 1 0,5 1 0,0 0 0,-2-1 0,-2-1 0,-2-2 0,0-8 0,-5-5 0,-1-1 0,-5-7 0,5 2 0,-7-12 0,10-9 0,-9-8 0,3-8 0,-4 3 0,1-5 0,3 4 0,-2 1 0,-4-1 0,11 2 0,-5 4 0,1 4 0,3-6 0,5-1 0</inkml:trace>
  <inkml:trace contextRef="#ctx0" brushRef="#br0" timeOffset="92">10446 1358 8912,'9'8'0,"7"-6"0,-15 13 0,15-13 0,-12 6 0,7-8 0,0-8 0,7 4 0,-1-7 0,0 1 0,0-1 0,1-5 0,-3 5 0,-4-4 0,5-3 0,-13 7 0,7 0 0,-2-3 0,-3 5 0,-7-3 0,-3 1 0,-7 1 0,5 3 0,-9 7 0,5 0 0,-6 0 0,-6 0 0,4 1 0,-4 5 0,9 4 0,3 7 0,1 2 0,-1 2 0,5 2 0,4 0 0,2-6 0,0 0 0,0 0 0,2 1 0,4-3 0,5-2 0,4-1 0,3-8 0,5 3 0,0-7 0,0 0 0,-6 0 0,6-2 0,0-3 0,0-5 0,-6-7 0,0 0 0,0-1 0,0 1 0,-1 0 0,-3 0 0,-3 0 0,-3-1 0,7 9 0,-12-1 0,3 5 0,-3 3 0,6-4 0,3 12 0,5 3 0,-5 8 0,1 1 0,1-1 0,2 0 0,1 0 0,-3-1 0,-2-3 0,3-2 0,7-1 0,2 1 0,-2-5 0,-2-4 0,0-2 0,4 0 0,-4-2 0,4-4 0,2-3 0,-2-8 0,-2-1 0,-2 1 0,-4 0 0,-1 0 0,-3 0 0,-7-1 0,2 1 0,-4 0 0,-2 8 0,-8 1 0,-3 8 0,-5 0 0,-1 0 0,-2 8 0,-4 3 0,4 4 0,-4 2 0,10 1 0,1-3 0,1-2 0,1-1 0,-5-1 0,11 5 0,-8-5 0,9 4 0,-5-5 0,8-1 0,8-1 0,3-8 0,4 0 0,3 0 0,1 0 0,2 0 0,2 0 0,7-8 0,-5 6 0,4-3 0,3 3 0,-5 0 0,0-4 0,3 4 0,-7-3 0,6 3 0,-6 2 0,0-2 0,-6-2 0,0-2 0,-7 0 0,3 5 0,-7-5 0,0 2 0,-6-7 0,0 5 0,0-6 0,0 9 0,-2-11 0,-4 8 0,2-1 0,-7 1 0,5 4 0,-5-4 0,5 3 0,-6-3 0,9 4 0,-5-4 0,8 12 0,0 3 0,0 9 0,0-1 0,0 0 0,2 2 0,4 4 0,-3-2 0,7 6 0,-2-2 0,5 5 0,0 1 0,7 5 0,2 4 0,1 8 0,0-8 0,0 12 0,0-10 0,-6 9 0,-7-5 0,-4 2 0,-4-2 0,-2-8 0,-14 2 0,-5-11 0,-6-6 0,4-4 0,-11-10 0,5-3 0,0-4 0,-3-4 0,7-6 0,4-7 0,5-6 0,-1-9 0,13 3 0,-4-8 0,4 1 0,2 0 0,8-1 0,3 1 0,11 1 0,0 5 0,9-3 0,-2 6 0,3-1 0,3-1 0,-1-2 0,0 4 0,1 1 0,7 4 0,-4-6 0,8 3 0,-8 2 0,2-8 0,-5 6 0,-6-6 0,-5 7 0,-6-7 0,-3 2 0,-4-1 0,-5 5 0,-12 3 0,-5 5 0,-4 4 0,-3 5 0,-6 4 0,4 6 0,-2 7 0,-3 8 0,2 16 0,2-1 0,7 1 0,3-1 0,5 6 0,-3 0 0,1-2 0,4-1 0,2-10 0,6 3 0,7-7 0,3-2 0,15-10 0,-1-3 0,7-8 0,7-8 0,2-9 0,7-9 0</inkml:trace>
  <inkml:trace contextRef="#ctx0" brushRef="#br0" timeOffset="93">12597 1289 8912,'-6'-19'0,"0"-2"0,1-2 0,-1 2 0,0 2 0,0 8 0,6-1 0,0 16 0,2 4 0,4 11 0,-2 8 0,7 7 0,-1 6 0,3 2 0,-3 2 0,-3 4 0,1 2 0,-4-1 0,2-3 0,-1 4 0,-5-12 0,0 8 0,0-2 0,0 2 0,0-10 0,-2-9 0,-1-2 0,-5-6 0,-2-6 0,-1-5 0,-6-8 0</inkml:trace>
  <inkml:trace contextRef="#ctx0" brushRef="#br0" timeOffset="94">12476 1255 8912,'0'-25'0,"0"14"0,0-12 0,2 11 0,4-3 0,3 6 0,9 3 0,7 4 0,1 2 0,9 0 0,7 8 0,6 3 0,5 4 0,3 3 0,-7-1 0,3 8 0,-18-12 0,1 4 0,-16-4 0,-13 5 0,-6-1 0,-8 0 0,-9 0 0,-8 0 0,-9 1 0,-1-1 0,1 0 0,-1 0 0,3 0 0,3 1 0,-3-9 0,5-1 0</inkml:trace>
  <inkml:trace contextRef="#ctx0" brushRef="#br0" timeOffset="95">12924 1341 8912,'11'-11'0,"1"-1"0,-7 8 0,7-1 0,1 3 0,-5 2 0,7-6 0,-3 0 0,3 2 0,10 10 0,-6-2 0,4 7 0,-4 3 0,-2 1 0,0 2 0,-5 0 0,-3 1 0,-1-1 0,4 0 0,-7 0 0,1 0 0,-6 1 0,0-9 0,0-3 0,0-12 0,0-3 0,0-14 0,0 0 0,0 2 0,0-4 0,2 0 0,2 0 0,2 0 0,-1 2 0,1 12 0,0 0 0,7-1 0,-3 3 0,7 3 0,0 4 0,0 10 0,6-1 0,0 7 0,-2-3 0,4-1 0,-2 3 0,0-4 0,2-1 0,-6 6 0,6-13 0,-8 7 0,0 0 0,0-6 0,-7 5 0,-2-7 0,-10 0 0,-4 0 0,2-5 0,-5-3 0,1-2 0,2 5 0,6-7 0,0 1 0,0-7 0,0 1 0,2 6 0,4-1 0,3 1 0,1 1 0,-2 3 0,-16 7 0,-3 2 0,-5 3 0,-1 7 0,-2 5 0,-4 6 0,4 2 0,-4 3 0,10 3 0,3-8 0,2-2 0,3 0 0,5 2 0,7-6 0,5 0 0,18-7 0,7-10 0,14 0 0,16-8 0,4-1 0</inkml:trace>
  <inkml:trace contextRef="#ctx0" brushRef="#br0" timeOffset="96">13939 1238 8912,'-34'0'0,"-1"0"0,8 8 0,-5 1 0,3 8 0,-3 0 0,5 1 0,2 1 0,8 2 0,0 2 0,7 0 0,2-6 0,8 0 0,8 0 0,4-1 0,5-5 0,6-5 0,5-4 0,5-2 0,1-8 0,1-3 0,-7-7 0,1-5 0,-2 2 0,2-7 0,-6-3 0,-4-1 0,-2-3 0,0 1 0,0 0 0,-5-3 0,-1-3 0,-7-4 0,2-7 0,-4-1 0,-10 0 0,-3 1 0,1 7 0,-1 4 0,-1 11 0,-5 12 0,2 17 0,1 15 0,3 12 0,7 2 0,-4 22 0,8-1 0,0 5 0,0 3 0,0-7 0,0 1 0,0-1 0,0-7 0,2-2 0,4-7 0,3-9 0,9-3 0,-1-11 0,2-6 0,4-5 0,-4-1 0,12-7 0,-8-5 0,-2-3 0,2-8 0,-4-2 0,-4-1 0,-4 5 0,1-2 0,-3 5 0,-3 7 0,-4-4 0,4 3 0,-4 5 0,-2-1 0,0 21 0,0 5 0,0 3 0,0-4 0,6 0 0,-1 0 0,7-5 0,-7-1 0,9-7 0,-3 2 0,5-5 0,1-2 0,0-5 0,0-4 0,0-7 0</inkml:trace>
  <inkml:trace contextRef="#ctx0" brushRef="#br0" timeOffset="97">14335 911 8912,'-17'8'0,"-1"-6"0,1 4 0,0-5 0,7 7 0,3-4 0,7 7 0,0 1 0,0 5 0,2 0 0,3 0 0,5-7 0,5-2 0,-1-3 0,-3 1 0,1 0 0,5-6 0,-2-2 0,-3-4 0,-3-3 0,-3-9 0,-4 1 0,5 0 0,-7 0 0,0 5 0,0 1 0,0-2 0,0 5 0,0 0 0</inkml:trace>
  <inkml:trace contextRef="#ctx0" brushRef="#br0" timeOffset="98">14627 1083 8912,'-11'-6'0,"-1"1"0,1-1 0,1-2 0,-5 6 0,11-5 0,-7 7 0,5 7 0,-5 5 0,7 5 0,-2 4 0,4 2 0,2 8 0,0-3 0,0-1 0,0 0 0,2-1 0,4 1 0,-4-6 0,13 2 0,-4-11 0,10 1 0,2-7 0,8-1 0,-2-6 0,3-5 0,3-4 0,-1-7 0</inkml:trace>
  <inkml:trace contextRef="#ctx0" brushRef="#br0" timeOffset="99">14834 825 8912,'-17'0'0,"7"0"0,1-2 0,3-3 0,4 3 0,-8 7 0,5 13 0,3 12 0,-4 5 0,4 7 0,4 9 0,4 1 0,-2 5 0,5 0 0,1-3 0,-1-6 0,3 1 0,3-18 0,-4 3 0,5-11 0,-5 0 0,5-11 0,1-7 0,0-3 0,0-11 0,0-7 0,1-5 0,-1-2 0,0 1 0,0-1 0,0 2 0,-5 1 0,-3 3 0,-1 0 0,-2 8 0,-6 1 0,0 8 0,0 2 0,0 4 0,0 5 0,0 4 0,6-3 0,-1-1 0,3-5 0,-2 3 0,5-1 0,4-4 0,3-2 0,6-4 0,5-4 0,4-3 0,1-9 0</inkml:trace>
  <inkml:trace contextRef="#ctx0" brushRef="#br0" timeOffset="100">15195 842 8912,'-9'10'0,"-5"0"0,7-7 0,-3 3 0,6 7 0,-3-9 0,7 8 0,0 1 0,0 2 0,0 3 0,0-1 0,0 0 0,7 0 0,-3-2 0,8-3 0,-1 1 0,6-7 0,0-2 0,1-2 0,-1-2 0,-6-8 0,1-3 0,-8-5 0,3-1 0,-7 0 0,0 0 0,0 0 0,0 5 0,0 1 0,-2 5 0,-3-4 0,-7 3 0,-3 3 0,-2 10 0,-1 3 0</inkml:trace>
  <inkml:trace contextRef="#ctx0" brushRef="#br0" timeOffset="101">14679 1272 8912,'-10'-7'0,"3"5"0,7-14 0,0 5 0,0 3 0,2-5 0,3 7 0,7-5 0,11 5 0,6 2 0,11-5 0,11 1 0,14-5 0,8 1 0,5 8 0,14-11 0,0 4-166,-2-5 1,-10-1 0,-3 0 0</inkml:trace>
  <inkml:trace contextRef="#ctx0" brushRef="#br0" timeOffset="102">15471 1066 8912,'-18'0'0,"1"0"0,0 0 0,0 2 0,0 4 0,-1-4 0,3 13 0,2-4 0,1 5 0,6 1 0,-3 0 0,1 2 0,4 4 0,10-4 0,0 12 0,11-8 0,-2-1 0,14-4 0,-6-3 0,6-2 0,1-1 0,3-8 0,-1 3 0,-3-9 0,-6-3 0,-4-5 0,-4-7 0,-3 0 0,-6-1 0,-5 1 0,-8-6 0,-7 0 0,-7 2 0,0 2 0,-5 2 0,1 0 0,-6 5 0,2 1 0,5 7 0,-1-2 0,0 5 0,6 1 0,-6 0 0,8 0 0,7 0 0,3 0 0,8 0 0,5 0 0,11 0 0,10 0 0,2 0 0,-1 0 0,1 0 0,6 0 0,-1 0 0,-1 5 0,-5 1 0,5 0 0,-12-1 0,7 1 0,-7 8 0,2-3 0,-5-1 0,-7 1 0,-3 2 0,-3 3 0,1 1 0,0 0 0,-6-5 0,-2-3 0,-4-1 0,4 5 0,-5-11 0,7 6 0,0-16 0,0-2 0,2-9 0,3-2 0,7-2 0,3 1 0,2-3 0,1 6 0,-1-6 0,0 8 0,0-1 0,0 9 0,1 3 0,-1 4 0,0 10 0,0 3 0,2 10 0,4 2 0,-4 6 0,6-6 0,-2 0 0,0 2 0,0-14 0,-6 12 0,1-14 0,-1 1 0,8-2 0,1-8 0</inkml:trace>
  <inkml:trace contextRef="#ctx0" brushRef="#br0" timeOffset="103">25855 6964 8912,'-7'0'0,"0"1"0,0 1 0,-2 1 0,2 1 0,0-4 0,5 0 0,-3-5 0,5-1 0,0 0 0,0-1 0,0 4 0,0-4 0,0 5 0,0-2 0,0 13 0,0 3 0,0 2 0,0 5 0,-3-3 0,-1 4 0,-2 0 0,3 2 0,-4 1 0,4-2 0,-4 3 0,3-3 0,-1-2 0,0-1 0,3-1 0,-2-5 0,0 1 0,1-1 0,3-7 0,0 0 0,0-5 0,0-5 0,0-2 0,1-5 0,1-2 0,3-3 0,0-4 0,1 0 0,1-2 0,1 3 0,-5 3 0,0-2 0,1 5 0,-1-4 0,-1 1 0,3 5 0,-2-2 0,0 3 0,-3 1 0,0-1 0,0-2 0,0 0 0,0 1 0,0 5 0,0-2 0,0 2 0,0-2 0,-1 4 0,-2 1 0,2 3 0,-4 6 0,5 2 0,0 7 0,-1 6 0,-2 6 0,2 4 0,-3 4 0,3-3 0,0 2 0,-1-1 0,-1-2 0,-1-1 0,4-2 0,0 1 0,0-5 0,0-4 0,0-1 0,0-4 0,0-5 0,0-5 0,0-5 0,0-2 0,0-5 0,0-5 0,0-3 0,5-8 0,-3-2 0,5-4 0,-4 1 0,4 2 0,-4-1 0,4 5 0,-4-4 0,3 4 0,-2 0 0,0 3 0,-4 3 0,0 3 0,0 4 0,0 4 0,-2 3 0,-1 7 0,-4 6 0,0 0 0,0 4 0,-2 1 0,2 2 0,-2 2 0,2 1 0,1 1 0,-2-1 0,2 0 0,1 0 0,0 0 0,3 0 0,1-1 0,1-2 0,0 2 0,0-8 0,0 4 0,0-10 0,1 0 0,2-5 0,0-1 0,3-3 0,-2-1 0,1-5 0,1-2 0,-1-1 0,-2 2 0,2-7 0,-2 5 0,0-1 0,-1 1 0,-1-1 0,-1 1 0,0 3 0,0 0 0,0 0 0,-1 1 0,-2 2 0,2 4 0,-3 6 0,0 4 0,0 6 0,-2 3 0,2 4 0,2 0 0,1 0 0,0 4 0,-2-1 0,1-1 0,-1-5 0,2 2 0,1-8 0,0 3 0,4-7 0,-1-3 0,3-4 0,0-9 0,2-3 0,-3-5 0,0-3 0,2 2 0,-4-5 0,0 1 0,-3 6 0,0 0 0,0 1 0,0 2 0,0 7 0,0 4 0,-1 8 0,-1 5 0,-1 3 0,-1 3 0,4-1 0,-4 3 0,-2-4 0</inkml:trace>
  <inkml:trace contextRef="#ctx0" brushRef="#br0" timeOffset="104">25059 7547 8912,'5'-5'0,"0"0"0,5 5 0,0 0 0,0 0 0,0 0 0,2 0 0,0 1 0,1 3 0,0 3 0,-2 1 0,-2 6 0,-1 0 0,-2 2 0,-2 1 0,1 3 0,0 0 0,-2 0 0,-4 1 0,-1 2 0,-2 0 0,-3-3 0,0-3 0,1-4 0,0-1 0,-2-4 0,2-4 0,1-6 0,0-5 0,3-6 0,-4-10 0,1-2 0</inkml:trace>
  <inkml:trace contextRef="#ctx0" brushRef="#br0" timeOffset="105">25240 7457 8912,'-9'10'0,"2"0"0,0 0 0,5 0 0,-6 5 0,4 1 0,2 3 0,1 2 0,1-1 0,0 0 0,0 0 0,5 0 0,1 0 0,0-4 0,1-3 0,-1 3 0,1-8 0,0 2 0,-1-2 0,5-3 0,-3-1 0,-1-8 0,-1-1 0,-4-5 0,1 0 0,1-5 0,-4-1 0</inkml:trace>
  <inkml:trace contextRef="#ctx0" brushRef="#br0" timeOffset="106">25371 7507 8912,'-5'7'0,"1"0"0,-1-1 0,4 4 0,-4-3 0,6-1 0,3-2 0,2-2 0,3-1 0,1-1 0,2-4 0,1-3 0,-1 2 0,5-2 0,-5 4 0,2-3 0,-3 2 0,-1 1 0,-4 7 0,-2 1 0</inkml:trace>
  <inkml:trace contextRef="#ctx0" brushRef="#br0" timeOffset="107">25452 7729 8912,'0'-7'0,"0"0"0,0 0 0,0-3 0,4-3 0,3 0 0,7-5 0,-2 3 0,5-2 0,-4-1 0,4 5 0,0-5 0,3 2 0</inkml:trace>
  <inkml:trace contextRef="#ctx0" brushRef="#br0" timeOffset="108">25694 7447 8912,'-5'5'0,"4"4"0,-7-3 0,4 5 0,-2 3 0,4 1 0,-1 5 0,1 0 0,2 4 0,0-1 0,0 4 0,0-3 0,0-2 0,0-1 0,0-1 0,4-1 0,-1-2 0,5-2 0,-6-10 0,5-1 0,0-3 0,3-1 0,0-5 0,0 0 0,0-5 0,0 0 0,0-5 0,0 1 0,1-4 0,3 1 0,-3 3 0,2-2 0,-3 3 0,-2 0 0,-1 2 0,-5 5 0,3 2 0,-5-1 0,0 0 0</inkml:trace>
  <inkml:trace contextRef="#ctx0" brushRef="#br0" timeOffset="109">25684 7517 8912,'4'11'0,"4"5"0,4 8 0,9 7 0,10 14 0,-14-20 0,1 1 0,2 3 0,0 1 0,2 0 0,0 1 0,-1 2 0,0 0 0,0-4 0,0-1 0,-2-3 0,-1-1 0,12 18 0,-5-5 0,-4-2 0,0-5 0</inkml:trace>
  <inkml:trace contextRef="#ctx0" brushRef="#br0" timeOffset="110">25895 2918 8912,'-10'0'0,"1"-1"0,1-1 0,2-1 0,2-1 0,-1 3 0,0-2 0,1 2 0,0-3 0,2 0 0,-5 1 0,4-1 0,-3 5 0,2 3 0,-1-3 0,2 2 0,1 2 0,-5-2 0,5 5 0,-4-7 0,3 2 0,2-2 0,-5 3 0,3-1 0,1 2 0,-5-2 0,-1 4 0,4 2 0,-2 1 0,4 0 0,-2 0 0,1 4 0,0-1 0,-1 3 0,1 0 0,3 1 0,0 1 0,0-5 0,0-1 0,1 1 0,2-2 0,4-1 0,-1 1 0,0-7 0,-2 2 0,2-2 0,1-1 0,3-3 0,-3 0 0,0 0 0,-1-1 0,5-3 0,-1 2 0,0-6 0,0-3 0,-4 1 0,1-3 0,1 0 0,1 0 0,-3 2 0,-1-4 0,-3 5 0,2 0 0,-1 0 0,-3 0 0,0 0 0,-4 0 0,-2 1 0,-3 1 0,1 3 0,2 0 0,-1 2 0,-3 3 0,0 0 0,0 0 0,0 0 0,-1 0 0,1 0 0,0 4 0,0 3 0,5-1 0,0-1 0,2 1 0,-1-1 0,1-2 0,3 5 0,0-2 0,0 4 0,1-3 0,3 0 0,-2-2 0,4 2 0,-2 1 0,3-5 0,0-1 0,2 3 0,1-2 0,1-1 0,-1-1 0,0-1 0,0 0 0,0 0 0,-1-1 0,-3-2 0,3 2 0,-7-8 0,1 2 0,-2-2 0,-1-1 0,0 0 0,-1 3 0,-2 1 0,-2-1 0,-3-3 0,2 0 0,-1 4 0,-3-2 0,0 5 0,0-1 0,0 0 0,3 3 0,0-1 0,-1 4 0,-1 5 0,-1 3 0,0 3 0,3 3 0,2 3 0,0-2 0,2 2 0,3-7 0,0 5 0,0-4 0,0 4 0,3-5 0,2 1 0,0-4 0,3-3 0,1-3 0,-2 1 0,0-4 0,-1 0 0,4 0 0,1-3 0,-1-2 0,0 0 0,0-2 0,0-3 0,0 0 0,0-4 0,0 1 0,-1-1 0,-1 1 0,-1 0 0,-5-5 0,2 5 0,-4-3 0,0 2 0,0-2 0,-1 2 0,-2-3 0,-3 5 0,-4-1 0,0 1 0,-1 3 0,-3 3 0,0 1 0,-4 5 0,2 0 0,2 0 0,0 5 0,1 1 0,-1 8 0,1 2 0,3 4 0,3-1 0,2-1 0,0-2 0,2-3 0,3 5 0,0-5 0,0-1 0,1-4 0,2-1 0,4 1 0,2-4 0,1 1 0,0-5 0,0 0 0,0 0 0,0-2 0,1 0 0,3-1 0,-3-5 0,4 4 0,-5-4 0,0 1 0,0-1 0,0-1 0,0-1 0,-4 0 0,-2 0 0,-5 1 0,-4 1 0,-3 3 0,-5 0 0,0-3 0,-2 7 0,0-2 0,-1 2 0,-3 1 0,7 0 0,-5 0 0,4 0 0,-1 1 0,0 2 0,1 4 0,1 2 0,5 5 0,-1-1 0,5 2 0,1 0 0,0 3 0,2-4 0,0 3 0,4 1 0,0-5 0,3 0 0,3-2 0,2-1 0,2-4 0,-1-2 0,2-4 0,0 0 0,-2-4 0,6-3 0,-2-7 0,-3 0 0,0-3 0,-1-5 0,-2 2 0,-2-2 0,0 1 0,-4 2 0,-2 2 0,-6 0 0,-4 3 0,-3 1 0,-4 3 0,2 3 0,-5 0 0,4 5 0,-3-1 0,1 3 0,-1 3 0,4 3 0,-3 5 0,0 2 0,4 3 0,-2 7 0,6 1 0,-1-1 0,5-3 0,1 2 0,1 1 0,1-5 0,0 2 0,1-6 0,2-1 0,3-2 0,4-5 0,0-3 0,0-3 0,0-3 0,0-4 0,0-2 0,0-1 0,-1-3 0,-2-1 0,2 0 0,-3 0 0,0 3 0,1-2 0,-5 1 0,1 2 0,-1 0 0,-2 0 0,0 4 0,0-1 0,-2 1 0,-1 0 0,1-3 0,-5 2 0,4 2 0,-4 2 0,-1 2 0,-1 2 0,-1 2 0,3 5 0,1 8 0,-2 4 0,3 7 0,2 0 0,2-2 0,1 1 0,0-2 0,0-5 0,4 1 0,5-9 0,5 2 0,0-6 0,0-4 0,-3-2 0,2-1 0,-5-1 0,-1-2 0,0-4 0,-2-2 0,0-5 0,-14 3 0,-2-4 0</inkml:trace>
  <inkml:trace contextRef="#ctx0" brushRef="#br0" timeOffset="111">24707 3120 8912,'-7'0'0,"1"-1"0,2-3 0,3-3 0,3-1 0,0-3 0,5 0 0,1-2 0,2 1 0,2-5 0,3 0 0,-1 1 0,1 3 0,-2 0 0,-3 1 0,0 5 0,0 1 0,0 3 0,1 3 0,-3 5 0,-1 5 0,1 1 0,-4 6 0,2 1 0,-4 1 0,3 1 0,-2 0 0,1 0 0,3 1 0,-6-1 0,3 0 0,-3 0 0,3 0 0,-2 0 0,1 0 0,-2 0 0,-1 1 0,0-2 0,0-1 0,0-2 0,-1-3 0,-1 0 0,-2-2 0,-8-1 0,1 0 0</inkml:trace>
  <inkml:trace contextRef="#ctx0" brushRef="#br0" timeOffset="112">24777 3341 8912,'-10'0'0,"0"0"0,4 0 0,-2-4 0,5-3 0,1-2 0,5-1 0,6-5 0,5-1 0,4-7 0,-2-1 0,3-1 0,2 0 0,3 2 0,-3-1 0,3 1 0,-3 1 0,-1 0 0,0 2 0,1 0 0</inkml:trace>
  <inkml:trace contextRef="#ctx0" brushRef="#br0" timeOffset="113">25109 2928 8912,'-13'0'0,"0"0"0,0 5 0,5 2 0,2 2 0,0 2 0,-1 2 0,3-2 0,4 7 0,0-3 0,0-1 0,1 1 0,2-3 0,3 4 0,4-8 0,0 2 0,1-4 0,3 1 0,-3-2 0,2-5 0,-1 0 0,-2 0 0,0 0 0,0 0 0,0 0 0,0 4 0,0-3 0,-1 5 0,-2-3 0,-4 5 0,-2 4 0,-1-1 0,0 8 0,-1-2 0,-2 2 0,-3 1 0,-4 0 0,0 1 0,0-1 0,0-5 0,0 4 0,0-9 0,0 1 0,0-10 0,-1-8 0,-3-11 0,-2-3 0</inkml:trace>
  <inkml:trace contextRef="#ctx0" brushRef="#br0" timeOffset="114">25089 2999 8912,'-10'-3'0,"1"-2"0,3 0 0,1 1 0,5-3 0,0 1 0,0-4 0,5-5 0,1 3 0,8-5 0,2-1 0,4-1 0,0-1 0,-1 0 0,-3 0 0,4 0 0,-5 0 0</inkml:trace>
  <inkml:trace contextRef="#ctx0" brushRef="#br0" timeOffset="115">25281 2949 8912,'-6'4'0,"-3"-3"0,8 8 0,-3-3 0,4 4 0,0 0 0,0 4 0,0 2 0,0 0 0,4 3 0,3-3 0,-2 2 0,2-1 0,0-2 0,4-6 0,2-3 0,-1-1 0,1-5 0,-2-1 0,-1-3 0,0-2 0,0-8 0,0-1 0,-3-6 0,0 1 0,-4-1 0,4-2 0,-5 1 0,2-1 0,-4 6 0,-4 4 0,-3 3 0,-3 3 0,-3 4 0,1 1 0,-5 2 0,3 8 0,-2 2 0,3 7 0,0 0 0,2 2 0,1 1 0,0 0 0,0 0 0,-1 0 0</inkml:trace>
  <inkml:trace contextRef="#ctx0" brushRef="#br0" timeOffset="116">23840 3140 8912,'-10'0'0,"0"0"0,0-1 0,0-2 0,0 0 0,3-4 0,1 4 0,4 0 0,2 3 0,2 4 0,4 4 0,2 4 0,1 5 0,1 2 0,1 2 0,3 3 0,-3-3 0,4 8 0,-5-2 0,-1 1 0,-2 0 0,0-1 0,-5-5 0,6 3 0,-4-5 0,-2 0 0,-1-8 0,-1-2 0,0-6 0,-5 0 0,0-4 0</inkml:trace>
  <inkml:trace contextRef="#ctx0" brushRef="#br0" timeOffset="117">23800 3200 8912,'6'-10'0,"-2"0"0,-4 0 0,0 0 0,0 3 0,0 1 0,5 3 0,-1-2 0,4 2 0,-1 0 0,-1-5 0,4 7 0,2-2 0,1 2 0,-6 1 0,6 0 0,-6 0 0,2 0 0,-4 4 0,3 6 0,-4 7 0,-2 2 0,-1 1 0,-1 1 0,0 3 0,0-3 0,0 3 0,0-4 0,0-2 0,0-2 0,-1-4 0,-1-1 0,-2-3 0,1-6 0,3 2 0</inkml:trace>
  <inkml:trace contextRef="#ctx0" brushRef="#br0" timeOffset="118">23971 3220 8912,'10'-15'0,"-1"0"0,-1 6 0,-1 2 0,-5-1 0,3 6 0,-5-2 0,0 4 0,0 4 0,0-2 0,1 5 0,2-3 0,3 4 0,4-7 0,0 2 0,0 1 0,0 1 0,0 1 0,0-3 0,0 4 0,0-5 0,0 2 0,0 0 0,0-1 0,-3 0 0,0-3 0,0 0 0,3 0 0,-1-1 0,-3-2 0,-1 1 0,-5-5 0,0 0 0,0-3 0,0 0 0,0 3 0,0 1 0,-1 3 0,-3 0 0,3 3 0,-2 3 0,-2 3 0,2 4 0,0 4 0,3 0 0,0 2 0,0-4 0,0 1 0,0-1 0,1-2 0,2 0 0,3 0 0,4 0 0,-3-5 0,-1-1 0,2-3 0,1-1 0,-2 0 0,-1-1 0,2-3 0,0-1 0,0-5 0,-1 0 0,1 0 0,-3 0 0,2 0 0,-5-1 0,1 1 0,3 0 0,-5 4 0,2-1 0,0 5 0,-1-1 0,1 6 0,1 6 0,-4 4 0,0 0 0,3-1 0,0 0 0,0 1 0,-1 1 0,1-4 0,-2-5 0,4 4 0,-5-2 0,0-2 0,1-1 0,1-5 0,2-2 0,-1-3 0,-3-4 0,0-1 0,0-4 0,0-4 0,0-3 0,-1-6 0,-3 1 0,3-2 0,-2-1 0,-2 4 0,2 3 0,-1 2 0,0 5 0,3 1 0,-3 10 0,4 9 0,0 12 0,1 12 0,2 3 0,4 4 0,2 0 0,5-2 0,-1-3 0,5-6 0,3-3 0,-1-6 0,5-5 0,-5-5 0</inkml:trace>
  <inkml:trace contextRef="#ctx0" brushRef="#br0" timeOffset="119">25770 6963 8912,'8'0'0,"-3"0"0,3 0 0,-7 0 0,2 0 0,-3-3 0,0 2 0,0-3 0,0 0 0,0 3 0,0-3 0,-3 4 0,2 0 0,-3 0 0,3 3 0,-1 1 0,-1 1 0,0 0 0,0 4 0,0 0 0,2-1 0,0-3 0,1 3 0,0-3 0,0 0 0,0 1 0,0-4 0,0 2 0,3-8 0,-1-1 0,4-4 0,-4 1 0,3-1 0,-3 1 0,1-1 0,-1 0 0,-2 1 0,0-1 0,0 4 0,0-2 0,0 6 0,0-2 0,-1 6 0,0 2 0,-2 3 0,1 1 0,1-1 0,1 1 0,0 2 0,0 1 0,0-2 0,0 0 0,0-1 0,0-1 0,0 1 0,1-2 0,2-1 0,2-3 0,3-2 0,1-5 0,-2-3 0,-1-3 0,2 0 0,-6-2 0,3 3 0,-3 1 0,1-1 0,-2 1 0,-1-1 0,0 0 0,-1 2 0,-2 1 0,1 2 0,-3 4 0,-2 0 0,3 0 0,-4 4 0,3 2 0,0 1 0,-1 2 0,3 2 0,-1 1 0,0-2 0,1 0 0,2-1 0,-1-1 0,-1 1 0,0-5 0,3 4 0,0-2 0,0-2 0,4-1 0,-2-3 0,4-2 0,0-1 0,-1-7 0,1 2 0,0-2 0,-2 1 0,4 0 0,-2 0 0,-1 1 0,0-1 0,-3 1 0,1-1 0,-2 0 0,-1 5 0,0-4 0,0 2 0,0 1 0,-1 1 0,-2 0 0,2 1 0,-6 3 0,2 0 0,-4 4 0,3 0 0,2 2 0,0 0 0,1-4 0,3 6 0,0-7 0,0 2 0,4-6 0,-3 2 0,4-6 0,-3 4 0,-1 0 0,3 3 0,-4-4 0,-4 3 0,3 1 0,-6 5 0,5 4 0,-4-1 0,4 1 0,-2-3 0,4-1 0,0-3 0,1 2 0,2-5 0,3-2 0,-2 2 0,2-6 0,-3 1 0,4-2 0,-6 4 0,3-2 0,-4 6 0,0-2 0,0 11 0,0-1 0,0 1 0,0 2 0,0-5 0,0-2 0</inkml:trace>
  <inkml:trace contextRef="#ctx0" brushRef="#br0" timeOffset="120">25055 6301 8912,'-3'-9'0,"-3"-2"0,-1 0 0,0 0 0,3 2 0,0 0 0,-2 3 0,3 1 0,0 2 0,3-3 0,1 4 0,2-1 0,3 2 0,-2 1 0,3 4 0,-1 3 0,2 3 0,0 5 0,-2 1 0,0 1 0,1 0 0,0 4 0,1-1 0,-2 2 0,1-2 0,-1 0 0,1-2 0,-1-2 0,0-2 0,0 2 0,2-5 0,1-1 0,0-4 0,-1 2 0,1-7 0,-4-5 0,-1-5 0</inkml:trace>
  <inkml:trace contextRef="#ctx0" brushRef="#br0" timeOffset="121">25124 6405 8912,'-8'-1'0,"-1"-2"0,0 2 0,1-7 0,0 6 0,2-4 0,3 4 0,3-4 0,1-1 0,2-4 0,6-4 0,3-1 0,9-1 0,2 0 0,2 0 0,1-1 0,0 2 0,0 2 0,0 2 0,-4 4 0,-2 2 0,-2 2 0,-1 4 0,-7 4 0,-3 2 0,-7 4 0,0 2 0,0 3 0,-1-4 0,-1 2 0,-1 0 0,-2 1 0,0-4 0,-1 2 0,0-3 0,3 0 0,-3-1 0,3 1 0,-4-4 0,6 2 0,-2-6 0,3 3 0,0-5 0,1-2 0,1-2 0,-1-3 0,7-3 0,-3-1 0,0 2 0,2 0 0,-5-1 0,3-1 0,-1 2 0,2 0 0,-5-1 0,3-1 0,0 2 0,-3 0 0,3 1 0,-3 2 0,2 1 0,-2 2 0,2 4 0,-3 0 0,0 4 0,0 2 0,0 1 0,0 2 0,0-4 0,4 1 0,2-3 0,2 0 0,0-3 0,1 0 0,-4 0 0,2-1 0,-2-2 0,0-2 0,2 1 0,-6-4 0,3 2 0,0-1 0,-3 1 0,2 0 0,-2 0 0,-1 2 0,0 0 0,-4 4 0,2 0 0,-3 1 0,2 2 0,0-1 0,3 4 0,0-5 0,0 7 0,3-7 0,3 2 0,2-2 0,-3-1 0,2-3 0,-1 0 0,2-4 0,0 4 0,1-3 0,-3-1 0,-1 4 0,-3-3 0,2 1 0</inkml:trace>
  <inkml:trace contextRef="#ctx0" brushRef="#br0" timeOffset="122">25400 6396 8912,'-5'-6'0,"1"1"0,1 1 0,0-1 0,1-2 0,1 3 0,1 0 0,1 2 0,2-1 0,2 1 0,4 5 0,-1 5 0,1 3 0,-1 3 0,1 2 0,0-3 0,-1 1 0,4 0 0,-1 1 0,0-1 0,-3-2 0,-1 2 0,-1 1 0,-1-2 0,0 3 0,-2-3 0,-2 1 0,-1 2 0,-4-7 0,-1-1 0,-7 1 0,-1-8 0,-5 2 0</inkml:trace>
  <inkml:trace contextRef="#ctx0" brushRef="#br0" timeOffset="123">25408 6559 8912,'4'5'0,"1"3"0,7-7 0,3 2 0,-1-3 0,2 0 0,2 0 0,2 0 0,1 0 0,0-3 0,1-3 0,-4-2 0,-3 0 0,-4-5 0,1 0 0</inkml:trace>
  <inkml:trace contextRef="#ctx0" brushRef="#br0" timeOffset="124">25632 6439 8912,'-9'0'0,"1"4"0,-1 1 0,1 3 0,2 5 0,0 1 0,1 6 0,0 3 0,1 2 0,4 0 0,0 1 0,0 0 0,0 0 0,0 0 0,0-1 0</inkml:trace>
  <inkml:trace contextRef="#ctx0" brushRef="#br0" timeOffset="125">29143 3412 8912,'0'-8'0,"0"2"0,0 0 0,-1 1 0,-2-4 0,2 3 0,-2 1 0,2 2 0,1-3 0,0 4 0,0-2 0,0 4 0,0 7 0,0 2 0,0 1 0,3 2 0,0 0 0,-1 1 0,0 5 0,0 5 0,1 4 0,-1 5 0,2 3 0,-2 13 0,1-22 0,-1 0-291,0 3 0,0 2 0,1 2 0,0 2 291,-2 4 0,1 0 0,1-1 0,0 0 0,0 1 0,0-1 0,-1-1 0,1-1 0,-1-3 0,2-1 0,-1-2 0,0 0 0,1-1 0,0-2 0,4 14 0,1-4 0,-1-12 0,-3-2 0,3-3 0,-2-6 0,-2-2 0,-1-3 0,-3-4 0,0-1 582,0-4 0,0-6-582,-3 0 0,2 0 0,-10 4 0,3-1 0,-11-8 0,1 2 0</inkml:trace>
  <inkml:trace contextRef="#ctx0" brushRef="#br0" timeOffset="126">29066 4272 8912,'-9'0'0,"0"0"0,1 0 0,3 0 0,-2 1 0,4 2 0,1-1 0,2 4 0,0 0 0,3 2 0,3 0 0,3 1 0,2-1 0,4-2 0,1 0 0,5 0 0,2 2 0,-1 0 0,1-2 0,-1 1 0,1-5 0,1 1 0,-3-3 0,-1 0 0,4-4 0,-6 0 0</inkml:trace>
  <inkml:trace contextRef="#ctx0" brushRef="#br0" timeOffset="127">29375 4203 8912,'-4'4'0,"1"2"0,-1 5 0,1 4 0,-4 1 0,5 6 0,-3 4 0,2 1 0,-3 8 0,3-2 0,-2 6 0,2 0-454,-4-2 1,-2-3 0,-4 1 0</inkml:trace>
  <inkml:trace contextRef="#ctx0" brushRef="#br0" timeOffset="128">28876 4796 8912,'-3'-12'0,"0"0"0,-2 1 0,-2 5 0,2 9 0,1 7 0,-1 6 0,1 6 0,0 3 0,1 2 0,3 0 0,0 2 0,0-1 0,0-2 0,0-1 0,1-1 0,2-1 0,2-5 0,3-1 0,1-1 0,1-7 0,0-1 0,2 0 0,-1-5 0,-1 0 0,0-6 0,2-2 0,0-7 0,-2-2 0,-1-2 0,-1-2 0,-1-3 0,1-1 0</inkml:trace>
  <inkml:trace contextRef="#ctx0" brushRef="#br0" timeOffset="129">28997 4882 8912,'-9'4'0,"3"-2"0,1 4 0,3 1 0,-1 4 0,-2-1 0,4 3 0,-2-2 0,2 0 0,1 0 0,0-2 0,0 0 0,1-2 0,2-1 0,3-3 0,2-2 0,3-2 0,0-2 0,1 0 0,-3-5 0,-1 1 0,1-5 0,-1 3 0,1 0 0,-3 1 0,-2-1 0,0 0 0,-2 1 0,-1-1 0,-1 1 0,-4 3 0,0 1 0,-5 4 0,-1 0 0,-1 0 0,1 0 0,-1 1 0,1 2 0,5 1 0,0 2 0,1 0 0,2 1 0,-3-3 0,4-1 0,1-3 0,9-3 0,4-2 0</inkml:trace>
  <inkml:trace contextRef="#ctx0" brushRef="#br0" timeOffset="130">29126 4857 8912,'1'-6'0,"2"0"0,-2 4 0,2-5 0,-3 6 0,0-3 0,3 11 0,0 1 0,4 3 0,-2-4 0,3-1 0,-2 1 0,0-4 0,-1-1 0,4-1 0,0 1 0,-1 1 0,-2 0 0,0-3 0,-2-4 0,3-1 0,-1 1 0,-4-4 0,3 3 0,-3-3 0,-1-1 0,2 0 0,-2 4 0,-1-1 0,0 4 0,0-2 0,0 4 0,0 8 0,1-5 0,2 4 0,3-2 0,-2-2 0,3-3 0,-5 0 0,4 0 0,-4-4 0,5-1 0,-5-3 0,0-1 0,-1 1 0,-1-1 0,0 3 0,0 1 0,0-1 0,0-3 0,0 1 0,0-1 0,0-3 0,0-2 0</inkml:trace>
  <inkml:trace contextRef="#ctx0" brushRef="#br0" timeOffset="131">29401 4633 8912,'-4'-8'0,"-1"-1"0,0 4 0,-1 2 0,4 3 0,-1 3 0,5 2 0,1 4 0,4 2 0,-2 0 0,-1 5 0,4-3 0,-2 4 0,1 0 0,2-3 0,-3 1 0,-1-2 0,2 0 0,-3-3 0,3 6 0,-4-5 0,2 1 0,-2-4 0,0-3 0,1 3 0,-3-7 0,3 2 0,-4-7 0,0-5 0,2 0 0,2-6 0,0 1 0,0 1 0,3-3 0,-1 4 0,5-2 0,-2 4 0,4-2 0,-4 6 0,3 0 0,-3 4 0,3-1 0,-2 2 0,2 1 0,-5 1 0,0 3 0,-2 5 0,-3 4 0,-1 3 0,-2 2 0,-2-1 0,-2 3 0,-3 0 0,-2-1 0,-1-1 0,1-5 0,-1-1 0,2-3 0,2-1 0,2-2 0,-1-2 0,1-4 0,1-4 0,4-2 0,0-6 0,1-5 0,2-3 0,3-2 0,4 2 0,2-3 0,2 4 0,-2-1 0,3 2 0,-1 1 0,2 0 0,-1 1 0,-2 1 0,0 4 0,-3 1 0,0 4 0,-2 1 0,-3 3 0,2-1 0,-4 6 0,0 0 0,-3 4 0,3 3 0,-2 0 0,3 0 0,-3 0 0,1 3 0,1 0 0,1-1 0,-2 1 0,0-1 0,5 4 0,-5-7 0,3 3 0,-1-3 0,2 4 0,-5-4 0,3 0 0,-4-5 0,0-8 0,0-1 0</inkml:trace>
  <inkml:trace contextRef="#ctx0" brushRef="#br0" timeOffset="132">29720 4590 8912,'-8'-12'0,"2"-3"0,-2 3 0,8 0 0,-4 7 0,4 1 0,1 4 0,2 0 0,5 0 0,3 0 0,4 1 0,-2 1 0,1 1 0,6 0 0,-2-3 0</inkml:trace>
  <inkml:trace contextRef="#ctx0" brushRef="#br0" timeOffset="133">29995 4530 8912,'-12'1'0,"1"2"0,0 3 0,2 2 0,0 4 0,1-3 0,0 7 0,1-1 0,2 1 0,3-2 0,-1 0 0,3-1 0,3 0 0,1-2 0,2 0 0,0-4 0,1-1 0,0-4 0,2 2 0,-1-6 0,1-4 0,0-1 0,-1-7 0,0-1 0,-2-2 0,0 0 0,-3 0 0,0 0 0,-3 0 0,0-1 0,0 2 0,0 2 0,0 2 0,0 0 0,0 0 0,0 2 0,0 4 0,0 3 0,0 6 0,0 6 0,0 1 0,1 5 0,2 0 0,3 1 0,-2-1 0,2-1 0,0-4 0,2 2 0,1-4 0,0-2 0,-1 2 0,4-7 0,-1 0 0,0-5 0,-2-5 0,3-6 0,-1-2 0,2 0 0,-2-3 0,-1-1 0,1 0 0,-4-1 0,-1 1 0,-4 2 0,0 4 0,-1 1 0,-1 3 0,0 0 0,0 5 0,0 2 0,0 11 0,0 2 0,3 4 0,2-1 0,3 2 0,-2 3 0,7 3 0,-2-1 0,1-1 0,-1 3 0,-2-3 0,-1 3 0,1 0 0,-4-2 0,-3 5 0,-8-1 0,-6 2 0,-7 5 0,-4 0 0,-5 5 0,-4-1 0,-1 0 0,-2-3 0,1-1 0</inkml:trace>
  <inkml:trace contextRef="#ctx0" brushRef="#br0" timeOffset="134">31243 12612 8912,'-6'0'0,"0"0"0,0 1 0,2 1 0,-1-1 0,2 2 0,1-2 0,-4-1 0,4 0 0,-2-1 0,4-2 0,0 2 0,0-5 0,0-1 0,4 3 0,-3-3 0,3 6 0,-4-7 0,0 7 0,0-3 0,-3 5 0,-1 1 0,0 1 0,1 4 0,-2-1 0,0 4 0,0 1 0,4 5 0,-2-2 0,1-1 0,-1 2 0,2-2 0,-2 1 0,2 2 0,1-5 0,0 1 0,0-4 0,0 1 0,4-4 0,2-3 0,1-1 0,1-5 0,-1-4 0,-2-3 0,1-4 0,-1 2 0,-1-4 0,0-1 0,-4 1 0,3 0 0,-2 0 0,-1 0 0,-1 0 0,-2 3 0,3-1 0,-3 3 0,-2 1 0,0 2 0,0 5 0,-1 1 0,3 6 0,0 4 0,3 5 0,-3 2 0,0-3 0,0 5 0,3-4 0,0 3 0,0 0 0,0-5 0,0 2 0,0-3 0,0 0 0,0-1 0,0-3 0,1 2 0,2-4 0,2 0 0,1-7 0,-1-2 0,2-2 0,0 0 0,-2-1 0,2-3 0,-4-3 0,3 2 0,-3-1 0,0 3 0,-3 0 0,0 1 0,0 2 0,0 3 0,-3 0 0,0 2 0,-4 3 0,1 0 0,-1 6 0,-1 4 0,2 5 0,-1 1 0,6 1 0,-2 0 0,2 1 0,1-1 0,0 0 0,0-3 0,1 0 0,2-2 0,-1-1 0,3-6 0,2-2 0,1-2 0,0-1 0,1-1 0,0-2 0,-1-4 0,1-5 0,-4-2 0,0 2 0,-1-2 0,-2-1 0,-1 2 0,-2-2 0,-2 4 0,-3 0 0,0 2 0,0 0 0,-2 0 0,4 5 0,-5 1 0,0 2 0,5 1 0,-4 1 0,2 3 0,-2 4 0,1 6 0,1 2 0,-1 4 0,5 0 0,-1 0 0,3-3 0,0-3 0,0-3 0,0-1 0,4-2 0,1 1 0,3-4 0,0-4 0,1-2 0,0-4 0,-5-5 0,-1-1 0,1 0 0,-1-3 0,0 2 0,-3-1 0,0 1 0,-1 0 0,-1 4 0,-2-1 0,-1 0 0,4 5 0,-4-3 0,2 4 0,1 0 0,-4 3 0,4 4 0,-2 1 0</inkml:trace>
  <inkml:trace contextRef="#ctx0" brushRef="#br0" timeOffset="135">30589 13050 8912,'-1'5'0,"-2"-2"0,-3-2 0,2-2 0,1-2 0,2-2 0,5-4 0,2 1 0,2 0 0,0 3 0,1 1 0,-1 4 0,1 0 0,0 0 0,-1 0 0,-2 1 0,0 2 0,-1 2 0,4 6 0,-1 1 0,-3 2 0,-1 0 0,-4 3 0,0 0 0,0 4 0,0-3 0,0 2 0,-3-1 0,0-2 0,-3-1 0,1-1 0,0 0 0,-1-5 0,2 1 0,-1-5 0,3-2 0,-6-4 0,4 0 0</inkml:trace>
  <inkml:trace contextRef="#ctx0" brushRef="#br0" timeOffset="136">30718 13024 8912,'-5'0'0,"0"0"0,2 0 0,2 1 0,-2 2 0,2 5 0,1 3 0,0 5 0,0-2 0,0 5 0,0 1 0,0 0 0,1 0 0,1-1 0,2-2 0,1-1 0,0-6 0,0 2 0,3-4 0,-2-2 0,1-2 0,2-4 0,0 0 0,-5-8 0,4-1 0,-3-9 0</inkml:trace>
  <inkml:trace contextRef="#ctx0" brushRef="#br0" timeOffset="137">30838 12999 8912,'0'-6'0,"0"0"0,0 0 0,0-2 0,4-1 0,1 2 0,3-1 0,5 1 0,1-4 0,2 1 0,2 2 0,-1 2 0,0 1 0,0 1 0,-1 1 0,-1 4 0,-5 3 0,-3 5 0,-3-1 0,-4 9 0,0-4 0</inkml:trace>
  <inkml:trace contextRef="#ctx0" brushRef="#br0" timeOffset="138">30933 13153 8912,'5'0'0,"-1"3"0,-1 0 0,-2 0 0,6-4 0,-4-2 0,3-2 0,0-3 0,2-2 0,0-1 0,1 0 0,0-3 0,-1 3 0,1 0 0,-1 1 0,1 2 0,0-1 0,-1 0 0,5-3 0,0-1 0</inkml:trace>
  <inkml:trace contextRef="#ctx0" brushRef="#br0" timeOffset="139">31122 12956 8912,'5'-4'0,"-1"3"0,-4-3 0,0 4 0,-1 7 0,-2 1 0,2 7 0,-4-6 0,2 3 0,2 0 0,-2-1 0,0 4 0,0-4 0,1 0 0,1-2 0,1 0 0,0-1 0,4-3 0,1-2 0,3-2 0,1-1 0,-1-4 0,4-1 0,0-3 0,2-1 0,-4 1 0,2-1 0,-7 0 0,2 4 0,-4-1 0,0 0 0,-3-2 0</inkml:trace>
  <inkml:trace contextRef="#ctx0" brushRef="#br0" timeOffset="140">31131 12981 8912,'0'9'0,"0"0"0,0-1 0,3 5 0,0 2 0,2 4 0,2 4 0,0-1 0,2 1 0,0 0 0,-1 2 0,0 1 0,-2 0 0,1-4 0,-6 3 0,3-3 0</inkml:trace>
  <inkml:trace contextRef="#ctx0" brushRef="#br0" timeOffset="141">30546 13540 8912,'-5'0'0,"-3"0"0,7 0 0,-3 0 0,3 3 0,-1 0 0,1 0 0,-4-3 0,2 0 0,2 0 0,-3 0 0,0 0 0,3 1 0,-2 2 0,3-3 0,0 4 0,0 0 0,0-3 0,0 8 0,0-2 0,0 4 0,0 5 0,3 1 0,3 4 0,2 1 0,0 6 0,1-2 0,0-1 0,-1-3 0,5-2 0,-4 1 0,3-4 0,-2-5 0,1-3 0,0-5 0,1-4 0,0-3 0,-2-6 0,5-5 0,-4-6 0,1 1 0,-4-4 0,1-1 0,-1 0 0,-3 1 0,0 2 0,-3 5 0,1 1 0,-1 4 0,-1 1 0,-5 3 0,-2 1 0,2 2 0,-2 4 0,1 4 0,-1 2 0,0 1 0,3 2 0,-3 3 0,3 3 0,1 1 0,1 1 0,1-2 0,0-2 0,0-1 0,0 0 0,1-4 0,1 1 0,1 0 0,4-1 0,-3-3 0,5-2 0,0-2 0,-1-3 0,1-4 0,2-1 0,1-7 0,-1 0 0,-2-2 0,-1 0 0,0 2 0,-2-1 0,2-2 0,-7 3 0,5 0 0,-4 3 0,1 0 0,-2 1 0,-1 5 0,0-2 0,0 6 0,1 7 0,2 5 0,-2 2 0,6-1 0,-1 0 0,2 1 0,0 0 0,1 1 0,0-4 0,-1 5 0,1-3 0,-2-1 0,0-2 0,-1-1 0,-4 1 0,2 0 0,-4-1 0,-1-2 0,-2 0 0,-2-1 0,-4 3 0,1-2 0,-1-3 0,3-2 0,1-1 0,-2 0 0,-1-8 0,-4-2 0,-1-7 0</inkml:trace>
  <inkml:trace contextRef="#ctx0" brushRef="#br0" timeOffset="142">30924 13463 8912,'1'5'0,"2"1"0,-2-3 0,2 3 0,2-4 0,-2 2 0,4-2 0,-1 1 0,0 0 0,2 0 0,1 1 0,-1 1 0,1-1 0,0 2 0,0 2 0,2-3 0,0 3 0,-2 2 0,-4 0 0,-2 2 0,4-1 0,-6 1 0,2 2 0,-2-1 0,-1 0 0,-4-5 0,-1 1 0</inkml:trace>
  <inkml:trace contextRef="#ctx0" brushRef="#br0" timeOffset="143">30976 13497 8912,'-5'0'0,"1"0"0,5 0 0,2 0 0,3 0 0,5 0 0,3-4 0,3-1 0,0-3 0,0-1 0,0 1 0,1 0 0,-1 2 0,-4 0 0,-1 3 0,-7 0 0,-1 3 0,-4 0 0</inkml:trace>
  <inkml:trace contextRef="#ctx0" brushRef="#br0" timeOffset="144">30528 13772 8912,'13'-11'0,"1"-2"0,3-1 0,3-4 0,2-2 0,4-3 0,3-4 0,0 3 0,-2 0 0,-3 4 0,-3 1 0,-3 4 0,5-1 0,-4 2 0</inkml:trace>
  <inkml:trace contextRef="#ctx0" brushRef="#br0" timeOffset="145">30933 13979 8912,'0'5'0,"0"1"0,-3-3 0,0 3 0,0-4 0,3 4 0,1 1 0,2 0 0,1 6 0,2 1 0,0 3 0,1 3 0,1 0 0,0 3 0,1 0 0,-1 2 0,-2-2 0,0 0 0,-4-4 0,1 1 0,-2-3 0,-1-2 0,0-4 0,0-5 0,-4-2 0,-1-4 0</inkml:trace>
  <inkml:trace contextRef="#ctx0" brushRef="#br0" timeOffset="146">30855 14047 8912,'6'-3'0,"0"1"0,-3-2 0,2 1 0,1-2 0,3-1 0,-1 1 0,4-1 0,-1-3 0,4 4 0,-4 0 0,0 0 0,-2 0 0,0 3 0,-1-1 0,1 3 0,-1 4 0,-3 5 0,-2 3 0,-6 5 0,-1 4 0,-5 0 0,0 1 0,1-3 0,-2 5 0,0-4 0,-2-1 0,1-1 0,3-2 0,1-2 0,2-2 0,-1-6 0,1-3 0,1-6 0,4-2 0</inkml:trace>
  <inkml:trace contextRef="#ctx0" brushRef="#br0" timeOffset="147">31062 14073 8912,'-5'9'0,"1"-5"0,4 4 0,0-2 0,0 4 0,0 2 0,1-1 0,2-2 0,2 2 0,3 1 0,1-3 0,0-1 0,-1-2 0,1-4 0,-1 1 0,1-3 0,-3-3 0,0-3 0,-5-2 0,2 0 0,-3-1 0,-3 0 0,-1 0 0,-5-3 0,0 3 0,1-3 0,-1 3 0,1 0 0,-1 1 0,0-1 0,1 3 0,-1 1 0,4 3 0,2-2 0,3 4 0,0 0 0</inkml:trace>
  <inkml:trace contextRef="#ctx0" brushRef="#br0" timeOffset="148">31234 14073 8912,'9'9'0,"-5"-4"0,0 1 0,-1 1 0,0 0 0,0-1 0,-2-1 0,2-1 0,-2 2 0,3-5 0,-1 2 0,-2-3 0,2-3 0,-2 2 0,2-6 0,0 1 0,0-2 0,0 0 0,2-1 0,4 4 0,-1 2 0,1 3 0,0 0 0,-4 3 0,1-1 0,0 4 0,2-3 0,-2 3 0,0-3 0,-3-1 0,2-2 0,2 0 0,1 0 0,0 0 0,-2 0 0,0-3 0,-3-3 0,2-6 0,-3 2 0,1-3 0,-2-1 0,-1 1 0,0-2 0,0 2 0,0 1 0,0 3 0,0 1 0,0-1 0,0 3 0,0 0 0,-4 5 0,3-2 0,-1 7 0,1 3 0,1 4 0,2 4 0,1-1 0,-1 2 0,3-2 0,-3 2 0,4-2 0,-2 2 0,2-2 0,2 1 0,-2-3 0,-2 2 0,2-2 0,0-2 0,-1 0 0,1-5 0,-3 1 0,0-4 0,1-2 0,1-5 0</inkml:trace>
  <inkml:trace contextRef="#ctx0" brushRef="#br0" timeOffset="149">31449 14064 8912,'-9'3'0,"1"0"0,2 3 0,0-3 0,4 0 0,-1-3 0,3 0 0,7-4 0,5-2 0,0-4 0,2-2 0,0-2 0,1 1 0,-1 1 0,-2 0 0,3-4 0,-1 3 0</inkml:trace>
  <inkml:trace contextRef="#ctx0" brushRef="#br0" timeOffset="150">31303 10600 8912,'5'0'0,"-2"0"0,-3 0 0,0-4 0,0 3 0,-3-3 0,-3 4 0,1 0 0,-1 0 0,1 1 0,-1 1 0,1 2 0,1 1 0,-2 1 0,4 2 0,0 1 0,-2-1 0,1 1 0,1 0 0,1-1 0,1 1 0,0-3 0,0-1 0,0 2 0,4-2 0,2 0 0,1-3 0,2 2 0,0-5 0,-1-2 0,2 1 0,1-3 0,-4-1 0,1-3 0,-1 1 0,2-1 0,-3 1 0,-1-1 0,-3 3 0,1 1 0,-2-1 0,-1-3 0,0 1 0,-1-1 0,-2 0 0,1 2 0,-3 1 0,-1-1 0,-3 5 0,1-4 0,-1 3 0,0 0 0,1 3 0,-1 0 0,1 0 0,-1 1 0,0 2 0,1 3 0,-1 4 0,1 3 0,-1-1 0,0 0 0,5 0 0,0-1 0,4 1 0,0 2 0,0-2 0,0-1 0,0-2 0,1-1 0,2 1 0,1-2 0,5-1 0,0-3 0,-1 1 0,2-1 0,0-1 0,2-1 0,3-1 0,-5-1 0,1-2 0,-1 1 0,-2-4 0,1 1 0,-1 0 0,0-3 0,-2 2 0,-1-1 0,-4-2 0,2 0 0,0 1 0,-3-1 0,-1 1 0,-2-1 0,2 0 0,-6 1 0,1-1 0,-2 1 0,-1 3 0,-3 2 0,3 2 0,-3 1 0,2 1 0,-2 2 0,3-1 0,-3 4 0,3-1 0,0 1 0,1 0 0,3-1 0,-3 4 0,2 0 0,3-4 0,0 1 0,2 0 0,1 2 0,0 1 0,4-3 0,1-1 0,3-2 0,1 0 0,-1-2 0,2 1 0,1 1 0,-1 0 0,5-3 0,-4 0 0,2-3 0,-3-1 0,2-1 0,-1 1 0,-2-2 0,0-2 0,-4 3 0,0-3 0,-1-1 0,0 1 0,-2-1 0,1 0 0,-1 0 0,-2-3 0,-2 3 0,-2-4 0,-1 1 0,-1 2 0,-2-2 0,-1 3 0,0 4 0,1-1 0,-1 4 0,1-1 0,-2 2 0,-1 1 0,1 7 0,-2 2 0,2 5 0,-1 0 0,1 3 0,-2 3 0,6 0 0,0 3 0,4-4 0,-1 1 0,2-2 0,1-2 0,0-2 0,0-2 0,1-4 0,2-2 0,2 1 0,4-4 0,-1 0 0,1-3 0,3-1 0,2-2 0,3-3 0,-4-5 0,3 0 0,-2-2 0,-1 0 0,1-2 0,-5 2 0,0-1 0,0-1 0,-6 4 0,0-2 0,-3 3 0,0-2 0,0 1 0,-4 3 0,-2 2 0,-2 0 0,-3 3 0,-1 1 0,-1 1 0,1 1 0,-3 0 0,5 0 0,-1 0 0,-2 4 0,2 1 0,-4 0 0,4 1 0,0 0 0,2 2 0,0 1 0,2 0 0,0 2 0,1 0 0,4 1 0,-1-4 0,2 4 0,1-1 0,1 1 0,2-4 0,2 0 0,4-1 0,-1-2 0,5-3 0,-4 2 0,3-4 0,-2 0 0,2 0 0,-3-4 0,4-1 0,-1-3 0,-2 3 0,1-2 0,-4 1 0,-1-2 0,-2 0 0,2-1 0,-3 0 0,-2 5 0,-1-4 0,0 2 0,-4 0 0,-1-1 0,0 2 0,-1 1 0,-1 1 0,-4 3 0,1 0 0,-1 0 0,1 0 0,2 0 0,-1 4 0,0 2 0,1 2 0,0 0 0,1 1 0,2-1 0,2 1 0,-3 0 0,4-1 0,-1 1 0,2-1 0,1 1 0,1-3 0,2-1 0,2-3 0,4 2 0,2-4 0,1 0 0,2 0 0,0-4 0,3-1 0,1-3 0,-5-1 0,2 0 0,-3-3 0,-1 3 0,-2-3 0,-2 3 0,-1 0 0,-2 1 0,-5-1 0,-2 0 0,-2 5 0,-6 0 0,-2 4 0,0 0 0,2 1 0,-4 3 0,-1 3 0,-3 4 0,1 4 0,-1-4 0,3 3 0,1 1 0,1-2 0,5 2 0,1-4 0,3 0 0,-2-4 0,4-2 0,1-3 0,5 1 0,3-2 0,5-1 0,-1-4 0,2-1 0,-3-3 0,0-1 0,-1 1 0,1-1 0,-1 1 0,1 2 0,0 0 0,-4 3 0,1-3 0,-4 1 0,2-4 0</inkml:trace>
  <inkml:trace contextRef="#ctx0" brushRef="#br0" timeOffset="151">30580 10738 8912,'-9'0'0,"4"0"0,-1 0 0,-1 0 0,3-1 0,2-2 0,7 2 0,5-3 0,2 0 0,4-2 0,0 2 0,1-2 0,0-1 0,0 0 0,1 1 0,-1 0 0,0-1 0,0 0 0,-3 1 0,-3 0 0,-1-3 0,-2-5 0</inkml:trace>
  <inkml:trace contextRef="#ctx0" brushRef="#br0" timeOffset="152">30778 10471 8912,'8'0'0,"1"-1"0,0-2 0,-1 2 0,1-5 0,0 3 0,-1-3 0,1 3 0,-1 1 0,1 1 0,0 1 0,-1 0 0,1 1 0,-1 2 0,1 6 0,0 5 0,-4 3 0,1 3 0,-4-1 0,1 4 0,-2 0 0,-1 3 0,0 0 0,0 0 0,-5-2 0,-4-1 0,0 1 0,-6-3 0,0-1 0,-1-1 0,-1-2 0,3-6 0,1 2 0,1-5 0,3 1 0,-4-4 0,9-5 0,0-6 0,4-6 0,0 0 0,0-2 0,3-3 0,1 4 0,-1 0 0,1 1 0,3 3 0,-1 0 0,1 0 0,-2 1 0,3 0 0,-3 2 0,3 2 0,1 1 0,2 2 0,1-2 0,-2 3 0,0 3 0,1 3 0,1 5 0,0-1 0,0 1 0,-3-1 0,3-2 0,0 1 0,0-1 0,-1 1 0,0-1 0,1-3 0,-1-1 0,-2-4 0,0 0 0,-1-7 0,1-3 0</inkml:trace>
  <inkml:trace contextRef="#ctx0" brushRef="#br0" timeOffset="153">31062 10557 8912,'-9'5'0,"1"2"0,2-6 0,0 2 0,0 2 0,2 0 0,-4 3 0,7 2 0,-2 1 0,2 0 0,1 0 0,3 1 0,0-1 0,4 1 0,-2-4 0,3 1 0,1 0 0,-1-1 0,1-3 0,-1-1 0,1-4 0,0-1 0,-1-2 0,0-2 0,-1-4 0,-2-3 0,-3-1 0,2-4 0,-4-1 0,-1 1 0,-2 0 0,-2 0 0,-3 1 0,-1 0 0,1 2 0,-2 4 0,-1 2 0,1 0 0,-1 5 0,1 1 0,1 5 0,5 2 0,0 8 0,4 0 0</inkml:trace>
  <inkml:trace contextRef="#ctx0" brushRef="#br0" timeOffset="154">29986 10402 8912,'-5'0'0,"0"-1"0,0-1 0,1-1 0,0-2 0,1 3 0,0-1 0,2 6 0,-1 4 0,4 4 0,3 6 0,3 4 0,1 6 0,-1 2 0,1 2 0,-1 5 0,1-1 0,0-3 0,-1-1 0,1-6 0,-1-1 0,-2-5 0,-1-2 0,-1-2 0,-1-7 0,-3 1 0,0-7 0,-4-2 0,-1-4 0</inkml:trace>
  <inkml:trace contextRef="#ctx0" brushRef="#br0" timeOffset="155">29952 10445 8912,'4'5'0,"0"-5"0,5-4 0,0-3 0,-1-2 0,2 1 0,1-6 0,3 4 0,6-7 0,0 3 0,0 2 0,-3 1 0,-1 4 0,-1 5 0,1 1 0,-10 5 0,-1 6 0,-4 5 0,-3 4 0,-4 0 0,-2 3 0,0-3 0,-1 1 0,0-2 0,1-1 0,-2 0 0,-1 0 0,4-3 0,-2-3 0,6-2 0,-3-4 0,4 3 0,-2-8 0,5-1 0,2-7 0,1-5 0,2-6 0,0-2 0,1-1 0,4 3 0,-1-3 0,1 2 0,3 3 0,0 0 0,0 3 0,0 6 0,1-1 0,-2 4 0,-1-2 0,-3 5 0,-1 0 0,-3 1 0,2 5 0,-4 1 0,-2 3 0,3 1 0,-1-1 0,3-2 0,-3 0 0,1-1 0,-2 4 0,-1-4 0,6 2 0,-3-1 0,1 2 0,-3 0 0,5 1 0,-3 0 0,2-1 0,-1-3 0,-3-2 0,0 1 0,3-3 0,-1-1 0,-1 0 0,0-9 0,0 0 0,0 0 0,-1-5 0,2 1 0,0 1 0,0-1 0,-1 2 0,0-1 0,-1 1 0,1-1 0,-3 4 0,1 3 0,1 1 0,1 0 0,0 3 0,-3-1 0,0 4 0,0 3 0,0 4 0,0-4 0,1 1 0,2-3 0,-2 4 0,6-6 0,-1 2 0,-1-2 0,1-1 0,2 0 0,4 0 0,0-4 0,-1-2 0,0-2 0,3-3 0,-2-1 0,-1 0 0,-2 1 0,-1 1 0,-3-1 0,-1 1 0,-8 5 0,-1 2 0,-4 3 0,-2 3 0,0 5 0,-3 3 0,3 2 0,0-3 0,1 2 0,2 2 0,-1-3 0,4 1 0,0-2 0,3 0 0,0 1 0,-1 1 0,7-4 0,1-3 0,3 2 0,0-4 0,1-1 0,4-5 0,1-3 0,-1-4 0,2-4 0,0-2 0,1 0 0,1-7 0,0-1 0,-3-1 0,2-4 0,-3-2 0,1-3 0,-3-1 0,-2 2 0,-3 1 0,-2 1 0,-4 5 0,-1 3 0,-2 9 0,2 1 0,-7 9 0,2 1 0,-1 3 0,-2 3 0,1 6 0,-1 4 0,0 8 0,4 0 0,-1 5 0,4 4 0,-2-2 0,4 3 0,4-2 0,3 1 0,3 0 0,5-1 0,5-4 0,4 1 0,3 0 0,4 0 0,3 0 0,1-1 0</inkml:trace>
  <inkml:trace contextRef="#ctx0" brushRef="#br0" timeOffset="156">31311 8958 8912,'0'-6'0,"0"1"0,0 3 0,0-6 0,0 6 0,0-4 0,0 4 0,0-4 0,0 4 0,0-2 0,-1 4 0,-1 0 0,-3 0 0,0 0 0,-3 0 0,4 4 0,-5 2 0,4-2 0,1 1 0,1 0 0,1 0 0,-1 1 0,0-1 0,0 1 0,1 1 0,1 0 0,1 2 0,0 0 0,0-1 0,1 0 0,1-2 0,1 0 0,4-4 0,-2 2 0,3 0 0,-3-3 0,2 2 0,-1-3 0,2 0 0,-1 0 0,-1-3 0,2 2 0,-6-6 0,2 3 0,0-1 0,-2-1 0,-1 1 0,-1-1 0,0 1 0,0-1 0,0 0 0,0-1 0,0 4 0,-1-5 0,-2 2 0,0-1 0,-4-1 0,1 2 0,0-1 0,-2 6 0,-1-3 0,1 4 0,-1 0 0,0 0 0,2 4 0,0 1 0,1 3 0,3 1 0,-1-1 0,0 1 0,2-1 0,1 5 0,1-4 0,0 3 0,0-3 0,0 0 0,1-1 0,2-3 0,-2 3 0,6-6 0,-1 4 0,-1-5 0,1 2 0,0-2 0,-2-1 0,4-1 0,-3-1 0,3 0 0,-3-5 0,3 5 0,-3-4 0,3 0 0,-3-2 0,0 0 0,-4 2 0,2 0 0,0 0 0,-3-2 0,0-1 0,0 0 0,0 4 0,0-1 0,-4 3 0,-1-3 0,-3 4 0,-1-1 0,1 3 0,-1-3 0,1 0 0,-2 1 0,-1 1 0,1 1 0,-2 3 0,3 0 0,0 2 0,1-2 0,3 4 0,-2-5 0,4 4 0,0-1 0,3 4 0,0 0 0,0-1 0,0 1 0,0-1 0,4 1 0,0-3 0,3-1 0,-1 2 0,-5-3 0,7 3 0,-2-5 0,2 1 0,0-3 0,1 0 0,-4 0 0,2 0 0,-2 0 0,1-3 0,-2 0 0,0-2 0,-1 3 0,0-6 0,0 3 0,-1-3 0,-1-1 0,-1 1 0,0-1 0,-1 1 0,-2-1 0,1 1 0,-4 3 0,1-3 0,-4 6 0,0-3 0,1 1 0,-1 2 0,1 2 0,-1 0 0,0 3 0,1 2 0,-1 4 0,3-1 0,2 2 0,0 1 0,-2 0 0,3 2 0,1 0 0,1 1 0,1-3 0,0 0 0,0-2 0,0 3 0,0-1 0,3-2 0,0-3 0,4-1 0,-3 0 0,5-2 0,0-2 0,-1-1 0,1 0 0,0 0 0,-1 0 0,1-4 0,-1-1 0,1-3 0,0-1 0,-1 1 0,1-1 0,-1 0 0,-2 1 0,0-1 0,-4 1 0,1-1 0,-2 0 0,-1 1 0,0-1 0,0 1 0,0-1 0,-4 3 0,-2 1 0,-2-1 0,0 1 0,-1 2 0,1-1 0,-1 2 0,0-1 0,1-1 0,-1 3 0,1-2 0,-1 2 0,0 1 0,2 1 0,0 2 0,1 3 0,0-3 0,1 5 0,0-2 0,1 2 0,2 0 0,1 2 0,1 1 0,0-1 0,0 1 0,0 2 0,0-2 0,0 0 0,0-2 0,1 0 0,1-1 0,1 1 0,4-1 0,-2 0 0,3-2 0,-3-2 0,3-1 0,-3-1 0,-1 1 0,4-3 0,-3 0 0,3-4 0,1-1 0,-1 0 0,1-1 0,0-1 0,-1 0 0,1-2 0,-2 1 0,-1-1 0,2 0 0,-6 1 0,2-1 0,0 1 0,-1-1 0,-3 0 0,0 1 0,0-1 0,-4 1 0,-1-1 0,-3 1 0,-1 3 0,1 0 0,-1 2 0,1 2 0,-1-2 0,0 2 0,1 1 0,-1 0 0,1 0 0,-1 4 0,0 2 0,4 2 0,0 0 0,0 1 0,1 0 0,0 3 0,-1-3 0,2 3 0,0 0 0,3 0 0,0 3 0,0-6 0,0 3 0,0-3 0,1 0 0,1 0 0,2-2 0,0-1 0,2 2 0,3-7 0,-1 1 0,-2 2 0,0-1 0,0 0 0,2-3 0,1 0 0,-1-3 0,1-1 0,0 0 0,-1-3 0,1-1 0,-1 0 0,1-1 0,-4 0 0,1 1 0,-3-1 0,0 1 0,-3-1 0,0 0 0,-1 1 0,-2-1 0,0 4 0,-4-1 0,1-1 0,0 3 0,-2 0 0,-2 2 0,-1-1 0,1 0 0,-1 3 0,1 1 0,2 2 0,-1-2 0,1 6 0,3-1 0,-3 5 0,2 0 0,2 3 0,1-1 0,2 0 0,1 1 0,0 3 0,1-3 0,2-3 0,-1-1 0,4-1 0,0-1 0,2 0 0,1-2 0,0-3 0,2-3 0,0 0 0,1 0 0,0-1 0,2-1 0,-1-4 0,0-6 0,-5-1 0,1-4 0</inkml:trace>
  <inkml:trace contextRef="#ctx0" brushRef="#br0" timeOffset="157">31286 9061 8912,'-3'6'0,"0"0"0,1 0 0,2-2 0,3-1 0,2-2 0,3-1 0,1 0 0,-4-3 0,0-1 0,0 1 0,0-1 0,-3-3 0,2 6 0,-4-7 0,0 4 0,-4-1 0,2 0 0,-4 2 0,4 2 0,-3-3 0,3 4 0,0 0 0,-4 0 0,4 4 0,-2-3 0,4 7 0,4-7 0,1 3 0</inkml:trace>
  <inkml:trace contextRef="#ctx0" brushRef="#br0" timeOffset="158">31518 8907 8912,'-9'0'0,"1"0"0,-1 0 0,3 0 0,1 0 0,-2 0 0,3 0 0,3-1 0,4-2 0,7 1 0,-1-4 0,4-1 0,2-1 0,4-3 0,1 0 0,4-4 0,-2 4 0,3-2 0,-2 0 0,2-2 0,-7 5 0,1 0 0,-4 3 0,-2 1 0,-5 3 0,-3 0 0,-1 4 0,-4 2 0,-4 1 0,-2 5 0,0 0 0,-2-1 0,-1 1 0,3-4 0,-7-2 0</inkml:trace>
  <inkml:trace contextRef="#ctx0" brushRef="#br0" timeOffset="159">31544 8692 8912,'-5'0'0,"-3"0"0,3 1 0,1 1 0,-4 3 0,0 9 0,-3 3 0,0 6 0,2 4 0,0 4 0,1 3 0,-1 1 0,0-1 0,5-4 0,1-4 0,2-5 0,5-3 0,-2-6 0,4-3 0,4-5 0,-1-4 0,6 0 0,0 0 0,1-3 0,1-2 0,4-4 0,2 0 0,2-3 0,1 3 0,0-5 0,0 3 0,0-2 0,-1-5 0</inkml:trace>
  <inkml:trace contextRef="#ctx0" brushRef="#br0" timeOffset="160">31862 8485 8912,'-1'-8'0,"-2"-1"0,1 1 0,-3-1 0,3 4 0,-5 2 0,4 6 0,1 3 0,0 5 0,0 4 0,-1 1 0,1 1 0,2 0 0,0 0 0,0 1 0,0-1 0,2 0 0,2 0 0,1 0 0,-2 1 0,2-1 0,-1 0 0,-3 0 0,0-3 0,2-2 0,0-3 0,0-5 0,-3 0 0</inkml:trace>
  <inkml:trace contextRef="#ctx0" brushRef="#br0" timeOffset="161">31802 8580 8912,'0'-9'0,"0"1"0,0-1 0,3 3 0,0 2 0,2 0 0,1-3 0,3 3 0,-1-2 0,1 0 0,3 4 0,2-3 0,3 3 0,0-1 0,0 0 0,0 3 0,-2 0 0,-1 0 0,-3 4 0,0 2 0,-4 2 0,-1 0 0,-5 1 0,2-1 0,-2 1 0,-1 0 0,0 3 0,0-5 0,0 1 0,0 0 0,-1 0 0,-2 0 0,3-2 0,-3 0 0,1-4 0,0 1 0,-1 1 0,0-3 0,3 2 0,0-6 0,0-2 0,0-1 0,0-2 0,0-1 0,4-6 0,-2 5 0,4-5 0,0 0 0,2 3 0,1-4 0,-1 5 0,1-1 0,-1 0 0,-2 5 0,0-1 0,0 1 0,-2 2 0,0 2 0,-4 6 0,0 2 0,0 4 0,3-1 0,0 1 0,0-1 0,1 1 0,-3 0 0,5-4 0,-2 1 0,1 1 0,-2-2 0,2 0 0,-3-3 0,6 2 0,-6-4 0,4 0 0,-2-4 0,3-1 0,-2-3 0,-1-1 0,-1-3 0,-1 2 0,1-1 0,0-2 0,-3 2 0,3 0 0,0 2 0,0 0 0,-3 1 0,0-1 0,1 4 0,2 2 0,-2 3 0,2 3 0,0 5 0,1 3 0,1 0 0,-3-1 0,5 1 0,-2 0 0,0 0 0,3-2 0,-3 0 0,3 0 0,1-5 0,-4 0 0,1-4 0,1 0 0,0-1 0,2-2 0,0-1 0,-1-5 0,1 0 0,-1-2 0,1-1 0,0-2 0,-2 0 0,0-3 0,-2 0 0,-1 3 0,1-1 0,-2 3 0,0 1 0,-3 5 0,0 0 0,-4 5 0,-1-1 0,-3 4 0,-1 2 0,1 6 0,-1 1 0,0 4 0,1 1 0,-1 1 0,2-1 0,1-1 0,2 1 0,4-7 0,0 3 0,0-3 0,0 0 0,7 0 0,2-2 0,4-1 0,5-1 0,5-2 0,-1-2 0,1 2 0,0-3 0,3 0 0</inkml:trace>
  <inkml:trace contextRef="#ctx0" brushRef="#br0" timeOffset="162">32189 8950 8912,'-9'-1'0,"1"-2"0,3 2 0,2-6 0,6 4 0,3 1 0,1-2 0,2 2 0,0 0 0,-1 0 0,1 0 0,-1-1 0,1 1 0,0 1 0,-1 1 0,1-4 0,-1 0 0</inkml:trace>
  <inkml:trace contextRef="#ctx0" brushRef="#br0" timeOffset="163">32439 8786 8912,'5'-13'0,"0"1"0,-1 3 0,2 0 0,-4 1 0,1 3 0,-3 2 0,0 7 0,-2 4 0,-3 6 0,-1 6 0,-10 1 0,2 3 0,1-1 0,-3 0 0,6-1 0,-1 1 0,1 1 0,1-3 0,4-3 0,0-4 0,1-2 0,1 0 0,4-4 0,2 0 0,3-2 0,5-3 0,3-3 0,4 0 0,2-3 0,-2-2 0,7-7 0,-3 1 0,0 0 0,-1 2 0,-1-3 0,-1 2 0,-3 2 0,-3 0 0,-7 2 0,1-2 0,-2 0 0</inkml:trace>
  <inkml:trace contextRef="#ctx0" brushRef="#br0" timeOffset="164">32447 8821 8912,'1'8'0,"2"1"0,2 4 0,3 4 0,1 5 0,0 7 0,2 2 0,1 8 0,2 4 0,-9-19 0,0 2 0,1 3 0,0 1-1143,-1 0 0,-1 2 1143,1 0 0,-1 1 0,0-3 0,1 1 0,-1-2 0,0 1 0</inkml:trace>
  <inkml:trace contextRef="#ctx0" brushRef="#br0" timeOffset="165">16142 13755 8912,'-17'-25'0,"7"6"0,4-4 0,4 11 0,4 5 0,4 7 0,-2 1 0,7 5 0,3 8 0,1 7 0,2 0 0,-2 7 0,-1 3 0,-3 1 0,1 8 0,5 1 0,0-3 0,0-2 0,1-2 0,-1-1 0,0-4 0,0-5 0,10-14 0,9-4 0,14-4 0,9-18 0,18-12-150,3-24 0,-34 20 0,2-3 1,2-4-1,1-2 150,2-1 0,1 0 0,2-3 0,-1-2 0,-1 1 0,-1-1 0,2-1 0,-1 0 0,0 3 0,-1 0 0,-4 0 0,-2 1 0,-3 2 0,-2 1 0,-6 6 0,-1 2 0,22-25 0,-19 12 0,-1 12 0,-20 11 0,-4 12 0,-13 5 0,0 12 0,0-4 0,0 5 0,0 1 0,4 1 0,6 3 749,7-1-749,11 1 0,7-1 0,11 1 0,3 1 0,3-5 0,7-8 0,3-10 0</inkml:trace>
  <inkml:trace contextRef="#ctx0" brushRef="#br0" timeOffset="166">10463 15629 8912,'-29'-18'0,"2"1"0,1 0 0,1 0 0,0 0 0,-4 7 0,6 2 0,2 3 0,2-1 0,2 0 0,0 10 0,0 7 0,-4 5 0,1 16 0,5 8 0,0 8 0,1 2 0,3 13 0,-4 0 0,13 6 0,-4 1 0,6 1 0,6-2 0,5-8 0,4-8 0,3-7 0,5-11 0,0-12 0,7-4 0,-9-12 0,6-9 0,-2-13 0,5-14 0,-1-14 0,4-11 0,1-5 0,-7-4 0,-2-8 0,-6-3 0,4-7-105,-12 5 0,10-10 1,-15 2 104,-2-6 0,-8-3 0,-4 7 0,-1 5 0,-5 14 0,-1 18 0,-2 22 0,0 16 0,-1 7 0,1 4 0,6 7 0,1 7 0,3 7 0,-5 7 0,6 13 0,3 3 0,1-1 0,2 15 0,0-12 0,0 13 0,0 0 0,7-5 0,-3 3 0,8-9 0,1-3 0,8 1 0,2 4 0,0-6 0,2-10 104,1 1 1,5-18 0,0 0-105,-1-9 0,7-6 0,-11-4 0,9-4 0,-8-4 0,-4-7 0,-4-2 0,-4-4 0,-4-5 0,-3 3 0,-8-8 0,0 5 0,0-5 0,-8-1 0,-1 7 0,-8 4 0,-2 4 0,-4 2 0,3 1 0,-3 5 0,-1 7 0,-1 16 0,0 11 0,0 9 0,4 8 0,10-4 0,3 14 0,8-4 0,0 4 0,0 1 0,17-7 0,12-4 0,13-13 0,15-10 0,4-7 0,8-10 0,-2-8 0,-2-5 0,-6-8 0,-5-8 0,-10-3 0,-6-10 0,-11 7 0,-6-1 0,-8 5 0,-5 3 0,-14-1 0,1 0 0,-15 8 0,3-2 0,-6 4 0,2 2 0,-2 0 0,-7 7 0,11-3 0,-4 7 0,4 1 0,1 5 0,1 7 0,0 5 0,7 9 0,5 2 0,3 5 0,2-3 0,0 2 0,0 1 0,2 5 0,3-4 0,7-6 0,-5 3 0,15-7 0,-5 2 0,2-7 0,0-7 0,0-7 0,2 0 0,2 0 0,0 0 0,-6-9 0,0-6 0,1-6 0,-7-4 0,1 2 0,-9 4 0,3-4 0,-4 4 0,-2 1 0,0 1 0,0 0 0,0 8 0,-6 5 0,1 15 0,-1 8 0,6 16 0,0 7 0,0 4 0,0 3 0,7 10 0,-3 3 0,6 4 0,-2-3 0,5 2 0,-2-7 0,-1-1 0,0-7 0,-3-4 0,-3-6 0,-2-12 0,-2-3 0,0-8 0,0-7 0,-6-4 0,0-12 0,-7-11 0,3-10 0</inkml:trace>
  <inkml:trace contextRef="#ctx0" brushRef="#br0" timeOffset="167">11341 15783 8912,'17'0'0,"0"0"0,2 2 0,4 4 0,-4-4 0,14 13 0,-5-3 0,3 3 0,-2 2 0,-6 0 0,-4 8 0,-2-6 0,-2 4 0,-3-4 0,-5-2 0,-7 1 0,0-1 0,0 0 0,0-7 0,0-10 0,0-14 0,0-5 0,0-4 0,2-7 0,4 1 0,3-11 0,11 4 0,3-5 0,-2 5 0,7 2 0,-5 7 0,6 4 0,-6 10 0,6 1 0,-8 8 0,1-1 0,-2 5 0,-3 5 0,-6 5 0,-1 7 0,-1 0 0,1 1 0,-6-1 0,2 0 0,-5-6 0,-1 1 0,0 1 0,0-5 0,0 7 0,0-3 0,0-5 0,0 9 0,0-5 0,0-1 0,0 1 0,8-7 0,5 2 0,9-5 0,-1-1 0,7 0 0,7-1 0,5-5 0,0-4 0,-6-7 0,5-6 0,-3-2 0,-4-1 0,-1-3 0,-4 2 0,-10-5 0,-4 7 0,-7-6 0,-2 3 0,-10 7 0,-5-2 0,-10 9 0,-2 3 0,-8 7 0,4-4 0,-7 8 0,0 14 0,1 7 0,2 7 0,5 9 0,1-1 0,2 8 0,13-2 0,5 4 0,3 2 0,6-6 0,7 2 0,16-8 0,19-2 0,3-7 0,9-12 0,-1-3 0,-1-7 0,1-5 0,-4-7 0,-3-10 0,-10-8 0,0-10 0,-9-1 0,-2-2 0,1-2 0,-12 0 0,3 5 0,-16 1 0,-1 0 0,-2-1 0,-2 1 0,-8 7 0,-7 4 0,-8 12 0,0 5 0,0 6 0,0 6 0,-7 11 0,11 10 0,-4 7 0,9 8 0,3 4 0,1 3 0,-1 3 0,5 0 0,12-6 0,5-1 0,12 1 0,14-4 0,14-7 0,8-11 0,12-12 0,4-6-431,3-12 0,1-19 0,-3-11 0</inkml:trace>
  <inkml:trace contextRef="#ctx0" brushRef="#br0" timeOffset="168">14042 15388 8912,'0'-12'0,"0"1"0,8 7 0,1-2 0,11 12 0,1 6 0,2 5 0,-2 6 0,3-2 0,-1 9 0,-2 5 0,-1 3 0,-11 4 0,-3-2 0,-4 6 0,-4 4 0,-4-1 0,-7-1 0,-8-2 0,-6-8 0,-7 2 0,-1-4 0,3-5 0,3-8 0,6-12 0,4-7 0,2-4 0,1-7 0,5-9 0,5-10 0,4-3 0,2-15 0,0 6 0,0-2 0,6-6 0,2 6 0,1 1 0,1 11 0,1 5 0,5 4 0,-5 2 0,4 7 0,2 6 0,1 16 0,-1-1 0,0 12 0,0-2 0,1 2 0,-1-4 0,8 8 0,3-8 0,5-2 0,3 2 0,2-13 0,3-2 0,6-2 0,-3-2 0,8 0 0</inkml:trace>
  <inkml:trace contextRef="#ctx0" brushRef="#br0" timeOffset="169">14696 15543 8912,'-17'0'0,"6"0"0,-1 0 0,-1 0 0,-8 2 0,-2 3 0,0 7 0,6 11 0,-4 3 0,3 9 0,-1 1 0,13 4 0,1-4 0,5 3 0,0-9 0,15 1 0,8-8 0,8-2 0,11-10 0,-4-5 0,6-12 0,-2-5 0,6-12 0,-18-4 0,3-7 0,-6-1 0,-4 1 0,-14-6 0,-3 0 0,-4 1 0,-18-4 0,1 6 0,-19-3 0,3 10 0,-9 1 0,-4 14 0,0-1 0,0 7 0,4 5 0,0 6 0,7 7 0,12 9 0,10 10 0,13-7 0,3 8 0,13-8 0,16 11 0,10-5 0</inkml:trace>
  <inkml:trace contextRef="#ctx0" brushRef="#br0" timeOffset="170">15712 15164 8912,'-18'-17'0,"7"2"0,-1 3 0,9 5 0,-5 16 0,8 9 0,0 8 0,2 20 0,4 6 0,1 11 0,7 0 0,-3 4 0,1 1 0,5 7 0,0-1 0,0-1 0,0-2 0,-5-10 0,-1-4 0,3-3 0,-7-10 0,1-4 0,-8-12 0,0-10 0,-2-13 0,-4-10 0,4-5 0,-11-21 0,7-5 0,2-6 0,3-6 0,1-1 0,7-11 0,3 9 0,7-1 0,0 3 0,0 8 0,1 3 0,6 10 0,-3 9 0,6 9 0,0 4 0,0 8 0,0 15 0,3 16 0,-1 5 0,0 10 0,5-12 0,0 4 0,1-5 0,-1-7 0,3-5 0,3-6 0,6-5 0,-2-5 0,1-7 0,-6-1 0,1-5 0,-11-4 0,-5-13 0,-6 0 0,-3-7 0,-4 1 0,-3-3 0,-10-1 0,-4 5 0,-3-5 0,-10 6 0,-4-7 0,-4 7 0,-6 4 0,5 4 0,-3 4 0,8 3 0,-5 5 0,3 11 0,0 5 0,0 8 0,2 20 0,6-9 0,2 14 0,3 0 0,-3-5 0,13 5 0,-4-8 0,4 0 0,2 1 0,8-8 0,3-4 0,5-6 0,1-6 0,8-3 0,1-10 0,1-4 0,4-5 0,-8-10 0,0-4 0,2-2 0,-6-2 0,0-5 0,-8 0 0,-1 1 0,1 5 0,-3-3 0,-8 8 0,0 2 0,0 2 0,0 8 0,0-1 0,0 10 0,0 4 0,0 11 0,0 8 0,8 10 0,1-4 0,8 7 0,1 1 0,6-9 0,-3-1 0,10-8 0,5 0 0,-1-7 0,9-2 0,-6-10 0,2-4 0,-7-4 0,-3-14 0,-9-5 0,-5-3 0,-1-3 0,-9 1 0,-1-1 0,-5 1 0,0 0 0,0 1 0,0 4 0,0 7 0,-7 2 0,5 11 0,-6 1 0,8 12 0,0 6 0,0 7 0,8 19 0,1-5 0,9 13 0,-1-2 0,0 5 0,2-1 0,2 2 0,2-2 0,-8 4 0,-1-14 0,-8 4 0,-3-4 0,-8-1 0,-7-3 0,-13-1 0,-9-3 0,-1-7 0,-14 2 0,3-9 0,-4-3 0,-9-15 0,-2 2 0</inkml:trace>
  <inkml:trace contextRef="#ctx0" brushRef="#br0" timeOffset="171">18396 15078 8912,'-9'-32'0,"1"3"0,0 8 0,-1 10 0,-3 11 0,1 9 0,5 24 0,-4 13 0,1 15 0,-1 11 0,6 12 0,-3 6 0,-1-6 0,6 2 0,-3-7 0,3 1 0,2-4 0,0-5 0,0-14 0,0-22 0,0-12 0,0-4 0,0-10 0,0-9 0,0-11 0,0-6 0,0-6 0,0-6 0,0-4 0,0-9 0,0 4 0,0-6 0,0 2 0,0 2 0,0 8 0,2 3 0,3 6 0,-3 4 0,8 4 0,-5 3 0,-1 5 0,8 9 0,1 3 0,2 7 0,3 3 0,5 2 0,0 0 0,5-1 0,-5-5 0,8 2 0,-3-7 0,5-2 0,1-4 0,1-4 0,-3-3 0,-3-3 0,-4-1 0,-8-5 0,0 5 0,-5-3 0,-1 9 0,-7-1 0,4-2 0,-8 8 0,0 2 0,0 14 0,0 3 0,0 9 0,0 3 0,0 1 0,0-5 0,5 6 0,1-5 0,8 3 0,-3-3 0,4 3 0,4-8 0,4-2 0,-4-2 0,6-9 0,-7-5 0,-1-3 0,2-9 0,2-7 0,2-7 0,-2-7 0,-2-13 0,-2-3 0</inkml:trace>
  <inkml:trace contextRef="#ctx0" brushRef="#br0" timeOffset="172">18947 15199 8912,'-33'0'0,"5"0"0,-3 0 0,8 0 0,0 5 0,6 1 0,0 0 0,1-4 0,5 4 0,3-5 0,8 7 0,8-10 0,3-4 0,5 3 0,1-7 0,0 2 0,0 5 0,0 1 0,1-6 0,1 6 0,4-4 0,-4 12 0,4 6 0,4 3 0,-1 2 0,1 0 0,6 8 0,-7 2 0,9 7 0</inkml:trace>
  <inkml:trace contextRef="#ctx0" brushRef="#br0" timeOffset="173">19308 15457 8912,'10'-12'0,"-5"1"0,-10 5 0,-7-4 0,-3 3 0,-10 1 0,4 6 0,-8 0 0,-1 0 0,5 0 0,-6 2 0,8 4 0,2 5 0,2 4 0,4 8 0,3 0 0,-1 0 0,7-4 0,2 4 0,8-4 0,2 4 0,13-9 0,-2-5 0,4-1 0,4-4 0,2-2 0,0 3 0,-2 1 0,0-2 0,-6 5 0,6-3 0,-8 9 0,0 5 0,0 8 0,0 7 0,1 10 0,-9 1 0,-3 4 0,-4 3 0,3 3 0,1-5 0,0 1 0,-8-2 0,-2-5 0,-2-4 0,-7-13 0,4-3 0,-9-8 0,1 0 0,-2-9 0,-2-8 0,-2-9 0,0-7 0,8-10 0,1-9 0,3-9 0,7-5 0,-9-11 0,7-3 0,2-4 0,-5-1 0,-1-1 0</inkml:trace>
  <inkml:trace contextRef="#ctx0" brushRef="#br0" timeOffset="174">19549 14975 8912,'-17'0'0,"5"0"0,3 4 0,1 8 0,2 7 0,6 17 0,2 4 0,4 6 0,9 11 0,8 6 0,8 4 0,-10 0 0,8-4 0,-6-4 0,5-9 0,1-2 0,-2-6 0,-4-6 0,-4-5 0,-10-24 0,-3-7 0,-4-7 0,-10-18 0,-3-4 0,-4-3 0,-1-9 0,5 1 0,-3 0 0,9 6 0,-7-1 0,6 1 0,1 7 0,5 2 0,0 8 0,9 2 0,7 4 0,5 5 0,3 17 0,-1 6 0,4 18 0,8-1 0,-1 4 0,0 4 0,1-5 0,-1 3 0,3-6 0,3-3 0,6-3 0,-4-14 0,-2-3 0,4-7 0,0-4 0</inkml:trace>
  <inkml:trace contextRef="#ctx0" brushRef="#br0" timeOffset="175">20668 15182 8912,'0'17'0,"0"0"0,0 0 0,0 0 0,0 6 0,0 2 0,0 2 0,0 1 0,0 7 0,2-6 0,3-1 0,7-1 0,9 0 0,4-8 0,1-6 0,3-9 0,11 4 0,0-8 0,1-14 0,-7-3 0,0-12 0,1-1 0,-1-8 0,-7-1 0,-4-6 0,-12-1 0,3 2 0,-8 4 0,-1 0 0,-3 3 0,4 5 0,-4 9 0,4 0 0,3 10 0,3 1 0,-3 8 0,5-1 0,3 5 0,4 5 0,4 3 0,-2 3 0,3 12 0,9-4 0</inkml:trace>
  <inkml:trace contextRef="#ctx0" brushRef="#br0" timeOffset="176">21494 15130 8912,'-18'0'0,"1"0"0,-6 8 0,0 3 0,0 6 0,6 6 0,0 2 0,0 6 0,0-3 0,7 1 0,2 5 0,8 1 0,0-1 0,0-7 0,0-4 0,8-10 0,3-1 0,5-9 0,1 5 0,0-8 0,0-8 0,1-3 0,-1-4 0,0-10 0,0-4 0,0-3 0,-1-3 0,-3 3 0,-1 3 0,-1-3 0,1 13 0,-1-4 0,-7 4 0,2 1 0,-3 9 0,3 3 0,-4 4 0,6 16 0,-8 5 0,0 5 0,7 5 0,-3 6 0,8-3 0,1-3 0,2 1 0,3-7 0,-1 6 0,0-6 0,6-2 0,0-10 0,-2-5 0,0-4 0,0-2 0,2 0 0,0-8 0,-6-1 0,0-9 0,-5-4 0,-3-3 0,-1 0 0,-2-2 0,1 0 0,-5 6 0,4-2 0,-2 4 0,0 2 0,1 0 0,1 7 0,-4 3 0,4 7 0,-2 0 0,7 0 0,-5 5 0,5 1 0,-5 6 0,5-7 0,-7 9 0,12-10 0,-5 7 0,-1-7 0,1 2 0,-5-4 0,5-2 0,1 0 0,3 1 0,-4 5 0,5-4 0,-12 11 0,7-5 0,1 2 0,-1 3 0,1 2 0,-9 2 0,13 1 0,-7 1 0,1 4 0,3-4 0,-7 4 0,0-4 0,1-2 0,-5-7 0,-9-10 0,-13-10 0</inkml:trace>
  <inkml:trace contextRef="#ctx0" brushRef="#br0" timeOffset="177">22044 14975 8912,'-11'-17'0,"-1"0"0,3 5 0,-3 1 0,5-1 0,14 3 0,5 3 0,11 12 0,4 3 0,7 9 0,0-1 0,3-6 0,3 1 0,4-1 0,7 6 0</inkml:trace>
  <inkml:trace contextRef="#ctx0" brushRef="#br0" timeOffset="178">22733 15164 8912,'-23'0'0,"0"0"0,-8 0 0,10 6 0,-8 0 0,7 7 0,-5-1 0,2 3 0,4 2 0,2 0 0,2 1 0,7 4 0,4 1 0,4 6 0,2-6 0,2 0 0,4-6 0,-2-5 0,7-1 0,1-7 0,5 3 0,0-7 0,0 0 0,1 0 0,-1-1 0,0-5 0,0-4 0,0-7 0,1 0 0,-1 0 0,0-1 0,0 1 0,0 0 0,1 6 0,-1-1 0,0 3 0,0-5 0,0 3 0,-5 5 0,-1-4 0,1 1 0,-3-1 0,7 7 0,-7-5 0,3 16 0,-1 3 0,-7 4 0,2 3 0,-4-1 0,-2 0 0,7 0 0,-5 0 0,6 0 0,-8 1 0,0-1 0,0 0 0,8-7 0,-6-3 0,5 1 0,-5-6 0,2 2 0,2-8 0,-1 2 0,1-13 0,0 3 0,0-3 0,1-2 0,-3-1 0,8 1 0,-7 0 0,7 0 0,-7 5 0,7 1 0,-1 7 0,1-3 0,-1 7 0,3 1 0,1 5 0,2 4 0,0 13 0,1 0 0,-7 5 0,1-3 0,1 0 0,2 0 0,2-4 0,8-2 0,-6-2 0,6-7 0,-7-3 0</inkml:trace>
  <inkml:trace contextRef="#ctx0" brushRef="#br0" timeOffset="179">23662 15010 8912,'-12'0'0,"1"0"0,-2 0 0,-3 0 0,-1 0 0,0 3 0,0 7 0,-1 7 0,1 12 0,0-1 0,2 7 0,3 3 0,7 2 0,3 8 0,9-4 0,5 7 0,5-7 0,6-5 0,6-9 0,3-7 0,3-6 0,-1-5 0,0-7 0,8-3 0,-5-11 0,3-8 0,-4-10 0,-1-7 0,-1-7 0,-7 5 0,-4-12 0,-10 8 0,-3 2 0,-5 4 0,-6 5 0,-7-3 0,-17 20 0,-4 1 0,-3 1 0,-3 4 0,1 14 0,0 13 0,-1 10 0,3 1 0,3 14 0,6 4 0,4 5 0,11-2 0,8 5 0,12-5 0,16-1 0,11-4 0,18-8 0,14-10-757,15-18 757,0-5 0,-36-6 0,1-2 0,45-4 0,-45 2 0,1 0 0,0 0 0,-1 0 0</inkml:trace>
  <inkml:trace contextRef="#ctx0" brushRef="#br0" timeOffset="180">25314 14958 8912,'-12'-17'0,"1"2"0,-2 3 0,-3 8 0,1 10 0,2 11 0,1 10 0,6 11 0,-3 6 0,1 6 0,2-2 0,6 9 0,2-4 0,4-1 0,4-2 0,7-5 0,2-6 0,2-9 0,2-7 0,6-6 0,-4-5 0,-1-8 0,1-8 0,4-8 0,-6-11 0,2-3 0,-2-9 0,-10 1 0,2-1 0,-5 1 0,1 2 0,-5 3 0,-2 6 0,6 4 0,-9 2 0,7 7 0,-8 6 0,0 16 0,0 9 0,2 19 0,4 6 0,-4-4 0,13 8 0,-2-7 0,8 1 0,0-4 0,8-11 0,0-6 0,5-11 0,1-9 0,-1-14 0,0-12 0,1-8 0,-16-11 0,2-2 0,-15-7 0,-1-1 0,-5 1 0,-9 1 0,-8 4 0,-8 4 0,-10 10 0,1 3 0,5 4 0,1 8 0,-1 7 0,8 5 0,4 10 0,11 5 0,0 9 0,4 4 0,6-4 0,8 4 0,-1 4 0,14 0 0</inkml:trace>
  <inkml:trace contextRef="#ctx0" brushRef="#br0" timeOffset="181">26174 15285 8912,'0'-10'0,"0"3"0,0 7 0,0 15 0,8-4 0,2 14 0,-1 0 0,6-4 0,-3 8 0,-3-3 0,3 3 0,-6 2 0,3-9 0,1-2 0,-1-7 0,-5 2 0,4-13 0,-8 6 0,0-10 0,0-6 0,0-9 0,0-2 0,0-10 0,0-1 0,0-8 0,0-3 0,15-6 0,-1 10 0,14-3 0,3 4 0,-6 2 0,15-8 0,-4-2 0</inkml:trace>
  <inkml:trace contextRef="#ctx0" brushRef="#br0" timeOffset="182">26828 14872 8912,'0'-17'0,"0"0"0,0-1 0,0 9 0,0 1 0,0 12 0,0 8 0,0 11 0,0 9 0,0 10 0,0 10 0,0-1 0,-5 10 0,-1-3 0,2 5 0,2-4 0,2 6 0,0-8 0,0-1 0,0-11 0,0-3 0,0-7 0</inkml:trace>
  <inkml:trace contextRef="#ctx0" brushRef="#br0" timeOffset="183">26656 15216 8912,'-17'0'0,"0"0"0,5-2 0,1-4 0,-1 4 0,3-7 0,3 3 0,4 4 0,12-7 0,9 5 0,13-2 0,18 0 0,19 4 0,11-3 0,8 1-411,-2-8 1,-37 7 0,0-1 0,39-11-1</inkml:trace>
  <inkml:trace contextRef="#ctx0" brushRef="#br0" timeOffset="184">27672 14992 8912,'-35'0'0,"6"-7"0,3-3 0,1 1 0,-4-5 0,6 9 0,-7-1 0,10 6 0,-2 0 0,2 0 0,3 7 0,2 3 0,2 9 0,1 4 0,8-4 0,-3 14 0,7-3 0,0 8 0,1-1 0,5 3 0,4-4 0,9-1 0,6-1 0,9 0 0,1-7 0,9 6 0,-4-5 0,-4-1 0,2 0 0,-7-3 0,-6-1 0,-10-5 0,-3-1 0,-5 0 0,-7 0 0,-9-2 0,-9-1 0,-8-3 0,-13-5 0,-3 4 0,0-3 0,0-3 0,2-2 0,6-2 0,1 0 0,4 0 0,6-2 0,12-4 0,3-11 0,16-10 0,2-7 0</inkml:trace>
  <inkml:trace contextRef="#ctx0" brushRef="#br0" timeOffset="185">28016 15233 8912,'-33'12'0,"3"-1"0,1 2 0,6 5 0,-6 5 0,1 3 0,1 9 0,4-1 0,11 0 0,7-1 0,3-4 0,9 3 0,3-15 0,9 2 0,4-7 0,4-5 0,0-3 0,3-2 0,-7-2 0,0-7 0,-6-3 0,1-9 0,-1-4 0,-8 4 0,5-8 0,-9 6 0,-1-2 0,-2-7 0,-2 9 0,0-6 0,0 2 0,-8 2 0,7 12 0,-7-1 0,0-1 0,6-2 0,-5-3 0</inkml:trace>
  <inkml:trace contextRef="#ctx0" brushRef="#br0" timeOffset="186">28343 15285 8912,'-27'0'0,"2"-6"0,8 0 0,5 1 0,1 5 0,7 1 0,-2 5 0,4 4 0,2 7 0,0 8 0,0 3 0,2 5 0,2 1 0,2 1 0,7-1 0,-5-2 0,5-1 0,-1-2 0,-6-8 0,3 2 0,-1-4 0,-3-2 0,-3-7 0,4-5 0,-4-10 0,6-7 0,-8-11 0,2-4 0,3-7 0,-1-8 0,8-4 0,1-4 0,-5-9 0,7 6 0,-4-6 0,7 3 0,3 3 0,2 3 0,0 10 0,-6 0 0,0 11 0,0 6 0,0 12 0,1 3 0,-9 18 0,-3 5 0,-4 6 0,-2 9 0,6-5 0,-1 6 0,-1-2 0,0-7 0,2 7 0,-3-10 0,9 0 0,1-5 0,-3-9 0,1 5 0,3-2 0,1-3 0,2-5 0,0 0 0,1-7 0,-3 3 0,-4-8 0,3 1 0,-8-6 0,5 0 0,-5-1 0,0 7 0,-5 1 0,5 3 0,-4 1 0,6 6 0,-1 0 0,-3 8 0,8 3 0,-1 10 0,6 4 0,1 2 0,1-4 0,4 5 0,3-7 0,11 8 0,3-10 0,6-6 0,3-3 0,-3-8 0,0-12 0,2-7 0,-6-12 0,-2 3 0,-13-9 0,-10 1 0,0 0 0,-15-1 0,4 1 0,-6 1 0,-6 5 0,-5 5 0,-10 9 0,-2 3 0,-6 9 0,4 2 0,1 10 0,-1 5 0,-6 10 0,18 1 0,-4 9 0,11-3 0,0-3 0,18 3 0,5-3 0,21-4 0,8-2 0,15-12 0,19-5 0,10-4-1419,-36-1 1,1-2 1418,-2-2 0,-1-2 0,4 1 0,-1-3 0,-3-4 0,0-1 0,-1-2 0,1 1 0</inkml:trace>
  <inkml:trace contextRef="#ctx0" brushRef="#br0" timeOffset="187">23232 16626 8912,'5'-17'0,"1"-1"0,-2-1 0,-2-2 0,-2-2 0,0 2 0,0 2 0,-8 4 0,-3 2 0,-5 1 0,-1 8 0,2 2 0,4 12 0,-3 9 0,6 19 0,-1 8 0,5 8 0,-2 16 0,4 5 0,2 5 0,0 2 0,0-2 0,8 4 0,4-3 0,9-7 0,3-7 0,3-13 0,2-12 0,5-14 0,6-5 0,1-11 0,-3-7 0,-2-10 0,-1-7 0,-1-11 0,0-5 0,-7-5 0,-4-3 0,-9-2 0,-3-3 0,-7 1 0,2 6 0,-4 0 0,-2-1 0,-8 8 0,4 3 0,-7 6 0,-3 1 0,7 8 0,-9 1 0,5 12 0,-5 7 0,-1 8 0,2 18 0,2 1 0,1 2 0,8 8 0,-3-10 0,9 6 0,1-2 0,3-4 0,13-7 0,-2-3 0,10-12 0,-4 1 0,8-11 0,-3-3 0,5-6 0,-6-7 0,5-15 0,-3-3 0,3-5 0,-5-1 0,-2 1 0,-2 3 0,0 1 0,0 0 0,-14-3 0,-3 3 0,-4 6 0,-2 12 0,0-4 0,-2 15 0,-2 0 0,-1 9 0,-1 14 0,6-2 0,0 8 0,0 1 0,0 3 0,0 1 0,0 0 0,0 1 0,0-8 0,0 3 0,0-7 0,0-2 0,0 6 0,-2-8 0,-4 4 0,-5-4 0,-5-8 0,-1-1 0,0-2 0,0-5 0,0-1 0,5-2 0,1 0 0,7-9 0,-2-8 0,4-10 0,2-6 0,8-9 0,9-9 0,10-10 0</inkml:trace>
  <inkml:trace contextRef="#ctx0" brushRef="#br0" timeOffset="188">24213 16609 8912,'0'24'0,"0"5"0,0 4 0,0 10 0,0 9 0,7 7 0,-5 4 0,4 0 0,3 0 0,3 6 0,3-13 0,1-7 0,-3-5 0,-2-6 0,1-5 0,5-10 0,0-12 0,-7-7 0,5-12 0,-5-1 0</inkml:trace>
  <inkml:trace contextRef="#ctx0" brushRef="#br0" timeOffset="189">24247 16849 8912,'0'10'0,"0"5"0,8-13 0,1 6 0,10-8 0,4 0 0,4 0 0,13 0 0,2 0 0,2 0 0,10 0 0,-3 0 0,-1 0 0,-14 0 0,-16 0 0,-13-8 0,-7-2 0</inkml:trace>
  <inkml:trace contextRef="#ctx0" brushRef="#br0" timeOffset="190">22767 17245 8912,'-27'0'0,"4"-2"0,12-4 0,7-5 0,16-12 0,14-4 0,22-13 0,15 0 0,8-6-177,15 6 1,-36 17 0,1 0 0,3 2 0,1 2 176,3-1 0,1 2 0,1 3 0,0 1 0,-6-2 0,-1 1 0,-1 3 0,0 1 0,-2 1 0,1-1 0,3-2 0,1 0 0,1-1 0,1 1 0</inkml:trace>
  <inkml:trace contextRef="#ctx0" brushRef="#br0" timeOffset="191">25262 16643 8912,'-7'15'0,"-5"-3"0,-3 5 0,-2 0 0,-8 8 0,4 13 0,-6 8 0,2 11 0,10 8 0,2 6 0,7 3 0,2 7 0,2 10 0,10-10 0,3-1 0,6-8 0,6-3 0,-2 0 0,8 0 0,-8-16 0,2-9 0,-4-11 0,-9-9 0,-3-6 0,-14-9 0,-3-1 0</inkml:trace>
  <inkml:trace contextRef="#ctx0" brushRef="#br0" timeOffset="192">25056 16832 8912,'9'-34'0,"7"7"0,-5 4 0,4 0 0,3 6 0,1-4 0,4 11 0,5 1 0,-3 1 0,6 8 0,-8 2 0,-2 4 0,-2 3 0,-4 9 0,-1 1 0,-3 4 0,-7-4 0,4 13 0,-8-3 0,0 3 0,0 3 0,0-1 0,0 0 0,0 1 0,0-1 0,0 1 0,0-1 0,0 0 0,1-1 0,5-3 0,8-3 0,7-2 0,-2-2 0,13-14 0,3-1 0,9-8 0</inkml:trace>
  <inkml:trace contextRef="#ctx0" brushRef="#br0" timeOffset="193">25744 17073 8912,'0'-10'0,"-2"3"0,-3 7 0,3 0 0,-12 2 0,7 3 0,-3 7 0,6 3 0,-3-4 0,7 1 0,0-1 0,0 7 0,1-7 0,5-1 0,6-3 0,3-1 0,2-6 0,0 0 0,1 0 0,-1-2 0,0-4 0,8-3 0,-8-8 0,0-1 0,-1-5 0,-11 1 0,1-3 0,-6 2 0,0 4 0,0-4 0,-2 6 0,-2 3 0,-3 5 0,-3 1 0,-1-5 0,1 11 0,2-6 0,8 8 0,8 0 0,5 0 0,7 0 0,3 0 0,7 0 0,-1 0 0,1-2 0,1-2 0,-4-1 0,-2 1 0,5 2 0,-11 4 0,4 4 0,-6 3 0,-5 8 0,1 2 0,-7 4 0,0-2 0,-6 6 0,0 0 0,0 0 0,0-6 0,0 1 0,0 3 0,0-2 0,0-6 0,0-5 0,-2-8 0,-4 1 0,-5-3 0,-5-2 0,-1 0 0</inkml:trace>
  <inkml:trace contextRef="#ctx0" brushRef="#br0" timeOffset="194">25933 16729 8912,'-7'-17'0,"-3"0"0,-5-1 0,3 1 0,7 0 0,3 7 0,2 1 0,0 3 0,13 4 0,4-4 0,20 5 0,-7 1 0,16 0 0,0 0 0,6 0 0,-1 7 0,1 3 0</inkml:trace>
  <inkml:trace contextRef="#ctx0" brushRef="#br0" timeOffset="195">26536 16987 8912,'-8'9'0,"-3"-3"0,-5-4 0,7 6 0,-7-5 0,5 9 0,-4-1 0,-2 7 0,-1-1 0,9 0 0,3 0 0,4 0 0,2-7 0,0-1 0,0-3 0,0-4 0,8 4 0,3-12 0,3-5 0,-3-12 0,4-2 0,-3-4 0,3-3 0,-3 5 0,-1-7 0,-5 1 0,3 3 0,1 3 0,0 2 0,-5 2 0,7 6 0,-7 5 0,7 1 0,-6 7 0,5-2 0,-7 14 0,2 9 0,3 2 0,3 10 0,3 2 0,2-1 0,0-1 0,1-4 0,5-8 0,1 0 0,3 0 0,2-7 0,5-3 0,1-9 0,-1-5 0,1-10 0,-1-8 0,-2-11 0,-3-5 0,4-3 0,-14-13 0,4-2 0,-4-2 0,-10-2 0,-1-4 0,-8 4 0,0 6 0,0 5 0,0 6 0,0 6 0,0 19 0,-8 6 0,5 24 0,-9 8 0,8 16 0,-1 13 0,-3 3 0,2 3 0,-5 5 0,5 1 0,2-3 0,2-1 0,2-9 0,0 1 0,0 2 0,8-8 0,3-4 0,5-9 0,1-8 0,8-5 0,1-14 0,9-2 0,-1-4 0,1-11 0,1-10 0,4-7 0,6-1 0,-4 1 0,0-6 0,-9 2 0,-5 5 0,3 1 0,-10 9 0,-6 2 0,3 9 0,-17 5 0,7 16 0,-8 8 0,0 8 0,0 11 0,0 5 0,0 3 0,0 7 0,0 1 0,0-1 0,0 1 0,0-1 0,-2-5 0,-4 0 0,5-8 0,-15-1 0,5-11 0,-4-1 0,-5-6 0,-3-5 0,4-7 0,-13-7 0,5-7 0,-7-3 0</inkml:trace>
  <inkml:trace contextRef="#ctx0" brushRef="#br0" timeOffset="196">27207 16523 8912,'-8'9'0,"6"1"0,-3-5 0,3-3 0,2 6 0,9-8 0,8 0 0,10 0 0,6-8 0,1-1 0,1-8 0</inkml:trace>
  <inkml:trace contextRef="#ctx0" brushRef="#br0" timeOffset="197">24935 17331 8912,'-11'5'0,"-1"1"0,1 0 0,-1 0 0,1-1 0,7 1 0,-2-6 0,12 0 0,6-2 0,11-2 0,5-3 0,5-3 0,9-1 0,4-7 0,11 1 0,8 0 0,8 0 0,5 0 0,8-8 0,0-2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1:46:05.57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24006 9362 8912,'-4'-4'0,"0"3"0,4-3 0,-3 0 0,0-1 0,-1 0 0,1-1 0,1 1 0,-2-1 0,0 0 0,1 4 0,2-5 0,-2 4 0,2 1 0,-3 2 0,4-4 0,0 3 0,0-7 0,0 2 0,0 3 0,0-5 0,0 2 0,0-1 0,0-2 0,0 0 0,0 4 0,0-1 0,0 3 0,0-3 0,0 3 0,1-1 0,2 0 0,-2 0 0,2 1 0,-2 2 0,-1-2 0,0 7 0,0 5 0,0 3 0,0 9 0,0 2 0,-1 6 0,-2 2 0,1 4 0,-4 2 0,0 2-99,-6 4 1,3 0-1,-3 0 99,3 0 0,-3-1 0,1-3 0,0-4 0,2-6 0,0-2 0,0-5 0,2-2 0,1-2 0,-2-4 0,7-2 0,-4-3 0,1-1 0,-3 1 0,6-1 0,-3 0 0,2-1 0,-1-2 0,0-3 296,3 2-296,0-4 0,0-8 0,0 7 0,0-11 0,0 7 0,0-3 0,-4-1 0,3-3 0,-3-2 0</inkml:trace>
  <inkml:trace contextRef="#ctx0" brushRef="#br0" timeOffset="1">24024 9250 8912,'-6'-1'0,"1"-2"0,1-3 0,2-1 0,1 1 0,1 0 0,0 4 0,0-1 0,-1 3 0,-1 0 0,0 0 0,-4 0 0,0 1 0,-2 1 0,-1 4 0,-4 2 0,4 0 0,-3 1 0,-1 0 0,4-1 0,-3 1 0,2 3 0,2-2 0,-1 1 0,1-1 0,-1-2 0,0 1 0,5 0 0,1-1 0,2-3 0,1-1 0,0-4 0,4-4 0,0-1 0</inkml:trace>
  <inkml:trace contextRef="#ctx0" brushRef="#br0" timeOffset="2">24032 9216 8912,'-8'0'0,"-1"0"0,3 0 0,0 0 0,5 0 0,-3 0 0,5 2 0,2 2 0,2 1 0,3-3 0,4 6 0,2-4 0,-1 1 0,3 3 0,-1-2 0,0 1 0,-1 2 0,3-1 0,-8 1 0,4 0 0</inkml:trace>
  <inkml:trace contextRef="#ctx0" brushRef="#br0" timeOffset="3">14541 6275 8912,'0'-17'0,"2"0"0,4 0 0,-4 0 0,4 0 0,-4-1 0,-2 7 0,0-1 0,0-1 0,0-2 0,0-2 0,0 7 0,0 2 0,0 10 0,0 6 0,0 9 0,0 10 0,0 13 0,0 6 0,0 3 0,-2 3 0,-4 0 0,4-1 0,-4 1 0,-1-1 0,1 1 0,2 0 0,-6-9 0,9-6 0,-5-10 0,4-3 0,2-3 0,0-9 0,0-5 0,0-29 0,0 1 0,0-21 0,0-1 0,0-2 0,0-5 0,0-2 0,6-5 0,1 0 0,3 1 0,-6 3 0,5 7 0,-3 0 0,2 8 0,3-2 0,2 11 0,-5 8 0,2 8 0,1 5 0,6 10 0,1 4 0,-1 11 0,0 12 0,6 5 0,0 6 0,-6-2 0,-5 8 0,-3-8 0,5 3 0,-3-5 0,-7 6 0,9-8 0,-7 3 0,0-9 0,1-3 0,-5-2 0,4-6 0,2 0 0,-3 1 0,1-9 0,-6-1 0,8-24 0,1-3 0</inkml:trace>
  <inkml:trace contextRef="#ctx0" brushRef="#br0" timeOffset="4">15092 6207 8912,'-8'19'0,"-3"4"0,3 3 0,-5 5 0,5 2 0,-1 3 0,5 2 0,-2-4 0,4 1 0,10-3 0,3-3 0,10-2 0,2-4 0,6-10 0,-6 4 0,2-11 0,-4 0 0,2-4 0,-2-10 0,-8-5 0,-3-7 0,-3-2 0,-1-1 0,-6-2 0,0-4 0,-2 2 0,-4-1 0,-9 5 0,-10-4 0,-1 2 0,4-5 0,-8 11 0,7-2 0,2 7 0,2-1 0,9 5 0,5-7 0,5 8 0,5 3 0,12 4 0,10 2 0</inkml:trace>
  <inkml:trace contextRef="#ctx0" brushRef="#br0" timeOffset="5">14008 10729 8912,'-17'5'0,"-1"1"0,1-2 0,2 0 0,3 1 0,-3-1 0,6 8 0,-1 1 0,2 4 0,8 6 0,2 6 0,2 5 0,2 6 0,7 4 0,-1 8 0,3-3 0,2-3 0,-7 4 0,3-8 0,-5 2 0,-1-8 0,1-5 0,-2-10 0,-6 2 0,0-10 0,0-1 0,0-10 0,0-2 0,-2-10 0,-4-5 0,4-18 0,-11 1 0,7-18 0,0-5 0,1-3 0,-1-1 0,0 2 0,6 7 0,0 4 0,0 6 0,2 4 0,4 1 0,-2 11 0,7 6 0,1 9 0,5 9 0,8 0 0,-4 9 0,7 9 0,-5 8 0,6 15 0,-2 2 0,2 9 0,3-2 0,-5-3 0,0-1 0,3-7 0,-5 1 0,0-4 0,0-2 0,-2 1 0,-8-3 0,-4-3 0,5-4 0,-7-8 0,1-15 0,-3-4 0</inkml:trace>
  <inkml:trace contextRef="#ctx0" brushRef="#br0" timeOffset="6">14593 10935 8912,'-8'19'0,"-1"2"0,-1 2 0,-5 7 0,3-1 0,5 11 0,1 6 0,4 2 0,2-2 0,0 1 0,2-6 0,4-3 0,5-2 0,5-9 0,3-6 0,4-8 0,-4-5 0,4-8 0,-2-2 0,2-4 0,-4-3 0,6-16 0,-10-4 0,-4-3 0,5-10 0,-12 3 0,5-6 0,-1-3 0,-3 6 0,-12-8 0,-5 4 0,-5-1 0,-6 1 0,2 4 0,-8 7 0,-1 1 0,-3 7 0,-3 10 0,0 11 0,-1 8 0,5 10 0,3 9 0,2 19 0,10 6 0,0 3 0,7 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1:46:05.57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13027 6172 8912,'-17'-2'0,"0"-3"0,5 3 0,1-4 0,5-2 0,-6 3 0,9-1 0,4 8 0,15 4 0,7 5 0,3 4 0,3 3 0,8-1 0,1 2 0,4 2 0,2 2 0,2-2 0,5-10 0,3 3 0,3-9 0,6-1 0,10-4 0,2-6 0,-1-3-107,-5-8 0,-6-6 107,0 0 0,-9-6 0,-3 6 0,-9 0 0,-13 8 0,-6 4 0,-12-5 0,-3 14 0,-16 2 0,-3 10 0,-12 7 0,4 0 0,-8 1 71,4-1 0,2 0 1,-8-2-72,-1-3 0,-3-3 0,-1-5 0,0 2 0,-1-2 0,-1-3 0,-4-1 0,1-5 0,-6-1 0,1-7 0,-2 1 0,-2-3 0,8-2 0,0 0 0,13 1 0,4 5 0,4 3 0,2 1 0,9 5 0,8-4 0,9 12 0,14 5 0,4 4 0,13 3 0,2-1 0,2 0 0,4 0 0,9 0 0,-3-7 0,5-3 0,-7-7 0,-2 0 0,-4 0 0,1 0 0,-7-1 0,-1-5 0,-11-2 0,-5-5 0,-4 1 0,-9 9 0,-2-13 0,-10 14 0,-4-3 0,-5 3 0,-5 2 0,-1 0 0,-2 0 0,-4 0 0,4 0 0,-21-8 0,3-1 0</inkml:trace>
  <inkml:trace contextRef="#ctx0" brushRef="#br0" timeOffset="1">13595 5657 8912,'-17'0'0,"-1"0"0,1 0 0,8 1 0,3 5 0,4 4 0,4 13 0,4 1 0,5 3 0,3-4 0,-3 6 0,4-1 0,-3 7 0,1-6 0,-1-1 0,1-5 0,-7 6 0,7-8 0,-19-4 0,4-9 0</inkml:trace>
  <inkml:trace contextRef="#ctx0" brushRef="#br0" timeOffset="2">13560 5536 8912,'-11'-2'0,"-1"-3"0,9 3 0,-3-6 0,12 8 0,5 0 0,12-8 0,10 5 0,7-9 0,0 1 0,-6-7 0</inkml:trace>
  <inkml:trace contextRef="#ctx0" brushRef="#br0" timeOffset="3">14266 5381 8912,'-13'-15'0,"-5"2"0,-3 1 0,-3-1 0,4-2 0,-4-1 0,6 5 0,1 5 0,0 4 0,0 2 0,1 8 0,5 3 0,-4 12 0,13 12 0,-4 9 0,4 3 0,2 1 0,0 0 0,0 5 0,0-7 0,8-4 0,1 6 0,8-8 0,1-2 0,-1-1 0,0-11 0,0-3 0,1-4 0,-1-1 0,0-1 0,-7-10 0,-5-7 0,-10-7 0,-5-10 0</inkml:trace>
  <inkml:trace contextRef="#ctx0" brushRef="#br0" timeOffset="4">13991 5691 8912,'0'9'0,"2"-1"0,3-8 0,22-9 0,23-11 0,24-14 0,-24 10 0,2-2 0,6-2 0,2-3 0,12-13 0,2-4 0,-1 0 0,1-1 0</inkml:trace>
  <inkml:trace contextRef="#ctx0" brushRef="#br0" timeOffset="5">19050 7857 8912,'0'-11'0,"0"-1"0,0-1 0,2 5 0,2 1 0,3 1 0,3 0 0,-4-1 0,5 3 0,3-2 0,1 0 0,2 6 0,0 0 0,-7 0 0,5 0 0,-3 0 0,-5 0 0,1 0 0,-16 8 0,-1 1 0</inkml:trace>
  <inkml:trace contextRef="#ctx0" brushRef="#br0" timeOffset="6">19016 7840 8912,'-10'-8'0,"-5"-1"0,11-3 0,-8 1 0,9 5 0,-3-5 0,2 7 0,-2-2 0,4 4 0,-5 2 0,9 0 0,3 0 0,-3 0 0,14 8 0,-5 3 0,4 5 0,8 1 0,0 0 0,8 0 0,-2 0 0,3 3 0,4 1 0,5 3 0,4 3 0,5-6 0,15 12 0,4-5 0,13 5-105,4 1 0,4 1 0,-43-19 0,0 0 105,39 13 0,-4 3 0,4-7 0,2 4 0,4-6 0,-4-4 0,4-4 0,-4-2 0,-2-1 0,0-8 0,3 3 0,-1-7 0,-3 0 0,-5 6 0,0 0 0,-3 7 0,-10-9 0,-4 7 0,-6-5 0,-11 6 0,-6 1 0,-11 2 0,1-3 0,-9-1 0,-3 1 0,-5-3 0,-9 6 0,3-11 0,-7 8 0,0-8 420,0 3-420,0-7 0,0 0 0,0-7 0,-7-3 0,-3-7 0</inkml:trace>
  <inkml:trace contextRef="#ctx0" brushRef="#br0" timeOffset="7">21683 8081 8912,'-33'-8'0,"5"-3"0,3 3 0,15 0 0,3 8 0,7 0 0,9 2 0,8 6 0,10 9 0,8 10 0,5 5 0,-4 5 0,4 1 0,-3 2 0,-3 8 0,0-4 0,1 7 0,-8 1 0,-4-1 0,-6 1 0,-6 0 0,-7-1 0,-15 1 0,-12-1 0,-16-5 0,-8-2 0,-7-2 0,-3-4 0,-8-1 0,-4-11 0,-10-1 0</inkml:trace>
  <inkml:trace contextRef="#ctx0" brushRef="#br0" timeOffset="8">22681 8476 8912,'-6'-17'0,"-1"2"0,-1 1 0,-2 5 0,1 1 0,3 1 0,-5 3 0,-1 0 0,1 6 0,-1 7 0,1 14 0,-6 4 0,-1 7 0,3 10 0,4 6 0,3 7 0,2 4 0,0 4 0,1-5 0,7 5 0,3-8 0,7-2 0,3-1 0,10-18 0,4-9 0,3-12 0,3-7 0,1-24 0,4-6 0,-4-13 0,5-11 0,-7-5 0,-5-14 0,-6 2 0,-4 7 0,-12-3 0,-9 9 0,-13 5 0,-10 3 0,-17 9 0,-6 4 0,-5 8 0,-4 8 0,-1 5 0,7 8 0,-1 0 0,8 16 0,10-5 0,13 14 0,7 0 0,6-6 0,24 10 0,9-12 0,11-8 0,8-5 0,8-4 0</inkml:trace>
  <inkml:trace contextRef="#ctx0" brushRef="#br0" timeOffset="9">23197 8304 8912,'-2'-17'0,"-3"0"0,-7 2 0,-3 3 0,5-3 0,-5 13 0,4-2 0,-3 10 0,3 11 0,3 16 0,8 12 0,0 5 0,0 4 0,0 3 0,8-4 0,3 5 0,4 1 0,3 0 0,-1 2 0,-8-5 0,7 1 0,-7-9 0,1-2 0,5-16 0,-13 8 0,4-15 0,-4-2 0,-2-9 0,0-20 0,-2-5 0,-2-14 0,-2 2 0,1-5 0,5 3 0,0-8 0,0 1 0,7 7 0,1-3 0,5 5 0,-1-2 0,7 14 0,0-10 0,4 13 0,-4 1 0,-2 3 0,6 4 0,0 2 0,6 4 0,-6 7 0,0 3 0,-8 14 0,-4 3 0,5 1 0,-16 9 0,0-1 0,-10 7 0,-11-3 0,-4 0 0,-2-4 0,-1-3 0,-7-3 0,7-7 0,1-4 0,2-4 0,10-10 0,1-3 0,9-12 0,1-5 0,2-20 0,2-5 0</inkml:trace>
  <inkml:trace contextRef="#ctx0" brushRef="#br0" timeOffset="10">23748 8614 8912,'-29'0'0,"1"0"0,-1 0 0,2 0 0,-5 7 0,13 3 0,-1 1 0,9 1 0,9-1 0,2 7 0,10-1 0,5 0 0,2 0 0,2 0 0,4 1 0,-4-1 0,6 2 0,-8 2 0,1 2 0,4 0 0,1-6 0,-3 0 0,-7 0 0,2 8 0,-13-6 0,6 4 0,-1-4 0,-5-2 0,4 3 0,-12 1 0,-5 1 0,-4 1 0,-8 0 0,-2 2 0,-2 2 0,-2-6 0,-3 2 0,1-4 0,3-2 0,7-7 0,1-3 0,11-11 0,1-7 0,2 0 0,6-30 0,0 5 0</inkml:trace>
  <inkml:trace contextRef="#ctx0" brushRef="#br0" timeOffset="11">23989 8786 8912,'-19'17'0,"0"0"0,1 0 0,-3 0 0,14-5 0,-5-1 0,5-5 0,7 6 0,0-7 0,0 7 0,7-8 0,5 1 0,9 3 0,2-2 0,7-1 0,-1-6 0,2-3 0,-1-4 0,-1-1 0,0-3 0,-3 1 0,-3-1 0,-4 1 0,-1-7 0,3 1 0,-4 0 0,-8 0 0,1 5 0,-4 1 0,-4-2 0,-6-3 0,-6 7 0,-7 1 0,0 6 0,0-4 0,-8 5 0,4-5 0,-6 12 0,2 5 0,2 4 0,6 10 0,0 2 0,0 0 0,5 5 0,2-3 0,3 3 0,3 3 0,10-1 0,-2-2 0,9-3 0,6-6 0,-2-4 0,14-9 0,-8-5 0,6-3 0,-7-2 0,3-2 0,-4-3 0,2-7 0,0-11 0,-6-3 0,-1-3 0,-5 0 0,5 1 0,-15-1 0,5 0 0,-4-1 0,-2 5 0,0-6 0,0 8 0,0 2 0,0 2 0,0 2 0,0 8 0,-2 1 0,-4 8 0,5 8 0,-5 3 0,4 10 0,2 2 0,6 6 0,1-5 0,3 1 0,3 2 0,2 0 0,-5-6 0,11 4 0,-4-8 0,4-2 0,-3-3 0,-1 1 0,0-7 0,0-3 0,0-1 0,1-2 0,-1-15 0,0-4 0</inkml:trace>
  <inkml:trace contextRef="#ctx0" brushRef="#br0" timeOffset="12">24660 8648 8912,'17'0'0,"-7"0"0,5 0 0,-13 0 0,13 8 0,-11 1 0,8 9 0,-9 4 0,5 3 0,0 2 0,-6 2 0,11 3 0,-5-1 0,-1-3 0,1 3 0,3-6 0,-3-2 0,2-4 0,-7-10 0,13 5 0,-5-9 0,-3-6 0,5-11 0,-7-11 0,-2-5 0,5-5 0,-5-1 0,6-1 0,-3 1 0,1 5 0,-2 1 0,3-1 0,1 2 0,5 2 0,-5 8 0,7 0 0,8 0 0,2 0 0</inkml:trace>
  <inkml:trace contextRef="#ctx0" brushRef="#br0" timeOffset="13">25228 8648 8912,'-17'0'0,"-1"0"0,1 0 0,0 6 0,0 0 0,-6 7 0,0-2 0,0 1 0,6 5 0,0-2 0,-1 14 0,1 0 0,0 5 0,7-5 0,5-1 0,3-1 0,2 2 0,0-6 0,7-4 0,5-4 0,3-3 0,2-5 0,-5-7 0,-1-2 0,3-3 0,1-5 0,0-13 0,-3 0 0,1 0 0,-7 6 0,7 0 0,-3 0 0,-1-1 0,1 3 0,-6 2 0,3 3 0,3 3 0,-6 1 0,5 0 0,-3 0 0,6 3 0,-5 1 0,3 4 0,-4 3 0,1-1 0,5 8 0,3-3 0,-5 5 0,-1-3 0,6-1 0,-3 3 0,3-4 0,2-1 0,-7-2 0,5-6 0,-3 0 0,3-8 0,2-9 0,0-10 0</inkml:trace>
  <inkml:trace contextRef="#ctx0" brushRef="#br0" timeOffset="14">25520 8321 8912,'-9'-24'0,"-6"5"0,3-4 0,-3 11 0,-2 6 0,-1 12 0,7 13 0,-1 16 0,9 1 0,-3 10 0,4 2 0,2 7 0,0 2 0,0-1 0,0-3 0,8-7 0,3 0 0,4-8 0,3 2 0,1-5 0,2-7 0,2-5 0,0-4 0,-6-9 0,4-4 0,-4-12 0,4-6 0,-9-9 0,3-2 0,2-9 0,-2-1 0,-1-5 0,-3 0 0,-7 2 0,9 3 0,-7 5 0,2-3 0,-2 8 0,-4 0 0,3 6 0,-3 7 0,-2 5 0,0 10 0,0 7 0,0 9 0,0 4 0,-2 1 0,-3 5 0,3 2 0,-6 1 0,8 0 0,0 1 0,0-9 0,8-1 0,3-8 0,-1-1 0,1-5 0,8-3 0,8-8 0</inkml:trace>
  <inkml:trace contextRef="#ctx0" brushRef="#br0" timeOffset="15">25830 8373 8912,'-27'-15'0,"5"3"0,2 5 0,11 7 0,1 0 0,8 2 0,2 1 0,2 5 0,2 2 0,7 1 0,-11 6 0,6 0 0</inkml:trace>
  <inkml:trace contextRef="#ctx0" brushRef="#br0" timeOffset="16">25245 8769 8912,'12'0'0,"-1"0"0,1-2 0,5-4 0,4-6 0,7-11 0,13-5 0,16-5 0,10-1 0,6 0 0,1 1 0,-5 4 0,0-3 0,0 5 0</inkml:trace>
  <inkml:trace contextRef="#ctx0" brushRef="#br0" timeOffset="17">26260 8631 8912,'-44'23'0,"4"0"0,4-2 0,9-2 0,2-2 0,0 0 0,12 1 0,-2-1 0,5 0 0,6 0 0,10 0 0,6 0 0,3-7 0,2-2 0,0-8 0,1 0 0,-1 0 0,0-6 0,0 0 0,0-7 0,-1 1 0,-3-1 0,-3 0 0,-3 1 0,-1 1 0,-6-1 0,0 1 0,0-1 0,0 1 0,0-1 0,0 7 0,2-5 0,4 2 0,-4 3 0,13-3 0,-6-1 0</inkml:trace>
  <inkml:trace contextRef="#ctx0" brushRef="#br0" timeOffset="18">26484 8700 8912,'-11'-6'0,"-1"0"0,8 1 0,-3 3 0,7-4 0,-2 4 0,-2-2 0,-2 8 0,1-2 0,5 13 0,0-3 0,0 3 0,0 2 0,0 0 0,0 1 0,0-1 0,0 0 0,1-6 0,5 1 0,-4-6 0,4 5 0,-4-7 0,-2 2 0,0-12 0,0-4 0,0-7 0,2-2 0,3-4 0,-1 2 0,6-6 0,-1 2 0,1 4 0,-1 2 0,3 2 0,3 0 0,-3 0 0,3 5 0,2 1 0,0 7 0,1-2 0,-1 12 0,-2 4 0,-3 7 0,1 6 0,-7 0 0,5 1 0,-3-3 0,-1 2 0,1-2 0,4-1 0,-7-3 0,3-2 0,-2-4 0,-4-3 0,5-8 0</inkml:trace>
  <inkml:trace contextRef="#ctx0" brushRef="#br0" timeOffset="19">27310 8029 8912,'-2'-17'0,"-2"-2"0,-1-4 0,-1 12 0,6-5 0,-2 26 0,-4 7 0,4 4 0,-3 13 0,3-1 0,2 13 0,-2 1 0,-2 9 0,-2 1 0,2-1 0,3-1 0,1 2 0,0-9 0,0 4 0,1-12 0,5 0 0,-2-6 0,7-5 0,1-4 0,5-16 0,2-3 0,4-4 0,-2-10 0,6-5 0,-2-8 0,5-4 0,-1-4 0,-2-3 0,2 3 0,-10-3 0,-2-3 0,-2 7 0,-9 1 0,-2 2 0,-4 2 0,-6 6 0,-5 2 0,-5 3 0,-1 5 0,-2 9 0,-4 3 0,4 7 0,-4 11 0,4-2 0,2 7 0,-1 3 0,3 1 0,4 1 0,5-4 0,4 1 0,2-7 0,4 6 0,7-6 0,3 0 0,14-6 0,1-8 0,5-3 0,7-4 0,1-2 0,0 0 0,0 0 0,4-13 0,-6-5 0,8-10 0,-4 1 0</inkml:trace>
  <inkml:trace contextRef="#ctx0" brushRef="#br0" timeOffset="20">27895 8373 8912,'-9'0'0,"-1"0"0,4 0 0,4 0 0,-7 8 0,3 3 0,4 6 0,-3 6 0,3-2 0,4 6 0,3-2 0,-1 5 0,8-3 0,1 0 0,2-4 0,-5-4 0,5 2 0,-3-4 0,3 4 0,2-19 0,0 4 0,-5-6 0,-1-6 0,-1-9 0,1-8 0,-1-2 0,-6 2 0,1-6 0,7-3 0,-6 0 0,-3 3 0,5-2 0,-2 8 0,5-5 0,-5 5 0,15-8 0,-2 4 0</inkml:trace>
  <inkml:trace contextRef="#ctx0" brushRef="#br0" timeOffset="21">28257 8407 8912,'7'10'0,"-5"0"0,4-5 0,-4-3 0,-2 8 0,0-5 0,0-3 0,8 6 0,1-8 0,8 0 0,6-6 0,2-1 0,2-3 0,3-3 0,-3-3 0,2-1 0,-8 0 0,2 0 0,-4 0 0,-2-1 0,-7 1 0,-5 0 0,-3 0 0,-2 0 0,-2 7 0,-3 4 0,-5-1 0,-7 1 0,-8 0 0,-2 8 0,-1 4 0,-1 5 0,0 10 0,-5 2 0,5 6 0,1-6 0,8 8 0,3-3 0,2-1 0,9 2 0,0-3 0,6 3 0,16 2 0,7-10 0,9-6 0,8-8 0,0-5 0,12-2 0,-6-2 0,6-3 0,-1-7 0,-5-11 0,-4-3 0,-2-9 0,-5-5 0,-7 0 0,-3 0 0,-9 4 0,-3-5 0,-2-4 0,-7 1 0,2-2 0,-4 0 0,-2-6 0,0 1 0,0-1 0,0 3 0,0 3 0,0 4 0,0 7 0,-2 9 0,-4 3 0,4 11 0,-11 6 0,7 12 0,-7 11 0,1 14 0,-1 5 0,2 4 0,-3 14 0,8-3 0,-5 7 0,5-1 0,0-3 0,6 3 0,0-4 0,0-1 0,0-1 0,0 1 0,2-2 0,4-4 0,9-10 0,8-7 0,8-8 0,-4 0 0,0-8 0,5-5 0,-5-8 0</inkml:trace>
  <inkml:trace contextRef="#ctx0" brushRef="#br0" timeOffset="22">29995 8150 8912,'-17'0'0,"-1"0"0,3-2 0,4-4 0,3 4 0,8 2 0,0 11 0,0 5 0,0 9 0,0 1 0,0 1 0,0 6 0,0-9 0,0 7 0,0-4 0,0-2 0,0 3 0,0-5 0,0-6 0,0-5 0,0-8 0,0 3 0,0-7 0,0-9 0,0-7 0,2-7 0,2-3 0,3-5 0,3-1 0,1-3 0,7-5 0,-1 0 0,0 6 0,0 5 0,0 8 0,1-2 0,-1 4 0,0 9 0,-6-3 0,1 7 0,1 2 0,-3 10 0,-1 6 0,-1 3 0,4 8 0,-7 0 0,3 2 0,-2-2 0,-3-4 0,9 4 0,-6-6 0,5-6 0,1 5 0,5-15 0,0 5 0,0-4 0,0-2 0,1 0 0,-1-2 0,0-4 0,-7-3 0,5-8 0,-4 0 0,-3-1 0,-2 1 0,1 0 0,-1 0 0,0 5 0,-6 1 0,0 7 0,0-2 0,0 12 0,0 11 0,0 2 0,0 4 0,0-2 0,0 2 0,0-4 0,2 4 0,4-4 0,3-9 0,8 3 0,1-7 0,-1 0 0,0-6 0,0 0 0,0-10 0,1-7 0,-3 0 0,-4-6 0,-1-2 0,-4 2 0,-4-2 0,3 2 0,-9 4 0,-1-4 0,-9 6 0,3 4 0,-4 1 0,-3 8 0,1-1 0,0 3 0,0 2 0,7 0 0,-5-8 0,5-1 0</inkml:trace>
  <inkml:trace contextRef="#ctx0" brushRef="#br0" timeOffset="23">30890 8046 8912,'0'18'0,"0"-1"0,0 0 0,7 6 0,3 0 0,1-2 0,1-2 0,1-2 0,2 0 0,-3-5 0,-1-3 0,3-1 0,1-4 0,2-2 0,0-2 0,1-10 0,-1-7 0,0-2 0,0-10 0,0 1 0,1-7 0,-1-1 0,0 0 0,0 1 0,-7-3 0,3 17 0,-7-8 0,5 14 0,-5-2 0,2 11 0,-2 0 0,-4 12 0,7 4 0,-5 9 0,2 4 0,1 5 0,-3 11 0,2 1 0,-2-2 0,5-2 0,-7 4 0,4 0 0,-4-5 0,-2-7 0,0-1 0,0 2 0,-2-4 0,-4-8 0,-5-2 0,-12-3 0,2-3 0,-8-3 0,6-4 0,-4 4 0,1-6 0,-1-6 0,0 2 0,-2-7 0,4-3 0,8-9 0,-8-11 0,-1-10 0</inkml:trace>
  <inkml:trace contextRef="#ctx0" brushRef="#br0" timeOffset="24">30855 7582 8912,'-17'0'0,"0"0"0,0 0 0,7-2 0,4-3 0,4 3 0,2-6 0,2 8 0,4 0 0,4 0 0,1 0 0,0 0 0,-5 0 0,6 0 0,-7 0 0,5 2 0,-2 4 0,5-3 0,-2 9 0,5-1 0,1 7 0</inkml:trace>
  <inkml:trace contextRef="#ctx0" brushRef="#br0" timeOffset="25">31750 8029 8912,'0'-11'0,"0"-1"0,0 8 0,2-9 0,2 5 0,1-1 0,1 3 0,-6-5 0,6 5 0,0-5 0,7 5 0,-1-6 0,3-1 0,10 5 0,-4-7 0,5 4 0,-1-5 0,6-9 0,-10 4 0,6-5 0,-2 1 0,-8-4 0,-8 4 0,-1 1 0,-4-1 0,-10 2 0,-11 13 0,-12 4 0,-11 8 0,-6 10 0,-4 9 0,-1 19 0,-1 4 0,1 7 0,7 3 0,3 3 0,13 4-109,5 8 0,11 0 109,7 0 0,7-2 0,9-4 0,14-6 0,11-5 0,10-7 0,11-3 0,5-17 0,8-6 0,5-5 0,-4-10 0,3 1 0,-11-10 0,-5-7 0,-12-3 0,-4-4 0,-8-4 0,-13 4 0,-4-4 0,-11 4 0,0 1 0,-4 9 0,-2 1 0</inkml:trace>
  <inkml:trace contextRef="#ctx0" brushRef="#br0" timeOffset="26">13027 10367 8912,'-12'0'0,"3"-1"0,-1-3 0,1-2 0,5-2 0,-2 3 0,4 1 0,2-8 0,2 9 0,4-1 0,5 8 0,-3-3 0,7 15 0,-5-5 0,1 4 0,1 3 0,-1-1 0,7 0 0,-7-4 0,1 1 0,1-1 0,2 6 0,1-7 0,-3 3 0,-2 2 0,1 0 0,5-5 0,0-1 0,0-5 0,1 4 0,-1-3 0,6-1 0,0-6 0,0-2 0,2-4 0,-6-3 0,13-8 0,-3-1 0,-4 1 0,-2 0 0,2 0 0,-3 0 0,0-1 0,-3 1 0,-8 2 0,1 3 0,-7-1 0,7 7 0,-8 1 0,11 5 0,-11 7 0,5 5 0,1 3 0,-1 2 0,3 0 0,5 1 0,0-1 0,6 0 0,0-2 0,-2-3 0,4 1 0,-2-7 0,8 0 0,-3-6 0,-3 0 0,0 0 0,-2-2 0,0-4 0,0 2 0,-6-7 0,0-3 0,0-9 0,-7 4 0,3-6 0,-7 8 0,0 0 0,-6 0 0,0 0 0,-8 7 0,-1 2 0,-3 8 0,3 2 0,1 4 0,4 6 0,-5 3 0,-1 2 0</inkml:trace>
  <inkml:trace contextRef="#ctx0" brushRef="#br0" timeOffset="27">13320 10729 8912,'9'-2'0,"-1"-2"0,-3-4 0,1-1 0,0 5 0,-6-4 0,-8 8 0,-3 0 0,-4 0 0,3 0 0,1 0 0,-3 8 0,-7 3 0,-2 5 0,-7 3 0,1 4 0,-5-2 0,-7 7 0,-5 5 0,-3 5 0,-11 6 0,-6 7 0,-9-1-192,2-4 1,10 2 191,6-8 0,3 0 0,10-11 0,4-1 0,12-9 0,5-1 0,11-9 0,4-9 0,16-8 0,2 1 0,7-5 0,-6-3 95,1 4 1,-1-5 0,6-1 0</inkml:trace>
  <inkml:trace contextRef="#ctx0" brushRef="#br0" timeOffset="28">12700 10711 8912,'10'0'0,"-3"0"0,-7 0 0,0-7 0,0 5 0,8-6 0,3 8 0,5 0 0,1 0 0,8 0 0,9 0 0,14-2 0,7-4 0,12 3 0,10-7 0,1 2 0,1 3 0,-1 5 0,-9 0 0,-8 0 0,-11 13 0,-4 4 0,-12 6 0,-13 0 0,-8 6 0,-5 3 0,-8 3 0,-9-5 0,-9 5 0,-1-11 0,-10 11 0,7-6 0,-5 1 0,2-3 0,4-2 0,2-2 0,7-6 0,1 0 0,7 0 0,-4 0 0,1 1 0,-3-1 0</inkml:trace>
  <inkml:trace contextRef="#ctx0" brushRef="#br0" timeOffset="29">9740 11605 8912,'0'-11'0,"0"-1"0,-2 1 0,-2 0 0,-1-1 0,1-1 0,2-3 0,0-1 0,-2 0 0,-2 0 0,1-8 0,-1 6 0,0-4 0,-5 4 0,5 2 0,-7-1 0,1 1 0,-3 0 0,-2 2 0,-1 3 0,1 5 0,0 7 0,-6 7 0,0 5 0,-6 11 0,7 5 0,-3 13 0,2 4 0,9-1 0,-3 2 0,6-6 0,-1 6 0,5-8 0,7 2 0,0-11 0,0-6 0,0-10 0,0-1 0,7-8 0,7-1 0,5-6 0,4-9 0,0-11 0,0-3 0,-1-9 0,1 1 0,-5-1 0,-3 1 0,-2 0 0,-1-1 0,-1 8 0,-1-3 0,-4 7 0,-3 2 0,1 8 0,2 1 0,0 8 0,-6-3 0,0 9 0,0 3 0,0 7 0,0 3 0,7 10 0,-3-4 0,8 6 0,-1-1 0,-1 1 0,5-4 0,-4 6 0,5-10 0,1 0 0,0-6 0,0-1 0,1 5 0,-1-7 0,0-5 0,-6-9 0,1-1 0,-8-16 0,11 2 0,-5-16 0</inkml:trace>
  <inkml:trace contextRef="#ctx0" brushRef="#br0" timeOffset="30">9878 11451 8912,'0'9'0,"0"-1"0,0-1 0,0 5 0,2-3 0,3 3 0,7 1 0,-3 1 0,3-3 0,-1 4 0,7-3 0,-1-4 0,0 1 0,2-5 0,4 2 0,-4-1 0,4-5 0,-4-7 0,-2-5 0,1-3 0,-1-4 0,-2-2 0,-3-2 0,3-8 0,-11 10 0,7-7 0,-5 7 0,4-2 0,-3 4 0,1 7 0,-2 1 0,-3 7 0,9-2 0,-8 4 0,5 2 0,-3 0 0,-4 8 0,11-4 0,-7 7 0,6-5 0,-7 5 0,7-5 0,-7 6 0,7-7 0,-4 5 0,1-2 0,3 5 0,-3-11 0,6 5 0,-5-7 0,7 0 0,-7 0 0,-3-1 0,-7-5 0,0 4 0,0-13 0,-7 13 0,5-4 0,-4 12 0,4 3 0,2 8 0,0 1 0,0-1 0,0 0 0,2-2 0,4-3 0,-4 3 0,13-13 0,-3 4 0,3-4 0,8-2 0,2 0 0,1-2 0,5-4 0,-6-11 0,5-2 0,-7-6 0,-2 0 0,-1 6 0,-3-6 0,-2 8 0,-3 0 0,-5-1 0,-5 3 0,4 4 0,-4 3 0,7 10 0,-5 4 0,2 5 0,7 4 0,-9 1 0,8-5 0,-1 5 0,8-7 0,4 1 0,-4 5 0,6-13 0,-6 4 0,4-5 0,-2-1 0,6-1 0,0-3 0,-1-2 0,-4-7 0,0 1 0,-8-9 0,-3-2 0,1 0 0,-3 6 0,-3 0 0,-4 0 0,-2 0 0,-2-1 0,-4 3 0,-5 4 0,1 3 0,-1 8 0,-3 0 0,5 0 0,-3 0 0,9 8 0,-3 3 0,4 4 0,2-3 0,0-1 0,0 3 0,0 1 0,0-4 0,0 1 0,0 1 0,0-3 0,0 1 0,0-7 0,2 6 0,4-5 0,-4-3 0,13 6 0,-4-8 0,5 0 0,1 0 0,-2 8 0,-3 3 0,3 4 0,-6 2 0,9 1 0,-3 1 0,-2 4 0,-1 5 0,-8 5 0,1 1 0,-3 1 0,-2-1 0,0 8 0,-7-6 0,-5 4 0,-3-5 0,-2-7 0,-1-3 0,1-8 0,0-7 0,0-2 0,2-10 0,3-4 0,6-5 0,4-7 0,2-5 0,2 2 0,4-7 0,4 1 0,7-2 0,0-3 0,0 3 0,8-3 0,4-1 0,3 5 0,3-11 0,1 5 0,2-2 0,2-1 0,1 3 0,-7 5 0,-2 1 0,-3-3 0,-4 6 0,-15 1 0,-5 6 0,-3 7 0,-2-1 0,-9 9 0,-7-3 0,-7 6 0,-3 4 0,-5 1 0,0 11 0,3 1 0,3 0 0,8 6 0,0 2 0,-1-2 0,1 7 0,8-5 0,3 6 0,4-3 0,4-1 0,4 4 0,7-3 0,8 3 0,6-6 0,15 0 0,4-8 0,3 0 0,3 0 0,0-7 0,-1-5 0,1-3 0,0-2 0</inkml:trace>
  <inkml:trace contextRef="#ctx0" brushRef="#br0" timeOffset="31">12098 11519 8912,'-25'8'0,"4"-6"0,-6 6 0,2-1 0,4 5 0,2 3 0,2 2 0,7 0 0,5 2 0,3 2 0,2 2 0,2 6 0,5-4 0,8 2 0,7 3 0,0-5 0,3-2 0,4-12 0,-2 3 0,1-8 0,-5 5 0,4-5 0,-2-2 0,-2-10 0,-8 2 0,-1-7 0,-3-3 0,2-1 0,-5-10 0,-2-4 0,-4 3 0,-2-3 0,-8 6 0,-3-6 0,-5 6 0,-1-5 0,-6 7 0,-2-2 0,-1 4 0,5 4 0,-2 3 0,3 6 0,3-1 0,0 1 0,8 0 0,3 6 0,12 0 0,3 0 0,8 0 0</inkml:trace>
  <inkml:trace contextRef="#ctx0" brushRef="#br0" timeOffset="32">12528 11502 8912,'-17'0'0,"7"8"0,2 1 0,8 9 0,0-1 0,0 6 0,2 0 0,4-2 0,6-2 0,3 0 0,2 4 0,0-4 0,1 4 0,-3-10 0,-2-3 0,-1-3 0,-8 7 0,11-12 0,-11 5 0,7-7 0,-7-7 0,2-7 0,-4-5 0,-2-4 0,1-5 0,3 3 0,2-2 0,7 6 0,-9-10 0,8 9 0,1 1 0,2 1 0,-5 3 0,13-8 0,-4-1 0</inkml:trace>
  <inkml:trace contextRef="#ctx0" brushRef="#br0" timeOffset="33">12941 11554 8912,'-2'17'0,"-4"0"0,4-5 0,-3-1 0,3-7 0,2 11 0,0-13 0,0 6 0,0-8 0,7-2 0,5-4 0,3-3 0,2-3 0,2 1 0,4-3 0,-3-1 0,4-2 0,-6 0 0,-1-1 0,0 1 0,0 0 0,-7 0 0,-3 0 0,-7-1 0,0 1 0,-1 2 0,-5 2 0,-6 3 0,-3 2 0,-2 3 0,-6 5 0,0 0 0,0 2 0,6 3 0,0 7 0,-1 3 0,1 2 0,0 0 0,7 1 0,5 1 0,3 2 0,2 2 0,0 0 0,0-6 0,13 4 0,4-4 0,6 4 0,0-10 0,4-3 0,7-2 0,-1-4 0,-4-2 0,1 0 0,-7 0 0,8-16 0,-5-3 0</inkml:trace>
  <inkml:trace contextRef="#ctx0" brushRef="#br0" timeOffset="34">13268 11416 8912,'0'-11'0,"0"-1"0,2 7 0,4-7 0,-5 8 0,9-3 0,-4 7 0,3 0 0,9 7 0,-1 5 0,0 5 0,0 6 0,0-2 0,-1 6 0,-3-1 0,-1 1 0,-7 0 0,7 2 0,-8-3 0,1-3 0,-3-4 0,-2 4 0,0-4 0,0-7 0,0-1 0,0-7 0,0 2 0,0-12 0,0-3 0,0-11 0,0-2 0,0 0 0,0-6 0,8-1 0,3-5 0,-1 5 0,1 0 0,1 3 0,5-3 0,6-3 0,0 3 0,0-4 0,-6-1 0</inkml:trace>
  <inkml:trace contextRef="#ctx0" brushRef="#br0" timeOffset="35">14662 11193 8912,'0'-12'0,"-2"3"0,-2-1 0,-4 3 0,-1-1 0,3-4 0,-5 7 0,-1-1 0,-5 6 0,0 2 0,0 4 0,-1 3 0,1 8 0,0 2 0,0 4 0,-1 6 0,3 4 0,4 1 0,-3 0 0,9 1 0,-7-1 0,6 0 0,1-7 0,5 4 0,2-6 0,3 1 0,1-5 0,9 0 0,6-7 0,4-9 0,-4-3 0,14-2 0,-3 0 0,6 0 0,-3-2 0,-6-1 0,1-5 0,3-2 0,1-1 0,-7 0 0,-6-1 0,-8-1 0,-5-3 0,-8-1 0,0 0 0</inkml:trace>
  <inkml:trace contextRef="#ctx0" brushRef="#br0" timeOffset="36">14300 11502 8912,'-2'10'0,"-3"-5"0,3-3 0,-4-2 0,12 0 0,5 0 0,12-5 0,8-3 0,7-2 0,0-1 0,8-6 0,-6 0 0,4-1 0,-2 1 0,6 0 0,-4 0 0</inkml:trace>
  <inkml:trace contextRef="#ctx0" brushRef="#br0" timeOffset="37">14972 11365 8912,'0'11'0,"0"1"0,0 1 0,0 2 0,0 8 0,0 0 0,0 10 0,0-1 0,-2 8 0,-4 4 0,4-6 0,-21 4 0,4-7 0</inkml:trace>
  <inkml:trace contextRef="#ctx0" brushRef="#br0" timeOffset="38">15453 11262 8912,'-23'0'0,"0"0"0,1 0 0,-1 1 0,0 3 0,2 4 0,2 1 0,1 5 0,3 7 0,4 4 0,5 1 0,4 5 0,2 0 0,0-1 0,0-1 0,6-6 0,-1 5 0,9-12 0,-3 1 0,5-4 0,1-3 0,6-3 0,0-9 0,-2-3 0,-2-7 0,0-9 0,4-2 0,-4-13 0,4 2 0,-4-6 0,-4-1 0,-3-4 0,-5 3 0,-5-8 0,4 4 0,-4-4 0,2 1 0,-8 1 0,-7 6 0,-5 6 0,7-3 0,-7 26 0,5-4 0,3 11 0,1 8 0,7 15 0,0 14 0,0 11 0,0 4 0,2 5 0,3 5 0,5 1 0,7-9 0,0 3 0,0-11 0,1 6 0,6-8 0,5-3 0,4-8 0,3-6 0,4-8 0,6-7 0,4-4 0,-6-10 0,5-4 0,-6-9 0,-5-1 0,2-9 0,-23 10 0,0-8 0,-7 6 0,-10-3 0,0 1 0,-2 6 0,-4 5 0,-3-1 0,-9 7 0,1-3 0,0 3 0,0 8 0,0 2 0,-1 4 0,1 4 0,0 7 0,0 2 0,0 4 0,7-4 0,4 4 0,-1 2 0,1-2 0,2-2 0,2-2 0,2-2 0,0 0 0,0 0 0,0-5 0,2-3 0,4-1 0,5-4 0,-3-2 0,9-4 0,-2-4 0,6-6 0,2-3 0,-5-2 0,-1-2 0,0-4 0,-5 4 0,-1-4 0,0 4 0,-1 2 0,-2-1 0,-3 7 0,1 0 0,0 7 0,-4-4 0,2 10 0,1 4 0,1 3 0,-4 8 0,2 1 0,2-1 0,-1 0 0,1 6 0,2-2 0,1-6 0,-5 2 0,11-9 0,-3 5 0,3-1 0,2-8 0,1 1 0,-1-3 0,-6-4 0,1-3 0,7-12 0,8-10 0</inkml:trace>
  <inkml:trace contextRef="#ctx0" brushRef="#br0" timeOffset="39">16348 11038 8912,'10'0'0,"-3"0"0,-7 2 0,0 4 0,0 5 0,0 6 0,0 6 0,2 4 0,4 7 0,-4 1 0,6 1 0,-3 2 0,1 2 0,0 0 0,0-5 0,-1-3 0,-1-3 0,-2 3 0,-2-20 0,-15 18 0,-4-10 0</inkml:trace>
  <inkml:trace contextRef="#ctx0" brushRef="#br0" timeOffset="40">16314 11347 8912,'27'-17'0,"7"0"0,-1 0 0,5 0 0,17 0 0,-15-1 0,12 1 0,-2 0 0,-1 0 0,-3 5 0,0 1 0,-9 1 0,-3-3 0,-9 1 0,-6 9 0,-10-13 0,-3 14 0,-12-3 0,5 3 0,-15 9 0,7 3 0,-8 7 0,1 0 0,5 1 0,-3-1 0,9 0 0,-7 0 0,6 0 0,-5 1 0,5-1 0,0 0 0,6-8 0,0-1 0,0-8 0,2-2 0,4-4 0,2-3 0,3-8 0,-1 0 0,-6-1 0,1 1 0,1 0 0,2 0 0,-6 7 0,5-5 0,1 13 0,-4-6 0,7 8 0,1 8 0,-1 2 0,1 9 0,1 4 0,4-4 0,4 4 0,2-4 0,-2-2 0,6 0 0,-6-2 0,8-3 0,-8-5 0,2-7 0,2 0 0,-2 0 0,-2 0 0,-2-7 0,-2-8 0,0-8 0,-2-2 0,-1 2 0,-5-4 0,-1-2 0,-4 1 0,-2 7 0,-2-10 0,0 8 0,0 2 0,0 2 0,-6 8 0,0-1 0,1 8 0,5-1 0,0 10 0,5 7 0,3 9 0,1 2 0,5 2 0,9-2 0,-4-2 0,4 7 0,-4-1 0,-2 2 0,-5-3 0,-3-5 0,-1 2 0,-2 0 0,-6-6 0,0 1 0,-8-1 0,-5 0 0,-7 0 0,-6-1 0,-7-5 0,10 4 0,-17-13 0,11 4 0,5-4 0,1-2 0,-2-2 0,4-6 0,5-9 0,-1-8 0,8-9 0</inkml:trace>
  <inkml:trace contextRef="#ctx0" brushRef="#br0" timeOffset="41">17587 11279 8912,'8'-10'0,"-6"1"0,5 3 0,1-6 0,2 5 0,7-14 0,2 4 0,2-4 0,2-4 0,0 6 0,-8-6 0,-3 0 0,3 6 0,-13-6 0,4 8 0,-4 0 0,-4 1 0,-2 3 0,-2 1 0,-7 9 0,1-3 0,-5 6 0,-6 6 0,4 5 0,-4 12 0,10 2 0,1 5 0,-1-1 0,-3 7 0,7-1 0,3-1 0,4 1 0,2-7 0,0-1 0,0 2 0,8-8 0,3 2 0,10-6 0,4-6 0,2-5 0,2-4 0,5-2 0,1 0 0,-1-8 0,0-3 0,1-5 0,-1-3 0,1-4 0,-9 4 0,7-21 0,-6 4 0</inkml:trace>
  <inkml:trace contextRef="#ctx0" brushRef="#br0" timeOffset="42">18207 10643 8912,'0'-18'0,"-2"9"0,-4 3 0,4 4 0,-5 4 0,7 4 0,0 9 0,0 12 0,0 3 0,0 7 0,0 9 0,5-8 0,1 8 0,7 1 0,-1 11 0,3-5 0,2 4 0,3-5 0,2-6 0,-2-4 0,3-8 0,-2-1 0,0-6 0,2-10 0,-1-8 0,-4-9 0,1 0 0,2-2 0,2-3 0,0-13 0,-6-10 0,0-1 0,0-3 0,1-5 0,-1-1 0,-6 4 0,-1-3 0,-3-3 0,7 4 0,-12-4 0,5 11 0,1 6 0,-6 4 0,6 2 0,-8 0 0,0 9 0,2 10 0,3 13 0,-3 3 0,13 14 0,-3-3 0,3 5 0,2 6 0,-1-3 0,-3 3 0,-1-4 0,-1-2 0,6 1 0,-1-1 0,-5 1 0,4-9 0,-13-1 0,4-6 0,-4 4 0,-2-11 0,-8 11 0,-3-12 0,-5 4 0,-8-5 0,1 3 0,-12-7 0,5 0 0,-20-6 0,6 0 0</inkml:trace>
  <inkml:trace contextRef="#ctx0" brushRef="#br0" timeOffset="43">18086 11072 8912,'-9'0'0,"1"0"0,10-2 0,4-3 0,21-5 0,18-7 0,20-2 0,18-4 0,7-6 0,-39 13 0,3 0 0,4-1 0,2-1 0,2 1 0,1 0-1843,0 3 1,0 1 1842,-6 1 0,-1-1 0,-4 1 0,-1 0 0,42-15 0</inkml:trace>
  <inkml:trace contextRef="#ctx0" brushRef="#br0" timeOffset="44">13147 13617 8912,'-9'-11'0,"3"-1"0,-3 8 0,7-5 0,-4 3 0,4 4 0,2-6 0,0 8 0,0 0 0,8 0 0,-5 0 0,9 0 0,-6 0 0,3-2 0,-1-3 0,5 3 0,-3-12 0,7 9 0,0-9 0,0 3 0,6 1 0,0-1 0,6-2 0,-4-8 0,2-4 0,3-2 0,3 6 0,1-2 0,3-2 0,3 2 0,-4-7 0,6 9 0,-8-8 0,3 6 0,3-6 0,-4 8 0,4-3 0,-3-1 0,-3 6 0,1-4 0,-3 4 0,-3 1 0,1 1 0,-7 0 0,-2 2 0,-2 3 0,-7-1 0,-1 7 0,1-7 0,-3 9 0,-3-7 0,4 7 0,-8-6 0,3 4 0,5 4 0,-8-5 0,6-1 0,-8 6 0,0-5 0,0 7 0,0 0 0,0 7 0,-16 3 0,-3 7 0</inkml:trace>
  <inkml:trace contextRef="#ctx0" brushRef="#br0" timeOffset="45">13801 12809 8912,'-11'0'0,"-1"-2"0,-1-2 0,-2-2 0,-2 3 0,-1-7 0,9 8 0,1-5 0,8 7 0,2 0 0,4 0 0,-2 0 0,7 0 0,-5 0 0,5 0 0,1 0 0,5 0 0,0 0 0,0 0 0,1 0 0,6 0 0,-4 0 0,2 0 0,-2 0 0,3-6 0,-1 0 0,1 0 0,0 4 0,0-3 0,0 3 0,-6-4 0,1 4 0,-1 2 0,0 0 0,0 0 0,1 2 0,-1 4 0,-8 3 0,-1 9 0,-8-1 0,0 0 0,0 0 0,0 6 0,0 2 0,0 2 0,0-6 0,0 2 0,-8-4 0,6 4 0,-5-1 0,-1-1 0,6-7 0,-4-3 0,5 3 0,1 1 0,-8-5 0,6 5 0,-6-13 0,8 5 0,0-7 0,0 0 0,-2 8 0,-3 3 0,3 5 0,-8-5 0,4 1 0,-3-9 0,-8 5 0</inkml:trace>
  <inkml:trace contextRef="#ctx0" brushRef="#br0" timeOffset="46">15419 14047 8912,'-10'-17'0,"-3"5"0,7 1 0,1 7 0,5-4 0,0 8 0,0 0 0,0-7 0,5 3 0,1-8 0,2 7 0,-5-7 0,5-1 0,2-3 0,-5 5 0,7 0 0,-6-1 0,5-5 0,1-2 0,5-2 0,0-2 0,0 2 0,6-6 0,0-2 0,8 3 0,-3-3 0,13 0 0,-1-11 0,11 0 0,-1-8 0,11 3 0,-2-5 0,5-2-213,-7 1 1,6-3 212,-6-3 0,1 9 0,-9-2 0,-1 7 0,-2 4 0,-8 3 0,3 2 0,-5 1 0,-2 4 0,-5 5 0,0 6 0,-8 1 0,2 0 0,-4 2 0,-2 3 0,-6-3 425,1 4-425,-8 3 0,3 0 0,-7 8 0,0 0 0,-5 8 0,-1 3 0,-7-3 0,3 7 0,-7-5 0</inkml:trace>
  <inkml:trace contextRef="#ctx0" brushRef="#br0" timeOffset="47">16245 12792 8912,'-10'-8'0,"5"-3"0,3 3 0,2-7 0,2 5 0,3 1 0,5-5 0,7 7 0,0-3 0,1 4 0,-1-3 0,0 1 0,0 4 0,0 0 0,1-1 0,-1 3 0,0-4 0,0 4 0,0 2 0,1 6 0,-1 0 0,0 7 0,-5 2 0,-3 8 0,-1-2 0,-1 0 0,-3 0 0,2 4 0,-2 2 0,-2-6 0,-2 6 0,0-6 0,0 2 0,5-1 0,1-4 0,0-1 0,-6 0 0,0 0 0,0 0 0,8-7 0,1-2 0</inkml:trace>
  <inkml:trace contextRef="#ctx0" brushRef="#br0" timeOffset="48">18620 13256 8912,'-10'-17'0,"3"5"0,7 1 0,0 7 0,0-4 0,0 8 0,0-2 0,0-3 0,7-5 0,5-7 0,-3 5 0,3 1 0,5-2 0,8-8 0,2-4 0,3-2 0,5 4 0,5-6 0,4 1 0,2-7 0,-1 1 0,3 0 0,2-1 0,-4 1 0,-2 0 0,-2-1 0,-4 6 0,-9 1 0,-4 7 0,-4-4 0,-2 8 0,-4 0 0,-9 5 0,0 1 0,-4 7 0,-2-4 0,0 8 0,0 0 0,0 0 0</inkml:trace>
  <inkml:trace contextRef="#ctx0" brushRef="#br0" timeOffset="49">19033 12517 8912,'0'-18'0,"7"1"0,11 8 0,1 1 0,6 6 0,-1-4 0,3 4 0,8-3 0,-1 3 0,1 2 0,7-8 0,-6 6 0,4-3 0,-4 3 0,-3 2 0,-4 0 0,1 0 0,-7 0 0,-2 7 0,-9 5 0,3 5 0,-4 6 0,-3-4 0,2 12 0,-5-9 0,-3 9 0,4-2 0,-4 3 0,-2 3 0,0-1 0,0 0 0,0 1 0,0-1 0,-8 0 0,-1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1:46:05.62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11633 7032 8912,'-17'0'0,"0"-2"0,-1-4 0,1 4 0,6-5 0,-1 7 0,-1 2 0,-2 3 0,5-2 0</inkml:trace>
  <inkml:trace contextRef="#ctx0" brushRef="#br0" timeOffset="1">11488 7215 8912,'2'6'0,"11"11"0,-3-7 0,7-4 0,0-4 0,0-2 0,0 0 0,1-2 0,-1-4 0,0-4 0,0-7 0,0 0 0,-1 0 0,-5 0 0,3-1 0,-7 3 0,3 4 0,-6-5 0,9 12 0,-7-7 0,0 7 0,1-3 0,-5 7 0,6 0 0,-1 7 0,-3-5 0,8 4 0,-7-4 0,7-2 0,-1 0 0,1 0 0,-1 0 0,1 0 0,5 0 0,0 0 0,0 0 0,-1-2 0,-5-4 0,4 4 0,-5-5 0,2 7 0,-1 0 0,-7 7 0,3-3 0,-5 6 0,4-3 0,-4-1 0,6 2 0,-8-6 0,7 5 0,-5-7 0,14 0 0,-13 0 0,9 0 0,-1 0 0,-1 0 0,-3 0 0,-5 2 0,4 4 0,-4-4 0,6 7 0,-8-3 0,0-4 0,0 6 0,0-8 0,0 0 0,0 0 0</inkml:trace>
  <inkml:trace contextRef="#ctx0" brushRef="#br0" timeOffset="2">12132 6826 8912,'-9'0'0,"1"0"0,8 0 0,8 0 0,1 0 0,8 0 0,1 0 0,6 0 0,11 7 0,9 3 0</inkml:trace>
  <inkml:trace contextRef="#ctx0" brushRef="#br0" timeOffset="3">12373 6980 8912,'-19'12'0,"-2"-3"0,-2-1 0,0 5 0,12-9 0,-1 8 0,8-1 0,-2 6 0,5 1 0,8-1 0,-3-8 0,8-3 0,-1-2 0,6 2 0,0-4 0,-5 5 0,-1-7 0,-5 0 0,6 2 0,1 4 0,2 3 0,1 9 0,-5-1 0,4-8 0,-11 5 0,8-9 0,-9 9 0,13-12 0,-14 5 0,13-7 0,-6 0 0</inkml:trace>
  <inkml:trace contextRef="#ctx0" brushRef="#br0" timeOffset="4">12528 6808 8912,'-8'-15'0,"-1"2"0,-1 1 0,-5 9 0,13-5 0,-6 10 0,8 4 0,0 5 0,0 10 0,0 4 0,0 2 0,0 3 0,8 3 0,-6 1 0,4 0 0,-3 1 0,3-1 0,-4-1 0,4-3 0,-4-1 0,5-8 0,-5 4 0,4-8 0,-4 0 0,0-2 0,4-3 0,-5-6 0,7-12 0,-2-6 0,0-3 0,7-2 0,-9 0 0,7 0 0,-5-1 0,5 1 0,1-6 0,5 0 0,-7 8 0,5 2 0,-4 7 0,-1 0 0,0 8 0,-3 4 0,-1-4 0,-6 13 0,0-4 0,0 5 0,0 1 0,-8 0 0,-1 0 0,-1 1 0,-5-1 0,7 0 0,-3 0 0,-3-5 0,9-1 0,-1-7 0,6-4 0,0-10 0,0-7 0</inkml:trace>
  <inkml:trace contextRef="#ctx0" brushRef="#br0" timeOffset="5">11014 14236 8912,'-8'-10'0,"4"1"0,-7 3 0,7 4 0,-6-5 0,4 7 0,5 1 0,-5 5 0,4 6 0,2 3 0,2 2 0,4 0 0,-5 1 0,5-1 0,-4 0 0,-2 0 0,6 2 0,0 4 0,-1-4 0,-5 4 0,0-4 0,2 4 0,2 0 0,2-2 0,0-2 0,-6-2 0,0 1 0,0-1 0,0-8 0,0-1 0,0-10 0,0-4 0,-2-5 0,-4-4 0,2-8 0,-7 0 0,5-6 0,-6 6 0,1 0 0,1-2 0,-3 6 0,7-4 0,-5 4 0,5 2 0,2 0 0,2-8 0,2 6 0,0-4 0,0 10 0,0 1 0,8 3 0,5-5 0,8 3 0,-2-1 0,8 3 0,-6 3 0,2 4 0,2-4 0,-4 1 0,2 1 0,-2 2 0,-2 2 0,-7 6 0,-3 1 0,-1 3 0,-2 1 0,-6 7 0,0-1 0,0 0 0,-8 0 0,4 6 0,-7 0 0,-1 0 0,-3-6 0,2-2 0,1-3 0,6 1 0,-5-7 0,7 7 0,-4-11 0,16 6 0,2-8 0,7 0 0,0 0 0,0 0 0,0 0 0,1 0 0,1 2 0,4 3 0,-10-3 0,4 4 0,-11 4 0,0 1 0,-4 1 0,-2 3 0,0 4 0,-8 2 0,-3-4 0,-10 0 0,-2 1 0,2-1 0,1 0 0,3 0 0,0-7 0,0-3 0,0-7 0,7-7 0,2-3 0,8-7 0</inkml:trace>
  <inkml:trace contextRef="#ctx0" brushRef="#br0" timeOffset="6">11341 14253 8912,'-12'17'0,"1"1"0,-1-1 0,3 0 0,-7 0 0,14 0 0,-3 0 0,3 1 0,2 1 0,0 2 0,0 2 0,0-2 0,0-10 0,7 4 0,5-3 0,3 3 0,2-5 0,1 3 0,-1-7 0,0-2 0,0-2 0,-7-2 0,13-8 0,-4-2 0</inkml:trace>
  <inkml:trace contextRef="#ctx0" brushRef="#br0" timeOffset="7">11513 14253 8912,'0'-17'0,"0"0"0,0 0 0,0-1 0,2 9 0,3 3 0,5 4 0,1 4 0,1 4 0,1 5 0,2 12 0,-3-4 0,-3 4 0,-1-4 0,6 6 0,-11-6 0,9 4 0,-8 2 0,1-2 0,-1-2 0,0-2 0,2-2 0,-1 0 0,-5-5 0,0-1 0,0-5 0,0 6 0,2-9 0,4 3 0,-4-12 0,6-3 0,-8-8 0,7-8 0,-5-2 0,6-7 0</inkml:trace>
  <inkml:trace contextRef="#ctx0" brushRef="#br0" timeOffset="8">11719 14288 8912,'-8'9'0,"5"-1"0,-9-8 0,8 7 0,-3 3 0,-1 7 0,6 0 0,-4 0 0,6 1 0,6-1 0,-2-2 0,7-3 0,1 1 0,5-7 0,0 5 0,1-5 0,-1-2 0,0-2 0,0-10 0,0-2 0</inkml:trace>
  <inkml:trace contextRef="#ctx0" brushRef="#br0" timeOffset="9">11771 14133 8912,'11'0'0,"1"0"0,-7 0 0,7 0 0,-1 0 0,1 2 0,-3 3 0,1 7 0,0 3 0,-1 2 0,3 1 0,-7-1 0,3 6 0,-2 1 0,-3 3 0,-1 4 0,-2 1 0,0 1 0,0-3 0,0-1 0,0-8 0,0 4 0,-7-8 0,-3 0 0</inkml:trace>
  <inkml:trace contextRef="#ctx0" brushRef="#br0" timeOffset="10">12098 14442 8912,'11'23'0,"1"0"0,-9 0 0,5-12 0,-8 1 0,2-6 0,2 5 0,3 3 0,3 1 0,2 2 0,5-2 0,0-3 0,0-5 0,0-7 0,8 0 0,2 0 0</inkml:trace>
  <inkml:trace contextRef="#ctx0" brushRef="#br0" timeOffset="11">12580 14253 8912,'9'8'0,"-1"1"0,-3 3 0,1-1 0,8 1 0,-7 5 0,7 2 0,-3 2 0,2 0 0,3-6 0,1 2 0,0-5 0,0-4 0,1-3 0,-1-3 0,0-2 0,0 0 0,-5-9 0,-1-9 0,-7 1 0,2-6 0,-4-3 0,-2-3 0,0 4 0,0-5 0,0 7 0,0 2 0,2-4 0,3 2 0,-3 8 0,14-1 0,-7 9 0,8-5 0,1-3 0,-1 5 0</inkml:trace>
  <inkml:trace contextRef="#ctx0" brushRef="#br0" timeOffset="12">13182 14047 8912,'-17'7'0,"-1"3"0,1 7 0,0 2 0,0 4 0,0 8 0,-1 7 0,9 0 0,3 6 0,4 0 0,2 0 0,8-6 0,1 2 0,9-9 0,-1-2 0,8-8 0,-6 3 0,4-6 0,-4-1 0,-2-8 0,0-3 0,0-4 0,1-2 0,-1-8 0,0-1 0</inkml:trace>
  <inkml:trace contextRef="#ctx0" brushRef="#br0" timeOffset="13">13337 14236 8912,'7'-10'0,"3"5"0,5 10 0,-3 7 0,1 3 0,-7 2 0,5 1 0,-5-1 0,2 0 0,-3 0 0,-1 0 0,6 0 0,-3 1 0,-1-1 0,-6 0 0,0-5 0,0-1 0,-2 0 0,-3-1 0,-5-2 0,-7-1 0,0 3 0</inkml:trace>
  <inkml:trace contextRef="#ctx0" brushRef="#br0" timeOffset="14">13509 14236 8912,'-17'0'0,"-1"0"0,7 6 0,1 1 0,3 3 0,1 1 0,6 7 0,0-1 0,0 0 0,8 0 0,3 0 0,4 0 0,3 1 0,1-7 0,4 1 0,-2-7 0,7 7 0,-7-8 0,2 1 0,-4-3 0,-1-2 0,-1-7 0,0-3 0</inkml:trace>
  <inkml:trace contextRef="#ctx0" brushRef="#br0" timeOffset="15">13578 13944 8912,'17'2'0,"0"3"0,2 7 0,2 11 0,4 7 0,2 8 0,0 6 0,1 8 0,-5 1 0,-4 5 0,-3-3 0,-5 8 0,-3 0 0,-8 6 0,-2 2 0,-4 3-520,-11-3 0,-18 5 0,-8-7 0</inkml:trace>
  <inkml:trace contextRef="#ctx0" brushRef="#br0" timeOffset="16">10446 16643 8912,'9'0'0,"5"-2"0,-9-4 0,1 3 0,-6-9 0,0 8 0,-2-3 0,-4 7 0,3 9 0,-7 6 0,0 8 0,3 4 0,-1 4 0,-3 1 0,5 3 0,-5 7 0,5 1 0,2 3 0,2 0 0,2-8 0,0 2 0,2-9 0,4-2 0,3-10 0,10 0 0,4-8 0,6-3 0,11-2 0,-2-14 0,8-3 0,2-5 0,-6-1 0,0 2 0,-7 3 0,-3-3 0,-3 4 0,-6-5 0,-6 5 0,-6-1 0,-3 1 0,-8-6 0</inkml:trace>
  <inkml:trace contextRef="#ctx0" brushRef="#br0" timeOffset="17">10532 16884 8912,'-18'0'0,"7"0"0,0 0 0,5 0 0,-6 0 0,9 0 0,-5 0 0,12 0 0,7 0 0,12 0 0,8 0 0,5-8 0,2-3 0,2-5 0,8-1 0,-11 6 0,1-1 0,-8-1 0,3-2 0,-6-3 0</inkml:trace>
  <inkml:trace contextRef="#ctx0" brushRef="#br0" timeOffset="18">10463 16763 8912,'11'16'0,"1"-5"0,-6-3 0,5-8 0,-5-2 0,5-4 0,8 0 0,8-9 0,0-4 0,11-8 0,-3 4 0,1 2 0,0-5 0,-9 8 0,-4-1 0,-4 6 0,-2 1 0,-1 1 0,-5-1 0,-11 1 0,-10-6 0</inkml:trace>
  <inkml:trace contextRef="#ctx0" brushRef="#br0" timeOffset="19">10618 16471 8912,'11'10'0,"-1"-3"0,-3 1 0,-1 1 0,-6 9 0,0 6 0,-7 3 0,-5 8 0,-9 7 0,-2 3 0,2 5 0,8 0 0,1-4 0,8 3 0,-9-7 0,7 6 0,2-6 0,2-6 0,4 1 0,4-14 0,-2 3 0,7-8 0,-7 3 0,4-19 0,-8 5 0</inkml:trace>
  <inkml:trace contextRef="#ctx0" brushRef="#br0" timeOffset="20">11031 17073 8912,'-10'-8'0,"3"4"0,7-7 0,0 5 0,1-3 0,5 1 0,4 10 0,7 9 0,0 5 0,0 1 0,-1 0 0,-3 0 0,-1 0 0,1 1 0,-5 4 0,-3 1 0,3 0 0,-2-4 0,-2 4 0,-3-4 0,-1 4 0,0-4 0,0-1 0,-7-1 0,-3 0 0,1 0 0,-7-7 0,5-4 0,-4 3 0,-3 1 0</inkml:trace>
  <inkml:trace contextRef="#ctx0" brushRef="#br0" timeOffset="21">11358 17021 8912,'-8'-9'0,"-3"3"0,3 4 0,-9 12 0,1 5 0,-5 8 0,0 4 0,4-5 0,4 7 0,1 2 0,8 1 0,-1 3 0,3-3 0,2-3 0,13 1 0,4-7 0,12-2 0,0-9 0,3-5 0,5-7 0,3 0 0,6 0 0,3-15 0,3-4 0</inkml:trace>
  <inkml:trace contextRef="#ctx0" brushRef="#br0" timeOffset="22">11891 16660 8912,'-2'-9'0,"-2"1"0,-3 0 0,-3-3 0,-3-4 0,5 3 0,2 1 0,-3 7 0,7 4 0,-4 11 0,4 5 0,2 3 0,0 4 0,0 3 0,0 9 0,0-1 0,0 1 0,0-1 0,2 0 0,2-1 0,2-5 0,0 5 0,-1-12 0,1 6 0,-2-3 0,-2-1 0,-2-5 0,0-1 0</inkml:trace>
  <inkml:trace contextRef="#ctx0" brushRef="#br0" timeOffset="23">11788 16626 8912,'-17'-2'0,"0"-4"0,7 4 0,2-13 0,8 3 0,2 3 0,4-1 0,7 1 0,6-1 0,4-3 0,2 5 0,-2 3 0,-4 3 0,4 2 0,-4-8 0,-1 6 0,-1-4 0,-6 6 0,-1 6 0,-2 6 0,-5 3 0,-1 2 0,-2 0 0,-5 0 0,-3 2 0,-2 4 0,-1-3 0,-1 4 0,1-6 0,-3-1 0,7 0 0,-3 0 0,6 0 0,-1 1 0,-1-7 0,6 0 0,0-5 0,0 6 0,8-1 0,1-1 0,8-3 0,1-1 0,-1 0 0,0 5 0,0-5 0,6 7 0,0-1 0,0-3 0,-6 3 0,-5-3 0,-3 5 0,-1-3 0,-2 1 0,-6 5 0,0 0 0,-14 2 0,-5 2 0,-4 2 0,-2-2 0,1-4 0,3-3 0,-2-3 0,0 1 0,11 3 0,1-4 0,7-3 0,-4-8 0,8-8 0,0-1 0,0-8 0</inkml:trace>
  <inkml:trace contextRef="#ctx0" brushRef="#br0" timeOffset="24">12356 16488 8912,'-17'-2'0,"-1"-3"0,7 3 0,-1-4 0,1 4 0,-6 2 0,0 0 0,-1 0 0,7 10 0,-1 7 0,3 8 0,-3 9 0,-1 6 0,7 2 0,2 2 0,3 2 0,2 4 0,5-5 0,2 3 0,3-8 0,5 0 0,-3-5 0,8-1 0,-2-7 0,4-6 0,-4-8 0,-2-7 0,1-4 0,-1-2 0,8-8 0,1-1 0</inkml:trace>
  <inkml:trace contextRef="#ctx0" brushRef="#br0" timeOffset="25">12459 16574 8912,'10'0'0,"5"0"0,-4 0 0,-1 0 0,1 0 0,1 0 0,3 2 0,-3 4 0,3 3 0,-13 3 0,4-1 0,-4 3 0,-2 7 0,0 2 0,-2 5 0,-4-5 0,2 6 0,-7-6 0,7 7 0,-10-11 0,9 4 0,-1-4 0,-2-1 0,6-1 0,-5-8 0,14-9 0,3-9 0</inkml:trace>
  <inkml:trace contextRef="#ctx0" brushRef="#br0" timeOffset="26">12648 16557 8912,'-7'10'0,"-3"5"0,1-6 0,3 9 0,-2 1 0,2 4 0,1 1 0,5 5 0,0 4 0,2-7 0,3 3 0,7 0 0,3-6 0,2 5 0,1-9 0,-1-1 0,0-3 0,0-9 0,-5-1 0,-1-5 0,3 0 0,1 0 0,2 0 0</inkml:trace>
  <inkml:trace contextRef="#ctx0" brushRef="#br0" timeOffset="27">12769 16316 8912,'0'-9'0,"0"1"0,0 8 0,7 2 0,5 4 0,3 5 0,2 6 0,3 4 0,3 2 0,-4 10 0,4-1 0,-4 6 0,-2 8 0,0-6 0,0 8 0,-7 2 0,-4 7 0,-6 1 0,-6-1 0,-6 0 0,-3-7 0,-2-2 0,-2-8 0,-4-2 0,4-9 0,2-5 0,1-6 0,7-1 0</inkml:trace>
  <inkml:trace contextRef="#ctx0" brushRef="#br0" timeOffset="28">13182 16901 8912,'0'9'0,"0"7"0,0-7 0,0 8 0,0 3 0,0 2 0,0-1 0,2 8 0,3 2 0,-3 1 0,6 3 0,-8-1 0</inkml:trace>
  <inkml:trace contextRef="#ctx0" brushRef="#br0" timeOffset="29">13715 16609 8912,'0'-18'0,"0"1"0,0 0 0,0 9 0,0 8 0,0 10 0,0 13 0,0 5 0,0 5 0,0 7 0,2 2 0,4 2 0,5 4 0,5 1 0,-5-5 0,1-2 0,1 0 0,4-11 0,6 3 0,-4-5 0,6-2 0,-2-10 0,2-9 0,2-6 0,1-2 0,1-10 0,0-7 0,-8-2 0,2-10 0,-6 0 0,-6-5 0,-3 0 0,-8-1 0</inkml:trace>
  <inkml:trace contextRef="#ctx0" brushRef="#br0" timeOffset="30">13870 16781 8912,'-9'17'0,"-1"-2"0,6-2 0,-1-1 0,1-8 0,9 1 0,7-3 0,9-4 0,2-3 0,7-5 0,-1-7 0,4 0 0,-7 0 0,7 5 0,-6 1 0,-1-3 0,-3-1 0,-11-2 0,3-8 0,-5-2 0</inkml:trace>
  <inkml:trace contextRef="#ctx0" brushRef="#br0" timeOffset="31">13853 16660 8912,'23'-2'0,"0"-3"0,7-5 0,-1-7 0,2 0 0,-3-1 0,3 1 0,-8 0 0,-2 0 0,-2 0 0,-2-8 0,1-2 0</inkml:trace>
  <inkml:trace contextRef="#ctx0" brushRef="#br0" timeOffset="32">13956 16419 8912,'0'12'0,"0"-1"0,0-7 0,0 11 0,0-3 0,0 5 0,0 6 0,0 4 0,2 7 0,4 1 0,-2 9 0,5 5 0,-1 7 0,5 9 0,-3-6 0,7 4 0,0-6 0,-5-3 0,-1-5 0,3-3 0,1-4 0,2-7 0</inkml:trace>
  <inkml:trace contextRef="#ctx0" brushRef="#br0" timeOffset="33">14283 16935 8912,'10'-11'0,"-3"1"0,1 3 0,2 1 0,-1-2 0,6 8 0,-5 0 0,0 10 0,3 5 0,-7 2 0,-1 6 0,-5 0 0,0-2 0,0 4 0,0 0 0,0 2 0,0-6 0,0 1 0,0-2 0,0-3 0,0 6 0,0 0 0,0 0 0,0-14 0,0-1 0</inkml:trace>
  <inkml:trace contextRef="#ctx0" brushRef="#br0" timeOffset="34">14610 16866 8912,'-23'12'0,"4"-1"0,4 3 0,-4 1 0,7 2 0,-3 0 0,5 8 0,1-6 0,5 6 0,-2 0 0,0 0 0,8 5 0,2-3 0,2-2 0,7-2 0,3-6 0,7 0 0,-2 1 0,-2-9 0,0-1 0,2-8 0,2 0 0,0 0 0,-6 0 0,0-8 0,0-1 0</inkml:trace>
  <inkml:trace contextRef="#ctx0" brushRef="#br0" timeOffset="35">14731 16488 8912,'-8'10'0,"6"-3"0,-11-5 0,7 4 0,0 4 0,6 7 0,0 0 0,2 0 0,4 0 0,3 6 0,9 0 0,-1 6 0,0-6 0,0 0 0,-1-6 0,-5 0 0,4-2 0,-3-3 0,3-6 0,2-4 0,-5-2 0,-3-2 0,-1-4 0,-2-11 0,-1-10 0,1-7 0,-2-1 0,6-7 0,-9 4 0,7-6 0,-2 2 0,2 4 0,1 1 0,1 5 0,1 3 0,4 4 0,-3 8 0,3 0 0,-3 8 0,-1 3 0,8 4 0,8 2 0</inkml:trace>
  <inkml:trace contextRef="#ctx0" brushRef="#br0" timeOffset="36">15299 16179 8912,'-18'-10'0,"7"3"0,-1 7 0,-1 0 0,-2 7 0,-3 5 0,1 12 0,0 11 0,0 7 0,0 11 0,1 3 0,5 1 0,3 8 0,8-11 0,2 3 0,4-4 0,3-1 0,11-10 0,1-8 0,2-9 0,-1-6 0,1-9 0,2-4 0,2-5 0,-6-16 0,4-4 0</inkml:trace>
  <inkml:trace contextRef="#ctx0" brushRef="#br0" timeOffset="37">15385 16402 8912,'0'-11'0,"0"-1"0,0 1 0,0-6 0,0 7 0,0 2 0,0 8 0,0 2 0,0 4 0,0 6 0,7 3 0,-3 2 0,6 0 0,-3 0 0,5 1 0,-5-1 0,1 0 0,0 0 0,-3 0 0,-5 1 0,0-1 0,0 0 0,0 0 0,0 0 0,0 1 0,-7-9 0,3 5 0,-8-9 0,9 1 0,-13 2 0,7 1 0</inkml:trace>
  <inkml:trace contextRef="#ctx0" brushRef="#br0" timeOffset="38">15574 16316 8912,'0'-17'0,"0"8"0,0 1 0,-6 10 0,0 4 0,1 3 0,5 8 0,0 6 0,0 2 0,0 0 0,0 0 0,7-2 0,-3-6 0,8 0 0,1 0 0,2 0 0,2-1 0,1-5 0,-9-3 0,7-8 0,-15 0 0,7 0 0</inkml:trace>
  <inkml:trace contextRef="#ctx0" brushRef="#br0" timeOffset="39">15694 15921 8912,'10'2'0,"-4"3"0,5 13 0,4 12 0,6 8 0,2 8 0,-5 12 0,-1 10 0,0 15 0,-2 4 0,-3 5 0,-5 0 0,-7-4 0,-2 1-290,-3 3 1,1-8 289,-8-9 0,-7-12 0,-7-4 0</inkml:trace>
  <inkml:trace contextRef="#ctx0" brushRef="#br0" timeOffset="40">28670 5418 8912,'-24'0'0,"3"0"0,4 0 0,3 0 0,5 0 0,4 0 0,3 0 0,2-6 0,15-2 0,8-3 0,13-2 0,9-5 0,10-4 0,5-1 0,5-3 0,-31 14 0,-1-1 0,1 1 0,0-1 0,31-17 0,-32 15 0,0-1 0,1 1 0,1-1 0,1 0 0,-2 1 0,21-9 0,-4 7 0,-9 3 0,-15 3 0,-6 3 0,-6 2 0,-9 6 0,-6 0 0,-6 0 0,-1 0 0,-4 0 0,10 0 0,-5 0 0,7 0 0,4 0 0,-2 0 0,5 0 0,0-11 0,5-3 0</inkml:trace>
  <inkml:trace contextRef="#ctx0" brushRef="#br0" timeOffset="41">29519 4823 8912,'-12'-1'0,"3"-4"0,0-3 0,2 1 0,-1-2 0,2 7 0,12-4 0,4 6 0,4 0 0,3 0 0,5 6 0,-1-2 0,9 8 0,-4-2 0,4 7 0,-3-3 0,-2 0 0,0 3 0,-3-1 0,-1 5 0,-7 0 0,0 4 0,-6 0 0,-2 1 0,-7-1 0,-7 0 0,-6 1 0,-2-1 0,0-1 0,-5-3 0,1-3 0,-1-5 0,-3-6 0,10-1 0,-4-6 0</inkml:trace>
  <inkml:trace contextRef="#ctx0" brushRef="#br0" timeOffset="42">29962 4646 8912,'-11'-6'0,"2"-2"0,2-2 0,3 1 0,3 4 0,-5 6 0,6 3 0,2 5 0,2 3 0,4 5 0,2 4 0,-1 9 0,2-3 0,-3 2 0,4-1 0,-1 0 0,-1 2 0,-2-2 0,1 2 0,3-5 0,-3 3 0,-1-7 0,-5-3 0,1-1 0,3 3 0,-5-11 0,3 2 0,-5-14 0,0-5 0,0-2 0,0-11 0,2-1 0,0-4 0,3-1 0,-3 2 0,6-3 0,-7 12 0,5-4 0,-1 2 0,-3 1 0,7 9 0,-4-1 0,5 7 0,-5 2 0,5 8 0,-2 3 0,2 2 0,-4 0 0,5-1 0,-2 1 0,2-2 0,2-2 0,-1 2 0,1-10 0,0 3 0,-1-2 0,0-4 0,-4-2 0,3 1 0,-2-5 0,2-2 0,2-1 0,-5 0 0,0 2 0,-5-2 0,3 8 0,-5-4 0,4 1 0,-4 2 0,5 4 0,-6 6 0,0-2 0,0 7 0,0 3 0,1 2 0,3-3 0,-2-1 0,3 1 0,1 0 0,-5-1 0,4 1 0,0-1 0,-1 1 0,6-6 0,-8-1 0,7-12 0,-4-2 0,-1-8 0,-4-3 0,0-4 0,0-4 0,0 1 0,0-1 0,-1 3 0,-2 2 0,-2 0 0,1 6 0,4-6 0,-1 8 0,-2 0 0,-1 4 0,0 8 0,4-4 0,1 7 0,3 4 0,7-3 0,6 7 0,6-5 0,-2 5 0,3-7 0,1 4 0,-1-6 0,-1 0 0,-4 0 0,0 0 0,-2 0 0,-5 0 0,1 0 0,-6 0 0,-1-6 0,-12 5 0,-2-3 0,-4 2 0,0 7 0,-1 0 0,0 2 0,1-4 0,0 8 0,3-2 0,0 2 0,-1 2 0,5-1 0,0 1 0,4 0 0,1-1 0,0 1 0,0 0 0,0-1 0,1 1 0,4-2 0,3-2 0,3 2 0,2-4 0,0 6 0,-1-1 0,1 1 0,0-1 0,-1 1 0,1 0 0,0-1 0,-2 1 0,-3 0 0,-1-1 0,-2 1 0,-4 0 0,5-1 0,-6 1 0,0-6 0,0-1 0,5-23 0,2-4 0</inkml:trace>
  <inkml:trace contextRef="#ctx0" brushRef="#br0" timeOffset="43">30824 4557 8912,'0'-7'0,"0"1"0,0 8 0,0 2 0,0 3 0,0 11 0,1 3 0,2 3 0,1 2 0,5-1 0,-4 0 0,2 1 0,-4 5 0,7-5 0,-6 4 0,2-5 0,-3-2 0,1-2 0,0-6 0,-4 4 0,0-7 0,1-5 0,4-3 0,-3-5 0,7-7 0,-5-2 0,5-11 0,-1-2 0,-1-1 0,4-1 0,-4 4 0,6 0 0,-5 5 0,1-1 0,1 3 0,1 7 0,-3-3 0,1 6 0,-1 0 0,5 4 0,0 6 0,-1 2 0,1 3 0,0 6 0,-1 0 0,-3 4 0,-1-4 0,1 4 0,3-3 0,1 2 0,0-4 0,-1 0 0,1-7 0,0-5 0,5-2 0,2-2 0</inkml:trace>
  <inkml:trace contextRef="#ctx0" brushRef="#br0" timeOffset="44">31292 4456 8912,'-4'8'0,"0"1"0,0-5 0,4 4 0,-4 1 0,-1 3 0,3 1 0,0 5 0,2-4 0,0 5 0,2-2 0,0 0 0,3-2 0,3 3 0,-4-1 0,6 0 0,-1-4 0,-4 5 0,6-4 0,-8 4 0,6-5 0,-5-5 0,4 1 0,-3-6 0,3 1 0,0-3 0,5-1 0,0 0 0,-1 0 0,1-5 0,4 2 0,0-4 0,-2 0 0,-1 1 0,-1 1 0,0-5 0,-1 8 0,1-2 0,4 3 0,0 1 0,0 0 0,-4 0 0,-1 0 0,1 0 0,-5 5 0,1 4 0,-6 2 0,1 2 0,-4-1 0,-4 1 0,-5 4 0,-8 1 0,-4 2 0,-3-5 0,-1 4 0,-2-3 0,-2 1 0,2 0 0,0-4 0,6-1 0,5-4 0,0-4 0,1-3 0,3-1 0</inkml:trace>
  <inkml:trace contextRef="#ctx0" brushRef="#br0" timeOffset="45">31698 4582 8912,'4'9'0,"0"-1"0,5 1 0,-5 3 0,2 2 0,-2 3 0,-3 3 0,3 5 0,-1 1 0,1-1 0,-2 0 0,4 1 0,-6-1 0,0-1 0,0-3 0,0-3 0,0-5 0,0 0 0,0-12 0,0-5 0,-6-12 0,-1-3 0</inkml:trace>
  <inkml:trace contextRef="#ctx0" brushRef="#br0" timeOffset="46">31698 4671 8912,'-6'-30'0,"-2"1"0,2-1 0,1 7 0,-1 1 0,4-1 0,-3 8 0,5-1 0,0 1 0,5 8 0,3 2 0,4 5 0,5 0 0,0 0 0,4 5 0,-3 5 0,2 6 0,1-2 0,10 4 0,2-5 0</inkml:trace>
  <inkml:trace contextRef="#ctx0" brushRef="#br0" timeOffset="47">32141 4620 8912,'-31'0'0,"5"-4"0,-4 0 0,7 0 0,2 4 0,0 0 0,-4 0 0,5 1 0,3 3 0,3 5 0,2 2 0,3 2 0,2-1 0,1 1 0,4 0 0,4-1 0,4 1 0,1 0 0,2-1 0,7 0 0,3-4 0,0-4 0,-3-2 0,6-2 0,-5 0 0,4-6 0,-4-2 0,-1-4 0,-2-2 0,-1-3 0,-1 3 0,1-5 0,0 2 0,-6 3 0,-3-3 0,2 3 0,-2 1 0,1 0 0,0 1 0,-4 5 0,5 1 0,-6 8 0,-2 3 0,-1 6 0,-1 5 0,0 6 0,4-1 0,4-2 0,0-2 0,6-3 0,-1-2 0,3 1 0,5 0 0,-3-6 0,3-3 0,3-4 0,1-4 0,3-6 0,1-6 0,1-5 0,-1-3 0,-4-2 0,-1-2 0,-2-2 0,-1-5 0,-6 4 0,-2-3 0,1 3 0,-6 6 0,0 0 0,-5 6 0,-4 7 0,3 6 0,-5 12 0,1 6 0,-3 8 0,4 8 0,-1 3 0,1 1 0,0 2 0,5 7 0,-1-2 0,-3-2 0,2-2 0,-3-1 0,5 0 0,-2-2 0,-2 2 0,-3-3 0,-7-6 0,-3 0 0,3 1 0,-10-1 0,3-1 0,-3-2 0,-1-1 0,-6-5 0,-3 1 0,-8-3 0,-3-2 0</inkml:trace>
  <inkml:trace contextRef="#ctx0" brushRef="#br0" timeOffset="48">28670 6646 8912,'-9'0'0,"1"0"0,5 0 0,-4 0 0,3 0 0,1-2 0,-5-2 0,5 3 0,-8-5 0,8 6 0,-6 0 0,7 0 0,-4-1 0,6-4 0,0 4 0,-1-5 0,-4 6 0,4 0 0,-5 0 0,6 0 0,0 0 0,6 0 0,2 0 0,5 0 0,4 0 0,4-1 0,9-3 0,3 1 0,10-6 0,3 1 0,9-5 0,-2 2-220,7 3 0,-1-4 220,4 4 0,-2 1 0,-1 0 0,1 1 0,-2 2 0,-10 4 0,-3-1-185,-3-4 185,-4 4 0,-8-6 0,-6 3 0,-6 1 0,-11-5 0,3 5 0,-9-3 432,3 0-432,-10 5 96,3-5 1,-5 6-97,3 0 0,3 0 0,-5 0 0,0 0 0,4 0 0,-7 0 0,6 0 0,-2 0 0</inkml:trace>
  <inkml:trace contextRef="#ctx0" brushRef="#br0" timeOffset="49">29607 6203 8912,'-12'-5'0,"-1"1"0,6 0 0,3 0 0,8 0 0,0 1 0,9 6 0,5 2 0,5 2 0,2 2 0,6 3 0,3 1 0,1 0 0,-1-1 0,1 5 0,-5 0 0,3 1 0,-3-1 0,-6 3 0,-7 5 0,-3 0 0,-7 1 0,-6-1 0,-6 2 0,-8 2 0,-14-2 0,5 4 0,-12-6 0,2-1 0,-2-3 0,3-4 0,5-8 0,1-4 0,0-5 0,-1 0 0</inkml:trace>
  <inkml:trace contextRef="#ctx0" brushRef="#br0" timeOffset="50">30127 5874 8912,'-2'-12'0,"-2"4"0,-3 2 0,-5 6 0,0 11 0,2 6 0,2 9 0,-2 7 0,0 3 0,2 10 0,2-4 0,6 5 0,0 0 0,0-3 0,6-2 0,2-8 0,4-5 0,0-6 0,1-2 0,1-11 0,3-2 0,-2-5 0,6-4 0,2-3 0,1-8 0,1-5 0,-1-5 0,-1 2 0,-2 1 0,0 0 0,-1 2 0,-3 0 0,-3-5 0,-2 2 0</inkml:trace>
  <inkml:trace contextRef="#ctx0" brushRef="#br0" timeOffset="51">30393 6089 8912,'-6'12'0,"-2"0"0,-2-3 0,2 0 0,-4-1 0,5 6 0,-5 3 0,-1-1 0,0 3 0,2 1 0,3-2 0,3 1 0,4 3 0,2-8 0,4 3 0,3-3 0,5-5 0,4-1 0,-2-5 0,6 1 0,-5-2 0,6-4 0,-5-2 0,-1-5 0,-2-6 0,-3-3 0,-1-1 0,-2 1 0,-5-4 0,3 6 0,-6-5 0,-2 4 0,-2-4 0,-2 6 0,-2-2 0,-3 5 0,2 0 0,-2 8 0,-2-13 0,1 10 0</inkml:trace>
  <inkml:trace contextRef="#ctx0" brushRef="#br0" timeOffset="52">30532 6063 8912,'-12'0'0,"5"0"0,0 0 0,2 0 0,3 2 0,-7 2 0,6 7 0,-1 8 0,3 0 0,1 1 0,1 2 0,3 0 0,-2-7 0,9 7 0,-3-5 0,8 0 0,1-4 0,-2-2 0,-1-2 0,0-4 0,3-5 0,-3 0 0,3 0 0,-3-10 0,-1-2 0,0-5 0,-2 0 0,-3-4 0,-2 3 0,-2-6 0,0 3 0,1 2 0,-5 2 0,0 3 0,0 2 0,0 5 0,-5 2 0,1 10 0,-1 2 0,0 5 0,4 7 0,-3 0 0,2 1 0,2 4 0,0-10 0,0 3 0,0-3 0,6-3 0,2-2 0,4-5 0,6-3 0,-4-4 0,4-4 0,1-5 0,-5-5 0,3 0 0,-3 3 0,-6-9 0,-1 7 0,-1 0 0,-3 2 0,-2 1 0,5 1 0,-5-1 0,5 5 0,-6-1 0,5 6 0,-3-8 0,3 4 0</inkml:trace>
  <inkml:trace contextRef="#ctx0" brushRef="#br0" timeOffset="53">30963 6177 8912,'-7'0'0,"-4"0"0,9 0 0,-3 0 0,5 0 0,5-5 0,4-4 0,3 2 0,4-1 0,1-2 0,5-1 0,-1-2 0,-2 0 0,-1 1 0,0-1 0,-4-5 0,1 4 0,-8-3 0,-2 3 0,-1 1 0,-4 0 0,-1 1 0,-3-1 0,-3 6 0,-6 1 0,-1 6 0,-1 0 0,-2 0 0,0 6 0,4 3 0,0 3 0,1 5 0,-1 3 0,0 5 0,1 0 0,5 1 0,1-1 0,6 0 0,0 1 0,0-5 0,1-2 0,4 0 0,3-7 0,9-3 0,-2-6 0,5 1 0,-1-3 0,3-6 0,-2-2 0,4-6 0,-3 0 0,3-5 0,-6 0 0,3-5 0,-4 4 0,-3 0 0,-1 2 0,-1 5 0,-5-1 0,-1 0 0,-6 6 0,0 7 0,0 9 0,-1 8 0,-2 4 0,-3 1 0,1 1 0,-1-2 0,2 0 0,0 0 0,-1 0 0,-3-5 0,4 0 0,-5-1 0,4-3 0,-2 1 0,4 0 0,-9-5 0,4 0 0,-2-3 0,0 2 0,2-2 0,5 0 0,-3-8 0,6-6 0,0 1 0,6-16 0,1 4 0</inkml:trace>
  <inkml:trace contextRef="#ctx0" brushRef="#br0" timeOffset="54">31267 5848 8912,'0'-12'0,"0"-1"0,0 6 0,6 1 0,2 6 0,3 7 0,2 6 0,4 5 0,1 9 0,1 1 0,-1 2 0,-1 5 0,-5-3 0,1 6 0,0 0 0,-6 0 0,-3 0 0,-3 0 0,-1-6 0,-1-4 0,-3-5 0,-3-5 0,-6-5 0</inkml:trace>
  <inkml:trace contextRef="#ctx0" brushRef="#br0" timeOffset="55">31292 6139 8912,'0'-14'0,"2"-1"0,1-2 0,1 1 0,6 2 0,-2 2 0,9-2 0,4-3 0,3 3 0,7-5 0,3 7 0,2-1 0,-2 0 0,0-1 0,0-1 0,-2-2 0,-1-5 0,-5 2 0</inkml:trace>
  <inkml:trace contextRef="#ctx0" brushRef="#br0" timeOffset="56">31698 5709 8912,'-9'-1'0,"1"-2"0,-2-1 0,4-2 0,2 2 0,3 2 0,1-2 0,0 8 0,0 5 0,0 2 0,1 3 0,3 3 0,-1 1 0,4 5 0,0-2 0,0 1 0,-4 2 0,3 2 0,-6-1 0,0 0 0,4-4 0,0 0 0,1-5 0,-5 2 0,0-5 0,0-1 0,0-6 0,0-6 0,5-6 0,-2-6 0,4-1 0,-1 0 0,3 1 0,0-1 0,2 2 0,2 2 0,0-2 0,-1 10 0,1-5 0,0 1 0,3 3 0,1-2 0,0 2 0,2 2 0,-5 0 0,8 0 0,-6 2 0,-5 2 0,2-2 0,-12 9 0,3-3 0,-2 3 0,-8 2 0,-7 5 0,-9 2 0,-6 0 0,1 4 0,-3-5 0,4 2 0,0 1 0,1-7 0,5 2 0,3-9 0,3-3 0,7-4 0,2-1 0,5 0 0</inkml:trace>
  <inkml:trace contextRef="#ctx0" brushRef="#br0" timeOffset="57">32040 5810 8912,'0'-12'0,"0"-1"0,0 0 0,0 1 0,0 5 0,4 2 0,0 10 0,1 7 0,-5 4 0,0 5 0,0 1 0,0 2 0,0 2 0,1-1 0,2 0 0,1 0 0,4 1 0,-2-1 0,1 0 0,2-5 0,-2-2 0,10-11 0,-3-1 0</inkml:trace>
  <inkml:trace contextRef="#ctx0" brushRef="#br0" timeOffset="58">32167 5671 8912,'-13'-25'0,"2"1"0,2 3 0,-2 2 0,10 12 0,-5 2 0,9 5 0,4 1 0,7 3 0,4 5 0,3 3 0,3 4 0,-3 1 0,3 0 0,2-5 0,6 1 0</inkml:trace>
  <inkml:trace contextRef="#ctx0" brushRef="#br0" timeOffset="59">32433 5823 8912,'-20'-6'0,"-3"-1"0,7-5 0,-3 5 0,2 2 0,3 2 0,-3 1 0,3-3 0,7 1 0,-3 6 0,6 2 0,1 4 0,2 4 0,1 0 0,0 1 0,0 4 0,0 0 0,4 1 0,2-3 0,-1 2 0,1-1 0,4-4 0,-2-2 0,4-1 0,0-7 0,1 4 0,0-6 0,-1 0 0,0-6 0,-3-2 0,0-5 0,1-3 0,1 1 0,0-7 0,-1 5 0,-1 2 0,-7-5 0,8 6 0,-6-3 0,5 3 0,-5 1 0,0 6 0,-2 2 0,2 6 0,4 3 0,-2 3 0,5 2 0,-2-1 0,2 2 0,2 0 0,-1-2 0,2 2 0,3-6 0,-3 1 0,3-5 0,3 0 0,-6-2 0,3-2 0,1-3 0,-1-6 0,-1 1 0,-4-5 0,-2-2 0,-1 0 0,-2 2 0,1-4 0,-2 5 0,-6-1 0,0 3 0,0 7 0,0 3 0,0 8 0,1 5 0,3 8 0,-2-2 0,2 6 0,-3 2 0,-1 1 0,0 1 0,0 0 0,0 1 0,0-1 0,0-5 0,0 3 0,0-3 0,0 0 0,-1-2 0,-3-5 0,-3-2 0,-6-3 0,-4-2 0,0-6 0,-5-6 0,2-1 0</inkml:trace>
  <inkml:trace contextRef="#ctx0" brushRef="#br0" timeOffset="60">32103 5519 8912,'-8'-7'0,"1"1"0,1 1 0,-4 3 0,2-2 0,-3 3 0,-2 6 0,0 5 0,1 6 0,3-1 0,2 6 0,1 2 0,1-4 0,1 3 0,2-3 0,-2 2 0,3-4 0,6-3 0,2-1 0,6-2 0,1-2 0,3-5 0,-2-4 0,6-4 0,2-5 0,1-2 0,-4-6 0,-3-1 0,-3-2 0,-6 5 0,-1-2 0,-1 3 0,-3 1 0,-2 0 0,-7 2 0,-4 3 0,-5 3 0,1 4 0,-9 2 0,6 4 0,1-4 0,3 5 0</inkml:trace>
  <inkml:trace contextRef="#ctx0" brushRef="#br0" timeOffset="61">28467 8076 8912,'13'0'0,"-5"0"0,2 0 0,3-1 0,2-4 0,1-3 0,2 1 0,0-2 0,2 0 0,7-3 0,7 1 0,4 1 0,4 2 0,-1 1 0,5-3 0,1 3 0,-2 1 0,-2-2 0,-5 4 0,-1-2 0,0 3 0,-2-2 0,1-1 0,0 0 0,-1-4 0,3 3 0,0-4 0,0 3 0,-6-4 0,-2 11 0,-9-5 0,-4 1 0,-9 3 0,-2-3 0,-6 5 0,0 0 0,-6 0 0,5 0 0,-5 0 0,6 0 0,6 0 0,1 0 0</inkml:trace>
  <inkml:trace contextRef="#ctx0" brushRef="#br0" timeOffset="62">29443 7608 8912,'8'0'0,"1"0"0,-5 0 0,4 0 0,1 0 0,3 1 0,1 3 0,0 5 0,1 3 0,3 5 0,-2 3 0,6 7 0,2 2 0,-3-1 0,1 6 0,-6-4 0,2 2 0,-3-1 0,-7 4 0,-1-8 0,-6 1 0,-2-3 0,-2 1 0,-4-8 0,-9 7 0,3-8 0,-3 0 0,1-3 0,-1-1 0,3-6 0,-2-3 0,1-8 0,3-3 0</inkml:trace>
  <inkml:trace contextRef="#ctx0" brushRef="#br0" timeOffset="63">29797 7519 8912,'13'0'0,"0"0"0,-1 0 0,1-4 0,0 0 0,-5 1 0,-1 7 0,-1 4 0,0 15 0,-2 6 0,-3 8 0,3 5 0,-4 7 0,-2 6 0,-3-1 0,1-4 0,4-3 0,0-4 0,2-10 0,0-5 0,3-6 0,4-5 0,0-8 0,4-5 0,3-3 0,-1-6 0,8-4 0,-1-8 0,2 2 0,1-6 0,-4 0 0,0-5 0,2 1 0,-5 5 0,0-4 0,-5 5 0</inkml:trace>
  <inkml:trace contextRef="#ctx0" brushRef="#br0" timeOffset="64">30140 7696 8912,'4'17'0,"0"0"0,0-2 0,2 0 0,-5-3 0,3 1 0,2-1 0,-2 1 0,1 0 0,0-1 0,-3-3 0,2-1 0,1-3 0,0 3 0,0-5 0,0 1 0,-3-3 0,7-1 0,-6 0 0,8-1 0,-4-3 0,0-5 0,4-8 0,-4 3 0,5-4 0,-3 1 0,0 0 0,-6-1 0,1 3 0,-3-2 0,-1 0 0,0 4 0,-1 1 0,-3-1 0,-3 6 0,-6-3 0,0 6 0,1-6 0,-1 9 0,0-5 0</inkml:trace>
  <inkml:trace contextRef="#ctx0" brushRef="#br0" timeOffset="65">30418 7633 8912,'-12'-13'0,"3"2"0,1 3 0,5 2 0,-3 9 0,6 4 0,0 5 0,0 4 0,2 1 0,2 0 0,-3 5 0,11-4 0,-5 5 0,0-2 0,4-5 0,-3 2 0,4 0 0,0-4 0,1 3 0,0-9 0,-1 4 0,1-11 0,0 3 0,-1-2 0,1-8 0,0-5 0,-2-7 0,-3-2 0,2 0 0,-6-1 0,6-3 0,-3 5 0,0-1 0,3 2 0,-6 5 0,-1 0 0,-1 6 0,3 2 0,-3 10 0,3 6 0,-5 6 0,0-1 0,0 4 0,5-6 0,0 2 0,2-1 0,-3-8 0,5-3 0,-1-3 0,5-6 0,0-4 0,-1-4 0,0-3 0,-4-6 0,3-1 0,-5-3 0,2 1 0,2-5 0,-6 2 0,-1 3 0,-1 2 0,-2 8 0,0-2 0,-6 9 0,3 2 0,-5 6 0,5 0 0,-8 0 0,4 0 0</inkml:trace>
  <inkml:trace contextRef="#ctx0" brushRef="#br0" timeOffset="66">31077 7367 8912,'-8'-13'0,"1"1"0,0 1 0,0 2 0,4 3 0,-3 8 0,6 2 0,1 7 0,2 8 0,2 0 0,4 2 0,-3 5 0,4-1 0,-2 0 0,1 1 0,2-2 0,-1-2 0,-3-1 0,-1 2 0,-1-1 0,-2 1 0,1-2 0,0-6 0,-4 4 0,2-8 0,2-3 0,-3 4 0,5-11 0,-6 5 0,0-12 0,1-4 0,4-5 0,-2-1 0,5-4 0,2 2 0,1 3 0,-4-5 0,4 6 0,-2-2 0,2 7 0,2-3 0,-1 4 0,7 2 0,-5-4 0,3 6 0,-3 1 0,-2 2 0,1 1 0,0 0 0,-2 1 0,-3 4 0,-3 3 0,-4 3 0,-1 2 0,0 0 0,-6 4 0,-2-1 0,-7 3 0,-2-2 0,-4-2 0,4 6 0,0-5 0,4 0 0,0-1 0,1-4 0,-1-1 0,0-2 0,6-5 0,2 1 0,5-8 0,0-14 0,0-9 0</inkml:trace>
  <inkml:trace contextRef="#ctx0" brushRef="#br0" timeOffset="67">31482 7468 8912,'0'-12'0,"0"-1"0,0 6 0,6 1 0,-4 6 0,7 10 0,-4 4 0,-3 5 0,0 2 0,-2 4 0,0 0 0,1 1 0,3-1 0,-2 0 0,2 1 0,-3-1 0,-1-1 0,0-2 0,0-2 0,0-2 0,0-6 0,0-1 0,0-4 0</inkml:trace>
  <inkml:trace contextRef="#ctx0" brushRef="#br0" timeOffset="68">31482 7506 8912,'-4'-32'0,"0"2"0,0 4 0,4 0 0,1 3 0,3 1 0,-2 4 0,9 5 0,-2 2 0,2 3 0,1 2 0,1 6 0,1 0 0,3 0 0,-3 0 0,10 2 0,-4 2 0,0 4 0,3-1 0,-3 2 0,1-1 0,0-1 0,-5-1 0,6-6 0,-5 1 0,-1 3 0,-2-2 0,-1 3 0,-1-5 0,1 0 0,-6 6 0,-1-5 0,-12 5 0,-1-6 0,-6 0 0,1 6 0,3 1 0,1 5 0,-2 1 0,4 0 0,-4-1 0,6 1 0,-2 0 0,2-1 0,3 1 0,-3 0 0,2-1 0,2 1 0,0 0 0,0-6 0,2-2 0,2-5 0,3 0 0,6-5 0,-1-5 0,1-6 0,0 2 0,3-10 0,1 3 0,-1-3 0,-8-1 0,4 4 0,-5 1 0,1 2 0,0 3 0,-5 0 0,1 3 0,-2 5 0,-2 3 0,0 8 0,0 3 0,4 10 0,0 1 0,-1 2 0,-1-5 0,-1 8 0,2-6 0,1-2 0,6-1 0,-2-1 0,4-1 0,0 1 0,1-6 0,0-3 0,-1-2 0,1-2 0,5 0 0,-2-6 0,3-2 0,0-4 0,-2 0 0,0-5 0,-1 0 0,1-6 0,-4 2 0,-2 2 0,-1-2 0,-1-2 0,-7 3 0,3 1 0,-4 0 0,-1 4 0,0 7 0,0 0 0,0 4 0,0 3 0,0-3 0,0 8 0,0 0 0,0 9 0,4-3 0,2 8 0,1 0 0,-4 0 0,1 5 0,-1-2 0,1 2 0,-3-5 0,4 6 0,-10-3 0,-3 3 0,-8 1 0,0 0 0,-7 1 0,2-1 0,-9 0 0,2 1 0,-6-1 0,-1 0 0,-3-5 0,-4-3 0,-5-3 0,-2-1 0,-1-1 0</inkml:trace>
  <inkml:trace contextRef="#ctx0" brushRef="#br0" timeOffset="69">30127 5608 8912,'-9'0'0,"1"0"0,-2 0 0,5-2 0,0-2 0,4 1 0,2-4 0,4 0 0,3 0 0,3 3 0,2-3 0,0 0 0,-1 0 0,5 3 0,0-3 0,0 1 0,1 3 0,-4 2 0,3 1 0,-3 0 0,-1 0 0,-2 5 0,-2 5 0,-5 6 0,-3 8 0,-2 7 0,-3 1 0,-3 2 0,-6 8 0,0 0 0,5 0 0,-1-4 0,1-1 0,-1-2 0,1-1 0,5-6 0,-2-3 0,5-8 0,0-3 0,0-7 0,1 3 0,5-7 0,6-5 0,7-3 0,6-14 0,2-2 0,2-3 0,2 3 0,3 0 0,-4 2 0,-9-3 0,0 0 0,-9 5 0,4-11 0,-9 1 0</inkml:trace>
  <inkml:trace contextRef="#ctx0" brushRef="#br0" timeOffset="70">30203 5785 8912,'-13'0'0,"5"0"0,-1 0 0,5 0 0,-4 0 0,5-6 0,3 3 0,8-5 0,9 0 0,10-4 0,10 2 0,3 2 0,4 0 0,-2-5 0,3-5 0,6-2 0</inkml:trace>
  <inkml:trace contextRef="#ctx0" brushRef="#br0" timeOffset="71">30583 5696 8912,'-20'0'0,"3"0"0,3 0 0,7 0 0,2 0 0,6 0 0,3 0 0,3-5 0,6 3 0,0-3 0,-1-1 0,5 3 0,0-5 0,0 1 0,-4-2 0,5-2 0,-4 4 0,2-6 0,-7 1 0,-3 5 0,-6 0 0,-1 4 0,-4-1 0,-2-1 0,-5 7 0,-1 1 0,0 1 0,-5 6 0,4-2 0,-2 8 0,7 0 0,-3 7 0,11-8 0,-3 7 0,2-6 0,2 5 0,0-5 0,2 1 0,2-3 0,3-1 0,6-1 0,-1-1 0,1-2 0,5-3 0,-4-6 0,10-6 0,-4-1 0</inkml:trace>
  <inkml:trace contextRef="#ctx0" brushRef="#br0" timeOffset="72">30798 5658 8912,'-4'-12'0,"-2"-1"0,-1 0 0,5 6 0,-4-4 0,6 3 0,0 2 0,6 0 0,2 6 0,3 0 0,8 0 0,-5 5 0,3-1 0,-3 6 0,-2-2 0,0 3 0,-3 2 0,0 0 0,-5-1 0,3 1 0,-1 0 0,-2-1 0,-4-3 0,0-1 0,0-5 0,-1 3 0,-4-6 0,4 0 0,-5-6 0,6-2 0,0-4 0,0 0 0,6-5 0,4 0 0,5 1 0,1-2 0,5 1 0,-4 0 0,4 5 0,0-1 0,0 2 0,-1 2 0,-2 5 0,-5 3 0,-5 1 0,-5 5 0,3 2 0,-6 6 0,-6 0 0,3-1 0,-4 1 0,2 0 0,-5-1 0,8-3 0,-2-1 0,3-4 0,1 5 0,0-5 0,0 5 0,1-7 0,3 3 0,5-4 0,2-7 0,2-1 0,-1-5 0,1-1 0,-6 0 0,3 1 0,-4-1 0,1 0 0,-5 1 0,3-1 0,-4 5 0,-1-1 0,0 1 0,0-1 0,0 1 0,0-1 0,-4-3 0,0-1 0,-6-5 0,3-2 0</inkml:trace>
  <inkml:trace contextRef="#ctx0" brushRef="#br0" timeOffset="73">31242 5279 8912,'5'7'0,"2"2"0,6-1 0,0 1 0,-1 5 0,7 3 0,2 0 0,-1 3 0,1 5 0,0 6 0,-1 1 0,-4 6 0,-2 0 0,-6 0 0,-3 0 0,-5 0 0,-7 0 0,-7-1 0,-10-3 0,-7-9 0,-13-7 0,-1-5 0</inkml:trace>
  <inkml:trace contextRef="#ctx0" brushRef="#br0" timeOffset="74">30114 5393 8912,'-18'7'0,"4"4"0,-4-4 0,5 5 0,2 7 0,2 3 0,5 8 0,3 8 0,1 7 0,1 5 0,5 4 0,6 1 0,2 5 0,9-1 0,2 2 0,3-2 0,0-4 0,5-9 0,-6-8 0,4-7 0</inkml:trace>
  <inkml:trace contextRef="#ctx0" brushRef="#br0" timeOffset="75">28721 12709 8912,'-13'0'0,"0"0"0,1 0 0,-1 0 0,0 0 0,5 0 0,-1 0 0,7 0 0,-4 0 0,5 0 0,-4 0 0,4 0 0,-6 0 0,3 0 0,2 0 0,-9 0 0,8 0 0,-5 0 0,5 0 0,-3 0 0,6 0 0,0 0 0,7 0 0,6 0 0,5-5 0,8 1 0,10-11 0,-1 6 0,12-8 0,-1 2 0,5 0 0,0-2 0,5-6 0,0 8 0,5-5 0,-2 2 0,-6 1 0,1 4 0,-5 1 0,-2-1 0,-7 6 0,3-3 0,-10 6 0,-6-2 0,-6 2 0,-5 1 0,1-5 0,-9 5 0,-2-3 0,-6 6 0,-6 0 0,5-5 0,-5 3 0,0-5 0,-2 3 0,-9-3 0,-3-6 0</inkml:trace>
  <inkml:trace contextRef="#ctx0" brushRef="#br0" timeOffset="76">28860 12266 8912,'-14'-6'0,"0"-2"0,0-2 0,2 1 0,7 4 0,-4 5 0,5 0 0,-4 0 0,3 7 0,-3 5 0,-2 8 0,-5 5 0,-2 4 0,1 0 0,-3 6 0,3-2 0,-5 5 0,-1 0 0,-2-1 0,2 0 0,3-2 0,0-1 0,-3-6 0,9 3 0,-1-8 0,4-7 0,8 1 0,-4-10 0,7 5 0,4-4 0,3-1 0,9-4 0,4 1 0,9 0 0,3-4 0,7 0 0,6 0 0,1 0 0,10-4 0,-3-2 0,1-1 0,0 5-691,-5-3 691,-5 4 0,-1-3 0,-6 0 0,-3-1 0,0 5 0,1 0 0,-3 0 0</inkml:trace>
  <inkml:trace contextRef="#ctx0" brushRef="#br0" timeOffset="77">30038 11582 8912,'-5'-13'0,"-2"1"0,-1-1 0,4 1 0,3-1 0,1 6 0,0 3 0,0 8 0,0 4 0,0 9 0,0 4 0,0 3 0,1 7 0,2 1 0,1 1 0,6 3 0,-1-2 0,2 3 0,2 1 0,-1-6 0,-3 0 0,-1-4 0,2 2 0,1-5 0,2-4 0,0-5 0,-1 1 0,1-9 0,0-4 0,-1-2 0,1-2 0,-6-6 0,-3-2 0,-2-9 0,-2-3 0,0-5 0</inkml:trace>
  <inkml:trace contextRef="#ctx0" brushRef="#br0" timeOffset="78">30342 11734 8912,'-12'-7'0,"-1"1"0,0 6 0,1 0 0,3 2 0,1 3 0,-2 8 0,4 0 0,-1 11 0,3-3 0,3 3 0,-4 1 0,5 0 0,5 1 0,3-1 0,3-1 0,2-3 0,0-3 0,-1-5 0,1-6 0,4 3 0,0-6 0,-2-1 0,-1-3 0,-1-4 0,0-6 0,-1-6 0,1 1 0,0-6 0,-5 0 0,1-5 0,-7 1 0,3 0 0,-4-1 0,-5 1 0,0 0 0,-6 5 0,1 3 0,-2 3 0,2 3 0,1 2 0,-2 5 0,-1-3 0,-2 6 0,1-5 0</inkml:trace>
  <inkml:trace contextRef="#ctx0" brushRef="#br0" timeOffset="79">30570 11645 8912,'0'-12'0,"0"-1"0,0 0 0,0 1 0,0 5 0,0 3 0,0 8 0,0 3 0,0 7 0,0 3 0,0 4 0,6-3 0,-3 5 0,5-6 0,-1 4 0,2-5 0,2 6 0,-3-6 0,4 0 0,-5-2 0,4-6 0,-3-1 0,4-1 0,2-2 0,1-4 0,2 0 0,-1 0 0,-2-5 0,-3-7 0,-1-6 0,-2-2 0,1 5 0,-2-8 0,-3 5 0,-3-1 0,-1 3 0,0-2 0,0 5 0,0 0 0,0 6 0,0 7 0,0 9 0,0 2 0,0 6 0,0 0 0,0 0 0,0-5 0,0 1 0,0 0 0,2-1 0,2 1 0,-1-6 0,5-3 0,1-2 0,2-5 0,-1-4 0,-2-6 0,-5-8 0,3 6 0,-5-6 0,3-2 0,-2 5 0,3-5 0,-5 6 0,0 0 0,0-1 0,0 4 0,0-3 0,0 3 0,0 7 0,6-4 0,4 4 0,5 0 0,-1 1 0,6 2 0,-3 0 0,4 1 0,-1 2 0,1 1 0,0 0 0,-1 0 0,-8 0 0,0 5 0,-4 4 0,-2 2 0,-1 2 0,-5-1 0,0 1 0,0-1 0,0 1 0,0 0 0,0-1 0,0 1 0,0 0 0,0-1 0,0-5 0,0 5 0,6-11 0,2 3 0,-2-8 0,5-3 0,-2-6 0,-4-3 0,1-1 0,-2 1 0,1 2 0,-1-4 0,-4 4 0,0-3 0,0 3 0,0-4 0,0 8 0,0-3 0,0 2 0,0 5 0,-2-4 0,-2 6 0,-2 6 0,-3 6 0,2 5 0,1 4 0,-4-3 0,9 9 0,-4-3 0,4 0 0,1-2 0,0-1 0,0 0 0,0 0 0,1-6 0,4-3 0,-2 2 0,5-5 0,0-1 0,5-4 0,0 0 0,4 0 0,0 0 0,-1-6 0,-1-2 0,1-4 0,-2-2 0,2-1 0,-5-2 0,-2 2 0,-7 0 0,8 3 0,-5-1 0,-1 6 0,-4-4 0,0 9 0,0-3 0,0 6 0,0 3 0,4 4 0,0 4 0,-1 1 0,4 1 0,0 1 0,0 2 0,-3-1 0,3-2 0,-5-2 0,3 1 0,1 0 0,-5-1 0,5 1 0,-7 0 0,-4-1 0,-2 1 0,-7-2 0,-1-1 0,-2-1 0,0-2 0,4 1 0,1-2 0,-1-6 0,0 0 0,1-6 0,-1-1 0</inkml:trace>
  <inkml:trace contextRef="#ctx0" brushRef="#br0" timeOffset="80">31622 11202 8912,'0'13'0,"0"0"0,0 5 0,0 3 0,0-3 0,4 11 0,0-4 0,1 3 0,-1 2 0,0-1 0,6 1 0,-9-5 0,3-1 0,-2-3 0,3 3 0,3-5 0</inkml:trace>
  <inkml:trace contextRef="#ctx0" brushRef="#br0" timeOffset="81">31482 11532 8912,'0'-13'0,"0"0"0,6 1 0,3-1 0,3 0 0,5 1 0,7-1 0,7 0 0,3 1 0,5-1 0,-1 0 0,2 2 0,-9 3 0,-5 3 0,3 4 0,-21 2 0,0 4 0,-10 7 0,-5 8 0</inkml:trace>
  <inkml:trace contextRef="#ctx0" brushRef="#br0" timeOffset="82">30811 12177 8912,'0'13'0,"0"-1"0,1 1 0,4 0 0,2-1 0,5 2 0,1 2 0,0 1 0,-1 0 0,1-5 0,0 1 0,-1 0 0,-3-2 0,-1-1 0,2-2 0,1-5 0,2 1 0,0-2 0,-5-12 0,1-4 0,0-5 0,3-2 0,0-4 0,5 0 0,0-1 0,-1 1 0,-2 4 0,-2 0 0,1 1 0,0-1 0,5 3 0,2 5 0</inkml:trace>
  <inkml:trace contextRef="#ctx0" brushRef="#br0" timeOffset="83">31242 12114 8912,'7'-13'0,"-2"6"0,-5-4 0,0 4 0,-5 0 0,-2 7 0,-4 7 0,1 7 0,1 3 0,2-2 0,-3 6 0,3 0 0,2-1 0,0 4 0,1-9 0,0 5 0,1-2 0,2-1 0,1-4 0,0 0 0,0-1 0,1-5 0,3-2 0,3-4 0,6-11 0,0-3 0,-1-1 0,5-5 0,0-2 0,-1-2 0,-2 2 0,-2-3 0,5 10 0,0-3 0,-1 3 0,-8 7 0,3-3 0,-2 6 0,-4 0 0,1 5 0,-6 3 0,0-2 0,0 9 0,0-2 0,0-4 0,0 2 0,0-3 0,0-2 0,0 3 0</inkml:trace>
  <inkml:trace contextRef="#ctx0" brushRef="#br0" timeOffset="84">31470 12101 8912,'8'0'0,"1"0"0,-6 0 0,4-4 0,-3 0 0,-3-1 0,6 5 0,-3 0 0,-2 0 0,9 0 0,-5 2 0,4 2 0,-2 5 0,-5 2 0,2-3 0,-3 1 0,2 1 0,-2-3 0,2 1 0,-3-4 0,-1 5 0,0-7 0,2 8 0,2-5 0,-3-1 0,10-4 0,-5-6 0,3-2 0,2-4 0,-3-2 0,4-3 0,2 3 0,0-2 0,0 1 0,-3 3 0,-1-1 0,3 0 0,-6 6 0,4-4 0,-8 10 0,5-3 0,-5 2 0,3 2 0,-6 0 0,1 4 0,2 2 0,1 1 0,0-4 0,-4 8 0,0-2 0,2-2 0,2 1 0,-3 0 0,3 5 0,-2 0 0,-2-1 0,0 1 0</inkml:trace>
  <inkml:trace contextRef="#ctx0" brushRef="#br0" timeOffset="85">31761 11962 8912,'0'-20'0,"0"-2"0,0 5 0,0-1 0,0 1 0,0 3 0,0-3 0,0 3 0,2 7 0,2 2 0,-3 4 0,11 1 0,0 6 0,8 1 0</inkml:trace>
  <inkml:trace contextRef="#ctx0" brushRef="#br0" timeOffset="86">31964 11975 8912,'-13'-7'0,"1"-3"0,0 4 0,2 0 0,2 1 0,0 1 0,-1 5 0,1 3 0,-2 5 0,4 2 0,-1 3 0,4 1 0,-1 2 0,0 0 0,4-4 0,0 4 0,0 0 0,6-1 0,1-3 0,0 0 0,4-6 0,-4-2 0,6-5 0,-5 0 0,0 0 0,1-4 0,2-1 0,-2-2 0,2-8 0,-4 1 0,6-2 0,-1 1 0,-5 3 0,5 1 0,-4 2 0,-1-2 0,1 2 0,-5 4 0,9-5 0,-4 6 0,3 0 0,-2 8 0,-1 1 0,2 2 0,1 2 0,2 2 0,0-1 0,-1-2 0,1 1 0,0 3 0</inkml:trace>
  <inkml:trace contextRef="#ctx0" brushRef="#br0" timeOffset="87">32268 11937 8912,'-8'7'0,"-1"-3"0,5-1 0,-5 1 0,7-3 0,-10 11 0,4-4 0,2-1 0,2 1 0,-3 1 0,6 4 0,-4-1 0,4-3 0,0-1 0,-2 2 0,-1 1 0,-1 2 0,5-1 0,2 1 0,2 0 0,-3-6 0,11-2 0,-10 0 0,7-1 0,-6-1 0,2-6 0,0-3 0,-1-1 0,6-1 0,-8-9 0,7-1 0,1-2 0,-5 4 0,7-2 0,-4 6 0,2-1 0,-2 0 0,4 2 0,-4 3 0,3-2 0,2 5 0,0 3 0,-1 0 0,0 4 0,-1 0 0,2 3 0,-9 5 0,13-5 0,-8 5 0,7-2 0,-2 1 0,4 2 0,-5-2 0,5 2 0,2-4 0</inkml:trace>
  <inkml:trace contextRef="#ctx0" brushRef="#br0" timeOffset="88">32648 11721 8912,'-13'-19'0,"5"-1"0,-1 3 0,1 7 0,-5-2 0,-4 7 0,1 1 0,-7 8 0,2 5 0,1 9 0,-1 7 0,-1 8 0,3 5 0,2 4 0,5-1 0,3 4 0,5-2 0,3 0 0,3-7 0,6-2 0,4-5 0,9-3 0,0-5 0,9-3 0,-2-11 0,5-3 0,-3-2 0,0-4 0,-5-2 0,1-4 0,-1-9 0,0-4 0,1-3 0,-7-2 0,0-3 0,-7-1 0,1 2 0,-6-3 0,-3 2 0,-2 5 0,-2 6 0,0 5 0,-2 6 0,-2 3 0,-3 2 0,-1 14 0,-1 4 0,-1 7 0,5 2 0,0 1 0,4 0 0,1 4 0,1-3 0,5 2 0,7-2 0,6-2 0,5-5 0,10-3 0,8-9 0,12-4 0,6-2-293,9-2 0,-4-6 0,4-1 0</inkml:trace>
  <inkml:trace contextRef="#ctx0" brushRef="#br0" timeOffset="89">30570 14785 8912,'7'-6'0,"0"5"0,-4-5 0,1 0 0,1 5 0,-7-5 0,-2 6 0,-3 0 0,0 2 0,3 2 0,2-3 0,2 5 0,0-6 0,0 0 0,0-6 0,0 5 0,0-5 0,0 6 0,0 0 0,-5 0 0,2 2 0,-6 2 0,5-3 0,-4 4 0,-5 0 0,-4-1 0,-5 6 0,1-3 0,-9 4 0,-4-2 0,-2 2 0,-2-4 0,0 6 0,0 0 0,0-1 0,4 1 0,1-1 0,2 1 0,3-4 0,7-1 0,-1-1 0,5 1 0,0 4 0,4-7 0,1 5 0,-1-1 0,-4-7 0,0 4 0,0 0 0,-1 2 0,4-2 0,-3-2 0,-3 3 0,0-1 0,-5 4 0,0-2 0,-1-4 0,1 5 0,-2-1 0,-2 5 0,-2-2 0,-3-3 0,-3 4 0,5-5 0,-6 7 0,0 3 0,-6-3 0,-1 5 0,-5-2 0,-1-1 0,0 3 0,1 0 0,0-2 0,4-5 0,8 1 0,8 0 0,5-2 0,4-3 0,-2 3 0,7-2 0,-1-3 0,4-2 0,0-3 0,1 3 0,-1 1 0,5-1 0,-1-4 0,5 0 0,-5 0 0,7 0 0,-4 0 0,6 0 0,-6 0 0,5 0 0,-5 0 0,6 0 0,0 0 0,0 0 0</inkml:trace>
  <inkml:trace contextRef="#ctx0" brushRef="#br0" timeOffset="90">29063 14974 8912,'0'-8'0,"0"0"0,-2 5 0,-2-1 0,3 8 0,-11 3 0,4 5 0,-3 1 0,-2 0 0,0 4 0,1 0 0,-1-2 0,0-1 0,1-1 0,-1-1 0,0 1 0,1 0 0,-1-1 0,0-5 0,5 5 0,-2-4 0,-3 3 0,-2 2 0,-1 0 0,2 1 0,2 3 0,-7-3 0,-2 10 0,-7-3 0,-2 3 0,1 1 0,-2 0 0,3 5 0,-6-1 0,11-1 0,2-7 0,6 2 0,2-6 0,6-5 0,3-3 0,3-6 0,1 2 0,5-5 0,4 0 0,2 0 0,2 0 0,-1 0 0,1 0 0,-5 0 0,-1 2 0,-1 2 0,4-3 0,-9 5 0,6-6 0,-2 0 0,-3 1 0,7 2 0,-1 3 0,-1 1 0,5-4 0,-4 1 0,7 2 0,2-2 0,4 6 0,-4-2 0,6-1 0,-1 0 0,4 0 0,-1 0 0,3-4 0,-8 7 0,4-6 0,-3-1 0,-3 3 0,-5-2 0,-2 1 0,-2 0 0,2-4 0,-10 5 0,5-6 0,-6 0 0,0 0 0,-6 0 0,5 0 0,-6 0 0,3 0 0,2 0 0,-3 0 0,5 0 0,0 0 0,-6 0 0,-1 0 0</inkml:trace>
  <inkml:trace contextRef="#ctx0" brushRef="#br0" timeOffset="91">30798 14278 8912,'-1'-21'0,"-2"1"0,-3 4 0,1 3 0,-1 3 0,3 0 0,2 5 0,1 5 0,0 9 0,0 6 0,0 1 0,4 11 0,0-2 0,1 4 0,0 2 0,-2-1 0,4 6 0,-1-3 0,2-3 0,-4 2 0,-1 1 0,-1-1 0,-2-4 0,0 3 0,0-6 0,0-1 0,0-3 0,0 2 0,0-6 0,0 0 0,-6-10 0,5-2 0,-5-6 0,6-3 0,0-6 0,1-6 0,4-5 0,2-3 0,5-1 0,1 0 0,0-1 0,-1 2 0,1 3 0,0 4 0,-1 3 0,1 2 0,0 1 0,-1 2 0,1 3 0,0 8 0,-2 2 0,-3 5 0,4 7 0,-7 0 0,5 5 0,-1 1 0,-1-3 0,3 3 0,-2-5 0,2 0 0,-3-4 0,4-2 0,0-3 0,1-2 0,-2-7 0,-1-4 0,-1-3 0,-1-3 0,1-6 0,-2-2 0,-2 0 0,1-2 0,-2-5 0,-3 1 0,5 4 0,-6 0 0,0 5 0,0 0 0,0 1 0,0 8 0,6 7 0,-5 7 0,3 6 0,-2 0 0,2 4 0,0 0 0,2 4 0,-2-4 0,-1 4 0,4-3 0,-1 0 0,-4 0 0,5 5 0,-5-9 0,2 3 0,-3-3 0,-1-1 0,0-1 0,0 1 0,0 0 0,0-8 0,0-5 0,-1-8 0,-3-8 0,2-3 0,-2-7 0,3 1 0,1-6 0,0-1 0,0-1 0,0-3 0,0 9 0,0-2 0,0 2 0,0-1 0,0 1 0,0 3 0,0 7 0,1 5 0,3 7 0,5 4 0,2 1 0,0 6 0,-2 2 0,8 3 0,-3 2 0</inkml:trace>
  <inkml:trace contextRef="#ctx0" brushRef="#br0" timeOffset="92">31571 14380 8912,'-13'0'0,"-5"0"0,4 0 0,-3 0 0,3 5 0,6 2 0,-1 6 0,1-1 0,1 1 0,-3 0 0,6-1 0,1 1 0,1 0 0,2-1 0,0 1 0,0 0 0,6-2 0,3-3 0,2 4 0,1-7 0,1 4 0,0-2 0,-1-3 0,1 2 0,0 2 0,-2-2 0,-2-1 0,2-3 0,-4 8 0,4-5 0,-2 2 0,2 2 0,-10 3 0,3 1 0,2 1 0,-2 3 0,1-2 0,-5 6 0,0 2 0,-2 1 0,-1 1 0,-2 1 0,-2-1 0,2 0 0,-3 0 0,0-5 0,-1 4 0,1-3 0,3-4 0,-2-3 0,2-4 0,0-7 0,11-3 0,1-7 0</inkml:trace>
  <inkml:trace contextRef="#ctx0" brushRef="#br0" timeOffset="93">31723 14304 8912,'6'-26'0,"-5"5"0,3 0 0,2 10 0,-2-2 0,2 9 0,-2 0 0,-2 4 0,2 4 0,1 4 0,0 9 0,-1 4 0,2 3 0,-5 7 0,5-3 0,-5 6 0,3 1 0,-2-2 0,2 0 0,-3-5 0,-1 8 0,0-7 0,0-1 0,0-2 0,0-5 0,0-3 0,0-5 0,0-6 0,0-2 0,0-5 0,0-11 0,2-6 0,2-5 0,3-4 0,6 0 0,-1-4 0,1 3 0,0-1 0,1 4 0,3 3 0,-3 6 0,4 1 0,-4 7 0,3 1 0,-3 2 0,8 5 0,-3 5 0,0 7 0,-3 5 0,6 9 0,-5 1 0,-3 3 0,-4 1 0,0 2 0,-6 4 0,-1 0 0,-1 5 0,-8-5 0,-2 0 0,-9 0 0,-3-5 0</inkml:trace>
  <inkml:trace contextRef="#ctx0" brushRef="#br0" timeOffset="94">31267 15164 8912,'-13'6'0,"6"2"0,3 8 0,3 1 0,1 5 0,0-1 0,0 5 0,0 3 0,5-2 0,2 1 0,2-5 0,-1-7 0,1-2 0,3-1 0,1-2 0,0-2 0,-5-5 0,1-8 0,1-5 0,-3-6 0,1-2 0,0-5 0,5 2 0,-2-5 0,-2-1 0,5 1 0,-6 0 0,6 3 0,-5 3 0,2 0 0,2 4 0,-1 1 0,1 7 0,1 3 0,3 2 0,-3 2 0,4 0 0,1 0 0,-4 6 0,6 2 0,-5 4 0,1 0 0,-3 1 0,-1-6 0,-6 4 0,-2-9 0,-6 3 0,-3-5 0,-3 0 0,-6 0 0,0 0 0,1 0 0,-1 0 0,0 6 0,1 1 0,0 6 0,2-1 0,2 1 0,1 0 0,-2-1 0,0 5 0,4 0 0,1 0 0,4-5 0,0-4 0,2-3 0,2-6 0,4-3 0,3-5 0,2-2 0,0-2 0,4-4 0,0 0 0,0-4 0,-5 4 0,1-4 0,0 4 0,-1 2 0,1 7 0,-6 2 0,-1 9 0,-6 4 0,0 5 0,0 4 0,0-2 0,0 1 0,0 2 0,5 0 0,-3-4 0,2 0 0,-3-1 0,3-3 0,2-2 0,1-2 0,2-1 0,3-4 0,1 0 0,0-5 0,-2-4 0,-1-2 0,-2-1 0,1-7 0,2 5 0,-1-3 0,-2 3 0,-5 2 0,4 3 0,-4 1 0,1-2 0,0 4 0,-4 6 0,0 7 0,0 6 0,0 0 0,0-1 0,0 1 0,0 0 0,0-1 0,4 1 0,2-2 0,1-1 0,3-2 0,1-5 0,2 1 0,0-2 0,-1-2 0,1 0 0,0 0 0,-1-4 0,1-2 0,-2-1 0,-2-3 0,2-1 0,-3-2 0,-2 1 0,4 3 0,-5 1 0,2-2 0,-4 4 0,9 1 0,-4 5 0,-2 5 0,3-2 0,-3 5 0,1 2 0,-3 2 0,3 2 0,0 0 0,1-2 0,-6 9 0,8-16 0,-6 7 0,-1 0 0,4-1 0,-5-3 0,2 1 0,-3-7 0,-1 4 0,0-6 0,0-6 0,0-1 0</inkml:trace>
  <inkml:trace contextRef="#ctx0" brushRef="#br0" timeOffset="95">32091 15139 8912,'-16'-13'0,"3"1"0,-1-1 0,10 0 0,0 5 0,4-1 0,0 7 0,1-5 0,4 4 0,3-1 0,3-1 0,8 5 0,0 0 0,1 0 0,4 0 0,-4 0 0,5 0 0,0 2 0,1 2 0,-2-1 0,-2 5 0,-1 2 0,-4-3 0,4 2 0,-5-1 0,1 5 0,-9-6 0,2 4 0,-6-3 0,-1 4 0,-2-5 0,-5 0 0,0-3 0,-6-3 0,2 5 0,-4 0 0,5-5 0,-4 9 0,4-5 0,0 2 0,-4 2 0,8 4 0,-4-1 0,1 1 0,2 0 0,4-1 0,0-5 0,0 0 0,0-2 0,0-4 0,1 3 0,4-8 0,-3 1 0,7-5 0,-6-1 0,8 1 0,-3-1 0,4-1 0,0-1 0,-3 3 0,-1 1 0,2 1 0,1-4 0,-2 9 0,-1-3 0,2 2 0,-3 2 0,2 0 0,0 0 0,3 0 0,0 0 0,-3 2 0,-1 0 0,2 3 0,1 5 0,2-9 0,0 3 0,-1-2 0,1 2 0,0 0 0,-1-1 0,-5-2 0,5-6 0,-11 3 0,5-9 0,-8 8 0,-2-5 0,3 5 0,-5-1 0,6 8 0,0-1 0,0 5 0,0-5 0,0 8 0,0-8 0,0 5 0,0 2 0,0-3 0,0 2 0,0-6 0,0 2 0,0-5 0,6 0 0,-4-5 0,7-4 0,-1-2 0,1 2 0,-1 1 0,-1 4 0,3-3 0,-1 1 0,-1 2 0,0 4 0,1 0 0,-6 0 0,8 1 0,-3 4 0,0 0 0,0 4 0,2-4 0,1 1 0,-4-5 0,4 9 0,-2-6 0,2-1 0,2-1 0,-1-2 0,7 0 0,0 0 0</inkml:trace>
  <inkml:trace contextRef="#ctx0" brushRef="#br0" timeOffset="96">32914 15088 8912,'-13'-19'0,"2"0"0,3 7 0,-4-1 0,11 0 0,-10 6 0,9 3 0,-2 10 0,3 5 0,1 5 0,0 6 0,0-2 0,0 6 0,0 4 0,0-3 0,5 4 0,2-6 0,0 0 0,5 1 0,-4-1 0,3-1 0,2-3 0,5-3 0,-2-5 0,5-2 0,2-2 0,6-4 0,-1-10 0,6-5 0,1-6 0,2-3 0,-1-8 0,-2-3 0,-4-4 0,-3 4 0,-4-8 0,-3 2 0,-7 0 0,-1 1 0,-10 9 0,1 2 0,-6 3 0,-6 9 0,-6 7 0,-2 4 0,2 1 0,-5 6 0,6 5 0,-3 7 0,3 2 0,3 1 0,2 4 0,3 1 0,6-1 0,0 0 0,2 1 0,4-2 0,6-3 0,7 3 0,7-3 0,4 3 0,6-5 0,7-2 0,5-3 0,-1-1 0,7-1 0,-2 1 0,4-6 0,-5-1 0</inkml:trace>
  <inkml:trace contextRef="#ctx0" brushRef="#br0" timeOffset="97">17553 10488 8912,'0'-12'0,"0"1"0,0-2 0,0-3 0,-2-1 0,-4 0 0,2 2 0,-7 3 0,-1 4 0,1 3 0,-1-1 0,-1 2 0,-2 2 0,-8 2 0,0 0 0,2 0 0,-4 2 0,0 4 0,-2 5 0,6 7 0,-3 3 0,1 3 0,0 3 0,5 4 0,7 9 0,-1-4 0,3 6 0,3-7 0,4-1 0,2-2 0,0-3 0,2 2 0,4-8 0,3-2 0,9-10 0,-1-3 0,0-8 0,0 0 0,8-2 0,4-4 0,-2-11 0,1-12 0,-1-3 0,2-3 0,1 1 0,-7 0 0,-2-1 0,-2-7 0,-3 6 0,-3-6 0,-3 2 0,-3-2 0,-3-2 0,-4 6 0,-6-3 0,-3 13 0,-6-3 0,3 8 0,-3 8 0,11 7 0,-8 8 0,9 0 0,-5 10 0,8 7 0,0 10 0,8 5 0,-1 3 0,7-1 0,-3 0 0,3 1 0,-1-1 0,0 1 0,-1-1 0,-1 0 0,5-5 0,-5 0 0,4-8 0,-3 2 0,1 1 0,1-3 0,-3-5 0,-5-1 0,5-9 0,1 0 0,5-6 0</inkml:trace>
  <inkml:trace contextRef="#ctx0" brushRef="#br0" timeOffset="98">17811 10453 8912,'11'0'0,"1"-1"0,1-5 0,-3 2 0,1-7 0,1 5 0,5-4 0,2 1 0,4-1 0,-4 6 0,14-9 0,-5 7 0,-1-5 0,0 5 0,-2 2 0,-2 2 0,-6 2 0,0 0 0,-7 8 0,-3 1 0</inkml:trace>
  <inkml:trace contextRef="#ctx0" brushRef="#br0" timeOffset="99">17949 10729 8912,'5'11'0,"1"0"0,0-7 0,2 12 0,-5-15 0,9 5 0,-1-6 0,6-4 0,1-1 0,7-9 0,-4 3 0,7-10 0,3-2 0,1 2 0,-5-6 0,6 8 0,-7-6 0</inkml:trace>
  <inkml:trace contextRef="#ctx0" brushRef="#br0" timeOffset="100">18379 10230 8912,'0'17'0,"0"2"0,0 6 0,0 8 0,0 5 0,0 9 0,0-1 0,0 4 0,0 2 0,0-1 0,0 1 0,8-8 0,-5 2 0,7-12 0,-2-7 0,5-6 0,-4-4 0</inkml:trace>
  <inkml:trace contextRef="#ctx0" brushRef="#br0" timeOffset="101">19291 10247 8912,'9'12'0,"-3"-1"0,-4 2 0,-2-3 0,0 1 0,0 3 0,0 3 0,0 6 0,0-2 0,0 8 0,0 1 0,0-3 0,0 2 0,0 1 0,0 3 0,0-1 0,0-1 0,0-3 0,0-7 0,0 2 0,0-4 0,-2-3 0,-4-5 0,-3 4 0,-8-5 0</inkml:trace>
  <inkml:trace contextRef="#ctx0" brushRef="#br0" timeOffset="102">18947 10419 8912,'0'-11'0,"0"-1"0,2 3 0,3-5 0,7 3 0,11-1 0,5-5 0,5 0 0,1 0 0,8-1 0,1 1 0,4 0 0,-1 0 0,0 2 0,6 3 0,-8-3 0,-4 3 0,4-3 0,0-2 0</inkml:trace>
  <inkml:trace contextRef="#ctx0" brushRef="#br0" timeOffset="103">19910 10161 8912,'-17'17'0,"2"1"0,0-1 0,-3 0 0,5 0 0,-10 0 0,2 2 0,-2 4 0,4 4 0,-4 13 0,12 0 0,5 0 0,4 1 0,2-1 0,0 0 0,0-6 0,2-1 0,4-5 0,3 1 0,8-12 0,1 4 0,-1-9 0,0-5 0,0 1 0,0-8 0,1 0 0,-1 0 0</inkml:trace>
  <inkml:trace contextRef="#ctx0" brushRef="#br0" timeOffset="104">20014 10333 8912,'17'10'0,"-6"-3"0,1-7 0,1 0 0,-3 0 0,1 0 0,3 0 0,-5 0 0,3 0 0,-1 0 0,6 0 0,1 0 0,-1 0 0,0 0 0,0 0 0,-5 8 0,-1 3 0,-5 5 0,5 1 0,-7 0 0,4 0 0,-8 0 0,0 1 0,-8-1 0,1 0 0,-9 0 0,-1 0 0,4 1 0,-10-1 0,9-2 0,3-2 0,-3-1 0,-1-8 0,6 3 0,-7-14 0,7-3 0</inkml:trace>
  <inkml:trace contextRef="#ctx0" brushRef="#br0" timeOffset="105">20323 10264 8912,'0'17'0,"0"3"0,0 3 0,0-4 0,0 5 0,0 1 0,0-4 0,0 8 0,2-8 0,2 2 0,4-4 0,1-2 0,5 0 0,1-7 0,10-2 0,-6-8 0,6 0 0</inkml:trace>
  <inkml:trace contextRef="#ctx0" brushRef="#br0" timeOffset="106">20444 10041 8912,'0'11'0,"0"1"0,6-7 0,-1 7 0,9-8 0,-5 11 0,9-5 0,-1 7 0,0 0 0,0 0 0,0 2 0,1 4 0,-1 4 0,0 7 0,0 6 0,-2 1 0,-3-1 0,-6 2 0,-4 4 0,-2-4 0,0-2 0,-10 2 0,-7-2 0,0 0 0,-14-6 0,8-1 0,2-5 0,2-3 0,2-8 0</inkml:trace>
  <inkml:trace contextRef="#ctx0" brushRef="#br0" timeOffset="107">18792 10092 8912,'11'0'0,"-1"2"0,-2 4 0,-3 4 0,-5 7 0,-2-2 0,-1-2 0,-3-1 0,2 1 0,2 3 0,2 3 0,0 4 0,-6-2 0,1 7 0,-1 1 0,6 5 0,0 1 0,0 1 0,0 4 0,0-4 0,0 6 0,0-7 0,0-1 0,0 1 0,8-9 0,1-3 0,1-4 0,5-1 0,-6-3 0,9-4 0,-1-3 0,0-8 0,0 0 0,1 0 0,-7-6 0,0-1 0,3-3 0,1-3 0,2-3 0,-5-1 0,-3 0 0,-1 0 0,5-8 0,-3-2 0</inkml:trace>
  <inkml:trace contextRef="#ctx0" brushRef="#br0" timeOffset="108">18878 10419 8912,'9'0'0,"7"0"0,-12 0 0,7 0 0,-7 0 0,11 0 0,-3 0 0,3 0 0,2-2 0,0-2 0,1-1 0,-1-9 0,-6 12 0,1-3 0,-7-5 0,7-1 0,-1-5 0,7-1 0</inkml:trace>
  <inkml:trace contextRef="#ctx0" brushRef="#br0" timeOffset="109">18861 10161 8912,'0'17'0,"0"1"0,2-7 0,3 0 0,-3-7 0,14 4 0,-13-14 0,9-1 0,1-3 0,3-3 0,1 3 0,0-1 0,0-3 0,0 7 0,1-9 0,-1 7 0,0-8 0</inkml:trace>
  <inkml:trace contextRef="#ctx0" brushRef="#br0" timeOffset="110">18998 10110 8912,'-17'0'0,"0"0"0,0 0 0,7 0 0,-3 1 0,7 5 0,2 6 0,2 3 0,2 10 0,0 3 0,0 7 0,0 5 0,6 4 0,2 6 0,1-5 0,-5 5 0,11-6 0,-5 8 0,0-1 0,5-7 0,-13-2 0,3-7 0,5-9 0,0-1 0</inkml:trace>
  <inkml:trace contextRef="#ctx0" brushRef="#br0" timeOffset="111">19102 10694 8912,'11'0'0,"1"0"0,1 0 0,-3 2 0,1 4 0,-5 1 0,5 7 0,3-3 0,-1 1 0,-2 5 0,-5 0 0,-4 0 0,4 6 0,0 0 0,-1 0 0,-7-4 0,-1 2 0,-3 2 0,-6 0 0,5-6 0,-3 0 0,6 1 0,-11-1 0,13-8 0,-13 7 0,5-7 0</inkml:trace>
  <inkml:trace contextRef="#ctx0" brushRef="#br0" timeOffset="112">19257 10729 8912,'9'0'0,"1"1"0,-5 5 0,-3-2 0,4 7 0,-4-7 0,-4 12 0,-2-3 0,-2 8 0,1 0 0,5 6 0,0-1 0,0 1 0,0 2 0,0-2 0,2-3 0,3 1 0,5-6 0,7 4 0,0-11 0,8-5 0,2-7 0</inkml:trace>
  <inkml:trace contextRef="#ctx0" brushRef="#br0" timeOffset="113">21304 10505 8912,'-11'0'0,"-1"0"0,1 0 0,1 0 0,3 0 0,7 0 0,0 0 0,7 0 0,-3 0 0,8 0 0,1 0 0,-3 0 0,1 0 0,1 0 0,5-6 0,0 1 0,0-1 0,0 6 0,1 0 0,-3-2 0,-2-2 0,-1-2 0,-7 1 0,7 5 0,1 0 0,-5 0 0,0 0 0,-8 7 0,0 3 0</inkml:trace>
  <inkml:trace contextRef="#ctx0" brushRef="#br0" timeOffset="114">21270 10746 8912,'-8'9'0,"6"-1"0,-5-8 0,7 0 0,7 0 0,5 0 0,3 0 0,4-2 0,4-4 0,-4 4 0,6-11 0,-8 7 0,1 1 0,-1 5 0,-6 0 0,1-2 0,1-2 0,2-2 0,-3 0 0,-1 6 0,-7 0 0,4 0 0,-6 0 0,3 0 0,-3 0 0,6 8 0,-8-6 0,0 6 0,0-1 0,0 3 0</inkml:trace>
  <inkml:trace contextRef="#ctx0" brushRef="#br0" timeOffset="115">21322 10677 8912,'-12'0'0,"1"-2"0,-3-4 0,7 4 0,-9-5 0,14 7 0,-5 0 0,7 0 0,2 0 0,3 0 0,7 0 0,-5 0 0,7-8 0,-8-3 0,7-5 0,-3-1 0,7 0 0,-8 0 0,-3 0 0,4-1 0,1 1 0,-3 8 0,7-5 0,-3 9 0,3 1 0,-4 2 0,1 2 0,-1 0 0,6 0 0,1 0 0,-1 0 0,0 0 0,0 0 0,0 0 0,1 0 0,-1 0 0,-8 0 0,-1 0 0,-10 0 0,-4 0 0,-3 0 0,-8 0 0</inkml:trace>
  <inkml:trace contextRef="#ctx0" brushRef="#br0" timeOffset="116">21408 10814 8912,'0'12'0,"0"-1"0,0 3 0,0-7 0,0 1 0,0-8 0,5-2 0,1-4 0,6 3 0,-7-9 0,9 6 0,-3-5 0,4-1 0,3-5 0,-1 0 0,0 0 0,0 5 0,0 3 0,1 1 0,-1-5 0,0 11 0,0-4 0,-5 4 0,-1 2 0,1 0 0,5 0 0,0 0 0,0 0 0,1 0 0,-1 0 0,-6 0 0,1 0 0,-8 0 0,9-2 0,-7-3 0,-1 1 0,-5-8 0,2-1 0,4-2 0,-4-2 0,6 5 0,-8 1 0,0-1 0,0-5 0</inkml:trace>
  <inkml:trace contextRef="#ctx0" brushRef="#br0" timeOffset="117">22354 10213 8912,'12'0'0,"-3"-2"0,-1-4 0,-3 4 0,-6-4 0,-3 12 0,-4 6 0,-1 3 0,3 8 0,-4 2 0,3 1 0,1 5 0,6 7 0,0 2 0,0 0 0,0-5 0,0-1 0,0-5 0,0 0 0,2-8 0,4 1 0,5-4 0,4-7 0,2-3 0,1-8 0,-1-2 0,0-4 0,0-3 0,-1-9 0,-5 1 0,-5 0 0,-4 0 0,-2 0 0,0-1 0,0 1 0,-8 6 0,-3 1 0,-7 3 0,-5 3 0,4-6 0,-6 8 0,8-3 0,0 5 0,0 5 0,2-1 0,3 8 0,3-7 0,5 7 0,-2 1 0,2 2 0,2 3 0,10-1 0,1 0 0</inkml:trace>
  <inkml:trace contextRef="#ctx0" brushRef="#br0" timeOffset="118">22750 10419 8912,'-8'-11'0,"-3"1"0,-5 2 0,7-5 0,-6 11 0,5-2 0,0 8 0,-3 6 0,7 9 0,3 2 0,1 2 0,2 0 0,0 0 0,0-1 0,7 7 0,5-6 0,3 0 0,2-8 0,0-3 0,6 1 0,0-7 0,-2-2 0,-2-2 0,-1-2 0,-1-2 0,0-4 0,-2 2 0,-3-7 0,1-7 0,-7-4 0,-2 0 0,-2-4 0,-4 1 0,-4-6 0,-5 3 0,-5 7 0,-3-2 0,-2 4 0,-2 1 0,-7 9 0,9 1 0,-8 8 0,8 0 0,-2 0 0,-4 8 0,8 9 0,-6 10 0</inkml:trace>
  <inkml:trace contextRef="#ctx0" brushRef="#br0" timeOffset="119">24230 10247 8912,'0'-17'0,"0"0"0,0 0 0,0 7 0,0 2 0,0 10 0,0 4 0,0 5 0,0 7 0,0 3 0,0 2 0,0 7 0,0-1 0,0 3 0,0 3 0,0 7 0,0-6 0,0 4 0,0-4 0,0-1 0,0-1 0,0 1 0,2-9 0,3-3 0,-1-4 0,8-3 0,1-5 0,2 2 0,3-7 0,1-2 0,4-2 0,3-10 0,9-1 0,-1-8 0,1-1 0,-1 1 0,1 0 0,-1 2 0,0 3 0,-5-1 0,0 7 0,-8 0 0,2 4 0,-12-3 0,-18 3 0,-13-6 0</inkml:trace>
  <inkml:trace contextRef="#ctx0" brushRef="#br0" timeOffset="120">24264 10505 8912,'-9'0'0,"1"0"0,8 0 0,0 0 0,8-6 0,3 1 0,4 1 0,8 2 0,2 0 0,2-4 0,2 4 0,5-7 0,1 5 0,-1-2 0,0 0 0,1-1 0,-7 5 0,1-4 0,-15 4 0,8-5 0,-20-3 0,6-7 0</inkml:trace>
  <inkml:trace contextRef="#ctx0" brushRef="#br0" timeOffset="121">24299 10436 8912,'0'17'0,"0"-5"0,0-1 0,2-7 0,3 2 0,5-4 0,7-10 0,0-3 0,0-5 0,8-1 0,-6 0 0,4 0 0,2 0 0,-2-1 0,2 3 0,-4 2 0,0 1 0,-6-1 0,1 3 0,-11-1 0,9-1 0,-5-5 0</inkml:trace>
  <inkml:trace contextRef="#ctx0" brushRef="#br0" timeOffset="122">24402 10161 8912,'8'10'0,"-7"-3"0,7 1 0,-8 2 0,0 1 0,0 2 0,0 6 0,0 8 0,0 6 0,0 1 0,0 0 0,0 8 0,0-3 0,0 5 0,0-2 0,0 4 0,0-6 0,0-4 0,0-6 0,0 3 0,2-14 0,4 4 0,-2-12 0,7-5 0,1 4 0,5-1 0</inkml:trace>
  <inkml:trace contextRef="#ctx0" brushRef="#br0" timeOffset="123">24780 10557 8912,'0'-12'0,"0"1"0,0 7 0,0-11 0,0 3 0,0 4 0,8-7 0,2 13 0,7-3 0,0 3 0,0 2 0,1 0 0,-1 0 0,-2 2 0,-3 3 0,3-3 0,-8 13 0,7-3 0,-3 3 0,-7 2 0,4 6 0,-8 0 0,0-2 0,0-2 0,-2-1 0,-2-1 0,-2 0 0,-5 0 0,3 0 0,1 1 0,-1-1 0,2-8 0,6-1 0,-7-8 0,-3 0 0</inkml:trace>
  <inkml:trace contextRef="#ctx0" brushRef="#br0" timeOffset="124">25056 10505 8912,'0'11'0,"0"1"0,0-8 0,0 11 0,0-11 0,0 7 0,2 1 0,3-3 0,-3 7 0,6-7 0,0 1 0,-4 5 0,7-4 0,0 5 0,7 1 0,-1 0 0</inkml:trace>
  <inkml:trace contextRef="#ctx0" brushRef="#br0" timeOffset="125">25348 10299 8912,'18'0'0,"-1"0"0,0 0 0,-7 2 0,-5 3 0,-3 5 0,0 9 0,2 2 0,2 2 0,7 7 0,-9-8 0,7 6 0,-5-5 0,6 6 0,-3-8 0,5 0 0,-3-8 0,-7 2 0,5-7 0,-3 4 0,4-5 0,-1-9 0,-3-3 0,2-7 0,-3-11 0,7 2 0,-5-8 0,1-1 0,0-3 0,3-1 0,-5 0 0,5-1 0,-5 1 0,2 5 0,-4 2 0,1 3 0,9 1 0,-5 6 0,1-1 0,5 1 0,-5 0 0</inkml:trace>
  <inkml:trace contextRef="#ctx0" brushRef="#br0" timeOffset="126">25847 10316 8912,'-5'11'0,"-1"1"0,-2-6 0,3 5 0,1-1 0,-6 3 0,1-2 0,-1 3 0,6 1 0,-9 4 0,7 2 0,2 2 0,-5 0 0,7-6 0,-4 0 0,4 1 0,2-1 0,0 0 0,0-7 0,6-5 0,0-10 0,5 1 0,-3-8 0,1-1 0,5-2 0,-7-10 0,7 6 0,-7-6 0,3 0 0,1 14 0,1-12 0,-1 11 0,-5-1 0,4-1 0,-1 5 0,1 1 0,-6-5 0,5 11 0,-3-4 0,-2 6 0,7 6 0,-5 3 0,5 9 0,-5-1 0,6 0 0,-7-2 0,7-1 0,1-3 0,-5 1 0,7 5 0,-3 0 0,3 0 0,2 0 0</inkml:trace>
  <inkml:trace contextRef="#ctx0" brushRef="#br0" timeOffset="127">26106 10419 8912,'17'0'0,"-6"0"0,1 0 0,-8 0 0,11 0 0,-6 2 0,1 4 0,5-4 0,-5 13 0,7-4 0,0 5 0,-7 1 0,3 0 0,-7 0 0,-2 0 0,3 1 0,-1-1 0,-2 0 0,-2 0 0,-2-7 0,-2 3 0,-2-5 0,-2 1 0,1-5 0,-1 2 0,0-12 0,0 4 0,6-13 0,0 3 0,0-3 0,0-10 0,2 4 0,4-5 0,6 1 0,5-4 0,4 6 0,2 0 0,-2-2 0,6-1 0,-1-9 0</inkml:trace>
  <inkml:trace contextRef="#ctx0" brushRef="#br0" timeOffset="128">26587 10161 8912,'10'2'0,"-4"4"0,-6-2 0,-6 7 0,2 1 0,-7 5 0,-1 8 0,-3 3 0,3 5 0,-3 7 0,4 0 0,3 8 0,2-4 0,4 0 0,2-2 0,0-8 0,0 0 0,6-7 0,0-4 0,7-4 0,-1-2 0,3-7 0,2-4 0,0-4 0,1-10 0,-1-2 0</inkml:trace>
  <inkml:trace contextRef="#ctx0" brushRef="#br0" timeOffset="129">26725 10419 8912,'17'0'0,"0"0"0,-7 0 0,5-6 0,-3 1 0,5-1 0,6-2 0,-4 6 0,4-3 0,-2 3 0,0 2 0,2 0 0,0 0 0,-6 7 0,-7 3 0,-5 7 0,-3 6 0,-2 0 0,-7 6 0,-5-7 0,-3 9 0,-2-4 0,0 0 0,-1-3 0,3-6 0,2-1 0,1 0 0,8 0 0,-11-7 0,13-3 0,-5-7 0</inkml:trace>
  <inkml:trace contextRef="#ctx0" brushRef="#br0" timeOffset="130">27138 10367 8912,'-11'6'0,"-1"0"0,8 2 0,-1-3 0,-5-3 0,6 13 0,-7-3 0,7-2 0,-2 1 0,4 2 0,2 3 0,0 1 0,0 0 0,8 0 0,-4 0 0,7 1 0,1-7 0,3 1 0,-4 1 0,5 2 0,-7-3 0,7-1 0,-5 2 0,4-5 0,-5 0 0,7-1 0,0 3 0</inkml:trace>
  <inkml:trace contextRef="#ctx0" brushRef="#br0" timeOffset="131">27293 10127 8912,'17'7'0,"-2"7"0,-1 7 0,-3 7 0,1 13 0,5 4 0,-2 7 0,-3 5 0,-5 3 0,-7 3 0,0 11 0,0-19 0,-1 9 0,-3-9 0,-4-4 0,-2 1 0,1-4 0,-3-8 0,-3-8 0,13-22 0,-5-2 0</inkml:trace>
  <inkml:trace contextRef="#ctx0" brushRef="#br0" timeOffset="132">28016 10385 8912,'9'2'0,"-1"1"0,0 3 0,-7 0 0,7-6 0,-8 0 0,0 0 0,0-8 0,0 4 0,0-7 0,2-1 0,4-5 0,-4 0 0,5 2 0,-1 1 0,0 3 0,7-1 0,-9 1 0,8 0 0,1-3 0,2 7 0,2-3 0,1 6 0,-1-2 0,8 1 0,1 5 0,3 0 0,0 0 0,-1 0 0,5 0 0,-2-2 0,-3-4 0,-7 4 0,4-5 0,-8 7 0,1-2 0,-3-4 0,-4-6 0,-3 5 0,-10-7 0,-4 9 0,4-1 0,-13 6 0,6 0 0,-9-8 0,1-1 0</inkml:trace>
  <inkml:trace contextRef="#ctx0" brushRef="#br0" timeOffset="133">28274 10660 8912,'-10'0'0,"3"0"0,7-2 0,0-4 0,0-3 0,0-9 0,0 1 0,2-2 0,3-2 0,7 0 0,3 6 0,2-2 0,0 7 0,1 0 0,-1 3 0,0 7 0,0 0 0,1 0 0,-1 0 0,0 2 0,0 2 0,0 1 0,1 1 0,-1-6 0,0 0 0,6 0 0,0 0 0,6 0 0,-7 0 0,7-8 0,-6-3 0,2-10 0,-4-2 0,2 2 0,0-6 0,-12 8 0,-1-4 0,-2 4 0,-5 2 0,-3 0 0,-5-1 0,3 9 0,-14 1 0,5 8 0,3-7 0,1-3 0</inkml:trace>
  <inkml:trace contextRef="#ctx0" brushRef="#br0" timeOffset="134">29048 10110 8912,'-17'0'0,"6"0"0,-1 0 0,6 7 0,-5 5 0,7 3 0,-2 2 0,4 2 0,2 4 0,0 4 0,8 2 0,4-3 0,3-1 0,4-4 0,2-7 0,4-5 0,2-1 0,-4-4 0,5-10 0,-7-4 0,2-7 0,-4-8 0,-9-2 0,-4-7 0,-4 0 0,-2-1 0,-2 7 0,-6 1 0,-9 2 0,0-5 0,-16 18 0,6-1 0,1 3 0,-7 10 0,4 2 0,-3 13 0,-3 3 0,1 14 0,0-5 0</inkml:trace>
  <inkml:trace contextRef="#ctx0" brushRef="#br0" timeOffset="135">18310 11313 8912,'0'-11'0,"0"-1"0,0-1 0,0 5 0,0 1 0,0 7 0,0 7 0,-6 3 0,-1 5 0,-3-2 0,-3 1 0,-3 5 0,-1-2 0,0 10 0,-2-6 0,-4 2 0,2 7 0,-8-1 0,6 1 0,-5-1 0,7 4 0,-10-9 0,10 5 0,6-6 0,-1 2 0,11-2 0,-1 0 0,6-6 0,2-8 0,4-3 0,11-4 0,11-2 0,5-6 0,1 1 0,6-9 0,1 3 0,5-4 0,-6-3 0,0 1 0,-8 0 0,-3 0 0,2 1 0,-8 5 0,-4 3 0,-6 1 0,2 5 0,-13-6 0,6 8 0,-23 0 0,-5 0 0</inkml:trace>
  <inkml:trace contextRef="#ctx0" brushRef="#br0" timeOffset="136">18172 11451 8912,'0'11'0,"0"1"0,0-1 0,2 6 0,4 0 0,-4 8 0,7 2 0,-5 9 0,4 4 0,2 6 0,-5 10 0,7 1 0,1-2 0,2 6 0,-3-7 0,-1 3 0,3-3 0,-7-10 0,9-2 0,-7-8 0</inkml:trace>
  <inkml:trace contextRef="#ctx0" brushRef="#br0" timeOffset="137">19239 10316 8912,'0'-12'0,"0"1"0,0-2 0,0 3 0,0-1 0,0 5 0,0-6 0,0 7 0,2-5 0,4 2 0,-4 3 0,7 3 0,-3-2 0,6-2 0,3 2 0,2-3 0,0 1 0,8-2 0,2 5 0,0-3 0,5 0 0,-7 6 0,4 0 0,-2 0 0,-6 0 0,0 2 0,-6 4 0,-6 3 0,-9 9 0,0 6 0,-1 3 0,-5 0 0,-4 5 0,-9-5 0,-2 6 0,-2-5 0,-7 5 0,9-8 0,-8 3 0,6-3 0,-6-8 0,8 0 0,-2 1 0,4-1 0,2-8 0,5-1 0,1-8 0,7 0 0,-2 0 0,10-2 0,2-4 0,5 3 0,-5-9 0,8 6 0,-3-3 0,4 1 0,-3 2 0,-1 6 0,-7 0 0,9 2 0,-7 4 0,0 4 0,-6 7 0,2-6 0,4 1 0,-4-1 0,5 6 0,-7 1 0,0-1 0,0 0 0,0 0 0,0-5 0,0-1 0,0 1 0,0 5 0,0 0 0,0-8 0,0 1 0,-4-6 0,-7 2 0,-3 5 0,-14-5 0,-1 7 0,-5-1 0,-1 3 0,1 2 0,5-2 0,1-3 0,-1 3 0,-6-5 0</inkml:trace>
  <inkml:trace contextRef="#ctx0" brushRef="#br0" timeOffset="138">22595 11296 8912,'-17'-12'0,"0"3"0,-1 1 0,3 10 0,4 10 0,5 3 0,2 4 0,0 2 0,-2 2 0,3-2 0,1 0 0,2 0 0,0 2 0,0-2 0,7 6 0,-3-8 0,6 6 0,-3-1 0,7-4 0,-3 2 0,5-2 0,1-5 0,0-4 0,6 3 0,0-9 0,6 1 0,-5-6 0,3 0 0,-4-7 0,6-5 0,1-3 0,-3-4 0,2-4 0,-8 2 0,2-8 0,-4 6 0,-2-6 0,-7 8 0,-5-1 0,-3-3 0,-4 2 0,-3 2 0,-7 2 0,-11 1 0,-5 3 0,-5 4 0,-1-3 0,-1 9 0,-3-7 0,4 6 0,-5 1 0,15 5 0,-7 0 0,2 0 0,8 7 0,0 5 0,8 3 0,7 2 0,4 0 0,2 1 0,0 7 0,0 1 0</inkml:trace>
  <inkml:trace contextRef="#ctx0" brushRef="#br0" timeOffset="139">28756 10797 8912,'0'-17'0,"0"8"0,0 1 0,0 8 0,0 0 0,0 8 0,0-5 0,0 9 0,-2 1 0,-2 2 0,-2 3 0,0-1 0,6 2 0,0 2 0,0 4 0,0 2 0,-1 1 0,-3 5 0,-2-5 0,0 5 0,6-8 0,0 5 0,0-1 0,8-8 0,-6 4 0,5-8 0,1 0 0,-4-5 0,7-3 0,3-1 0,-7-2 0,9-6 0,-7 0 0,1-8 0,-4-4 0,-3-3 0,3-2 0,-4 0 0,4 0 0,-4-1 0,-2 1 0,0 0 0,0 0 0,-2 5 0,-4 1 0,4 7 0,-7-4 0,3 8 0,-4 0 0,-7 0 0,2 8 0,3 3 0,-3 5 0,13 1 0,-4 0 0,4-7 0,2 5 0,0-5 0</inkml:trace>
  <inkml:trace contextRef="#ctx0" brushRef="#br0" timeOffset="140">29151 10935 8912,'-11'0'0,"0"0"0,-3 0 0,-1 0 0,-2 0 0,1 7 0,3 5 0,2 3 0,1 2 0,-2 1 0,7-1 0,-3 6 0,2 0 0,1 5 0,5-5 0,0-2 0,0-2 0,2-1 0,3-3 0,7-4 0,-5-3 0,9-8 0,-5 0 0,4 0 0,3 0 0,-1-8 0,0-3 0,0-6 0,0-6 0,1 4 0,-3-4 0,-2 2 0,-1-2 0,-8 4 0,1-6 0,-3 0 0,-2 6 0,0-4 0,-7 6 0,-5 5 0,-3-3 0,-8 13 0,0-4 0,2 4 0,-6 4 0,-1 2 0,-5 2 0,-1 15 0,-1-2 0</inkml:trace>
  <inkml:trace contextRef="#ctx0" brushRef="#br0" timeOffset="141">18052 12465 8912,'-10'8'0,"3"-5"0,5 9 0,-2 1 0,-2 3 0,2 1 0,2 0 0,2 0 0,0 6 0,2 2 0,2 0 0,2 0 0,2-1 0,-3-1 0,-3-4 0,4 4 0,-2-3 0,2-3 0,-5 0 0,5 0 0,-4-5 0,-2-1 0,0-7 0,0 3 0,2-7 0,4 0 0,-4 0 0,13 0 0,-5 0 0</inkml:trace>
  <inkml:trace contextRef="#ctx0" brushRef="#br0" timeOffset="142">18448 12534 8912,'-10'-17'0,"2"1"0,3 3 0,-1 1 0,0 9 0,4-3 0,-3 12 0,3 3 0,-4 10 0,4 4 0,2 6 0,0 3 0,0 3 0,0-1 0,0 1 0,0-1 0,0-5 0,0-1 0,6-1 0,0 2 0,5-5 0,-5-6 0,7-1 0,-1-2 0,3-3 0,2-7 0,0-3 0,1-2 0,-1-7 0,0-5 0,0-11 0,0-4 0,1-7 0,-1 0 0,0-1 0,-2-1 0,-3-2 0,-7-2 0,-3 1 0,-2 11 0,-2-3 0,-3 8 0,-5 0 0,-13 8 0,0 4 0,2 5 0,-4 4 0,2 2 0,2 0 0,2 0 0,2 8 0,0 3 0,5 4 0,1 3 0,7-1 0,-4 0 0,8 0 0</inkml:trace>
  <inkml:trace contextRef="#ctx0" brushRef="#br0" timeOffset="143">22750 12121 8912,'0'-11'0,"0"-1"0,0-1 0,0-2 0,0-3 0,0 7 0,0-1 0,0 9 0,0-5 0,0 8 0,-8 8 0,-1 1 0,-9 8 0,1 1 0,0 5 0,0-1 0,-2 3 0,-2-4 0,-4 4 0,-2 2 0,-2 2 0,1-1 0,-1 1 0,8-6 0,-4 3 0,0-1 0,8 4 0,-2-8 0,7-4 0,5-3 0,1-3 0,8-1 0,6-5 0,9-3 0,4-2 0,13 0 0,-3-2 0,9-3 0,4 3 0,-2-14 0,4 5 0,-6-4 0,-4-3 0,-1 3 0,-1 4 0,-1-5 0,-5 7 0,-5-3 0,-3 1 0,-5 5 0,-4-5 0,-3 7 0,-8-4 0,-8 8 0,-3 0 0,-6 2 0,-6 4 0,4-4 0,-4 4 0,3-5 0,3-1 0,-8 0 0,-1 0 0</inkml:trace>
  <inkml:trace contextRef="#ctx0" brushRef="#br0" timeOffset="144">22612 12138 8912,'0'-17'0,"0"0"0,0 7 0,0 10 0,0 12 0,0 11 0,0 7 0,0 7 0,0 3 0,0 8 0,0-3 0,0 11 0,0 1 0,0 0 0,0-5 0,0-2 0,0-4 0,0 1 0,0-7 0,8 1 0,-4-15 0,7-3 0,-5-9 0,5-5 0,3-1 0,1-3 0,2-5 0,0-7 0,1-5 0,7-11 0,1-3 0</inkml:trace>
  <inkml:trace contextRef="#ctx0" brushRef="#br0" timeOffset="145">23025 12156 8912,'0'-18'0,"0"1"0,0 0 0,0 0 0,-7 7 0,3 3 0,-6 10 0,3 9 0,-5-1 0,6 12 0,-1 4 0,1 2 0,4 3 0,-4 3 0,4-7 0,4 1 0,4 1 0,-4-3 0,6 0 0,-1-2 0,5-4 0,3-2 0,2-8 0,0 1 0,3-8 0,1 1 0,2-3 0,7-9 0,-1-5 0,1-5 0,-1-6 0,2 2 0,-8-6 0,-4 0 0,-6 1 0,2-3 0,-13 0 0,2 3 0,-8 1 0,-5 2 0,-22 6 0,-5 0 0,-6-1 0,2 9 0,-6 3 0,0 4 0,2 2 0,9 0 0,5 2 0,7 4 0,2 5 0,2 12 0,9 2 0,4 4 0,5-4 0,1-8 0,0 0 0</inkml:trace>
  <inkml:trace contextRef="#ctx0" brushRef="#br0" timeOffset="146">28050 11709 8912,'-2'17'0,"-2"0"0,-1 2 0,1 4 0,2 4 0,2 1 0,0 1 0,0 0 0,0 5 0,0 0 0,0 1 0,0-1 0,0-7 0,0-2 0,0-2 0,0 0 0,0 0 0,0-6 0,0 0 0,0 0 0,0-5 0,0-1 0,0-7 0,0-4 0,0-10 0</inkml:trace>
  <inkml:trace contextRef="#ctx0" brushRef="#br0" timeOffset="147">28119 11829 8912,'0'-17'0,"0"-1"0,8 1 0,1 0 0,8 2 0,1 1 0,-1 3 0,0 7 0,6-9 0,2 5 0,2-1 0,-6 5 0,9-4 0,-7 8 0,-2 0 0,-2 0 0,-1 0 0,-9 8 0,-3 3 0,-6 5 0,-6 3 0,-5 4 0,-5 3 0,-7 7 0,0-5 0,-5 3 0,5-8 0,0 6 0,6-6 0,-1-2 0,1-2 0,6-2 0,1 0 0,3 0 0,1-7 0,0 5 0,0-4 0,6-1 0,8 0 0,2-3 0,1-1 0,6-6 0,6 2 0,0 2 0,-2 1 0,-2 1 0,4-4 0,0 2 0,-2 2 0,-9-1 0,3 3 0,-15 2 0,0 7 0,-10 0 0,-5-8 0,-8 5 0,-2-6 0,-1 1 0,4 3 0,-10-1 0,3 0 0,4-5 0,1 4 0,1-1 0,0 1 0,0-6 0,13 1 0,4-10 0,5-5 0,1-7 0</inkml:trace>
  <inkml:trace contextRef="#ctx0" brushRef="#br0" timeOffset="148">28566 11915 8912,'0'-10'0,"-7"-5"0,-3 13 0,1 10 0,1 3 0,8 14 0,0-2 0,0 2 0,0 2 0,0 1 0,0 5 0,0-3 0,0-1 0,8-8 0,-5 4 0,9-8 0,-3-6 0,3 1 0,3-8 0,-3 1 0,3-3 0,0-4 0,-3-3 0,-3-5 0,-5-7 0,2-2 0,-2-4 0,-2 4 0,-4-12 0,-2 6 0,-2-1 0,-7 5 0,-3-4 0,-6 8 0,-7 1 0,6 5 0,-8 3 0,1 10 0,-9 4 0,-4 11 0,-9 10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5" name="Google Shape;495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6" name="Google Shape;496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C9E62405-CF7F-4C13-1E7B-221363F68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2:notes">
            <a:extLst>
              <a:ext uri="{FF2B5EF4-FFF2-40B4-BE49-F238E27FC236}">
                <a16:creationId xmlns:a16="http://schemas.microsoft.com/office/drawing/2014/main" id="{81ED1992-DB15-F33F-2C0D-8101370D2C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9" name="Google Shape;519;p42:notes">
            <a:extLst>
              <a:ext uri="{FF2B5EF4-FFF2-40B4-BE49-F238E27FC236}">
                <a16:creationId xmlns:a16="http://schemas.microsoft.com/office/drawing/2014/main" id="{3F2EBE90-6621-7733-9841-689D24CA8C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2462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(I mistakenly said “Adjoint” when it is actually  supposed to be “</a:t>
            </a:r>
            <a:r>
              <a:rPr lang="en-US" dirty="0" err="1"/>
              <a:t>Adjugate</a:t>
            </a:r>
            <a:r>
              <a:rPr lang="en-US" dirty="0"/>
              <a:t> “matrix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0481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33317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946EBC6C-D4B4-00D4-F2F2-20B21564B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>
            <a:extLst>
              <a:ext uri="{FF2B5EF4-FFF2-40B4-BE49-F238E27FC236}">
                <a16:creationId xmlns:a16="http://schemas.microsoft.com/office/drawing/2014/main" id="{326AB744-B37A-3615-A1D2-2EAF7A504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:notes">
            <a:extLst>
              <a:ext uri="{FF2B5EF4-FFF2-40B4-BE49-F238E27FC236}">
                <a16:creationId xmlns:a16="http://schemas.microsoft.com/office/drawing/2014/main" id="{50AC02F5-E077-7181-7EB2-92ADCDC7AC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1:notes">
            <a:extLst>
              <a:ext uri="{FF2B5EF4-FFF2-40B4-BE49-F238E27FC236}">
                <a16:creationId xmlns:a16="http://schemas.microsoft.com/office/drawing/2014/main" id="{01AB8EA3-0A3F-CF9F-E6EF-41FA52151F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625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4959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90DB3E18-E5FC-920A-223B-C2641B611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>
            <a:extLst>
              <a:ext uri="{FF2B5EF4-FFF2-40B4-BE49-F238E27FC236}">
                <a16:creationId xmlns:a16="http://schemas.microsoft.com/office/drawing/2014/main" id="{F7720C72-A898-0D03-D814-8D10FCFE28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:notes">
            <a:extLst>
              <a:ext uri="{FF2B5EF4-FFF2-40B4-BE49-F238E27FC236}">
                <a16:creationId xmlns:a16="http://schemas.microsoft.com/office/drawing/2014/main" id="{F2762563-DDA0-8F30-3EC8-75C4DB7728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1:notes">
            <a:extLst>
              <a:ext uri="{FF2B5EF4-FFF2-40B4-BE49-F238E27FC236}">
                <a16:creationId xmlns:a16="http://schemas.microsoft.com/office/drawing/2014/main" id="{DC17740D-2E8A-27D4-759E-7EB4BC32F2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0464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395F875-3F58-7CAA-4D6F-E1DCA9C5E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>
            <a:extLst>
              <a:ext uri="{FF2B5EF4-FFF2-40B4-BE49-F238E27FC236}">
                <a16:creationId xmlns:a16="http://schemas.microsoft.com/office/drawing/2014/main" id="{3431BED6-9E4A-0417-28AF-1E46F1CF0B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:notes">
            <a:extLst>
              <a:ext uri="{FF2B5EF4-FFF2-40B4-BE49-F238E27FC236}">
                <a16:creationId xmlns:a16="http://schemas.microsoft.com/office/drawing/2014/main" id="{E948BF7E-2286-D419-AA7F-EBE01A3E3C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1:notes">
            <a:extLst>
              <a:ext uri="{FF2B5EF4-FFF2-40B4-BE49-F238E27FC236}">
                <a16:creationId xmlns:a16="http://schemas.microsoft.com/office/drawing/2014/main" id="{27BDF0C9-7D61-78B5-8E47-AF597FFEB0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8007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27680" y="1183257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2421" y="3429000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828" y="1110597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959" y="4117661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4" name="Rectangle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9" name="Rectangle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7" name="Rectangle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1" name="Oval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Oval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4" name="Oval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6" name="Oval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5" name="Oval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3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90" y="494193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51616" y="3280744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2008" y="1106932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6208" y="4114800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Rectangle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19" name="Oval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0" name="Oval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1" name="Oval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2" name="Oval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Oval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50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792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5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4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3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Oval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1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3" name="Oval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74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8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92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9415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10454640" y="1017843"/>
            <a:ext cx="2011680" cy="512064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9853648" y="3676280"/>
            <a:ext cx="3200400" cy="48768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Oval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customXml" Target="../ink/ink2.xml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0.png"/><Relationship Id="rId4" Type="http://schemas.openxmlformats.org/officeDocument/2006/relationships/customXml" Target="../ink/ink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11.xml"/><Relationship Id="rId4" Type="http://schemas.openxmlformats.org/officeDocument/2006/relationships/image" Target="../media/image1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customXml" Target="../ink/ink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>
            <a:spLocks noGrp="1"/>
          </p:cNvSpPr>
          <p:nvPr>
            <p:ph type="ctrTitle"/>
          </p:nvPr>
        </p:nvSpPr>
        <p:spPr>
          <a:xfrm>
            <a:off x="2783378" y="836478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BIAS VARIANCE TRADEOFF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C7839-4C3B-7C83-3EE1-F919BE431B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17.6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4FFFFF7-D51A-D4BE-D721-2D43C8FC01F1}"/>
                  </a:ext>
                </a:extLst>
              </p14:cNvPr>
              <p14:cNvContentPartPr/>
              <p14:nvPr/>
            </p14:nvContentPartPr>
            <p14:xfrm>
              <a:off x="3624840" y="1476720"/>
              <a:ext cx="8010000" cy="4663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4FFFFF7-D51A-D4BE-D721-2D43C8FC01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15480" y="1467360"/>
                <a:ext cx="8028720" cy="4682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1"/>
          <p:cNvSpPr txBox="1">
            <a:spLocks noGrp="1"/>
          </p:cNvSpPr>
          <p:nvPr>
            <p:ph type="title"/>
          </p:nvPr>
        </p:nvSpPr>
        <p:spPr>
          <a:xfrm>
            <a:off x="365629" y="0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Rockwell"/>
              <a:buNone/>
            </a:pPr>
            <a:r>
              <a:rPr lang="en-US" sz="4000"/>
              <a:t>LINEAR MODELS AND FEATURE FUNCTIONS</a:t>
            </a:r>
            <a:endParaRPr/>
          </a:p>
        </p:txBody>
      </p:sp>
      <p:pic>
        <p:nvPicPr>
          <p:cNvPr id="500" name="Google Shape;500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3877" y="826797"/>
            <a:ext cx="4140200" cy="1244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4" name="Google Shape;504;p41"/>
          <p:cNvGrpSpPr/>
          <p:nvPr/>
        </p:nvGrpSpPr>
        <p:grpSpPr>
          <a:xfrm>
            <a:off x="1169507" y="1922790"/>
            <a:ext cx="9831834" cy="825962"/>
            <a:chOff x="2789267" y="3106736"/>
            <a:chExt cx="9831834" cy="825962"/>
          </a:xfrm>
        </p:grpSpPr>
        <p:sp>
          <p:nvSpPr>
            <p:cNvPr id="505" name="Google Shape;505;p41"/>
            <p:cNvSpPr txBox="1"/>
            <p:nvPr/>
          </p:nvSpPr>
          <p:spPr>
            <a:xfrm>
              <a:off x="3457366" y="3462371"/>
              <a:ext cx="9163735" cy="46166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19733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Rockwell"/>
                  <a:ea typeface="Rockwell"/>
                  <a:cs typeface="Rockwell"/>
                  <a:sym typeface="Rockwell"/>
                </a:rPr>
                <a:t>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1"/>
            <p:cNvSpPr txBox="1"/>
            <p:nvPr/>
          </p:nvSpPr>
          <p:spPr>
            <a:xfrm>
              <a:off x="3659639" y="3106736"/>
              <a:ext cx="3475207" cy="46166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132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Rockwell"/>
                  <a:ea typeface="Rockwell"/>
                  <a:cs typeface="Rockwell"/>
                  <a:sym typeface="Rockwell"/>
                </a:rPr>
                <a:t>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41"/>
            <p:cNvSpPr txBox="1"/>
            <p:nvPr/>
          </p:nvSpPr>
          <p:spPr>
            <a:xfrm>
              <a:off x="2954377" y="3563366"/>
              <a:ext cx="96693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Model: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1"/>
            <p:cNvSpPr txBox="1"/>
            <p:nvPr/>
          </p:nvSpPr>
          <p:spPr>
            <a:xfrm>
              <a:off x="2789267" y="3177380"/>
              <a:ext cx="113204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Domain: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9" name="Google Shape;509;p41"/>
          <p:cNvGrpSpPr/>
          <p:nvPr/>
        </p:nvGrpSpPr>
        <p:grpSpPr>
          <a:xfrm>
            <a:off x="730538" y="2982470"/>
            <a:ext cx="3772808" cy="1848467"/>
            <a:chOff x="772102" y="3868856"/>
            <a:chExt cx="3772808" cy="1848467"/>
          </a:xfrm>
        </p:grpSpPr>
        <p:sp>
          <p:nvSpPr>
            <p:cNvPr id="510" name="Google Shape;510;p41"/>
            <p:cNvSpPr txBox="1"/>
            <p:nvPr/>
          </p:nvSpPr>
          <p:spPr>
            <a:xfrm>
              <a:off x="788893" y="3868856"/>
              <a:ext cx="11977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sng" strike="noStrike" cap="none" dirty="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Features</a:t>
              </a:r>
              <a:r>
                <a:rPr lang="en-US" sz="1800" b="0" i="0" u="none" strike="noStrike" cap="none" dirty="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: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1"/>
            <p:cNvSpPr txBox="1"/>
            <p:nvPr/>
          </p:nvSpPr>
          <p:spPr>
            <a:xfrm>
              <a:off x="772102" y="4285769"/>
              <a:ext cx="3558149" cy="46166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19733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Rockwell"/>
                  <a:ea typeface="Rockwell"/>
                  <a:cs typeface="Rockwell"/>
                  <a:sym typeface="Rockwell"/>
                </a:rPr>
                <a:t>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911287" y="4774360"/>
              <a:ext cx="3633623" cy="461665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19733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rgbClr val="000000"/>
                  </a:solidFill>
                  <a:latin typeface="Rockwell"/>
                  <a:ea typeface="Rockwell"/>
                  <a:cs typeface="Rockwell"/>
                  <a:sym typeface="Rockwell"/>
                </a:rPr>
                <a:t> 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944434" y="5255658"/>
              <a:ext cx="2410853" cy="461665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l="-249" r="-249" b="-19733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rgbClr val="000000"/>
                  </a:solidFill>
                  <a:latin typeface="Rockwell"/>
                  <a:ea typeface="Rockwell"/>
                  <a:cs typeface="Rockwell"/>
                  <a:sym typeface="Rockwell"/>
                </a:rPr>
                <a:t> 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4" name="Google Shape;514;p41"/>
          <p:cNvGrpSpPr/>
          <p:nvPr/>
        </p:nvGrpSpPr>
        <p:grpSpPr>
          <a:xfrm>
            <a:off x="6223977" y="2804494"/>
            <a:ext cx="4632304" cy="4154943"/>
            <a:chOff x="7185886" y="4121802"/>
            <a:chExt cx="4632304" cy="4154943"/>
          </a:xfrm>
        </p:grpSpPr>
        <p:sp>
          <p:nvSpPr>
            <p:cNvPr id="515" name="Google Shape;515;p41"/>
            <p:cNvSpPr txBox="1"/>
            <p:nvPr/>
          </p:nvSpPr>
          <p:spPr>
            <a:xfrm>
              <a:off x="7185886" y="4121802"/>
              <a:ext cx="4632304" cy="4154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 pitchFamily="34" charset="0"/>
                <a:buChar char="•"/>
              </a:pPr>
              <a:r>
                <a:rPr lang="en-US" sz="2400" b="0" i="0" u="none" strike="noStrike" cap="none" dirty="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Indicator functions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 dirty="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are a common method to transform qualitative data into quantitative data.</a:t>
              </a:r>
            </a:p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 pitchFamily="34" charset="0"/>
                <a:buChar char="•"/>
              </a:pPr>
              <a:r>
                <a:rPr lang="en-US" sz="2400" b="0" i="0" u="none" strike="noStrike" cap="none" dirty="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Polynomial features capture nonlinearity</a:t>
              </a:r>
            </a:p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dk1"/>
                  </a:solidFill>
                  <a:latin typeface="Rockwell"/>
                  <a:ea typeface="Arial"/>
                  <a:cs typeface="Arial"/>
                  <a:sym typeface="Rockwell"/>
                </a:rPr>
                <a:t>Linear models are linear in features and parameters (but not in raw/input data)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1"/>
            <p:cNvSpPr txBox="1"/>
            <p:nvPr/>
          </p:nvSpPr>
          <p:spPr>
            <a:xfrm>
              <a:off x="7494232" y="4637660"/>
              <a:ext cx="3558149" cy="461665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1841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Rockwell"/>
                  <a:ea typeface="Rockwell"/>
                  <a:cs typeface="Rockwell"/>
                  <a:sym typeface="Rockwell"/>
                </a:rPr>
                <a:t>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A961CEE-DF08-49E0-D96A-E2E1B5A4D236}"/>
                  </a:ext>
                </a:extLst>
              </p14:cNvPr>
              <p14:cNvContentPartPr/>
              <p14:nvPr/>
            </p14:nvContentPartPr>
            <p14:xfrm>
              <a:off x="3971160" y="707040"/>
              <a:ext cx="8220960" cy="6150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A961CEE-DF08-49E0-D96A-E2E1B5A4D23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61800" y="697680"/>
                <a:ext cx="8239680" cy="6169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5CD7C5F4-4B82-3E6E-C7C0-6E47A2A90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2">
            <a:extLst>
              <a:ext uri="{FF2B5EF4-FFF2-40B4-BE49-F238E27FC236}">
                <a16:creationId xmlns:a16="http://schemas.microsoft.com/office/drawing/2014/main" id="{94FA75D2-D37B-D217-8CEC-2F8318CAB8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6799" y="-14777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With the columns added can obtain the true fit using linear model regression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16562E-F3A4-3FF3-2314-628D252439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65872" y="1353068"/>
            <a:ext cx="6055602" cy="53679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C88F499-3323-6E7B-3375-05422CF21C98}"/>
                  </a:ext>
                </a:extLst>
              </p14:cNvPr>
              <p14:cNvContentPartPr/>
              <p14:nvPr/>
            </p14:nvContentPartPr>
            <p14:xfrm>
              <a:off x="360000" y="439560"/>
              <a:ext cx="11832120" cy="6220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C88F499-3323-6E7B-3375-05422CF21C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0640" y="430200"/>
                <a:ext cx="11850840" cy="623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1073810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B7EEA-173C-416E-40B4-BEC4114BF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571500"/>
            <a:ext cx="9956800" cy="1143000"/>
          </a:xfrm>
        </p:spPr>
        <p:txBody>
          <a:bodyPr/>
          <a:lstStyle/>
          <a:p>
            <a:r>
              <a:rPr lang="en-US" dirty="0"/>
              <a:t>STEP 1: LOSS AND GRADIENT (TAKING DERIVATIVE)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9C9325-52F2-878E-CDB0-FBA3692187C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785813"/>
                <a:ext cx="9956800" cy="5786437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Over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samples, we can minimize the empirical loss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US" dirty="0"/>
                  <a:t> given by,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or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Q: What is the partial derivative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coordinate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)?</a:t>
                </a:r>
              </a:p>
              <a:p>
                <a:r>
                  <a:rPr lang="en-US" dirty="0"/>
                  <a:t>Q: What is gradient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with respect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Gradient is: 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br>
                  <a:rPr lang="en-US" dirty="0"/>
                </a:br>
                <a:r>
                  <a:rPr lang="en-US" dirty="0"/>
                  <a:t>					         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                 </m:t>
                    </m:r>
                  </m:oMath>
                </a14:m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en-US" b="0" dirty="0"/>
                  <a:t>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2⋅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nary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  </a:t>
                </a:r>
              </a:p>
              <a:p>
                <a:pPr marL="0" indent="0" algn="r">
                  <a:buNone/>
                </a:pPr>
                <a:r>
                  <a:rPr lang="en-US" b="0" i="1" dirty="0">
                    <a:latin typeface="Cambria Math" panose="02040503050406030204" pitchFamily="18" charset="0"/>
                  </a:rPr>
                  <a:t>	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</m:t>
                    </m:r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=−2⋅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algn="r">
                  <a:buNone/>
                </a:pPr>
                <a:endParaRPr lang="en-US" dirty="0"/>
              </a:p>
              <a:p>
                <a:pPr marL="0" indent="0" algn="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2⋅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algn="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nary>
                            </m:e>
                          </m:nary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9C9325-52F2-878E-CDB0-FBA3692187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785813"/>
                <a:ext cx="9956800" cy="5786437"/>
              </a:xfrm>
              <a:blipFill>
                <a:blip r:embed="rId2"/>
                <a:stretch>
                  <a:fillRect t="-12035" r="-255" b="-17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300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B20F3-50A7-E3B1-98CD-96E1AFFA0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SOLVE FOR PARAMETERS, REWRITE IN MATRIX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2BAC6-D0D7-C272-C053-7894935EE56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Let’s arrange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as a row in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. That is, 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𝑛𝑑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or its transpose where columns are records/samples, and rows are features/attributes is called the </a:t>
                </a:r>
                <a:r>
                  <a:rPr lang="en-US" b="1" i="1" u="sng" dirty="0"/>
                  <a:t>Data Matrix</a:t>
                </a:r>
              </a:p>
              <a:p>
                <a:r>
                  <a:rPr lang="en-US" dirty="0"/>
                  <a:t>Similarly, arrange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as a coordinate of the vector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That is, 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2BAC6-D0D7-C272-C053-7894935EE5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383" t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F80C584-853C-C54C-220F-0103F9FD96E6}"/>
                  </a:ext>
                </a:extLst>
              </p14:cNvPr>
              <p14:cNvContentPartPr/>
              <p14:nvPr/>
            </p14:nvContentPartPr>
            <p14:xfrm>
              <a:off x="1344240" y="1238040"/>
              <a:ext cx="10271880" cy="5577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F80C584-853C-C54C-220F-0103F9FD96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4880" y="1228680"/>
                <a:ext cx="10290600" cy="559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2988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AAC60-2F3F-1F1D-654C-64B289D9A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5B13F-7A5E-8DD2-86AB-2387842B1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SOLVE FOR PARAMETERS, REWRITE IN MATRIX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88DEE6-015F-0B33-EE32-B17B7AF1C0C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have,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𝑛𝑑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Now, let us rewrite each side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using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Start with,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How about, 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88DEE6-015F-0B33-EE32-B17B7AF1C0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383" t="-1302" r="-383" b="-33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318DD89-03CF-9B62-ADF5-3936D44E088B}"/>
                  </a:ext>
                </a:extLst>
              </p14:cNvPr>
              <p14:cNvContentPartPr/>
              <p14:nvPr/>
            </p14:nvContentPartPr>
            <p14:xfrm>
              <a:off x="1288440" y="934560"/>
              <a:ext cx="10903680" cy="5821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318DD89-03CF-9B62-ADF5-3936D44E08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9080" y="925200"/>
                <a:ext cx="10922400" cy="584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7994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AFF99-72F1-5F43-8E9A-F18B0A159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EB995-8AB7-9848-F9D3-60D6F20E0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SOLVE FOR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EEEB9F-120A-E429-343E-58FB2AF8A39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With data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, and dependent variable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the normal equation (gradient equal to zero) is the same as, </a:t>
                </a:r>
                <a:br>
                  <a:rPr lang="en-US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invertible with inverse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. Multiplying this inverse matrix both the sides of the normal equation, we get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as,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This is a closed form solution because: 1. the parameters can be explicitly written as a function of dataset, and 2. we know how to compute the function. </a:t>
                </a:r>
              </a:p>
              <a:p>
                <a:r>
                  <a:rPr lang="en-US" dirty="0"/>
                  <a:t>Question: how to compute inverse?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EEEB9F-120A-E429-343E-58FB2AF8A3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383" t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2A73AB3-2C7D-9837-FEA4-49537227ADF1}"/>
                  </a:ext>
                </a:extLst>
              </p14:cNvPr>
              <p14:cNvContentPartPr/>
              <p14:nvPr/>
            </p14:nvContentPartPr>
            <p14:xfrm>
              <a:off x="1023480" y="2252880"/>
              <a:ext cx="10840680" cy="3992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2A73AB3-2C7D-9837-FEA4-49537227AD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4120" y="2243520"/>
                <a:ext cx="10859400" cy="401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996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91350-977C-FAA0-602F-C6C86774C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92FAA-D83D-1B91-F12B-741047568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THE FORMULA FOR THE SIMPLE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88F91-6D90-AF8F-CA94-6A47FFF90D7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With data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×2</m:t>
                        </m:r>
                      </m:sup>
                    </m:sSup>
                  </m:oMath>
                </a14:m>
                <a:r>
                  <a:rPr lang="en-US" dirty="0"/>
                  <a:t>, and dependent variable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the normal equation (gradient equal to zero) gives us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as,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2×2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Recall: The inverse of 2 by 2 matrix is given by,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𝑏𝑐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Adj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br>
                  <a:rPr lang="en-US" dirty="0"/>
                </a:br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2×2</m:t>
                        </m:r>
                      </m:sup>
                    </m:sSup>
                  </m:oMath>
                </a14:m>
                <a:r>
                  <a:rPr lang="en-US" dirty="0"/>
                  <a:t> given by,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mr>
                          <m:m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Inverse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is then, </a:t>
                </a:r>
                <a:br>
                  <a:rPr lang="en-US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88F91-6D90-AF8F-CA94-6A47FFF90D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638" t="-1823" b="-28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C48DCE2-3326-D694-F124-4FE5011528F5}"/>
                  </a:ext>
                </a:extLst>
              </p14:cNvPr>
              <p14:cNvContentPartPr/>
              <p14:nvPr/>
            </p14:nvContentPartPr>
            <p14:xfrm>
              <a:off x="3591360" y="1801800"/>
              <a:ext cx="7138800" cy="4515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C48DCE2-3326-D694-F124-4FE5011528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82000" y="1792440"/>
                <a:ext cx="7157520" cy="453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584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D51D9-FD96-D647-3DE0-FB2D10A1B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AA390-D320-376B-3865-9CBE7CE86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THE FORMULA FOR THE SIMPLE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4CD6E8-2C4D-8AF5-1688-D3F51C74BFD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2×2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Inverse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from previous slide: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is then, </a:t>
                </a:r>
                <a:br>
                  <a:rPr lang="en-US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then, </a:t>
                </a:r>
                <a:br>
                  <a:rPr lang="en-US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mr>
                          <m:m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So, we get,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𝐷𝑜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𝑦𝑜𝑢𝑟𝑠𝑒𝑙𝑓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nary>
                                            <m:naryPr>
                                              <m:chr m:val="∑"/>
                                              <m:supHide m:val="on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/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nary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𝑑𝑜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𝑦𝑜𝑢𝑟𝑠𝑒𝑙𝑓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nary>
                                </m:num>
                                <m:den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𝑑𝑖𝑦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Exactly as before!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4CD6E8-2C4D-8AF5-1688-D3F51C74BF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t="-12240"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D290D01-9D03-15B3-BCBD-A34CFC456356}"/>
                  </a:ext>
                </a:extLst>
              </p14:cNvPr>
              <p14:cNvContentPartPr/>
              <p14:nvPr/>
            </p14:nvContentPartPr>
            <p14:xfrm>
              <a:off x="2310840" y="55800"/>
              <a:ext cx="9881280" cy="6505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D290D01-9D03-15B3-BCBD-A34CFC4563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01480" y="46440"/>
                <a:ext cx="9900000" cy="652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8339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D96B8C-DFCD-E423-4D32-4A99C032BE99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955548"/>
                <a:ext cx="9956800" cy="5518404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First, recall that the closed form solution is an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. That is, </a:t>
                </a:r>
                <a:br>
                  <a:rPr lang="en-US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 how do we evaluate or assess the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1. </a:t>
                </a:r>
              </a:p>
              <a:p>
                <a:pPr lvl="1"/>
                <a:r>
                  <a:rPr lang="en-US" dirty="0"/>
                  <a:t>2. </a:t>
                </a:r>
              </a:p>
              <a:p>
                <a:r>
                  <a:rPr lang="en-US" dirty="0"/>
                  <a:t>A popular approach is to use the so-called “Coefficient of determination” denoted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value: </a:t>
                </a:r>
                <a:br>
                  <a:rPr lang="en-US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br>
                  <a:rPr lang="en-US" dirty="0">
                    <a:solidFill>
                      <a:srgbClr val="FF0000"/>
                    </a:solidFill>
                  </a:rPr>
                </a:br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Or use a normalized form called “Adjusted”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value: 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lit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||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lit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lit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+1)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lit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||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m:rPr>
                                <m:lit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lit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True or False: 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is high then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fits the data well?</a:t>
                </a:r>
                <a:endParaRPr lang="en-US" dirty="0"/>
              </a:p>
              <a:p>
                <a:pPr marL="365760" lvl="1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D96B8C-DFCD-E423-4D32-4A99C032BE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955548"/>
                <a:ext cx="9956800" cy="5518404"/>
              </a:xfrm>
              <a:blipFill>
                <a:blip r:embed="rId3"/>
                <a:stretch>
                  <a:fillRect l="-128" t="-1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EBFD0CD-7694-039A-0A72-C818AF77A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87452"/>
            <a:ext cx="9956800" cy="1143000"/>
          </a:xfrm>
        </p:spPr>
        <p:txBody>
          <a:bodyPr/>
          <a:lstStyle/>
          <a:p>
            <a:r>
              <a:rPr lang="en-US" dirty="0"/>
              <a:t>How to assess goodness of fit?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2B1EA6F-C426-373A-5385-A1CF3916BE0C}"/>
                  </a:ext>
                </a:extLst>
              </p14:cNvPr>
              <p14:cNvContentPartPr/>
              <p14:nvPr/>
            </p14:nvContentPartPr>
            <p14:xfrm>
              <a:off x="421200" y="26280"/>
              <a:ext cx="11448360" cy="6801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2B1EA6F-C426-373A-5385-A1CF3916BE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1840" y="16920"/>
                <a:ext cx="11467080" cy="681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070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985366E-0D10-FDAB-5406-E91F93A59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>
            <a:extLst>
              <a:ext uri="{FF2B5EF4-FFF2-40B4-BE49-F238E27FC236}">
                <a16:creationId xmlns:a16="http://schemas.microsoft.com/office/drawing/2014/main" id="{E69148C3-28FD-81CC-380D-7CF48AE1D7B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83378" y="836478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What is BIAS in prediction?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ACC101C-5DD9-003B-6BCC-F496E452D926}"/>
                  </a:ext>
                </a:extLst>
              </p14:cNvPr>
              <p14:cNvContentPartPr/>
              <p14:nvPr/>
            </p14:nvContentPartPr>
            <p14:xfrm>
              <a:off x="3444480" y="2896560"/>
              <a:ext cx="8549640" cy="2711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ACC101C-5DD9-003B-6BCC-F496E452D9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35120" y="2887200"/>
                <a:ext cx="8568360" cy="273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303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C5F76-B14B-7D90-5E2A-154927F07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5FD4D-4E3B-219F-8465-45976C9C0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BIAS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5C638F-762D-5128-7AF2-4E91A4947D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81788" y="384048"/>
            <a:ext cx="5065057" cy="46080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DBF2DEB-5159-BF0F-E35E-A94366A58FD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487375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Let’s fit a line for many datasets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That is, sample 500 datasets at random</a:t>
                </a:r>
              </a:p>
              <a:p>
                <a:pPr lvl="1"/>
                <a:r>
                  <a:rPr lang="en-US" dirty="0"/>
                  <a:t>Find parameters/solve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So you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0 different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=1,…,500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Get new “test”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Calculate average prediction these 500 runs</a:t>
                </a:r>
              </a:p>
              <a:p>
                <a:pPr lvl="1"/>
                <a:r>
                  <a:rPr lang="en-US" dirty="0"/>
                  <a:t>This quantity by CLT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𝒟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 squared bias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in prediction is defined as,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𝔼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𝒟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𝒟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  <m:r>
                              <m:rPr>
                                <m:nor/>
                              </m:rPr>
                              <a:rPr lang="en-US" dirty="0"/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sz="3200" dirty="0">
                    <a:solidFill>
                      <a:srgbClr val="FF0000"/>
                    </a:solidFill>
                  </a:rPr>
                  <a:t>Q: Right figure high bias?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DBF2DEB-5159-BF0F-E35E-A94366A58F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4873752"/>
              </a:xfrm>
              <a:blipFill>
                <a:blip r:embed="rId4"/>
                <a:stretch>
                  <a:fillRect l="-765" t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CE620AE-EAAD-5B70-9312-66C94FA0D03D}"/>
                  </a:ext>
                </a:extLst>
              </p14:cNvPr>
              <p14:cNvContentPartPr/>
              <p14:nvPr/>
            </p14:nvContentPartPr>
            <p14:xfrm>
              <a:off x="1493640" y="30240"/>
              <a:ext cx="9366840" cy="6654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CE620AE-EAAD-5B70-9312-66C94FA0D03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84280" y="20880"/>
                <a:ext cx="9385560" cy="667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691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A2F3DCBE-361C-A400-82E7-CEB456127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>
            <a:extLst>
              <a:ext uri="{FF2B5EF4-FFF2-40B4-BE49-F238E27FC236}">
                <a16:creationId xmlns:a16="http://schemas.microsoft.com/office/drawing/2014/main" id="{35848178-6F80-E10B-E6A3-08EF6FD3BB4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83378" y="836478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What is VARIANCE in prediction?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1393149-54E1-A7D7-7DC1-9A15B63074F1}"/>
                  </a:ext>
                </a:extLst>
              </p14:cNvPr>
              <p14:cNvContentPartPr/>
              <p14:nvPr/>
            </p14:nvContentPartPr>
            <p14:xfrm>
              <a:off x="10265400" y="5799600"/>
              <a:ext cx="56160" cy="50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1393149-54E1-A7D7-7DC1-9A15B63074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56040" y="5790240"/>
                <a:ext cx="74880" cy="6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4329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FE15A-3348-D5C6-2103-9D41EFF7B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VARIANCE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847DBB-52E6-6C79-D289-7BE32D262F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59441" y="584073"/>
            <a:ext cx="5022959" cy="45697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3863FC4-4C26-2440-C3F8-1DFEBE68CE4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487375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Similarly variance is defined as, </a:t>
                </a: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𝒱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𝒟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𝒟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;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𝒟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 we have a pretty good estimate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/>
                  <a:t>then bias might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lang="en-US" dirty="0"/>
                  <a:t>, but still variance need </a:t>
                </a:r>
                <a:br>
                  <a:rPr lang="en-US" dirty="0"/>
                </a:br>
                <a:r>
                  <a:rPr lang="en-US" dirty="0"/>
                  <a:t>not be </a:t>
                </a:r>
              </a:p>
              <a:p>
                <a:endParaRPr lang="en-US" dirty="0"/>
              </a:p>
              <a:p>
                <a:pPr marL="274320" marR="0" lvl="0" indent="-27432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FE8637"/>
                  </a:buClr>
                  <a:buSzPct val="70000"/>
                  <a:buFont typeface="Wingdings"/>
                  <a:buChar char=""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Gill Sans MT" panose="020B0502020104020203"/>
                    <a:ea typeface="+mn-ea"/>
                    <a:cs typeface="+mn-cs"/>
                  </a:rPr>
                  <a:t>Q: Right figure high variance?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3863FC4-4C26-2440-C3F8-1DFEBE68CE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4873752"/>
              </a:xfrm>
              <a:blipFill>
                <a:blip r:embed="rId3"/>
                <a:stretch>
                  <a:fillRect l="-765" t="-1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1FFDCC4-506B-616D-D2BC-C88293D9573D}"/>
                  </a:ext>
                </a:extLst>
              </p14:cNvPr>
              <p14:cNvContentPartPr/>
              <p14:nvPr/>
            </p14:nvContentPartPr>
            <p14:xfrm>
              <a:off x="439920" y="18720"/>
              <a:ext cx="11297160" cy="6418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FFDCC4-506B-616D-D2BC-C88293D957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0560" y="9360"/>
                <a:ext cx="11315880" cy="643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23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4BC1B-4D00-6191-F92E-34CDDD472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AA86C-361A-12E9-4293-BDCAFC96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FIT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23C158-FE6A-21DE-20F4-C9480608B1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50583" y="384048"/>
            <a:ext cx="5831817" cy="530563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699B63-59F5-B943-E780-F1385B208E7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ct val="70000"/>
              <a:buFont typeface="Wingdings"/>
              <a:buChar char="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Q: Right figure high bias?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ct val="70000"/>
              <a:buFont typeface="Wingdings"/>
              <a:buChar char=""/>
              <a:tabLst/>
              <a:defRPr/>
            </a:pPr>
            <a:endParaRPr lang="en-US" sz="3200" dirty="0">
              <a:solidFill>
                <a:srgbClr val="FF0000"/>
              </a:solidFill>
              <a:latin typeface="Gill Sans MT" panose="020B0502020104020203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ct val="70000"/>
              <a:buFont typeface="Wingdings"/>
              <a:buChar char="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Q: Right figure high variance?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DE78856-92E5-3076-461E-B6F8ACD6E377}"/>
                  </a:ext>
                </a:extLst>
              </p14:cNvPr>
              <p14:cNvContentPartPr/>
              <p14:nvPr/>
            </p14:nvContentPartPr>
            <p14:xfrm>
              <a:off x="4999320" y="2184840"/>
              <a:ext cx="3696120" cy="1944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DE78856-92E5-3076-461E-B6F8ACD6E3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89960" y="2175480"/>
                <a:ext cx="3714840" cy="196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0888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101C4441-94DA-4E7E-7B18-0ADA2A188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>
            <a:extLst>
              <a:ext uri="{FF2B5EF4-FFF2-40B4-BE49-F238E27FC236}">
                <a16:creationId xmlns:a16="http://schemas.microsoft.com/office/drawing/2014/main" id="{E0884D18-4528-0759-7D05-F67987E6C0C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442002" y="836478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What is BIAS-VARIANCE TRADEOFF in prediction?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838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93ECC-D3D7-A408-B204-4F3613FBA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E3740-CFB4-9680-1A5A-0EC2C77D9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WE SAY IF WE REPEAT THE EXPERIMENT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7678CCB-56D7-A7DB-DF5B-7B8CF0288A5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487375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Bias-Variance Tradeoff is a statement regarding the expected test loss i.e., the loss we would expect had we repeat this experiment many times</a:t>
                </a:r>
              </a:p>
              <a:p>
                <a:r>
                  <a:rPr lang="en-US" dirty="0"/>
                  <a:t>Recall our true model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. In this setup, Expected “Test” Loss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defined as,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𝒯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𝒟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Then we can prove that,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𝒯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So on our test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we will are expected to incur a loss from three parts: 1.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ℬ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- how good each prediction is on an average,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𝒱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- how much do our prediction vary on an average, 3.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- irreducible noise or noise in the data generation process in some sense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7678CCB-56D7-A7DB-DF5B-7B8CF0288A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4873752"/>
              </a:xfrm>
              <a:blipFill>
                <a:blip r:embed="rId2"/>
                <a:stretch>
                  <a:fillRect l="-383" t="-1302" r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56349A5-3365-5B22-E54F-C90F25F9C66E}"/>
                  </a:ext>
                </a:extLst>
              </p14:cNvPr>
              <p14:cNvContentPartPr/>
              <p14:nvPr/>
            </p14:nvContentPartPr>
            <p14:xfrm>
              <a:off x="3370320" y="1900080"/>
              <a:ext cx="8289360" cy="3157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56349A5-3365-5B22-E54F-C90F25F9C6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60960" y="1890720"/>
                <a:ext cx="8308080" cy="317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1415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DABF7-4BD6-0247-A614-4B84AC485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– VARIANCE TRADEOFF ILLUSTRATION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09B6E5-1931-BBE1-C66B-1E2BB3F2EB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70893" y="1588707"/>
            <a:ext cx="4926297" cy="48852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C8BF272-EC60-7FD1-6730-4A4E638362C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487375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For each degree/order:</a:t>
                </a:r>
              </a:p>
              <a:p>
                <a:pPr lvl="1"/>
                <a:r>
                  <a:rPr lang="en-US" dirty="0"/>
                  <a:t>Collect many datasets </a:t>
                </a:r>
                <a:br>
                  <a:rPr lang="en-US" dirty="0"/>
                </a:br>
                <a:r>
                  <a:rPr lang="en-US" dirty="0"/>
                  <a:t>for the same prediction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Find parameters for each dataset</a:t>
                </a:r>
              </a:p>
              <a:p>
                <a:endParaRPr lang="en-US" dirty="0"/>
              </a:p>
              <a:p>
                <a:pPr lvl="1"/>
                <a:r>
                  <a:rPr lang="en-US" dirty="0"/>
                  <a:t>Choose new/test set of points of</a:t>
                </a:r>
                <a:br>
                  <a:rPr lang="en-US" dirty="0"/>
                </a:br>
                <a:r>
                  <a:rPr lang="en-US" dirty="0"/>
                  <a:t>independent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For each test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calculate bias, variance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Calculate average bias, average variance</a:t>
                </a:r>
                <a:br>
                  <a:rPr lang="en-US" dirty="0"/>
                </a:br>
                <a:r>
                  <a:rPr lang="en-US" dirty="0"/>
                  <a:t>over all test points</a:t>
                </a:r>
              </a:p>
              <a:p>
                <a:pPr lvl="2"/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C8BF272-EC60-7FD1-6730-4A4E638362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4873752"/>
              </a:xfrm>
              <a:blipFill>
                <a:blip r:embed="rId3"/>
                <a:stretch>
                  <a:fillRect l="-383" t="-1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D57CAE0-670A-D5F6-EBE1-8CCFFF273597}"/>
                  </a:ext>
                </a:extLst>
              </p14:cNvPr>
              <p14:cNvContentPartPr/>
              <p14:nvPr/>
            </p14:nvContentPartPr>
            <p14:xfrm>
              <a:off x="3741840" y="1568160"/>
              <a:ext cx="8385840" cy="4702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D57CAE0-670A-D5F6-EBE1-8CCFFF2735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32480" y="1558800"/>
                <a:ext cx="8404560" cy="472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4016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15227</TotalTime>
  <Words>1116</Words>
  <Application>Microsoft Macintosh PowerPoint</Application>
  <PresentationFormat>Widescreen</PresentationFormat>
  <Paragraphs>114</Paragraphs>
  <Slides>18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Cambria Math</vt:lpstr>
      <vt:lpstr>Gill Sans MT</vt:lpstr>
      <vt:lpstr>Rockwell</vt:lpstr>
      <vt:lpstr>Wingdings</vt:lpstr>
      <vt:lpstr>Wingdings 2</vt:lpstr>
      <vt:lpstr>Oriel</vt:lpstr>
      <vt:lpstr>BIAS VARIANCE TRADEOFF</vt:lpstr>
      <vt:lpstr>LINEAR MODELS AND FEATURE FUNCTIONS</vt:lpstr>
      <vt:lpstr>With the columns added can obtain the true fit using linear model regression</vt:lpstr>
      <vt:lpstr>STEP 1: LOSS AND GRADIENT (TAKING DERIVATIVE)</vt:lpstr>
      <vt:lpstr>TO SOLVE FOR PARAMETERS, REWRITE IN MATRIX FORM</vt:lpstr>
      <vt:lpstr>TO SOLVE FOR PARAMETERS, REWRITE IN MATRIX FORM</vt:lpstr>
      <vt:lpstr>STEP 3: SOLVE FOR PARAMETERS</vt:lpstr>
      <vt:lpstr>CHECK THE FORMULA FOR THE SIMPLE LINEAR MODEL</vt:lpstr>
      <vt:lpstr>CHECK THE FORMULA FOR THE SIMPLE LINEAR MODEL</vt:lpstr>
      <vt:lpstr>How to assess goodness of fit?</vt:lpstr>
      <vt:lpstr>What is BIAS in prediction?</vt:lpstr>
      <vt:lpstr>DEFINING BIAS</vt:lpstr>
      <vt:lpstr>What is VARIANCE in prediction?</vt:lpstr>
      <vt:lpstr>DEFINING VARIANCE</vt:lpstr>
      <vt:lpstr>GOOD FIT</vt:lpstr>
      <vt:lpstr>What is BIAS-VARIANCE TRADEOFF in prediction?</vt:lpstr>
      <vt:lpstr>WHAT CAN WE SAY IF WE REPEAT THE EXPERIMENT</vt:lpstr>
      <vt:lpstr>BIAS – VARIANCE TRADEOFF ILLUSTRATION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DATA SCIENCE</dc:title>
  <dc:subject/>
  <dc:creator>sathya@uic.edu</dc:creator>
  <cp:keywords/>
  <dc:description/>
  <cp:lastModifiedBy>Ravi, Sathya</cp:lastModifiedBy>
  <cp:revision>639</cp:revision>
  <dcterms:created xsi:type="dcterms:W3CDTF">2017-08-21T17:08:06Z</dcterms:created>
  <dcterms:modified xsi:type="dcterms:W3CDTF">2024-10-25T02:31:17Z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Sathya Ravi</vt:lpwstr>
  </property>
</Properties>
</file>